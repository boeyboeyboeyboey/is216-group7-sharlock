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5.xml" ContentType="application/vnd.openxmlformats-officedocument.presentationml.notesSlide+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notesSlides/notesSlide6.xml" ContentType="application/vnd.openxmlformats-officedocument.presentationml.notesSlide+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notesSlides/notesSlide7.xml" ContentType="application/vnd.openxmlformats-officedocument.presentationml.notesSlide+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56.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40"/>
  </p:notesMasterIdLst>
  <p:handoutMasterIdLst>
    <p:handoutMasterId r:id="rId41"/>
  </p:handoutMasterIdLst>
  <p:sldIdLst>
    <p:sldId id="256" r:id="rId5"/>
    <p:sldId id="480" r:id="rId6"/>
    <p:sldId id="483" r:id="rId7"/>
    <p:sldId id="523" r:id="rId8"/>
    <p:sldId id="524" r:id="rId9"/>
    <p:sldId id="521" r:id="rId10"/>
    <p:sldId id="522" r:id="rId11"/>
    <p:sldId id="481" r:id="rId12"/>
    <p:sldId id="475" r:id="rId13"/>
    <p:sldId id="441" r:id="rId14"/>
    <p:sldId id="485" r:id="rId15"/>
    <p:sldId id="476" r:id="rId16"/>
    <p:sldId id="477" r:id="rId17"/>
    <p:sldId id="486" r:id="rId18"/>
    <p:sldId id="460" r:id="rId19"/>
    <p:sldId id="487" r:id="rId20"/>
    <p:sldId id="465" r:id="rId21"/>
    <p:sldId id="478" r:id="rId22"/>
    <p:sldId id="479" r:id="rId23"/>
    <p:sldId id="490" r:id="rId24"/>
    <p:sldId id="443" r:id="rId25"/>
    <p:sldId id="488" r:id="rId26"/>
    <p:sldId id="442" r:id="rId27"/>
    <p:sldId id="395" r:id="rId28"/>
    <p:sldId id="468" r:id="rId29"/>
    <p:sldId id="491" r:id="rId30"/>
    <p:sldId id="466" r:id="rId31"/>
    <p:sldId id="467" r:id="rId32"/>
    <p:sldId id="525" r:id="rId33"/>
    <p:sldId id="469" r:id="rId34"/>
    <p:sldId id="470" r:id="rId35"/>
    <p:sldId id="471" r:id="rId36"/>
    <p:sldId id="489" r:id="rId37"/>
    <p:sldId id="482" r:id="rId38"/>
    <p:sldId id="638" r:id="rId3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9900"/>
    <a:srgbClr val="00FFFF"/>
    <a:srgbClr val="FF7C80"/>
    <a:srgbClr val="FF3300"/>
    <a:srgbClr val="00FF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9" autoAdjust="0"/>
    <p:restoredTop sz="87828" autoAdjust="0"/>
  </p:normalViewPr>
  <p:slideViewPr>
    <p:cSldViewPr>
      <p:cViewPr varScale="1">
        <p:scale>
          <a:sx n="128" d="100"/>
          <a:sy n="128" d="100"/>
        </p:scale>
        <p:origin x="976" y="184"/>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115" d="100"/>
          <a:sy n="115" d="100"/>
        </p:scale>
        <p:origin x="-3944"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305AA11C-983F-4858-9A8C-739109440E06}"/>
    <pc:docChg chg="undo custSel modSld">
      <pc:chgData name="YANG Guomin" userId="dccf0981-1625-43db-a7d9-40d73e3f3472" providerId="ADAL" clId="{305AA11C-983F-4858-9A8C-739109440E06}" dt="2025-09-10T03:11:26.245" v="217" actId="20577"/>
      <pc:docMkLst>
        <pc:docMk/>
      </pc:docMkLst>
      <pc:sldChg chg="modSp mod">
        <pc:chgData name="YANG Guomin" userId="dccf0981-1625-43db-a7d9-40d73e3f3472" providerId="ADAL" clId="{305AA11C-983F-4858-9A8C-739109440E06}" dt="2025-09-08T03:25:22.833" v="115" actId="403"/>
        <pc:sldMkLst>
          <pc:docMk/>
          <pc:sldMk cId="1057091041" sldId="395"/>
        </pc:sldMkLst>
        <pc:spChg chg="mod">
          <ac:chgData name="YANG Guomin" userId="dccf0981-1625-43db-a7d9-40d73e3f3472" providerId="ADAL" clId="{305AA11C-983F-4858-9A8C-739109440E06}" dt="2025-09-08T03:25:22.833" v="115" actId="403"/>
          <ac:spMkLst>
            <pc:docMk/>
            <pc:sldMk cId="1057091041" sldId="395"/>
            <ac:spMk id="13344" creationId="{00000000-0000-0000-0000-000000000000}"/>
          </ac:spMkLst>
        </pc:spChg>
      </pc:sldChg>
      <pc:sldChg chg="modSp mod modNotesTx">
        <pc:chgData name="YANG Guomin" userId="dccf0981-1625-43db-a7d9-40d73e3f3472" providerId="ADAL" clId="{305AA11C-983F-4858-9A8C-739109440E06}" dt="2025-09-08T03:20:26.800" v="100" actId="207"/>
        <pc:sldMkLst>
          <pc:docMk/>
          <pc:sldMk cId="2978575751" sldId="441"/>
        </pc:sldMkLst>
        <pc:spChg chg="mod">
          <ac:chgData name="YANG Guomin" userId="dccf0981-1625-43db-a7d9-40d73e3f3472" providerId="ADAL" clId="{305AA11C-983F-4858-9A8C-739109440E06}" dt="2025-09-08T03:20:26.800" v="100" actId="207"/>
          <ac:spMkLst>
            <pc:docMk/>
            <pc:sldMk cId="2978575751" sldId="441"/>
            <ac:spMk id="8197" creationId="{00000000-0000-0000-0000-000000000000}"/>
          </ac:spMkLst>
        </pc:spChg>
      </pc:sldChg>
      <pc:sldChg chg="modSp mod">
        <pc:chgData name="YANG Guomin" userId="dccf0981-1625-43db-a7d9-40d73e3f3472" providerId="ADAL" clId="{305AA11C-983F-4858-9A8C-739109440E06}" dt="2025-09-08T03:25:08.900" v="113" actId="207"/>
        <pc:sldMkLst>
          <pc:docMk/>
          <pc:sldMk cId="1925272545" sldId="442"/>
        </pc:sldMkLst>
        <pc:spChg chg="mod">
          <ac:chgData name="YANG Guomin" userId="dccf0981-1625-43db-a7d9-40d73e3f3472" providerId="ADAL" clId="{305AA11C-983F-4858-9A8C-739109440E06}" dt="2025-09-08T03:25:08.900" v="113" actId="207"/>
          <ac:spMkLst>
            <pc:docMk/>
            <pc:sldMk cId="1925272545" sldId="442"/>
            <ac:spMk id="12293" creationId="{00000000-0000-0000-0000-000000000000}"/>
          </ac:spMkLst>
        </pc:spChg>
      </pc:sldChg>
      <pc:sldChg chg="modSp mod">
        <pc:chgData name="YANG Guomin" userId="dccf0981-1625-43db-a7d9-40d73e3f3472" providerId="ADAL" clId="{305AA11C-983F-4858-9A8C-739109440E06}" dt="2025-09-08T03:24:57.358" v="112" actId="113"/>
        <pc:sldMkLst>
          <pc:docMk/>
          <pc:sldMk cId="2511969174" sldId="443"/>
        </pc:sldMkLst>
        <pc:spChg chg="mod">
          <ac:chgData name="YANG Guomin" userId="dccf0981-1625-43db-a7d9-40d73e3f3472" providerId="ADAL" clId="{305AA11C-983F-4858-9A8C-739109440E06}" dt="2025-09-08T03:24:57.358" v="112" actId="113"/>
          <ac:spMkLst>
            <pc:docMk/>
            <pc:sldMk cId="2511969174" sldId="443"/>
            <ac:spMk id="16389" creationId="{00000000-0000-0000-0000-000000000000}"/>
          </ac:spMkLst>
        </pc:spChg>
      </pc:sldChg>
      <pc:sldChg chg="modSp mod">
        <pc:chgData name="YANG Guomin" userId="dccf0981-1625-43db-a7d9-40d73e3f3472" providerId="ADAL" clId="{305AA11C-983F-4858-9A8C-739109440E06}" dt="2025-09-08T03:22:52.333" v="108" actId="207"/>
        <pc:sldMkLst>
          <pc:docMk/>
          <pc:sldMk cId="3371547078" sldId="460"/>
        </pc:sldMkLst>
        <pc:spChg chg="mod">
          <ac:chgData name="YANG Guomin" userId="dccf0981-1625-43db-a7d9-40d73e3f3472" providerId="ADAL" clId="{305AA11C-983F-4858-9A8C-739109440E06}" dt="2025-09-08T03:22:52.333" v="108" actId="207"/>
          <ac:spMkLst>
            <pc:docMk/>
            <pc:sldMk cId="3371547078" sldId="460"/>
            <ac:spMk id="404483" creationId="{00000000-0000-0000-0000-000000000000}"/>
          </ac:spMkLst>
        </pc:spChg>
      </pc:sldChg>
      <pc:sldChg chg="modSp">
        <pc:chgData name="YANG Guomin" userId="dccf0981-1625-43db-a7d9-40d73e3f3472" providerId="ADAL" clId="{305AA11C-983F-4858-9A8C-739109440E06}" dt="2025-09-08T03:23:24.939" v="110" actId="207"/>
        <pc:sldMkLst>
          <pc:docMk/>
          <pc:sldMk cId="576121422" sldId="465"/>
        </pc:sldMkLst>
        <pc:spChg chg="mod">
          <ac:chgData name="YANG Guomin" userId="dccf0981-1625-43db-a7d9-40d73e3f3472" providerId="ADAL" clId="{305AA11C-983F-4858-9A8C-739109440E06}" dt="2025-09-08T03:23:24.939" v="110" actId="207"/>
          <ac:spMkLst>
            <pc:docMk/>
            <pc:sldMk cId="576121422" sldId="465"/>
            <ac:spMk id="10245" creationId="{00000000-0000-0000-0000-000000000000}"/>
          </ac:spMkLst>
        </pc:spChg>
      </pc:sldChg>
      <pc:sldChg chg="modSp mod">
        <pc:chgData name="YANG Guomin" userId="dccf0981-1625-43db-a7d9-40d73e3f3472" providerId="ADAL" clId="{305AA11C-983F-4858-9A8C-739109440E06}" dt="2025-09-08T03:26:27.837" v="121" actId="20577"/>
        <pc:sldMkLst>
          <pc:docMk/>
          <pc:sldMk cId="2776190243" sldId="468"/>
        </pc:sldMkLst>
        <pc:spChg chg="mod">
          <ac:chgData name="YANG Guomin" userId="dccf0981-1625-43db-a7d9-40d73e3f3472" providerId="ADAL" clId="{305AA11C-983F-4858-9A8C-739109440E06}" dt="2025-09-08T03:26:27.837" v="121" actId="20577"/>
          <ac:spMkLst>
            <pc:docMk/>
            <pc:sldMk cId="2776190243" sldId="468"/>
            <ac:spMk id="8" creationId="{00000000-0000-0000-0000-000000000000}"/>
          </ac:spMkLst>
        </pc:spChg>
      </pc:sldChg>
      <pc:sldChg chg="modSp mod">
        <pc:chgData name="YANG Guomin" userId="dccf0981-1625-43db-a7d9-40d73e3f3472" providerId="ADAL" clId="{305AA11C-983F-4858-9A8C-739109440E06}" dt="2025-09-08T03:38:23.756" v="164" actId="207"/>
        <pc:sldMkLst>
          <pc:docMk/>
          <pc:sldMk cId="2017209221" sldId="469"/>
        </pc:sldMkLst>
        <pc:spChg chg="mod">
          <ac:chgData name="YANG Guomin" userId="dccf0981-1625-43db-a7d9-40d73e3f3472" providerId="ADAL" clId="{305AA11C-983F-4858-9A8C-739109440E06}" dt="2025-09-08T03:38:23.756" v="164" actId="207"/>
          <ac:spMkLst>
            <pc:docMk/>
            <pc:sldMk cId="2017209221" sldId="469"/>
            <ac:spMk id="241667" creationId="{00000000-0000-0000-0000-000000000000}"/>
          </ac:spMkLst>
        </pc:spChg>
      </pc:sldChg>
      <pc:sldChg chg="modSp mod">
        <pc:chgData name="YANG Guomin" userId="dccf0981-1625-43db-a7d9-40d73e3f3472" providerId="ADAL" clId="{305AA11C-983F-4858-9A8C-739109440E06}" dt="2025-09-08T03:27:48.422" v="131" actId="1076"/>
        <pc:sldMkLst>
          <pc:docMk/>
          <pc:sldMk cId="3121957545" sldId="470"/>
        </pc:sldMkLst>
        <pc:spChg chg="mod">
          <ac:chgData name="YANG Guomin" userId="dccf0981-1625-43db-a7d9-40d73e3f3472" providerId="ADAL" clId="{305AA11C-983F-4858-9A8C-739109440E06}" dt="2025-09-08T03:27:48.422" v="131" actId="1076"/>
          <ac:spMkLst>
            <pc:docMk/>
            <pc:sldMk cId="3121957545" sldId="470"/>
            <ac:spMk id="2" creationId="{18413788-1EDE-ED06-D80E-6E45096C95BF}"/>
          </ac:spMkLst>
        </pc:spChg>
      </pc:sldChg>
      <pc:sldChg chg="modSp mod">
        <pc:chgData name="YANG Guomin" userId="dccf0981-1625-43db-a7d9-40d73e3f3472" providerId="ADAL" clId="{305AA11C-983F-4858-9A8C-739109440E06}" dt="2025-09-08T03:21:54.817" v="105" actId="403"/>
        <pc:sldMkLst>
          <pc:docMk/>
          <pc:sldMk cId="2371270075" sldId="476"/>
        </pc:sldMkLst>
        <pc:spChg chg="mod">
          <ac:chgData name="YANG Guomin" userId="dccf0981-1625-43db-a7d9-40d73e3f3472" providerId="ADAL" clId="{305AA11C-983F-4858-9A8C-739109440E06}" dt="2025-09-08T03:21:51.108" v="103" actId="1076"/>
          <ac:spMkLst>
            <pc:docMk/>
            <pc:sldMk cId="2371270075" sldId="476"/>
            <ac:spMk id="6" creationId="{00000000-0000-0000-0000-000000000000}"/>
          </ac:spMkLst>
        </pc:spChg>
        <pc:spChg chg="mod">
          <ac:chgData name="YANG Guomin" userId="dccf0981-1625-43db-a7d9-40d73e3f3472" providerId="ADAL" clId="{305AA11C-983F-4858-9A8C-739109440E06}" dt="2025-09-08T03:21:54.817" v="105" actId="403"/>
          <ac:spMkLst>
            <pc:docMk/>
            <pc:sldMk cId="2371270075" sldId="476"/>
            <ac:spMk id="7" creationId="{00000000-0000-0000-0000-000000000000}"/>
          </ac:spMkLst>
        </pc:spChg>
      </pc:sldChg>
      <pc:sldChg chg="modSp mod modNotesTx">
        <pc:chgData name="YANG Guomin" userId="dccf0981-1625-43db-a7d9-40d73e3f3472" providerId="ADAL" clId="{305AA11C-983F-4858-9A8C-739109440E06}" dt="2025-09-08T02:57:14.170" v="1" actId="20577"/>
        <pc:sldMkLst>
          <pc:docMk/>
          <pc:sldMk cId="1904459839" sldId="481"/>
        </pc:sldMkLst>
        <pc:spChg chg="mod">
          <ac:chgData name="YANG Guomin" userId="dccf0981-1625-43db-a7d9-40d73e3f3472" providerId="ADAL" clId="{305AA11C-983F-4858-9A8C-739109440E06}" dt="2025-09-08T02:57:07.885" v="0" actId="1076"/>
          <ac:spMkLst>
            <pc:docMk/>
            <pc:sldMk cId="1904459839" sldId="481"/>
            <ac:spMk id="14340" creationId="{00000000-0000-0000-0000-000000000000}"/>
          </ac:spMkLst>
        </pc:spChg>
      </pc:sldChg>
      <pc:sldChg chg="modSp mod">
        <pc:chgData name="YANG Guomin" userId="dccf0981-1625-43db-a7d9-40d73e3f3472" providerId="ADAL" clId="{305AA11C-983F-4858-9A8C-739109440E06}" dt="2025-09-10T03:11:26.245" v="217" actId="20577"/>
        <pc:sldMkLst>
          <pc:docMk/>
          <pc:sldMk cId="2787740987" sldId="482"/>
        </pc:sldMkLst>
        <pc:spChg chg="mod">
          <ac:chgData name="YANG Guomin" userId="dccf0981-1625-43db-a7d9-40d73e3f3472" providerId="ADAL" clId="{305AA11C-983F-4858-9A8C-739109440E06}" dt="2025-09-10T03:11:26.245" v="217" actId="20577"/>
          <ac:spMkLst>
            <pc:docMk/>
            <pc:sldMk cId="2787740987" sldId="482"/>
            <ac:spMk id="2" creationId="{00000000-0000-0000-0000-000000000000}"/>
          </ac:spMkLst>
        </pc:spChg>
      </pc:sldChg>
      <pc:sldChg chg="modSp mod">
        <pc:chgData name="YANG Guomin" userId="dccf0981-1625-43db-a7d9-40d73e3f3472" providerId="ADAL" clId="{305AA11C-983F-4858-9A8C-739109440E06}" dt="2025-09-10T03:11:20.712" v="214" actId="20577"/>
        <pc:sldMkLst>
          <pc:docMk/>
          <pc:sldMk cId="3315067252" sldId="489"/>
        </pc:sldMkLst>
        <pc:spChg chg="mod">
          <ac:chgData name="YANG Guomin" userId="dccf0981-1625-43db-a7d9-40d73e3f3472" providerId="ADAL" clId="{305AA11C-983F-4858-9A8C-739109440E06}" dt="2025-09-10T03:11:20.712" v="214" actId="20577"/>
          <ac:spMkLst>
            <pc:docMk/>
            <pc:sldMk cId="3315067252" sldId="489"/>
            <ac:spMk id="2" creationId="{00000000-0000-0000-0000-000000000000}"/>
          </ac:spMkLst>
        </pc:spChg>
      </pc:sldChg>
      <pc:sldChg chg="modSp modNotesTx">
        <pc:chgData name="YANG Guomin" userId="dccf0981-1625-43db-a7d9-40d73e3f3472" providerId="ADAL" clId="{305AA11C-983F-4858-9A8C-739109440E06}" dt="2025-09-08T03:40:53.422" v="192" actId="20577"/>
        <pc:sldMkLst>
          <pc:docMk/>
          <pc:sldMk cId="1566031504" sldId="521"/>
        </pc:sldMkLst>
        <pc:spChg chg="mod">
          <ac:chgData name="YANG Guomin" userId="dccf0981-1625-43db-a7d9-40d73e3f3472" providerId="ADAL" clId="{305AA11C-983F-4858-9A8C-739109440E06}" dt="2025-09-08T03:40:53.422" v="192" actId="20577"/>
          <ac:spMkLst>
            <pc:docMk/>
            <pc:sldMk cId="1566031504" sldId="521"/>
            <ac:spMk id="45" creationId="{ABBCB804-09FA-4A45-BFC9-3A773A8CFDC8}"/>
          </ac:spMkLst>
        </pc:spChg>
      </pc:sldChg>
      <pc:sldChg chg="modSp mod">
        <pc:chgData name="YANG Guomin" userId="dccf0981-1625-43db-a7d9-40d73e3f3472" providerId="ADAL" clId="{305AA11C-983F-4858-9A8C-739109440E06}" dt="2025-09-08T03:41:10.044" v="206" actId="20577"/>
        <pc:sldMkLst>
          <pc:docMk/>
          <pc:sldMk cId="3589221223" sldId="522"/>
        </pc:sldMkLst>
        <pc:spChg chg="mod">
          <ac:chgData name="YANG Guomin" userId="dccf0981-1625-43db-a7d9-40d73e3f3472" providerId="ADAL" clId="{305AA11C-983F-4858-9A8C-739109440E06}" dt="2025-09-08T03:41:10.044" v="206" actId="20577"/>
          <ac:spMkLst>
            <pc:docMk/>
            <pc:sldMk cId="3589221223" sldId="522"/>
            <ac:spMk id="59" creationId="{A7BD9C8D-E8DE-0549-8E53-CB77660B87A9}"/>
          </ac:spMkLst>
        </pc:spChg>
      </pc:sldChg>
      <pc:sldChg chg="addSp delSp modSp mod addAnim delAnim modAnim">
        <pc:chgData name="YANG Guomin" userId="dccf0981-1625-43db-a7d9-40d73e3f3472" providerId="ADAL" clId="{305AA11C-983F-4858-9A8C-739109440E06}" dt="2025-09-08T03:37:50.520" v="162"/>
        <pc:sldMkLst>
          <pc:docMk/>
          <pc:sldMk cId="2656603268" sldId="525"/>
        </pc:sldMkLst>
        <pc:picChg chg="add del">
          <ac:chgData name="YANG Guomin" userId="dccf0981-1625-43db-a7d9-40d73e3f3472" providerId="ADAL" clId="{305AA11C-983F-4858-9A8C-739109440E06}" dt="2025-09-08T03:31:46.786" v="154" actId="478"/>
          <ac:picMkLst>
            <pc:docMk/>
            <pc:sldMk cId="2656603268" sldId="525"/>
            <ac:picMk id="12"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3"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4"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5"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6"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7"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8"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19" creationId="{D4883013-80E9-BD4D-B21A-9578ACEB80B8}"/>
          </ac:picMkLst>
        </pc:picChg>
        <pc:picChg chg="add del">
          <ac:chgData name="YANG Guomin" userId="dccf0981-1625-43db-a7d9-40d73e3f3472" providerId="ADAL" clId="{305AA11C-983F-4858-9A8C-739109440E06}" dt="2025-09-08T03:31:46.786" v="154" actId="478"/>
          <ac:picMkLst>
            <pc:docMk/>
            <pc:sldMk cId="2656603268" sldId="525"/>
            <ac:picMk id="20" creationId="{00000000-0000-0000-0000-000000000000}"/>
          </ac:picMkLst>
        </pc:picChg>
        <pc:picChg chg="add del">
          <ac:chgData name="YANG Guomin" userId="dccf0981-1625-43db-a7d9-40d73e3f3472" providerId="ADAL" clId="{305AA11C-983F-4858-9A8C-739109440E06}" dt="2025-09-08T03:31:46.786" v="154" actId="478"/>
          <ac:picMkLst>
            <pc:docMk/>
            <pc:sldMk cId="2656603268" sldId="525"/>
            <ac:picMk id="21" creationId="{00000000-0000-0000-0000-000000000000}"/>
          </ac:picMkLst>
        </pc:picChg>
      </pc:sldChg>
    </pc:docChg>
  </pc:docChgLst>
  <pc:docChgLst>
    <pc:chgData name="YANG Guomin" userId="dccf0981-1625-43db-a7d9-40d73e3f3472" providerId="ADAL" clId="{110725CE-DC06-48E1-B814-E29954781E6C}"/>
    <pc:docChg chg="modSld">
      <pc:chgData name="YANG Guomin" userId="dccf0981-1625-43db-a7d9-40d73e3f3472" providerId="ADAL" clId="{110725CE-DC06-48E1-B814-E29954781E6C}" dt="2024-09-10T13:14:32.021" v="19"/>
      <pc:docMkLst>
        <pc:docMk/>
      </pc:docMkLst>
      <pc:sldChg chg="modSp mod modAnim">
        <pc:chgData name="YANG Guomin" userId="dccf0981-1625-43db-a7d9-40d73e3f3472" providerId="ADAL" clId="{110725CE-DC06-48E1-B814-E29954781E6C}" dt="2024-09-10T13:14:32.021" v="19"/>
        <pc:sldMkLst>
          <pc:docMk/>
          <pc:sldMk cId="2776190243" sldId="468"/>
        </pc:sldMkLst>
      </pc:sldChg>
      <pc:sldChg chg="addSp modSp mod">
        <pc:chgData name="YANG Guomin" userId="dccf0981-1625-43db-a7d9-40d73e3f3472" providerId="ADAL" clId="{110725CE-DC06-48E1-B814-E29954781E6C}" dt="2024-09-10T12:59:35.978" v="8" actId="1076"/>
        <pc:sldMkLst>
          <pc:docMk/>
          <pc:sldMk cId="1904459839" sldId="481"/>
        </pc:sldMkLst>
      </pc:sldChg>
      <pc:sldChg chg="modSp mod">
        <pc:chgData name="YANG Guomin" userId="dccf0981-1625-43db-a7d9-40d73e3f3472" providerId="ADAL" clId="{110725CE-DC06-48E1-B814-E29954781E6C}" dt="2024-09-10T12:57:23.960" v="1" actId="20577"/>
        <pc:sldMkLst>
          <pc:docMk/>
          <pc:sldMk cId="3589221223" sldId="522"/>
        </pc:sldMkLst>
      </pc:sldChg>
      <pc:sldChg chg="modSp mod">
        <pc:chgData name="YANG Guomin" userId="dccf0981-1625-43db-a7d9-40d73e3f3472" providerId="ADAL" clId="{110725CE-DC06-48E1-B814-E29954781E6C}" dt="2024-09-10T12:57:07.549" v="0" actId="20577"/>
        <pc:sldMkLst>
          <pc:docMk/>
          <pc:sldMk cId="3023085051" sldId="524"/>
        </pc:sldMkLst>
      </pc:sldChg>
    </pc:docChg>
  </pc:docChgLst>
  <pc:docChgLst>
    <pc:chgData name="YANG Guomin" userId="dccf0981-1625-43db-a7d9-40d73e3f3472" providerId="ADAL" clId="{D0FC2D5C-653A-401A-AC07-DB0131A7C35F}"/>
    <pc:docChg chg="undo custSel addSld modSld sldOrd">
      <pc:chgData name="YANG Guomin" userId="dccf0981-1625-43db-a7d9-40d73e3f3472" providerId="ADAL" clId="{D0FC2D5C-653A-401A-AC07-DB0131A7C35F}" dt="2024-09-13T02:55:39.587" v="296" actId="20577"/>
      <pc:docMkLst>
        <pc:docMk/>
      </pc:docMkLst>
      <pc:sldChg chg="modSp mod">
        <pc:chgData name="YANG Guomin" userId="dccf0981-1625-43db-a7d9-40d73e3f3472" providerId="ADAL" clId="{D0FC2D5C-653A-401A-AC07-DB0131A7C35F}" dt="2024-09-13T02:44:42.658" v="96" actId="207"/>
        <pc:sldMkLst>
          <pc:docMk/>
          <pc:sldMk cId="2511969174" sldId="443"/>
        </pc:sldMkLst>
      </pc:sldChg>
      <pc:sldChg chg="add">
        <pc:chgData name="YANG Guomin" userId="dccf0981-1625-43db-a7d9-40d73e3f3472" providerId="ADAL" clId="{D0FC2D5C-653A-401A-AC07-DB0131A7C35F}" dt="2024-09-13T02:45:36.782" v="97"/>
        <pc:sldMkLst>
          <pc:docMk/>
          <pc:sldMk cId="3646747150" sldId="466"/>
        </pc:sldMkLst>
      </pc:sldChg>
      <pc:sldChg chg="delSp modSp add mod">
        <pc:chgData name="YANG Guomin" userId="dccf0981-1625-43db-a7d9-40d73e3f3472" providerId="ADAL" clId="{D0FC2D5C-653A-401A-AC07-DB0131A7C35F}" dt="2024-09-13T02:46:58.494" v="101" actId="1076"/>
        <pc:sldMkLst>
          <pc:docMk/>
          <pc:sldMk cId="3305619444" sldId="467"/>
        </pc:sldMkLst>
      </pc:sldChg>
      <pc:sldChg chg="add">
        <pc:chgData name="YANG Guomin" userId="dccf0981-1625-43db-a7d9-40d73e3f3472" providerId="ADAL" clId="{D0FC2D5C-653A-401A-AC07-DB0131A7C35F}" dt="2024-09-13T02:45:36.782" v="97"/>
        <pc:sldMkLst>
          <pc:docMk/>
          <pc:sldMk cId="2017209221" sldId="469"/>
        </pc:sldMkLst>
      </pc:sldChg>
      <pc:sldChg chg="addSp modSp add mod">
        <pc:chgData name="YANG Guomin" userId="dccf0981-1625-43db-a7d9-40d73e3f3472" providerId="ADAL" clId="{D0FC2D5C-653A-401A-AC07-DB0131A7C35F}" dt="2024-09-13T02:48:46.328" v="211" actId="13926"/>
        <pc:sldMkLst>
          <pc:docMk/>
          <pc:sldMk cId="3121957545" sldId="470"/>
        </pc:sldMkLst>
      </pc:sldChg>
      <pc:sldChg chg="modSp add mod">
        <pc:chgData name="YANG Guomin" userId="dccf0981-1625-43db-a7d9-40d73e3f3472" providerId="ADAL" clId="{D0FC2D5C-653A-401A-AC07-DB0131A7C35F}" dt="2024-09-13T02:49:23.652" v="261" actId="20577"/>
        <pc:sldMkLst>
          <pc:docMk/>
          <pc:sldMk cId="522809477" sldId="471"/>
        </pc:sldMkLst>
      </pc:sldChg>
      <pc:sldChg chg="addSp modSp mod">
        <pc:chgData name="YANG Guomin" userId="dccf0981-1625-43db-a7d9-40d73e3f3472" providerId="ADAL" clId="{D0FC2D5C-653A-401A-AC07-DB0131A7C35F}" dt="2024-09-13T02:43:54.357" v="94" actId="1076"/>
        <pc:sldMkLst>
          <pc:docMk/>
          <pc:sldMk cId="2236615410" sldId="475"/>
        </pc:sldMkLst>
      </pc:sldChg>
      <pc:sldChg chg="modSp mod ord">
        <pc:chgData name="YANG Guomin" userId="dccf0981-1625-43db-a7d9-40d73e3f3472" providerId="ADAL" clId="{D0FC2D5C-653A-401A-AC07-DB0131A7C35F}" dt="2024-09-13T02:53:37.869" v="267" actId="20577"/>
        <pc:sldMkLst>
          <pc:docMk/>
          <pc:sldMk cId="2787740987" sldId="482"/>
        </pc:sldMkLst>
      </pc:sldChg>
      <pc:sldChg chg="add">
        <pc:chgData name="YANG Guomin" userId="dccf0981-1625-43db-a7d9-40d73e3f3472" providerId="ADAL" clId="{D0FC2D5C-653A-401A-AC07-DB0131A7C35F}" dt="2024-09-13T02:52:54.075" v="262"/>
        <pc:sldMkLst>
          <pc:docMk/>
          <pc:sldMk cId="3315067252" sldId="489"/>
        </pc:sldMkLst>
      </pc:sldChg>
      <pc:sldChg chg="add">
        <pc:chgData name="YANG Guomin" userId="dccf0981-1625-43db-a7d9-40d73e3f3472" providerId="ADAL" clId="{D0FC2D5C-653A-401A-AC07-DB0131A7C35F}" dt="2024-09-13T02:45:36.782" v="97"/>
        <pc:sldMkLst>
          <pc:docMk/>
          <pc:sldMk cId="2656603268" sldId="525"/>
        </pc:sldMkLst>
      </pc:sldChg>
      <pc:sldChg chg="modSp add mod modAnim">
        <pc:chgData name="YANG Guomin" userId="dccf0981-1625-43db-a7d9-40d73e3f3472" providerId="ADAL" clId="{D0FC2D5C-653A-401A-AC07-DB0131A7C35F}" dt="2024-09-13T02:55:39.587" v="296" actId="20577"/>
        <pc:sldMkLst>
          <pc:docMk/>
          <pc:sldMk cId="3151396038" sldId="638"/>
        </pc:sldMkLst>
      </pc:sldChg>
    </pc:docChg>
  </pc:docChgLst>
  <pc:docChgLst>
    <pc:chgData name="YANG Guomin" userId="dccf0981-1625-43db-a7d9-40d73e3f3472" providerId="ADAL" clId="{21B00C38-735A-4629-84FD-EACB385A4135}"/>
    <pc:docChg chg="undo redo custSel addSld delSld modSld sldOrd">
      <pc:chgData name="YANG Guomin" userId="dccf0981-1625-43db-a7d9-40d73e3f3472" providerId="ADAL" clId="{21B00C38-735A-4629-84FD-EACB385A4135}" dt="2023-09-07T03:04:06.700" v="73" actId="478"/>
      <pc:docMkLst>
        <pc:docMk/>
      </pc:docMkLst>
      <pc:sldChg chg="modSp mod">
        <pc:chgData name="YANG Guomin" userId="dccf0981-1625-43db-a7d9-40d73e3f3472" providerId="ADAL" clId="{21B00C38-735A-4629-84FD-EACB385A4135}" dt="2023-09-07T02:50:36.262" v="63" actId="20577"/>
        <pc:sldMkLst>
          <pc:docMk/>
          <pc:sldMk cId="2978575751" sldId="441"/>
        </pc:sldMkLst>
      </pc:sldChg>
      <pc:sldChg chg="modSp mod">
        <pc:chgData name="YANG Guomin" userId="dccf0981-1625-43db-a7d9-40d73e3f3472" providerId="ADAL" clId="{21B00C38-735A-4629-84FD-EACB385A4135}" dt="2023-09-07T02:58:33.883" v="72" actId="20577"/>
        <pc:sldMkLst>
          <pc:docMk/>
          <pc:sldMk cId="2511969174" sldId="443"/>
        </pc:sldMkLst>
      </pc:sldChg>
      <pc:sldChg chg="modSp mod">
        <pc:chgData name="YANG Guomin" userId="dccf0981-1625-43db-a7d9-40d73e3f3472" providerId="ADAL" clId="{21B00C38-735A-4629-84FD-EACB385A4135}" dt="2023-09-07T02:54:55.016" v="66" actId="20577"/>
        <pc:sldMkLst>
          <pc:docMk/>
          <pc:sldMk cId="3371547078" sldId="460"/>
        </pc:sldMkLst>
      </pc:sldChg>
      <pc:sldChg chg="addSp delSp modSp mod">
        <pc:chgData name="YANG Guomin" userId="dccf0981-1625-43db-a7d9-40d73e3f3472" providerId="ADAL" clId="{21B00C38-735A-4629-84FD-EACB385A4135}" dt="2023-09-07T02:49:40.839" v="58" actId="1076"/>
        <pc:sldMkLst>
          <pc:docMk/>
          <pc:sldMk cId="2236615410" sldId="475"/>
        </pc:sldMkLst>
      </pc:sldChg>
      <pc:sldChg chg="modSp del mod">
        <pc:chgData name="YANG Guomin" userId="dccf0981-1625-43db-a7d9-40d73e3f3472" providerId="ADAL" clId="{21B00C38-735A-4629-84FD-EACB385A4135}" dt="2023-09-07T02:31:21.560" v="4" actId="47"/>
        <pc:sldMkLst>
          <pc:docMk/>
          <pc:sldMk cId="2995211682" sldId="484"/>
        </pc:sldMkLst>
      </pc:sldChg>
      <pc:sldChg chg="modSp add mod">
        <pc:chgData name="YANG Guomin" userId="dccf0981-1625-43db-a7d9-40d73e3f3472" providerId="ADAL" clId="{21B00C38-735A-4629-84FD-EACB385A4135}" dt="2023-09-07T02:31:30.036" v="11" actId="20577"/>
        <pc:sldMkLst>
          <pc:docMk/>
          <pc:sldMk cId="1566031504" sldId="521"/>
        </pc:sldMkLst>
      </pc:sldChg>
      <pc:sldChg chg="delSp modSp add mod delAnim">
        <pc:chgData name="YANG Guomin" userId="dccf0981-1625-43db-a7d9-40d73e3f3472" providerId="ADAL" clId="{21B00C38-735A-4629-84FD-EACB385A4135}" dt="2023-09-07T03:04:06.700" v="73" actId="478"/>
        <pc:sldMkLst>
          <pc:docMk/>
          <pc:sldMk cId="3589221223" sldId="522"/>
        </pc:sldMkLst>
      </pc:sldChg>
      <pc:sldChg chg="add ord">
        <pc:chgData name="YANG Guomin" userId="dccf0981-1625-43db-a7d9-40d73e3f3472" providerId="ADAL" clId="{21B00C38-735A-4629-84FD-EACB385A4135}" dt="2023-09-07T02:32:29.710" v="14"/>
        <pc:sldMkLst>
          <pc:docMk/>
          <pc:sldMk cId="2162791789" sldId="523"/>
        </pc:sldMkLst>
      </pc:sldChg>
      <pc:sldChg chg="add ord">
        <pc:chgData name="YANG Guomin" userId="dccf0981-1625-43db-a7d9-40d73e3f3472" providerId="ADAL" clId="{21B00C38-735A-4629-84FD-EACB385A4135}" dt="2023-09-07T02:32:31.745" v="16"/>
        <pc:sldMkLst>
          <pc:docMk/>
          <pc:sldMk cId="3023085051" sldId="5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B673EB9-E5D1-A54E-A9D3-4C892F846E92}" type="datetimeFigureOut">
              <a:rPr lang="en-US" smtClean="0"/>
              <a:t>9/23/25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8AC55CD-2926-6C41-9353-D8934592F8BE}" type="slidenum">
              <a:rPr lang="en-US" smtClean="0"/>
              <a:t>‹#›</a:t>
            </a:fld>
            <a:endParaRPr lang="en-US"/>
          </a:p>
        </p:txBody>
      </p:sp>
    </p:spTree>
    <p:extLst>
      <p:ext uri="{BB962C8B-B14F-4D97-AF65-F5344CB8AC3E}">
        <p14:creationId xmlns:p14="http://schemas.microsoft.com/office/powerpoint/2010/main" val="2368619508"/>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07:09.131"/>
    </inkml:context>
    <inkml:brush xml:id="br0">
      <inkml:brushProperty name="width" value="0.06" units="cm"/>
      <inkml:brushProperty name="height" value="0.06" units="cm"/>
    </inkml:brush>
  </inkml:definitions>
  <inkml:trace contextRef="#ctx0" brushRef="#br0">13 1148 8091,'-7'-1'356,"2"-2"1,5-1 0,6-5 0,4-2-349,3-2 0,6-7 1,4-4-1,5-6-177,3-6 0,7-6 1,9-8-1,5-4-622,5-3 0,-2 3 791,6-2 0,-3 2 0,-2-2 0</inkml:trace>
  <inkml:trace contextRef="#ctx0" brushRef="#br0" timeOffset="982">1025 271 7123,'2'-8'-219,"1"0"0,0 0 1,-3 0 799,0 0 1,-4 3 0,-2 1 0,-3-1-120,-2 1 1,-4 2 0,0-1-184,-2 3 1,-5 0 0,3 1 0,-1 5 0,0 4 20,0 4 0,-1 6 0,0 2 0,3 5-186,1 4 1,4 0-1,4 7 60,2 3 0,4 3 0,4 2 1,1-3-1,5-3-369,2-4 1,4-11 0,4-2 0,1-7-435,3-6 1,1-4-1,1-5 1,1-6-200,1-5 1,0-6 0,-1-6-239,0-4 1,-1-8 1065,-2-3 0,2-5 0,-3-3 0</inkml:trace>
  <inkml:trace contextRef="#ctx0" brushRef="#br0" timeOffset="1349">1192 8 7867,'-5'6'276,"0"0"1,2 2-81,1 2 1,1 5 0,1 1 0,0 6-1,0 6 0,0 0 1,0 6-1,0 2 27,0 2 1,0 0-1,0 0 1,0 1-184,0 0 1,0-1-1,0 0 1,0-3 19,0-3 1,0-6-1,1-3 1,1-7-145,0-4 1,2-7-1,-2-3 1,1-4-206,2-3 1,0-6 0,3-3-1,0-5 126,0-8 0,2-3 0,1-9 0,0-3-90,0-1 1,1 5-1,1 1 1,-2 5 222,1 5 0,-3 5 0,1 11 174,-4 5 0,-3 14 0,-3 10-27,0 4 1,0 5 0,0 1 0,0 2 0,0 3-352,0 0 1,0-3 0,0-2-1,0 0-79,0 1 0,5-8 0,2-2 0,3-7-644,3-3 957,-3-5 0,5-4 0,-3-4 0</inkml:trace>
  <inkml:trace contextRef="#ctx0" brushRef="#br0" timeOffset="1649">1527 239 7867,'-8'0'46,"-1"0"1,-1 0 0,-1 2-36,2 4 1,-1 0 0,0 7-1,0 2 604,0 3 0,2 3 1,3 4-1,2 0-339,2 1 1,1-3-1,1 4 1,2-3-243,2-3 1,5-5 0,1-7 0,1-2-276,3-5 1,0-4 0,1-5 0,0-3-7,-1-6 0,1-4 0,0-6 0,0-2 2,0 0 0,-3 2 0,0-3 0,-1 1 233,1 0 1,-4 3 0,1 2 0,-4 6 141,-3 6 1,-2 6-1,-1 6 1,0 6 13,0 5 1,-1 7 0,-1 2 0,0 2-330,0 1 0,0 0 1,0-1-1,0-1-279,0-1 0,1-3 1,1 1 160,0-2 0,1-3 303,1-4 0,3-3 0,3-7 0</inkml:trace>
  <inkml:trace contextRef="#ctx0" brushRef="#br0" timeOffset="2014">1766 231 7867,'-5'4'527,"2"0"0,3 5 0,0 2-98,0 2 0,0 3 1,0 3-1,-1 3-255,-2 4 1,2 2 0,-2 3-1,3 0-60,0 1 0,0-6 1,0 3-1,0-6 89,0-5 0,0-7-400,0-3 0,0-13 0,3-4 1,2-8-89,3-10 1,-1-2 0,1-7 0,0-1-22,0-2 0,1 5 0,1-3 0,1 0 44,2 3 0,-3 8 1,3 2 291,-2 5 0,0 6 0,-3 7 0,0 5 1,-1 6 63,-2 5 0,-1 9 0,-4 4 0,0 4 33,0 1 1,-1 1 0,-1 3 0,-1 0-57,-2 0 0,0 0 0,-2-1 0,1 1-397,0 0 1,5-9 0,-2-3-589,2-4 1,1-8 0,0-9 913,0-9 0,4-6 0,0-8 0</inkml:trace>
  <inkml:trace contextRef="#ctx0" brushRef="#br0" timeOffset="2348">1997 184 7895,'5'-7'351,"0"1"0,-2 4 6,2 4 0,-3 4 0,1 5 0,0 4-82,0 3 0,-1 4 1,-2-1-1,0 3-128,0 3 0,0-2 1,0 4-1,0-1-42,0 0 1,0-2 0,0 1 0,0-3-25,0 0 0,0-7-317,0-4 0,0-8 0,0-8 1,0-8 5,0-9 0,4-6 0,1-7 1,2-3 37,1 0 1,0 2-1,0-2 1,0 3 148,0 5 0,1 2 1,1 4-1,1 3 340,2 3 1,-3 9-1,3 2 1,-2 4-20,-1 3 0,-4 7 0,-1 7 1,-2 4-131,-1 3 0,-1 2 0,-1 1 0,-1 2-193,-2 3 0,1-4 0,-3 3 0,0-3-740,0 0 1,-1-4 0,3-5-2421,2-1 3205,0-4 0,4-12 0,2-7 0</inkml:trace>
  <inkml:trace contextRef="#ctx0" brushRef="#br0" timeOffset="2631">2339 327 7867,'8'0'0,"1"0"144,1 0 1,-2 0 0,1 0-1,1-1 366,-1-1 0,0-3 0,-1-2 0,-1 0-183,-2-1 0,1 2 0,-3-6 0,-1 1-159,-1-3 0,-2-1 0,-2 0 0,-2-1-129,-2 0 1,-5 3 0,0 3 0,-1 2 148,-1 2 1,1 3 0,-2 4 0,1 1 26,0 4 0,5 7 0,-1 5 0,3 3 182,2 4 1,0 4 0,0 0 0,2 2-214,2 1 0,1 0 1,1-1-1,2-2-471,2-2 0,5-6 0,1-4 0,2-6-838,1-6 0,1-4 0,1-4 1,1-5-69,1-5 0,-1-6 0,2-5 1193,-2-4 0,2-7 0,1-1 0</inkml:trace>
  <inkml:trace contextRef="#ctx0" brushRef="#br0" timeOffset="2797">2666 0 7867,'-3'11'302,"0"0"0,-3-3 0,2 5 0,-1 2 551,3 3 1,0 3 0,0 5 0,-1 2-329,2 3 0,-1 3 1,0 4-1,-1 1-298,2-2 1,-3-3 0,2 3 0,-1-2-1163,-1-1 1,3-7 0,-1-2 0,0-1 934,-1-2 0,-1 0 0,-4 2 0</inkml:trace>
  <inkml:trace contextRef="#ctx0" brushRef="#br0" timeOffset="3364">1120 1084 7867,'0'-13'-538,"0"0"595,0 2 1,0 0 0,-1 3 0,0 0 0,-3 0 393,0 0 1,-2 1 0,-3 1 0,0 1-166,-2 2 0,-2 0 1,2 4-1,1 2 2,-2 2 1,1 3 0,-3 2-263,4 0 0,1 7 0,2-1 1,1 2-79,0 1 0,4-1 1,0 3-1,2 1 0,2 1-33,4 1 0,4-1 0,4-1 0,2-3-18,2 1 1,0-10 0,2 0-60,0-5 1,1-3 0,-2-6 0,1-4 0,-1-8 22,-1-7 0,-5-5 1,-2-5-1,-2 0 84,-1-2 1,-4 1-1,-1 3 1,-2 2 330,-1 2 1,0 9-179,0 5 1,-1 7 0,-1 5 0,-1 5-24,2 4 1,0 5-1,2 0 1,1 3-190,4 3 1,-2-2 0,1 4 0,2-2-578,0-1 0,1-1 0,-1-1 0,0-1 691,1-2 0,-6-2 0,13-3 0,-7 0 0</inkml:trace>
  <inkml:trace contextRef="#ctx0" brushRef="#br0" timeOffset="3715">1367 972 7867,'3'12'373,"0"1"1,-2 3 141,0 3 0,2 1 1,-1 4-1,1 1-352,1 1 1,-3-1-1,4 1 1,-2-3-13,-1-2 1,2-6 0,-1-1 0,1-3-241,-1-4 0,1-5 1,-2 0-1,0-4-49,0-6 1,2-4-1,-1-5 1,2-2-17,1-5 0,-2-1 0,2-3 0,0-1 6,1-2 0,1 3 0,0-3 188,0 3 0,0 2 0,1 5 0,0 3 0,2 5 78,-1 5 0,-2 5 0,0 7 30,-3 7 0,1 4 1,-2 10-1,-1 2 1,1 2-139,-3 2 0,0-2 1,-1 0-1,1-1-14,2 0 1,-2-6 0,2-1 0,0-6-1126,0-5 1,3-4 0,-1-5-545,2-2 1673,1-7 0,0-8 0,0-5 0</inkml:trace>
  <inkml:trace contextRef="#ctx0" brushRef="#br0" timeOffset="4030">1726 829 7735,'8'-4'149,"-1"2"1,-1 4 288,-1 3 0,1 6 0,2 6 0,-1 6-24,1 5 0,1 4 1,0 1-1,0 1-29,-2-1 1,-1-8 0,1 1 0,-1-5-356,-4-3 0,-1-5-203,-1-2 0,-1-6 0,-1-2-141,-4-2 0,-4-2 0,-4-1 1,-1-2 103,-1 0 1,1 2-1,-1-1 1,0 3 167,0 0 1,3 0 0,3 4 0,1 4 37,1 4 0,3 4 0,4 2 283,2 1 1,4 2-1,4-3 1,1-1 0,4-3-36,1-3 1,1-3-1,0-3 1,0-2-402,3-2 0,-4-8 0,3-5 0,-1-4-729,0-2 0,-3-5 1,-2 1 885,-3-1 0,4-7 0,-4 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07:30.589"/>
    </inkml:context>
    <inkml:brush xml:id="br0">
      <inkml:brushProperty name="width" value="0.06" units="cm"/>
      <inkml:brushProperty name="height" value="0.06" units="cm"/>
    </inkml:brush>
  </inkml:definitions>
  <inkml:trace contextRef="#ctx0" brushRef="#br0">141 73 7867,'-16'0'298,"1"0"1,1 0 0,0 1-1,1 1 36,1 2 1,2 3 0,1 1 0,1 4-231,2 2 1,4 0 0,1 3 0,2-1 45,4 0 1,3-1-1,3-1 1,1-2-316,1-1 1,0-3 0,-1 2 0,1-1 47,0-1 1,0-1-1,-1 0 1,-1-1-218,0 1 0,-5 0 258,0 1 1,-4 2 0,0 1 0,-4 0 0,-5-1 306,-3 0 1,-4 2 0,-1-2 0,-1 0 275,-1-1 0,2-3 0,-4-1 1,3-1-867,1-1 0,3-1 0,1-3 1,3-1-261,3-2 1,2-5 0,3-4 618,0-1 0,6-4 0,1 2 0</inkml:trace>
  <inkml:trace contextRef="#ctx0" brushRef="#br0" timeOffset="216">308 105 7841,'0'17'414,"0"-2"1,0 0 0,0 0 0,0 4-117,0 1 0,0-1 0,0 4 1,0 3-446,0 3 1,2 0-1,1 4 1,0 1 161,0-1 1,1-3 0,-1-4-1,1-4-197,1-5 1,-2-5 0,1-5-1357,1-2 0,-2-3 1538,-1-4 0,-1-4 0,-1-4 0</inkml:trace>
  <inkml:trace contextRef="#ctx0" brushRef="#br0" timeOffset="450">295 131 7841,'7'-10'-99,"-3"0"1,0 2-1,1 0-13,1 0 1,1 1-1,1 3 1,0 1 151,0 0 1,-1 3 0,0 0-1,0 5 635,2 2 1,-4 4 0,0 3 0,-1 1-386,-3 0 0,0 1 0,-1 0 0,0 1-235,0-2 1,-3 0-1,-1 0 1,-2 0-309,0-2 0,-1-2 0,1-1 0,-1-1-260,-2-1 1,2-2-1,-1-1-499,0-3 1012,2-2 0,0-2 0,-1-2 0</inkml:trace>
  <inkml:trace contextRef="#ctx0" brushRef="#br0" timeOffset="817">533 253 7806,'6'0'387,"0"2"1,1-1-227,-1-1 1,1-3-1,-1-4 1,1 0-44,-1-1 0,-2 0 0,-2-3 0,1 0-36,-1-1 1,0 0 0,-3 1 0,-1-1 45,-2 0 0,-3 4 1,-1-1-1,-2 3 137,0 1 0,-2 3 1,2 2-1,-1 0-57,0 2 1,3 5 0,0 4 0,1 1-70,0 1 0,2 2 1,0 2-1,3 0 21,1 0 1,1 1 0,1 2-1,1 2-430,3-2 0,3-2 0,2-1-433,0-2 1,2 0-1,-1-3 1,1-2-114,1-3 0,1-4 0,0-6 0,-2-4 816,0-3 0,0-5 0,-2-1 0,-1-3 0</inkml:trace>
  <inkml:trace contextRef="#ctx0" brushRef="#br0" timeOffset="1050">738 227 8145,'7'-1'0,"1"-1"0,0-2 365,0-2 0,-3 0 1,-3-1-1,-2 1-73,0 0 1,0-1-1,-2 1 1,-3-1 59,0 1 1,-3 0 0,0 0 0,-3 1-93,-1 1 0,1 2 0,-1 0 1,0 2-43,1 2 0,0 5 0,0 3 0,3 3-99,1 2 1,1 4-1,2 4 1,2 1-257,1 2 1,4-3 0,3 4 0,3-1-274,1-2 0,1-3 0,3-6 0,2-3-371,0-4 1,1-6 0,2-3 0,-1-5 74,-1-6 1,-2-7-1,1-4 706,-3-2 0,4-1 0,-3 1 0</inkml:trace>
  <inkml:trace contextRef="#ctx0" brushRef="#br0" timeOffset="1350">898 67 8615,'-3'6'0,"1"1"537,1-1 0,1 4 0,0 2 0,0 3-165,0 1 0,1 4 0,0 1 1,2 0-74,0 1 0,0-2 1,0 1-1,0-2-47,-2-2 1,0-6 0,-1 0-672,0-3 0,0-4 1,-1 0-1,-1-2 212,-5 0 1,1-2 0,-3-2 0,1 0-97,0 1 0,0 0 0,-2 1 331,1 0 0,2 1 1,4 1-1,0 3 1,1 3 97,2 2 1,3 3 0,4-1 0,3 1 87,2 0 0,1-3 1,-1-2-1,1-3-134,0-3 0,0-1 0,0-3-267,0-2 0,-3-6 1,-2-7-1,-1-2 0,-1-2-1766,-2 0 0,-1-1 1953,-3 0 0,0 2 0,0-2 0</inkml:trace>
  <inkml:trace contextRef="#ctx0" brushRef="#br0" timeOffset="2033">1232 201 7806,'-7'3'199,"1"-1"129,0 2 0,2-2 26,2 2 0,2 1 1,2 0-1,3 0-80,3-3 1,0-2-1,2 0 1,2 0-179,0 0 1,1-2-1,-1-3 1,-1-1 12,0-3 0,-3 0 0,2-2 1,-2 0-268,-3 0 1,-3-1 0,1-1 0,-3 3 88,-3 1 0,-3 2 0,-5 1 0,-1 2 201,-1 2 0,-2 2 1,0 3-1,0 3 87,0 4 0,3 3 1,0 2-1,2 3-77,2 2 1,2 1 0,2 3 0,2 1-45,4 2 1,1 0 0,4 1-1,2-3-468,2-2 1,1-8-1,1 0 1,2-4-289,0-4 1,0-4 0,-1-5-1,1-6-54,0-6 0,-1-5 0,0-4 0,1-3 712,-1-3 0,-1 1 0,-1-4 0,0 4 0,3-4 0</inkml:trace>
  <inkml:trace contextRef="#ctx0" brushRef="#br0" timeOffset="2367">1495 3 7806,'0'-3'408,"0"6"0,2 5 1,0 6-1,0 3 1,0 3-30,0 3 1,3-1 0,-3 5 0,-1 1-431,0 1 1,-1-2 0,0 0 0,0-2-394,0-2 0,0-3 0,-1 0 0,-1-5-174,-2-1 0,-2-4 0,0-2 1,-1-3 617,-2-3 0,0-5 0,-3-4 0,2-3 0,-2-2 0,2-1 0,1-1 0,1-1 0,3 0 0,2 4 0,-1 1 0,1 1 353,2 1 1,0 1 0,2 0 404,1-2 0,-1 4 0,4-1 0,0 0-390,0 0 1,3 0-1,-1 0 1,3 1-1,0 1 0,-1 2 0,2-2-681,1 1 0,3 1 1,-2 2-1,1 0 1,1 0-487,0 0 0,1 0 1,-2 0-1,2 0 188,0 0 1,-1-3-1,1 0 1,-1-2 610,-1 1 0,-2 0 0,3-2 0,-1-1 0,-1-2 0,-1-1 0</inkml:trace>
  <inkml:trace contextRef="#ctx0" brushRef="#br0" timeOffset="2633">1758 73 7806,'-7'-3'-29,"1"3"378,-1-3 0,1 3 0,-1 0 0,-2 0 0,-1 0 0,0 0 293,-1 0 0,0 3 0,-1 3 0,1 3-249,0 1 1,3 0 0,-2 4-1,0 0-134,3 1 1,2 1 0,1 0 0,1 2-511,2 0 1,1-1-1,2 1 1,2-1-483,2-2 1,1-4 0,1 2 0,2-4 51,2-2 1,-1-4 0,5-3 0,0-4 167,1-4 0,0-3 0,1-3 0,0-2 508,0 0 0,-1 2 0,0-1 0,-2 1 69,-1 1 1,-4 3 0,-2 2 1867,-1 1-1563,-3 3 0,-3 2 0,-4 4 0,-1 2-256,-1 2 1,2-2-114,-2 1 0,4-1 0,-2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09:42.197"/>
    </inkml:context>
    <inkml:brush xml:id="br0">
      <inkml:brushProperty name="width" value="0.06" units="cm"/>
      <inkml:brushProperty name="height" value="0.06" units="cm"/>
    </inkml:brush>
  </inkml:definitions>
  <inkml:trace contextRef="#ctx0" brushRef="#br0">78 6 7806,'-5'-5'1199,"3"6"1,-3 10 0,0 11 0,-1 12-720,-1 12 1,1 12 0,0 18 0,0 10 4,0 10 1,2-5 0,3 6 0,-1-2-433,-1-7 1,-1-18 0,3-3 0,-1-8-1044,-1-7 1,0-14 0,3-3-111,0-8 0,0-13 0,0-19 1100,0-10 0,0-16 0,0-8 0</inkml:trace>
  <inkml:trace contextRef="#ctx0" brushRef="#br0" timeOffset="417">20 73 7885,'4'-5'79,"-2"1"1,4 3 0,-1-2 268,0 0 1,2-3 0,2 3 0,2-1 32,2 0 0,-1 3 0,4-2 0,2 3 28,3 3 1,2 3 0,4 8 0,4 6 22,3 4 0,1 5 1,3 4-1,0 6-310,-3 5 1,-3-3-1,-6 2 1,-6 2-103,-6 0 1,-5 1 0,-11 1 0,-2-1 34,-5-1 0,-10-5 0,-7 1 0,-6-5-121,-7-4 1,-1-9 0,-6-5 0,0-3 169,3-3 0,1-6 1,4-3 311,2-2 1,0-2 0,14-1-1,6-2 23,6-2 1,8 4-1,8 0 1,8 5-78,6 7 0,6 1 1,5 5-229,1 1 0,8 1 0,-2 1 0,2 0 0,0 1-215,2-1 0,-5 0 1,3-1-1,-3-1-1680,-3-1 0,-3-3 0,-4 1 0,0-3-2991,-1-6 4752,-5-3 0,3-6 0,-5-1 0</inkml:trace>
  <inkml:trace contextRef="#ctx0" brushRef="#br0" timeOffset="716">953 246 8400,'-23'4'0,"-4"1"1045,-4 4 1,-1-1 0,-5 7-1,0 1-355,1 2 0,10 2 0,4 7 1,6 4 254,8 2 0,6 5 0,6 5 0,8 4-681,9 2 1,2-4-1,9 3 1,1-3-376,0-6 0,0-8 0,-5 0 1,-1 0-160,-2-1 0,-8 1 0,-2 0 0,-6 2-4,-6 1 0,-4-5 0,-5 2 0,-7 0-221,-4-1 1,-7-7 0,0-5-1,-3-3 92,-2-3 0,6-6 0,-5-4 403,3-4 0,3-12 0,3-6 0</inkml:trace>
  <inkml:trace contextRef="#ctx0" brushRef="#br0" timeOffset="1251">1357 1112 7798,'-15'0'543,"0"0"1,4-1-1,1-4 25,1-8 0,2-7 1,-2-13-1,3-7-178,3-7 1,1-8 0,4-9 0,1-6-237,3-5 1,7 0 0,3 1-137,2 3 1,1-3 0,2 12 0,0 5 148,2 6 1,-1 5 0,-2 13-1,1 11-46,-2 8 1,1 9 0,-6 16-1,0 13 144,0 11 0,3 16 1,-2 10-1,1 5 1,0 8-233,1 9 0,-5-3 0,-1 9 0,-2-1-10,-1-6 0,-5-6 0,0-8 1,-2-8-802,-1-5 0,0-13 778,0-4 0,-4-4 0,-1-9 0</inkml:trace>
  <inkml:trace contextRef="#ctx0" brushRef="#br0" timeOffset="1398">1319 766 7834,'-13'-13'503,"0"0"1,4 4-1,8 3 1,7 2 941,6 2 0,8 0 0,4 0 1,6-3-875,3 0 0,8-2 1,6-6-1,5-4-991,5-5 0,3-2 0,7-6 420,1-2 0,3-7 0,2-5 0</inkml:trace>
  <inkml:trace contextRef="#ctx0" brushRef="#br0" timeOffset="1933">2819 381 7784,'0'-11'0,"-1"0"0,-2-3 246,-3-1 1,-3 2-1,-2-3 1,-3-1 618,-5-1 0,-2 3 0,-7 3 0,-4 4-230,-4 5 0,-1 8 0,-3 4 0,2 8-49,3 8 1,7 3-1,0 9-318,4 3 0,4 8 0,6 2 0,4 4 0,3 7-94,1 5 1,3-3-1,7 3 1,6-4-932,5-7 0,7-9 1,4 0-1,3-4-715,3-4 1,0-14 0,5-4-1211,3-7 2682,9-5 0,-8-13 0,6 0 0</inkml:trace>
  <inkml:trace contextRef="#ctx0" brushRef="#br0" timeOffset="2233">3012 410 7800,'-31'14'0,"0"4"810,0 7 0,6 2 0,-2 12 0,5 4-314,4 3 1,6 2-1,1-2 1,5-4 168,2-3 0,3-15 0,6-2 0,7-6-624,5-4 0,0-2 0,5-1 1,1-3-310,2-2 1,-2-9 0,6-4 0,-1-7-108,-1-6 1,-1-6 0,-1-9 0,-2-10-5,-2-8 0,0-1 0,-2-6 1,0 2 530,0 3 1,-7 13 0,-3 6 780,-4 9 1,-2 22 0,-3 21-525,0 11 1,0 16 0,0 8 0,0 3-1,0 5-338,0 3 1,0-5-1,1 1 1,3-6-169,2-6 0,3-6 0,0-7 1,1-6-5119,-1-7 5215,1-11 0,4 1 0,1-8 0</inkml:trace>
  <inkml:trace contextRef="#ctx0" brushRef="#br0" timeOffset="2583">3416 333 7783,'-1'19'256,"-1"1"0,-3 1 699,0 5 1,3-2 0,-1 10 0,1 5 1,2 2 0,5 5 0,0 5 0,2 1-611,-1 2 1,-1-7 0,3 0-1,-2-1-75,2 1 1,-3-11-1,0 3 1,1-2-93,-1-5 0,-2-5-517,4-5 1,-2-13 0,1-12 0,-1-14-194,-1-12 0,-3-6 0,2-14 230,-2-3 1,3-9-1,-1 1 1,0-2-1,1-3 6,3-1 1,-2 8 0,1-5 0,2 6 346,0 6 0,5 14 1,0 11-1,-1 10 204,-2 9 1,0 15 0,-1 8 0,-2 8 36,0 7 1,-2 5 0,1 5 0,-1 5-274,-1 4 0,-3-3 0,2 4 0,-2-2-634,-1-3 0,3-2 0,1-8 1,-1-3-2239,1-4 2852,1-11 0,5 0 0,0-8 0</inkml:trace>
  <inkml:trace contextRef="#ctx0" brushRef="#br0" timeOffset="2932">3877 372 8530,'-4'13'1342,"2"0"0,-3 5 1,0 3-651,3-1 0,1 6 0,2 3 0,1 6-113,2 5 1,3 5-1,0 4 1,0 1-252,-1-3 0,3-5 1,-4 1-1,2-2-235,-1-4 0,-4-8 0,1-2 0,-1-6-421,-2-6 0,1-7 1,1-7-1,1-8 75,-1-9 0,0-8 0,0-12 1,3-6-49,0-8 0,1-2 1,3-7-1,0-5-270,0-3 1,-1 7 0,4-1 636,-1 7 0,2 4 1,1 16-1,1 10 0,1 6 447,-1 11 0,-1 7 1,-6 9-1,0 9-68,-2 7 0,-4 7 0,2 9 1,-3 4-221,-1 5 1,0-1-1,0 11 1,0 0-919,0-1 0,0-10 0,1-5 1,3-4-962,6-4 0,0-15 1,6-3-1,1-10 1654,2-11 0,4-11 0,2-11 0</inkml:trace>
  <inkml:trace contextRef="#ctx0" brushRef="#br0" timeOffset="3199">4532 275 7758,'-17'16'1014,"-3"7"0,2 5 0,-6 12 0,-1 10 732,0 11 0,5 1 1,1 15-1,6 1-868,5-2 1,4-15-1,6-6 1,6-8-605,8-8 0,3-11 0,7-7 0,0-9-162,2-8 1,2-12 0,0-8-1,0-9-524,-2-6 0,-9-5 0,-1-8 1,-4-6-504,-5-6 1,-4 0-1,-5-5 1,-1 2 484,-2 2 1,-3 10 0,-4-5 0,-2 4 91,-1 5 0,-5 14 0,1 8 0,-2 5-977,0 4 0,3 1-292,0 2 1,8 3-1,9 2-242,7 0 1849,6 3 0,6-8 0,-1 4 0</inkml:trace>
  <inkml:trace contextRef="#ctx0" brushRef="#br0" timeOffset="3348">4868 54 8537,'6'17'969,"-3"2"1,-1 3 0,0 8 0,1 2-306,-1 3 0,1-1 1,-1 2-1,1 1 279,-1 4 0,-1 3 0,-1 7 0,0 2-868,0 4 1,0-5 0,1 4 0,1-5-1288,2-4 0,-1-10 0,-3-2 0,-1-8-1221,-2-4 2433,1-11 0,-10 0 0,1-6 0</inkml:trace>
  <inkml:trace contextRef="#ctx0" brushRef="#br0" timeOffset="3481">4666 650 8593,'0'-9'875,"0"-1"1,1 1 0,3-2 32,2-2 0,8 1 1,5-3-1,7 0-244,5 0 0,7-1 0,6-3 0,2-1-1106,2-3 1,-3 3 0,3-2 0,-5 0 441,-4 0 0,-4 2 0,-2-4 0</inkml:trace>
  <inkml:trace contextRef="#ctx0" brushRef="#br0" timeOffset="4082">5465 112 7713,'0'-10'567,"0"-3"0,0 0 104,0 2 0,0 5 1,1 7-401,2 8 1,-1 9 0,3 8 0,1 3 265,-1 3 1,-2 3 0,3 6 0,-2 1-252,-2 2 0,-1 2 0,-1 4-206,0 2 0,-4 5 0,-2-1 0,-3-5 0,-1-5 253,1-8 0,2-16-677,1 1 0,8-15 0,2-5 0,8-8-22,7-7 0,3-3 0,5-4 0,4-1 162,3-3 0,2 3 0,5-1 1,1 4 2,2 4 1,-6 6 0,-2 6 445,-5 7 1,-2 5-1,-10 13 1,-5 5 339,-6 5 1,-9 3 0,-8 2 0,-6-2-26,-3-2 0,-5 1 0,-1-6 1,-3-5-1,-3-2-327,0-5 0,-1-2 0,1-1 0,0-5-796,2-6 0,6-4 0,1-3 0,3-5-2328,6-4 0,5 0 2891,4-8 0,2-1 0,1-8 0</inkml:trace>
  <inkml:trace contextRef="#ctx0" brushRef="#br0" timeOffset="4331">6052 641 8052,'27'3'0,"0"2"623,-1 4 0,-1-5 0,4 5 0,0-4-74,0-3 1,-3-2 0,-3-4 0,-2-5 86,-2-2 1,-8-5 0,-1 3 0,-6 0-322,-3-1 1,-6 0 0,-6-3-1,-7 2-186,-6 1 0,-10 6 1,-2 4-1,-3 6-154,-2 4 1,2 10-1,-2 13 1,2 6 319,5 6 1,8 0-1,0 6 1,5 4-27,10 1 0,6-8 1,13-1-197,8-5 1,12-4 0,10-10 0,6-7 0,5-7-1109,6-5 1,-2-8 0,9-9 0,2-7-4616,0-5 5650,-3 3 0,6-11 0,-4 2 0</inkml:trace>
  <inkml:trace contextRef="#ctx0" brushRef="#br0" timeOffset="5098">1319 1738 7887,'-5'-6'302,"-1"3"1,1-1 58,-2 0 0,2 3 1,-2 8-1,4 7-76,2 6 0,5 10 0,4 10 0,4 8 235,4 8 0,4 8 0,3 7-430,3-1 1,4 5 0,-4-12 0,0-7 0,1-12-173,-1-14 1,-4-16-1,4-9 1,0-7-123,-2-8 0,0-10 0,-5-12 0,0-12-16,0-12 0,-4-5 0,-2-10 0,-2-1 214,-2 0 0,2 12 0,0-2 162,-2 9 1,3 15-1,-6 18 1,-1 17 410,-2 19 1,-1 13 0,0 12-1,3 3-342,0 3 0,-2 1 0,3 7 0,-1 3 67,0 1 1,2-9 0,2 2-1185,1-8 1,3-1 0,1-12-1,0-5 892,-1-9 0,9 1 0,-2-7 0</inkml:trace>
  <inkml:trace contextRef="#ctx0" brushRef="#br0" timeOffset="5348">2184 1776 7934,'-9'-6'117,"-1"-1"0,1 5 0,-1-1 0,0 2 739,1 1 0,3 7 1,3 5-1,2 5-162,1 7 1,8 8-1,2 6 1,5 8-367,5 8 0,1-2 0,3 7 0,0-2-119,-3-1 0,0-5 0,-4-3 1,-3-6-93,-5-7 1,-6-6-1,0 3 1,-7-3-77,-5-3 0,-5-3 0,-5-4 0,-1-3-631,1-4 1,0-1 0,0-2 0,0-3-881,3-3 1,1-7 0,5-6 1469,0-5 0,-2-7 0,7-3 0</inkml:trace>
  <inkml:trace contextRef="#ctx0" brushRef="#br0" timeOffset="5598">2511 2113 8307,'20'-18'0,"-1"-1"315,0 0 0,-6 1 0,-2-7 0,-3 2 213,-3 1 0,-3-1 0,-2 2 1,-2 0-80,-5 1 0,-4 7 1,-8-3-1,0 4 49,0 3 1,-2 3 0,0 4-1,-1 5 41,0 7 1,5 8-1,2 9 1,1 5-364,2 6 0,6 10 0,3 7 0,2 5-205,1 4 1,4-5 0,4-2 0,3-5-342,5-5 1,8-9 0,3-11 0,2-10-1402,2-9 0,-2-13 0,6-8 1,-1-14-843,0-13 2613,-7-4 0,9-25 0,-6 0 0</inkml:trace>
  <inkml:trace contextRef="#ctx0" brushRef="#br0" timeOffset="5865">2839 1709 7934,'0'-38'-1334,"0"13"1741,0-1 1,0 14 0,0 13 0,1 10-1,1 11 1,2 14 827,1 10 1,-1 0 0,2 4 0,1 0-596,2-1 0,1 1 0,-1 0 0,1-1-455,-1-2 1,0-8 0,-1-1 0,-3-5-491,-1-6 0,-1-11 1,-5-1-111,-4-7 1,-2-4 0,-8-4 0,-1 0-107,-1 0 1,-6 0 0,1 2 0,-1 0 448,2 1 0,8 4 0,-2 0 0,5 2 9,5 4 1,2-2-1,4 3 1,2-1 665,4-1 0,2 1 0,8-3 1,2-2-346,3-1 1,1-3-1,2-5 1,1-2-637,-1-4 0,-1-6 0,1-7 0,0-5-669,-3-6 0,-4-1 0,-2-5 1047,-1 1 0,3-8 0,-2 5 0</inkml:trace>
  <inkml:trace contextRef="#ctx0" brushRef="#br0" timeOffset="6315">3810 1459 10559,'1'15'743,"2"4"1,-2 15 0,4 14-495,-1 11 1,-2 20 0,4 6 0,-2 1-1,-1-1-457,1-3 1,-3-12-1,3 0 1,-3-8-378,-1-10 0,0-19 0,0-6-1018,0-7 0,-5-5 1603,-1-8 0,-3 1 0,0-2 0</inkml:trace>
  <inkml:trace contextRef="#ctx0" brushRef="#br0" timeOffset="6631">3704 2122 7851,'0'-14'0,"0"-1"0,0 0 0,1 1 0,3 2 0,3-1 726,5 1 0,1 5 1,5 0-1,4 1-604,5 1 0,1-4 0,6 4 1,0-2-722,0 1 1,0-5-1,2-5 1,1-2-6,0-1 0,-9-1 0,-1 2 1,-4 2 489,-5 3 1,-7 5 342,-5 5 0,-10 8 0,-12 11 1,-1 3 476,0 4 0,-1 2 0,3 6 0,0 4 193,3 2 1,2-4 0,4 6 0,2-2-386,3 0 0,3-6 0,5-3 0,6-5-438,4-8 0,11-7 1,3-13-171,2-8 0,3-7 0,-4-13 1,-2-6-1,-3-6-219,-5-5 0,-10 7 0,-6 0 0,-6 5-70,-6 5 0,-6 6 0,-10 6 1,-4 4-18,-2 4 1,-1 5-1,1 3 1,-1 0-552,0-1 1,7 3 0,3-3 950,1-2 0,4 0 0,0-2 0</inkml:trace>
  <inkml:trace contextRef="#ctx0" brushRef="#br0" timeOffset="6846">5253 2142 7862,'-19'-20'0</inkml:trace>
  <inkml:trace contextRef="#ctx0" brushRef="#br0" timeOffset="7181">5032 1959 7889,'3'6'783,"1"0"0,3-2-492,3-2 1,1 2-1,6-1 1,2-2 116,3-3 1,5-7 0,-3-7-1,2-2-100,-1-2 0,-6-3 0,-2-3 0,-6-3-89,-5-3 1,-5 1 0,-6-3-1,-8 1-20,-9 2 1,-5 8 0,-4 5-1,-3 4 49,0 6 0,2 8 0,-1 10 1,2 10 49,3 8 0,5 9 1,0 8-1,4 3-142,4 3 1,10 2 0,-2 5 0,7 7-417,7 2 0,4-10 1,11-1-313,0-7 0,8-3 0,-1-15 1,1-5-1,1-9-1139,1-9 1,-1-12 0,3-5 1268,-1-6 0,3-15 0,-4-8 442,-1-6 0,-6-7 0,-1-6 0</inkml:trace>
  <inkml:trace contextRef="#ctx0" brushRef="#br0" timeOffset="7530">5474 1670 7889,'-6'16'0,"1"0"0,-1 3 0,1 6 0,2-1 0,-3 7 0,2 2 1293,2 3 1,-2 1-1,0 6 1,1 0-594,-1 1 0,3-3 0,-3 12 0,0 1-381,1 1 1,-1-10 0,2-4-1,-1-3 32,0-5 0,2-13-437,1 0 0,1-17 0,3-11 0,2-10-192,3-10 1,-2-7-1,2-9 1,2-7-101,3-8 0,2 0 1,3-7-1,-1 3 58,1 4 1,-4 11-1,6-3 1,1 5 343,-2 6 1,-3 19 0,-2 6 0,-1 10 252,-2 9 0,-6 7 0,-3 11-28,-2 4 0,-1 6 0,0 3 0,-1 2 1,-1 3-428,-1 2 0,0-6 0,2 1 0,-1-1-673,-2-2 1,2-3 0,5-1 0,5-7 204,4-7 0,4-8 0,5-7 646,2-6 0,3-10 0,-1-10 0</inkml:trace>
  <inkml:trace contextRef="#ctx0" brushRef="#br0" timeOffset="7712">6042 1622 7889,'-14'-14'411,"2"7"0,-4-2 198,-1 4 0,-4 6 0,-2 7 0,2 7 1,1 9 701,0 6 1,1 9-1,1 7 1,2 5-518,3 2 1,4-5-1,2 7 1,4-4-651,2 0 0,5-7 0,4 2 0,3-1-883,5-3 0,-1-8 0,1-5 0,3-5-684,2-7 1,-1-8 0,4-8 0,-2-6 1422,1-8 0,3-13 0,-1-4 0</inkml:trace>
  <inkml:trace contextRef="#ctx0" brushRef="#br0" timeOffset="7980">6205 1689 8307,'6'10'924,"-3"0"0,-2 4-1,-2 3 1,-1 5-185,-1 7 1,-5 2-1,2 6 1,-3 4-449,0 2 0,-1 6 0,-1 4 1,0 3-103,-2 2 0,0-7 1,3 2-1,1-5 181,-1-3 0,4-11 0,0-5 0,2-6 349,2-8 1,1-10-469,1-8 0,4-7 0,4-10 0,2-3-89,3-6 0,4-7 1,-1-7-1,3-7-463,4-2 1,-2-2-1,4-2 1,-1 3-959,1 1 0,-3 11 0,3-1 0,0 7-214,-1 1 1,-5 12 0,3 1 0,-2 6 1472,-3 6 0,2-1 0,-4 5 0</inkml:trace>
  <inkml:trace contextRef="#ctx0" brushRef="#br0" timeOffset="8280">6504 1988 7865,'0'18'195,"0"-3"0,0 4 0,0-5 947,0-3 1,1-6 0,2-2-1,3-2-844,3-1 0,1-5 0,0-5 1,2-5-1146,1-3 0,1-1 1,-1-1-1,3-3-147,2-3 1,-2 2 0,-1-1 0,0 0 993,0-3 0,-3 4 0,3-3 0,-1 1 0,-2 1 0,-1 4 0,-3 0 0,0 5 5,-2 6 0,-4 7 1,1 9 865,-6 7 0,-2 8 0,-4 5 1,2 4 121,1 5 1,-1 2 0,-2 6 0,0 2-20,3 2 1,-3-2 0,4 8-1,-2 3-1113,1 5 1,4-3-1,-1 3 1,1-9-320,2-7 0,0-15 0,0-2 0,2-10-808,1-8 1,5-14 0,5-11 0,-1-9 1265,-1-12 0,2-5 0,2-7 0</inkml:trace>
  <inkml:trace contextRef="#ctx0" brushRef="#br0" timeOffset="8631">6917 1738 7842,'0'-5'-3,"0"5"1,0 7 1490,0 4 0,0 7 1,0 6-1,0 7-550,0 5 1,0 3-1,0 8 1,0 4-697,0 5 1,0-2 0,0 8 0,-1 1-208,-2-2 1,1-12-1,-3-7 1,-1-5-860,1-8 1,2-6-1,-3-6-620,2-10 1,0-11 0,2-13 0,-3-5 930,0-7 1,0-3 0,-3-8-1,2-6 279,-2-5 0,4-3 1,1-6-1,2 1 77,1 2 0,1 10 0,2-6 1,5 1 364,3 3 0,5 6 1,7 4-1,2 1 444,3 5 0,1 7 0,0 5 0,-1 7 430,-3 8 1,-1 5-1,-6 4 1,-2 5-223,-3 3 0,-3 5 1,-4 7-1,-3 2-562,-2 3 0,-1 5 1,0 1-1,-1-1-674,-2-1 1,1-4 0,-5 4 0,1-4-1830,1-2 0,-3-7-1013,5-6 3218,0-11 0,7-11 0,1-12 0</inkml:trace>
  <inkml:trace contextRef="#ctx0" brushRef="#br0" timeOffset="8807">7312 1487 8228,'9'1'724,"1"3"1,-1 3-1,-3 8 1,-2 6-78,0 6 1,-2 6 0,1 11 0,-2 5-27,-1 4 1,-3-2 0,-2 2-1,0-1-1117,-2-5 0,1-2 1,0-7-1,-2 1-989,0-2 1,-2-10-1,-1 3 1485,-1-8 0,-3 0 0,-5-7 0</inkml:trace>
  <inkml:trace contextRef="#ctx0" brushRef="#br0" timeOffset="8946">7235 1988 7814,'9'-5'470,"2"0"0,2-5 1,3 1 373,2-1 1,7 1 0,2-2 0,6-2-473,1-3 1,-2 1 0,2-1-1,-1-1-655,-2-1 0,-5-2 0,-4 0 0,-2-1 283,-4-2 0,-3-8 0,-3 1 0</inkml:trace>
  <inkml:trace contextRef="#ctx0" brushRef="#br0" timeOffset="11540">588 2854 8004,'-1'-16'85,"-2"1"1,-3 1 0,1 2 0,1 2 844,-1 4 0,4 3 1,-2 7-405,2 6 1,1 8 0,0 8-1,0 7-251,0 5 1,0 7 0,0 7 0,0 6-80,0 4 1,-1-2 0,-1 7 0,-1-2-477,0-3 1,2-10 0,1-1 0,1-5-1029,3-6 1,2-19-1,7-6 1308,3-8 0,6-12 0,3-6 0</inkml:trace>
  <inkml:trace contextRef="#ctx0" brushRef="#br0" timeOffset="11846">992 2950 8092,'-19'4'532,"-1"2"42,1 3 1,-1 5 0,-1 3 0,-1 4 0,3 6-279,2 4 0,2 1 0,-1 6 1,4 2 230,5 3 0,3-5 0,8 1 1,3-3-423,5-3 1,3-7 0,4 1 0,0-6-369,1-6 1,0-7-1,2-6 1,3-5-206,-1-7 0,1-9 1,-5-9-1,1-5 144,-3-5 0,-2-3 0,0-10 0,-4-1 173,-5-1 0,1 2 1,-5 1-1,-1 5 537,-1 7 0,-2 13 0,-1 13 106,-1 10 1,-4 15-1,4 11 1,1 7-192,1 7 0,1 5 0,0 5 0,1 0-707,2 0 0,2-7 0,5-4 0,0-3-148,-1-3 0,4-5 0,1-6 0,0-5-2168,0-5 2722,3-7 0,-2-3 0,4-5 0</inkml:trace>
  <inkml:trace contextRef="#ctx0" brushRef="#br0" timeOffset="12113">1319 2988 8092,'0'13'656,"0"-1"0,0 1-70,0 1 1,3 3 0,1 5 0,1 4-109,-1 2 0,4 5 0,-3 1 0,1 1-188,1 0 0,-2 0 0,3 0 1,-3-2-89,-1 0 0,-1-2 0,-3 3 1,0 0-246,0-3 1,0-6-1,0-3 1,0-5 30,0-5 1,-1-5 0,-1-5 0,-2-5-65,-1-7 1,2-9 0,-1-10 0,1-5-33,0-4 1,-1-1-1,4-2 1,2 0-200,1 0 0,2 3 0,5 2 1,0 3-577,3 0 1,-1 6 0,5 1 0,2 3-1674,3 5 2556,0 5 0,6-9 0,2 1 0</inkml:trace>
  <inkml:trace contextRef="#ctx0" brushRef="#br0" timeOffset="12417">1656 2998 8072,'-15'19'436,"2"0"0,1 1 362,-1-1 0,3 2 1,-3 4-1,2 4-290,2 1 1,0 3-1,3-2 1,2-2-255,3-3 1,1-5 0,1-2 0,4-5-400,4-4 0,2-4 0,5-4 1,0-5-463,-1-7 1,3-5-1,-3-7 1,1-4 139,0-2 0,-1-1 1,1 1-1,-2 0 228,0 2 1,-3 10-1,1 7 1,-2 5 31,-4 5 1,2 10 0,-5 10 1153,-1 7 0,-1 12 0,-2 1 0,-2 5 0,-3 4-44,-3 1 0,0-5 0,-1 1 0,-1-3-820,-2-4 0,2-8 1,-4-4-1,0-4-13,0-6 0,3-3 1,-1-7-1,2-1-1628,2-4 0,4-7 0,1-5 1558,3-3 0,6-5 0,0 2 0</inkml:trace>
  <inkml:trace contextRef="#ctx0" brushRef="#br0" timeOffset="12646">1935 3363 8071,'25'-12'294,"0"-2"0,-2-2 273,-1-5 1,-2 2 0,-3-3 0,-2 0 12,-2 0 1,-9 0-1,3-2 1,-6-1-137,-4 1 0,-5 4 0,-7 0 0,-4 2-190,-1 4 0,-2 7 0,1 3 0,-3 5 104,0 6 0,2 8 0,2 12 1,4 4-97,3 4 1,9 4 0,-3 5 0,5 4 9,2 2 1,5-5 0,1-2 0,5-1-756,5-1 0,2-8 0,10-1 1,3-10-593,2-9 0,3-11 1,5-6-1,0-13 1075,0-13 0,-1-9 0,-2-9 0</inkml:trace>
  <inkml:trace contextRef="#ctx0" brushRef="#br0" timeOffset="13062">2666 3065 9492,'0'11'0,"0"2"679,0 3 1,1 10-1,2 7 1,3 5-529,3 7 1,1-3 0,-1 5-1,1-4-702,0-2 1,-4-9-1,-1-5 30,0-6 1,1-9-1,-3-13 1,-1-9 520,-1-8 0,-5-14 0,-1-7 0</inkml:trace>
  <inkml:trace contextRef="#ctx0" brushRef="#br0" timeOffset="13203">2714 2911 8596,'-5'0'-632,"0"1"1,5 3 0,1 2 631,3 3 0,1 0 0,5 1 0</inkml:trace>
  <inkml:trace contextRef="#ctx0" brushRef="#br0" timeOffset="13649">2916 3027 7963,'0'10'327,"0"3"0,0 1 0,0 3 0,0-1 114,0 1 1,0 3 0,0 2 0,0 4 95,0 2 1,3 0 0,1 1-1,1 1-270,-1 2 1,2-2 0,-2 1 0,-1-2-211,1 0 0,-3-7 0,2 3 0,-2-7-154,-1-5 1,4-5-156,-1-4 1,3-10-1,-3-11 1,1-5 139,0-7 1,1-5-1,5-7 1,-1-2-42,1 0 1,0 1 0,-1 0-1,2 3 12,2 1 1,-2 8 0,2-4 0,0 6 152,0 6 1,1 10-1,-2 7 1,1 8 154,-2 10 1,-3 7 0,-2 12 0,2 4-103,0 5 0,-1 0 0,-2 1 377,-1-2 0,1 3 0,-3-7 0,1-2 1,-1-1-25,-1-2 1,2-7-1,1 1 1,-2-7-362,-1-5 1,0-7 0,1-4-32,1-4 0,4-8 1,-3-8-1,1-5 0,2-8-531,-2-6 0,3 1 1,-1-6-1,1 3 178,2 0 0,-4 4 1,1 2-1,0 3 424,2 5 0,-3 11 144,1 5 0,-5 8 0,1 4 0,-2 9 0,-1 6 1,0 4 1,0 4-1,0 5 1,0 1-1222,0-1 1,3-1 0,2-2 0,0-3-1088,2-2 0,5-4 2066,1-3 0,8-6 0,0-6 0</inkml:trace>
  <inkml:trace contextRef="#ctx0" brushRef="#br0" timeOffset="13963">3666 2959 7938,'-18'0'0,"1"0"934,1 0 1,0 0 0,-2 1 0,1 3-409,1 2 1,3 7-1,-2 4 1,1 5 157,2 7 1,5 1 0,1 4 0,2 0-569,2-3 1,5-1 0,5-4 0,3-2-456,5-5 1,0-10-1,3-3 1,1-4-157,0-2 1,2-5 0,-1-5 0,1-6-58,0-5 1,-2-1 0,-3-3 252,-4-2 1,2-4 0,-8-1 0,0 1-1,-1 1 69,0 1 0,-4 6 1,1 3 1021,-2 6 1,-2 9 0,-2 6 0,-3 9-190,1 8 0,-2 10 0,3 6 0,2 1-675,1 1 1,1-4-1,0 1 1,0-3-1015,0-6 1,4-2 0,3-5 0,1-4-812,2-7 1,4-5 1896,2-4 0,-2-7 0,0-5 0</inkml:trace>
  <inkml:trace contextRef="#ctx0" brushRef="#br0" timeOffset="14295">3964 2882 7933,'-14'0'539,"1"0"0,1 0 1,0 0-1,-1 2 129,2 1 0,-1 3 1,0 7-1,-1 4-14,1 4 0,3 4 0,1 4 0,3 0-401,1 0 0,2-5 0,4-1 0,3-4-385,4-3 1,-2-3 0,7-6 0,0-1-235,2-2 1,2-5 0,0-7 0,0-3-93,2-6 0,-6-1 1,4 0-1,-2 2 54,-1 3 0,-2 4 1,2 2-1,-2 5 524,-1 4 1,-1 9 0,-3 8 0,-1 8 439,-4 7 0,-2 2 0,-1 8 0,0 0 208,0 0 0,-5-7 0,-4 1-243,-3-4 1,-4-3-1,1-4 1,-1-5-1,-3-3-451,-1-4 1,2-9 0,-5 0 0,3-4-303,1-2 1,1-5 0,2-4 0,3-4-2074,2-1 1,5 0-1,0-3 2301,2-1 0,5-10 0,4 2 0</inkml:trace>
  <inkml:trace contextRef="#ctx0" brushRef="#br0" timeOffset="14561">4157 3248 7932,'19'0'0,"0"0"0,1 0 617,-1 0 0,3-5 1,1-4-1,-2-5 128,-1-4 0,0 0 0,-2-8 0,-1-1-368,-1 0 1,-8-3 0,1 0 0,-4 0-164,-2 2 1,-7 2 0,-3 2 0,-5 4 120,-4 2 1,-2 11 0,-1 1 0,-1 3 222,1 3 0,0 3 1,1 2-1,1 7-121,1 5 1,4 4-1,-1 9 1,2 3-168,2 6 1,2-1-1,2 4 1,1-2-200,2 2 0,0-4 0,4 1 0,2-1-1499,5-5 0,5-7 1,6-4-1,0-6-270,2-7 1,4-4 0,5-10 0,2-5 1697,1-8 0,-3-6 0,2-5 0</inkml:trace>
  <inkml:trace contextRef="#ctx0" brushRef="#br0" timeOffset="14778">4599 2892 7866,'-9'0'816,"-1"0"1,1 0 0,-1 0 143,0 0 0,5 9 0,2 5 0,2 6-409,1 5 1,2 9 0,3 3 0,6 6 114,3 4 1,-1-2-1,2 2 1,-1-7-171,1-3 0,-6-6 0,0 1 1,-4-2-125,-3-1 1,-6-4 0,-6-1-1,-6-3-250,-5-3 0,-4-2 0,-4 0 1,-1-3-402,-2-2 1,4-5-1,-1 0 1,0-2-1494,2-2 0,9-1 1,3-2-1,5-2-516,4-4 1,5-5 2287,1-4 0,8-3 0,7 0 0</inkml:trace>
  <inkml:trace contextRef="#ctx0" brushRef="#br0" timeOffset="14885">4840 3315 7757,'6'11'-23,"1"1"-306,0 1 329,-3-1 0,5-2 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8:52.337"/>
    </inkml:context>
    <inkml:brush xml:id="br0">
      <inkml:brushProperty name="width" value="0.06" units="cm"/>
      <inkml:brushProperty name="height" value="0.06" units="cm"/>
    </inkml:brush>
  </inkml:definitions>
  <inkml:trace contextRef="#ctx0" brushRef="#br0">633 338 7837,'-11'0'-184,"2"-2"0,-3 0 0,0 0 46,-2 1 1,0 2 0,-1 1-1,1 1 194,0 1 1,-3-2 0,-1 3 0,0 1 35,-2 0 1,1-1-1,-2 0 1,-2 3 31,1 0 0,1 3 1,1-2-1,-1 1-5,1 1 0,3 1 0,-2 3 0,2 0-36,1 2 1,1-1-1,0 5 1,1 2-57,-1 2 0,3 0 0,0 3 1,0 2-5,-2 2 1,2-1 0,0 1 0,-1 0-40,0-2 0,1-3 0,1 5 0,0 3 41,2 1 0,5 3 1,1 6-1,3 2-17,3 2 1,4-5 0,5 3-1,2 1 14,3 0 0,1 0 0,4 4 0,0-1-38,-1 1 1,1-6 0,1-4 0,0-2 41,0-3 0,-2-6 1,3 2 0,-2-2 1,2-3 0,-1-1 0,-1-3 0,2 0 49,1-4 1,2-2 0,4 0 0,1 0-20,3-2 1,1-2 0,4-2-1,0-1-17,0-1 0,-4-5 1,3 0-1,-1-4 7,-2-1 0,-3-3 0,-1-2 1,-1-4-37,-1-3 0,-1-3 0,4-1 0,0-4 20,0 0 1,-5-3 0,3-1 0,-2-1-3,-1-1 0,0-2 0,-2 3 0,0-3 49,1 0 1,-6 3 0,2-4 0,1 1-44,1 0 0,-2 2 0,1-1-18,2 0 1,0 0 0,-5-1 0,0 1 0,-1-2-6,-1-1 1,-3 2-1,1-2 1,-2 2-38,0 2 0,-1 4 0,0 0 0,-2 0 8,0 2 0,-2-1 0,1-1 0,-1-1 9,-1-1 0,0 1 0,-1-4 0,1 1-6,0-1 0,-5 1 0,2 0 0,-1 1-8,-1-1 0,-3 2 0,2-1 0,-2 1-7,-1 1 1,0 2 0,0-6 0,-1-2-12,-2-3 1,2 0 0,-3-6 31,1 1 1,-3-1 0,2 2-1,-1 2-25,0 2 0,1 1 0,-1 6 0,0-2 0,-1 1-47,-3-1 1,1 0 0,-2 0-1,0 0-11,0 2 0,0 2 0,0 2 1,-2 2 8,-1 2 0,0 4 0,0 1 0,-1 0 85,-1 1 0,3 1 0,-4 3 0,0 2 16,0 0 0,0 3 1,0-2-13,0 0 0,-4 0 0,3 0 0,-2 1-6,-1 0 0,-2 0 0,-1 1 0,1 0 1,0-1 27,0 0 1,0 2 0,-3-1 0,1 1-11,1 1 1,4 0 0,-4 0-1,-1 1-16,-1 1 0,4 0 1,0 2-1,1 0 2,-1 0 0,1 1 1,-3 1-1,2 1 19,2 0 1,2-2-1,-2 6 1,-1-1-43,0 2 1,0 2 0,2 0-1,0 2-49,-1 3 1,2 1-1,0 4-79,2-2 1,-1 4 0,6 1-1,0 0 44,-1-2 1,-1-1-1,3-4 1,1-3-1,0-1-1217,1-2 1318,2-5 0,-9 2 0,3-4 0</inkml:trace>
  <inkml:trace contextRef="#ctx0" brushRef="#br0" timeOffset="1665">589 770 7879,'0'-4'-577,"-2"1"308,0 0 1,-4 2 322,1-1 0,1 1-10,-1 1 0,1 1 1,-4 1 43,1 3 0,0-2 1,1 0-1,0 0 1,1 0-43,0 1 0,-2-2 0,0 2 0,0 0-13,0 0 0,-1-1 0,-1 1 0,-1 2-32,2 0 1,-3-1 0,1 0 0,-1 1-11,1 3 0,-2-1 0,2 2 1,2-1-6,0 0 0,0-1 1,2 2-1,1-1 19,3 0 0,1-1 0,1 2 0,0-1-12,0 0 0,2-1 0,2 2 0,0-2 0,1-1 1,2-1 0,0 0 0,0-2-19,0-1 0,-1 0 0,0-1 1,2 0 21,0 0 0,1-1 0,0-1 0,1 1 0,1 1 1,-1-1 0,2 1 0,0-1 5,-1-1 0,3-1 0,-3 0 1,1-3-3,0 0 0,-1-1 0,2-4 1,-2-1-24,-1 2 1,1-3 0,-2 2 0,3-1-13,-1 0 0,2 2 1,-4-2-1,1 2 11,0 1 1,-2 0 0,2-1 0,-2 1 1,-1 0 1,0 2 0,0 1 0,0 0 43,-2 0 0,1 2 1,-2-3 5,0-1 1,2 2 23,-4 0 0,1 1-27,0-2 1,-3 3 0,3-3 71,-2 0 0,-1 1-71,0-1 1,-1 2 0,-1-1-55,0-2 1,-3 2 0,2 0-1,-1 0-28,-2 0 0,0-1 0,-1-1 0,-1 0 7,-2 1 1,1 1 0,-3-4-1,-1 2 39,0 1 1,-2 0 0,1 2 0,0 2-14,-1 0 0,2 1 1,0 0-1,2 0-157,0 0 1,4 3-1,2 2 105,0 1 74,1 1 0,-2 4 0,2 0 0</inkml:trace>
  <inkml:trace contextRef="#ctx0" brushRef="#br0" timeOffset="2780">1324 497 7709,'0'-4'-66,"0"1"0,0 2 169,0-2 1,-1 3-36,-2-3 1,-1 2-1,-3 1-70,0 0 1,2 0-1,0-2 1,-1 0-2,-3 0 0,1 1 0,-2 1-8,-1 0 1,1 0 0,-3 0 0,2 0-1,0 1 9,0 1 0,1 2 0,-1 3 1,0-2-10,3 0 1,0 2 0,0 3-1,1 0-1,0 0 1,2-1 0,1 2 0,1 0 11,1 0 0,2 1 0,0 2 0,0-1-11,0-1 0,0-3 0,0 2 0,0 0 25,0-2 1,0-1 0,0-1 14,3 0 0,-2 0 0,4 0 0,1 0 0,0-2-28,1 0 1,1-3 0,-1 0 0,1-1-1,1-1 0,0 0 0,2 0 0,0 0-3,-2 0 0,1 0 0,0 0 0,1 0 0,-1 0 1,2-3 0,-1-1 1,0 0 0,-2-3 0,3 3 0,-1-3-13,0 0 0,-2 1 0,3-1 1,-2 2-1,0-3 2,0 0 0,-2 2 0,2-4 0,-2 3-29,2-1 1,-2 1 0,2 0 0,-2 0-9,2 0 1,-2-1-1,1 1 42,-4 0 1,2 0-1,-3 0 1,1-1-1,-1 1 9,-1 0 1,-1 0-1,-2 0-6,0-1 1,-1 1 0,0 0 0,-2 0 28,-1 0 1,-1 2-1,-2 1 18,-1 1 0,-1-2 0,-1 2 0,1-1 0,-2 1-38,-1 2 1,1 0 0,0 1 0,0 0 0,-1 0 1,0 0 0,-1 1 0,0 0-32,1 2 1,3 2 0,0 0-1,1 1-182,1 2 0,2-1 0,1 0 0,0 0-70,0 0 1,2 1-1,-1-2 276,0-1 0,2 1 0,-2-2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8:56.768"/>
    </inkml:context>
    <inkml:brush xml:id="br0">
      <inkml:brushProperty name="width" value="0.06" units="cm"/>
      <inkml:brushProperty name="height" value="0.06" units="cm"/>
    </inkml:brush>
  </inkml:definitions>
  <inkml:trace contextRef="#ctx0" brushRef="#br0">8 0 7772,'0'5'-672,"0"0"0,0-3 577,0 3 1,0-2 116,0 1 1,0-1 28,0 2 1,0-3 5,0 3-49,0 0 0,0 2-18,0 0 1,0 0 0,0 0-8,0 1 0,0-1 0,0 0-2,0 0 0,0 0 0,0 1 0,0 0 8,0 1 0,0-1 0,0 2 0,0-2-9,0-1 1,0 0 29,0 0 1,0 1-1,0-1-2,0 0 1,0 0 0,0 0-6,0 0 0,0 1 0,0-1-1,0 0 0,0 0 1,0 0-4,0 1 1,0-1-1,0 0 1,0 0-1,0 0 1,0 1-41,0-1 0,0 0 0,0 0-32,0 0 0,0-2 14,0 0 59,0-3 0,-4 1 0,0-3 0</inkml:trace>
  <inkml:trace contextRef="#ctx0" brushRef="#br0" timeOffset="416">79 72 7552,'3'5'-899,"-1"0"1,1-3 906,-3 3 0,0-2 1,0 1 15,3-1 1,-2 0 29,1-1 1,0 2-15,0 4 0,-1-1-21,1 0 0,2 0 0,1 0 0,1 1-7,2 2 1,-1-2-1,1 2 1,1-2 8,0 2 1,2-2 0,-3 1-1,2-1-24,-1 0 0,-1-4 0,-1 0 0,0 0-5,0-3 1,1 0-1,-1-1-6,0 0 0,-1-1-85,-1-1 0,-2-2 0,-3-3 99,0-1 0,0 4 0,-3-1 0,-1 3 0,-3-1 0</inkml:trace>
  <inkml:trace contextRef="#ctx0" brushRef="#br0" timeOffset="682">72 324 7772,'4'-3'-848,"-1"1"1,-2-2 507,2 1 340,-3 1 0,4 2 0,-4-3 0,0-1 0</inkml:trace>
  <inkml:trace contextRef="#ctx0" brushRef="#br0" timeOffset="831">144 303 7628,'4'-4'-437,"-1"0"0,-3 0-373,0-1 810,0 3 0,0-1 0,0 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00.066"/>
    </inkml:context>
    <inkml:brush xml:id="br0">
      <inkml:brushProperty name="width" value="0.06" units="cm"/>
      <inkml:brushProperty name="height" value="0.06" units="cm"/>
    </inkml:brush>
  </inkml:definitions>
  <inkml:trace contextRef="#ctx0" brushRef="#br0">72 418 7825,'0'-7'-447,"0"0"1,0 0-1,0-1 356,0 1 0,0 2 0,0 1 115,0-2 1,0 0 0,0-2-4,0 1 0,0 2 0,0 1 12,0-2 1,0 0-17,0-2 1,0 1-1,1 1 1,0 0-2,2 1 1,0 1-1,-1-1 1,1 0 9,1-1 0,-2 2 1,2 0-10,-1-2 0,3 0 0,-2-2 0,1 1 0,0-1-1,0-1 1,1 1 0,-1-2-1,0 2-13,1 1 1,-1 0-1,1 0 1,-1-1 4,0 1 0,-1 0 0,1 0-11,1 0 0,-2 0 1,1 2-1,-1 0 17,0-1 1,3 0 0,-2-1 9,1-1 0,1 2 0,0 0 0,1 2-8,-1 1 1,-2-2-1,2 2 1,1-1-15,0-1 0,0 1 1,-1 0-1,0 0-4,0 0 1,1 1-1,1-1 1,1 1 3,-2 1 1,0 1-1,0-1 7,-1 0 0,0-1 1,0 1-1,0 0-1,1 0 1,-1-1 0,0 0-10,0 2 1,0-1-1,-2 1 1,0-2 25,1 2 0,0 0 0,1 1-20,0 0 1,1 0 0,-1 0 0,0 0 0,0 0 16,0 0 1,1 0 0,-1 0 0,0 0-10,0 0 0,0 0 1,1 0-1,-1 0-2,0 0 0,-2 0 0,0 0 1,0 0-7,2 0 0,0 0 1,0 0 6,0 0 0,0 0 1,1 0-13,-1 0 1,0 2-1,0 1 4,0-2 1,1 0-1,-1 0-7,0 1 1,0-1 0,0 1 0,0 0 48,1 0 1,-1 2 0,0 1 30,0 0 0,-2-3-44,0 3 1,-3-1 0,2 2 10,-1-1 0,0-3 25,-3 3-84,0-4 0,0 3-21,0-1 22,0-2 11,0 5 0,-1-5-6,-1 1 9,1-1 0,-3 1 0,1 1 0,2-1 0,-3-1 0,1 1 0,-1-1 0,2 2 0,0 0 0,-2-1-12,-2 0 0,3-1 0,0 1-20,-1 0 1,3 1 0,-3-2 0,0 0 17,0 2 0,2 0 0,-1-2 0,0 2 0,-2-2 1,1 3 0,-1-1-1,0 0 5,-2 0 0,3 2 1,-1-2 15,-1 1 1,0-1-1,-1 1-5,-1 2 1,1-2-1,0 0 1,0-1-1,0 0 11,-1 0 1,1-2 0,0 3-9,0-1 1,0 1 0,-1-3-1,1 2 0,0 1 0,0 0-7,0 0 0,2-2 0,0 2 1,-1-1 0,2 2 0,0-3 0,-1 1 0,1 0 0,-3-1 0,3 2 0,-2 0 0,0-1 0,2 0 1,-1 0 0,-2 0 0,-1 1 0,1 0 0,0 1 0,0-2 0,0 1 0,-1 2 0,1-2 0,0 1 0,0 0 0,0-1 0,-1 0 4,1 0 0,0 0 1,1 0-1,0-1 12,1 0 0,0 0 0,-2-1-2,0 0 0,2 1-13,0-3 1,1 0 0,-4 3 1,4-2 7,-1 1 0,2-1 1,-1 0 11,-2 1 1,0-1-4,-1 1 1,-1 1 0,1 0 9,0-2 0,1 1 1,0 0-1,1 0 6,0 0 1,-2-1-8,0 2 1,0-3 0,0 4-1,2-2 1,0 0 47,-1 0 0,0 1 0,-1 0 0,0-1-3,-1 1 1,1-1 0,0 2-79,0-1 1,0 2 0,-1-2-56,1 1 1,0-2-1,0 1 1,0-1-437,-1 1 0,1-1 0,0-1-259,0 1 755,0-1 0,-4 2 0,0-3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00.865"/>
    </inkml:context>
    <inkml:brush xml:id="br0">
      <inkml:brushProperty name="width" value="0.06" units="cm"/>
      <inkml:brushProperty name="height" value="0.06" units="cm"/>
    </inkml:brush>
  </inkml:definitions>
  <inkml:trace contextRef="#ctx0" brushRef="#br0">22 396 6513,'-8'0'621,"1"0"-563,3 0-50,1 0 1,3 0-1,0-3 10,0-2 0,3 1 0,1 0 0,1-1-31,0 1 1,0-3-1,2 3 22,0-3 0,3 0 1,-1 1-1,1 0 1,-1 1-8,1 0 1,0-2 0,-1 0 0,2 0-1,0 0 1,0 2 0,1 0-1,-2 0-6,1-2 0,-3 2 0,1 1 6,-1-2 0,0 3 0,-1 0 1,2 0-1,1 1 15,-1 0 0,-1 1 0,-1 1-8,0 0 0,3 0 1,-1 0-1,0 0-50,-1 0 0,-1 0 0,0 0 17,1 0 1,-1 0 23,0 0 0,0-3 0,0-1 0</inkml:trace>
  <inkml:trace contextRef="#ctx0" brushRef="#br0" timeOffset="751">734 152 6651,'-4'0'99,"1"0"0,3-3 0,0-2-65,0-2 1,0 0-1,0 0-1,0 0 0,1 0 1,0-1-1,2 0-12,1-1 1,1 2-1,2-1-19,1-1 1,0 0 0,0 2-1,3 0 1,-1 2-11,1 0 0,1 1 0,-2-2 14,1 2 0,0 2 0,2-1 0,-1 0-8,1 1 1,-3 0 0,1 2 0,-2 0-77,1 0 1,0 0 0,-2 0-1,1 2-152,3 0 0,-4 2 1,-1-3 229,0 2 0,-4 2 0,0-1 0</inkml:trace>
  <inkml:trace contextRef="#ctx0" brushRef="#br0" timeOffset="2212">950 195 6643,'-4'0'-59,"0"0"299,2 0-231,1 0 0,-2 1 0,3 1-25,0 3 0,0-1 0,0 1 16,0 0 1,2 2 0,0 0 0,1 0-12,0 0 0,-1 1 0,2-1-29,-1 0 0,2 0-29,-3 0 0,1-3 54,0-1 1,-3-6-1,3-1 4,-2-3 1,-1 0-1,0 0 1,0 0 14,0-1 0,0 1 0,0 0 0,0 0 52,0 0 1,-1 2-1,-1 0 148,0-1 1,-1 2-60,0 0 0,2 2-78,-4 0 1,2 1-62,-1 1 1,2 3-1,0 2-72,1 1 0,1 1 0,0 1 0,0 0 27,0 1 0,1-2 1,0 1 12,2 1 0,1 0 0,0-2-76,0 0 1,-2-3 58,3-1 0,-4-3 43,2-3 0,-2-1 0,-1-3 3,0 0 0,0 0 0,0 0 0,0-1 0,-1 0 25,-2-1 1,2 1-1,-3-2 14,1 2 1,-2 1-1,2 1 141,-1 1 1,1 2-175,-2 3 1,4 0 0,-2 3-46,3 2 0,0 1 1,0 1-1,0 0 23,0 1 1,0-1 0,0 0 0,2 0-10,0 0 1,3 1-1,-2-1-2,1 0 1,-2-2 0,1-1-23,0-1 41,-2-1 0,5-5 1,-4-2 10,0-1 0,-1-4 0,-2 1 0,-1 0 18,0 1 0,-1 1 0,1 0 0,0-1 85,0 1 0,0 3 0,1 1-16,-2 0 0,1 1 0,1-2-84,-1 1 0,1 1 0,-1 5-13,1 2 0,1 1 0,0 1 1,0 1-47,0 2 0,0-1 0,0 3 0,1 0 35,1 2 0,0-2 0,2 0 0,1 0 8,-1-1 0,3-1 1,-3-2-1,0-1-8,1 0 0,-2-3 1,1-2-7,2-1 1,-3-2-1,0-2-4,1-4 0,-4-1 1,3-3-1,-2 0 21,-1-1 1,-3 1 0,0-3-1,0 1-7,0 1 0,-3 3 0,2-3 0,-1 2 105,0 1 0,3 4 1,-2 0 452,1-1-537,-3 3 1,5 1 0,-3 4 0,0 3-44,3 1 0,0 2 1,1 1-1,0 1 17,0-2 0,1 0 0,0 0 1,2-1-56,-2 0 0,1-2 1,0 0-132,0 0 1,1-2-85,0 0 0,-2-2 1,3-2-69,-1-2 354,0-1 0,-3-3 0,0 0 0</inkml:trace>
  <inkml:trace contextRef="#ctx0" brushRef="#br0" timeOffset="4017">194 519 7502,'-7'-3'-15,"0"1"0,2 0-114,0 2 0,3 0 120,-3 3 1,4 1 51,-2 3 0,2 0 0,1 0-132,0 1 0,0-1 59,0 0 0,1 0 0,2 0-46,1 1 1,0-4 39,1-2 1,-1-2-1,2-2 24,-1-3 0,-4-2 1,2 0 14,-3 0 0,3 0 1,-1 0-6,0-1 1,-1 1 211,-1 0 1,-1 1-123,-2 1 1,2 2-49,-4 3 0,3 0 1,-2 3 9,0 2 0,2 1 1,2 1-69,0 0 1,0 1-1,0-1 1,0 0-6,0 0 0,0-2 1,1 0-6,1 0 0,0-1 0,3 0-99,0 0 0,-1-3 102,1-3 1,-4 0-1,3-3 1,-2 0 50,0-2 0,1 0 1,-3 0-1,0 0 38,0 0 1,0-1 38,0 1 0,-1 2 0,-1 1-57,-3-2 1,1 3 0,-1 0-33,0 3 1,1 0 0,0 3-2,0 2 1,0 1 0,1 1-55,2 0 0,0 1 0,1-1 5,0 0 1,0 0 0,0 0-1,0 1 3,0-1 0,1-3 0,0-1 0,2-1-135,1 1 0,-1-1 136,2-2 1,-1-1 34,0-1 1,2-2 0,-4-3-1,0 0 1,-1-1-18,-1 1 0,0 0 1,0 0 153,0 0 0,0-1 0,0 1 0,-3 2 0,0 1-80,-1 1 0,2 1-36,-3 2 0,3 3 0,-2 2 0,0 1 3,0 1 1,2-2 0,0 0-1,1 1-86,1 0 0,0-1-66,0 0 1,0-1 27,0 4 0,1-4 28,1-2 0,2-1 48,3-1 0,0-3 0,-3-2 62,-1-2 1,-2 3-1,1-1 82,0-1 0,1 0 68,-3-1 0,-1 2-94,-2 0 0,2 3 0,-4 0-75,0 1 0,1 4 1,1 1-1,1 1-27,-1 0 1,0 0-1,2 2-17,-2 0 1,1 0-135,2 1 0,0-1 59,0 0 0,1-3-30,1-2 0,0-2 113,2-2 1,-1-2 0,1-3 0,-1 0 71,-1-1 0,-2 1-35,0 0 0,0 0 555,0 0-287,0 3-241,-3 0 1,0 8 0,-3 0 30,2 3 0,2 0 0,0 0-355,1 0-486,1 1 700,0-4 0,0-2 0,1-4 17,1 0 1,0-4-11,2 2 0,-2-3 258,0 0 0,0 3 1,0 1 282,0 0-370,0 2 1,-2-2-50,-3 6 1,2 1-86,-1 3 1,1-2-913,1 0 124,0-4 804,0 2 0,3-3 0,1 0 0</inkml:trace>
  <inkml:trace contextRef="#ctx0" brushRef="#br0" timeOffset="6082">986 217 6967,'-4'0'82,"1"0"0,2 0 11,-1 0 0,1 0-102,-2 3 1,3-2-72,0 4 0,0 0-29,0 2 0,0 0 50,0 1 0,0-4 0,2-1-18,0 0 72,1-2 0,-1 1 28,1-4 1,-1 0 325,-2-3-183,0 4-98,0-6 0,-1 7 88,-1-3-165,1 6-13,-2 1 1,3 0-1,-1 0 87,-1 0-304,1-2 125,-2-2 1,3-2 0,2-2 164,0 0 0,1 0 308,-3-4-228,0 4-17,0 1-49,0 3 1,0 3 0,0 2-82,0 2 1,0-3-1,0 1 1,0 1-75,0 0 1,0-1 65,0 0 1,3-1-97,2 0 1,-1 0 57,1-4 1,-4-1-1,2-2 62,-3-1 0,0 0 0,0-1 14,0-1 1,0 0 0,0-1 0,-2 0 30,0-1 0,-2 4 0,2-1 49,-3-1 1,1 3 10,-1 1-103,1 1 0,-3 2 0,2 1 1,3 3-6,1 1 1,1 1 0,0 1-1,0-1-1,0 0 1,0 0-1,0 0-10,0 0 1,3 1-1,2-1 1,-1-2 0,1-1-31,1-1 1,-2-1 0,0-3 0,-1-1 28,-2-3 0,3-1 1,-2-1-10,0 0 1,-2-1-1,0 1 1,0 0 2,0 0 0,0 0 0,0-1 172,0 1 0,0 1 32,-3 1 1,2 2-178,-4 3 0,2 3 0,-1 2 20,1 1 0,1 1 0,2 1-24,0-1 0,0 0 1,0 0-1,0 0-35,0 0 0,0 1 0,0-1-55,0 0 0,1-2 0,1-1-54,3-1 0,-1-1 1,0-2 88,-1-3 0,2 2 0,-3-5 0,1-1 28,0-2 1,-2 0-1,1 1 1,-1-1-16,-1-1 1,0 1 0,0 1 0,-1 2 187,-1 1 1,0 0 54,-3 2 0,4 0 1,-3 1-65,1 0 0,0 3 0,-3 3-90,2 0 1,2 2 0,0-1 0,0 1 0,0 2-59,0-1 1,0 0 0,2 0-12,0 0 0,0 1-42,0-1 1,0-1-160,3-1 1,-2-2 191,4-3 1,-3-3-1,1-2 1,-1-1 0,1-1-14,-2-1 0,0 1 0,-1-1 10,0-1 0,0 3 0,0-1 234,0 0 71,0 1-280,-3 2 1,0 2 0,-2 4 0,3 3-1,0 1-265,0 1 1,1 1 0,-2-1 271,3 0 0,-4 0 0,0 0 0</inkml:trace>
  <inkml:trace contextRef="#ctx0" brushRef="#br0" timeOffset="8765">187 497 7226,'0'5'-415,"0"0"0,0-3 424,0 3 1,0-3 0,1 2 0,1 0 1,0 0 0,4 1-11,-2 2 0,2-2 0,-1-1-18,0-1 1,-2 0 19,1-3 1,0-1-1,2-1 1,-2-1-9,-1-1 0,0-3 0,-3-3 0,0 2 3,0 0 1,0 0 0,0 1 0,0 0 49,0 0 1,0 0 29,0-1 1,-4 2-11,0 1 1,0 2-48,-1 3 1,3 3 0,0 2 0,1 1-3,1 2 1,0-1 0,0 0 0,0 0-22,0 0 0,0 1 0,0-1-8,0 0 1,1 0 0,0 0 5,2 1 0,2-1 1,-2 0-74,1 0 0,-2-3 64,3-1 1,-3-3 0,0-3 12,-1-2 0,-1-1 0,0-1 0,0 0 11,0-1 1,0 1 0,0 0 0,0 0 22,0 0 0,-1 2 0,-1 0 112,0-1 0,-1 3-73,0 1-81,3 1 1,-4 2 0,2 1 0,0 3 12,0 1 0,1 2 0,1-1 0,0 0 1,0 0-20,0 0 1,0 1 0,1-1-1,1 0-20,0 0 1,1 0 4,0 1 0,-2-2 1,3 0-39,-1-2 1,2-3 59,-2-1 1,0-1 0,-2-3-1,2-3 1,-2-1 6,0-1 0,-1-1 0,0 3 0,-1 0 20,-1-1 0,1 4 1,-2-1 85,0-1 1,1 2-67,-3-1 0,3 4 0,-3-1 13,0 4 1,1-1-1,1 4 1,1 1-10,-1 0 1,1 1 0,2 1 0,-1-1-52,-1 0 0,1 0 1,-1 0-1,1 1-35,1-1 1,0-2 0,0-1-13,0 2 1,2-2-1,1 0 0,1-1 0,-1 0 0,1-4 37,-1-2 1,2-1 0,-3-3 0,0 0 9,-1 0 1,-1-3 0,0 1-1,0 0 0,0 1 1,0 1 0,0-1-1,0 1 13,0 0 117,0 0 0,-4 0-60,0 3 1,0 0 0,0 5-1,0 2-64,3 1 0,-1 3 0,1 0 0,-2 0-4,2 0 1,0 1 0,1-1-27,0 0 1,0 0-1,0 0-16,0 1 0,3-1-4,2 0 1,-1-3 21,1-2 0,-3 2 0,3-2 20,0 0 1,-1-2 0,-1-3 11,0-2 0,-2-1 1,1-1 1,-1 0 0,-1-1 0,0 1 0,0 0 25,0 0 0,-1 0 1,0-1 41,-2 1 1,-2 1 0,1 0-15,0 1 1,0 4-11,1-2 0,0 3-66,-2 3 0,0 1 1,2 3-1,2 0 3,0 0 1,1 1 0,0-1 0,0 0-19,0 0 1,0 0 0,0 1 0,1-1-32,1 0 0,-1-2 0,2-1 21,0-1 0,-1-1 0,3-2 38,0 0 0,-1 0 1,0-3-1,-1-2-18,-1-1 1,1-2 0,0-1 0,-2 0 52,0 0 1,-1 0-1,0 0 1,0 0 28,0 0 0,0 3 1,0 1 183,0 0-199,-3 2 1,0 0 0,-3 6-27,1 1 0,4 3 0,-3 0 0,2 0 0,0 1 0,0 2 1,-1-2 0,0 1 0,2 0-7,0 1 0,1-2 0,0 1 0,0-1-19,0 0 0,0-1-104,0 0 0,1-3 72,1-2 0,0-1 1,2-2 18,-1-1 1,2-3 0,-2-4 0,0 0-1,0-1 8,-1 0 1,0-1-1,-1-1 1,2 2 10,-2 0 1,0 2 0,-1-2 68,0 2 0,0 1 210,0 0-257,0 3 1,-2 4 0,-1 4 0,1 3 9,-1 0 1,2 0-1,-2 0-31,-1 1 0,4 1 0,-3 1 0,2-1 0,1 1-9,0 0 0,0-1 0,0-2 0,0 1-13,0-1 0,0 0 1,0 0-164,0 0 154,0-3 1,1-1 0,1-6-1,0-1 10,0-3 0,-1 0 0,1 0 0,0-1 16,0-2 1,-1 1-1,-1-2 1,0 1 25,0 1 0,0 1 1,0 1 172,0 0 0,0-1-89,0 1-59,0 3 1,-1 1 0,-1 4 0,-1 1-27,-1 3 0,3 1 0,-3 2 0,2-1-12,0 0 0,-1 0 0,3 1 1,-1 1-59,-1 1 0,1 0 1,-1-1 33,1 0 1,1 1 0,0-3 0,1 0-12,1 1 1,0-2 0,2 0-49,-1-2 0,3-2 0,-2 0 0,0-4 3,1-3 1,-2-4 0,1-3 0,-1-2 30,-2 0 0,1-1 0,0 0 0,0-1 34,0-1 0,-2 3 0,0 2 0,0-1 27,0-1 1,-2 3-1,-1 2 102,-1 1 1,2 3 0,-1 1-11,0 1 0,0 1 0,-3 4 0,2 3-68,1 2 0,-2 0 0,3 0-37,0 0 0,-1 3 0,0 0 0,2 1 0,-1 0-19,0 0 0,1-1 1,-1 1-1,1-1-8,1-1 0,0 1 0,0 0 1,0-1 14,0-1 0,1-1 0,0 0-74,2 0 1,0-3-24,-1-1 0,1-3 1,3-3-1,-2-1 70,-1-3 0,0-3 1,-1-2-1,0-1 1,0-1-7,-1 0 1,-1 4-1,0-5 1,0 2 50,0-1 0,0 2 1,0 1-1,0 0 26,0 3 1,0 0-1,-1 1 118,-1 2 1,0 2-72,-3 3 0,0 3 0,-1 0 0,1 1-41,3 1 1,-1 3 0,-1 0 0,1 2-78,0-1 1,1-1 0,2-1-91,0 0 0,0 0-991,0 1 1114,0-1 0,0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11.830"/>
    </inkml:context>
    <inkml:brush xml:id="br0">
      <inkml:brushProperty name="width" value="0.06" units="cm"/>
      <inkml:brushProperty name="height" value="0.06" units="cm"/>
    </inkml:brush>
  </inkml:definitions>
  <inkml:trace contextRef="#ctx0" brushRef="#br0">66 231 7827,'-3'-7'-80,"2"2"1,-2 0-95,-1-1 0,4 0 0,-4-1 0,2 0 100,0-1 0,-2 1 0,3 0 0,-2 0 93,-1 0 1,1-1 0,-1-2-74,1-2 0,0 3 0,1 0 0,-1 1-68,-1 0 0,2 2 0,0 1 122,1 0 0,-2-2 0,-1 0 0</inkml:trace>
  <inkml:trace contextRef="#ctx0" brushRef="#br0" timeOffset="299">8 144 7780,'3'-4'-698,"-1"-1"0,0 2 677,-2-1 1,0 1-1,0-2 78,0 0 1,0-2 0,0 0-59,0 0 1,0 0 0,0 0 9,-3-1 0,2 1 0,-1 0-81,1 0 1,1 2-1,0 0-109,0 0 1,0 1 180,0-1 0,-3 3 0,-1-1 0</inkml:trace>
  <inkml:trace contextRef="#ctx0" brushRef="#br0" timeOffset="1332">8 80 6463,'0'4'68,"0"-1"1,-2-4 0,-1-1-88,2-3 1,0 1-1,1-1-1,0-1 1,0 0 0,0-1-29,0 0 0,0-1 22,0 1 0,1 1 1,0 0-77,2 1 1,0 1-49,-1 0 1,0 0 101,3 4 0,-3 0 48,3 0 0,-3 0 0,2 1 62,0 2 17,-2-3 0,0 4 154,1-1-105,-1-2-31,1 2 0,-1-3 76,3 0-30,-4 0 1,3 0 131,-1 0-133,-2 0 1,3 2-45,-2 1 0,-1 1 0,3 0-60,0 0 0,-1-2 5,-1 3 1,-1 0-52,1 2 1,2-2-3,-2-1 0,0 1 1,-1 2-1,1-2-2,0 0 0,1-3-42,-3 3 0,0 0 1,0 2 37,3 0 0,-2 1 1,1-1 11,-1 0 0,1 0 0,1 0-3,-2 1 0,1-4 17,0 1 1,-1 0 1,1 2-9,2-3 81,-3-1 52,2-3-37,-3 0 0,0 4-42,0 0 1,0 0 0,0 1-17,0 1 1,0 0 0,0 1-48,-3 1 1,2-1-1,-1 0 1,1 0 6,1 0 0,0-2 0,0 0 1,0 0-15,0 2 1,0 0 22,0 0 0,0 0-7,0 1 1,0-1 17,0 0 2,0-3 21,0-1-42,0-3 1,0 3-6,0 2 0,0-1 0,0 1 6,0 1 1,0-2-1,0 0 1,0 2-5,0 0 1,0-1 0,0 0 0,0 1-1,0 0 1,0-1 0,0 0-98,0 0 0,0-1 0,0 1-9,0 1 1,0 0 38,0 1 0,-1 0-67,-1 1 1,0-2 0,-2 0-259,1-2 393,-2-2 0,-3 4 0,-3-2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14.311"/>
    </inkml:context>
    <inkml:brush xml:id="br0">
      <inkml:brushProperty name="width" value="0.06" units="cm"/>
      <inkml:brushProperty name="height" value="0.06" units="cm"/>
    </inkml:brush>
  </inkml:definitions>
  <inkml:trace contextRef="#ctx0" brushRef="#br0">224 173 6232,'-4'-4'72,"4"1"0,-4 3 0,2-1-5,0-1 1,-2 0-1,2-2 26,-3 1 0,1-3-40,-1 2 0,3 0-67,-3-1 1,0 0-77,-2-2 0,3 2 0,1 0-111,0 0 0,2 1 1,-1-1 115,1-1 1,1 2-1,-1 0 85,-1 1 0,1 0 0,-2 1-5,3 1 1,0-2-18,0 6 1,2-2 94,0 4 1,1 0 230,-3 2-44,0-3-15,0-1-167,0-3 1,-3 0 0,0-2-47,-1 0 0,2-4-164,-3 1 0,3 0 1,-2-1-49,0 1 1,2 3 0,1-2 179,-1 1 0,1 0 0,-2 0 0,3-1 0</inkml:trace>
  <inkml:trace contextRef="#ctx0" brushRef="#br0" timeOffset="785">130 65 7038,'-5'0'61,"0"0"0,4 0 0,-2-2-15,-1 0 0,3-3 0,-3 2-15,1-1 0,-3-1-14,1-2 1,0 2 0,-1 1 0,2 0-21,1 0 0,-3 2 0,2-1-5,0 0 0,0 2 0,2-2 18,-3 0 0,1 2 30,-1-2 0,0 3-14,-2 0-4,3 0 0,-2 0 3,1 0-12,2 0 1,-1 0-38,1 3 1,3-2 17,-3 4 0,2 0 0,1 2 0,0 0 3,0 1 0,0-4 1,0 1-1,0 1-32,0 0 0,0 1 1,0 1 48,0-1 1,0 0-14,0 0 0,0 0 0,1 0-5,2-3 0,-3 0 0,3-1 1,-2-2 0,-1 3 0,2 0-15,0 0 1,2-2 0,-3 1 11,2 0 1,0-1 0,-2 3 5,2 0 0,2-1 1,-3 1-1,0 1 0,1-2 0,0 1 0,1 0 0,-2-1-14,0 1 1,0-3-1,-1 1-2,2 0 1,1 1 14,-1 3 0,2-2 1,-2-1-9,1-1 1,-3 0 10,2 0 1,-2 0 21,2 2-29,-2 1 1,4-2-1,-2 3 1,0-3-8,-1-1 0,0 0 0,3 0-46,0 1 1,-1-2 0,1 0 50,1-1 0,-2-1 0,0 0-8,2 0 1,-2 0 0,1 0 3,0 0 1,-1 0 0,1 1-34,1 1 0,-2-1-320,1 1 364,-1-1 0,0 2 0,0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17.610"/>
    </inkml:context>
    <inkml:brush xml:id="br0">
      <inkml:brushProperty name="width" value="0.06" units="cm"/>
      <inkml:brushProperty name="height" value="0.06" units="cm"/>
    </inkml:brush>
  </inkml:definitions>
  <inkml:trace contextRef="#ctx0" brushRef="#br0">91 1020 6568,'4'4'-98,"-1"-4"1,-2 4 148,1-4 1,-1-4 0,2 0 0,-3-3 29,0 0 0,1-3 1,1-3-40,0-3 1,1-3 0,-3-2 0,2-2 24,0-1 0,3-3 1,-2-4-1,1 0-93,2-2 1,-2-3-1,1 2 1,0 1 8,2 2 0,0 0 1,0 8-1,0 3 0,1 5-971,-1 5 988,-3 5 0,5 2 0,-1 3 0</inkml:trace>
  <inkml:trace contextRef="#ctx0" brushRef="#br0" timeOffset="367">105 912 6992,'0'-7'-276,"1"1"1,1 0 0,0 1 350,0 0 0,-1-2 1,-1-1-7,3-1 0,-2 1 0,3-2 1,0 1-24,0 0 0,0 0 0,2-3 0,-1-1-42,0 0 1,2-2 0,0 1 0,-1-1-58,-1 1 1,2 2 0,-3 1 0,3 0-149,0 3 1,-2 0 2,0 4 1,-4 1 153,2 6 0,-3 1 0,0 4 44,0 1 0,0 0 0,0 3 0,-3 0 0,-1 2 0</inkml:trace>
  <inkml:trace contextRef="#ctx0" brushRef="#br0" timeOffset="9398">177 898 6507,'0'-7'45,"0"0"0,0-1 1,0-2-1,0-2 21,0-2 1,0-1 0,0-2 0,0-3-38,0-3 1,1 0 0,1-3 0,1-1 8,1 2 0,1 0 0,2 5 0,0 2-136,0 4 1,1 4 0,-1 2 0,0 2 77,0 4 1,-2 4 0,-1 4 0,0 2-66,0 1 0,-2 4 0,0-1 1,-1 2 45,-1 3 0,0-1 0,0 2 68,0 0 1,0 1 0,0-1 0,-1 0 0,-1 1-24,0 0 0,-3-2 0,2-2 0,-1-1 43,-2 1 1,2-4 0,0-2-1,0-1-11,0 0 1,2-4 13,-3-2 0,4-2 0,-2-2 0,2-4-71,1-3 1,0 0-1,0-3 12,0 0 0,3-2 0,-1-1 1,1-2-1,0-3-2,2-3 1,-1 2-1,0-2 1,0-1-20,0-1 1,-2 4 0,3 1 0,0 1-15,-1 3 1,1 7 0,-2 2 35,1 3 0,-2 5 0,0 5 0,-1 3 2,-1 6 0,0 2 0,0 5 0,0-1 31,0 1 1,-2 0-1,-1 1 18,2 1 0,-2 0 1,-1-4-1,1-3 1,0 0 46,1-1 1,-1-5-1,0 3-31,-1-3 0,2-5-47,0-6 1,1-4-1,2-4 1,1-1-42,0-3 1,3-5 0,-2-2-1,1-3-11,2-2 0,-2 0 0,0-4 0,1-1-13,-1-1 1,3 1 0,-3 1 0,0 3 7,1 1 1,-1 6-1,2 0-8,-1 4 0,-4 8 0,2 6 58,-3 4 1,0 5 0,0 3 19,0 2 1,0 4-1,0 1 1,-2 2-1,-1 1-16,-1 2 0,1-1 0,-1 3 0,-1 1 43,1-2 0,-3 0 0,3-4 0,0-1 106,-1-1 1,1-4 0,-2 0-81,1-5 0,4-3-87,-2-5 0,3-4 0,0-7 0,2-3-48,0-2 1,4-3 0,-1-3 0,1-2 12,1-4 0,1 1 0,-1-6-35,0 1 1,-1 0 0,1 1-1,-2 1 6,1 2 1,2-1 0,-3 6 0,0 3-29,0 4 0,2 6 127,-3 5 1,0 7 0,-2 8-1,-2 3 18,-2 1 1,0 3 0,-3 3 0,0 1 0,1 3-4,-1 2 1,0-2 0,-1 3 0,0 0 40,1-2 1,0 0 0,-1 0 0,0-2-19,2-3 0,1-5 0,-1-1 25,1-4-105,1 2 0,2-12 0,0-2 0,3-6-53,2-4 1,1-1 0,1-3 39,0-1 1,1-1 0,-1-2 0,0 0-1,0-2-85,0-1 0,3-2 1,0 1-1,-2-1 70,0 0 1,-1 5 0,-2-1 0,0 3 1,1 2 1,-2 6-1,0 4 64,-1 4 0,-1 5 0,-2 6 1,-3 3 39,-2 4 1,1 1-1,0 0 43,-2 1 0,0 2 0,-2 1 1,2-3-61,1 1 0,-1-2 0,1 0 0,-1-1 0,1 0-15,0-1 0,3-6 1,-2 2-1,0-1 32,3-4 1,0-2-132,1-1 1,1-8 0,1-1 13,3-4 0,1-4 0,0 0 0,0-3 0,2-2-11,0-2 1,0 1 0,0-1 0,-1-1 4,0-1 0,-1-2 1,0 1-1,-1-1 11,0 0 0,-1 4 0,0-1 0,0 4 130,0 2 1,-2 7-73,0 0 0,-1 5 1,-1 2-1,0 5 0,-1 4 2,-1 6 1,0 0 0,-2 4 0,0 2 78,0 2 0,3-2 0,-2 1 1,0 1-30,1-1 0,-1-4 0,3 3 0,0-2-23,0 0 0,0-6 0,0 1 22,0-3-75,0-4 1,3-5-1,0-5 1,1-4 0,2-2-7,0-2 0,-1-5 0,0-3-24,0-2 1,2 0 0,0-2 0,0 0 0,-1-2-38,-1-3 1,1 3 0,-2-3 0,1 2 61,0 3 0,-3 4 0,0 3-40,-1 3 1,-1 7 98,0 6 1,0 6-1,0 7 1,0 2-13,0 2 1,-1 5 0,-1 1-1,0 1 1,0 1 28,-2 1 0,4-2 1,-3 1-1,2-1-5,-2-1 1,2-5-1,-1 2 1,1-3 5,1-3 0,0-5 1,0 1-63,0-2 0,0-5 1,0-3-1,1-5 7,1-4 0,2-2 1,1-3-1,0-1-94,1-2 1,0-2 0,1-5 0,0-3 38,1-1 1,-4-1 0,1 1 0,1-1 23,0 0 1,1 0-1,-2 2 2,0 3 0,-3 2 1,2 7-1,0 2-1,-3 2 1,0 5 0,-1 6-1,0 5 62,0 4 0,-1 2 0,0 3 0,-3 1 0,0 2 1,2 2 0,-2 2 0,0 2 47,0 1 0,2-1 0,-2 2 0,0 1-21,0-1 1,2-1 0,-1-1 0,0-2-21,1-2 0,0-6 0,2 1 46,0-3 0,0-6-94,0-7 1,2-3-1,1-8 1,1-2-45,2-4 1,0 0 0,1-2-1,1-4-21,-1-2 0,0-2 0,-1 1 0,0 0-12,-1-1 0,-1 4 0,1-2 0,0 3 36,1 3 0,-3 7 1,0 1 13,0 4 1,-2 5 0,2 8-5,-3 4 1,-2 4-1,-1 2 110,-1 2 1,1 3-1,-1 0 1,1 1 0,1 2 76,-1 0 0,1 4 1,-2-1-96,1-2 1,-2 3-1,3-4 1,0 0-8,1 1 0,1-3 1,0 0-1,0-4-11,0-4 1,0-3-166,0-6 1,3-10 100,-1-7 0,4-5 0,-2 2 0,0-2-35,1-1 1,-1-4 0,2-2-1,-1-1 30,0 1 0,-1-2 0,1 2 0,0 0 0,0 2-4,-1-1 1,0 7 0,2 1 0,-2 2-11,-1 5 1,2 5 27,-3 5 1,2 6 0,-3 6 74,2 2 1,-1 3 0,-2 1 0,0 2 0,0 3 6,0-1 1,-2 4 0,-1-2 0,1 1 21,-1-1 1,2-1 0,-2 4 0,2-3-10,-2-2 0,3-6 1,-3-2 9,2 0-61,1-4 1,0-3 0,0-8 0,0-5-64,0-6 1,3-1-1,0-3 1,1-3-1,2-2-57,0-2 0,-1-2 0,0-2 42,0-1 1,2 1 0,0-1-1,0 2 29,0-1 1,0 3-1,-2 1 1,0 5 0,1 2-32,0 2 1,-1 8 0,0 1 34,0 4 1,-2 4 0,0 2 0,-2 5 71,-1 4 0,0 2 0,0 3 0,-1 2 42,-2 2 0,2 3 0,-3 4 1,0 0-18,0 0 1,1-1 0,-1 4 39,-2-1 1,0-2 0,1-5-1,1-3 77,1-4 1,-2 0 0,2-9-192,2 0 0,0-7 0,1-5 1,1-5-75,1-4 1,2-3 0,3-2 0,1-2 37,-1-2 0,0-6 1,0-2-1,0 0 1,1-2-127,-1-3 0,0 5 0,0-6 1,1 2 47,2 1 1,-2 5 0,1 4 50,-4 3 1,2 3-1,-3 5 9,3 3 1,-3 7 0,-2 4 0,-1 5 65,-1 2 1,0 3 0,-1 2 138,-1 0 1,0 4 0,-2 2-1,0 2-64,0-1 0,2 5 1,-2-3-1,0 3 1,1 2 11,-1-1 0,0-3 0,1 1 0,1-2-14,-1-2 0,2-6-107,-2-1 0,3-8 0,0-5 1,3-6-31,2-7 0,-1-5 0,0-4 0,2-4-24,0-3 1,2 0 0,1-4-1,1 1 6,-2 1 0,0 2 0,0-3 1,-1 3-58,0 2 0,0 8 0,0 1 0,0 4-69,-2 5 203,1 5 0,-5 3 0,1 5 0,-1 4 0,-1 3 129,0 2 0,-2 1 0,-2 1 0,1 2-32,0 3 0,-3-1 1,2 4-27,0-1 0,-1 1 1,2 0-1,-1 1 1,0 1-9,0-1 1,3-3-1,-2-1 1,2-1-6,-2-5 1,3-5-18,-3 0 0,3-11 0,2-5 0,1-4-223,1-5 1,1-4 0,2-5 0,0-2 90,0-2 1,1-3-1,-1 0 1,1 0-79,1-1 1,-1 4-1,2 0 75,-2 3 1,-1 2 0,0 3 0,1 2-145,-1 3 330,-3 5 0,-1 10 0,-3 6 1,0 2 16,0 1 1,-1 4 0,0-1 0,-3 3-31,0 1 1,2 3-1,-3 2 13,0 1 0,1 1 0,0 0 0,0 0 0,0 1-11,-2 1 1,2-2-1,0 0 1,1-2-46,1-2 1,-1-6 0,1-1-127,0-4 1,1-4 0,2-5 0,1-6 52,0-4 1,4-6-1,-2-2 1,4-2-18,1-3 1,-1-2-1,1-3-74,-3 1 1,2 0 0,-3 0-1,1 0 1,0 2 43,1 4 0,-1 0 1,0 6-1,-2 2-75,-1 4 84,2 5 1,-4 5 0,2 5 167,-3 1 1,-2 2 0,-1 1 0,0 2 0,-1 1 47,3 3 0,-2 0 0,-1 3 1,1 2-88,0 0 1,-2-1-1,3 4 1,-1 0 5,0 0 1,2-1-1,-2-1-49,0-2 1,2 1-1,-1-3 1,1-2-98,1-2 0,1-5 0,1-6 7,3-7 0,1-7 1,2-5-1,0-3 14,1-2 1,0 0 0,2-5 0,0 0 2,-3-1 1,3 2 0,-2 0-23,0 1 0,2 1 0,-2 4 0,-1 1 0,-1 4-29,-3 2 1,1 8 100,2 0 0,-3 4 0,-1 3 0,-2 3 149,-1 2 0,0 1 0,0 1-95,0 3 0,0 3 0,-1 1 0,-1 3 0,0 0 166,0 0 1,-1 0 0,1 2 0,-1 0-145,0 1 0,2-4 1,-1 4-1,1-3-36,1-1 1,0-6 0,0 2-7,0-3 0,1-5 0,0-4-121,2-4 1,2-3-1,0-4 1,2-3-1,0-3-40,0-1 1,1-3 0,1-2 0,0-1 32,0 1 1,0 1-1,-1 0 1,1-1 17,-1 1 1,-1 3-1,2 1 2,-4 3 0,2 3 146,-3 3 0,0 3 0,-2 4 0,-1 4 51,-1 3 1,-3 3-1,1 2 1,0 3 12,-2 1 1,4 0-1,-3 1-60,2 1 0,1-1 0,-2 3 0,0-1 0,0-1 33,1 1 1,1-4 0,0 1-1,0-3-87,0-3 0,0-5-150,0 0 1,3-6 0,0-3 63,1-4 1,1-4-1,3-4 1,0-3 13,2-2 1,0-1 0,-3 0-1,1-1 1,1-2-71,0-1 0,1 5 1,-3 1-1,-1 1-99,-1 3 1,2 2 148,-3 2 0,0 5 229,-2 7 0,-1 4 1,-1 4-1,0 1-5,0 3 1,0 0 0,-1 1 0,-1 1-49,0 2 1,0-2-1,2 4 1,-1 0 18,-2-2 0,3-1 0,-3 0 0,2-1-5,1 0 1,0-2-133,0-3 1,1-2-1,1-5-192,0-4 1,4-7-1,-1-3 1,1-3 120,1-1 1,-2-4-1,0-2 1,0-1-43,2 0 0,-2 4 0,-1-2 0,-1 0 42,-2 0 0,3 5 0,-2 2 0,0 3 70,-2 2 0,0 4-18,0 0 1,0 7-1,0 1 1,-2 4-1,-1 3 293,-1 2 1,0 0-1,-2 2-134,1 0 1,1 3 0,-1 0 0,0 0 0,-1 0-48,0-1 0,1 2 1,0-2-1,0 1-61,-2-1 0,0-1 0,1-1 1,0-2 24,1-3 0,1-2 0,-4-2-27,1-2 0,1-3 1,0-3-98,1-2 0,1-5 0,-1-4 0,1-2 0,0-4-68,0-2 0,1 0 0,-1-2 0,0 2 65,0 0 0,0 3 0,-1 1 0,0 0 31,-1 2 0,0 4 0,-1 3 1,0 4 72,0 2 0,-1 3 1,-1 1-1,-2 4 61,0 5 0,-2 2 0,-3 4 0,0 0 76,0 4 1,0 2 0,2 3-55,0 1 0,-1 6 0,1-2 0,0 1 0,1 2 28,1-1 1,3-1-1,-3-1 1,0-3-43,1-6 0,-1-2 1,4-7-1,-2-2 1,1-5 0,4-4 1,0-1-236,-1-3 1,2-4 0,0-6 0,0-3-116,0-3 1,-1-6-1,-2-4 143,0-3 0,0-6 1,0-1-1,-1 0 1,2-1 2,1 0 0,0 8 0,2 1 0,2 7 5,0 5 1,1 5 55,0 7 1,-1 6 0,-1 3 0,-1 5 105,-1 2 0,0 3 0,-4 4 77,-2 1 0,1 4 0,-2 1 0,0 5 0,0 5 37,-2 0 1,-1 4-1,0 4 1,-1-1-78,1 3 0,0-5 0,-1-3 0,0-3-33,-2-6 1,2-5 0,-2-4 0,2-2-13,1-2 1,-1-7-1,2 0 1,1-3-68,2-2 1,2-2 0,2-2-1,0-4-163,1-2 0,4-3 0,-2-3 24,2-1 0,1-3 1,0 0-1,0-3 0,0-4 43,0-4 1,0 3 0,0-2 0,0-1 38,0-1 0,0 2 0,-2 1 81,0 6 1,-1 4-1,2 10 1,-1 3 84,-3 3 1,1 9 0,-1 6-1,-1 7-83,-3 4 0,1 3 0,-2 5 0,0 4 3,1 2 0,-4 1 0,2 1 0,-1-1 40,0 0 1,0-8 0,-2 0 0,1-4 4,1-2 0,0-3 1,-1-2-1,1-4-44,2-2 1,2-7-1,1 0 1,0-2-8,0-2 1,2-1-1,1-2 1,0-2 8,0-4 0,2-5 1,-1-4-1,1-1-196,-1-2 0,1-1 0,2-4 0,0-1 35,0-1 0,1 1 0,0 2 90,2 2 1,0-5 0,-2 4 0,2 1 33,-2 1 1,3 3-1,-2 5 18,0 2 1,-2 9-1,0 4 1,0 6 138,0 5 1,-3 6 0,-1 4 0,-1 0-45,-3 1 1,3 1 0,-5 2 0,2 1-12,1 0 0,-1-2 0,-1 0 0,-1 1-7,-1 0 1,2-4 0,-1-3 0,3-4-150,2-5 72,-1-8 1,5 1 0,-1-7 0,1-4-107,1-2 1,1-3 0,0-5 0,2-1 53,1-5 0,-1 2 1,2-4 15,0-1 1,1 1-1,-1-1 1,-1 2-19,0 1 1,1 0 0,-1 4 0,1 1 22,0 2 0,-4 0 0,3 6 68,-1 3 1,-2 2 0,1 8 0,-2 3 0,-2 4 44,0 3 1,-4 1-1,2 2 1,-3 3-54,0 3 0,0 0 1,-1 3-1,-1-1 31,-1 1 1,1 0 0,2 2 0,-1 0 48,1 1 0,0-5 0,0 1 0,0-4-114,-1-4 0,4-5 1,0-2-62,0-2-14,2-4 0,2-4 0,0-5 0,0-2 4,0 0 1,0-3 0,1-3-1,0-3 11,2-3 1,0-3-1,-1-1 1,1-2 30,1 0 0,-3-1 0,2-1 1,-2 1 60,-1-2 1,2 5 0,0 1-21,0 1 0,-1 2 0,-1 5 0,0 2 50,0 3 0,0 5 0,0 4 42,0 4 0,-1 3 0,-1 2 0,-2 4-110,0 3 0,-3 3 1,3 5-1,-1 1 30,1 3 0,-1-1 1,-2 5-1,0-2 5,3 1 0,-3-3 0,3 2-4,0-2 0,-1-5 0,1-6 1,0-2 1,3-9-98,-2-6 1,3-4 0,2-9 0,1-2 57,1-3 1,-1-7 0,1-3 0,1-3 9,-1-2 0,2 0 0,-3-3 0,0-1 17,0-2 0,2 5 0,-2-1 1,0 2 19,1 3 1,-1 3 0,-2 4 0,2 4 26,-2 4 0,3 6-43,-2 7 1,0 3 0,-2 9 0,0 2 54,-3 1 0,2 6 0,-3 1 0,0 4-17,0-1 0,1 2 1,-1-1-1,0 0-56,0 0 1,2-3 0,-2 2 0,0-2 31,0-1 1,2-2-1,-2-1 1,0-1-4,0-2 1,2-7 0,-1 0 16,0-3 0,2-3 0,-2-3-73,3-3 0,0-2 0,0-4 0,0-2 0,3-5 4,2-3 1,-1 1 0,0-7 0,1 0-5,-1-1 0,3-1 0,-3 0 0,0 0 7,1-2 1,-1 0-1,2-1 1,-2 3-8,-1 3 0,2 9 133,-3 2 1,0 10 0,-2 3-49,0 8 1,-3 10 0,-1 6 0,-1 3-91,1 2 0,-1 3 0,-2 3 1,0 1 59,3 0 1,-3 2 0,2-3 0,-1 0-34,-1 2 0,0 3 0,2-3 0,0-3 0,-1-3 28,0-3 0,2-10-55,2 0 1,-2-10 0,3-6 5,2-8 1,-1-6 0,5-6 0,1-5 21,0-7 0,4-4 0,0-7 0,1-3 3,-1 1 0,3 0 1,-1-5-5,1-1 1,2-8 0,0 0 0,1 2 0,1 3 23,-1 8 1,-1 12 0,-1 3-25,1 5 1,-1 6 0,0 5 0,-2 6 0,-2 3-34,0 4 0,-4 2 0,0 3 0,-1 4 19,-1 4 0,-2 5 1,0 2-1,-1 4 137,-1 0 1,-1 1 0,0 1 0,-3 3 21,0 4 0,0-1 0,-4 3 0,1 1-64,0 1 1,0-3 0,0 5-1,-1-1-64,1-1 0,0-9 0,1-2 0,0-4 67,1-5 0,4-9-144,-2-6 1,3-7 0,2-8-1,2-2 39,2-2 0,0-6 0,3-3 0,0-4 1,1-6 0,0 2 0,2-5-14,-2 3 0,0-3 1,1 5-1,0 3 1,1 1-8,-1 5 0,2 9 0,-4 4 0,1 4 13,0 3 1,-2 3 0,1 5 102,-3 2 1,-3 1 0,-3 5 0,0 2-62,0 3 1,0 0-1,0 5 1,0 2 30,0 2 0,-2 3 1,-2 5-1,0 1 209,-1 0 1,1 0-1,-1 3-135,-1-1 0,1 0 0,-1-6 0,2-7-1,1-4-114,1-4 1,2-13 0,0-6 0,3-6 0,2-5-108,1-4 0,2-3 1,1-7-1,0-1 93,0-3 0,2 0 1,-2-3-1,1 0 1,0 0 0,-1 6 0,2-1 0,-1 2 4,-1 1 1,-1 4-1,-1 3 1,0 3-136,-2 3 112,1 5 1,-5 9-1,1 8 1,-1 8 172,-1 5 0,0 4 0,0 1 0,-1 2-78,-1 1 0,0-2 0,-3 2 0,0 1-9,-2 1 0,3-1 1,-1 2-1,-1 2 6,0 1 0,1 1 0,0-4 1,1-1 12,0-3 0,-2-7 0,4-1-109,0-6 0,1-7 0,1-4 0,1-6 53,1-5 0,2-4 0,4-7 1,-1-3-75,0-4 0,2 0 0,1-5 1,0-1 43,0-3 0,-1 5 0,3-1 1,1 0-28,0 3 1,2-1 0,-2 1 0,0-1 21,-1 2 1,-3 6 0,0 1-1,-1 6-15,0 5 0,-4 8 68,-2 6 0,-1 6 1,-1 9-1,0 3 52,0 3 1,-3 3 0,0 2-1,0 2 34,0 1 1,-3-3 0,2 3 0,-1-1-45,1 0 0,-1 0 1,-2 0-1,2 0-20,0 0 1,1-4-1,-2 1 1,2-3 9,1-3 1,1-10-87,2-1 1,0-10 0,0-4-1,1-7-64,1-6 0,3-4 0,4-5 0,0-3 54,0-3 0,0 1 0,0-3 0,1 0 3,1 2 0,-1-2 1,1 3-1,0-3-18,0 0 0,-1 1 0,1-5 0,0 4 9,1 3 1,-5 8 0,1 4-1,-1 6-15,-1 3 0,-4 6 0,0 5 155,-1 5 0,-1 5 1,0 4-1,0 3-2,0 3 1,-2 5-1,-1 4 1,-1 3-50,1 2 0,-2-3 0,2 2 65,-1-3 0,2 1 0,-3-4 1,0 1-32,1 1 0,-1-1 1,1-4-1,1-5 0,0-1 39,1-3-132,2-4 1,0-8 0,0-8 0,0-6 0,4-6-58,3-4 0,1-1 0,3-4 0,0-2-12,0-1 0,1 0 0,2-4 0,-1 1-11,-1 1 0,0 3 1,2-6-1,0-3 48,-2-3 0,0 4 1,-2 2-1,0 3-31,0 5 0,-3 9 0,1 3-15,-2 6 0,-5 7 1,2 5 114,-2 4 0,-1 2 1,0 5-1,0 3 0,-1 3 207,-2 3 0,2 4 1,-3 3-1,0 0-93,0-1 1,1-3 0,-1 4-1,0-4-13,0-1 1,3-4 0,-2-3 0,0 0 71,1-2 0,-1-3-253,3-3 0,1-6-68,2-6 0,1-4 0,4-5 0,0-4 0,3-2 65,0-2 1,1-3 0,2 1 0,1-1 1,-1-1 0,1 1 0,-1-5 0,0 0-55,1-1 1,-3-2-1,-1 0 1,0 1 49,0 0 1,-2 7 0,0 2 30,-3 4 8,-3 7 1,-3 7-1,0 6 1,0 2-1,0 3 249,0 3 0,-3 0 1,1 6-1,0 2-60,-2 3 1,4-3 0,-3 6 0,2-1-81,1-2 1,-2-4-1,0 0 1,0-2-52,1 0 1,1-3 0,0 0 0,0-4-40,0-2 0,3-5-4,2-3 1,-1-3-1,1-3 1,1-4 0,0-3-153,1-4 1,0 1 0,1-4-1,-1 0 95,0-1 1,1 0 0,1-2-1,0-2 8,0-2 0,-1-1 0,-1-1 0,1 1 14,-1 2 0,0 4 1,0-1-2,0 6 1,-2 2-1,-1 7 106,-1 4 0,0 6 0,-3 5 0,0 4 54,0 3 0,-3 3 0,0 5 0,0 3-71,0 4 0,-2-1 1,2 3-1,0-1 61,-1-2 0,0 0 0,1-2 0,1-1 26,-1-1 0,2-3 0,-2-2 0,0-4 0,1-4 0,-1-7-184,3-9 1,1-2 0,2-7 0,1-4-22,3-2 0,0-4 0,0-1-18,0-1 0,1-1 0,-1 1 1,0 1-1,-1-2-40,-1 1 1,1-5 0,-1 2 0,2-1 85,0 0 0,-2 9 0,-1-2 0,0 5-9,0 4 0,-3 5 1,2 7 91,-3 4 0,0 7 0,0 2 0,0 5 184,-3 3 1,2 2 0,-4 5 0,-1 0-123,0 1 0,1-7 0,0 4 0,0-2-21,-2-2 0,2 0 1,1-1-1,-2-2 9,0-2 0,-1-5 0,3-2-27,1-2 0,0-6 0,1-3-206,0-6 1,1-5-1,1 0 1,0-2-28,0-3 1,0-1-1,0-4 1,0 0 38,0-2 0,3 0 1,-1-2 40,0-1 0,-2-4 0,0-1 0,0 1 95,-3-1 1,-1 1 0,-4 6 0,-1 3-1,-1 5 15,-1 4 0,-2 6 0,-3 5 0,-2 2 67,0 2 0,-1 5 1,-2 5-1,1 3-5,1 2 0,2 1 0,-1 4 29,0-1 1,1 6-1,3 0 1,-1 0-1,2 1-18,1 0 1,-2 0 0,3-3 0,-1-2-75,0-3 1,3-6 0,0 1-1,0 0-18,-1-2 0,4-4 0,-2 1-5,2-2 1,-2-2 0,3-1-1,-2-3-45,0-1 1,2-5-1,0-2 1,-2-5-93,-2-2 1,-2-1 0,3-4 0,-3-1-4,0 1 0,-1 1 0,-2-1 0,-1 0 65,1 2 0,1 1 0,-1 1 0,-1 2 180,0 3 0,2 4 0,2 3-27,1 4 1,-3 5 0,1 5 0,-2 2-1,0 1-52,-1 2 0,1-1 0,0 2 0,-1 1-6,1-1 1,0-1 0,0 1 0,0 1-6,0-1 0,4 1 0,-4 1-22,3-3 0,-1 2 0,1-4 0,1 2 1,0 1 1,0-3 0,3-5 0,0-3 13,-1 0 0,4-5 0,2-2-3,1-4 1,1-6-1,0-4-88,0-2 0,0-6 0,0-1 0,1-3 0,1-3 6,0 0 0,4 1 0,-2-3 0,0 3 38,1-1 1,-1 6 0,2-2 0,-1 1 130,0 1 0,-2 7-36,0 4 1,-2 5 0,-1 6 0,0 5 56,0 7 0,-4 6 0,0 3 1,-3 2-89,0 2 0,0-2 1,0-2-1,2 2 19,0 0 0,0-1 1,-1 2-1,0-2-6,1-2 1,3-3 0,-2 0 0,1-2-81,1-2-31,1-6 0,1-3 0,2-9 0,2-3 64,3-3 1,4-4 0,0-4-1,1-3 1,2-2-11,2-3 0,2 2 1,-1-5-1,3-4-18,3-4 0,0-3 0,2-5 0,1 0 39,0 3 0,-5 12 0,2 0 1,-2 8-39,-1 5 0,-5 10 10,-1 4 1,-3 4 0,0 3 0,-5 3 29,-2 2 0,-1 1 0,-1 1 0,0 4 141,0 3 0,1 2 0,-1 4 1,1 1-62,0 4 0,-2 0 0,1 6 1,0-1 28,0 1 0,-1-4 0,1 0-27,-1-4 0,-1-2 0,1-10-23,1-1 1,0-5 0,3-6 0,0-4-146,2-4 1,2-3 0,2-1 0,0-5 0,3-6 30,2-2 0,0-6 1,2-4-1,0-1-4,-2-4 0,-1 5 0,1-1 1,1 2 18,-1 2 0,-1 7 0,-1 4 0,-2 5 0,-2 6 0,-2 2 35,-1 5 1,-3 3 0,-2 3 0,-1 3 116,-1 0 1,-2 0 0,-2 2 0,0 2 0,-1 4-17,-2 0 1,1 4-1,0 1 1,2 3-27,-2 3 1,0-3 0,1 7 0,0 1 6,-1-2 1,2 1 0,0-2 0,1-3-8,2-3 0,0-4 1,2-5-101,1-3 1,2-4 0,4-7 0,2-3 16,2-4 0,1-7 0,2-2-31,-1-3 0,3-4 1,0-4-1,1-1 1,0-3-55,-2-1 1,-1 0-1,-1 0 1,1 2 31,2 1 0,-4 7 1,1 3-1,0 4 40,0 5 1,0 5 23,0 4 1,0 2 0,-3 2 0,-3 4 63,-2 2 0,-5 1 0,3 3 0,-2 1 0,0 1 112,0 3 0,-1 2 0,-2 2 0,-1 2-132,0 4 0,-4 0 0,2 6 0,0-1-41,-1 1 0,1-5 0,-2 0 1,1-3 72,0-4 1,-1-6-26,1-5 1,0-6-1,2-4-185,2-4 1,0-3-1,2-1 1,1-1 56,3-3 1,1-2-1,2-2 1,1-2-1,2-2 45,0-3 0,-2 2 0,1-3 1,-1 2-14,1 1 1,0 1 0,-3 2 45,0 0 1,0 2 0,0 4 208,-3 3 0,0 5 12,-4 4 1,0 3 0,-1 4-175,-2 0 1,2 3 0,-3 0 0,0 2 0,1 0-25,-1 2 1,0 1-1,0 1 1,1 2-51,0 0 1,0-4-1,1 2 1,-1-2-3,-1-1 0,2-4 1,-1 0-168,0-3-14,2-3 1,4-11 207,4-2 1,5-4-1,0 1 1,1-2-1,2-2-30,-1 1 0,1 0 0,-1 0 1,0 0 3,1 0 0,-4 4 0,-1 2 1,-2 2 200,-1 1 63,-3 3 1,-2 1-1,-4 6-187,-3 2 1,-1 1 0,0 1-1,0 1-99,-2 2 0,-1 0 1,2 3-1,0-1 1,2 1 29,0 0 1,0 0 0,-1 0 0,0 0-125,1 0 1,4-3-292,-2-1 1,2-1-375,1 0 818,0-8 0,4 0 0,0-8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19:45.203"/>
    </inkml:context>
    <inkml:brush xml:id="br0">
      <inkml:brushProperty name="width" value="0.06" units="cm"/>
      <inkml:brushProperty name="height" value="0.06" units="cm"/>
    </inkml:brush>
  </inkml:definitions>
  <inkml:trace contextRef="#ctx0" brushRef="#br0">70 0 8188,'3'7'0,"1"3"313,2 3 0,3 6 1,2 10-1,4 7-61,5 8 1,0 0 0,5 3 0,0 1-540,2-1 1,-5-5 0,3-2 286,-5-6 0,4 2 0,-4-6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0:00.196"/>
    </inkml:context>
    <inkml:brush xml:id="br0">
      <inkml:brushProperty name="width" value="0.06" units="cm"/>
      <inkml:brushProperty name="height" value="0.06" units="cm"/>
    </inkml:brush>
  </inkml:definitions>
  <inkml:trace contextRef="#ctx0" brushRef="#br0">300 78 7963,'-6'-7'1,"-1"1"0,-1-1 1,-1-1 130,-1-1 1,1 1-1,-2 1 1,0 1 411,-1-1 1,-2 2-1,-2 0 1,-3 3-150,-1 2 0,2 0 0,-3 3 0,3 4-217,1 3 1,2 5 0,1 4-1,2 4 29,1 4 1,4 2 0,1 7-1,2 1-274,1 0 0,3-2 0,-2 3 0,4-2-250,5-3 1,1-9 0,4-4 0,2-5-273,2-5 1,-1-3 0,4-3 0,2-2 126,1-1 0,0-7 0,3-2 0,2-4-1544,1-3 2006,-3-5 0,5-5 0,-3-5 0</inkml:trace>
  <inkml:trace contextRef="#ctx0" brushRef="#br0" timeOffset="302">403 148 7960,'0'-9'211,"-1"4"1,-1-1 0,-3 3 260,-3 1 0,-2 2 0,-3 2 0,0 4 173,-2 4 0,3 1-399,-3 7 1,5-1 0,-2 4 0,2 1 0,3 0 0,2 1-44,3 0 1,1-5-1,2 0 1,1-4-373,5-4 1,2-4 0,4-2 0,0-1-138,2-2 0,0-4 1,1-3-1,0-4-12,1-2 1,-3-4-1,1-1 1,-1-2 23,-2-3 0,1-1 0,-1-4 1,0-1 361,-2 1 0,-3 3 0,0 4 0,-1 5 209,-3 4 0,-1 4 0,-1 4 0,1 5-54,0 6 1,-2 6 0,0 3 0,0 2-48,0 3 0,0-4 0,1 3 0,0 0-618,2-1 1,-1-3 0,0-1-1,1-2-332,0-4 0,-1-3 1,3-3-1,0-2-157,0-1 1,0-2 930,-1-4 0,0-2 0,3-6 0</inkml:trace>
  <inkml:trace contextRef="#ctx0" brushRef="#br0" timeOffset="601">589 161 9005,'0'6'507,"0"1"0,0-1 0,0 1-251,0-1 1,0 3 0,0 2 0,0 2 144,0 2 0,2 0 1,0 3-1,0-3-301,-2 1 1,2-2 0,1 0 0,-2-3-127,0-2 0,-1-5 0,3-3-208,1-5 1,-1-4 0,2-10 0,0-4 96,0-4 0,4-5 0,0-4 0,1-1 31,2 1 1,0 5 0,1 3 0,2 4 323,2 4 0,2 10 0,-1 2 0,-1 6-10,-2 3 1,-1 8 0,-2 7 0,-2 4-185,-4 4 0,1 0 1,-4 4-1,1 0-264,-2 0 1,-1-4 0,-1-2 0,0-2-539,0-2 0,-1-5 0,-1-4 0,-2-2-1990,-2-1 2768,-3-1 0,-4 0 0,-3 1 0</inkml:trace>
  <inkml:trace contextRef="#ctx0" brushRef="#br0" timeOffset="1000">89 610 8036,'-4'3'265,"1"0"0,3 4 0,0 0 62,0 1 0,3 3 0,2 4 0,2 2-131,2 2 1,1 0 0,0 0 0,0 1-127,1 2 1,0-2 0,1 0 34,-1-2 0,-1-4 0,1-4 0,-1-5 1,-1-3-225,-1-4 1,0-6 0,0-7 0,0-2 191,0-4 0,-1-3 1,0-3-1,-1-1-49,0-1 1,1 0-1,-1-2 1,1-2-309,2 0 1,-2 3-1,2 2 1,-2 2-192,2 3 1,-4 10 0,1 1 0,0 5 142,0 5 1,-3 5 0,0 3 331,-3 4 0,0 11 0,0 3 0</inkml:trace>
  <inkml:trace contextRef="#ctx0" brushRef="#br0" timeOffset="1266">506 706 8016,'3'-3'213,"3"2"0,-2-3 0,2-1 0,-1-2 1,0-1-1,-1-4 84,-1-2 0,-1 0 0,-2-3 1,-1-1 56,-1-1 1,-1 2 0,-4 2 0,0 0 65,-1 3 1,0 4 0,-3 2-1,0 4-149,-2 3 0,3 4 1,0 5-1,1 4-99,1 4 0,3 3 1,1 5-1,1 0-60,2 2 0,0-2 0,1 1 0,1-2-231,1-1 1,2-5-1,4 1 1,1-1-845,1-1 1,-1-7 0,2-1 0,0-3 15,1-2 1,1-1 0,-1-5 0,-1-4-638,0-3 1584,-3-7 0,1-4 0,-2-4 0</inkml:trace>
  <inkml:trace contextRef="#ctx0" brushRef="#br0" timeOffset="1567">595 648 11286,'0'7'0,"0"0"289,0 2 0,0 1 0,1 5 0,0 3-142,2 3 0,1 0 0,-2 3 1,-1 1-58,0-1 0,1-2 0,0-1 0,0-4 184,-1-2 0,-1-4-167,0-2 0,0-7 1,0-3-1,0-6-7,0-5 1,0-3 0,0-5-1,0-2-221,0-1 1,2 1-1,1-2 1,0-1 23,2 0 0,0 5 0,0 1-48,-1 0 0,3 2 1,1 4-1,0 2 1,-1 1-404,0 4 1,-1 4 0,1 0-175,-1 4 1,0 0-1,1 3 1,-1 1 5,1 2 0,-3-3 0,0 4 716,1-2 0,0-1 0,0 0 0,-1-2 0,1 2 0,1-2 0</inkml:trace>
  <inkml:trace contextRef="#ctx0" brushRef="#br0" timeOffset="1698">807 681 8184,'1'9'0,"0"2"375,1 1 0,0 0 1,-1 1-1,1 1-114,0 1 1,0-1 0,-2 2 0,0 1-472,0-1 0,0-2 0,0 1-731,0-4 0,2-7 0,0-8 941,0-8 0,-2-5 0,0-2 0</inkml:trace>
  <inkml:trace contextRef="#ctx0" brushRef="#br0" timeOffset="1815">852 591 7939,'0'-10'0,"0"1"-83,0-1 0,0 5 0,0-1 0,1 1-77,1 1 0,-1 1 1,3 4 191,-1 1 1,2 0 0,-2 2 0,2 2-72,2 2 1,-2-1 38,3 1 0,2-1 0,0 0 0</inkml:trace>
  <inkml:trace contextRef="#ctx0" brushRef="#br0" timeOffset="2016">1031 533 7962,'0'-6'184,"0"-1"1,-2 1 0,-3 2 284,-3 2 1,2 1 0,-2 1 0,0 1-166,1 1 1,0 2 0,1 6 0,1 2 195,1 2 1,2 5-1,-1-1 1,0 4-300,1 0 1,2 0-1,0 3 1,0 2-513,0-1 1,0 1 0,0 0 0,2 0-163,0 0 0,3-5 0,-2 1 0,2-2-530,-1-2 0,-3-7 1003,1-4 0,2-5 0,0 0 0</inkml:trace>
  <inkml:trace contextRef="#ctx0" brushRef="#br0" timeOffset="2183">948 764 8243,'0'-4'1251,"0"-1"0,1 4 1,0-2-713,1 0 1,3 3-1,0-3 1,2 2-311,2-1 1,2 1 0,0-1-1,2 1-737,2 1 0,-3 0 0,2 1 1,-1 0-600,1 2 1,-4 1 1106,2-2 0,-3 3 0,0-1 0</inkml:trace>
  <inkml:trace contextRef="#ctx0" brushRef="#br0" timeOffset="2499">1147 713 8653,'-4'2'13,"2"-1"0,2 2 1,3-3-118,4 0 1,-1-3 0,2-1 0,0-2-384,1 0 1,1-1 0,2-1-1,-1-1 465,0-1 0,0 1 0,1-1 0,-1 0-128,-3 0 0,-1 3 368,0 1 1,-4 5-1,-1 6 1,-1 3 643,-1 5 1,-3 4 0,-1 4-1,-2 3-82,0 3 1,2 1 0,0 3-1,0 4-697,1 2 1,1-5 0,-2 3-327,1-3 0,1-2 0,2-7 0,0-6 1,0-2-479,0-4 1,-1-5 720,-1-2 0,-1-8 0,-4-3 0</inkml:trace>
  <inkml:trace contextRef="#ctx0" brushRef="#br0" timeOffset="2967">364 1348 7940,'0'2'-40,"0"-2"0,0-6 77,0-4 1,0-5-1,0-2 1,0-2 238,0-3 1,0 2-1,-2 0 1,-3 1 126,-3 2 0,0 8 0,-3 1 1,0 4-47,-1 5 1,-1 3 0,0 7 0,1 5-159,1 4 0,0 3 1,3 4-54,2 1 0,1 2 0,2-2 1,2-1-1,0-1-105,1-3 1,4-1 0,2-3 0,2-2-258,2-2 0,0-2 1,1 0-1,0 1-66,1 1 0,-2-4 0,-1 2 0,-1-2 80,-3-1 0,-3 2 0,1-4 0,-3 0 99,-3-1 0,-3 0 0,-5-1 54,-1 0 0,-3 1 1,0-1-1,-1 1 0,0-1-236,2 1 0,0-2 0,2 0-1461,2-3 1424,3-2 1,7-2 0,5-3-1,3-3 322,3-3 0,4-4 0,1-1 0</inkml:trace>
  <inkml:trace contextRef="#ctx0" brushRef="#br0" timeOffset="3233">435 1437 7940,'0'7'349,"0"1"0,-1 2 1,0 0 32,-1 1 1,0 2 0,1 2-1,-1 2-21,0 1 0,0 0 0,2-3 0,0 0-148,0-1 1,1-5 0,1 0 0,2-4-316,2-2 1,0-1-1,1-5 1,-1-2 148,1-2 1,-1-4 0,0-3 0,-1-3-153,-1-1 0,-3 2 0,2-3 0,-3 1 134,0 2 1,-3 2 0,-1 4 0,-2 1-121,-3 1 1,2 3-1,-1 1 0,0 2-478,-1 3 1,2 4-1,-2 4 1,2 1 58,1 2 1,0-2 0,2 0 0,2 0 47,1 0 0,1-3 0,1 2 462,1-2 0,1-3 0,4-2 0,-1-2 0</inkml:trace>
  <inkml:trace contextRef="#ctx0" brushRef="#br0" timeOffset="4115">512 1457 8117,'3'-6'695,"1"2"1,0-1-374,0 3 0,-1 2 0,2 5 1,-1 2 85,-1 3 1,1 2 0,-1 5 0,0 1-185,0 3 1,0-2 0,-2 1 0,2 0-84,0-1 1,-1-2-1,1 1 1,-1-4-216,0-4 0,0-4-174,-2-2 0,1-6 1,0-3-1,1-5 74,0-7 0,-2-3 0,1-5 0,1-2 90,3-3 0,-2 4 0,1-3 0,1 1 26,1 2 0,1 7 0,-1 5 1,0 3 76,1 3 0,0 4 0,0 3 0,0 5 117,-1 5 1,-1 5 0,1 4 0,1 2 163,-1 4 0,0 1 0,-1 2 0,-1 0 101,1 0 1,0-1 0,0 1 0,-1-2-141,-2-4 1,3-5 0,-2-2 0,-1-3-316,1-2 1,-1-6-1,-2-3-280,0-3 0,1-6 0,1-2 1,0-4 108,-1-4 1,1-4 0,-1-4 0,2-2 80,0-3 1,0 6 0,1-3 0,1 1 163,1 2 1,0 3 0,0 4-1,-1 6 156,-1 3 0,0 7 1,2 3-166,-2 3 1,0 5 0,-3 2-1,2 0-276,1 4 0,-3-1 1,1 4-1,0-1-396,0 0 1,-1-1 0,3 2 185,-1-2 1,1 0 0,-1-2 0,0-1 0,2-3-7,1-3 1,-2-3-1,0-2 1,2-2 470,2-4 0,-1-3 1,2-2-1,-2-1 323,-1 0 0,3 1 0,1-2-30,0 1 0,2-1 0,-3 2 1,1-1 257,1 0 1,1 1-1,-1-3 1,-3 0 0,-1 0-188,0 0 1,-3 1 0,-1-1 0,0 1-204,-4 1 1,-3-1 0,-4 5 0,-3 1 54,-1 3 1,-2 2 0,0 2 0,-1 2 205,1 3 1,3 4-1,1 5 1,0 2-80,3 2 0,-1 3 0,3 1 1,0 0-137,3 1 1,2-1 0,0 2 0,3-1-270,4-3 1,2-1-1,4-2 1,0-2-231,2-3 0,1-8 0,2-1 1,-1-2-1059,1-2 1,-2-4-1,1-4 1,0-6 446,0-4 0,-2-4 0,-3-6 604,-1-2 1,0-3 0,-4 4-1,-2 0 1,-2 1 177,-1 2 1,-1 5-1,-1 3 1,0 4 807,0 4 1,-3 5-1,-1 3 537,1 4 0,-2 2 0,2 4-720,2 0 1,0 4 0,1-1 0,0 3 0,0 2-161,0 0 1,2 0 0,1 1 0,1 3-259,1 0 0,0 0 0,0 4 0,-1-1-1060,1-1 1,-2 0 0,-1-4 17,-1-1 1,-1-4 0,-1-4 0,-1-3 0,-3-2 965,-3-1 0,-2-6 0,-3 0 0</inkml:trace>
  <inkml:trace contextRef="#ctx0" brushRef="#br0" timeOffset="4715">1064 1617 7870,'0'-6'420,"-3"1"1,1 1-143,1-1 1,0-1-1,1 0 1,1 0 98,1-1 1,2-2 0,3-1 0,1-2-282,3 0 1,0 0 0,0-3 0,2 1-391,0-1 1,0 2 0,1-2 0,0 1-272,-1 1 0,-1 2 1,-1 2-1,-4-1 40,-2 0 1,0 1-1,-2-2 328,-2 0 1,0 4-1,-1 0 645,0 2 0,-3 2 210,-1 1 0,0 2 0,0 2 0,2 2-199,0 2 0,1 0 1,1 1-1,0 2 163,0 2 0,0 1 1,0 3-1,0 3-151,0 3 0,3 0 1,-1 1-1,1 2-250,0 1 1,2-1 0,-1 4 0,1-1-156,0 1 0,0-7 0,0 0 1,0-4 32,2-3 1,-3-5 0,0-4-393,1-4 1,-2-5-1,0-8 1,-1-3-262,0-4 1,3-1-1,-3-5 401,-1-2 1,2-2 0,0 0 0,0 2 0,0 2 263,1 5 1,-2 4 0,2 2 0,-1 3-115,1 5 0,-2 2 0,1 5 0,1 1 359,0 2 1,-2 3 0,2 1-1,0 3-407,0 1 0,1 4 0,-1 0 0,0 1-702,1 0 0,-3 0 0,2 1 14,1-3 1,-1 2 0,0-6-14,1 0 1,0-6-1,-1-2 1,-1-7 112,0-4 0,-3-3 0,3-3 642,-3-1 1,2-2 0,1 2-1,-2 2 1,0 1 83,2 1 1,-3 3 0,3-1 519,0 2 0,-2 4 0,3 3-98,-1 4 1,0 5-1,-1 1 1,1 2-46,1 1 0,1 2 0,-2 0 1,0-1-705,2 0 1,-1 0-1,-1 0 1,1-3-752,0-1 1,-3-5 0,1-6-729,-1-4 1719,-1-5 0,-6-8 0,-1-2 0</inkml:trace>
  <inkml:trace contextRef="#ctx0" brushRef="#br0" timeOffset="4839">1442 1450 7855,'0'-8'0,"0"-1"229,0 1 1,-2 3 0,0 1 562,0-1-13,-1-1-1146,2 3 1,-1 0-674,4 3 0,-1 1 1040,4 1 0,-1 1 0,2 4 0</inkml:trace>
  <inkml:trace contextRef="#ctx0" brushRef="#br0" timeOffset="5549">1493 1418 7785,'7'0'352,"-3"0"147,0 0 1,-2 1 0,2 1 3,-1 2 1,0 4 0,-2 1 0,1-1-71,0 2 0,1-1 0,-1 4 1,0 1-194,1 1 0,-3-1 1,2 2-1,0 0-22,0-2 1,-1-1 0,2-2 0,-1-3-247,0 0-120,0-2 1,-2-5 0,1-4 0,0-5 0,1-5 39,0-3 0,-2-3 1,0 1-1,0 0 61,0 1 0,0 0 1,1 1-1,1 3 73,0 1 0,1 4 0,-2 0 1,2 1 196,0 3 1,2 1-1,0 4 1,0 1-236,0 2 0,-1 2 0,2 1 0,1 2-240,-1 1 1,-2 0-1,1 1-39,3 0 0,-2-1 1,3-2-1,-2-1 0,-1-1-290,0-2 0,3-1 0,0-3 0,-1 0 165,1-3 0,-1-1 0,0-4 0,-1-3 445,0-1 0,-1-1 0,0 1 1,-2 0 22,-2 2 0,1 0 0,-1-1 0,0 2 885,-2 2 0,0 3 0,0 1 1066,-3 0 0,2 1-1650,-3 4 0,2 2 1,0 2-434,1 1 0,1 1 1,0 1-1,0-1 1,0 1-142,0 0 0,3 0 0,-1-1 0,2 0-55,1 0 0,-1-1 0,0 0 1,2 1 161,1 1 0,1 2 0,0-1 0,-1 1 432,0 2 0,1-1 1,1 5-1,-1 0-170,-1 1 0,-3 1 0,0 4 61,-2-1 0,0 3 1,-2-2-1,0-2 0,-3 1-25,-3 0 0,-2-3 1,-2-1-1,0-4-294,0-4 1,2-2 0,-2-3 0,1 0-232,1-3 1,1-2 66,0 0 0,4-2 0,1-3 139,1 0 1,3 0 0,2-1-1,1-1 255,2 0 1,2 0 0,0 0 21,2 1 0,5-3 0,0 1 1,3 0-1,3 1-290,1 0 0,1 3 0,1 0 0,1 2-3,0 0 0,-6 1 1,-2 1-1,-3 0-1317,-3 0 0,-3 0 1,-2 0 1467,-4 0 0,-4 0 0</inkml:trace>
  <inkml:trace contextRef="#ctx0" brushRef="#br0" timeOffset="7082">236 1970 7816,'-16'13'-176,"1"-1"0,4-2 1,3-1-1169,0-2 1471,5-3 43,0-1 0,2-6 0,-1-1 0,-1 0 110,-1 0 1,-1 1-1,2 0 1,0-1 342,0 1 0,1 2 0,2 1-333,0 4 0,1 5 0,1 4 0,3 3 94,3 3 0,0 1 0,3 2 0,0 3-104,1 2 1,1-5-1,0 1 1,-1-3-273,-1-3 1,-2-4 0,-3-5-77,1-3 1,-2-6 0,0-6 0,-1-6 0,-1-5-67,-2-5 1,1 0 0,-1 0 0,1-1-99,0 1 0,-2 3 1,0 4-1,0 1 153,0 3 0,0 2 0,1 4 168,1 2 0,-1 6 1,2 5-1,-1 2-55,0 3 0,3 1 1,-1 1-1,2 1 12,0-1 0,1 0 0,-1-2 0,1-1 13,-1-3 1,0-4 0,1-1 20,-1-3 1,1 0-1,-1-1 1,0-3-27,1-2 1,-1-7 0,1-1 0,-2-1 0,0-1-192,0 0 0,-2-1 0,2-2 1,-3 2 97,-2 2 0,3 4-2127,-1 3 0,1 3 1458,-1 3 1,-2 4-1,3 3 708,0 0 0,0 2 0,1-1 0,1-1 500,-3-1 1,0-2 0,-1 2 459,1 1 0,0 0 0,1 0 0,1 3-571,-1 1 1,2 2 0,1 2 0,1 0-402,-1-1 1,0 2 0,1 0 0,-1 1-4,1 0 1,-3-5 0,0-2-1,0-2-1119,0-2 1,0-3-1,-3 0 1,1-4 606,0-6 1,-2-4 0,0-2 0,0-3 526,0 0 0,0 0 0,0-1 0,0 0 0,0-3 0,0 1 0,0 1 0,0 1 43,0-1 0,0 5 1,0-4-1,1 3 357,1 2 1,-1 5 0,1 3 0,-1 1 161,2 1 0,-2 1 1,3 3-353,1 0 0,-1 3 0,-1 1 0,1 2-22,-1 0 0,0 3 0,0 0-282,0-2 0,1 3 0,-1-1 0,0 0 0,1 0-269,-1-1 1,-1-2-1,0 0 355,-2 1 1,3 1 0,-1-2 0,-1 1 77,0 2 1,1-1-1,0 2 1,0 0-93,1-1 1,-2 2-1,2 2 1,-1 0-126,0 0 0,0-3 0,-1 1 0,0 0-91,1-1 0,0 2 0,-2-2 62,-2 0 0,-2-1 1,-2-3-1,-1 0 0,-1-1-16,-1-1 1,1-2 0,1 0 0,1-2 485,-1-2 0,3-2 0,0-2 0,2-1 139,0 1 0,1-3 0,1-1 1,1-1 42,1 0 1,0 3-1,2-2 1,1 0-132,1 0 0,0 0 0,1-1-214,-1 3 1,0-1 0,2 1 0,-1 1 0,3-1-579,0 1 0,-3 0 1,2 1-1,-1-1-290,0 1 1,0-1 0,0 2 0,-1-1 69,0 0 1,-3 2 0,0-4 666,1 0 0,-1 1 62,0 3 0,-3 2 1,2 5-1,-3 3 283,0 4 1,0 3 0,0 1-1,0 2 270,0 0 1,1-1 0,0 2 0,2-1-160,-2 0 1,2-1 0,0 0 0,0 0-310,2 0 0,1-2 1,0-3-1,0-1-180,-2-1 0,2-4 0,-2-1 1,2-3-64,0 0 1,-1-3-1,-1-4 1,0-3-4,0-5 0,-1 1 1,-1-2-1,1 0 134,0 2 1,1 0 0,0 2 0,-1 1 402,0 3 1,-2 3-284,3 1 1,0 3 0,1 2 0,-1 4 0,-1 3-332,1 2 0,0 2 0,2 2 1,1 1-1009,-1-1 1,1 0 0,0-2-1,1 1 371,0-3 1,1-1 812,0-2 0,1-1 0,3 1 0</inkml:trace>
  <inkml:trace contextRef="#ctx0" brushRef="#br0" timeOffset="8581">1128 2079 7721,'-5'1'537,"2"1"0,0 2 144,2 2 0,0 1 0,1 1 0,1 4-417,1 5 0,2 3 0,4 5 1,1 1-202,1 0 1,0-3-1,1-3 1,-3-3-18,-1-4 1,0-6 0,-1-5 0,0-5-278,-2-6 0,1-4 1,-3-9-1,0-2 92,-2-3 1,0 2-1,0-2 1,0 1 183,0 1 0,0 3 1,0 4-1,0 2 75,0 3 1,1 8-7,1 0 1,1 7 0,2 3 86,-1 3 0,1-1 0,1 4 0,1 1 0,1 0-122,1 3 0,1-1 1,0 1-66,0-2 0,0 2 0,1-2 1,-1-1-1,0-2 39,0-3 1,-2 1 0,0-3-373,-1 0 0,-2-3 0,-2-2 1,0-2-1,-1-3-286,-2 0 0,0-4 0,0 0 0,0-1 273,0-2 1,0 0-1,0 0 1,0 1-112,0 0 1,0 2 0,0-1 0,0 1 242,0 1 1,2 1 0,1 2 0,1 0 425,1 3 1,-2-1 291,2 1 0,-1 3 1,2 3 82,-2 2 0,1 1 1,-2 1-1,0 0-94,-1 0 1,3 1 0,-2 1 0,-1 0-268,1 1 1,2 1 0,-3 1 0,0 1-9,1 1 1,-3-1 0,3 1 0,-3 0 101,0-3 0,0-1 0,0-1-136,0-1 0,0-6-189,0-6 0,0-3 0,0-7 0,0-1-516,0-3 0,1 1 1,0-4-1,2 1-87,1 1 0,-2 3 0,2 0 220,1 2 1,1 1 0,0 0 0,1 3 0,2 0 38,2 2 1,-1 3 0,0-2-1,-1 3 200,-1 1 1,-2 2 0,-1 2 409,-1 3 0,-2 1 0,0 3 1,-1 1 432,-1 2 0,0 2 1,0 1-1,0 2-61,0 2 1,0 0 0,0 0 0,0 0 0,0 1-381,3-1 1,0-3-1,4-2 1,0-4-486,1-4 1,0-4 0,2-1 0,-1-5-122,-1-4 0,-1-6 0,0-3 175,-1-2 0,-2 0 0,-2 0 0,-2 0 0,0 1 17,-2 1 0,-2 3 0,-2 0 1,-1 2 450,1 4 0,-1 3 0,1 1 0,0 1-82,-1 2 0,1 0 0,-1 1-727,1 0 0,2 2 0,0 1-1160,1 1 0,1-2 990,2 2 1,2-2-1,1 2 1,1-1 399,1-2 1,0 2 0,2-1 0,-1-1 249,1 0 1,-3 1 0,0 0 0,1 0 356,1-1 0,-2 1 0,0 1 0,1 0 530,1 2 1,-2 1-1,0 0 1,-1 1-333,1 2 1,0-1-1,1 5-81,-1 0 1,-2 2-1,2-1 1,-2 1-141,0 0 1,1 0-1,0-2 1,-1-2-272,1-1 1,-1-2-200,-2-6 0,0-9 0,0-8 68,0-5 0,1 0 0,1-2 0,0 0 28,-1 1 0,0 2 0,0 2 0,0 2 154,1 3 1,3 2-1,-1 4 42,2 2 0,0 2 1,1 4-1,-1 3-181,1 3 1,-1 0-1,1 3 1,-1 0 65,0 1 1,1-1 0,-1-1-650,1-1 1,-1-1 0,0-4 0,1-2-1,-1-1-20,1-1 1,-1-3-1,0-2 1,-1-3 570,-1-2 0,-3-3 1,2 1-1,-3-1 508,0 0 0,0 3 0,0 1 396,0 2-328,0 4 1,0 3 0,0 4 0,-2 2 69,0 0 1,0 1-1,2-1 1,0 0-590,0 1 1,2-1-1,0 1 1,0 2-135,1 2 0,-1-1 0,1 2 56,0 2 1,-1 2 0,-2 0 0,0 0-1,0 2-182,0 1 0,-1-3 1,-1-1-1,-3-1 55,-3-2 1,1 1 0,-2-3 0,1-1 289,-1-2 1,0-3 0,3-2-51,0-2 1,2 0 0,2-2-50,1-3 1,2-3-1,1-1 1,3-1 788,3-1 1,0 1 0,2 0-630,2 1 0,2-2 0,2 2 1,0 2-1,3 1-136,1 2 1,0 3 0,2-1 0,-2 1 13,-1 1 1,-5 3-1,-2 1 1,-2 2-1405,-2 0 1,-3-2 0,-2 0-1570,-2-1 2974,-3 2 0,-4-2 0,-1 4 0</inkml:trace>
  <inkml:trace contextRef="#ctx0" brushRef="#br0" timeOffset="8980">512 2489 7672,'4'-6'32,"0"0"1,-1 0 284,1 2 0,-2 1-17,2 3 1,-2 0-1,2 1 1,-1 3 223,-2 2 1,2 5-1,-1-1 1,0 3-130,1 2 1,-2 0-1,2 2 1,-1 0-282,0 2 1,0 2-1,-1 1 1,0-1-18,2 1 0,-1-2 0,-2 2 1,3-3-1087,1-2 0,-1-1 0,2-5 0,0-2-277,3-2 1,0-3-1,2-1 1266,-1-3 0,3-2 0,-2-5 0</inkml:trace>
  <inkml:trace contextRef="#ctx0" brushRef="#br0" timeOffset="9764">743 2566 7672,'-1'-4'564,"-1"0"0,1 2 0,-4 0-264,0 1 0,2 1 1,-2 1-1,0 1 35,0 3 1,-2 0 0,1 2 0,0-1-77,-1 1 1,1 0 0,0 1 0,1 0 19,1 0 0,2-1 0,-2-1 0,1 1-169,2-1 0,0-1 0,2-1 0,1 1-313,2 1 0,0-3 0,2 0 0,1-1-149,0 0 1,1 0-1,0-2 1,1 0-212,-2 0 1,3 0 0,-2-2 0,0-1-4,-1 0 0,0 1 1,1-2-1,1 1 326,-1 2 1,-1-2 0,-1 1 0,1 0 197,-1 2 0,-2 0 0,1-1 0,0 0 164,0-2 1,0 1-1,-1 2 1,1 0 268,0-3 0,0 3 0,-1-3 0,1 0 6,1-1 0,-2-2 0,0 0 0,1-1-90,-2 1 0,2-3 0,-3 0 0,0 0-159,-2-1 0,0 0 0,0 1 0,0 1 53,-2 1 0,-2 2 0,-2 0 0,-1 1 130,1 1 0,-1 1 0,1 2 0,-1 1-42,1 1 1,0 1 0,0 4-1,1-1-105,1 1 0,2 1 1,0 1-1,1 1-193,1 2 0,3 0 0,2 1 1,0-1-513,2-1 0,-1 1 1,1-2-1,2 0-82,1-2 0,3-1 1,-1-3-1,-1-2 71,0-1 0,-1-2 1,3-2-1,-1-3 184,-1-4 1,0-3-1,-3-1 1,-1-2 314,-2 0 0,-3 2 0,1 1 0,0 2 395,-1 2 1,-2 2-1,0 4 389,-2 0 0,0 1 0,-1 2-368,0 2 0,1 0 1,2 2-267,0 1 1,0-1-1,0 0-422,0 1 0,2-2 100,3-1 0,0-1 0,2-1 1,-1 0 110,1 0 0,-3 0 0,0 0 0,2 0 144,2 3 0,-1-1 0,1 3 0,0 0 215,-2 0 1,0 3-1,1 2 1,-1 1 330,1 0 1,-3 0 0,-1 3-1,0 2-198,-1 0 1,-2-1 0,0 0 0,-2-1-766,-3 1 0,-1-3 1,-3 2 179,-1 0 0,-2 2 0,1-2 0,1-3 0,0 0 187,0-1 0,2-2 0,-1 1 0</inkml:trace>
  <inkml:trace contextRef="#ctx0" brushRef="#br0" timeOffset="9937">1173 2707 7672,'5'1'682,"0"1"-1643,0 0 961,-4 3 0,5-2 0,-3 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09.830"/>
    </inkml:context>
    <inkml:brush xml:id="br0">
      <inkml:brushProperty name="width" value="0.06" units="cm"/>
      <inkml:brushProperty name="height" value="0.06" units="cm"/>
    </inkml:brush>
  </inkml:definitions>
  <inkml:trace contextRef="#ctx0" brushRef="#br0">1 31 9851,'7'0'-128,"2"-1"0,1 0-156,3-2 0,4 0 1,4 1-1,2-1 284,2-1 0,2-2 0,3-1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0.297"/>
    </inkml:context>
    <inkml:brush xml:id="br0">
      <inkml:brushProperty name="width" value="0.06" units="cm"/>
      <inkml:brushProperty name="height" value="0.06" units="cm"/>
    </inkml:brush>
  </inkml:definitions>
  <inkml:trace contextRef="#ctx0" brushRef="#br0">220 52 7976,'-8'-9'0,"-2"0"399,0-1 1,-3 6 0,1-3-1,-2 2 36,-1 1 1,2 2-1,-5 1 1,2 3 194,1 6 0,-1 1 0,2 6 0,1 4-200,3 2 0,2 3 0,1 0 0,2 3-192,2 3 0,3-3 0,3 4 1,3-1-8,3-1 0,1-2 0,5 2 0,2 1-833,1-2 1,0-6 0,1-3 0,2-6-1000,1-6 0,-3-5 0,5-3 0,-1-7-543,-2-9 2144,-7-3 0,7-13 0,-5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0.563"/>
    </inkml:context>
    <inkml:brush xml:id="br0">
      <inkml:brushProperty name="width" value="0.06" units="cm"/>
      <inkml:brushProperty name="height" value="0.06" units="cm"/>
    </inkml:brush>
  </inkml:definitions>
  <inkml:trace contextRef="#ctx0" brushRef="#br0">76 11 8178,'-12'0'319,"-1"0"0,4 1 0,-1 1-66,1 3 0,2 2 1,0 2-1,2 0 0,2 2 347,2 1 0,1 0 0,1 4 0,3-1-450,3 0 0,2-2 1,3-2-1,3-3 36,2-4 1,-1-2 0,1-2 0,-1-1-435,0-1 1,-1-6-1,-1-4 1,0 0-346,-2-1 1,-2-2 0,-1-3 0,-2 1 452,-2 1 0,-3 2 0,0 1 0,0 3 60,0 1 0,-1 7 506,2 4 0,-3 6 0,0 7-477,0 0 0,0 4 0,0 0 0,0 2 1,1-2-895,2 0 1,-2-1 0,2-4 0,0-1 944,3-3 0,-3-5 0,4 2 0,-3-3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0.863"/>
    </inkml:context>
    <inkml:brush xml:id="br0">
      <inkml:brushProperty name="width" value="0.06" units="cm"/>
      <inkml:brushProperty name="height" value="0.06" units="cm"/>
    </inkml:brush>
  </inkml:definitions>
  <inkml:trace contextRef="#ctx0" brushRef="#br0">1 106 9331,'4'1'491,"-1"2"1,0 3-115,-1 3 0,3 3 0,-1 3 1,0 1 163,2 2 1,-2-1-1,0 2 1,0 0-214,1-2 1,-4-4 0,3-1-351,-1-1 1,-2-5 166,2-6 0,-3-8 1,0-7-1,0-5-497,0-5 0,3-2 1,0-2-1,2 0-9,0 1 0,3 4 1,1-1-1,3 3 357,3 2 0,-2 9 0,6 2 1,-2 3-96,1 5 0,2 7 0,-2 5 0,0 5-158,1 4 1,-6 5 0,1 1 0,-1 1-587,-1 2 1,-2-3 0,2-1-1,-1-2-881,-2-3 1724,0-5 0,2 0 0,0-3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1.280"/>
    </inkml:context>
    <inkml:brush xml:id="br0">
      <inkml:brushProperty name="width" value="0.06" units="cm"/>
      <inkml:brushProperty name="height" value="0.06" units="cm"/>
    </inkml:brush>
  </inkml:definitions>
  <inkml:trace contextRef="#ctx0" brushRef="#br0">30 15 8460,'-8'-5'338,"0"0"0,3 3-294,0 0 0,4 2 0,-2 2 0,3 4 734,3 4 0,-2 6 0,4 6-510,1 2 0,1 7 0,2 2 0,0 2-543,1 4 1,-2 2 0,-4-1 0,-1-2 0,-1 0-547,-1-2 0,-1-3 1,0-1 97,0-6 723,-4-4 0,-3-10 0,-5-1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1.429"/>
    </inkml:context>
    <inkml:brush xml:id="br0">
      <inkml:brushProperty name="width" value="0.06" units="cm"/>
      <inkml:brushProperty name="height" value="0.06" units="cm"/>
    </inkml:brush>
  </inkml:definitions>
  <inkml:trace contextRef="#ctx0" brushRef="#br0">0 145 7853,'3'-8'0,"-1"1"0,1-1 0,-2 1 341,1-1 1,2 0-1,4 1 1,0-1-1,0 1 8,2-1 0,2 0 0,3 1 0,1-1-444,-1 1 0,0 2 0,-1 3 0,0 0-624,-1 0 1,-2 0-1,2-2 1,-3-1 718,-1 1 0,-5-1 0,-1-2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1.762"/>
    </inkml:context>
    <inkml:brush xml:id="br0">
      <inkml:brushProperty name="width" value="0.06" units="cm"/>
      <inkml:brushProperty name="height" value="0.06" units="cm"/>
    </inkml:brush>
  </inkml:definitions>
  <inkml:trace contextRef="#ctx0" brushRef="#br0">1 0 7853,'0'8'287,"0"-1"0,0 1 1,0-1 52,3 1 1,-1 3 0,2 2 0,0 2-29,0 3 1,1 2 0,0 4 0,1 3-60,-1 0 1,1 0 0,0 1 0,-1-2-34,-2 0 0,0-6 0,-1 1 0,1-5 16,-2-4 0,1-1-294,0-3 0,-1-7 0,2-5 0,-2-4 0,-1-4 0,1-5 1,0-2-1,2-4-196,-2-1 0,3-3 1,-1 0-1,1-1 114,2 0 0,-1 5 0,0 0 1,1 4 356,0 3 1,-1 5 0,0 4-46,1 3 1,1 8-1,1 3 1,-2 6-209,0 4 1,0 2 0,-1 5 0,0 1-377,0 0 1,-4-1-1,3-3 1,-2 1-856,1-1 0,2-6 0,-2-2 1267,1-3 0,-2-4 0,2-6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1.912"/>
    </inkml:context>
    <inkml:brush xml:id="br0">
      <inkml:brushProperty name="width" value="0.06" units="cm"/>
      <inkml:brushProperty name="height" value="0.06" units="cm"/>
    </inkml:brush>
  </inkml:definitions>
  <inkml:trace contextRef="#ctx0" brushRef="#br0">0 1 8151,'0'11'0,"0"1"556,0 3 1,1-2 0,1 1 0,0 1-302,0 1 1,0-2-1,-1 4 1,2-2-364,-1-1 0,-2-2 1,1-1-1562,2-1 0,-2-5 1669,1-6 0,-4-10 0,-3-6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2.028"/>
    </inkml:context>
    <inkml:brush xml:id="br0">
      <inkml:brushProperty name="width" value="0.06" units="cm"/>
      <inkml:brushProperty name="height" value="0.06" units="cm"/>
    </inkml:brush>
  </inkml:definitions>
  <inkml:trace contextRef="#ctx0" brushRef="#br0">0 1 7769,'0'5'-63,"1"-1"467,2-1 1,-2 3-405,1-1 0,2 2 0,1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2.395"/>
    </inkml:context>
    <inkml:brush xml:id="br0">
      <inkml:brushProperty name="width" value="0.06" units="cm"/>
      <inkml:brushProperty name="height" value="0.06" units="cm"/>
    </inkml:brush>
  </inkml:definitions>
  <inkml:trace contextRef="#ctx0" brushRef="#br0">1 75 7853,'2'8'284,"1"-1"1,2-1-1,-3-1 1,1 1 167,0 0 1,1 3-1,2 0 1,-1 2-28,1 1 1,0 1 0,2 4 0,0 1-63,-1-1 0,1 2 0,-2 1 0,0 1-196,-1 2 1,-2-5 0,1 4 0,0-2 131,1-3 1,-4-4-102,2 0 1,-2-8-342,-1-3 0,0-7 0,0-9 0,0-3 0,-1-4-392,-2-4 0,3 0 0,-3-4 1,2-1 186,1-1 0,3 3 0,0-3 1,1 3 590,2 1 1,2 6-1,1-2 1,2 1 34,1 3 0,1 9 0,1 5 0,-1 5-140,0 5 0,-3 4 1,2 9-1,-1 3 147,-2 4 0,-2 3 1,-1 4-250,0 1 0,2-1 1,-3-4-1,0-1 0,-1-2-651,-1-1 0,0-5 0,-3 1 0,1-7-808,1-5 1,-1-5 941,2-6 0,-2-4 1,-1-6-1,-1-1 481,-2-1 0,2-4 0,-2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2.578"/>
    </inkml:context>
    <inkml:brush xml:id="br0">
      <inkml:brushProperty name="width" value="0.06" units="cm"/>
      <inkml:brushProperty name="height" value="0.06" units="cm"/>
    </inkml:brush>
  </inkml:definitions>
  <inkml:trace contextRef="#ctx0" brushRef="#br0">0 31 7853,'7'-8'280,"-1"1"450,-1-1 1,-3 4 0,3 1-224,1 2 1,-1 5 0,-1 1 0,-1 2 38,-1 4 0,1 1 1,1 6-1,-1 2-336,0 2 1,2 2-1,-2 0 1,-1 3-176,-1 0 0,-1-2 0,0 1 0,0-1-897,0-3 0,0-5 1,0 0-1,0-3-766,3-4 1,-1-5-1,2-3 1628,-1-4 0,0-2 0,-3-4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2.830"/>
    </inkml:context>
    <inkml:brush xml:id="br0">
      <inkml:brushProperty name="width" value="0.06" units="cm"/>
      <inkml:brushProperty name="height" value="0.06" units="cm"/>
    </inkml:brush>
  </inkml:definitions>
  <inkml:trace contextRef="#ctx0" brushRef="#br0">122 20 7853,'2'-7'2760,"1"-1"-2070,-1 4 0,-2 5 0,-3 5-222,-2 4 0,-3 2 1,-1-1-1,-1 1-55,1 2 0,-2 0 1,1 0-1,-1 0-115,0-1 0,3-1 1,-2 3-1,2-2 327,3 0 1,-1-3-1,4 3 1,0-1-376,1 0 1,3 2 0,2-3 0,5 0-352,5 0 1,0-1-1,7-3 1,0 2-790,1 1 0,-1-4 0,0 2 1,0-2-1089,-2 1 0,-2-2 1,-1-1 1977,0 0 0,1 2 0,-6-2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3.463"/>
    </inkml:context>
    <inkml:brush xml:id="br0">
      <inkml:brushProperty name="width" value="0.06" units="cm"/>
      <inkml:brushProperty name="height" value="0.06" units="cm"/>
    </inkml:brush>
  </inkml:definitions>
  <inkml:trace contextRef="#ctx0" brushRef="#br0">85 92 7825,'0'-10'95,"2"0"224,1-2 1,-1 3 0,-2-1 244,0-2 0,-3 5 0,-2-1 0,-2 2-26,-1 2 0,0 1 0,-1 4 0,-2 1-105,2 3 0,1 6 1,0 4-1,1 6-56,2 7 1,2-2-1,3 6 1,0 1-294,0 1 1,3-5 0,3 0 0,3-4-301,4-3 1,2-5 0,0-2 36,0-7 1,3-6 0,-1-7 0,0-6-219,-1-5 0,-1-6 1,-3-4-1,-5 1 1,-3-1 209,-4 2 1,0 1-1,-1-3 0,-4 1 382,-5 3 0,-4 6 0,-2 0 0,-1 1-213,-1 2 0,1 5 0,2 1-62,3 3 0,-2 2 1,4 2-1,1 3 0,3 3-649,4 3 1,2 3-1,2 3 1,4 0-1039,4 1 0,2-1 1767,3 0 0,3 0 0,2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3.662"/>
    </inkml:context>
    <inkml:brush xml:id="br0">
      <inkml:brushProperty name="width" value="0.06" units="cm"/>
      <inkml:brushProperty name="height" value="0.06" units="cm"/>
    </inkml:brush>
  </inkml:definitions>
  <inkml:trace contextRef="#ctx0" brushRef="#br0">115 24 7825,'-9'-5'482,"-1"0"0,2 3 1,-3-2-1,0 2 76,1-1 0,-1 1 0,3 3 0,-1 2 85,-1 5 0,6 1 1,-3 6-1,3 5-496,2 3 0,2 3 1,0 2-1,0 3-526,3 0 1,-1 0 0,3 3 0,1 0-507,0-2 1,-1-3-1,0-2 1,-1-2-921,0-3 1,-2-2 1804,0-5 0,-4-3 0,-2-1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3.795"/>
    </inkml:context>
    <inkml:brush xml:id="br0">
      <inkml:brushProperty name="width" value="0.06" units="cm"/>
      <inkml:brushProperty name="height" value="0.06" units="cm"/>
    </inkml:brush>
  </inkml:definitions>
  <inkml:trace contextRef="#ctx0" brushRef="#br0">8 107 7825,'-4'-12'595,"1"2"1,2 0-190,1 0 0,0 2 1,1-2-1,2 1 50,2 2 1,5 2-1,3 0 1,2 1-291,3 0 0,-1 2 0,5 0 0,3 1-1167,1 1 1,-1 0 1000,3 0 0,-3-4 0,1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4.162"/>
    </inkml:context>
    <inkml:brush xml:id="br0">
      <inkml:brushProperty name="width" value="0.06" units="cm"/>
      <inkml:brushProperty name="height" value="0.06" units="cm"/>
    </inkml:brush>
  </inkml:definitions>
  <inkml:trace contextRef="#ctx0" brushRef="#br0">15 12 7825,'-5'-5'2095,"0"0"-1772,3 4 0,-1 1 1,3 6-1,0 3-323,0 3 0,0 3 0,1 1 0,1 2-344,0 2 1,3-1 0,-2 1 173,-2-2 1,1-1-1,0-3 170,0-1 0,1-8 0,-3 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4.294"/>
    </inkml:context>
    <inkml:brush xml:id="br0">
      <inkml:brushProperty name="width" value="0.06" units="cm"/>
      <inkml:brushProperty name="height" value="0.06" units="cm"/>
    </inkml:brush>
  </inkml:definitions>
  <inkml:trace contextRef="#ctx0" brushRef="#br0">1 38 8044,'0'-11'1527,"0"-2"-1754,0 6-115,0 0 0,0 8 1,1 2-1,1 2 342,3 1 0,2 2 0,1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4.445"/>
    </inkml:context>
    <inkml:brush xml:id="br0">
      <inkml:brushProperty name="width" value="0.06" units="cm"/>
      <inkml:brushProperty name="height" value="0.06" units="cm"/>
    </inkml:brush>
  </inkml:definitions>
  <inkml:trace contextRef="#ctx0" brushRef="#br0">0 0 7825,'0'11'442,"1"1"1,1 3 0,0 0-70,0 1 0,1 0 1,1 1-1,0 2-101,2 3 1,-2-1 0,0 4-1,0 0-401,1 0 0,-4-3 1,2 3-1,-2-1-499,2 0 0,-2-3 0,1-2 628,-4-3 0,-6 4 0,-4-4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4.578"/>
    </inkml:context>
    <inkml:brush xml:id="br0">
      <inkml:brushProperty name="width" value="0.06" units="cm"/>
      <inkml:brushProperty name="height" value="0.06" units="cm"/>
    </inkml:brush>
  </inkml:definitions>
  <inkml:trace contextRef="#ctx0" brushRef="#br0">7 168 7825,'0'-12'0,"0"2"0,-1 2 569,-2 0 1,2 1 0,0-1 0,2-1 63,4-1 0,3 4 0,2-3 0,3 1-627,1-1 1,5 2 0,1-2-1,2 2-474,1-1 1,3 5 0,1-5 467,0 1 0,6 0 0,-2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5.128"/>
    </inkml:context>
    <inkml:brush xml:id="br0">
      <inkml:brushProperty name="width" value="0.06" units="cm"/>
      <inkml:brushProperty name="height" value="0.06" units="cm"/>
    </inkml:brush>
  </inkml:definitions>
  <inkml:trace contextRef="#ctx0" brushRef="#br0">152 75 8011,'-8'0'126,"1"-1"0,-1 0 228,1-2 0,-4 0 0,0 1 0,0 0 0,0 0 157,-1 1 1,0 2 0,-1 1 0,2 3-197,0 2 1,5 3 0,0 1 0,1 1-194,4 2 0,1 3 0,3 1-87,5 2 1,4-4 0,4 2 0,3-2 0,0-1-388,3-3 1,-2-4 0,1-6-45,0-4 1,2-3-1,-4-6 1,-2-4 78,-1-5 1,-2-4 0,-7-2-1,0-1 350,-2 1 1,-1-1 0,-4 4 0,-1 4 0,-2 4 357,-2 4 1,1 2 0,-1 7-1,0 1 154,1 3 1,-2 5-1,3 6 1,1 2-657,2 3 0,0-1 1,0 2-1,0 0-634,3-2 1,-1-1-1,3 1 73,1-2 0,4 1 0,2-7 0,0-2 672,1-4 0,3 1 0,4 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5.311"/>
    </inkml:context>
    <inkml:brush xml:id="br0">
      <inkml:brushProperty name="width" value="0.06" units="cm"/>
      <inkml:brushProperty name="height" value="0.06" units="cm"/>
    </inkml:brush>
  </inkml:definitions>
  <inkml:trace contextRef="#ctx0" brushRef="#br0">130 0 8507,'-4'1'868,"1"2"0,2 5-495,1 4 1,4 3 0,3 3-1,2 3 72,1 3 0,1 1 0,-1 3 1,-1 0-182,0 2 0,-3-1 1,-1-1-1,-2 2 61,-2-1 0,-5-3 0,-4 0 0,-4-1-282,-2-3 1,-2-5-1,-1-1 1,-2-4-1399,0-4 1,1-6 0,-1 0 1354,0-4 0,-2-5 0,1-5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5.929"/>
    </inkml:context>
    <inkml:brush xml:id="br0">
      <inkml:brushProperty name="width" value="0.06" units="cm"/>
      <inkml:brushProperty name="height" value="0.06" units="cm"/>
    </inkml:brush>
  </inkml:definitions>
  <inkml:trace contextRef="#ctx0" brushRef="#br0">8 1 7825,'-4'3'357,"1"2"0,2 2 0,1 1 0,0 3-80,0 4 1,0 4 0,1 4 0,2 0-600,2 3 1,1-3 0,0 3 0,-1-3-1848,1-3 2169,-3-5 0,4-1 0,-3-2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6.060"/>
    </inkml:context>
    <inkml:brush xml:id="br0">
      <inkml:brushProperty name="width" value="0.06" units="cm"/>
      <inkml:brushProperty name="height" value="0.06" units="cm"/>
    </inkml:brush>
  </inkml:definitions>
  <inkml:trace contextRef="#ctx0" brushRef="#br0">23 0 7825,'-5'0'-580,"0"0"1,2 0-216,-2 0 795,4 0 0,-3 4 0,4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6.245"/>
    </inkml:context>
    <inkml:brush xml:id="br0">
      <inkml:brushProperty name="width" value="0.06" units="cm"/>
      <inkml:brushProperty name="height" value="0.06" units="cm"/>
    </inkml:brush>
  </inkml:definitions>
  <inkml:trace contextRef="#ctx0" brushRef="#br0">8 0 7825,'0'8'0,"0"0"600,0-1 0,-3 2 0,1 0 0,0 3-179,1 2 1,1 1 0,1 5 0,2 2-244,2 2 0,-1 2 0,0 3 0,0 2-398,1 1 1,-3-4 0,2-1 0,0-3 502,-3-2-283,0-4 0,-4 1 0,-1-4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6.394"/>
    </inkml:context>
    <inkml:brush xml:id="br0">
      <inkml:brushProperty name="width" value="0.06" units="cm"/>
      <inkml:brushProperty name="height" value="0.06" units="cm"/>
    </inkml:brush>
  </inkml:definitions>
  <inkml:trace contextRef="#ctx0" brushRef="#br0">0 130 7736,'0'-8'596,"0"0"0,0 1-282,0-1 0,0 3 0,1 0 0,2-1 89,2-1 1,2 0 0,3-1-1,1 1-247,4-1 0,-1 0 0,6 2 0,0 0-362,2 1 0,-3 2 0,6-1 206,-1 0 0,1-1 0,-2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6.627"/>
    </inkml:context>
    <inkml:brush xml:id="br0">
      <inkml:brushProperty name="width" value="0.06" units="cm"/>
      <inkml:brushProperty name="height" value="0.06" units="cm"/>
    </inkml:brush>
  </inkml:definitions>
  <inkml:trace contextRef="#ctx0" brushRef="#br0">31 1 7736,'-3'12'312,"1"1"0,-1 0 1,1 2-1,-1 2 47,2 3 1,-1-2 0,0 5 0,0-1-197,0 3 1,1-4 0,1 1 0,0-2-164,0 0 0,-3-3 0,-1 1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6.793"/>
    </inkml:context>
    <inkml:brush xml:id="br0">
      <inkml:brushProperty name="width" value="0.06" units="cm"/>
      <inkml:brushProperty name="height" value="0.06" units="cm"/>
    </inkml:brush>
  </inkml:definitions>
  <inkml:trace contextRef="#ctx0" brushRef="#br0">20 16 8964,'-8'-5'373,"4"1"1,1 2-319,-1 0-630,3-1 1,1 3 0,5 0 574,2 0 0,4 0 0,1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7.029"/>
    </inkml:context>
    <inkml:brush xml:id="br0">
      <inkml:brushProperty name="width" value="0.06" units="cm"/>
      <inkml:brushProperty name="height" value="0.06" units="cm"/>
    </inkml:brush>
  </inkml:definitions>
  <inkml:trace contextRef="#ctx0" brushRef="#br0">69 0 7736,'-12'5'960,"2"0"1,1 1-414,2 1 1,-1 1-1,1-1 1,2 2-260,3 1 0,1-1 0,2 4 0,1 0-191,3 2 0,5 0 1,3 0-1,1 1-207,2 2 0,-4-1 1,0 2-1,-1 1 37,-2-1 0,0-2 0,-2 1 1,-2-2-20,-3-1 1,-1-2 0,-2-1-1,-1-1-201,-3-2 1,-6-1 0,0-1 0,-3-1-574,-1-1 1,1-3 0,-3 0 865,4-1 0,-5-1 0,2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7.528"/>
    </inkml:context>
    <inkml:brush xml:id="br0">
      <inkml:brushProperty name="width" value="0.06" units="cm"/>
      <inkml:brushProperty name="height" value="0.06" units="cm"/>
    </inkml:brush>
  </inkml:definitions>
  <inkml:trace contextRef="#ctx0" brushRef="#br0">8 4 6902,'-5'-3'1254,"2"2"1,9 4 0,2 4-1259,3 2 0,0-1 0,1 0 0,2-1-534,0 1 0,2 2 0,0 0 1,1 0-437,0-2 0,-3-1 974,4-2 0,-2 2 0,-1-3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7.710"/>
    </inkml:context>
    <inkml:brush xml:id="br0">
      <inkml:brushProperty name="width" value="0.06" units="cm"/>
      <inkml:brushProperty name="height" value="0.06" units="cm"/>
    </inkml:brush>
  </inkml:definitions>
  <inkml:trace contextRef="#ctx0" brushRef="#br0">84 0 7736,'-12'8'859,"3"-1"-542,3 1 0,-2 0 0,2 0 0,0 2 0,-1 3-37,0 1 1,2 1-1,1 1 1,0 0-152,-1 1 0,4 0 0,-2 3 0,2-2-508,1-1 1,1 0-1,1 0 1,1 1-284,2-1 0,0-4 0,2-1 1,1-1-923,-1-2 1584,4-4 0,-2-1 0,2-4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7.977"/>
    </inkml:context>
    <inkml:brush xml:id="br0">
      <inkml:brushProperty name="width" value="0.06" units="cm"/>
      <inkml:brushProperty name="height" value="0.06" units="cm"/>
    </inkml:brush>
  </inkml:definitions>
  <inkml:trace contextRef="#ctx0" brushRef="#br0">16 39 6913,'0'11'-221,"0"1"1,-2 3 0,-2 0-1,1 0 1,-1 0 1069,3 1 0,0-3 1,2 1-1,1 0-366,3 0 0,2-4 0,1 0 0,0-2-515,2 0 0,1-3 1,3-1-1,-1 0-87,0-3 0,-2-2 0,-1-3 0,-1-1 3,-2-3 0,0-3 1,-2-5-1,-2 1-119,1 0 1,-3-1 0,0-1 0,-2-1 141,-4-2 1,-1 5 0,0-1-1,1 1-85,-1 1 0,0 4 1,0 0-1,1 2-541,-1 3 719,3 2 0,-4 6 0,3 1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8.277"/>
    </inkml:context>
    <inkml:brush xml:id="br0">
      <inkml:brushProperty name="width" value="0.06" units="cm"/>
      <inkml:brushProperty name="height" value="0.06" units="cm"/>
    </inkml:brush>
  </inkml:definitions>
  <inkml:trace contextRef="#ctx0" brushRef="#br0">0 1 7736,'0'14'0,"0"-1"283,0 0 1,0 0-1,0 1 1,0 0 103,0-2 1,0-2-1,1 2 1,1-1-213,1-1 1,2-2-1,1-1 1,0-1-257,2-1 1,0-3 0,2 3 0,1-2-40,0-1 1,0-2 0,0 0 0,0 0 22,-1 0 0,-2-3 0,0-2 0,-1-2-24,-2 0 1,1-2 0,-4-1 0,0-3 174,-1-1 1,-1-1 0,0 0 0,-1-1 51,-2 1 0,2 3 1,-1 2-124,1 2 0,1 4 0,0 4-154,0 5 1,1 7-1,1 3 1,3 2-244,2 2 0,1-3 0,-1 2 0,-1-2 40,2-1 1,-5-3 0,5-3 0,-1-3 373,-1-3 0,2-3 0,0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8.510"/>
    </inkml:context>
    <inkml:brush xml:id="br0">
      <inkml:brushProperty name="width" value="0.06" units="cm"/>
      <inkml:brushProperty name="height" value="0.06" units="cm"/>
    </inkml:brush>
  </inkml:definitions>
  <inkml:trace contextRef="#ctx0" brushRef="#br0">0 39 7736,'5'-8'115,"0"1"467,-2-1 0,3 5-244,-1 3 1,-1 4-1,0 5 1,1 2 127,-1 1 0,-2 1 0,1 4 0,-1 1-198,1-1 1,0 0-1,-1 0 1,1 1-130,-2-2 1,0 3 0,-1-1 0,0-1-100,0-1 0,-3-2 0,-2-1 0,0-4 118,0-3 0,3-3 0,-2-3-125,0-3 1,2-3 0,2-6-1,0-5-380,0-4 1,1-1 0,1-5 0,3 0-17,2 0 1,0 5 0,1 0 0,1 2-361,1 0 0,-1 6 0,3 1 0,0 2 723,-1 5 0,2 3 0,2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9.060"/>
    </inkml:context>
    <inkml:brush xml:id="br0">
      <inkml:brushProperty name="width" value="0.06" units="cm"/>
      <inkml:brushProperty name="height" value="0.06" units="cm"/>
    </inkml:brush>
  </inkml:definitions>
  <inkml:trace contextRef="#ctx0" brushRef="#br0">4 114 8912,'-3'-4'1144,"3"0"-856,0 1 0,4 2 0,5-2 1,2 0-92,1 1 1,1-1 0,2 1 0,1-2-255,2 0 1,-2 2-1,1-3 1,-3 1-392,-1 0 1,-3 2-1,2-3 1,-1 1-375,-2 0 1,-3 1 0,-2-2 453,0-1 0,-2 0 0,-2-2 368,0 0 0,-1 2 120,-1 0 1,0 4-1,-2 4 232,0 4 0,2 0 1,2 3-1,0 1 173,0 3 0,0 1 0,0 2-548,0 2 1,1-1-1,0 3 1,2 0-1,-1 1-368,-1 2 1,-1-4 0,0 4-1,0-1 391,0 0 0,0-3 0,0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9.244"/>
    </inkml:context>
    <inkml:brush xml:id="br0">
      <inkml:brushProperty name="width" value="0.06" units="cm"/>
      <inkml:brushProperty name="height" value="0.06" units="cm"/>
    </inkml:brush>
  </inkml:definitions>
  <inkml:trace contextRef="#ctx0" brushRef="#br0">50 84 7736,'-8'0'0,"1"0"0,-1 0 1282,0 0 0,1 0 726,-1 0 0,5 0-1451,3 0 1,3-3 0,6-2-1,1 0-720,2 0 0,5 1 0,1-2-134,-1 1 0,2 3 0,-1-1 1,1 0-1,-1 1-1047,-1 0 1,3-1 0,-1-1 0,1 1-1653,1 0 2996,-4-3 0,5-2 0,-3-4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9.477"/>
    </inkml:context>
    <inkml:brush xml:id="br0">
      <inkml:brushProperty name="width" value="0.06" units="cm"/>
      <inkml:brushProperty name="height" value="0.06" units="cm"/>
    </inkml:brush>
  </inkml:definitions>
  <inkml:trace contextRef="#ctx0" brushRef="#br0">175 1 8708,'-11'0'936,"2"0"0,-3 0 0,0 0-581,0 0 0,0 0 1,-4 1-1,2 0 322,1 2 1,-1 4-1,2 0 1,0 5-112,2 3 0,2 2 0,3 2 0,3 0-366,1 2 1,2 1-1,1 0 1,4-1-55,4-4 0,-1 0 0,3-2 1,0-1-453,-1-1 1,1-2 0,2-4 0,-2 0-1450,-1-2 0,1-1 1,-1-4-1,1 0 1755,2 0 0,0-7 0,1-2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19.576"/>
    </inkml:context>
    <inkml:brush xml:id="br0">
      <inkml:brushProperty name="width" value="0.06" units="cm"/>
      <inkml:brushProperty name="height" value="0.06" units="cm"/>
    </inkml:brush>
  </inkml:definitions>
  <inkml:trace contextRef="#ctx0" brushRef="#br0">31 0 7736,'-1'8'573,"-1"-1"0,-1 1-396,-1-1 0,1 1 1,-1 0-1253,0-1 1075,2 1 0,-2 0 0,0-1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5:59.480"/>
    </inkml:context>
    <inkml:brush xml:id="br0">
      <inkml:brushProperty name="width" value="0.08" units="cm"/>
      <inkml:brushProperty name="height" value="0.08" units="cm"/>
    </inkml:brush>
    <inkml:brush xml:id="br1">
      <inkml:brushProperty name="width" value="0.06" units="cm"/>
      <inkml:brushProperty name="height" value="0.06" units="cm"/>
    </inkml:brush>
  </inkml:definitions>
  <inkml:trace contextRef="#ctx0" brushRef="#br0">79 749 6848,'-17'0'0,"2"0"233,2 0 1,3-1 0,2-1 0,1-3 2223,2-1 1,2-2-1,4-2 1,4 1-1591,6 2 0,5-4 0,7-4 0,2 1-1551,5 1 0,-3 1 0,9-3 0,0-2 746,-1-1 0,0-3 0,-1 4 1</inkml:trace>
  <inkml:trace contextRef="#ctx0" brushRef="#br0" timeOffset="652">663 390 7546,'-7'-6'2457,"2"6"1,7 8-1,1 3 1,5 5-963,2 7 0,2 5 0,2 8 1,1 4-697,-1 4 1,-1 0-1,0 7 1,-1 1-654,-2 3 0,-2-7 0,-1 5 0,-3-6 25,-3-2 1,-1-5-1,-1-5 1,-1-8-54,-2-8 1,-1-10 0,2-7 0,0-5-112,0-9 1,2-10 0,0-12 0,-2-7 536,-1-6 1,1 3 0,4-3-1,1-1-471,2 2 0,5-1 0,-2 1 0,3 0-191,2 2 1,0 3 0,2 0 0,2 2-675,1 0 0,2 13 0,4 1 0,-1 6-966,0 6 0,0 5 1096,-4 5 1,4 6-1,-5 4 1</inkml:trace>
  <inkml:trace contextRef="#ctx0" brushRef="#br1" timeOffset="1002">1134 491 7898,'-11'23'460,"3"-1"1,1 1-1,-1 0-187,2 4 0,1-2 1,5 3-1,0 1-82,0 0 0,5-5 0,3 3 1,3-4-123,4 0 0,-2-6 0,5-3 0,-1-5-272,1-6 1,-3-1-1,2-5 1,1-6-29,-1-9 0,1-8 0,0-9 0,-2-3 48,1-3 0,-9-4 0,4-2 0,-2-2 204,0 2 0,-3 4 0,-1 6 0,-1 6 409,-2 10 1,2 13-1,-2 13 28,0 13 0,-1 9 0,1 11 0,2 3-220,1 2 1,-2 2 0,2-1 0,0-2-552,1-1 0,-4-10 0,4-1 0,-1-5-492,0-2 0,-2-11 0,2-6 0,0-8-1712,1-9 2517,-5-10 0,8-8 0,-4-5 0</inkml:trace>
  <inkml:trace contextRef="#ctx0" brushRef="#br1" timeOffset="1166">1527 166 7898,'1'-6'1265,"1"3"-409,2 6 1,0 4 0,-4 9 0,1 8-542,3 9 0,-2 11 0,5 11 0,-1 5-328,0 2 0,0-3 0,3 0 0,-2-6-811,2-4 0,1-8 1,1-5-1,1-5 824,-1-4 0,0-14 0,0-3 0</inkml:trace>
  <inkml:trace contextRef="#ctx0" brushRef="#br1" timeOffset="1637">1796 626 7772,'7'-1'65,"1"-2"1,1 0 248,1 0 1,1-2-1,0 0 1,0-1-23,0-3 1,2-6 0,1-2 0,1-3 24,-2-3 0,0-3 0,-3-9 1,-1-1-164,-2 0 0,-5 2 0,1-6 1,-6 2-164,-4 2 0,-3 9 0,-1 7 1,-2 5-91,-2 6 0,2 5 1,-5 3-1,2 7 489,2 9 1,6 7 0,1 8 0,1 7-42,0 6 1,3 4 0,0 3-187,1 2 0,2 8 0,2-6 1,1-3-1,5-2-764,2-6 1,2-13-1,2-4 1,2-7 30,2-10 1,0-9 0,4-11 0,-2-13-412,-2-10 0,0-6 0,0-5 0,-3-2 791,-2-5 0,-2-2 0,0-8 0,0 1 206,1 2 1,-6 10 0,-2 7 0,-3 7 976,-1 10-790,0 7 1,0 20 0,1 8 0,2 7 0,2 8 944,1 3 0,1 4 0,5 8 0,-1 6-527,0 4 0,-1 3 1,-1 1-1,-2 0-288,2-2 0,-4-7 0,-1 1-421,-3-2 1,-1-7-1,-1-8 1,-2-3-1,-2-3-434,-1-3 1,-2-8-1,-3 1 1,0-6-827,0-2 0,0-1 0,-1-5 1348,1-3 0,0-12 0,0-8 0</inkml:trace>
  <inkml:trace contextRef="#ctx0" brushRef="#br1" timeOffset="2200">2694 323 7801,'-8'-11'-549,"2"0"0,0 1 869,-1 2 1,0-1 0,-4 6 111,-1 0 0,5 7 0,0 5 0,-2 4 1,0 9 104,2 6 0,-2 3 1,5 11-336,2 0 1,0 2 0,2 1-1,0-1 1,2 0-83,1-3 1,4-6 0,5-8-1,2-2-231,1-3 1,3-12 0,-3-3 0,0-6-321,2-4 1,-4-10 0,5-9 211,-2-7 1,-1-8 0,-4-5 0,-1-1 114,-2-2 0,0 1 1,-4 2-1,0 3 1,0 4 206,-1 7 0,1 11 1,-4 9-1,1 7 215,3 9 0,2 10 1,4 10-1,-1 7-284,-2 4 1,1 0 0,3 3 0,0 2-144,1-2 0,-1-8 1,-1-2-1,-2-3-1061,0-4 0,-1-12 0,5-6-600,-1-9 1770,-5-14 0,4-8 0,-4-9 0</inkml:trace>
  <inkml:trace contextRef="#ctx0" brushRef="#br1" timeOffset="2783">2997 245 9781,'0'16'774,"3"6"1,2 9 0,1 7-446,3 7 1,1 1 0,1 5 0,1-1-185,-1-3 0,0-6 1,0-6-1,1-6-180,-1-7 0,-4-12 1,1-2-1,0-7-280,2-5 0,-2-3 0,-2-9 0,0-7-15,1-6 1,-4-5 0,4-5 0,-2-6 81,-3-5 0,3 8 1,0-8-1,0 4 172,0 3 0,2 15 1,-2 4 351,2 9 0,-4 8 0,5 12 1,-1 7-1,1 9 355,-1 8 1,1 10 0,3 4-652,0 5 1,0-1-1,1-5 1,-2-2 0,-2-1-553,0-3 0,-1-7 0,5-8-26,-1-9 1,0-15 0,-1-14-44,-3-6 1,2-10-1,-4-7 1,0-2-1,0-5 641,-2-3 0,-2 1 0,-1-2 0,1 1-100,3 3 1,-3 4 0,3 5-1,-3 3 85,-1 6 1,4 13-1,1 7 625,1 7 1,-2 5 0,3 11-38,2 1 0,1 9 0,1-2 0,-1 3 1,-1 1-164,-2 1 0,1 3 0,2-4 0,-1 0-260,-2 1 0,-4-3 0,0 1 0,-1-4-116,-2-2 1,0-4 0,0 2 0,-2-1-361,-1-2 0,-5 2 0,-6-1 0,-1 0 202,2 1 1,-4 1 0,3 3 0,0-2 246,1 2 1,7-2 0,2 0 0,3 1 91,1-1 1,0 2 0,1-5 0,4-2 183,7 0 0,0-7 0,6-2 0,-1-4-429,0-4 1,-2-9 0,4-9 0,0-7-541,-2-3 0,-1-8 0,-4-2 1,-1-4-1268,0-2 1,-1 5 1836,-2-6 0,2 3 0,-4 1 0</inkml:trace>
  <inkml:trace contextRef="#ctx0" brushRef="#br1" timeOffset="3599">4119 188 8341,'0'17'505,"0"1"1,0 9-1,1 6-120,3 11 1,2 6 0,4 15-175,-3-1 1,3 6 0,-4-7 0,2-6-1,-2-4 26,-1-6 1,-1-21 0,-3-6-325,3-8 1,-3-11-1,3-12 1,-3-6 2,-1-4 1,4-8 0,1-5 0,1-7-136,3-6 0,-3-1 1,2-3-1,0 0-108,2 0 1,1 4 0,1 0 0,-1 8 203,0 5 0,0 16 0,1 5 0,-1 5 288,0 6 0,0 11 0,0 5 0,1 9 122,-1 7 1,-4 1 0,1 10-1,-1 2-37,0 0 1,1 0-1,-3-1-64,1 0 1,-2 1-1,2-11 1,-1-6-1,-1-3 569,1-7-827,-4-2 1,4-11 0,-3-5 0,0-9 0,2-7-44,-2-5 1,3-6 0,-1-7 0,0-4-2,1-4 1,1-3 0,4-8 0,0 1-154,1 2 1,-2 8 0,7 1-1,0 3 316,3 4 1,-1 10-1,-1 6 1,0 6-116,1 8 0,-4 6 0,1 7 0,-3 9 43,-1 8 0,-3 3 0,-2 8-77,-1 4 1,2 10-1,-3-3 1,0 1 0,0 2-621,-1-2 1,2-8-1,-2 1 1,2-8 187,1-6 0,-3-11 0,2-5 534,0-4 0,-4-7 0,4-5 0</inkml:trace>
  <inkml:trace contextRef="#ctx0" brushRef="#br1" timeOffset="3866">4859 491 7656,'11'-11'-71,"-1"4"1,-1-1-1,-1-1 528,0 0 0,2 0 0,1-1-96,1-3 1,3-2 0,0 0 0,-2-3 0,0-5-123,-2-3 1,0 1-1,-1-4 1,-1 1-188,-2-1 0,-4 0 0,1 0 0,-4 2 9,-4 4 1,-6 5 0,-6 5 0,-1 4 165,1 5 1,-4 4 0,3 4 0,-2 6-34,0 7 0,6 7 0,-2 10 0,4 2 67,3 5 1,3 1 0,5 11 0,0-1-235,0-1 0,1 3 0,3-7 1,5-2-555,5-3 0,-1-12 0,6-4 1,1-8-239,1-6 1,3-7-1,2-6 1,3-10 155,-1-10 0,5-7 1,-5-5 34,1-1 1,2-5 0,-5-2 573,-1-2 0,4-2 0,0 0 0</inkml:trace>
  <inkml:trace contextRef="#ctx0" brushRef="#br1" timeOffset="4366">5342 121 7801,'0'-19'0,"0"1"182,-5 4 1,1 3-1,-6 7 1,-3 3-1,1 2 1,-2 3-1,1 5 954,-2 4 0,0 6 1,3 6-1,2 4-642,3 3 0,-2-1 1,5 8-1,2-1-338,1 4 1,1-3 0,1 1 0,3-1-404,3-3 0,7-5 1,1-4-1,0-6-659,1-8 0,-2-8 0,3-2 0,1-7 53,-1-7 1,-3-8-1,1-9 1,-4-9 305,-4-5 0,2-2 0,-5-5 0,-2 0 547,0 2 0,-2 7 0,0-4 0,0 4 0,0 5 0,0 7 0,0 4 0,0 3 155,0 4 0,-2 9 0,0 5 903,-2 6 0,0 3 1,4 6-601,0 3 0,0 7 1,0 5-1,2 2 0,0 3 356,2 4 1,3 0 0,-2 6-599,2 0 1,-1 2-1,3 0 1,-3 1-1,0 0-100,0 0 0,2-4 0,3-2 1,0-4-125,0-7 0,1-8 0,-1-6 0,0-5-485,0-5 0,-3-9 1,-1-7-1,1-6 20,-2-7 0,0-4 0,-3-6 252,0-2 1,2-2 0,-2-3-1,1 3 61,-2 4 0,3 5 0,0 10 414,1 2 1,2 10 0,2 4 0,-1 12-51,-2 9 0,1 2 0,2 8 0,-2 1-582,0 2 0,-1-2 0,4 1-116,1-1 0,-1 0 0,0-4 0,0-5-8,1-6 1,2 0 0,3-9-1,-1-4 1,0-8 501,-2-11 0,-2-7 0,0-12 0,-1-2 0</inkml:trace>
  <inkml:trace contextRef="#ctx0" brushRef="#br1" timeOffset="5099">5869 211 7801,'-1'-11'79,"-3"-1"0,-2 1 0,-5 1 0,-1 3 901,1 3 0,0 4 1,0 4-408,-1 3 0,5 4 1,-1 4-1,1 4 1,1 2-193,2 2 0,3 3 0,1 1 1,1 2-197,3 2 0,2-6 0,5-1 0,0-3-172,1-5 0,0-2 0,2-4 1,2-3-354,1-3 1,-3-8 0,2-4-1,-1-6-1,0-5 0,-2-2 0,-4-1 1,0-1 125,0 1 0,-1-1 0,0 2 514,0 2 1,-6 9-212,2 10 1,1 10-1,-1 10 1,-2 5-242,0 5 1,-2 3 0,0 0 0,1 0-552,3-3 1,-2-3 0,4-6 0,-1-2-101,-2-4 1,-1-8 0,1-4-1,1-7 804,-2-7 0,3-7 0,-1-6 0,-2-4 0,-1-1 0,-1 3 0,2-2-121,1 0 1,-1 3-1,1 7 1,-1 3 897,-2 2 1,0 8-1,0 5 99,0 6 1,0 6 0,0 1 0,1 5-279,3 3 0,-2-1 0,4 7-345,-1 1 1,3-1 0,-3 4 0,1-2-1,2 0-35,-2-1 0,4-1 0,-4 1 1,2 0-85,-1-3 1,-5-7-412,2-3 1,1-9 63,-1-6 0,0-10 0,-6-9 0,0-5-81,-2-2 1,0-6 0,4 1 0,0-2 0,0-3-121,0-1 1,0 6-1,0-4 1,0 5 473,0 3 1,5 1-1,2 5 1,0 3 250,1 7 0,-1 5 0,4 6 0,1 1-43,-1 3 0,0 7 0,0 8 0,-1 3 59,-2 4 0,2 4 0,-3 6 0,2 2-688,-2-2 0,2-1 0,-4-3 0,0-2-86,0-4 0,3-7 1,-3-5 169,1-6 1,0-5 0,1-11-1,-3-7-1038,-3-5 1,1-3-1,0-2 1,2-3 1314,-2 0 0,0 2 0,-2-3 0,1 1 9,3 4 0,-3 5 375,3 4 1,-2 7 0,1 6-1,0 4 191,0 6 1,2 6-1,-1 2 1,-1 1-338,2 3 1,-3-2 0,1 0-571,-1 2 1,1-3 0,1-3 0,-1-1-1216,-2-2 1547,-1-5 0,5-6 0,1-6 0</inkml:trace>
  <inkml:trace contextRef="#ctx0" brushRef="#br1" timeOffset="5382">6486 166 7801,'-1'-10'3329,"-3"3"-4146,3-3 346,-4 8 1,10 1 0,2 5 0,3 0 11,2 1 1,-1 0 0,1 3 0,2 0 510,1 0 1,1 4-1,-2 3 1,1 3 465,-2 4 0,0 1 1,-2 3-1,-1 6-136,-2 4 0,0 0 0,-4 5 1,-1 1 627,-2 2 1,-2-8 0,-2-3 0,-2-5-887,-1-3 1,2-6 0,-3-5-810,-2-6 0,3-3 0,-2-6-564,-1-3 1,4-6 0,2-6-1,2 0 1249,1 0 0,0-4 0,0 2 0</inkml:trace>
  <inkml:trace contextRef="#ctx0" brushRef="#br1" timeOffset="5930">6778 312 7801,'6'16'144,"3"2"1,-5 4-1,-2 2 707,-1 2 0,3-1 0,0 2 0,-1-2-309,2-4 0,-3-4 1,3 0-1,0-1-453,2-2 1,-1-3 0,2-3-7,1-5 1,-4-3 0,0-3-299,0-5 0,-4-7 0,3-5 1,-3-6-402,-1-8 1,0-1-1,0-4 1,0-1 498,0 0 0,0 4 0,0 1 0,1 5 557,3 4 1,-3 12 0,4-2 235,0 4 0,1 8-409,5 11 1,-1 2 0,-1 8-1,-1 1 1,0-1 163,2 3 0,2 1 0,-1 0-342,0-2 0,0 2 0,0-2 0,1 1 1,-1-1-441,0-4 0,-3-3 0,-1-2-13,2-2 1,-4-5-1,0-8 1,-1-6-1,-1-6 0,2-6 0,-1-2 303,3-1 0,0-5 1,0 2-1,2 1 1,1 1 309,1 4 0,0 9 1,1 4-37,-1 4 1,0 3-1,0 7 1,0 5-6,1 4 1,-1 5 0,-1 4 16,-3 1 1,3-1 0,-2 2 0,0 0-342,0-2 1,2 2 0,-4-9 0,2-3-1,-2-2-358,-1-2 1,2-5-1,-2 4 79,2-2 0,-4-7 0,5-5 224,1-3 0,0-1 1,3 1-1,-1 1-39,0 1 1,2 6 0,0-2 148,2 3 0,0 6 0,-4 2 0,1 5 0,-1 1-519,0 2 0,-3 0 0,-2-3 0,-1-1 580,-3 0 0,0 0 0,-2 0 0</inkml:trace>
  <inkml:trace contextRef="#ctx0" brushRef="#br1" timeOffset="6468">8023 346 7801,'0'-17'174,"0"5"1,0-3-1,-1 2 220,-3 2 1,2 1 0,-6 2 0,0 1-76,-2 2 0,2 2 0,1 4 0,-1 3-118,2 3 1,-3 8 0,5 5 0,3 5-184,4 5 0,3 6 1,6 3-9,3 0 1,-2-2-1,3 1 1,-1 0-78,0-1 1,4-3 0,-4-4 0,-2-2 128,0-3 0,-7 5 1,-2-7-1,-3-1 1,-1-1 84,0-2 0,-5-9 0,-4 1 0,-3-2-111,-3-3 1,0 3 0,4-5 0,0-2-860,-1-1 1,1-1-94,0 0 0,5-5 0,2-2 0,4-4 916,4-4 0,2-3 0,10-4 0,2-1 0</inkml:trace>
  <inkml:trace contextRef="#ctx0" brushRef="#br1" timeOffset="7431">8192 581 7801,'7'1'424,"-1"3"-35,-1 4 1,4 2-1,-3 2 1,2 4-58,-1 7 0,1 4 1,3 7-1,1-1-147,3 1 1,-2-4-1,2-1 1,-2-2-107,2-2 1,-2-10 0,2-5-288,-3-4 1,0-8 0,-2-9 0,-2-7 66,0-3 1,-6-5 0,2-2 0,-3 0 207,-1-4 0,0 8 0,0 0 0,0 1 13,0 3 0,0 5 491,0 1 1,0 7 0,0 7-462,0 7 0,0 2 0,0 4 0,0 1-468,0 1 0,4 3 1,1-3-1,0-1-1224,0-2 1,4 0 1002,-2-1 1,-1-5-1,2-2 1,-1-4 578,0-4 0,1-6 0,-3-6 0,0-1-9,0-3 0,-1-2 0,-3 1 0,2 1 75,0 2 0,1 4 1,-4-1 796,0 2 1,1 7-333,3 2 1,1 8-1,3 4 1,-3 3-1,0 4 107,2 4 0,-2-1 0,0 3 0,-1 3-396,0 0 1,1 1 0,-3-2 0,2 2-297,-2 0 0,0-7 0,-2 4 0,0-2 187,0-2 0,1-6-787,3-4 1,-2-11 0,4-2 201,-1-7 1,-1-6-1,-4-6 1,1-1-1,2-2-87,0-2 1,1 3-1,-4-1 1,1 1 274,3 1 0,-3 5 0,4-4 0,-1 4-42,0 0 1,1 4 0,-1 1 274,3 3 0,-1 5 0,2 4 115,1 1 0,1 7 0,-1 3 0,0 3 564,-1 4 1,-5-1 0,5 4 0,1 2-44,1 1 0,-3 2 1,-1-2-1,1 0-155,-1 2 0,-2-7 1,2 6-241,-1 0 1,2-1 0,-3 1 0,0-1 0,-1-2 34,1-4 0,0-2-240,-4-2 1,0-2-1,0-6-120,0-6 0,0-7 0,0-5 0,0-4 53,0-2 1,0-6-1,0 0 1,0 0-218,0-1 0,0 2 0,0 4 0,0-1-277,0 1 0,0 3 1,1 2-2,3 0 1,2 2 0,5 5 165,1 3 1,-1 2 0,0 5 0,2 0 119,1 0 1,-5 0 0,2 0 278,-1 0 1,0 5-1,2 2 1,-2 3-1,-2 2 395,0-1 1,-5 1 0,4 3 0,-1 4 414,0 2 1,-2-1-1,3 1-417,2 3 1,1 1-1,1-3 1,1 0 0,-1-4-174,0-3 1,0-4 0,0-3-382,1-4 1,-5-9-1,-1-7 1,-1-5 8,-2-4 1,-3-3 0,-4-1 0,-3-1 90,-3 1 1,-2 1 0,1 3 0,-1 2 60,-3 5 1,2 2 0,-2 5-187,3 3 0,1 3 1,-1 1-2842,1 0 3019,0 0 0,0 5 0,0 1 0</inkml:trace>
  <inkml:trace contextRef="#ctx0" brushRef="#br1" timeOffset="7914">9056 693 10053,'6'10'414,"4"-1"0,-3 10 0,3 2-224,1 4 1,6 0 0,0 4-172,1-2 0,3-1 1,-3-3-1,2-3 1,0-4-216,-1-5 0,-5-9 1,1-2-1,-3-6-270,-1-4 0,-3-10 1,-2-2 365,-1-2 1,-1-3-1,-4-1 0,0 2 313,0 2 1,-4 1 0,0 8-1,2 1 324,1 2 1,1 7-244,0 5 1,0 8 0,0 9 0,1 0-476,3 3 1,1 1-1,5 3 1,-2 0-113,1-2 1,4 3-1,-6-8 1,2 1-597,-2-3 0,3-8 0,-2-3 0,2-4 889,1-4 0,-5-12 0,-1-8 0</inkml:trace>
  <inkml:trace contextRef="#ctx0" brushRef="#br1" timeOffset="8198">9448 749 7801,'7'-6'1395,"-3"1"1,-2 5-1,0 1 1,2 4-838,-2 7 1,3-1-1,-1 5 1,0 0-412,1 3 0,-3 2 0,6 0 1,-1-1-215,0-1 1,1-5 0,-3 1 0,2-4-154,1-4 0,-1-2 0,-1-6 1,0-3-456,0-3 0,-2-9 0,2-5 1,-1-4 676,-2 0 0,-2 1 1,-1 2-1,0 0 120,0 4 1,0 1 0,1 7 105,3 3 0,-2 2 1,5 6-1,-2 4-125,-3 6 1,3 2 0,0 6 0,1 1-784,3 1 0,-3 1 0,2-1 0,-1-2-1304,-1-4 1,4-4 536,-2-3 1447,-3-13 0,5-8 0,-4-9 0</inkml:trace>
  <inkml:trace contextRef="#ctx0" brushRef="#br1" timeOffset="9314">9661 570 7801,'-3'-11'1837,"-1"0"-1186,0-1 1,8 11 0,1 5 0,1 6-234,3 5 1,1-2 0,1 5 0,0-1-204,1 1 0,-1-3 0,0 2 0,-1-1-78,-3-2 0,2-1 1,-4-2-1,0 0 9,0 0 1,-1-3-1,-4-1-247,0 2 1,-5 1-1,-3 0 1,-2-1 55,-1-2 0,0-1 1,0 3-1,0-1 207,-1 0 1,5 0 0,1 2-30,1 2 0,0 2 0,2-3 1,-1 0-115,2 1 1,4-5-1,3-1-435,2-1 1,0-1-1,4-4 1,1 0 0,-1-1-514,0-3 1,1-2-1,1-5 1,1-2 76,-1-2 0,-3 1 0,5-3 558,-2 1 0,-3-3 0,-2 4 1,0 1 199,1 2 1,-3 1 0,1-1 309,2 1 0,-3 5 0,1 4 269,-2 4 0,-2 4 0,-1 5 0,0 1 0,3-1 172,1 0 1,-2 4-1,2 0 1,-1-1-731,-2-2 0,-2-4 0,0-2 1,2 0-1147,0 0 1,1-4 500,-4-2 1,-4-3 0,-1-7 0,0-2 717,0-1 0,1-3 0,1 1 0,-1 1 0,-1-2 0,3 1 0,-2 1 0,2 2-72,0 1 0,2 3 1,-1 2-1,-1 0 329,-2 0 1,0 2 0,4-4 224,0 0 0,0 1-142,0 0 0,0 3-445,0-3 1,4 3 0,1-2-118,1 1 1,-2 1-1,2 5 1,0 2 180,0 1 1,-2 1 0,2-2 240,-1 5 0,3-2 1,-4 1-1,-1 2-11,2 1 1,-3-2 0,1-1 315,-1 2 0,1 1 0,2 1 0,0 0-235,0 0 1,-1-3 0,-3-1-316,3 2 0,-3 1-89,3 1-296,2-4 1,-4-4 264,1-6 0,-1 0 1,-2-4 29,0-2 0,1 4 0,1 0-122,2 0 1,0 2 136,-4-4 1,3 3 0,2-2 44,2 1 1,-4 1 181,5 4 1,-4 0 13,3 0 0,-3 0 4,3 0 1,0 1 254,0 3 197,3-3 0,-9 6 203,3-4 0,1 0 95,-1 4 1,1-3-682,-2 4 0,-1-1 0,1 4-588,-1 1 0,-2-1 225,0 0 0,0 0 0,0 0 0,0 1-8,0-1 0,0 0-528,0 0 1,0-3-1,0-1-362,0 2 1,0-3 170,0 2 672,5-6 1,-3 3 214,6-5 1,-5 0 302,5 0 3033,-1 5-4830,5-4 1503,-1 4 0,-5-5 0,-1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5.258"/>
    </inkml:context>
    <inkml:brush xml:id="br0">
      <inkml:brushProperty name="width" value="0.06" units="cm"/>
      <inkml:brushProperty name="height" value="0.06" units="cm"/>
    </inkml:brush>
  </inkml:definitions>
  <inkml:trace contextRef="#ctx0" brushRef="#br0">1 4 8030,'0'-4'1803,"0"4"-1628,0 5 1,0 7-1,1 3 1,1 2-279,1 4 1,4-1 0,-2 5 0,3 3-357,1-1 1,1 1-1,1 0 1,0-1 458,0-2 0,-1-4 0,-2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5.625"/>
    </inkml:context>
    <inkml:brush xml:id="br0">
      <inkml:brushProperty name="width" value="0.06" units="cm"/>
      <inkml:brushProperty name="height" value="0.06" units="cm"/>
    </inkml:brush>
  </inkml:definitions>
  <inkml:trace contextRef="#ctx0" brushRef="#br0">45 0 7707,'5'4'226,"-2"2"1,-2 2 0,-1 1-1,0 3 294,0 3 1,0 6 0,0 5-409,0 5 1,-1 7 0,-1 1-1,-1 3 1,1 3-566,1 0 1,-2-3 0,0-4 0,1-4 263,1-6 0,-2-9 0,-1-3 0,-1-3 189,-1-5 0,-2-3 0,-1-5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5.758"/>
    </inkml:context>
    <inkml:brush xml:id="br0">
      <inkml:brushProperty name="width" value="0.06" units="cm"/>
      <inkml:brushProperty name="height" value="0.06" units="cm"/>
    </inkml:brush>
  </inkml:definitions>
  <inkml:trace contextRef="#ctx0" brushRef="#br0">1 167 8168,'3'-9'73,"0"0"-10,4 1 1,-2-3-1,3 0 1,1 2-1,1-2 1,1 1-1,4 0 55,2 2 1,0 0-1,1 1 1,0 1-628,3-1 1,0 2 0,2 0 0,-1-2 508,-1-1 0,-2-1 0,2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5.925"/>
    </inkml:context>
    <inkml:brush xml:id="br0">
      <inkml:brushProperty name="width" value="0.06" units="cm"/>
      <inkml:brushProperty name="height" value="0.06" units="cm"/>
    </inkml:brush>
  </inkml:definitions>
  <inkml:trace contextRef="#ctx0" brushRef="#br0">62 0 7801,'-9'23'0,"1"-3"0,2 0 424,0 0 0,0 1 0,-2 4 0,2 3 173,3 2 1,-1 0 0,2 1 0,0 1-668,1 2 0,2-5 0,1 3 0,4-7-647,2-5 0,2-8 0,1-4 0,1-3-562,2-3 0,-2-6 1279,2-5 0,-3-4 0,2-4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6.177"/>
    </inkml:context>
    <inkml:brush xml:id="br0">
      <inkml:brushProperty name="width" value="0.06" units="cm"/>
      <inkml:brushProperty name="height" value="0.06" units="cm"/>
    </inkml:brush>
  </inkml:definitions>
  <inkml:trace contextRef="#ctx0" brushRef="#br0">18 44 8641,'-3'17'0,"0"-1"255,1 2 0,-2-2 0,1 8 0,1 1 265,1 3 1,2 1-1,2 1 1,3-2-262,2-3 0,5-4 0,0-3 1,2-4-339,-1-5 1,1-10 0,3-3 0,-1-6-102,1-4 1,-2-7 0,-1-2-1,-4-4 135,-5-2 0,1-2 0,-4-2 0,-1 3-230,-1 3 0,-5 6 0,-2-1 92,-2 0 0,-3 4 0,-1 5 1,0 5-1,1 3-289,-1 3 0,0 1 0,4 1-105,-1 0 0,1 4 0,2 2 577,3 2 0,2-2 0,2-1 0,2-1 0,2-2 0,4-2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6.509"/>
    </inkml:context>
    <inkml:brush xml:id="br0">
      <inkml:brushProperty name="width" value="0.06" units="cm"/>
      <inkml:brushProperty name="height" value="0.06" units="cm"/>
    </inkml:brush>
  </inkml:definitions>
  <inkml:trace contextRef="#ctx0" brushRef="#br0">0 123 7801,'5'18'283,"0"-3"0,-3 2 0,2 1 1,0 1-1,1 0 218,-1 2 0,-1-2 0,3 4 0,1-2-116,1-1 0,2-5 0,0-2 0,2-2-342,-1-4 0,1-4 0,0-1 0,0-5-100,0-5 1,-1-3 0,3-7-1,-2-3 59,-1-3 1,-4-6 0,-1 1-1,0 1-208,-1 1 0,1 4 0,-3 4 0,0 3 65,1 4 1,-3 8 305,2 4 0,-2 8 0,-1 10 0,1 5-210,2 5 0,1 1 0,3 2 1,-2 0 16,2 0 0,1-5 1,1-2-1,0-5 9,-1-5 0,2-3 0,1-3 0,0-3-67,0-2 1,2-7-1,-2-3 29,-4-4 0,1-8 0,-4 0 0,0-4 0,0-7-28,-2-3 0,-1 0 0,-1-4 0,0 2-369,0 0 0,0 6 1,0-2-1816,0 5 2269,0 5 0,4 7 0,1 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6.992"/>
    </inkml:context>
    <inkml:brush xml:id="br0">
      <inkml:brushProperty name="width" value="0.06" units="cm"/>
      <inkml:brushProperty name="height" value="0.06" units="cm"/>
    </inkml:brush>
  </inkml:definitions>
  <inkml:trace contextRef="#ctx0" brushRef="#br0">27 1 8670,'3'15'345,"0"3"0,1 3 1,-2 10-1,1 6-314,2 5 0,-3 2 0,1 7-282,-2-1 1,-1 2 0,0-8-1,0-6 1,0-6-422,0-6 0,-4-10 0,-2-4-277,-1-7 949,-2-12 0,-4-7 0,0-8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7.308"/>
    </inkml:context>
    <inkml:brush xml:id="br0">
      <inkml:brushProperty name="width" value="0.06" units="cm"/>
      <inkml:brushProperty name="height" value="0.06" units="cm"/>
    </inkml:brush>
  </inkml:definitions>
  <inkml:trace contextRef="#ctx0" brushRef="#br0">1 166 7749,'0'-6'103,"0"0"1,3 3 0,1-1 10,0 0 0,5 1 1,4 2-1,1-1 1,1-2-445,2-1 1,1 1 0,3-4 0,3-2 16,4-3 1,-3 1 0,0-2 0,-2-2 312,0 0 0,-7 2 0,1 3 72,-4 4 1,-6 4 0,-6 7 538,-3 5 0,-5 2 1,2 5-1,-2 4 156,1 1 0,2 0 1,4 1-1,0 1-463,0-1 0,1-2 0,3-1 0,5-2-230,4-3 0,1-7 1,1-2-1,0-6-141,2-5 0,0-7 0,0-4-212,-3-6 1,-2-2 0,-5-1 0,-2 0 0,-1 3-109,-2 3 0,-3 5 0,-4 3 0,-5 3 32,-3 0 1,2 4 0,-4 2 0,0 2 13,-2 1 0,2 0 1,2 0 340,0 0 0,-3 0 0,3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7.741"/>
    </inkml:context>
    <inkml:brush xml:id="br0">
      <inkml:brushProperty name="width" value="0.06" units="cm"/>
      <inkml:brushProperty name="height" value="0.06" units="cm"/>
    </inkml:brush>
  </inkml:definitions>
  <inkml:trace contextRef="#ctx0" brushRef="#br0">10 1 8515,'-3'9'-90,"0"0"1,0 3-1,3 4 1,0 3 0,0 6 171,0 3 1,0 3 0,0 2-1,0-2-593,0-1 1,0-9-1,0 1 511,0-5 0,0-8 0,0-5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7.859"/>
    </inkml:context>
    <inkml:brush xml:id="br0">
      <inkml:brushProperty name="width" value="0.06" units="cm"/>
      <inkml:brushProperty name="height" value="0.06" units="cm"/>
    </inkml:brush>
  </inkml:definitions>
  <inkml:trace contextRef="#ctx0" brushRef="#br0">1 1 7749,'0'8'0,"0"1"0,0 0 0,0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8.342"/>
    </inkml:context>
    <inkml:brush xml:id="br0">
      <inkml:brushProperty name="width" value="0.06" units="cm"/>
      <inkml:brushProperty name="height" value="0.06" units="cm"/>
    </inkml:brush>
  </inkml:definitions>
  <inkml:trace contextRef="#ctx0" brushRef="#br0">0 105 7749,'0'15'292,"0"-1"1,0 2 0,0 2 0,0 2 182,0-1 1,0-2 0,0 4 0,0 1-205,0 1 1,0-1-1,0-2 1,1-1-120,2 2 1,-2-6 0,3 1 0,-1-4-86,0-4 1,1-6 0,-2 0 0,0-5-204,0-5 1,2-10 0,0-8 0,0-6 21,0-5 1,2 0-1,-2-2 1,1 2-254,1 3 1,-1 3-1,1 1 249,1 3 1,1 1-1,0 8 1,-2 5 0,0 6 244,1 4 0,-2 3 0,0 3 0,0 4 182,0 3 0,-4 5 0,3 4-114,0 2 0,-2 3 1,3-1-1,-1 2 1,-1 0-70,1 1 1,-2-1 0,3 3-1,-1-3-6,-3-1 0,1-8 0,0 1-330,1-3 1,1-8-1,-2-7 1,1-7-148,-1-9 0,2-5 0,-1-8 237,-1-2 1,3-1 0,0 0-1,0 2 1,1 1 219,1 1 1,-2 9 0,0 3 129,-1 4 0,2 6 0,-4 7-4,0 5 0,2 7 0,-1 3 0,0 5 1,0 3 146,0 2 1,3 3 0,-3 0 0,0 2-1192,1 1 0,-3 0 0,5 1 1,0-5-605,-1-3 1,3-11-1,-2-2 403,1-6 1019,-2-6 0,3-7 0,-3-6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8.724"/>
    </inkml:context>
    <inkml:brush xml:id="br0">
      <inkml:brushProperty name="width" value="0.06" units="cm"/>
      <inkml:brushProperty name="height" value="0.06" units="cm"/>
    </inkml:brush>
  </inkml:definitions>
  <inkml:trace contextRef="#ctx0" brushRef="#br0">0 62 8892,'0'9'0,"0"0"658,0 3 0,1 0 0,1 4 0,2 5-297,1 3 1,1 2 0,2 9 0,1 2-440,0 1 0,-1 0 0,-1 2 0,-3-1 59,0-2 1,2-4 0,-3-6 0,-1-6-1553,-1-6 0,2-9 0,0-7 1189,-1-7 1,-5-6-1,-3-6 1,-3-4 381,-2-1 0,1-6 0,-2-3 0,3-4 0,4-2 0,-2 3 0,3 0 0,0 2-38,0 0 1,1 8 0,4-1 143,2 5 0,2 2 0,4 5 1,0 1-1,2 4 459,1 1 0,3 2 0,0 1 0,2 2-54,0 1 0,1 1 0,-2 3 0,0 1-285,-2 2 0,-6 6 1,0 6-1,-3 1 7,-3 2 0,-1 2 0,-2 2 0,-1 0-112,-1 2 1,-7-1 0,1-1-692,0 0 0,-4 0 1,1-3-1,2-4 1,-1-2-248,-1-5 0,2-3 0,0-6 0,3-3 817,4-5 0,-2-8 0,0-5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8.874"/>
    </inkml:context>
    <inkml:brush xml:id="br0">
      <inkml:brushProperty name="width" value="0.06" units="cm"/>
      <inkml:brushProperty name="height" value="0.06" units="cm"/>
    </inkml:brush>
  </inkml:definitions>
  <inkml:trace contextRef="#ctx0" brushRef="#br0">0 0 7749,'6'0'313,"-1"1"0,0 2 0,-1 4 1,1 4 237,0 3 1,-3 4 0,1 2-1,0 4-252,0 1 0,1 4 1,-2 1-1,1-1-740,-1 1 1,0-3 0,0 1 0,1-2-593,-1-3 1,0-7 1032,1-2 0,1-7 0,5-3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9.141"/>
    </inkml:context>
    <inkml:brush xml:id="br0">
      <inkml:brushProperty name="width" value="0.06" units="cm"/>
      <inkml:brushProperty name="height" value="0.06" units="cm"/>
    </inkml:brush>
  </inkml:definitions>
  <inkml:trace contextRef="#ctx0" brushRef="#br0">27 219 7661,'9'0'-89,"-3"-1"1,0-2 0,0-2 355,2 0 1,1-3 0,0-1 0,0-5 470,-1-2 0,0-2 1,-2 1-1,-3-1-495,-2 1 1,-1 2 0,-1 0 0,-2 1-60,-3 0 0,-2 1 0,-1 6 0,-2 1 34,-1 3 0,-2 6 0,2 4 0,1 3-182,1 5 0,5 3 0,0 5 0,1 4-36,2 3 0,1 0 0,1 1 1,1 0-273,2 0 1,-1 1 0,5 2 0,1-2 187,3-2 0,2-10 0,-2-3 0,4-5-38,2-4 1,-3-8-1,0-10 1,-2-7 121,-1-8 0,-1-10 0,-1-5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9.591"/>
    </inkml:context>
    <inkml:brush xml:id="br0">
      <inkml:brushProperty name="width" value="0.06" units="cm"/>
      <inkml:brushProperty name="height" value="0.06" units="cm"/>
    </inkml:brush>
  </inkml:definitions>
  <inkml:trace contextRef="#ctx0" brushRef="#br0">10 33 7749,'-1'-5'1181,"-2"2"0,2 3-588,-2 3 0,2 2 0,1 4 0,0 3-108,0 3 1,0 4 0,0 3 0,0 1-270,0 4 0,0-1 0,0 5 0,0-2-185,0 0 0,3-3 0,0-4 0,0-4-209,0-4 1,-1-5 12,4-6 1,-4-6 0,1-12 0,-1-5 0,0-6-119,1-3 0,1-2 1,-2-4-1,2 0 117,1 0 0,-3 4 1,3 2-1,0 5 191,0 4 1,-2 5-13,3 3 1,-1 7 0,2 6 0,-3 7 300,0 6 1,2 3 0,-2 4-1,0 2-13,0 2 1,0 3-1,-2-1 1,2 0-108,0-1 0,-2-5 0,2 0 0,-1-1-408,0-3 0,0-9 0,-2 0 0,1-4-110,1-5 0,0-4 0,-2-7 0,1-3 120,1-5 1,1-3 0,-2-4 0,0-1 135,0 3 1,2 1 0,0-2 0,1 3 420,2 3 1,1 2-1,0 3 1,1 4-19,0 1 1,0 4 0,-1 1-241,1 1 0,0 5 0,-1 5 0,-2 3 0,-2 3-377,-1 2 1,-2 1 0,2 1-428,-2 3 1,-1 0 0,0 0 0,0-1 0,0 2-1285,0-1 0,0-6 1993,0 2 0,4-5 0,1-1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19.857"/>
    </inkml:context>
    <inkml:brush xml:id="br0">
      <inkml:brushProperty name="width" value="0.06" units="cm"/>
      <inkml:brushProperty name="height" value="0.06" units="cm"/>
    </inkml:brush>
  </inkml:definitions>
  <inkml:trace contextRef="#ctx0" brushRef="#br0">62 209 7749,'11'-1'262,"-2"-2"0,-3 1 0,3-4 0,0-1 0,-1-1 477,-2 0 1,0-2 0,-3-1-1,-1-1-351,-1-2 1,-1-1 0,-1-2 0,-2-1-153,-2 1 1,-3-1-1,-1 3 1,-1 2-102,-1 4 0,0 6 0,-3 1 0,2 5-119,1 6 0,1 4 0,2 5 1,1 3-12,2 2 0,3 3 1,-1 2-1,2 0-96,1 0 1,0-3-1,1 5 1,1-2-525,1 1 1,4-7 0,1 0-1,3-2-391,0-1 0,-2-7 0,0-5 0,1-4 252,2-7 0,-3-6 1,3-13 753,-2-3 0,-2-6 0,1 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0.307"/>
    </inkml:context>
    <inkml:brush xml:id="br0">
      <inkml:brushProperty name="width" value="0.06" units="cm"/>
      <inkml:brushProperty name="height" value="0.06" units="cm"/>
    </inkml:brush>
  </inkml:definitions>
  <inkml:trace contextRef="#ctx0" brushRef="#br0">18 186 7989,'-4'-5'1614,"2"0"-711,-4 2 1,4 3-286,-1 0 0,2 7 0,1 6 0,0 2-252,0 3 1,0 1-1,0 4 1,1 1-263,2 2 1,-1-1 0,3-2 0,0-2-254,0-3 1,-2-7-1,2-3-198,2-3 0,0-7 1,0-7 184,-1-5 1,-1-6 0,1-4 0,-1 0 0,0 0-159,0 0 0,-2 4 1,3-2 469,1 0 1,-1 3 0,1 4 0,-1 4 0,1 4 249,1 5 1,0 2-1,-2 3 1,0 6-204,1 5 0,-3 3 0,0 3 1,-1 1-456,0 2 1,1-3 0,-2 2 0,0-2-913,0 0 1,2-7-1,0 3-66,1-6 0,0-5 0,2-11 958,-1-5 1,-1-9 0,4-3 0,1-3 0,1-4 277,0-2 0,4-2 0,-2 0 0,-1 0-13,1-1 0,-1 8 0,-4-3 1,1 6 586,0 6 0,-4 8 154,-2 1 1,-1 13-1,0 3 1,2 4 0,-1 6 0,1 2 1,2 2 0,-2 4 0,0 4-664,0 1 0,2-1 1,-3 2-1,-1 1-405,-1 2 0,-1-3 1,0 3-491,0-3 1,-1-3 0,-2-5-1,-2-3 1,-1-4 828,0-5 0,-4-9 0,-3-3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0.446"/>
    </inkml:context>
    <inkml:brush xml:id="br0">
      <inkml:brushProperty name="width" value="0.06" units="cm"/>
      <inkml:brushProperty name="height" value="0.06" units="cm"/>
    </inkml:brush>
  </inkml:definitions>
  <inkml:trace contextRef="#ctx0" brushRef="#br0">1 124 7749,'4'-9'847,"0"0"-347,0 0 1,1 3 0,4 2-1,0-1 132,-1 0 1,5 0 0,2-2 0,2 1-1116,4-1 1,-3 3 0,3-2-1,-2-1-2155,2-1 2638,-7-1 0,11 1 0,-7-1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1.055"/>
    </inkml:context>
    <inkml:brush xml:id="br0">
      <inkml:brushProperty name="width" value="0.06" units="cm"/>
      <inkml:brushProperty name="height" value="0.06" units="cm"/>
    </inkml:brush>
  </inkml:definitions>
  <inkml:trace contextRef="#ctx0" brushRef="#br0">10 146 7749,'-1'-4'132,"-2"4"1,2 1-1,-2 5 1,2 2 243,1 2 1,0 4 0,0 5 0,0 2-254,0 5 1,3 3-1,0 4 1,-1 2-90,-1 1 1,-1-6 0,0 1 0,0-5 97,0-2-189,0-12 1,0-9-1,0-14 1,1-7 127,2-5 1,1-2-1,2-10 1,0-1 22,1 0 0,4 0 1,1 1-1,1 0-197,0 0 1,2 0 0,0 1 0,1 2-319,2 3 0,-3 9 0,-2 5 0,1 6-100,0 3 1,-7 6-1,1 7 1,-3 4 42,-3 7 0,2 0 478,-1 6 0,0-1 0,-3 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1.823"/>
    </inkml:context>
    <inkml:brush xml:id="br0">
      <inkml:brushProperty name="width" value="0.06" units="cm"/>
      <inkml:brushProperty name="height" value="0.06" units="cm"/>
    </inkml:brush>
  </inkml:definitions>
  <inkml:trace contextRef="#ctx0" brushRef="#br0">88 185 7749,'9'-3'942,"-1"-1"-634,1-1 1,-1 2 0,-1-3-38,-1-1 1,-4 0 0,1-3 0,0-1 0,0-1 31,-1-2 1,-1-1 0,-2-2 0,-2-1 1,-3 1 0,-1 3 1,-3 3-139,-2 4 1,2 4 0,-4 3 0,0 2 0,2 2 42,-1 5 1,1 7 0,3 1-209,1 6 1,0 2-1,2 2 1,3 2 0,2 1-47,1 1 1,4-2 0,2 3-1,2 1 2,0 1 0,4-4 0,1-3 0,0-2-826,3-3 0,-2-4 0,-1-4 0,1-6-17,0-7 0,-3-10 0,3-10 0,-1-6 559,-3-6 1,0-3 0,-2-1 0,-2-1 325,-3-2 0,0 2 0,0-1 0,-1 4 0,-1 3 0,-1 3 0,0 2 0,0 1 370,0 4 1,0 8 83,0 3 0,0 13 1,0 3-1,1 5-26,2 3 1,-1 6 0,3 2-1,0 4-17,0 2 1,-2-1 0,3 3 0,-1 0-287,0 1 0,3-3 0,-3 2 1,1 0-68,0 0 0,-1-5 0,4-1 0,0-4-56,0-4 0,0-7 0,-1-8-57,1-4 0,0-5 1,-1-7 78,-3-3 0,2-10 0,-3 0 1,0-2-1,1-3-42,0-2 0,-2 6 1,2-3-1,-1 2-352,1 2 1,-2 3 0,3 4 0,1 1-269,1 2 1,0 6 0,2 2 173,2 2 1,-1 2 0,2 0 0,1 1 0,-1 1 463,-1-1 0,3 3 0,-3-2 0,-2 6 0,-3 3 0,-2 2 0,-1 0 35,-2 1 0,-1 1 0,-2 1 0,-2 1 645,-3 2 1,1 1-1,0 2 1,0 1 142,1-1 1,1 2-1,-2 0 1,1 3-354,2 0 0,2-1 1,2 0-1,2-1-326,1 0 1,3-7-1,5 0 1,1-5-226,1-5 0,2-4 0,0-5 0,1-7-213,-1-5 1,-2-5 0,-2-6 0,-4 0 112,-4 1 1,-3 1 0,-3 4 0,-2 3 23,-2 1 0,-4 6 1,-2 1-1,-2 3-75,0 3 1,-1 2 0,-1 4 0,4 0-858,1 0 1,1 0-1,1 0 1089,-1 0 0,4 0 0,1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2.589"/>
    </inkml:context>
    <inkml:brush xml:id="br0">
      <inkml:brushProperty name="width" value="0.06" units="cm"/>
      <inkml:brushProperty name="height" value="0.06" units="cm"/>
    </inkml:brush>
  </inkml:definitions>
  <inkml:trace contextRef="#ctx0" brushRef="#br0">176 123 7749,'0'-10'38,"0"0"1,0-3 33,0-1 0,-3 4 0,-1-2 0,0 1 36,0 0 1,-3 1-1,1-1 1,-2 4 417,-4 4 0,1 2 1,-3 3-1,-2 4-244,-1 6 0,3 11 0,0 7 1,1 5-126,3 6 0,3 0 0,2 7 0,1-1 50,2-1 1,1-5 0,2 2 0,3-2-54,5-5 0,4-12 0,4-6 1,2-5-723,1-5 0,3-6 1,5-3-1,0-8-545,0-8 0,-2-6 0,6-8 1,-1-5 1112,0-3 0,-7-2 0,0-2 0,-5 2 0,-1 3 0,-8 3 0,-2 5 0,-4 6-211,-5 5 1,-6 8-1,-5 3 1,-2 4 952,-2 3 1,0 3 0,-1 3-1,2 4 9,0 4 1,2 2-1,-2 2 1,3 2-403,2 1 0,5-3 0,0 2 0,1 1-155,2-2 1,1-2-1,2-3 1,2 0-247,3-2 0,4-3 0,3-2 0,2-3-445,3-2 0,1-8 1,3-2-1,1-5 179,-1-5 1,-3 0 0,2-5 0,-3-2 95,0 2 0,-4 3 0,-3 2 0,-2 3 391,-3 5 0,-2 7 0,-4 6 73,0 6 0,0 7 1,0 2-1,1 4-325,2 4 0,-2-2 1,2 4-1,0-1-401,0-1 0,4-5 0,0 0 0,3-5-174,1-3 1,2-6 0,-2-5 0,1-7 657,2-9 0,-3-5 0,1-10 0,-3-1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2.888"/>
    </inkml:context>
    <inkml:brush xml:id="br0">
      <inkml:brushProperty name="width" value="0.06" units="cm"/>
      <inkml:brushProperty name="height" value="0.06" units="cm"/>
    </inkml:brush>
  </inkml:definitions>
  <inkml:trace contextRef="#ctx0" brushRef="#br0">45 30 7468,'0'-9'0,"0"1"117,0-1 1,0 5 778,0 4 0,0 6 0,0 8 0,0 4-448,0 3 0,3 7 1,1 4-1,0 3-450,3 3 1,-2-1 0,1 4 0,0 2-267,-1 3 0,2-4 0,-4 2 0,1-3-533,0-5 0,-1-10 0,-4-3-67,-2-7 1,-2-7-1,-3-7 1,-2-5 867,-2-6 0,2 0 0,-1-7 0,1-2 30,1-5 0,1 1 1,2-1-1,1 1 8,1 0 0,1 1 1,3-1-1,1 0 843,2 3 0,2 0 0,3 2 0,1 0-508,0 3 0,3-2 0,0 5 0,2 3-645,2 1 0,-3 4 0,1-2 1,-1 1-368,1 2 0,-2 1 0,1 1 1,0 0 638,-2 0 0,2-4 0,1-1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3.008"/>
    </inkml:context>
    <inkml:brush xml:id="br0">
      <inkml:brushProperty name="width" value="0.06" units="cm"/>
      <inkml:brushProperty name="height" value="0.06" units="cm"/>
    </inkml:brush>
  </inkml:definitions>
  <inkml:trace contextRef="#ctx0" brushRef="#br0">0 0 7749,'0'14'76,"0"2"1,0-1 0,0 1 0,0-1 0,0 0 0,0 0 340,0 2 1,1-2 0,1-2 0,1 1-714,-1-1 1,2-5-1,0 0-598,1-3 1,0-7 0,1-8 893,0-6 0,-4-6 0,2-4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3.122"/>
    </inkml:context>
    <inkml:brush xml:id="br0">
      <inkml:brushProperty name="width" value="0.06" units="cm"/>
      <inkml:brushProperty name="height" value="0.06" units="cm"/>
    </inkml:brush>
  </inkml:definitions>
  <inkml:trace contextRef="#ctx0" brushRef="#br0">5 36 7749,'0'-9'320,"-1"1"-166,-2 2 1,3 0-285,0 3 1,1 0 0,4 3-1,2 0-1409,1 0 1539,1 0 0,0 0 0,-1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3.638"/>
    </inkml:context>
    <inkml:brush xml:id="br0">
      <inkml:brushProperty name="width" value="0.06" units="cm"/>
      <inkml:brushProperty name="height" value="0.06" units="cm"/>
    </inkml:brush>
  </inkml:definitions>
  <inkml:trace contextRef="#ctx0" brushRef="#br0">53 0 7749,'-6'4'-28,"0"2"1,3 2 0,-3 1-1,-1 1 791,0 5 1,2-2 0,1 7 0,1 2 261,0 3 0,0-1 0,4 0 0,2 2-794,3-2 1,5-3-1,1-2 1,1-3-289,0-5 1,2-5 0,-1-4-1,0-5 53,1-6 0,-7-3 0,0-6 0,-3 0-577,0-3 0,-3 2 0,0-3 0,-3 3 111,-2 2 0,-3 2 0,1-2 0,-1 3 34,0 2 0,1 5 0,-2 1-127,1-1 1,2 0-412,-2-2 0,3 4 974,6 2 0,2-1 0,3 1 0,1 1 0,0 1 0,0 1 0,-1-1-82,1-2 1,0 2-1,0-1 180,-1 4 0,-2 3 1,-1 4-1,0 1 1257,0 1 1,-3 3 0,2 4 0,-1 0-621,0 3 0,1-2 0,-3 4 1,2 2-516,-1 0 0,0-1 0,0-3 0,1-1 12,-1 0 0,0-7-180,1 1 1,-2-8 0,2-6-478,-2-5 1,-1-8-1,1-3 1,1-5 38,1-1 0,3-2 0,-3-4 0,1 0 104,0 0 1,3 7 0,-1-3 0,2 5 64,0 1 1,-1 5 0,1 5 0,2 4 314,0 3 0,-1 3 0,-1 3 0,-1 5 233,-1 6 1,-3 0-1,2 4 1,-1-1-721,1 2 1,-3-5-1,1 3 1,-2-1-344,-1-3 0,0-3 0,0-1 732,0-1 0,4-1 0,1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3.873"/>
    </inkml:context>
    <inkml:brush xml:id="br0">
      <inkml:brushProperty name="width" value="0.06" units="cm"/>
      <inkml:brushProperty name="height" value="0.06" units="cm"/>
    </inkml:brush>
  </inkml:definitions>
  <inkml:trace contextRef="#ctx0" brushRef="#br0">79 0 8063,'0'9'1758,"0"0"-1302,0 0 1,-1 0-1,-1 0 1,-1 4 298,1 5 0,-3 3 0,-1 6 1,0 3-481,0 5 0,-2 1 0,2 3 1,-2-1-506,0 3 1,2-5 0,1-1 0,1-4 109,2-3 1,1-5 0,1-3-1,0-5 120,0-3 0,0-6 0,0-2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4.890"/>
    </inkml:context>
    <inkml:brush xml:id="br0">
      <inkml:brushProperty name="width" value="0.06" units="cm"/>
      <inkml:brushProperty name="height" value="0.06" units="cm"/>
    </inkml:brush>
  </inkml:definitions>
  <inkml:trace contextRef="#ctx0" brushRef="#br0">18 35 7749,'-4'-9'143,"3"4"1,-3 0 435,0 1 0,3 0 873,-2 1-1200,2 2 1,2 1 0,2 7 0,2 4 0,1 4-47,0 5 0,0 3 0,1 6 0,0 4-104,-1 4 1,-1 0 0,1 3-59,-3-1 1,-1 0-1,0-5 1,0-5-1,0-5-84,-1-6 0,-1-10-46,0-5 1,0-10-1,0-8 1,0-5-8,0-3 1,0-6 0,0-3-73,0-3 0,1-3 0,2 0 0,2 2-243,0 3 0,6 0 0,-3 5 0,3 3 0,1 3-325,0 4 1,3 8-1,-1 4 1,0 4 732,1 2 0,-4 0 0,9 4 0,-1 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5.206"/>
    </inkml:context>
    <inkml:brush xml:id="br0">
      <inkml:brushProperty name="width" value="0.06" units="cm"/>
      <inkml:brushProperty name="height" value="0.06" units="cm"/>
    </inkml:brush>
  </inkml:definitions>
  <inkml:trace contextRef="#ctx0" brushRef="#br0">52 1 7749,'-6'4'168,"0"1"0,0 3 0,-2 1 0,0 0 640,2-1 0,1 5 1,3 1-1,-1 0-341,2 1 1,1 1-1,2 3 1,5 2-351,4 2 0,0-4 1,3 2-1,3-4-182,2-2 1,0 1 0,1-6 0,0-2-107,0-4 0,-2-7 0,0-5 0,-2-4-109,-1-6 0,-4-6 0,-1-3 1,-1-4 200,-2-3 0,-5 3 1,2 3-1,-1 3 428,0 5 1,0 5 34,-3 4 1,-1 10 0,-1 7-282,-1 10 0,0 3 0,3 4 0,0 1-608,0 2 0,0 0 0,1-1 0,1-1 0,2-4-695,1-1 1,1-10 0,3-4 680,-1-6 1,-2-8 0,0-6 518,1-5 0,1-10 0,0-6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5.338"/>
    </inkml:context>
    <inkml:brush xml:id="br0">
      <inkml:brushProperty name="width" value="0.06" units="cm"/>
      <inkml:brushProperty name="height" value="0.06" units="cm"/>
    </inkml:brush>
  </inkml:definitions>
  <inkml:trace contextRef="#ctx0" brushRef="#br0">1 66 7266,'4'-18'-454,"1"2"1,-3 1 1735,1 4 0,0 6-633,-3 5 0,3 5 1,1 6-1,0 5-401,0 3 0,0 2 0,-2 3 0,1 2-358,2 2 0,-3-3 1,2 3-1,-1-1-497,0-1 0,3-6 0,-2 4 1,1-5-755,1-1 1,2-8 1360,1-1 0,4-10 0,0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5.572"/>
    </inkml:context>
    <inkml:brush xml:id="br0">
      <inkml:brushProperty name="width" value="0.06" units="cm"/>
      <inkml:brushProperty name="height" value="0.06" units="cm"/>
    </inkml:brush>
  </inkml:definitions>
  <inkml:trace contextRef="#ctx0" brushRef="#br0">62 229 7749,'18'-9'0,"-1"0"0,-2-1 0,-1 0 0,-1-3 206,1-1 0,-6 0 0,-1-3 0,-2 2 684,-3 0 1,-5 1 0,-2-1-1,-4 1-406,-3 2 0,-2-1 0,-3 2 0,-1 0-121,1 4 0,-1 2 1,2 6-1,1 3-192,3 4 1,4 7 0,2 7 0,3 6-211,2 2 1,6 0 0,3 4 0,3 3-273,3 2 1,-2-5 0,2-1-102,2-4 1,3 1 0,3-7 0,-1-3 0,2-7-641,-1-7 1,-2-6-1,3-7 1,-1-7-1427,1-8 2478,-8-3 0,6-5 0,-8-1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5.940"/>
    </inkml:context>
    <inkml:brush xml:id="br0">
      <inkml:brushProperty name="width" value="0.06" units="cm"/>
      <inkml:brushProperty name="height" value="0.06" units="cm"/>
    </inkml:brush>
  </inkml:definitions>
  <inkml:trace contextRef="#ctx0" brushRef="#br0">0 0 7749,'0'9'703,"0"0"0,0 1 1,0 1-81,0 4 0,0-1 0,0 0 1,0 4-107,0 4 0,1 0 0,1 5 0,2 0-275,1 0 0,-2 0 0,2 3 0,0-2-105,0-2 0,-3-5 0,1-1 0,0-2-22,0-4 0,0-11-427,-3 0 1,0-6 0,1-9 0,1-3 10,1-1 0,4 1 1,-1 1-1,2 1-18,4-1 1,-1 4 0,4 1 0,0 3 63,2 2 1,-3 2 0,1 5 0,-1 3 700,0 2 1,0 4 0,-4 3 0,-1 2 688,-1 4 1,-5-2 0,-1 4-805,-4-2 0,-3 2 1,-5-1-1,-1-1 1,-5 1-95,-3-3 0,0-4 0,-1-3 1,0-4-784,0-2 1,1-2-1,0-4-628,3 0 1,4-2 0,6-4-1,1-5 1,1-5 215,2-2 0,6-3 1,4-2-1,3-3 310,3 0 648,1 4 0,2-4 0,1 4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6.189"/>
    </inkml:context>
    <inkml:brush xml:id="br0">
      <inkml:brushProperty name="width" value="0.06" units="cm"/>
      <inkml:brushProperty name="height" value="0.06" units="cm"/>
    </inkml:brush>
  </inkml:definitions>
  <inkml:trace contextRef="#ctx0" brushRef="#br0">0 8 6795,'9'-3'1510,"0"0"1,-3 1-1005,-1 5 0,-3 5 0,1 5 0,-1 3 0,0 3 0,1 3 279,-1 2 0,0 5 1,0 0-1,2-1-620,1-1 0,1-4 0,1-4 0,0-3-274,-1-5 1,-3-5-1,3-4 1,0-5 101,-2-5 0,0-5 1,-4-5-1,0 0-58,0-3 1,0 0 0,-1-3-1,-2 1 75,-2 2 0,-3 2 0,-1 5 1,0-1-413,1 2 1,-1 5-1,0-4-1312,0 2 0,1 4-112,3 0 0,2 5 1281,6-2 0,2 2 545,7 1 0,2 4 0,3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6.422"/>
    </inkml:context>
    <inkml:brush xml:id="br0">
      <inkml:brushProperty name="width" value="0.06" units="cm"/>
      <inkml:brushProperty name="height" value="0.06" units="cm"/>
    </inkml:brush>
  </inkml:definitions>
  <inkml:trace contextRef="#ctx0" brushRef="#br0">25 26 8284,'0'12'0,"0"2"578,0 2 1,0-2 0,1 5-1,1 1 387,1-2 0,3 4 0,-2-2 1,1 1-483,2 0 1,0-6 0,2-1-1,0-3-462,0-2 0,-1-4 1,1-3-1,0-5-113,0-6 0,-4-4 0,-2-4 0,-2-2 204,-1-1 1,0-2 0,-1-2 0,-2 2 40,-3 0 0,-3 2 0,-2 3 0,0 3-104,0 2 0,1 1 0,1 1 0,0 1-881,-3 1 1,2 5 0,-1 0-270,1 2 1,5 2-590,2 2 1,6-2 0,3 2 1689,2-2 0,4-5 0,2-1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6.621"/>
    </inkml:context>
    <inkml:brush xml:id="br0">
      <inkml:brushProperty name="width" value="0.06" units="cm"/>
      <inkml:brushProperty name="height" value="0.06" units="cm"/>
    </inkml:brush>
  </inkml:definitions>
  <inkml:trace contextRef="#ctx0" brushRef="#br0">0 17 7749,'9'-6'0,"0"1"194,0 1 1,-1 2 0,0 5 0,-1 4 900,-1 4 0,-4 3 1,2 3-1,-2 3-49,1 3 1,1 0 0,-2 7-1,1-1-491,-1 3 0,0-2 0,0 7 1,1 1-788,-1 1 0,-1-4 1,-1 1-1,0 0-94,0 0 1,1-6-1,1 1 1,1-9-2051,-1-7 1,-1-9 1106,-1-6 1,3-8 0,0-7 0,1-1 1268,0-2 0,3-3 0,-2-2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6.839"/>
    </inkml:context>
    <inkml:brush xml:id="br0">
      <inkml:brushProperty name="width" value="0.06" units="cm"/>
      <inkml:brushProperty name="height" value="0.06" units="cm"/>
    </inkml:brush>
  </inkml:definitions>
  <inkml:trace contextRef="#ctx0" brushRef="#br0">88 26 7749,'0'-6'1706,"0"1"0,-3 2 0,-1-2-934,0 1 1,1 1 0,-2 4-1,0 1-224,0 1 0,-1 4 0,-3-1 0,1 1-75,-1 2 1,3 3-1,1-1 1,0 1-228,0 1 1,3-1 0,0 4 0,1-2-405,1-2 1,3 3-1,2-3 1,1-2-403,0 0 1,1-1 0,5-1-917,2-2 0,-3 0 1,0-3-1,-1-1 1476,0-1 0,4-5 0,-1-1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6:26.953"/>
    </inkml:context>
    <inkml:brush xml:id="br0">
      <inkml:brushProperty name="width" value="0.06" units="cm"/>
      <inkml:brushProperty name="height" value="0.06" units="cm"/>
    </inkml:brush>
  </inkml:definitions>
  <inkml:trace contextRef="#ctx0" brushRef="#br0">0 1 7749,'1'11'391,"1"1"475,1 2 1,0-6-1,-3 1-1385,0-1 1,3-5-2786,0-3 3304,0-4 0,1-5 0,0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8:15.486"/>
    </inkml:context>
    <inkml:brush xml:id="br0">
      <inkml:brushProperty name="width" value="0.06" units="cm"/>
      <inkml:brushProperty name="height" value="0.06" units="cm"/>
    </inkml:brush>
  </inkml:definitions>
  <inkml:trace contextRef="#ctx0" brushRef="#br0">1681 70 7920,'9'-13'66,"0"4"569,-6-3-365,3 10 0,-7-4 0,-4 6 0,-4 0-18,-3 0 1,-2-4 0,0-1 0,0 2-115,1 1 1,-3 2 0,-2-1 0,-7-2-95,-5-2 0,-1 1 0,-5 4 0,-4 0 81,-5 0 1,-5 1-1,-8 2 1,-3 3-24,-2 2 0,2-3 0,-5 4 0,0 0 17,5-1 1,6 2-1,4-4-62,4 2 0,-7-3 1,13 4-1,0 0 0,1 0 6,3 0 0,5-6 0,-2 4 0,2-3-18,1 1 0,10-1 0,-5-4 0,3 0 26,2 0 1,4 0 0,-2 0-87,4 0 1,6 0-1,0 0 38,-2 0-71,5 0-216,0 0 253,6 0-544,0 0 426,6 0 0,-4 2 109,2 3 1,2 2-1,-1 7 1,-2 1 56,-2 4 0,1 2 0,1 7 0,2 2-21,-2 7 0,-2 1 0,-1 14 0,0 6-38,0 10 0,0 4 1,0 9-1,0 4 4,0 4 1,-1 3 0,-2 1 0,-2-1 108,2 0 1,1-5 0,2-36-1,-1 1 1,0 0 0,-1 1 13,0 0 0,-1 0 1,-1 40-1,4-1-94,0-5 0,0-35 0,1 0 1,2 48-1,0-48 0,0 0 1,1 1-1,0 1-81,1-2 0,1-2 0,1 39 0,3 5 44,0-3 0,-4-41 0,-1 0 0,6 46 0,-2 1 6,2-2 1,-6-44 0,0 0 0,6 35 0,-3-2 0,-1 5 11,1 4 0,-5-4 1,-1-36-1,1 1 1,-2 0-1,-1-1 55,0 0 0,0 0 0,0 46 0,0-48 0,-1 1 0,-1 2 0,1 2-17,-2 3 1,1 1 0,-1-3 0,0-1 0,1 6 0,1 0 0,-2-4 0,0-1 9,-1-2 1,0-1-1,2-2 1,-1 0 0,-1 7-1,-1 1 1,0 3 0,0 0 0,-2 1 1,1-1 0,2-7 0,-1-1 0,1 3 0,-1-1-50,0-1 1,-1 0 0,0 6 0,0 1 0,-1-3-1,0 0 1,1 1 0,0 0 0,0 0 0,1 1 23,0-2 1,1-1-1,2-5 1,-1-1-1,-1 3 1,-1 0-1,1 2 1,-1 0-3,1 1 1,0 0 0,-1-1-1,0 0 1,2 0 0,1-1 0,0-1-1,0 0 0,-2-2 0,1 0 0,3-3 0,-1-1 0,-1 7 0,-1 1-27,3 1 1,-1 0 0,-1-1 0,-1 0 0,1-1 0,0-1 0,0-3 0,1-1 0,0-1 0,0 2 9,1 0 0,0 1 1,0 0-1,0 0 1,0 4-1,0-1 0,0-1 1,0-2 26,0-1 1,0-2 0,2 37 0,1 3-28,1 1 0,-1-42 0,-1 1 0,-1 2 1,-1 0-1,2-1 0,-1 0 0,2 0 1,-1 0 14,1 44 1,-1 2-1,-2-6 1,0 6-21,0-45 0,0 0 0,-1-3 0,2 1 0,-1 2 0,1 1 0,0-3 0,1 0 34,3 49 0,-1-12 0,-4 10-15,0-47 0,0-1 0,0 5 0,0-1 0,1-1 0,0 0 0,0-1 0,1 0 0,0-2 0,0 1 0,2 45 1,-3-13 0,-1 13 0,0-46-1,0 1-28,0 2 1,0 0 0,0-3 0,0 1 0,0 47 0,0-3-67,0-7 0,0 6 0,0-3 1,-1 4 94,-4 0 1,2-12 0,-5 4 0,1-9-2,-1-3 0,3-8 0,-2 5-7,1 0 0,-1 5 1,4-2-1,-3-3 0,0-2 14,0-3 1,-5-15 0,4 8-1,-3-5-3,1-1 0,0-2 0,-3 0 0,1 0 53,2-5 1,1-2 0,-2-7 0,2-3 157,2-3 1,0-13-1,3 1 315,-2-8-551,0-9 1,5 1-123,0-8 0,2 2 1,1-4-1,3 0 73,2-3 0,1 1 0,5-1 28,0-2 1,1-5 0,3-3 0,4 1 65,-1-2 1,11 0 0,0-4 0,7 1 280,2-2 0,11-1 1,6-1-1,6-1-55,7 0 1,2 1 0,2 1 0,5 1-51,1 2 1,9 2-1,-6-3 1,4 2-1,2-1 59,0-3 1,-7 5-1,-2-8 1,-5 0 66,-5-1 0,-13 9 0,3-5 1,-9 5-265,-6 4 1,-15 1 0,2 4-719,-5 3 0,-5-2-1029,-9 7-1191,-7-1 1,-1 7 2864,-6 2 0,-12 4 0,-3 6 0</inkml:trace>
  <inkml:trace contextRef="#ctx0" brushRef="#br0" timeOffset="684">1653 12382 8531,'2'-9'756,"2"1"0,5 1-656,4-1 1,1 3 0,1-2 0,3-1 145,5 0 0,3 5 1,2-1-7,-1 2 0,5 4 0,1 4 0,-3 9 1,-1 13 123,-1 12 1,-11 12 0,-4 15 0,-2 12-163,-3 9 1,-4 0 0,-8 4 0,-5 0-437,-4-3 1,1-13 0,1 1 0,2-7-1060,-2-1 1,5-20 1292,2 2 0,-4-22 0,0-3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8:19.421"/>
    </inkml:context>
    <inkml:brush xml:id="br0">
      <inkml:brushProperty name="width" value="0.06" units="cm"/>
      <inkml:brushProperty name="height" value="0.06" units="cm"/>
    </inkml:brush>
  </inkml:definitions>
  <inkml:trace contextRef="#ctx0" brushRef="#br0">0 111 7942,'9'-14'94,"1"0"0,-7 5 0,3 1 407,0 2 0,2 2 0,7 4 0,2 3 178,1 6 0,7 8 0,-2 18 0,3 9 0,1 11-169,1 6 1,-1 5 0,-1 5 0,-1 1-23,-2 0 0,-8-10 0,0 4 0,-6-5-187,-2-3 0,-3-13 0,-4 4 0,0-5-306,0-6 0,0 2-498,0-8 152,-6-6 0,0-18 1,-3-14-1,3-9 1,1-10-75,0-6 0,1-10 0,4-9 0,0-5 212,0-5 0,0 3 0,0-1 369,0 6 1,6 2-1,3 7 1,5 4 0,4 6 423,5 7 1,-1 10 0,1 12-14,1 2 0,1 16 0,-1 9 0,-3 11-261,-1 6 1,3 5 0,-4 3 0,-2 1 0,-2 1-723,-1-1 1,-1 5 0,1-7-1066,0-2 0,0-1 1,-1-13-1,1-5 1481,0-6 0,0-5 0,0-1 0</inkml:trace>
  <inkml:trace contextRef="#ctx0" brushRef="#br0" timeOffset="132">854 359 7887,'0'10'1529,"0"2"1,0 7-681,0 5 1,5 2-1,1 11 1,2 1-476,2 2 0,3 1 1,0-1-1,1-3 16,0-5 1,0-9-391,-1-5 0,1-8 0,0-4 0</inkml:trace>
  <inkml:trace contextRef="#ctx0" brushRef="#br0" timeOffset="263">937 221 7887,'-6'-14'751,"3"5"1,-7 0 701,0-2-1296,4 5 1,1 0 0,10 6 0,4 0-1792,3 0 1,6-2 1633,1-2 0,5-4 0,-2-6 0</inkml:trace>
  <inkml:trace contextRef="#ctx0" brushRef="#br0" timeOffset="463">1254 0 8758,'0'19'0,"0"1"562,0 1 0,0 4 0,1 5 0,4 4 102,4 1 1,5 6 0,2 5 0,4 0 80,2 2 1,1-9 0,4 4 0,1-1-392,-1-4 0,-5-11 0,-5 1-299,-7-2 0,-4-6 1,-6 0-1,-1-2 1,-5 0-436,-8-1 0,-7 0 1,-10 0-1,-3 3-482,-1 1 0,3-2 0,-3 2 0,0-1-2835,-1-3 3697,6-2 0,-10-1 0,5 0 0</inkml:trace>
  <inkml:trace contextRef="#ctx0" brushRef="#br0" timeOffset="766">827 1474 7813,'-14'2'0,"0"1"1114,0 1 0,2 2 0,3-1-234,4 4 0,4 5 1,2 4-1,4 7-537,4 5 1,8 3 0,3 8-414,1 6 0,1 5 0,2 5 0,-2 0 0,-3 1-178,-2 0 1,-3-14 0,-3 4 0,-4-7-607,0-7 0,-3-10 112,-4-6 742,0-8 0,-6-10 0,-2-8 0</inkml:trace>
  <inkml:trace contextRef="#ctx0" brushRef="#br0" timeOffset="1066">1281 1391 8606,'-14'2'974,"1"3"1,-1-2-1,0 4 1,-1 1-466,-4 0 1,3 1 0,-6 5 0,1 1 52,-1 3 1,1 4 0,-2 4 0,5 0-296,2 1 0,4-2 1,3 7-1,4-3-14,4-2 1,1 1-1,0-2 1,1-3 23,4-5 0,2-2 0,7-4 0,2-1-99,2-2 0,-1-6 0,6 1 0,1-4 32,2-4 0,6-4 1,0-6-518,-1 1 0,-2-1 1,-1 0-1,-1 0 0,2 1-1143,3-1 0,-7 0 0,2 0 354,-1 0 0,-1 1 1,-1-1-1,-2 0 1,-2 2 1095,-3 3 0,-2-4 0,-1 6 0</inkml:trace>
  <inkml:trace contextRef="#ctx0" brushRef="#br0" timeOffset="1348">1598 1667 7787,'14'0'1272,"-1"0"-952,1 0 1,0-8 0,0-6-1,1-7 647,3-5 0,-2-8 0,2-2 1,-3-4-419,-1-1 1,-2-1-1,-2 2 1,-6 4 501,-2 4 0,-8 4 0,-4 5-630,-2 5 0,-8 4 0,-1 5 0,-2 4-182,0 4 0,2 8 1,-4 6-1,5 5-172,5 3 1,-2 2 0,9 6 0,1 2 32,2 1 0,4 9 1,1-2-1,1-1 0,4 3-233,4 4 0,8-6 0,3 4 0,0-3-55,-1-6 0,6-4 0,-4-4 0,4-3-1584,2-4 0,-7-6 0,8-3 1,-2-6 297,0-2 0,-3-8 0,-2-2 1474,-1 0 0,-2-10 0,-4 3 0</inkml:trace>
  <inkml:trace contextRef="#ctx0" brushRef="#br0" timeOffset="1480">1956 1433 9546,'-6'-8'4448,"-3"4"-4201,3 2 0,6 2 0,9 0 1,5 0-215,4 0 1,-1 0 0,6 0-1,1 0 156,2 0 1,-3 0 0,0 0-190,2 0 0,7-6 0,3-2 0</inkml:trace>
  <inkml:trace contextRef="#ctx0" brushRef="#br0" timeOffset="1696">2410 1102 7784,'0'20'914,"-6"2"0,-1 5 1,-2 1-341,-1-1 1,3 2 0,-4 2 0,3 3 1064,2 1 0,2-2 0,4 7 1,0 5-860,0 2 0,0 0 1,0 5-1,0 5-851,0 4 1,4-3 0,1 11-1,-1-4-35,3-9 1,-6-8 0,5-4 0,-1-6-1153,-1-6 0,7-15 0,-2-9-6717,3-10 7975,-4-5 0,10-19 0,-2-3 0</inkml:trace>
  <inkml:trace contextRef="#ctx0" brushRef="#br0" timeOffset="1796">2548 1777 7784,'8'-6'409,"-2"6"1,-4 0 1064,2 8 1,-1 4 0,5 2-4531,-2-1 3056,5 1 0,-4 0 0,7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8:18.536"/>
    </inkml:context>
    <inkml:brush xml:id="br0">
      <inkml:brushProperty name="width" value="0.06" units="cm"/>
      <inkml:brushProperty name="height" value="0.06" units="cm"/>
    </inkml:brush>
  </inkml:definitions>
  <inkml:trace contextRef="#ctx0" brushRef="#br0">1 152 8032,'6'-7'392,"3"2"1,-1 4 0,1 2 0,2 5 5,1 8 1,3 14 0,3 14-1,5 13-413,3 13 1,-4 2 0,-4 7-1,-2-2 15,-3-3 0,-5-14 0,-2-5 0</inkml:trace>
  <inkml:trace contextRef="#ctx0" brushRef="#br0" timeOffset="148">97 1 7835,'-9'0'325,"0"0"1,4 4 0,-2 3-561,0 0 0,9 2 0,9 5 0,5 0-672,7 0 907,3-1 0,8 1 0,1 0 0</inkml:trace>
  <inkml:trace contextRef="#ctx0" brushRef="#br0" timeOffset="332">579 1 7835,'0'38'0,"0"3"804,0 2 0,2 0 0,2-2 0,4 2-57,0 3 1,4-1-1,-5 2 1,3-3-524,-1-4 0,-6-6 0,2 1 0,-4-1-229,-1-4 1,-8-5-1,-4-2 1,-6 0-423,-4-2 1,-2-1 0,-7-6 0,-2-2-1831,-3-3 2257,0-3 0,-6 0 0,1 2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8:17.203"/>
    </inkml:context>
    <inkml:brush xml:id="br0">
      <inkml:brushProperty name="width" value="0.06" units="cm"/>
      <inkml:brushProperty name="height" value="0.06" units="cm"/>
    </inkml:brush>
  </inkml:definitions>
  <inkml:trace contextRef="#ctx0" brushRef="#br0">117 592 8477,'-14'0'0,"0"0"135,0 0 1,1 0-1,-1 0 1,0 0 921,0 0 0,5 0-202,0 0 0,7 0 0,4-1 0,12-4-170,12-4 0,11-5 0,11-4 0,9-5-508,4-3 1,5 3 0,6 0-1,2-1-508,-3-2 1,0-2 0,-5 2-187,-7 3 1,-2 5 0,-16 9 0,-7 4-5739,-8 3 6255,-12 2 0,-14 7 0,-8 0 0</inkml:trace>
  <inkml:trace contextRef="#ctx0" brushRef="#br0" timeOffset="200">392 97 8503,'-6'23'850,"-3"0"1,-2 1 0,2 7 0,4 4-422,4 5 1,1-1 0,1 12 0,4 2 69,4 6 1,5-1 0,3 5 0,3-1-237,1 1 0,-2-5 1,2 0-1,-1-4-246,-3-4 1,-2-11 0,-1-4 0,0-11-2464,-1-10 1,-4-8-1,1-10 2446,0-6 0,-4-14 0,1-5 0</inkml:trace>
  <inkml:trace contextRef="#ctx0" brushRef="#br0" timeOffset="568">805 0 7911,'0'9'2268,"0"1"-1442,0 0 0,0 4 1,0 4-1,0 7-35,0 6 0,5 8 0,0 13 0,-1 13-360,2 8 1,-3-1 0,5 11 0,0-4-287,-1-4 0,-4-15 0,3 3 1,-1-5 78,0-6 1,4-8-1,-3-10 1,0-5-176,0-8 1,5-10-789,-2-6 0,2-11 1,0-8-1,-2-8 329,1-4 0,-2-9 0,0-6 0,-1-8 140,1-5 0,1-1 0,5 2 0,0 2 33,0 5 1,-1 8 0,1 4-1,-2 5 784,-2 8 0,2 10 1,-5 10-1,3 8 91,-1 12 1,-5 7-1,4 6-657,-2 4 1,3 4 0,-4 3-1,-1 1 1,1 2-63,0-1 0,1-7 0,-3-4 0,1-4-5035,0-4 5116,3-7 0,1-6 0,6-6 0</inkml:trace>
  <inkml:trace contextRef="#ctx0" brushRef="#br0" timeOffset="732">1384 262 7827,'0'32'1187,"0"0"0,0 0 0,0 8 1,0 0-499,0 1 1,0 4-1,0 8 1,0-1-739,0-1 1,1-12 0,2 1 0,4-5-848,0-4 1,2-13 0,5-5 0,0-7 895,0-8 0,-1-16 0,1-11 0</inkml:trace>
  <inkml:trace contextRef="#ctx0" brushRef="#br0" timeOffset="849">1549 166 7827,'-6'-8'0,"3"2"0,-6 6 1165,-2 0 1,3 0-1389,-1 0 0,6 1 0,-1 4-1255,2 4 0,4 2 1478,2-2 0,4 3 0,6-4 0</inkml:trace>
  <inkml:trace contextRef="#ctx0" brushRef="#br0" timeOffset="1032">1701 221 7827,'1'50'578,"4"1"1,-2-10 0,4 3 0,1 1 58,0-2 1,1-4-1,5 0 1,-1 2 477,1 2 0,-2-3 0,-1 5 0,-3 0-724,-2 1 0,-1-13 1,-5 3-1,-3-4-802,-7-3 1,0 0-1,-12-3 1,-1-3-992,-3-5 1,-4-7 0,-12-3 0,1-1 1401,0 1 0,-1 1 0,1 5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28:22.902"/>
    </inkml:context>
    <inkml:brush xml:id="br0">
      <inkml:brushProperty name="width" value="0.06" units="cm"/>
      <inkml:brushProperty name="height" value="0.06" units="cm"/>
    </inkml:brush>
  </inkml:definitions>
  <inkml:trace contextRef="#ctx0" brushRef="#br0">0 428 7744,'16'4'597,"2"1"0,5 4 0,11-4 1,7-2-1,9-2-545,9-1 1,3-10 0,6-6-53,-4-4 0,9-9 0,-2-6 0</inkml:trace>
  <inkml:trace contextRef="#ctx0" brushRef="#br0" timeOffset="566">840 180 7744,'0'-14'2041,"2"0"-1322,3 1 0,4-1 0,9 0-536,5 0 1,9 0 0,6 1-1,7-1 1,7 2 165,6 3 0,0-4 0,2 6 1,-5-1-407,-6 3 1,-12 4 0,2 1 0,-3 0-2979,-6 0 0,-11 6 3035,-6 3 0,-8 3 0,1 2 0</inkml:trace>
  <inkml:trace contextRef="#ctx0" brushRef="#br0" timeOffset="748">1267 111 7744,'-13'20'702,"-1"7"0,2 9 0,1 2-312,2 3 1,4 4 0,-3 10 0,2 0-9,3 0 1,2 0 0,1-1-1,1-5-495,4-8 0,-2-6 1,6-9-1,2-3-847,1-5 1,6-8-1,1-7 1,-1-8-1541,2-9 2500,-5-6 0,11-13 0,-4-3 0</inkml:trace>
  <inkml:trace contextRef="#ctx0" brushRef="#br0" timeOffset="1066">1543 70 7744,'0'13'112,"0"3"0,-2 1 0,-1 3 544,-1 1 1,-1 3 0,5 9 0,0 3-44,0 4 1,0 6 0,0 0 0,0 0-387,0 1 1,0-4 0,2 3-1,1-5-190,1-4 0,7-5 0,-2-9 1,3-5-169,2-2 0,0-9 0,0-2 0,-1-6-232,1-9 0,0-5 1,0-14-1,0-3 52,-1-5 0,1-4 0,-2-4 0,-1-1 277,-2 2 0,-1 3 0,3 6 1,-2 6-137,2 4 1,-5 13 173,-2-2 0,-2 11 0,-2 3 1,0 11-1,0 10-98,0 11 0,0 6 0,0 4 0,0 1-422,0 3 1,0-8 0,0 2 0,0-7-68,0-7 583,0 2 0,0-13 0,0 5 0</inkml:trace>
  <inkml:trace contextRef="#ctx0" brushRef="#br0" timeOffset="1315">1997 566 7744,'23'-2'165,"-1"-1"0,-1-3 0,1 0 0,2-3 269,2-4 1,-5 1 0,-2-11 0,-4-3-167,-1-5 0,0-1 0,-2-6 0,-3-2 112,-4 2 1,-7 4 0,-5-1-1,-9 1-179,-4 4 1,0 12-1,-6 5 1,-4 6 13,-4 4 1,2 10 0,-2 10-1,4 12 90,4 9 1,3 2 0,0 12 0,4 3 45,4 3 1,6 4-1,1-4 1,2 3-131,3 2 0,12-10 0,7-1 1,4-6-111,4-6 1,2-17 0,2-3 0,1-6-1720,3-8 0,-6-5 1,4-5-1,1-9-127,-2-8 0,5-3 1,-2-12 1734,-2 3 0,6-6 0,-1 4 0</inkml:trace>
  <inkml:trace contextRef="#ctx0" brushRef="#br0" timeOffset="1566">2920 249 7744,'-27'0'804,"-1"0"1,4 0 0,-2 0 0,-4 0-17,1 0 1,0 1 0,2 4-1,1 6 48,3 5 1,1 12 0,7 10 0,1 7-376,7 5 0,4-1 0,4 0 0,4 0-318,4 0 1,8-5-1,3-1 1,3-6-898,6-5 1,-5-12 0,8 3 0,2-8-632,0-6 0,1-2 0,-3-7 1,5-2-1598,2-3 2982,-3 4 0,3-17 0,-3 2 0</inkml:trace>
  <inkml:trace contextRef="#ctx0" brushRef="#br0" timeOffset="1832">3072 841 7659,'-14'8'430,"5"2"1,-1-5 0,0-2 444,-3-1 0,1-4 0,3-4 1,3-8-310,0-7 0,4-7 1,-1-4-1,6-6-139,6-7 0,5-4 0,5-6 0,4 0-88,3 0 0,1 2 1,-1 4-1,-1 7-156,-2 9 0,0 10 0,3 4 0,-3 6 46,-5 3 0,-7 10 0,-2 11 0,1 6 2,3 6 1,-4 10 0,-1 7-1,-1 6-309,1 3 0,0 2 0,2 4 1,-2 0-926,-2 0 1,3-3 0,-4-2-1,-2 1-34,-2-4 0,-1-11 1,0 0-1,-1-7 1037,-4-6 0,-9-3 0,-7-6 0</inkml:trace>
  <inkml:trace contextRef="#ctx0" brushRef="#br0" timeOffset="1964">3182 772 8299,'14'0'2037,"-1"0"0,3 0-1204,2 0 0,5-1 1,9-4-1,5-3-980,3 1 0,2-7 0,3 2 1,2-5 439,2 0-293,-4 2 0,2 1 0,-6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34:31.083"/>
    </inkml:context>
    <inkml:brush xml:id="br0">
      <inkml:brushProperty name="width" value="0.06" units="cm"/>
      <inkml:brushProperty name="height" value="0.06" units="cm"/>
    </inkml:brush>
  </inkml:definitions>
  <inkml:trace contextRef="#ctx0" brushRef="#br0">7 148 7882,'0'7'0,"0"-1"0,0 1-99,0-1 1,-1-2 0,0-1 521,-1-1-889,-1-1 572,3 2 0,0-4 481,0-1-214,0 1 1,0-1 0,0 5-139,0 4 0,1 2 0,1 7 1,0 4-73,2 5 1,0 5-1,3 6 1,1 4-209,1 3 1,-1-2 0,-1 0 0,-1-5-212,1-4 0,-4-6 1,0-2-1,-1-3-1075,0-5 0,0-8 1331,-2-6 0,0-7 0,0-5 0</inkml:trace>
  <inkml:trace contextRef="#ctx0" brushRef="#br0" timeOffset="367">45 174 7670,'0'7'-23,"0"-3"0,0 0 0,1 1 207,1 1 0,0 4 0,5 3 0,2 5-1,2 7 1,6 4 0,1 10 0,3 4 245,0-1 0,-1-5 0,-2-3 1,0-4-4,-1-3 0,-3-9-360,1-3 0,-4-8 1,-3-7-1,-2-4 1,-3-4-89,0-5 0,-1-4 0,-2-5 24,0-2 0,0-7 0,-1 0 0,0-2 0,-2-2-53,0 0 1,-2 3 0,-1-4 0,-1 0-117,-2 2 1,4 9 0,-1 1-1,0 4-1173,0 4 0,3 6 1340,1 6 0,1 10 0,1 7 0</inkml:trace>
  <inkml:trace contextRef="#ctx0" brushRef="#br0" timeOffset="666">372 200 8503,'-2'8'0,"-1"2"428,0 2 1,1 3-1,0 7 1,2 3-60,0 4 0,5-1 0,3 5 0,2-1 7,1-4 1,0-2 0,3-6 0,-1-5-328,-1-7 1,-1-6-1,1-4 1,-2-6-250,-1-4 0,-1-4 1,-1-6-1,-2-2-25,0-6 1,0-1-1,-3-5 1,-1-1 46,-3 0 0,-1 4 0,-2-3 0,0 5-11,-2 3 1,1 7 0,-3 3 0,1 4-100,0 6 1,3 4-1,-2 5 1,2 2-403,-1 3 0,2 1 0,2 4 690,-1 0 0,2-1 0,-2 2 0,3-2 0</inkml:trace>
  <inkml:trace contextRef="#ctx0" brushRef="#br0" timeOffset="1299">494 110 8942,'-3'6'1115,"1"1"1,2-3 0,2 0 0,2-1-884,2 1 0,2 0 0,1 2 0,-1-1-102,2-1 1,-2 0 0,2 1 0,2-2-396,0 0 1,-2 0-1,0-2 1,0 1-150,-3 0 1,3-1 0,-2-1 0,1 0 136,0 2 0,-2-1 0,2 2 0,-2 0 221,-1 1 0,1 2 1,-2 2 74,0 1 0,0 2 0,-2 0 0,-1 0 0,1 1 422,-1-2 1,1-1 0,-1 1 95,-1-1 1,0-2-9,-1-3-421,0-3 0,-1 2 0,0-3-225,-1-3 0,-1 2 0,3-3-41,0-1 0,0 1 0,0 0 1,0-2-1,0-1 53,0-2 1,0-2-1,0 0 1,-2-1 63,0-1 0,0 0 1,1-1-1,0-2-15,-1 0 0,0 1 0,2-2 1,-1 1 26,-1-1 1,1 3 0,-1 0 0,1 2 9,1 1 1,0 5 114,0 0 1,1 4-1,1 1 1,2 5 20,2 4 0,1 4 1,2 4-1,1 3-20,2 1 0,-1 2 0,0-1 0,0 1-40,1 1 0,1 0 0,0 0 0,0-4 21,0-1 0,-3-6 0,-2 0-68,-1-4 1,-1-2 0,-1-5-1,-1-3 1,-1-3-46,1-5 0,-3-1 1,1-3-1,-1-1-119,-1-2 0,-1-2 1,-1-2-1,-1-1-76,-1 0 1,-1 1 0,2 0-198,0 1 1,-1 1-1,-1 2 1,1 3-1,-1 5 427,-1 5 0,0 2 0,-1 2 0</inkml:trace>
  <inkml:trace contextRef="#ctx0" brushRef="#br0" timeOffset="1799">1226 78 8849,'0'-4'1959,"2"2"-1816,3 1 1,1 1 0,3 1 0,2 1-72,3 3 1,0 0-1,1 0 1,-2-1-491,0 1 0,0-2 0,-1 1-312,-1-1 0,0 1 0,-2-2 1,-1 0-609,-1-2 1338,-1 0 0,1-2 0,-1-2 0</inkml:trace>
  <inkml:trace contextRef="#ctx0" brushRef="#br0" timeOffset="1964">1431 1 7891,'-4'0'276,"0"1"1,0 2-1,2 2 1,-2 4 212,0 4 0,2-1 0,-1 6 0,0 1-274,1 4 0,2 1 0,0 1 0,0 3-3,0 1 1,0 2 0,0-2 0,0 1-116,3-3 1,0-4 0,4-4 0,0-4-857,1-3 0,-1-6 0,2-5 0,-1-5-2518,0-4 3277,-1-4 0,3-6 0,-4-2 0</inkml:trace>
  <inkml:trace contextRef="#ctx0" brushRef="#br0" timeOffset="2232">1540 91 7766,'0'6'0,"0"1"0,0 2 0,0 2 643,0 3 0,0 3 0,0 3 0,1 1-220,1 3 0,-1 1 0,3 2 0,-1-1-317,1-1 0,0-9 0,3-2 0,0-5-86,1-6 0,-1-2 0,2-3 0,-2-4-76,-1-4 0,1-4 0,-1-7 0,-1-2-429,-1-2 1,-3 3 0,1-6 0,-1 1 204,-1-2 1,-1 2 0,-1 1 126,-2 4 0,-2 0 1,0 5-1,-1 4 1,1 1-31,0 5 1,1 4 0,2 2 0,-1 3-221,1 4 1,1 1 0,0 1 0,1-1 402,1 0 0,3 2 0,1 1 0</inkml:trace>
  <inkml:trace contextRef="#ctx0" brushRef="#br0" timeOffset="2515">1675 14 7766,'-3'9'329,"2"1"0,-2 3 1,1 0 31,0-1 0,0 2 0,2 0 0,0 0-150,0 0 1,0-3 0,0 2 0,0 0 11,0-1 1,3-2 0,1 1 0,2-3-269,0-3 0,0-2 1,1-3-1,-1 0 87,1 0 0,-1-4 0,0-3 0,1-5-436,-1-5 1,-1-1 0,-1-1 0,0-1 156,0-2 0,1 4 0,-2 0 0,0 2 281,2 1 1,1 7-1,0 2 1,1 4 125,2 5 1,1 4 0,2 9 0,0 3-146,1 4 1,-4 2 0,3 2 0,-2-1-499,-2-1 1,-3-4 0,-1 0 0,-2-3 472,0-3 0,-4-2 0,-2 0 0</inkml:trace>
  <inkml:trace contextRef="#ctx0" brushRef="#br0" timeOffset="3181">276 899 8128,'-3'1'464,"1"1"1,4 2 0,2 5-312,2 4 1,1 4-1,1 4 1,1 2-1,0 1 54,0 2 0,2-2 1,-2 3-1,1-2-243,-1-2 1,-1-4-1,-1-1 1,-1-4-36,1-4 1,-3-2-99,0-2 1,-2-3 0,0-3 0,-1-4 50,-1-4 0,0-3 0,0-4 0,0-2 0,0-2 33,0-2 0,0-3 0,0-3 69,0-1 1,0-1-1,2 3 1,1 3-1,-1 4 86,1 1 1,2 6 0,0 6 0,-1 4 102,1 3 0,0 4 0,0 6 0,0 5-134,-1 3 0,2 3 0,-2 3 0,2 2-144,0 1 0,1-3 0,-1 0 1,1-1-347,2-1 1,-2-3 0,4 0 0,1-4-185,0-5 0,-2-6 1,0-3 634,0-2 0,1-5 0,-1-2 0</inkml:trace>
  <inkml:trace contextRef="#ctx0" brushRef="#br0" timeOffset="3982">597 963 7842,'-6'-4'0,"-1"2"293,1 2 0,0 0 0,1 3 0,1 3 0,1 2 170,-1 2 0,3 1 0,-1 3 1,1 0-265,1 1 0,1 2 1,1-2-1,3-1-284,3 0 0,-1-4 0,2-2 0,0-1-181,-1-3 1,2-1 0,-3-3 0,2-2-43,-1-2 0,-1-4 0,-1-7 0,0-3 101,-2-5 1,-1-1 0,-3-6 0,0-1 237,0 0 1,0 4-1,0 2 1,0 2 428,0 2 1,0 7-348,0 3 1,0 12 0,0 6 0,0 4-168,0 4 0,3 2 0,1 4 0,0 1-161,0 1 0,0-3 0,3 1 0,-1-3-51,1 0 1,-3-6 0,0 0 0,1-3-110,1-3 0,-2-3 0,0-6 199,-1-1 1,-1-5 0,-2-4 0,0-3-1,0-4 176,0-1 0,-1 0 0,0-1 0,-2 2 0,-1 1 0,3 4 0,-2 1 0,1 2 356,0 4 0,-1 4 103,3 4 0,1 6 0,1 5-147,3 1 1,0 4-1,2 1 1,1 3-129,1-1 0,0 4 0,-1-4 0,0 0 0,1 0 9,0-2 1,-1-5 0,2 0-1,-1-2-109,-1-2 1,-3-4 0,-1-3-57,1-5 1,-2-1 0,-1-8 0,0-2-36,0-2 0,-1-2 0,1-4 0,-1 0-165,-1 1 0,0 1 0,0 0 1,0 4-145,0 2 0,0 2 1,0 2-1,0 2-694,0 2 1,0 3 625,0 0 1,2 5 0,1 1 383,0 3 0,1 2 0,2-1 0,-1 1 0,-1-1 0,1 0 0,2 1 0,1 0 0,0 0 46,0 0 0,0 0 0,0-3 0,1 0 297,1 0 1,-2-2-1,2 0 1,0-2 6,0-2 1,-3-2 0,0-5 0,-1-2-89,-1-1 0,-3-1 0,1 0 1,-3-1-39,-3-1 1,0-2-1,-4 2 1,-2 2-118,-1 2 1,-1 5-1,-1 1 120,1 1 1,-3 3 0,4 3 0,-1 3-40,3 3 0,-1 2 0,5 5 0,1 2-86,1 2 1,2 0 0,4 2 0,3 1 0,2 1-68,3 0 1,0-3-1,1-1 1,1-2-666,3-2 1,-2-4 0,4-4 0,0-2-164,-1-3 0,0-4 0,1-5 0,0-3-142,-1-2 1,1-4 934,-2-1 0,2-1 0,0-1 0</inkml:trace>
  <inkml:trace contextRef="#ctx0" brushRef="#br0" timeOffset="4382">1489 745 8007,'-10'1'213,"1"1"0,0-1 0,-1 4 0,1 0-196,0 0 1,3 2 0,2-1 0,1 0 117,2 1 0,0 0 0,2 0 0,1 0 107,2-1 1,3-1 0,0 1 0,3-1-257,0-1 0,-2-3 0,3 1-54,0-1 0,-1-2 1,0-1-1,-1-2 0,-1-2-173,-1-3 0,-2 1 0,-1-5 0,0 0 134,0-1 1,-1-1-1,-3 0 172,0 0 0,2 2 0,0 1 0,0 2 3,1 3 0,1 4 1,4 4-163,1 4 0,0 2 0,-1 5 0,2 1 0,1 0-633,0 0 1,-1 0 726,3 0 0,0-1 0,0 1 0</inkml:trace>
  <inkml:trace contextRef="#ctx0" brushRef="#br0" timeOffset="4914">2098 591 7813,'0'-6'0,"-1"0"416,-1 2 1,1 0-1,-4 3 1,0-1-276,0 0 0,-2 1 0,0 2 203,-1 1 1,-2 2 0,0 3 0,0 2 0,2 3-27,-1 3 1,3 2 0,2 0 0,1 3-134,2 1 1,0-1 0,2 2-184,1 0 1,2-3-1,2 1 1,0-2 0,1-3-809,-1-1 1,1-3-1,-1-3 1,1-3-16,2-3 1,-2-1 0,2-2 0,-2-2 820,2-3 0,-4-1 0,1-4 0,0 0 0,0-1 0,0-4 0,1-1 0</inkml:trace>
  <inkml:trace contextRef="#ctx0" brushRef="#br0" timeOffset="5680">2136 726 8402,'7'-6'0,"-1"2"0,1 1 0,-1 1 0,0 0 0,2 0 286,0 1 0,-1-1 0,3 0 0,-1-2-54,1-1 0,0-1 1,-2-3-1,-1-2-150,0-1 0,-3-1 0,0 1 0,-1 0-36,-2-1 0,0 3 0,-2-4 1,-1 3 11,-2-1 1,-4 4 0,-2 1 0,0 2 27,-1 2 1,-1 1 0,0 3 0,0 2 391,2 3 1,2 4 0,-1 2 0,2 3-124,1 2 0,2 1 0,0 5 0,1 1-256,2 1 1,1 1-1,2-2 1,3-1-323,3-2 1,-1-5-1,4 1 1,1-3-378,0-4 1,1-3-1,-1-3 1,1-2-257,0-3 1,-1-4-1,-1-6 1,-2-2 338,0-5 0,-2 1 0,1-7 1,-2-1 516,-2-2 0,-2 0 0,0-2 0,-1 0 0,-1 2 0,0 6 0,0 3 0,0 3 0,0 3 169,0 6 1,0 3 0,0 8 0,0 3 0,0 3 566,2 1 1,0 2 0,2 0 0,0 1-282,0 2 0,2 0 0,-3 3 0,1 1-240,1 0 1,-3 1 0,1-2 0,0 0-50,-1-2 0,-2 0 0,0 0 0,0-2 117,0-3 1,0-6-118,0 1 1,0-6 0,-2 1-298,0-6 0,0-4 0,1-1 0,0-3 46,-1-1 1,-3-4 0,3-1 0,-1-1 91,0-2 1,1 1-1,2 0-243,0 0 0,0-1 0,0 1 1,0 1-134,0 1 1,3-1 0,1 5 0,2 1-177,0 3 1,1 1 0,1 3 0,1 1 61,-2 1 1,3 1 0,-1 2 0,0 0 0,0 0 220,-1 0 1,2-1 0,-1-1 0,0-2 307,0-2 1,0 2-1,-3-1-36,1-2 0,-1 0 1,0-3-1,-1 1 0,-2 0 342,0 0 0,-1 2 0,-1-2 0,1 2 1635,0 1-1595,0 2 1,-2 2 0,0 4-1,1 2 229,1 2 0,1 3 0,4 2 0,-1 2-240,0 2 1,1 2 0,0 3-523,2 2 1,-2 2 0,2 0 0,-1 0 0,0 0-448,-1 0 0,-3-4 1,2 1-1,-3-3-1090,-1 0 0,-2-9 1179,0-1 1,-2-5 0,-3-1 0,0-2 498,-2-2 0,-2-1 0,-1-4 0</inkml:trace>
  <inkml:trace contextRef="#ctx0" brushRef="#br0" timeOffset="5831">2534 719 7813,'-4'-6'162,"1"-1"1,1 1-1,0 0 1,1-1 0,0 1-1,1-1 1,1 1-1,1 0 1,2-2 696,2 0 0,0-1 1,1-3-1,0 2-898,2 1 1,-2 0 0,3 1 0,0-1 30,0 2 0,-2 0 0,1 3 1,-1 1-1191,0 0 1,-1 2 0,1-1 0,-2-1-587,-2 1 1784,0 0 0,3-1 0,-1 0 0</inkml:trace>
  <inkml:trace contextRef="#ctx0" brushRef="#br0" timeOffset="5964">2682 533 7813,'0'5'0,"0"-1"396,0 1 1,0 1-1,2 0 1,0 1 170,-1 2 1,0-2-1,0 5 1,0 1-564,1 4 1,1-1 0,-1 1 0,0-1-1717,-1 0 0,1-3 1389,0-1 0,-2-7 1,3-5 322,-3-8 0,-3-9 0,0-3 0</inkml:trace>
  <inkml:trace contextRef="#ctx0" brushRef="#br0" timeOffset="6080">2682 476 8085,'0'-8'0,"0"1"664,0-2 1,-1 1 0,-1 1-605,0 1 1,0 1-920,2 1 0,0 2-59,0-2 1,1 2 917,1 0 0,2 1 0,2 1 0</inkml:trace>
  <inkml:trace contextRef="#ctx0" brushRef="#br0" timeOffset="6914">2900 450 7813,'0'-6'-29,"0"-1"0,0 1 1,0-1-1,0 1 218,0-1 0,-2 1 1,-1-1-1,-1-1 0,-1 0 98,-1 0 1,-1 1 0,-1 1-1,-1 1 163,-1 1 1,2 2 0,0 0-1,0 2-142,-1 2 0,2 2 1,-1 4-1,3 2-49,3 2 1,2 0 0,0 6-1,0 2-302,0 3 0,2 1 0,3 0-66,0 0 0,5 7 1,0-1-1,2 2 1,-1-1-79,0-1 0,-3-7 0,2-2 0,0-3-1222,-2-4 0,-4-9 1,-2-3 727,-1-4 1,-2-5 0,-1-1 680,-2 0 0,-4-4 0,-2 2 0,0-2 0,-1 1 0,-1 0 0,1 3 0,1-2 0,1 2 224,1 0 0,0 2 0,0-2 691,3 3 1,2 2 0,0 1-448,2 0 0,3-2 1,5 2-1,1 0-348,3-1 1,1-1 0,1-1 0,0 0-18,0 0 1,0 1 0,2-2-1,0-1-804,-1 1 0,-3-1 0,-1 1 0,0-1-238,0-2 1,-2 2 0,0-1 646,-3 0 1,0 0 0,-3-1 291,-1 2 0,0-3 0,-1 0 0</inkml:trace>
  <inkml:trace contextRef="#ctx0" brushRef="#br0" timeOffset="7062">2964 450 11519,'1'6'0,"0"1"0,1 0 0,0 1 0,1 3 0,1 2 366,-1 2 1,2-1 0,-2 3 0,0-2-922,0-1 1,1-1-1,-2-2 1,0-3-399,1-3 0,-2-3 0,1-4 0,-1-3 953,-1-3 0,0-5 0,0-3 0</inkml:trace>
  <inkml:trace contextRef="#ctx0" brushRef="#br0" timeOffset="7162">3002 392 7813,'1'-3'-359,"1"1"0,-1 0-872,1 0 1231,-1 1 0,-1-2 0</inkml:trace>
  <inkml:trace contextRef="#ctx0" brushRef="#br0" timeOffset="7747">3092 469 7813,'6'0'391,"1"0"0,-1 0 0,1 0-114,-1 0 0,1 0 0,-1-1 0,0-1-78,1-2 1,-3-2 0,0-1 0,-2-1 74,0 0 0,-1-4 0,-2 2 0,-1 0-92,0-1 1,-3 3 0,-1-2 0,-2 1 85,0 3 1,-1 3-1,0 3 1,-1 0 9,1 0 1,0 3 0,2 4 0,0 3-51,1 2 1,3 1-1,0 2-223,0 2 0,1 2 0,4 0 0,3 0 0,0 1-450,2 2 0,2-5 0,2-1 0,3-4-302,1-3 0,2-5 1,-2-3-1,0-5-201,1-7 0,-5-3 0,1-5 0,-1-3 948,-1-2 0,-4-3 0,-1 1 0,-1-1-260,-3 0 1,0 1-1,-1-2 1,-1 1 530,-1 2 0,1 8 0,-4 1-2,0 3 0,3 6 1,-1 7-1,3 5 195,0 5 0,0 2 0,3 7 159,4 1 1,-1 3-1,3 1 1,-1 0 0,-1 0-261,2 0 1,0-6 0,-2 1 0,0-3-122,-1-2 1,-2-2 0,1-2-369,-3-1 0,-1-3 0,-2-2 0,-2-1-120,-3-2 0,-2 2 1,-2 0-1,-2 0-248,0 2 0,2 1 1,-1 1 565,-1-1 1,3 3 0,1 2 0,1 1 0,1 1 346,2 0 1,1 0-1,6-1 1,4 1-64,3 0 1,2-1-1,3-1 1,1-3-203,3-3 1,-3-3 0,5-5-1,-1-3-735,0-4 0,-4-6 1,-2-3 145,-2-1 1,0-6 0,-5 1 0,-2 1 40,-2 1 1,-1-1 393,-4 7 0,-5-3 0,-3 3 0</inkml:trace>
  <inkml:trace contextRef="#ctx0" brushRef="#br0" timeOffset="8497">738 1329 7813,'-8'10'0,"-1"-2"-144,1-1 1,1 0-1,0-1 1,-1 1-1,-1-1-156,2 0 1,0 1 0,0-1 527,1 1 0,-1-3 1,1 0-1,-1 0 90,1 0 0,2 0 198,2-2 0,2-1 1,0 3-254,2 1 0,3 4 1,3 2-1,1 1-103,1 3 1,1 3 0,3 5 0,1 3-7,0 0 1,-1 3 0,0 1-58,-2-1 0,2 1 1,-6-2-1,-3-2 1,-1-4 153,-1-5 1,-3-6-246,0-5 1,-3-5 0,-3-6-168,-1-3 1,1-3-1,-1-4 1,1-2 0,-1-4 1,-1-4 0,-1-4 0,2-2 0,0-2-109,3 1 0,-1-2 0,3 1 171,0 1 1,2-3 0,0 3 0,3 2 0,4 1 48,3 3 1,4 6-1,1 4 1,0 6 150,0 6 0,-2 4 1,0 6-1,-3 6 368,-1 5 1,-4 2 0,0 4-262,-2 2 0,-2-1 0,0 0 1,-1-1 372,-3-1 1,-2-1-1,0-1 1,-2 0-483,-1 0 1,-1 0-1,1-5 1,-2-2-1,1-1-690,0-1 0,0-5 1,3-1-899,-1-1 0,4-3 1,2-3 901,2-2 1,3-5 0,4-1 0,1-3 584,1 1 0,1-1 0,2-3 0,0 0 0</inkml:trace>
  <inkml:trace contextRef="#ctx0" brushRef="#br0" timeOffset="9180">879 1425 7813,'0'-7'238,"0"3"1,0 1-1,0 3 1,0 5-1,0 2 1,0 3 514,0-1 0,2 2 0,1 0 0,1 1-673,1 1 0,1 0 1,2-1-1,1-1 34,1 0 1,1-1 0,2 1 0,0-3-286,-1-1 1,1-3 0,-1-2 0,0-2-255,-2-2 1,-2-5 0,0-6 0,-3-3 317,-3-3 0,-1-1 1,-1-1-1,0 0 231,0 0 0,0 4 0,-1 3 0,0 3 269,-1 2 1,0 6-1,4 5-244,3 6 0,1 6 0,3 4 0,1 0-54,2 1 0,1 1 1,0 0-539,0 0 0,0 2 1,-1-5-1,-1 0 0,-2-3-345,0-4 1,-4-5-1,1-4 1,-3-2 430,-1-3 0,-2-8 1,0-3-1,-2-3 357,-3-4 0,-2 0 0,-2-3 0,0 0 0,0-1 0,1 1 0,-2-5 0,-1 0 75,1 1 0,3 3 0,3 6 0,1 4 723,-1 3 1,3 7 0,-1 1-254,4 3 0,-1 4 0,3 5 0,1 1-103,1 0 0,-1 5 0,1-1 0,1 5-124,0 1 1,1 2-1,-1 1-210,-1 0 1,4 1 0,-3-3 0,0-1-68,0 0 1,-1-1 0,1-3 0,-1-1-381,1-1 56,-1-1 0,0-9 1,-1-2-1,-1-3-147,1-3 0,-1-1 0,0-1 0,1 0 189,1 0 0,2 1 0,1 0 1,-1 1-1,2 0 160,0 2 1,0 1-1,1 3-45,0 0 1,-1 1 0,0 3-1,0 2 1,-2 2 734,1 1 1,-2 4 0,-1 2 0,-2 0 472,-1 0 0,-3-1 0,2 1 1,-4 0-652,-2 0 1,-2-2-1,-2-3-301,-1-1 1,-2 2-1,0-2 1,-1-2-486,-1-2 0,-2-2 1,0-3-1,-2 0 0,0-1-945,1-1 1,0-5-1,4-3 1,1-2 515,3-1 0,1-2 1,3-1-1,2 0 311,1-2 0,1 1 0,1 0 473,1 0 0,1-2 0,4 0 0</inkml:trace>
  <inkml:trace contextRef="#ctx0" brushRef="#br0" timeOffset="9379">1322 1207 7936,'10'-13'0,"0"2"0,0 1 27,-2 4 1,-1 4-1,-1 0 578,0 1 0,-1 2 0,-1 3 0,1 3 0,1 3 162,0 4 0,-2 1 0,1 4 0,0 2-576,0 3 0,0 0 1,-1 5-1,1 1-500,1 1 0,-2-2 1,-1 2-1,1-4-439,0-2 1,-1-6 0,2-3 0,-1-4-187,-1-3 1,1-6 0,-2-3 0,-1-6 933,0-4 0,2-5 0,1-1 0</inkml:trace>
  <inkml:trace contextRef="#ctx0" brushRef="#br0" timeOffset="9512">1527 1309 8155,'6'8'539,"1"0"1,-3 1-1,0 3 1,1 3-768,1 3 0,1-2 0,-1 5 1,0-1-150,1 0 0,-3-2 0,0-2 0,-1-3-451,1-3 0,-3-6 828,1-6 0,-1-5 0,-1-6 0</inkml:trace>
  <inkml:trace contextRef="#ctx0" brushRef="#br0" timeOffset="9646">1572 1213 7813,'3'-6'-66,"1"-1"0,0 1 1,0 0-1,1 1-296,1 1 1,-1 0 0,0-2 0,2 1 361,1 1 0,-1-1 0,1-1 0,1 0 0,2-1 0,-1 1 0</inkml:trace>
  <inkml:trace contextRef="#ctx0" brushRef="#br0" timeOffset="9829">1694 1104 7840,'-7'9'670,"1"-1"1,0 1 0,1 0-315,1 2 0,0 2 0,-2 2 1,2 2 268,2 4 0,1 3 0,1 3 0,1 2-251,4 2 0,0 1 0,8 3 0,3-3-363,2-2 0,2-8 0,0-5 0,0-4-412,1-6 1,-3-4 0,3-4 0,-3-6-735,-3-5 1,-4-3-1,0-5 1,0 0-154,-1-1 0,-3 0 1288,-3-2 0,0-1 0,3-1 0</inkml:trace>
  <inkml:trace contextRef="#ctx0" brushRef="#br0" timeOffset="10361">2188 1175 7382,'0'-4'2205,"0"2"-2062,0 4 1,0 2 0,2 3-1,0 2 1,-1 4 0,2 1 0,0 5 0,1 1-535,1 0 0,-2 0 1,1 0-1,1 0-449,-2-4 0,2-3-537,-3-2 1377,3-4 0,-4-10 0,2-4 0</inkml:trace>
  <inkml:trace contextRef="#ctx0" brushRef="#br0" timeOffset="10661">2277 1130 8101,'-3'6'706,"0"1"-664,0-1 1,2 3 0,-3 0-1,1 1 126,-1 1 1,2 0-1,-2 1 1,2 2 69,0-1 1,-1 1 0,1-2 0,1-1 46,0-3 0,1 1 0,0 0 25,0-1 0,1-4-149,1-2 1,1-1 0,4-1 0,-1 0-168,1 0 1,-1-2-1,0-1 1,1-1-326,-1-1 0,-1 0 1,-1 0-1,1 1-470,1-1 1,0 1 0,0 0-64,1-1 0,-3 2 0,0 1 864,1-1 0,-2 2 0,3-5 0,-3 3 0</inkml:trace>
  <inkml:trace contextRef="#ctx0" brushRef="#br0" timeOffset="10999">2393 1220 7813,'9'0'0,"-2"0"0,2 0 0,-2 0 59,-1 0 0,1 0 0,-1 0 0,1 0 89,-1 0 0,0 0 0,0-1 0,-1-1 109,-1-3 0,-2 0 0,0-2 1,-1 1-156,-1 0 0,-2-2 0,-1 1 0,-1-2 21,-1 1 0,-1 1 0,-2 1 0,-1 1 127,-1 1 0,1 3 0,-1-1 0,0 1-28,0 1 1,2 0 0,-2 0 0,0 1-36,0 1 0,4-2 0,0 3 0,0-1-36,0 1 0,3 2 0,1-1 1,1 2-80,1 3 0,3 1 0,1 3 0,2 0-56,0 2 0,3-1 0,1 3 0,1-2-120,0 0 0,-1-2 1,2-1-1,0-1-548,-1-2 0,-4-5 1,2-2-1,-2-1-309,-1-1 0,0-3 1,-1-2-1,-1-3 615,-1-3 0,-1-2 0,-2-1 1,0-1 345,0 1 0,-3-2 0,-1-1 0</inkml:trace>
  <inkml:trace contextRef="#ctx0" brushRef="#br0" timeOffset="11128">2463 1168 8108,'5'0'1029,"-1"0"1,0 0-1,3 1-727,-1 1 0,1 0 0,-1 1 0,1 0-166,2-2 1,-2 1-1,3-1 1,0 1-622,0 0 0,-1-1 1,1-1-1,-1 0-1098,-1 0 0,-1 0 1583,0 0 0,-1 0 0,0 0 0</inkml:trace>
  <inkml:trace contextRef="#ctx0" brushRef="#br0" timeOffset="11295">2605 1117 8646,'0'-6'3162,"0"3"-2798,0 3 0,0 3 0,0 4 0,0 1-143,0 3 1,0 1 0,0 2 0,-1 1-362,-1 2 1,1 4 0,-1 2 0,1 1-642,1 2 0,0-3 0,0 3 0,0-4-1030,0-2 1,0-6 1810,0-4 0,3-2 0,1-2 0</inkml:trace>
  <inkml:trace contextRef="#ctx0" brushRef="#br0" timeOffset="11394">2682 1245 7813,'6'-3'0,"0"1"971,1-3-1296,-1 2 0,-2 4 325,-2 1 0,-4 2 0,-2 2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35:13.453"/>
    </inkml:context>
    <inkml:brush xml:id="br0">
      <inkml:brushProperty name="width" value="0.06" units="cm"/>
      <inkml:brushProperty name="height" value="0.06" units="cm"/>
    </inkml:brush>
  </inkml:definitions>
  <inkml:trace contextRef="#ctx0" brushRef="#br0">183 69 7944,'-4'-9'149,"2"4"1,-3 1-1,0 2-77,1-1 0,1-1 0,-3 2 315,-1-1 1,-4 0-1,0 3 1,-1 0-1,-1 1-10,-1 2 0,0 6 0,1 5 1,-1 5-148,0 4 0,4 6 0,-1 12 0,4 8-76,4 11 1,4 5 0,5 11 0,7-1-41,5-1 0,5-11 0,3-2 1,1-9 27,2-12 1,-2-20 0,2-16 0,0-14-523,0-12 0,-5-11 0,1-8 0,-2-3 132,-4-6 1,-7 1 0,-5-6 0,-2-2 212,-3-2 0,-2 8 1,-4-4-1,-4 4 59,-6 6 1,-6 9-1,-3 4 1,0 6 128,0 7 0,2 9 1,-1 2-1,1 2 21,1 2 1,8 2-1,2 0-521,2 4 0,2 2 0,6 5 1,0 0-687,0 0 0,5 0 0,3 2 0,4 2-430,1 0 1463,2-2 0,6 6 0,1-4 0</inkml:trace>
  <inkml:trace contextRef="#ctx0" brushRef="#br0" timeOffset="399">515 148 7839,'-10'9'336,"0"2"0,-2 2 90,1 0 1,5 2 0,1 3 0,1 3 203,2 2 0,1 0 0,2 3 0,2 2-268,3 2 1,5-2 0,4 0-402,1-4 1,2 1 0,0-6 0,2-3 0,0-6-53,0-3 1,-2-9 0,0-2-1,-2-6-106,-1-8 1,-3-4 0,-3-6 0,-1-2 39,-2-1 1,0-1-1,-3 0 1,-1 3 238,-1 2 1,-1 9 120,0 3 1,0 15 0,1 12 0,2 14-253,3 12 0,5 6 0,1 9-55,2-1 1,-1-2 0,3-4 0,-1-9 0,0-5 80,2-11 1,-3-9-1,0-10 1,-2-2 255,-1-2 1,-2-8 0,-2-8 0,-3-5 37,0-5 1,-1-5 0,-3-8 0,-1-5-73,-2-1 0,2-6 0,-1 3-29,1-2 0,1-3 0,1 8 1,1 7-1,4 5-720,2 5 0,1 11 1,0 4-1,-1 6-1196,1 3 1,0 3 0,-1 6 1745,-3 3 0,7 5 0,-2 3 0</inkml:trace>
  <inkml:trace contextRef="#ctx0" brushRef="#br0" timeOffset="748">1040 121 7839,'0'13'124,"0"-2"1,0 2 0,0 2 532,0 1 0,0 1 0,0 7 0,0 3-162,0 5 0,0 2 0,1 3 0,2 1 145,2-1 0,0-4 0,0-3 1,0-2-438,0-2 1,-2-10-1,3-2-272,0-6 1,-2-8-1,0-7 1,-1-5 181,0-5 0,3-6 1,-2-6-1,1-5-409,1-6 0,-1 0 0,1-6 0,1 3 187,1 2 1,0 7 0,1 2 0,0 5 318,0 5 0,-4 11 0,1 1 0,1 8 54,1 9 0,-2 6 0,-1 8-207,2 5 1,1 5 0,1 6 0,-1 1-1,1 4-651,0 0 0,0-3 0,-2-1 0,0-4-401,-1-6 1,0-8 0,2-2 0,-1-7 343,-2-4 1,1-7 0,2-6 0,-1-2 650,-1-4 0,-1-2 0,4-3 0</inkml:trace>
  <inkml:trace contextRef="#ctx0" brushRef="#br0" timeOffset="965">1381 427 7717,'8'-3'84,"1"1"0,0-3 0,0 0 726,-1 0 1,5 1 0,2-4-327,1-1 1,2-6-1,-1 0 1,1-5-1,0-3-41,2-2 0,-5-2 1,-1 1-1,-6 0-52,-2 0 1,-4 2 0,-1 3 0,-6 2-132,-6 2 1,-5 5 0,-2 2 0,1 3 157,0 4 0,2 3 1,1 4-1,2 6-31,1 6 1,2 6-1,3 8 1,4 4-94,1 5 0,1 4 0,1 9 0,1 1-602,4 0 1,5-6 0,2-4-1,0-3-834,3-3 1,3-9 0,2-7 0,-1-7-707,1-8 1,-2-12-1,0-7 1848,-3-5 0,0-9 0,-2-4 0</inkml:trace>
  <inkml:trace contextRef="#ctx0" brushRef="#br0" timeOffset="1232">1687 253 7350,'0'-12'0,"0"0"871,0 2 1,0 5-269,0 5 0,1 4 1,1 5-1,0 3 523,0 3 0,2 2 1,0 3-1,0 4-372,0 1 0,2 1 0,-3 0 0,0 1-279,0-1 1,-2 0-1,2-1 1,-2-1-220,-1-4 1,0-4-1,0-3 1,-1 0-54,-2-2 1,2-7 0,-1-5-185,1-6 1,1-7 0,0-7 0,0-6-45,0-4 1,3-1-1,3-1-276,2 0 0,1-5 0,1 5 0,0 1 0,3 0-348,0 1 1,3 6 0,3 0-138,2 2 0,2 4 0,-2 3 1,2 4 785,1 2 0,-3 3 0,1 7 0</inkml:trace>
  <inkml:trace contextRef="#ctx0" brushRef="#br0" timeOffset="1330">2098 314 7782,'0'12'344,"0"3"1,0 0 0,0 0-1,0-3 1,2-3 905,1 0 0,1-1 1,-1-1-2032,3-1 0,-1-4 781,1 0 0,-1-1 0,4-1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35:57.655"/>
    </inkml:context>
    <inkml:brush xml:id="br0">
      <inkml:brushProperty name="width" value="0.06" units="cm"/>
      <inkml:brushProperty name="height" value="0.06" units="cm"/>
    </inkml:brush>
  </inkml:definitions>
  <inkml:trace contextRef="#ctx0" brushRef="#br0">56 628 8198,'-10'-3'7,"0"0"1,0 0 107,-1 2 1,5-2 17,-1 0 1,6-1 0,1 3 0,5-1-18,4-2 0,6-3 0,3 0 0,3-2 0,4-2-111,1-3 0,1-2 0,5-5 1,1-2-227,4 0 0,-1-5 1,2 2 220,0 0 0,6-8 0,2 3 0</inkml:trace>
  <inkml:trace contextRef="#ctx0" brushRef="#br0" timeOffset="1499">572 173 8298,'0'-7'-92,"0"0"0,-1 5 0,-1 1 199,-1 7 0,-1 5 0,4 10 1,0 4-28,0 5 1,1 2-1,2 4 1,0-1 43,-1-3 0,3-5 0,-1-3 0,1-4-149,-1-3 1,4-3-1,-1-8-105,2-2 1,1-4-1,0-4 95,0-2 1,0-8-1,0-3 1,1-2-111,-1-1 0,-4-2 1,0 0-1,0-2 61,-1 2 0,-1 5 0,1 3 45,0 3 0,-2 7 1,-3 5-1,1 9 50,3 9 0,-3 2 0,3 5 1,0 0-48,-1 0 1,5-3 0,-3-1 137,1-4 1,3 0 0,-2-4-23,2-2 1,1-5 0,0-4 0,0-3 0,-1-3-3,-2-4 1,1-7 0,-4-1 0,1-3-111,-1-3 0,3 3 1,-4-5-1,1 0-215,0 0 0,-3 0 1,3-4-1,-3-1-37,-1-1 1,1 2 0,1 2-1,2 2 284,-2 0 0,-1 4 0,-1-4 0,1 4 0,3 2 0,-3 4 0,3-3 0,1 2 0,-3 1-47,5 6 1,-1 0-106,5 3 628,-1 1 0,-4 4-145,1 2 0,-5 3 0,2 4 0,-3 0-139,-1 0 0,0 5 0,0 2 0,0 2 8,0 1 0,0 5 1,0 2-1,-1 2-177,-3 1 0,3 2 1,-2 1-1,1 1-160,-2 2 1,3-5 0,-2 0 140,2-1 1,-3-5-1,1-7 57,1-1 0,1-10-162,1-4 1,4-12 0,3-11 0,2-6 37,1-3 1,0-6 0,1-2-1,2-1 1,0 0 15,0 0 0,-2 7 0,-1 2 0,-1 7 56,-2 8 0,-2 8 0,-2 6 67,0 6 0,0 8 0,-3 7 0,0 3-107,0 2 1,-1 3 0,-1-2-1,-1 2 1,0-2-194,2-4 1,1-1-1,0-3-22,0-2 0,4-3 0,0-5 1,2-2-106,2-4 1,1-3 0,1-3 0,0-5 350,0-4 0,0-1 0,-1-4-14,-2-1 0,1 3 1,-5-2-1,0-1 100,2-1 0,-4 6 116,2 3 1,-3 7-1,-2 1-105,-1 4 1,-4 3 0,4 7-1,0 0 151,2 2 0,1-1 0,0-3 0,0 1-75,0 3 1,0-5 0,1 2-1,2-1-159,0-2 0,4-3 0,-3 0 44,2 0 0,-4-3 0,3-4 0,-2-4 5,0-3 0,1 1 0,-4-6-58,0-1 0,0 3 1,0-5-1,0 0 1,-1 1-114,-3 3 0,2 1 1,-4 2-343,2 0 0,-1 1 0,3 1-874,-1 2 1324,-1 3 0,9-1 0,1 4 0</inkml:trace>
  <inkml:trace contextRef="#ctx0" brushRef="#br0" timeOffset="1781">1433 274 8189,'-5'-6'-91,"4"2"1,-5 4-1,4 1 182,-1 2 1,-1 4-1,4 7 1,0 3-46,0 2 1,0 1 0,0 1 0,0 2-221,0 0 1,0 1 0,0-5 0,0-2 173,0-3 0,0-3 0,0-1 0</inkml:trace>
  <inkml:trace contextRef="#ctx0" brushRef="#br0" timeOffset="1914">1493 122 8221,'-6'-9'-178,"-1"3"-1257,5 1 1435,-3 5 0,5 5 0,0 0 0</inkml:trace>
  <inkml:trace contextRef="#ctx0" brushRef="#br0" timeOffset="2282">1686 234 8298,'-10'-2'38,"0"0"0,-1-2 85,1-2 1,0 4 0,0-3 0,0 2 72,0 0 1,0-1 0,0 4-246,-1 0 1,6 1-10,1 3 1,3 1 0,2 7 0,2 0-92,0 1 1,5 5 0,0-2 0,3 1 89,3 0 0,-1 0 0,-3 2-101,0-2 0,-1 2 1,-1-3-1,-2 1 1,-2-2 251,-1 0 1,-2 0-1,-1-3-14,0 1 0,-5 4 0,-2-3 0,-2-3 0,-2-2 137,-2-2 0,-3-2 0,-3 2 0,2-3-257,3-3 1,2-1 0,0-1-458,-2-3 1,5-1 149,6-6 1,6 1 0,4 0 348,2 0 0,6-5 0,0 0 0</inkml:trace>
  <inkml:trace contextRef="#ctx0" brushRef="#br0" timeOffset="2599">1888 153 8298,'-4'-6'0,"-3"2"120,-2-1 1,2 4 0,1-2-1,-2 1 217,-1 2 0,-1 0 0,1 2 0,1 1-174,1 4 0,1 5 1,-2 3-1,3 2-212,0 4 1,2-1 0,3 5 0,0-2 30,0 1 0,3 1 0,2-3 1,-1 3-106,1 1 0,2-4 1,-3 2-1,1-3 22,-1 0 0,-1-4 0,-3-1 0,-1 1 170,-2-1 1,-3-1 0,-4-5 0,0 0-5,0 0 1,0-4 0,0-3-1,0-2-140,-1-1 0,1-1 0,1-2 1,1-4-362,2-2 0,3-1 1,0 0 62,2 0 1,4-1 0,2 1 0,0-1-744,3-2 1116,1 6 0,6-11 0,1 7 0</inkml:trace>
  <inkml:trace contextRef="#ctx0" brushRef="#br0" timeOffset="2931">1909 345 8298,'-11'0'216,"2"1"82,3 2 0,-2 0 0,3 3-39,0 2 1,2 1-1,0 1 1,2 2-488,1 1 0,0-2 0,0 4 1,0-1 62,0-1 1,0 1 0,1-4 0,2 0 0,4 0 0,-1-4 17,1-3 1,-1-2-1,4-2 1,1-2-1,-1-5 14,0-5 1,0-2 0,0-6-1,0 1 160,0 0 1,-3 0 0,0-1 0,1 1 30,1 0 1,-3 6 355,1 1 0,-3 9-177,2 1 0,-3 10 0,0 7 1,-2 2-391,-1 2 1,0-2 0,1 1-199,3 1 1,-3-2-1,2-1 1,-2 0-1,-1-3 351,0 0 0,5 2 0,0 2 0</inkml:trace>
  <inkml:trace contextRef="#ctx0" brushRef="#br0" timeOffset="3182">2121 436 8288,'7'0'-99,"0"0"1,0 0-1,2 0 257,2 0 1,0-1-1,1-1 1,2-3 168,-2 0 0,3-3 0,-1-5 0,1-1-177,0-2 1,-2-1-1,-4-2 1,-1 0-42,-1-1 0,-5 5 1,1-5-1,-3 2-22,-3 2 0,-3 0 0,-4 5 0,0 0 67,0 2 0,-1 5 0,-2 2 1,0 6 2,0 6 1,2 4 0,1 8 0,0 1-21,0 4 1,0 4 0,1 1 0,1 3 3,1 1 1,5-7 0,-2 2 0,3-3-199,1-2 0,1-2 1,3-4-1,3-4-950,2-2 0,2-4 0,1-3 1007,2-4 0,4 3 0,-3-1 0</inkml:trace>
  <inkml:trace contextRef="#ctx0" brushRef="#br0" timeOffset="3297">2324 487 8694,'-6'0'59,"1"0"0,1 0 0,-2 0 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36:08.183"/>
    </inkml:context>
    <inkml:brush xml:id="br0">
      <inkml:brushProperty name="width" value="0.06" units="cm"/>
      <inkml:brushProperty name="height" value="0.06" units="cm"/>
    </inkml:brush>
  </inkml:definitions>
  <inkml:trace contextRef="#ctx0" brushRef="#br0">1617 396 9891,'13'-11'-210,"3"-3"0,4-5 249,4-3 1,4-3 0,4-7 0,6-5 19,5-3 0,-3 1 1,4-1-60,-3 3 0,2-5 0,-2 5 0</inkml:trace>
  <inkml:trace contextRef="#ctx0" brushRef="#br0" timeOffset="853">18 954 8111,'-9'0'860,"4"-1"-700,2-2 0,3 1 1,4-4-1,5-2 110,5-3 0,4 0 1,2-4-260,1-1 0,6-2 1,0-3-1,1-2 0,0-1-472,-1 0 1,-3 4 0,-1 0-232,-1 4 1,-4 1-1,-4 5 692,-1 2 0,-1 5 0,-3-1 0</inkml:trace>
  <inkml:trace contextRef="#ctx0" brushRef="#br0" timeOffset="1017">251 774 7892,'-9'21'0,"1"2"310,2 3 1,-1 0 0,4 5 0,1-1-399,1-1 0,1-3 0,0 5 0,1-1 137,2-1 0,2-2 0,4 4 0,0-2-256,0-3 0,0-12 0,0-3 0,1-5-86,2-4 1,-2-6-1,3-6 1,-1-7 292,0-6 0,4-3 0,-2-1 0</inkml:trace>
  <inkml:trace contextRef="#ctx0" brushRef="#br0" timeOffset="1234">404 927 7892,'-1'10'389,"-1"1"1,-1 2-262,1 1 0,4 0 1,2 4-1,2 1 206,4 2 1,0-1 0,5 2 0,1-2-215,1-3 1,-2-6-1,-1-2 1,0-5-227,0-3 0,-3-6 0,0-4 0,-3-6 25,-2-5 1,-4-1-1,1-4 1,-3 0 47,-3 3 1,-5 2 0,-5 4-14,-1 1 1,2-1 0,-3 4-1,0 1 1,0 1-183,0 1 0,1 4 0,-2 2 0,2 2-1450,1 1 1678,1 0 0,3 0 0,0 0 0</inkml:trace>
  <inkml:trace contextRef="#ctx0" brushRef="#br0" timeOffset="1635">898 810 8132,'-16'0'0,"-2"0"340,-1 0 0,2 1 1,1 1-1,-1 2-251,1 1 1,4 2 0,1 5 0,4 3 53,5 2 0,2 2 0,3 1 0,6 1-124,5-1 1,4-4-1,2-3 1,3 1-72,3 0 0,-4-6 1,4 0-186,-3-3 1,0 1-1,-3-3 1,-2-1 0,-1-1 128,-4-1 0,-2 3 0,-3 1 0,-2 1 250,-3 2 1,-6 1-1,-4 1 1,-3 1-72,-2 2 1,-4-4 0,0 2 0,-3-1-179,-2-2 1,0-4-1,4 0 1,0-2-218,-1-1 0,6-1 0,-3-3 0,4-5-78,2-5 0,4-1 1,2-2 401,2-2 0,1-5 0,0 1 0</inkml:trace>
  <inkml:trace contextRef="#ctx0" brushRef="#br0" timeOffset="1968">997 639 7904,'1'12'0,"1"1"56,1 1 1,3 1-1,-2 3 1,1 1 396,2 2 0,-2 3 0,1 5 0,1 3-67,1 3 1,1-4-1,0 5 1,0-2-251,0-3 1,0 1-1,0-5 1,0-1-73,0-3 1,-3-10-154,0-1 0,-4-7 0,1-8 1,-1-4-227,1-4 1,-2-7 0,2-5 0,-2-2 33,-1-2 1,0 2 0,0-4-1,0 1 179,0 1 1,0 3 0,0 1 0,0 2 236,0 4 1,0 3 0,1 7 13,2 4 1,-1 6-1,4 11 1,0 5-37,-1 3 0,3 2 0,-2 3-289,2 0 0,1-1 0,0-3 0,0-3 0,0-3-369,0-2 0,0-8 0,0-1 0,0-4-81,0-2 1,-3-5 625,0-4 0,0-4 0,3-5 0</inkml:trace>
  <inkml:trace contextRef="#ctx0" brushRef="#br0" timeOffset="2533">1285 882 7989,'5'18'84,"-1"0"1,-4 0 0,1 0 86,2 0 0,-1-1 0,4 1 0,1 0 270,1 0 0,2-1 0,1-2 0,2-4-394,1-4 1,-2-3 0,2-4 0,-1-2-154,-3-4 0,-4-5 0,-3-9 0,-2-3 81,-1-3 1,-2 3-1,-3-4 1,-5-1 35,-2 0 1,0 5-1,-3-3 1,0 3 8,1 3 1,0 5 0,3 3 0,-2 2-164,-1 1 1,6 4-1,0 3 1,2 4-249,1 4 1,3 2-1,-1 1-125,2 0 0,5 0 1,2 0-1,2-1 516,1-2 0,0 1 0,0-3 0,0 0 0,0 0 0,0 2 0,0-3 0,0 0 0,0 1 0,-3-3 0,0 3 0,1-1 149,1 0 1,0 4 0,-1-1-1,-1 3 345,0 3 0,2-1 0,1 4 0,0 1-48,0 1 1,0 1 0,0 2 0,1 2-181,2 1 1,-2-6 0,2 0-152,-2-3 1,2-6-1,0-5 1,-2-4 5,-3-5 1,-3-5 0,-4-9-1,0-2-420,0-1 1,-1-1 0,-2-2-184,-3-1 1,-1 0 0,0 1 13,1 2 0,5 9 0,1 12 390,5 11 0,3 8 1,1 4-1,1 2-2,2 1 1,1-3 0,2-1-1,-2-2 380,0-2 1,-3-4 0,3 1-1,-1-3-25,0-3 1,0-2 0,-4-5-225,-2-2 1,2-6-1,-3-7 1,0-3-1,-2-3-158,-2 0 1,-1-2-1,0-3 51,0 0 0,-4 1 0,-2 1 0,-2 2 0,-1 1 56,0 2 0,-4 1 0,-1 1 0</inkml:trace>
  <inkml:trace contextRef="#ctx0" brushRef="#br0" timeOffset="2918">242 1645 7868,'-6'-9'-14,"1"1"1,0-1-17,0 0 0,3 3 330,-1 0 0,2 5 1,1 1 19,0 5 0,0 8 0,1 4 0,1 4-227,1 5 0,4 1 0,-1 8 0,2 2-262,1 0 0,0 0 0,0-1 0,0 1 164,0 2 1,0-2 0,-1 2-516,-2-2 0,-2-4 0,-4-5 0,0-8 0,-1-6 520,-2-6 0,-6-7 0,-5-6 0</inkml:trace>
  <inkml:trace contextRef="#ctx0" brushRef="#br0" timeOffset="3065">215 1987 7868,'-5'-13'44,"0"3"0,3-2 0,-1 2 122,1 1 1,1 0-1,1 0 1,0-1 22,0-2 1,4 2 0,2-2 0,2 2-164,1 1 1,0 0 0,1 0 0,1 0 20,1 0 1,1 0-1,-2 1 1,1 0-751,-1-1 0,2 5 1,-1-5-1,-1 1 703,-1 0 0,-5-1 0,3-4 0,-3-1 0</inkml:trace>
  <inkml:trace contextRef="#ctx0" brushRef="#br0" timeOffset="3369">350 1654 7749,'-1'-8'219,"-2"2"1,2 6-1,-1 6 1,3 3 5,2 3 1,4 2 0,-1 5 0,3 2 23,3 3 1,2 3 0,3 3-240,-2 3 1,4 0 0,-3-1-1,0-4 1,0-1-13,-2-2 1,2-1 0,-4-1-40,-1-5 1,-4-8-1,-2-8 1,-1-4-59,-2-4 1,-1-7-1,-1-4 1,0-4-16,0-2 0,-1-1 0,-1-3 0,-1-1-132,1-2 0,-2 4 0,1-2 0,1 1 144,1 2 0,1 8 0,1 3 0,2 6 10,3 5 0,2 7 0,1 6 0,1 7 56,2 6 1,-1 0 0,3 1-133,-1 1 0,2-3 1,-2-1-1,0-4 1,0-4 167,-2-4 0,0-3 0,1 0 0,-2-6 0,3-5 0</inkml:trace>
  <inkml:trace contextRef="#ctx0" brushRef="#br0" timeOffset="3650">728 1663 7384,'-6'-14'0,"0"2"-53,-1 3 1,0 3 0,0 1 0,1 1 430,-1 2 1,2 1 0,0 2 0,0 2-74,0 3 1,3 3-1,-1 2 1,2 5-89,1 4 0,1 0 0,2 4 0,3 1-223,2 1 0,1-2 1,1-2-1,1-2-100,1-3 0,1-5 1,-2-1-1,0-4-111,0-4 1,-1-2-1,-2-3 1,-1-4 50,-1-6 0,-3-4 1,2-2-1,-1-1 121,-2-2 1,-1 3 0,-1 0 0,0 4 288,0 1 1,0 6-110,0-2 1,0 7 0,0 2 0,1 6-47,2 5 1,2 3-1,3 4 1,0 0-243,1 0 0,-2-3 1,5-1-1,-2-1-882,-1-2 0,0-5 1035,0-3 0,0-2 0,0-1 0</inkml:trace>
  <inkml:trace contextRef="#ctx0" brushRef="#br0" timeOffset="3816">916 1448 7868,'0'-5'451,"1"2"0,1 7 0,2 5-235,1 5 1,1 8-1,4 6 1,2 7-29,3 6 0,2 4 1,1 4-1,-1 2-484,-2-2 0,-1-6 1,-4-7-1,0-6-2599,-2-6 2895,-5-10 0,-3 3 0,-5-8 0</inkml:trace>
  <inkml:trace contextRef="#ctx0" brushRef="#br0" timeOffset="3949">979 1870 7868,'-8'-12'2,"2"0"0,2 0 55,0-1 1,3 3-1,-2-3 1,3 0 223,3-2 1,-1 1 0,4 0-1,1 0-46,1 0 1,1-1-1,1-2-163,2 2 0,-1-1 1,4 3-1,0 1 1,0-1-1082,0 2 0,3 4 0,3 2 1009,-1 1 0,7-7 0,1 1 0</inkml:trace>
  <inkml:trace contextRef="#ctx0" brushRef="#br0" timeOffset="4166">1375 1403 7767,'-3'7'0,"0"2"0,-3-4 0,3 6 0,1 1 343,1 1 1,1 0 0,0 4 0,1 3 4,2 2 1,3 3 0,5 5 0,1 3-258,-1 1 1,-2 3 0,0 1-1,0 0-586,0-3 0,-1 0 0,-1-6 0,-2-3-331,-1-4 1,-1-4 825,-3-3 0,-8-2 0,-2-4 0</inkml:trace>
  <inkml:trace contextRef="#ctx0" brushRef="#br0" timeOffset="4332">1312 1753 7767,'0'-9'-41,"0"0"1,0 0-1,0 0 273,0 0 0,0-1 1,1-1-1,2-1 38,3 1 1,2 0 0,1 1 0,1 0-388,2-1 1,-1 4 0,3-3 0,0 4-303,-1 2 1,2-2 0,3 3 0,0 0 418,0-1 0,-4 3 0,-1-3 0</inkml:trace>
  <inkml:trace contextRef="#ctx0" brushRef="#br0" timeOffset="4701">1518 1475 7203,'0'9'574,"0"0"0,4 4 0,2 3 0,2 4-321,1 4 1,1 3-1,1 2 1,2 1-114,1 2 1,-3-5 0,1 0 0,-3-2 51,-3-3 1,2-7-150,-2 3 0,-2-11-243,-1-4 1,-2-7-1,-1-8 1,0-4 4,0-4 1,0-4 0,0-4 0,0-1 47,0 0 0,0 3 0,0-2 0,0 2 147,0 2 1,0 8 0,1 1 21,2 4 1,2 7 0,4 4 0,0 6 161,0 5 0,1 7 0,1 6 0,1 3-290,-1 3 1,0-2 0,-1 4 0,1 0-319,0 0 0,-3-6 1,3-1-1,-3-4-140,-2-4 0,0-9 1,2-3 563,-2-6 0,-2-8 0,-5-7 0,-2-4 0,-6-7 0,-5-5 0</inkml:trace>
  <inkml:trace contextRef="#ctx0" brushRef="#br0" timeOffset="4821">1788 1601 7828,'9'0'234,"0"4"0,-1 2 0,-1 2-181,-1 1 1,0 3 0,3 4 0,0 3-458,0 2 0,-1 0 0,-1-3 1,-2 0-580,-1 0 983,3-4 0,-6-1 0,3-4 0</inkml:trace>
  <inkml:trace contextRef="#ctx0" brushRef="#br0" timeOffset="4948">1788 1484 7352,'-5'-4'-819,"1"2"659,4-4 0,1 4 0,2-1 160,3 2 0,-1 1 0,1 0 0,1 0 0,1 0 0,1 0 0,4 0 0,1 0 0</inkml:trace>
  <inkml:trace contextRef="#ctx0" brushRef="#br0" timeOffset="5115">1887 1439 7767,'9'9'87,"-3"0"0,1 1 1,2 1 184,2 1 0,6 5 0,0 0 0,4 4 25,2 2 0,-2-1 0,2 3 1,-2 0-79,-1 0 0,-2-1 1,-3 1-1,-3-1-37,-2 1 1,-5-6-1,-2-1 1,-3-2-303,-3-2 1,-2 2 0,-5-5 0,-3-2-473,-5-2 1,-1-2-1,-4 2 1,-2-2-1005,-1-1 1596,-1-1 0,-12 1 0,-3 1 0</inkml:trace>
  <inkml:trace contextRef="#ctx0" brushRef="#br0" timeOffset="5452">719 2337 7843,'-5'1'57,"2"2"1,2 3 51,1 2 1,4 5 0,2 3 0,2 4-42,1 4 0,1 2 0,0 1-391,2 0 1,3-1 0,-3-2-1,-1-4-884,-1-4 1207,-5-7 0,-5-9 0,-5-5 0</inkml:trace>
  <inkml:trace contextRef="#ctx0" brushRef="#br0" timeOffset="5802">728 2284 7822,'-3'-6'42,"0"0"-272,1-1 107,1 3 0,2 0 1,2 4-1,3 0 76,2 0 0,1 3 0,0 0 1,2-1-158,1-1 1,4-1 0,-1 0-1,2 0 204,1 0 0,-3-1 0,0-1 0,0-2 0,-1-1 0,-1-2 0,-4-3 0,-1-1 0,-2 0 0,1 6 0,-4-4 9,-1 1 0,0 4 0,0 2 145,1 4 1,4 4 0,-1 6 0,3 3 116,3 2 1,-1 5 0,4 1 0,1 0-44,1 1 1,-1-3 0,0 2-1,1-1-57,-1-2 0,-7-4 0,-1-2 0,-2-1 65,-1-2 1,-3-1-1,0-1 1,-5 0-182,-6 0 1,-1-3-1,-5 0 1,-1 0-294,-1-1 0,-2-1 0,0-4-129,1 0 0,-4 0 0,6-1 0,1-2 0,0-3-293,1-2 1,6-1 659,-1 0 0,2-4 0,-2-1 0</inkml:trace>
  <inkml:trace contextRef="#ctx0" brushRef="#br0" timeOffset="6285">1509 2131 7623,'-12'-3'0,"0"-1"-16,1-1 1,0 3 0,0-1 534,-1 2 0,1 2 1,5 3-1,3 5-299,2 5 1,5 8-1,3 4 1,5 5-276,6 4 0,1 2 0,5 5 1,2-1-208,3-1 0,-4-4 0,1-4 1,-3-1-122,-3-2 0,-4-2 0,-3-3 0,-3-3-238,-5-2 0,-4-2 621,-4-2 0,-6-2 0,-5-4 0</inkml:trace>
  <inkml:trace contextRef="#ctx0" brushRef="#br0" timeOffset="6848">1482 2544 7760,'0'-14'37,"-3"1"1,0 4-1,1-1 1,1-1 0,1-1-1,1 0 80,2-1 0,2 3 0,4-2 0,1 1-224,2-1 1,-1 4 0,3-2 0,0 0-1,0 0 1,1 4-1,2-4 1,-1 1-23,-1 2 0,-4 1 1,1-1-1,-2 2-56,-1 1 1,0 1-1,0 3 1,0 1 226,0 2 1,-2 2 0,0 4 0,1 1 266,-1 2 0,-3-1 0,2 4 1,1 1-17,1 1 1,-3 1 0,-2 0-1,-2 0-74,-1 0 1,3 0-1,0-1 1,-1-1 43,-1-1 1,-2-7-1,-1 1-404,-1-1 0,-3-5-78,3-3 0,0-4 1,3-5-1,0-1-32,0-2 0,0-2 1,0-4-1,1 0-62,2 0 1,2 0 0,3 1 0,-1 1 14,-1 1 1,0 0 0,3-2-1,0 1 298,0 1 0,-3 4 0,0 0 153,1 4 1,-3 4 0,-1 7-153,-2 5 1,-1 1-1,0 5 491,0 1 1,0 1 0,0 1 0,0 0 0,1 0-137,2 0 0,2-3 0,4-1 0,0 0-283,0 0 1,1-6 0,1 0-151,1-3 0,0-3 0,-3-5 0,0-4 0,0-4 29,0-4 1,-4-2 0,-2-1 0,-2 0-5,-1 0 0,-1 0 0,-1 1 0,-2 1-89,-1 1 0,-1 7 0,-3-1 0,0 1-470,0 0 1,0 3-159,0 2 1,0 2 768,0 1 0,4 1 0,2 2 0,2 2 0,1 4 0</inkml:trace>
  <inkml:trace contextRef="#ctx0" brushRef="#br0" timeOffset="7283">1941 2328 6916,'9'0'-310,"-3"4"1,-1 2-1,0 2 726,0 1 1,1 3-1,3 1 1,0 1 129,0 2 0,0 1 0,0 1 0,0 0-368,0 0 1,-1-3 0,-1-1 0,-2-1-170,-1-2-175,2-1 0,-5-9 1,2-5-1,-2-7 105,-1-7 1,-1-2-1,-1-6 1,-1-3-98,-2-2 0,0 2 1,-1-1-1,3 1 87,2 0 1,1 5 0,0 1-1,1 6 153,2 5 1,2 5-1,4 3 1,0 3-18,3 5 1,2 7 0,3 5 0,-1 4 29,-1 4 1,-3-2 0,2 2 0,-1 0 65,-2-1 1,-1-1 0,-2-5 0,-1-2 238,-1-3-313,-4-2 0,2-6 0,-5-5-156,-2-7 0,1-5 0,-4-5 0,-1-2-131,-1-4 0,2 3 1,1-6-1,1 2 109,2-1 0,1 3 1,1 3 98,0 4 0,4 3 1,2 5-1,3 2 1,3 5 82,3 6 1,2 6 0,1 9 0,0 3-38,0 3 0,-3-3 1,0 5-1,0 0-279,-1-3 1,-1 2-1,-4-5 1,0-1-906,0-3 0,-3-6 1130,0 0 0,-4-6 0,2-2 0</inkml:trace>
  <inkml:trace contextRef="#ctx0" brushRef="#br0" timeOffset="7701">2570 2077 9797,'9'10'234,"0"2"1,1 3-1,1 6 1,2 5-112,1 6 0,1 1 0,2 6 0,-1-3-369,-1 0 1,-4-4 0,0-2 0,-4-3-370,-5-3 1,-1-5-1,-2-6 1,-2-2-259,-6-3 1,-1-2 872,-5 0 0,0-2 0,-3-4 0</inkml:trace>
  <inkml:trace contextRef="#ctx0" brushRef="#br0" timeOffset="7835">2570 2400 7886,'0'-9'198,"0"0"1,0 0 0,0-1 0,0-1-24,0-1 1,4-1 0,2 2 0,2-2-128,1 0 0,0-1 0,0-1 0,0 2-251,0 0 0,3 3 1,0-2-1,0 1-407,1-1 1,-3 4 609,2-4 0,-2 4 0,-1-5 0</inkml:trace>
  <inkml:trace contextRef="#ctx0" brushRef="#br0" timeOffset="8250">2740 2086 7746,'0'9'3,"0"0"0,1 0 1,1 1-1,1 1 138,-1 1 0,0 4 0,0-1 1,2 3 349,1 3 1,1-1 0,3 3 0,0 0-241,0-1 1,1-2 0,1 1 0,1-3-118,-1-3 0,0-2-138,1-4 1,-2-4 0,2-2 0,-3-3 0,-2-3-379,-1-3 1,-1-3 0,2-3 0,-1-2 169,1 0 1,-2-3 0,1 2 0,0-2 104,-1 0 1,3 2 0,-2 1 0,2 1 141,1 2 1,-3 1 0,0 2 0,1 1 195,1 1 1,1 3-1,0-2 144,0 1 0,-1-3 0,-2 0-243,-3-4 1,-2 1 0,-1-2-1,-1 1-118,-2-1 0,-2 2 0,-5-1 0,-1 3-72,-1 2 0,0 4 0,3-1 76,0 2 0,0 5 0,1 3 0,2 4 0,3 4 21,2 2 0,2 5 0,3 2 91,5 2 1,4 2-1,6 1 1,1 0 0,3-3-103,3-1 1,-3-6 0,6-1-1,0-6-604,-1-5 0,-3-7 0,-2-6 576,-1-2 0,3-9 0,-2-2 0</inkml:trace>
  <inkml:trace contextRef="#ctx0" brushRef="#br0" timeOffset="8834">3388 2221 7754,'-6'-23'0,"0"2"0,4 2 0,-1 2 0,2 1 51,1 1 1,0 4 0,1 0 0,2 4 224,3 4 1,3 3 0,2 3-1,4 4 29,2 4 1,-2 3-1,0 5 1,1 3-34,1 5 0,1 1 1,0 4-1,-1 0-56,-2-1 0,-1-4 1,-3 2-1,1 0-252,-1-1 0,-4-3 0,-2-2 0,-1 0 109,-2 0 0,-4-6 0,-2-1-288,-1-5 0,-1-4 1,-4-7-1,-1-1 1,-1-2 64,1-3 1,0-10 0,-1-4-1,-2-4-18,0-3 0,-2-2 1,4-6-1,1 0 32,1-1 0,4 2 0,1-8 0,1-1 84,2-1 0,5 5 1,4 3-1,3 3-5,2 5 1,3 6 0,-3 3 0,0 5 141,1 5 1,-6 7-1,2 3 1,-2 7 433,-2 6 0,-1 5 0,-4 3 0,0 5-242,0 4 0,0-3 0,0 7 0,0-1-480,0 1 1,-3-7 0,-1 4 0,0-3-351,0-1 0,1-4 0,3-4 0,0-4 172,0-4 0,0-5 381,0-1 0,4-4 0,1 2 0</inkml:trace>
  <inkml:trace contextRef="#ctx0" brushRef="#br0" timeOffset="9533">3783 2140 7754,'13'-9'-567,"-3"0"1,2-1 1200,-2-2 1,-2 1 0,-2-3 0,-3 1-129,-2 2 1,-6 0 0,-3 0 0,-4-1-173,-2 1 0,-1 1 1,-3 2-1,0 1-94,0 1 1,0 4-1,1-1 1,1 3-45,1 3 0,4 3 0,-1 6 0,3 3-156,3 2 1,2 5 0,5 2 0,2 3-262,3 3 0,5 1 1,2 2-1,1-2 25,2 0 0,1-3 0,1 0 0,0-3-804,0-4 0,0-6 1,-1-4-1,-1-4 355,-1-4 0,-4-8 1,0-7-1,-4-8 645,-4-5 0,-2-4 0,-1-1 0,0-4 0,0 0 0,0 4 0,-1 1 0,-1 4 223,-1 4 338,0 6 0,3 10 0,1 9 1,1 7 71,1 7 0,4 4 0,-1 4 0,2 0-312,1 1 0,-1-2 1,-1 4-1,-1-3-119,1-3 0,-3-2 1,-1 1-1,-1-2 51,1-3 0,-2-8 95,2 0 1,-3-7 0,-2-2-347,-1-5 1,0-7 0,3-3-91,0-2 1,-1-1-1,-1-1 1,-1-2-1,1-2-152,1-3 1,1 2-1,0 1 1,0 0-280,0 0 1,3 3 0,1-1 0,1 2-215,2 1 1,-2 4-1,1 2 1,1 2-189,1 1 0,1 1 805,0 2 1,-3 2 0,-1 5 612,-1 2 1,-1 3-265,-3 6 0,0-2 0,0 3 0,0-1 0,0 1 239,0 1 1,4-2 0,2 3 0,3 1-227,3 1 1,-1 1-1,3 0 1,2 0-111,1 0 0,1-1 1,0-1-1,0-1 37,0 0 1,-1 2 0,-1 1-40,-1 0 1,-5 0 0,0 0 0,-4-1 0,-2-1-67,-2-1 0,-6-4 0,-4 1 0,-3-3-596,0-3 0,-2 1 1,1-4-1,0-1-335,-1-1 0,3-3 1,-1-3-1,3-5 115,2-3 0,1 1 748,-1-3 0,-2-4 0,3-4 0</inkml:trace>
  <inkml:trace contextRef="#ctx0" brushRef="#br0" timeOffset="10097">4277 2113 8214,'3'9'38,"0"0"0,3 3 0,-3 0 1,-1 0 464,-1 1 0,-1-3 0,0 2 0,0-2 209,0-1 1,0 0 0,0 0-471,0 0-161,-4-4 0,3-5 0,-2-6 1,2-2-523,1-1 0,-3-1 0,-1-1 1,0-1 164,0 1 0,-3 1 0,2 1 1,-1 0 126,0 0 0,0 3 0,-3 1-58,0 1 0,0 1 0,0 3 31,0 0 0,3 0 1,1 1-529,1 2 0,0-2 282,1 2 0,3-2 1,-1-2 422,3-2 0,5-2 0,-1-4 0,2 1 0,1 1 20,0 1 0,3 1 1,0-2-1,-1 2 298,-1 1 1,0 1-1,1 3 1,1 1 63,-1 2 0,-1 3 0,-1 6 0,1 3 319,2 2 1,-4 2 0,3 1 0,0 2-427,-1 1 1,0-2 0,-2 2 0,-1-1-141,-1-3 0,0-1 0,2-3 1,-1-3 64,-1-2 0,-4-6-441,1-4 0,-2-2 0,-1-6 1,0-4-29,0-4 0,0-1 1,0-6-1,-1-3 30,-2-3 0,1 0 1,-3-3-1,0 1 91,0 2 0,3 8 0,-1 4 0,2 3 512,1 3 1,0 6 136,0 5 1,4 5-1,1 7 1,2 3-536,2 2 0,-5 5 0,5 1 0,-1 0-478,0-2 1,1-2-1,-1-2 1,-1-1-622,-1-1 0,0-8 0,3-1 1132,0-4 0,-4-6 0,3-5 0,-3-5 0</inkml:trace>
  <inkml:trace contextRef="#ctx0" brushRef="#br0" timeOffset="10264">4601 1915 8118,'6'-3'955,"-1"1"-617,-1 3 1,0 3 0,-2 6 0,1 3 358,-1 5 0,2 6 0,0 8 0,1 7-614,2 7 0,0-1 0,0 8 1,-1-2-468,1-1 1,-3-14 0,0-1 0,-1-5-13,0-5 0,0-6 0,-3-7 396,0-2 0,-4-5 0,-1-1 0</inkml:trace>
  <inkml:trace contextRef="#ctx0" brushRef="#br0" timeOffset="10646">4762 1978 7723,'4'13'79,"-2"-2"0,4 4 0,1 2 337,1 3 1,2 1 0,1 5 0,2 3-498,1 2 0,-2-2 0,1 0 1,-1-3-278,-1-2 1,-7-8-1,3-3-717,-2-5 1,-4-6 1074,2-8 0,-6-3 0,-2-9 0</inkml:trace>
  <inkml:trace contextRef="#ctx0" brushRef="#br0" timeOffset="10996">4807 1924 7172,'9'1'-98,"0"2"1,0-2 0,0 2-1,1-2-124,2-1 0,-2 0 1,2 0-1,-2 0 222,-1 0 0,0 0 0,0 0 0,0-1 0,0-2 0,-3 2 0,0-2 195,1 2 0,-2 1 0,0 1 1,0 2 155,0 3 1,1 2 0,3 2 0,1 2-6,2 3 0,-2-1 0,2 1 0,-1 1-110,1 1 1,-2-2 0,2-1-1,-2 0-33,-1 0 1,-3-2 0,-1 3 0,-1 1-41,-2 1 1,-1 1 0,-1 0-1,-1 0-277,-2 0 1,-2 0 0,-4-1 0,0-2-183,0-3 1,0-6 0,0-1 0,0-1-347,0-2 0,3-2 0,1-3 0,1-4-1134,2-3 1776,1 0 0,9-11 0,2 2 0</inkml:trace>
  <inkml:trace contextRef="#ctx0" brushRef="#br0" timeOffset="11263">5194 1888 8354,'-5'9'650,"1"-3"0,4 0 0,0 2-334,0 3 0,0 1 0,1 5 0,2 2-70,3 0 1,6 1-1,2-1 1,2 0-179,2-2 1,-2-1 0,4 1 0,-3-1 7,-2-1 1,-4-3 0,1 2 0,-2 0-86,-1 0 1,-4-2 0,-2 2 0,-3 0-92,0 0 0,0-2 1,0 1-1,-3-2-184,-3-3 1,1-4-1,-1 1-415,-1-2 1,-1 0-1,-1-4 90,0-2 1,4-4 0,2-6 0,2 0 0,1-2 608,0-2 0,0 4 0,0-5 0,4-2 0,1-3 0</inkml:trace>
  <inkml:trace contextRef="#ctx0" brushRef="#br0" timeOffset="11750">5400 2032 7935,'0'9'917,"0"0"1,3 0 0,0 0-605,-1 0 0,0-3 0,0 0 0,2 0-192,1-1 1,1 3-1,3-3 1,0 0-275,0-2 0,0 1 0,1-1 1,1-1-27,1-1 1,1-1 0,-2 0 0,2-1-20,1-2 1,-3-2 0,1-4 0,-3 0 38,-3 0 1,1 3-1,-3 0 1,0-1-128,0-1 0,-1-1 274,-3 0 0,1 3 84,2 0 0,-1 4-70,4-1 0,0 5 0,2 2 0,-1 1-51,-1 2 0,-1-2 0,2 0 0,-1-1-94,1-2 1,0 0 0,0 0 0,-1 1 71,1-1 1,1-1 0,1-1 0,0-1 37,0-2 0,0 1 1,-1-4-1,-1-1 47,-1-1 0,-4 2 0,1-1 0,-2-2-26,-1-2 1,-1-1 0,-2 3 0,-3 0 128,-2 0 1,-1 3 0,0 1 0,0 0 302,0 0 1,0 3-134,0-1 0,4 6 0,2 4 1,2 3-79,1 2 0,1 1 0,2-2-286,3 1 1,2 3-1,2-3 1,1 0-324,1 1 0,0-4 0,-3 1 0,0-3-377,0 0 0,0-3 0,0-1 777,0-2 0,-4-1 0,3-4 0,-3-1 0</inkml:trace>
  <inkml:trace contextRef="#ctx0" brushRef="#br0" timeOffset="12013">5859 2014 7723,'1'9'165,"2"0"1,-1 1 0,3 1 0,0 2 171,0 1 1,-2-2 0,2 2 0,0 0-62,0 0 0,-3 1 0,1 2 0,-2-2-138,-1-3 0,1-2 0,1-1 188,1 0 0,0-5-271,-3-4 0,0-4 0,0-6 1,0-2 138,0-3 0,0-3 1,0-2-1,0-2-229,0-1 1,0 6-1,1-1 1,1 1-298,1 0 0,1 2 0,-2 1 1,2 1-296,1 2 1,1 1-1,3 2 1,0 2 626,0 3 0,0 2 0,0 1 0</inkml:trace>
  <inkml:trace contextRef="#ctx0" brushRef="#br0" timeOffset="12138">6155 2041 8174,'0'9'925,"0"0"0,3-3 0,0 0-1179,-1 1 0,-1-2 254,-1 1 0,4 0 0,1 3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38:40.568"/>
    </inkml:context>
    <inkml:brush xml:id="br0">
      <inkml:brushProperty name="width" value="0.06" units="cm"/>
      <inkml:brushProperty name="height" value="0.06" units="cm"/>
    </inkml:brush>
  </inkml:definitions>
  <inkml:trace contextRef="#ctx0" brushRef="#br0">30 668 8374,'-7'1'545,"-1"1"1,3-1-1,1 1-116,1-4 1,0 1 0,4-4 0,1-1-353,3-1 1,3-3 0,2-1 0,3-1-215,4-4 0,2 0 1,3-3-1,1 0 303,2 0-166,2-1 0,6-5 0,1-2 0</inkml:trace>
  <inkml:trace contextRef="#ctx0" brushRef="#br0" timeOffset="633">545 317 9233,'-4'-3'631,"1"0"1,6-3 0,3 1-330,3-1 1,3 1 0,6-1 0,2-1 78,1-2 0,5 2 0,0-5-433,1 2 1,1-3-1,-2 2 1,-1 1-1,-1-1-1671,-3 2 0,-6 0 0,-1 2 1723,-2-1 0,-5 4 0,-4 1 0</inkml:trace>
  <inkml:trace contextRef="#ctx0" brushRef="#br0" timeOffset="816">717 34 8374,'-6'3'0,"-1"2"0,3 2 0,-3 1 0,1 2 246,2 2 0,0 3 1,4 3-1,0 3 405,0 6 1,1 2-1,1 7 1,1 5-582,1 4 0,1-3 0,3 4 0,-1-6 15,1-3 0,0-13 0,1-4 0,3-6-85,2-6 0,-1-5 0,5 1 0</inkml:trace>
  <inkml:trace contextRef="#ctx0" brushRef="#br0" timeOffset="1517">993 175 8642,'4'4'417,"-1"0"0,-3 5-366,0 3 1,3 4-1,-1 7 1,0 2-1,-1 3 78,-1 1 1,0 1-1,0-1 1,0 0-89,0-1 1,-1-6 0,-1-5 0,0-4 36,0-3 0,1-7-4,1-5 1,0-6-1,1-7-11,2 1 0,-2-7 1,4-2-1,0-3 0,0-2 2,0-1 1,0-2-1,3 1 1,0 0-102,2 1 1,-2 8 0,2-3-178,-1 1 0,0 6 1,0 2-1,-1 4 1,1 4-206,0 2 1,-1 1 0,-1 4 0,1 1-365,-1 2 0,0-2 0,-1 4 782,-1 1 0,0 4 0,2 2 0</inkml:trace>
  <inkml:trace contextRef="#ctx0" brushRef="#br0" timeOffset="1916">1209 168 7019,'-7'-4'721,"3"0"0,1 8 0,3 1 0,0 2-717,0 3 0,0 3 0,3 3 1,2 2 38,1 2 0,2-1 0,-1 4 0,2-2-99,1-1 1,0-4 0,4-5 0,-2-3 0,1-4 1,1-3 0,1-5 0,-2-6-100,-1-7 1,-2-5 0,2-4 136,-1-1 1,-1-6 0,-3 3-1,1 1 1,-1 2 174,0 5 1,-2 8-100,-3 1 1,1 8-1,0 5 1,-1 5-1,-2 5 16,0 5 0,0 1 0,0 3 0,0-1-290,-3-1 0,2 1 1,-1 0-1,1 1-300,1-1 1,0-3 0,1-3 37,1-2 0,-1 0 0,2-3 477,1-2 0,0 2 0,3-3 0</inkml:trace>
  <inkml:trace contextRef="#ctx0" brushRef="#br0" timeOffset="2283">1620 123 8374,'-12'-7'167,"2"0"1,1 1 242,-1 1 0,5 4 0,-3-2-158,1 2 1,3 2 0,0 2-1,1 2-73,1 5 1,2 1-1,3 4 1,2 1-205,1 1 0,2-3 1,-1 4-1,1 0-37,-1 0 0,1 1 0,1-2 0,-1 0-3,-1 0 1,-2 1-1,0 0 1,-3-2 107,-1 0 0,-1-4 0,-1 0-39,-1-1 1,-3 0-1,-4-3 1,-2-4 0,0-2-269,0-2 0,-1 0 0,2-2 0,1-2-426,0-4 0,2-2 0,0 1 0,2-2 202,3-3 0,1 2 0,2-5 488,1 1 0,6-7 0,3-1 0</inkml:trace>
  <inkml:trace contextRef="#ctx0" brushRef="#br0" timeOffset="2616">1762 26 8374,'4'1'112,"-2"1"183,-1 3 0,-1 2 0,1 1 0,1 3 54,0 4 1,1 2 0,-3 4-1,0 3-174,0 2 1,-3 2-1,0 4 1,-1 0-255,-2 0 0,2-2 0,-1-1 0,-1-1-371,-1-3 0,2-6 0,0-2 1,0-4-172,-2-3 1,2-5-1,0-2 1,-1-3 326,0-3 1,-1-2 0,1-4 0,1-2 296,-1 0 0,2-2 0,0-2 0,1 0 44,1 1 1,1-1-1,1 0 1,0 2 500,0 1 1,0-1-1,1-1 1,2 1-40,2 1 0,2 2 1,2 0-1,2 0 53,1 0 0,0 0 1,2 2-1,-1 2-683,0 1 1,-1-1-1,2 3 1,0 2-653,-2 0 1,-3 1 0,1 0 0,-2 0 772,0 0 0,-4 3 0,-1 1 0</inkml:trace>
  <inkml:trace contextRef="#ctx0" brushRef="#br0" timeOffset="2882">1881 205 8374,'8'0'661,"-1"0"-151,1 0 0,-3-3 1,2-2-1,1-2-258,1-3 0,-1-2 0,-1-3 0,1 0-10,-1 0 0,0-1 1,-2 0-1,-3-2-91,-1 2 1,-1 3 0,-1 3 0,-1 3-52,-3 2 1,-2 2 0,0 3 0,-1 3-131,1 2 1,0 5 0,-1 3 0,1 4-77,-1 3 0,1 0 1,0 0-1,2 2-283,3-1 1,-2 0-1,2 2 1,0 1-127,1-3 1,3-3 0,2-2 0,4-3-123,3-3 0,0-5 0,2-4 0,2-5 637,1-6 0,-2-6 0,4-4 0</inkml:trace>
  <inkml:trace contextRef="#ctx0" brushRef="#br0" timeOffset="3166">2105 26 8374,'0'-10'813,"0"0"0,0 4-223,0 6 0,0 5 1,-1 5-1,0 2-244,-2 2 0,0 2 1,1 1-1,0 3-181,0 2 0,0-2 1,1-1-1,-3 0-208,0 0 0,3-4 0,-3 1 0,2-2 84,-1-4 0,-2 0 0,0-1 1,-3-2-80,-2-3 0,2 0 1,-3-1-1,0-1-805,-1 2 0,0-3 0,1 2 0,0 0 736,2 2 0,0 0 1,3 2-1,1 1 98,2 0 1,3 4-1,3 0 1,3 3 388,3 3 1,3-2 0,5 0 0,2-3-371,2-3 0,-1-2 0,3-3 0,0-4-489,0-2 0,-4-8 1,4-5-1,-2-7-688,1-6 0,-6-1 1167,-1-7 0,-5 4 0,1-2 0</inkml:trace>
  <inkml:trace contextRef="#ctx0" brushRef="#br0" timeOffset="3699">986 735 8374,'-10'-7'0,"0"0"177,0 2 0,-1 2 0,-1 4 0,0 1 1,0 4-99,1 3 1,1 4 0,3 6 0,0 4 268,-1 0 0,4 4 0,1-1 0,3 2-258,0-1 0,3-4 0,2 0 0,2-3-130,0-1 1,3-5 0,1-1-262,0 0 1,2-2-1,1 0 1,-1-2 0,0-1-671,0-1 0,0-2 0,0 0 971,0-3 0,-1-1 0,0-4 0,-1-1 0</inkml:trace>
  <inkml:trace contextRef="#ctx0" brushRef="#br0" timeOffset="4016">1142 1094 8374,'0'7'-250,"0"-2"0,-1 0-443,-1 1 1015,1 0 1,-2-2 0,4-5 0,0-6-39,2-4 1,3-7 0,-1-2 0,1-2-233,2-3 0,-1 0 1,1-3-1,0-2 82,2-1 1,-1 2 0,3-2 0,-1 2-28,1 2 0,-2 6 0,1 2 1,0 5-49,-2 4 0,0 5 0,-3 6 1,0 6 10,-1 5 1,0 3 0,2 2 0,0 3-51,-2 1 0,2 0 0,-3 0 1,1 1 4,0 1 1,-4-1-1,3 2 1,-2-2-634,1-2 1,-1-3-1,-3 2 130,-1-1 0,0-1 0,-3-4 0,-1-2 0,0-3 478,-2-4 0,-2 1 0,-2 0 0</inkml:trace>
  <inkml:trace contextRef="#ctx0" brushRef="#br0" timeOffset="4164">1180 989 8374,'0'-7'0,"0"-1"124,0 1 0,0-1 0,3 1 1,2-1 346,2 1 0,1 2 1,2 1-1,3 0-305,4 3 0,-1-1 1,4 0-1,1 0-399,0 0 1,2 1 0,-2 1-1,0 0-1120,-1 0 1,-1 3 1352,1-1 0,-2 4 0,-3-2 0</inkml:trace>
  <inkml:trace contextRef="#ctx0" brushRef="#br0" timeOffset="4617">1620 989 7437,'-4'0'-475,"1"3"1,3 2 0</inkml:trace>
  <inkml:trace contextRef="#ctx0" brushRef="#br0" timeOffset="5116">1224 1303 8374,'-3'-5'0,"1"1"485,-3 2 0,4 2-226,-2 0 1,2 4 0,1 6-1,0 3-260,0 4 1,0 2 0,0 4 0,0 2-336,0 2 1,0 5 0,0 0 0,-2 0 274,-1-2 1,0-3 60,1-2 0,-2-2 0,-4-1 0</inkml:trace>
  <inkml:trace contextRef="#ctx0" brushRef="#br0" timeOffset="5415">1038 1541 8581,'-4'-5'872,"-1"1"1,1 2-793,-1-1 1,4 3-1,-2 4 1,3 3 51,3 5 0,-2 0 1,4 2-4,1 2 1,3 3-1,2-1 1,0 1-1,0 0-55,1 0 1,0-4 0,3 0 0,0 0 94,0-1 0,0-7 0,-1 0 0,0-3-409,1-2 1,-1-5-1,2-3 1,-2-3-101,-1-3 0,-1-3 0,2-2 1,0-1-92,-2-1 1,-5 1-1,2-1 1,-2 1-54,-1 2 0,-1 0-588,0 1 1072,-2 3 0,-3 5 0,0 3 0</inkml:trace>
  <inkml:trace contextRef="#ctx0" brushRef="#br0" timeOffset="5716">866 1997 8374,'0'-8'570,"0"1"3,0-1 1,1 3-606,1 2 0,0 5 1,2 8-1,0 2 106,0 2 1,-1 5-1,1 3 1,-1 2-259,-1 0 1,1 0 0,0 0 0,-1 2-274,2 0 1,-3-2 0,1-1 0,-1-3 10,-1-2 446,0-4 0,-3 3 0,-2-1 0</inkml:trace>
  <inkml:trace contextRef="#ctx0" brushRef="#br0" timeOffset="5847">888 2168 8374,'1'-7'326,"2"0"0,-2-1 0,2 0 0,-1-1-358,1-1 0,3 0 0,-1 3 0,2 1-253,3 1 1,-2 3 0,2-2 0,-1 0-264,-2-1 1,3 4 0,0-2 547,-1 2 0,-1-2 0,0-1 0</inkml:trace>
  <inkml:trace contextRef="#ctx0" brushRef="#br0" timeOffset="6031">1068 1997 8374,'-4'7'43,"3"1"1,-1-1 0,1 1 195,1 2 0,0 2 1,0 3-1,0 1-147,0 1 1,0 2-1,0 3 1,0-1-57,0-2 0,3-2 0,0 0 1,1-3-258,2-2 0,1-4 1,0 0-1,0-5-548,1-2 1,0-2-1,1-2 769,1-5 0,0-6 0,-2-5 0</inkml:trace>
  <inkml:trace contextRef="#ctx0" brushRef="#br0" timeOffset="6282">1180 2109 8374,'0'8'-20,"0"1"1,0 1 53,0-1 1,0 0 0,0 1 0,2 0 125,1 2 0,2-2 0,0 1 1,0 0 69,-1-2 0,2-3 0,3-2 0,1 0-69,-1-3 0,1-1 0,-1-2 0,1-4 29,-1-3 0,-1-3 0,-1-3 0,-2 0-167,-3-3 1,-1 2-1,-1-3 1,0 0-183,0 3 0,-1 2 1,0 3-1,-3 0-436,0 2 0,2 1 1,-3 3-539,-1 0 0,2 3 804,-1-1 0,3 3 0,0 2 329,4 1 0,2 2 0,4-3 0,-1 4 0,1-2 0</inkml:trace>
  <inkml:trace contextRef="#ctx0" brushRef="#br0" timeOffset="6598">1329 2049 8432,'7'3'198,"0"2"0,-1 2 0,-2 0 81,-1 1 1,2 3 0,-1 0-1,-1 2-23,0-1 0,1-2 0,-3 2 1,2-1 1,2 1 0,-3-3 0,3 1-166,1-2 0,-2-3 0,1-3-62,1-1 0,0-7 0,1-2 0,-2-3-6,-2-2 0,0-1 0,0-1 0,1-1-169,-1-2 1,0 5-1,-1-1 1,0 2 15,0 0 1,1 5-1,1 1-55,0 2 0,-2 4 1,2 6-1,1 3 98,-1 4 1,1 2 0,2 1-1,1 2 86,-1-2 1,-2-2 0,0-3 0,1 0 139,0-2 1,3-1-1,0-3-297,1-3 1,0-4 0,-4-3 0,0-3-123,-1-2 1,0-2-1,2-5 1,-1-2 157,2-2 0,-4 1 0,5-3 121,0 2 0,4-6 0,-2 4 0</inkml:trace>
  <inkml:trace contextRef="#ctx0" brushRef="#br0" timeOffset="7031">1209 2445 8374,'0'7'343,"0"-1"1,0 1 0,0 1-172,0 0 0,0 4 1,0 1-1,1 4-156,2 3 0,-2 1 1,1 2-1,-1 0-723,-1 2 1,0-4 0,-1 3 266,-1 0 1,-3-3-1,-2-4 1,0-5 439,-1-4 0,-3-4 0,0-4 0</inkml:trace>
  <inkml:trace contextRef="#ctx0" brushRef="#br0" timeOffset="7331">1127 2624 8374,'4'-8'348,"0"1"0,-3-1 0,0 1-144,2 0 1,3 2 0,-1 0 0,4 1-394,1 0 1,3 2 0,-1 0 0,1 0 58,2 0 0,-2 1 0,4-2 0,-1 0-194,-1 1 0,0-2 1,-1 3-1,-1-2-157,0 2 0,-4 0 555,1 1 1,-5 1 0,-3 1-1,-1 3 203,-1 2 1,0 3 0,-1 2 0,0 0-13,-2 1 1,-2-1 0,3 2-1,0 0 231,1-2 1,2-3-1,2 1 1,2-1-403,1-2 1,2-3 0,-1-1 0,1-3-193,2 0 0,0-5 1,1-4-1,0-2 103,-2-5 0,-3 1 1,-2-2-1,-1 0-111,-1 0 0,-2 3 0,-3 0 0,-2 2-185,-1 0 0,-4 3 0,-1-1 0,0 3-628,1 2 0,-3-1 919,3 3 0,-3-2 0,1 0 0</inkml:trace>
  <inkml:trace contextRef="#ctx0" brushRef="#br0" timeOffset="7947">1829 2549 8374,'7'3'-393,"1"-1"435,-1 0 1,2-1 0,0-2 161,1-2 0,1 1 1,-2-5-1,1-1-6,-1 0 1,-2-3 0,-1 0 0,-2 0-140,0 1 1,-3-3 0,-3 2 0,-3 0 0,-3 1 72,-2 1 0,-1 1 1,-4 3-1,-1 3 18,-1 4 1,1 3-1,-1 5 1,3 3-23,2 1 0,3 1 0,-1 3 0,2 2-67,3 1 1,2 2 0,3-1-271,0 0 1,3 0-1,3-1 1,3-3-1,3-1-500,-1-3 0,4-7 0,-1 0 0,1-3 246,2-2 0,-3-6 1,3-4-1,-3-5 463,-2-4 0,-2-4 0,1 1 0,-3-1 0,5-1 0,-5-1 0</inkml:trace>
  <inkml:trace contextRef="#ctx0" brushRef="#br0" timeOffset="8247">1963 2482 8374,'-4'1'26,"1"1"1,0 3-1,1 2 516,0 0 1,1 4 0,1 2 0,0 3-436,0 2 1,0 2-1,0-1 1,0 1 22,0 0 1,0-3 0,0 0-1,0-1-86,0-1 1,0-6 0,1-2-139,2-3 1,0-6 0,3-5 0,-1-5-79,1-2 1,0-4-1,3-2 1,0-3-93,1-1 0,3 0 1,-1 0-1,0 3 248,0 1 0,-2 4 0,2 1 0,0 4 76,-1 3 0,-2 4 0,0 2 1,-2 4 76,-2 3 1,-3 6 0,0 3 0,-1 3-42,-1 2 1,0-1 0,0 1-1,0-1-301,0-1 1,0-2 0,-1 0 0,0 0-723,-2 0 1,1-3 261,2-2 665,3-5 0,-2-5 0,2-4 0</inkml:trace>
  <inkml:trace contextRef="#ctx0" brushRef="#br0" timeOffset="8548">2307 2378 8374,'-5'-5'52,"0"2"1,-1 1 286,-1-1 0,0 1 0,-1 2-36,1 0 1,2 0-1,1 0 1,1 3-164,1 2 0,1 4 0,1 2 1,0 0-144,0 3 1,3-3-1,0 2 1,1 0 40,2 1 0,0-1 0,-1-1 0,0 1 86,-2 1 1,0 0 0,-1-1 0,0 2-31,0 1 0,-4-5 1,-3 3-1,0-1-75,-3-2 1,2-1 0,-4 1-1,2-3-581,1-3 0,-1-4 0,1-1-240,-1 0 1,4-1 0,2-1 0,2-3 32,2-2 1,0-1 768,3-2 0,3-2 0,4-3 0</inkml:trace>
  <inkml:trace contextRef="#ctx0" brushRef="#br0" timeOffset="8847">2352 2482 8374,'0'-5'695,"0"0"1,0 3-374,0-3 0,0 4 0,0 1-171,0 4 1,2 5-1,1 1 1,1 0-111,-1 1 0,3 0 1,-1 1-1,1-1-144,2 0 0,-1-3 0,1 1 1,-1-3-17,1-4 0,0-1 0,1-1 1,1 0 3,-1 0 0,0-3 0,-3-3 1,0-2-51,-1-2 1,-1-4-1,1 3 1,-2-2 131,-3 1 1,3 3 0,-1-1 134,0 2 1,-1 4-108,-1 4 0,0 4 0,0 6 1,0 3-298,0 1 1,0 1 0,0 0-1,0-1-168,0-2 0,2 2 0,2-5 0,-1-2 470,0-1 0,3-4 0,-2-2 0,4-5 0</inkml:trace>
  <inkml:trace contextRef="#ctx0" brushRef="#br0" timeOffset="9333">2583 2482 8374,'3'-4'-79,"-1"-2"0,2 3 0,0-1 536,0 1 1,-2 1 0,1 5 0,-2 2-207,2 2 1,-3 0-1,3 0 1,-1 1-36,0-1 0,-1 2 0,1 0 1,-1 1-61,-1-1 0,3-1 1,-1 0-9,0-1 1,0 0-521,0-2 0,-1-3 0,1-4 1,0-4 167,1-3 0,-2-3 0,4-2 0,0 0-141,-1-1 0,3 4 0,-2-4 0,2 1-109,0 0 0,0 2 0,1 0 0,0 0 214,2 1 0,-2 3 0,2 0 0,-1 4 240,-2 1 0,1 3 0,-1 0 0,1 4 0,-3 2 0,-1 2 0,-1-1 57,-1 1 0,1 2 0,-1 0 783,0-1 0,2-1-208,1 0 1,-1-4-1,1-3-276,1-2 1,-2-3 0,0-4-294,0 1 0,-2-4 1,-2-1-1,0 0 1,0-1 9,0 0 1,-3 2 0,-2 1 0,-2 3 8,0 2 1,-1 2 0,2 6-1,0 3 85,1 3 0,1 5 1,-2 4-61,1 1 0,3 0 0,0 2 0,2-2-43,2-1 1,3 0-1,3-4 1,1-2-496,1-5 0,3 0 1,0-5-1,2-1-491,2-3 1,-2-4 0,1-5 0,-3 0 921,0 0 0,-2-2 0,0 1 0</inkml:trace>
  <inkml:trace contextRef="#ctx0" brushRef="#br0" timeOffset="9731">1777 2893 8329,'-1'-8'-52,"-2"1"0,0 2 0,-3 1 1,1 0-25,0 3 0,-3 0 0,-1 1 0,-1 1 35,1 4 1,-2 2 0,1 7-1,1 4 410,1 2 1,0-1 0,1 6-1,0 2 62,2 1 1,2-1 0,3 0 0,0-1-507,0 1 0,1-3 0,1 0 0,4-2-83,3-2 1,0-6 0,4-1-396,0-4 1,0-3 0,1-7 0,0-2 0,0-5 552,-1-3 0,0-7 0,2-1 0</inkml:trace>
  <inkml:trace contextRef="#ctx0" brushRef="#br0" timeOffset="10029">1844 3102 7671,'0'10'0,"0"0"149,0 2 0,0-2 1,0 1-1,0 0 586,0-2 1,1-3-782,1-1 1,2-3-1,3-1 1,-1-2 136,-1-4 1,0-4 0,2-3 0,1-1-82,-1-3 0,1-1 0,2-1 0,2-2 83,0-1 0,2 1 1,-2 1-1,1 0-134,0 0 1,0 5-1,-3 2 1,0 3 60,1 1 1,-4 4 0,1 3 0,-1 5-12,-1 3 0,-3 6 0,2 2 0,-2 2-15,-1 2 1,1 1 0,-1 2 0,0 1-131,-1-1 0,-1-2 0,0 0 0,0 0-536,0-1 0,-1-3 0,-1-5 0,-3 0 672,-2-2 0,-4-1 0,-1 0 0</inkml:trace>
  <inkml:trace contextRef="#ctx0" brushRef="#br0" timeOffset="10191">1911 3124 8374,'0'-7'227,"0"-1"1,0 3-1,0 0 1,1-1 20,1 0 0,3-2 1,5 2-1,4 0-478,2 1 1,2 1 0,3-2 0,3 1-766,2-1 995,-2-1 0,12-3 0,-1-2 0</inkml:trace>
  <inkml:trace contextRef="#ctx0" brushRef="#br0" timeOffset="10612">2516 2900 8551,'-4'-4'538,"0"1"1,1 7-1,2 3 1,4 6-703,1 3 0,1 4 1,1 4-1,0 3 34,-1 2 0,-1-1 0,1 4 0,-1-1-133,-1-1 0,-2-5 0,1-2 0,-1-1-132,-1-4 1,-3-5-1,-2-4-235,-2-3 0,0-3 630,-1-3 0,1-3 0,-1-1 0</inkml:trace>
  <inkml:trace contextRef="#ctx0" brushRef="#br0" timeOffset="10845">2523 3034 8374,'0'-14'-7,"1"1"0,1-5 1,1 1 94,1 3 1,1 1-1,3-1 1,2 0 66,0 2 1,3 2-1,-1-2 1,2 2-47,1 1 0,0 1 0,-1 3 0,0 3 45,-2 1 1,-5 1-1,-1 1 1,-2 1 37,-2 3 1,-1 4-1,-1 2 1,-1 1-34,-1 1 0,-3 1 1,-4 1-1,-2 0-55,-1 0 0,2-3 0,-2 0 0,-1-1-157,2-2 0,-3 0 0,4-1 0,1 0-456,1-1 0,1-2 0,-1 0-1417,1-2 1,4-4 1925,6-4 0,1-4 0,7-6 0</inkml:trace>
  <inkml:trace contextRef="#ctx0" brushRef="#br0" timeOffset="11028">2762 2878 8502,'8'-8'1206,"-1"4"-919,1 2 1,-4 4 0,-2 4 0,-1 3 183,-1 3 1,0 3 0,0-1-1,0 2-303,0 2 0,-3 1 0,0 3 1,-1 0-546,-2 1 0,0-2 0,-1-1 0,1-1-317,1 0 1,3-7-1,0 2-525,1-2 0,2-6 1219,1-6 0,3-7 0,2-5 0</inkml:trace>
  <inkml:trace contextRef="#ctx0" brushRef="#br0" timeOffset="11245">2926 2900 8971,'-4'3'803,"-2"2"1,1 2 0,-3 0-300,-2 1 0,2 3 0,-3 1 0,1 2-159,0 1 0,3 1 0,3 0 0,0 1-50,3-3 0,1 0 0,2-5 0,4-1-910,3-2 0,3-5 0,3 2 0,-1-2-479,1-1 0,0-1 0,0-2 0,0-2 1094,0-1 0,0-5 0,0-1 0</inkml:trace>
  <inkml:trace contextRef="#ctx0" brushRef="#br0" timeOffset="11615">2031 3512 8374,'-4'-4'352,"3"0"-571,-4 1 0,3 3 1,0 0-1,4 5 395,3 4 1,2 3-1,0 3-162,0 0 1,0 2 0,-1 2-1,-1 0 1,1 1-311,0-1 0,1-1 0,-1-3-189,-1 0 1,-3-4 484,3-1 0,0-1 0,3-2 0</inkml:trace>
  <inkml:trace contextRef="#ctx0" brushRef="#br0" timeOffset="11798">2120 3430 8374,'-1'-8'30,"0"-1"345,-2-1 0,1 2-401,2 3 0,1 4 1,1-1-573,3 4 0,2-1 0,0 3 0,1 1 425,-1-1 1,0-3 0,1 3 0,0-2 58,2 1 114,-5-1 0,8-2 0,-4 0 0</inkml:trace>
  <inkml:trace contextRef="#ctx0" brushRef="#br0" timeOffset="11996">2232 3423 7772,'4'7'-479,"0"-2"0,-4 0 0,0 1 719,3 0 1,0 4-1,3 0 1,-1 0-67,1 1 0,1-1 1,2 3-1,1 2 15,-1 1 1,2-2 0,-1 3 0,-1-1 88,0-1 0,-2 0 0,0-1 0,-2-1-47,-3 0 0,-1-4 0,-2 1 0,-1-2-118,-3 0 0,-4-3 1,-2-1-1,-1-1-257,-1-1 0,1-1 0,1-1 0,0 0 74,2 0 0,1-1 0,0-2 0,1-1-649,-1 0 0,4-3 0,1 2 1,3-1-39,0-2 0,0 0 757,0-2 0,6 2 0,3-3 0</inkml:trace>
  <inkml:trace contextRef="#ctx0" brushRef="#br0" timeOffset="12196">2583 3400 7714,'4'3'87,"-1"-1"1,-3 3-1,1 2 286,2 2 0,-2 2 0,2 5 0,-1 2-293,1 2 1,0 1 0,-1 2 0,0 1-393,0 1 1,1 1-1,0-3 1,-2 0-471,0-1 1,-2-5 781,-1 1 0,-2-2 0,-4-1 0</inkml:trace>
  <inkml:trace contextRef="#ctx0" brushRef="#br0" timeOffset="12362">2553 3557 8440,'3'-8'81,"2"1"1,0 0 0,0 0-1,0 1-81,2 1 0,1 3 0,1 0 0,1 1-255,-1 1 1,2 0 0,0 0 0,0 1-209,0 1 1,-1-1 0,-3 2 0,0-2 462,1-1 0,-1-4 0,1 0 0</inkml:trace>
  <inkml:trace contextRef="#ctx0" brushRef="#br0" timeOffset="12913">2747 3497 8335,'0'8'76,"1"-1"1,1 1 0,0-1 94,0 1 0,1 0 1,0 1-1,1 2 21,-1 0 0,2 2 1,-2 2-1,-1 0-86,1 0 1,-2 2-1,2 0 1,-2 0-62,-1-1 0,0-1 0,-1-1 0,-2-1-42,-2-1 0,1-2 0,-1-1 108,-1-3 1,2-3 0,0-4-178,1-1 1,0-5 0,3-4 0,1-1-71,1-4 1,0 1 0,3-2 0,1 0-234,1 0 1,0 1-1,0-2 1,-2 3-147,0 0 0,0 3 1,3 2-1,-1 1 515,1-1 0,0 4 0,2-1 0,-2 2 0,2 0 0,-1 2 0,-2 3 0,-3 0 0,0 2 0,-1 1 0,-2 0 0,0-1 65,-2 3 1,-1-1 0,-2 1-1,0 0 349,0 0 1,2 1 0,-1-1 0,0 2-101,1 0 0,-1 1 0,3-1 1,0 1-192,0 2 1,0-1-1,0 1 1,0-2-114,0-1 1,3 1 0,2-1 0,0 1-75,0-1 0,0-3 0,3-1-33,2-2 0,-4-3 0,1-2-82,0-4 0,-1-3 0,2 0 1,-1-1-1,1 0 71,-1 0 0,1 2 1,-1 2 12,1 1 1,-3 3-1,0 1 138,0 2 0,-1 5 0,1 1 1,-2 1-96,-1 2 1,-1 0 0,1 1-322,0 1 1,1 0-1,-3-2-208,0 2 0,2-1 581,1 0 0,3 0 0,-2-2 0</inkml:trace>
  <inkml:trace contextRef="#ctx0" brushRef="#br0" timeOffset="13163">3105 3490 8374,'5'0'0,"0"1"-115,1 1 1,-2 0-1,-1 2 1,0 0 106,2 0 1,-1-1 0,1 2 0,1 1 240,1 3 0,-1 3 0,-1 3 1,2 0 97,-1 0 0,-3 1 0,1 0 0,0 2-72,-3-2 0,0 1 1,-1-2-1,0 1-151,0-2 1,-3-1-1,-1-1 1,-2-1-390,-2 0 0,4-5 0,-5 0-578,0-2 0,0-1 439,1-3 0,4-3 1,2-3-1,1-3 1,1-1 419,0-2 0,3 0 0,1-3 0,4 0 0</inkml:trace>
  <inkml:trace contextRef="#ctx0" brushRef="#br0" timeOffset="13946">3270 3482 8374,'7'-3'76,"-2"2"1,0-1 182,1 1 0,-3 2 0,1 1 0,-2 3 54,1 2 1,0 4-1,-1 1 1,0 2-118,0 1 1,-1 3-1,1 1 1,0 1-339,0 0 1,-1 0 0,-1 2 0,0-2-251,0 0 0,0-3 0,-1 0-303,-1-1 0,-3-8 0,-2-3 1,0-3 694,-1-2 0,1-3 0,0-2 0,2-2 0,-1 0 0,4-1 0,0 1 0,1-1-145,1 1 1,0-1 0,0 1-1,0-1 83,0 1 0,1-1 0,2 1 1,2 0 536,1 2 0,2-2 1,-1 1-1,1-1-54,-1 0 0,1-1 0,1-2 0,2 1-162,1 0 1,0 2-1,2-1-22,-1 1 1,0-1-1,-2 1 1,0-1-152,-1 1 1,0 2-66,-5 0 1,-3 4-1,-4 0 19,-3 3 1,-3 4-1,0 0 1,0 2 88,1 2 1,1 3 0,-1-1-105,2-1 0,0 5 0,2-3 1,2 1-1,0 0-286,1 0 0,1-2 0,1-3 0,3 0-380,2-2 0,0-3 0,1-1 0,1-2 43,1-1 0,3-7 0,-3-3 0,0-4 598,1-3 0,-3-2 0,1-5 0,-2-1-43,-2-2 1,0 0 0,1 1 0,0-1 49,-1 1 0,-1 4 1,1 1-1,-2 2 354,1 2 1,-3 5 198,1 2 0,-1 6 0,-1 4-132,0 4 0,2 3 0,1 2 1,-1 2-61,-2 1 0,3 0 1,-1 3-1,1 0-76,0 0 1,-2-3-1,2 1 1,0 0-193,-1 1 1,1-2 0,-3-2-1,0-2-180,0-1 0,0-2 1,-1 0-157,-2-2 1,-1-1-1,-3-2 1,-1 0 109,-2 0 0,0-2 1,-1-1 80,0 2 0,-2 1 0,1 2 0,1 3 0,0 3 287,0 2 1,5 0 0,-1 4 0,1 1 135,2 1 0,0-2 1,4 0-255,0-1 0,3 2 1,1-5-1,2-2-123,2-2 1,1-3 0,0-3 0,0 0 0,2-1-617,0-1 1,-1-5 0,2-3 0,-2 0-215,0 0 0,-2-3 0,-1-4 0,1 0 72,-1 0 0,1 1 0,-2-1 757,-1 0 0,1-2 0,-3 2 0,2 1 0,-4 2 0,3-5 0</inkml:trace>
  <inkml:trace contextRef="#ctx0" brushRef="#br0" timeOffset="14169">3643 3415 8374,'2'-5'-30,"2"0"0,-1-1 105,0 0 1,2 1 280,-2 0 1,3 3 478,-1 0 0,-1 1-335,1 1 0,-3 2 0,2 2-272,0 0 0,-1 1 1,-1 2-1,0 1-168,0 2 0,-1 0 0,1 2 0,1 1-224,-2 1 1,1 1 0,0 0 0,0 0-486,0 0 0,-1 1 0,-1 0 0,0 2-382,0-2 1,0 0-1,0-1 1031,0 0 0,3 0 0,1 0 0</inkml:trace>
  <inkml:trace contextRef="#ctx0" brushRef="#br0" timeOffset="14331">3725 3714 8374,'4'1'973,"-1"1"1,-2-1-3139,2 1 2165,1 2 0,3-3 0,1 3 0</inkml:trace>
  <inkml:trace contextRef="#ctx0" brushRef="#br0" timeOffset="15046">1956 4005 8406,'-13'-8'55,"1"-2"1,1 3 0,-2-1 0,-2 1 275,-1 4 1,4 1-1,-4 3 1,1 3-20,2 6 0,0 2 0,1 8 1,2 2-215,2 2 0,1-1 1,2 2-1,3-2-167,1 0 1,4-3-1,2-1 1,3-1 31,2-2 0,1-2 0,4-3 0,0 1-22,0 0 1,-3-2 0,0 1 64,-1 0 1,-2 1 0,-4-1 0,-3 1 0,-1 0 105,-1 0 0,-1-1 1,-1-1-1,-3-1-175,-2 1 0,-3-2 0,0-1 1,-1 1-277,0-1 0,-1-3 0,2-1 0,0-2-247,-1-1 1,5 0-1,-1-1 1,1-2 145,2-2 1,0-4 0,4-1 439,0-2 0,4-4 0,0-3 0</inkml:trace>
  <inkml:trace contextRef="#ctx0" brushRef="#br0" timeOffset="15311">1941 4296 8374,'16'-5'0,"1"0"99,-1 3 0,3-4 0,-2 1 0,0-1 1,0-1-1,1 1 0,-1-3 387,0-2 1,-4-1 0,-2-1 0,-3 1-224,-4 1 0,-2 1 0,-2 3 0,-1-1 0,-1-2 0,-2 4 0,-4-1 0,0 0-22,-2 0 0,-2 3 0,-2 2 0,1 1-118,0 1 0,3 4 1,-1 3-1,0 3-30,2 1 1,1 2 0,1 5 0,1 2-138,1 1 1,4 3 0,-2 2 0,2 2-76,1 0 1,1-1 0,2 1 0,4 1-1130,2-1 1,5-9 0,0-2 0,4-5 556,1-6 1,-2-2 0,2-8 0,0-6 690,-3-7 0,0-4 0,-1-11 0,0-3 0</inkml:trace>
  <inkml:trace contextRef="#ctx0" brushRef="#br0" timeOffset="15495">2255 4065 8374,'0'-8'1266,"0"5"-783,0 3 0,0 4 0,0 7 0,0 4-275,0 4 0,0 4 1,0 3-1,0 3-339,0 1 0,0 0 1,0 5-1,0 1-295,0 0 0,0-4 0,2-3 0,2-4-305,3-3 1,-1-4-1,6-6 1,0-5 730,3-3 0,-2-7 0,5-1 0</inkml:trace>
  <inkml:trace contextRef="#ctx0" brushRef="#br0" timeOffset="15711">2546 4094 8581,'-4'-7'0,"-1"-1"418,-1 1 1,-2 0 0,1 2-1,-1 3-74,1 1 0,-1 1 0,1 0 0,0 2 18,2 3 1,-1 3 0,2 7 0,-1 2 87,0 2 0,3 2 0,-1 7 0,3 1-556,0 2 1,0 1-1,0 5 1,0 1 38,3 0 1,-1 0 0,3-4-1,0-5-1332,-1-3 1,2-6 0,-1-3-1554,2-4 2952,-3-6 0,-1-3 0,-3-4 0</inkml:trace>
  <inkml:trace contextRef="#ctx0" brushRef="#br0" timeOffset="15893">2359 4348 8374,'-5'-10'0,"0"0"436,-1 1 1,3 3 0,1 2-1,4 1 182,3 1 1,2 1 0,3 1 0,4 0-505,2-3 1,0 2 0,1-1 0,0 1-382,0 1 1,1-3 0,3-2 0,0 0-311,0-3 577,-4 2 0,8-8 0,-2 3 0</inkml:trace>
  <inkml:trace contextRef="#ctx0" brushRef="#br0" timeOffset="16329">2717 4266 8235,'0'5'217,"0"0"0,1-3 0,2 0-285,5-1 1,0-1 0,5-1 0,1-1 43,2-3 0,0 1 0,2-1 0,0-1 0,0-1-791,1 0 1,-1-1 814,1 1 0,-2-1 0,1 1 0</inkml:trace>
  <inkml:trace contextRef="#ctx0" brushRef="#br0" timeOffset="16645">3046 4109 8374,'-9'0'278,"0"0"1,-1 0 6,-2 0 1,2 0 0,-2 0 0,1 0-218,-1 0 1,3 1 0,-1 2 90,2 2 0,1-1 1,2 1-1,3 1-180,1 0 0,4 2 0,2 0 0,2 2 24,0 2 1,2 2 0,0 1 0,1 0 32,-1 0 1,-1 1 0,0 1 0,-2 0-82,-1 0 1,-1-2 0,-2 0-1,0 0 173,-3 0 0,-3-1 0,-3-1 0,-1-3-62,-2-2 0,-2-1 0,-3 0 0,0-2-268,0-3 0,0-1 0,1-1 0,2 0 84,2 0 1,2 0-1,1-1 1,2-1-1023,3-3 1,1-2 0,2 0 1139,1-1 0,2-2 0,4-2 0</inkml:trace>
  <inkml:trace contextRef="#ctx0" brushRef="#br0" timeOffset="16835">3083 4169 9165,'-5'3'348,"1"2"1,1 2-95,1 0 0,1 4 0,1 2 1,0 4-85,0 3 0,0 2 1,0 1-1,0 1-671,0 1 0,0 0 1,0-5-1,0-1-857,0-5 1,1-7 1357,1-2 0,3-13 0,2-5 0</inkml:trace>
  <inkml:trace contextRef="#ctx0" brushRef="#br0" timeOffset="17022">3128 4139 7986,'0'-4'-1074,"1"2"1,1 3 1073,3 2 0,2 2 0,0 0 0,1 2 0</inkml:trace>
  <inkml:trace contextRef="#ctx0" brushRef="#br0" timeOffset="17311">3270 4139 8374,'-5'3'-448,"0"0"0,-1 0 679,-1 1 0,2 1 1,0-2-1,0 1-113,-2 2 0,0-2 0,1 1 0,2 0-114,-2-1 1,2 3 0,2-2 92,1 1 1,1-1 0,1-1 0,1 1-280,3-1 0,3-3 0,1 2 0,2-2 21,0-1 1,-1-4 0,2 0-1,0-1 71,-1 0 0,1 0 0,1-2 0,-1 0 147,-2 2 0,1 2 1,-2 3-1,1 0 78,-1 0 1,-3 7 0,-2 3 0,0 4 327,-3 3 1,0 3 0,-3 4 0,-2 3-74,-3 2 1,-3-3 0,0 5 0,-2-2-137,-3-3 1,0-5 0,1-3-345,2-2 1,-2-1 0,1-7 0,0-2-1,0-3-315,0-3 1,6-4 0,-1-4 0,0-2-370,2-2 0,4-1 1,-1-1-1,3-2 774,3 1 0,1-2 0,4 0 0,2 1 0,2-2 0</inkml:trace>
  <inkml:trace contextRef="#ctx0" brushRef="#br0" timeOffset="17678">3404 4229 8325,'0'7'-17,"1"3"1,1 1-1,0 1 112,0 1 0,-1-1 1,-1 2-1,2 2 262,1 0 1,-1 3 0,-2 0 0,0 0-6,0-1 1,0-3-1,0 0 1,0-1-53,0-1 0,0-5-107,0-3 0,0-4 0,0-1 0,0-5-336,0-4 0,2-4 1,2-4-1,0-3-56,2-2 1,0-1 0,2-2 0,-1-1 209,1-1 0,0 2 1,1 3-1,2 1 28,1 1 0,-3 7 0,1 1 0,-2 3 151,-1 4 1,0 5-1,-1 6 1,-2 3-75,-1 4 0,0 3 0,-3 3 0,0 0-56,0 1 1,0 2-1,0 0 1,0 1-480,0-1 1,-1-2-1,-1-2 1,0-1-2929,0-3 2831,1-4 1,1-6 0,1-7-1,1-6 516,0-6 0,4-4 0,-2-3 0</inkml:trace>
  <inkml:trace contextRef="#ctx0" brushRef="#br0" timeOffset="17903">3635 4214 8542,'0'7'0,"0"1"63,0-1 1,1 1-1,1 0 1,0 1-212,0 1 1,-1 3-1,0 0 1,0 1-68,2 1 0,-1-3 1,-1 0-1,1-1-468,0-2 683,1-1 0,-3-7 0,0-2 0</inkml:trace>
  <inkml:trace contextRef="#ctx0" brushRef="#br0" timeOffset="18098">3673 4109 8374,'4'-7'277,"-1"-1"-139,-3 1-498,0-1 0,0 5 36,0 3 1,0 3 0,0 5-188,0-1 1,0 1 510,0-1 0,0 4 0,0 1 0</inkml:trace>
  <inkml:trace contextRef="#ctx0" brushRef="#br0" timeOffset="18629">3710 4132 8374,'0'7'-60,"0"1"0,0-1 0,0 1 1,0-1 157,0 0 0,3 2 1,-1 1-1,0 2-11,-1 2 1,-1 0 0,2 0 0,1 2 101,-2 2 0,0 0 0,0 1 0,1-1-6,0-1 1,1-4 0,-3-2-222,3-3 1,-2-4-1,2-8-71,0-3 0,-2-7 0,2 0 0,-2-3 100,2-2 0,-2 0 1,1-1-1,0 2 34,0 3 0,-1 0 0,2 1 1,0 0 138,-1 2 0,1 5 1,-2 1-1,0 1 71,2 1 1,0 2-1,-1 0-424,0 4 1,2 5 0,-3 3 0,2 1-179,-2 0 0,3 0 0,-2-2 0,1 1-26,0-1 1,1-2 0,4-1 1,-1-1 0,1-3 1,0 0-1,1-2 391,1-2 0,2-5 0,-1-4 0,0 0-30,0-3 0,1 0 1,-2-1-1,-1 0 313,0 1 1,-5 1 0,-1 2 0,-1 2 371,1 3 1,-4 3 0,-4 1-80,-1 4 1,-4 2-1,0 5 1,0 0-168,2 1 1,3 0 0,0 0-1,-1 0-302,0 2 0,1-3 0,1 1 1,0-2-185,3 0 0,0-1 0,1 1-112,0-1 1,3-3 0,2-1 0,3-2-312,2-1 0,-1-1 0,3-1 0,1 0 247,2 0 0,-1-1 0,1 0 0,-2 2 399,-1 3 0,-3 4 1,1 5-1,-2 5 8,-3 2 0,-2 6 1,-4 3-1,-2 3 315,-5 2 0,0-2 0,-4 1 0,-2-3 139,0 0 0,-1-7 0,1-2 0,-1-2-804,0-1 0,0-3 1,1-4-1,0-3-614,2-4 0,2-2 1,-2-2-1,1-4-415,-1-3 0,3-1 1,-1-2 1224,2-1 0,0-1 0,1-1 0</inkml:trace>
  <inkml:trace contextRef="#ctx0" brushRef="#br0" timeOffset="19694">2605 4893 7969,'8'3'-56,"-1"-1"0,2 3 0,0-2 0,2 1-13,3-1 0,4 0 0,6-3 0,2 0 221,0 0 1,-1-1 0,2-2-1,-2-3 47,-1-3 1,-3 0 0,-3-2 0,-1-1-175,-3 0 1,-7 2-1,0-2 1,-3-1-82,-2 2 1,-2-1 0,-3 3 0,-5-1-43,-3 1 1,-4 1-1,-3 1 1,-2 1 59,-1 1 0,-3 4 0,0-2 0,0 3 65,-1 3 0,2 4 1,3 6-1,0 2 220,3 2 0,5 0 0,-1 5-140,4 1 0,1 4 0,5-2 1,2 1-1,0 0-36,1-2 1,4-3 0,3-4 0,6-2-82,3-3 0,1-6 0,2 2 1,1-5-233,2-2 1,-4-1 0,4-1 0,0-2-142,-1-1 0,0-6 1,0-3-1,0-2 57,0-2 1,-3-1 0,1-2 0,0-3 325,-3 0 0,0 3 0,-2-4 0,-1 0-26,-4 1 0,-4 2 0,-2 3 0,-1 2 260,0 4 0,-1 6 79,1 6 0,-1 5 0,-1 11 1,0 1 121,0 3 0,0 0 0,0 0-177,0 1 0,3 2 1,-1-3-1,1-1 0,-1-1-185,1 0 1,2-5 0,-2 2 0,0-1-349,1 0 1,-2-2 0,-2-2-1227,0-2 1159,0-4 0,-3 0 0,-2-5 1,-3-1-1,-2-1 342,-2-1 0,-2-2 0,-1-3 0,0-1-108,0 1 1,3 1 0,0 0 0,1 1 255,2-1 1,2 3 0,1 1 0,2 0 470,0 0 1,2 1-320,2-2 1,6 3 0,2-2-259,3 0 0,1-1 0,3 0 0,1 0-240,1 0 0,2 0 0,2-2 0,1 0-78,1-1 1,3 1 0,0-2-1,0 0 1,0-1 105,1 1 0,-5-2 0,-1 1 0,-2 1 175,-2 1 0,-7 1 0,-4 1 237,-2 2 0,-4 2 1,-6-1-1,-3 3 101,-4 3 1,2 1-1,-2 3 1,1 1-25,0-1 0,1 2 0,1 0 1,0 2-63,1 0 0,2-2 0,2 2 0,2 0-107,-1 1 0,4 0 0,0 0 1,4-2-478,3-1 1,3 2 0,1-1 0,1-1-477,4 0 0,-1-4 1,2-1-41,-1-1 1,-1 0 842,0-3 0,0-4 0,0 0 0</inkml:trace>
  <inkml:trace contextRef="#ctx0" brushRef="#br0" timeOffset="19808">3412 4968 7083,'-8'7'0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0:50.842"/>
    </inkml:context>
    <inkml:brush xml:id="br0">
      <inkml:brushProperty name="width" value="0.06" units="cm"/>
      <inkml:brushProperty name="height" value="0.06" units="cm"/>
    </inkml:brush>
  </inkml:definitions>
  <inkml:trace contextRef="#ctx0" brushRef="#br0">39 44 7819,'-1'-6'720,"-1"2"-239,1 1 0,-2 4 0,3 4-224,0 3 1,0 5-1,0 4 1,0 5 92,0 5 0,0 3 1,0 4-1,0 3-261,0 3 1,0 0 0,0 1 0,0-1-335,-3-2 0,2-6 0,-3-2 0,1-3-402,-1-4 0,3-8 0,-2-5 647,0-4 0,0-9 0,-4-4 0</inkml:trace>
  <inkml:trace contextRef="#ctx0" brushRef="#br0" timeOffset="369">39 76 7884,'6'-11'48,"0"1"0,2 1 111,0 1 0,0 0 1,3 1-1,1 0 87,2 1 1,2 2 0,3 0-1,-1 2 130,-1 4 0,-2 0 0,1 4 0,0 4-159,-2 1 0,-3 0 1,-3 2-1,-3 0-203,-3 1 0,-1 2 1,-2 0-1,-2 1 69,-3 1 0,-4-3 0,-5 1 1,-2 0-186,-2-2 0,-1-3 0,-1-1 0,-1 0 148,-1 0 1,3-4 0,-1 0 0,3 0 140,3 0 0,5-2 0,2 0 0,3 1-15,3 1 1,2 0 0,2 1 0,3 0-1,3 1 1,4 2 0,3 3-146,-1-3 0,2 0 1,-1-3-1,1 1 1,0 1-281,-2 1 0,0-5 0,-2 2 0,-1-2-214,0-2 1,-1 2 0,0-2 0,-1-2-600,-2 0 1066,-3-1 0,4-6 0,-1-1 0</inkml:trace>
  <inkml:trace contextRef="#ctx0" brushRef="#br0" timeOffset="683">347 217 7831,'-7'2'682,"1"1"0,1 1-237,1 1 1,1 0-1,-2 2 1,1 0 83,1 1 0,1 2 0,2 4 1,0 1-242,0 2 0,4 1 0,1 2 0,5-1-342,2 0 1,-1-2-1,4-4 1,-1-3-195,1-3 1,0-6 0,1-2-1,0-5-208,-2-6 1,-1-4 0,-1-3 0,-4 0 198,-3-1 1,-4 1 0,-2 1-1,-4 0 274,-3 1 1,-2 2 0,-2 0 0,-3 3 73,0 1 1,1 1-1,-1 3 1,1 0-268,1 4 1,3 1 0,2 2 33,1 0 1,3 3 0,2 1-1,3 2-49,3 1 191,0-1 0,8 3 0,-2 1 0</inkml:trace>
  <inkml:trace contextRef="#ctx0" brushRef="#br0" timeOffset="983">610 191 7831,'-11'13'822,"2"0"1,0 0-273,1 0 0,3-1 1,-2 1-1,3 0-271,1 0 1,1 0 0,3 0-1,1-1-41,2 1 1,4-2 0,2-1-1,2-1-344,1-1 0,-2-4 0,4-2 1,-1-1-129,1-1 0,-3-3 0,0-4 0,-2-3-7,-2-2 1,-4-1 0,-2-2 0,-1 0 205,-1-2 0,-4 3 1,-2-1-1,-4 1 116,-2 2 0,1 1 1,0 0-1,0 1-38,-1 0 1,1 0-1,1 5 1,1 0-680,1 0 0,1 4-443,0-1 0,5 3 1,2 2 1078,3 1 0,6 0 0,1 2 0</inkml:trace>
  <inkml:trace contextRef="#ctx0" brushRef="#br0" timeOffset="1149">783 50 7831,'0'7'331,"0"-1"1,0 0 0,0 2 174,0 0 1,-2 5-1,-1 3 1,2 2-120,0 1 1,1 3-1,0 5 1,0 1-347,0-1 0,1-1 0,0-1 0,2-1-516,1 0 0,-2-3 0,2 1 1,-2-3-983,0-3 1457,1-6 0,-2 5 0,2-5 0</inkml:trace>
  <inkml:trace contextRef="#ctx0" brushRef="#br0" timeOffset="1293">712 288 7831,'3'-5'406,"1"1"1,2 2-1,0-2 1,2-1 260,0 2 1,1-3 0,3 2 0,4-2-1001,2 0 0,1-1 0,0 2 333,1 0 0,2-3 0,1 1 0</inkml:trace>
  <inkml:trace contextRef="#ctx0" brushRef="#br0" timeOffset="1866">1296 153 7790,'-7'-4'0,"0"0"0,-1 1 0,0-1 0,-2 1 0,0 0 554,0 0 0,2 1 0,-1 2 0,0 1 0,0 2 137,-1 3 0,2 1 0,0 5-466,1 1 1,1 2 0,1 3-1,1-1 1,1 1-146,2 0 0,0 2 0,1-2-352,0-1 1,3-1-1,2-3 1,2-1-1,3-1-679,0 0 1,0-5-1,3-1 1,0-1-1484,0-3 2434,-3-3 0,5-4 0,-2-4 0</inkml:trace>
  <inkml:trace contextRef="#ctx0" brushRef="#br0" timeOffset="2133">1360 288 7790,'6'0'0,"1"0"-31,-1 0 1,1 0-1,2-1 1,1-1 167,0-3 1,1 0 0,-1-2-1,-1-2 130,0-2 0,2-1 0,-3-1 1,-2-2-133,-1-2 0,-4 0 0,1 0 1,-4 0 7,-2 1 1,-2 1-1,-3 5 1,-2 3 253,-3 4 0,0 4 0,-1 3 1,1 6-24,2 3 1,1 4-1,1 4 1,1 1-109,1 1 0,3-2 1,1 2-1,1 1-191,2 1 1,0-5 0,3 2 0,1 0-223,4 1 1,3-7-1,1 0 1,1-4-1029,1-2 0,1-3 1,0-4-1,1-3-1007,-1-6 2182,0-3 0,-2-10 0,1-1 0</inkml:trace>
  <inkml:trace contextRef="#ctx0" brushRef="#br0" timeOffset="2399">1514 211 8136,'0'7'637,"0"1"0,0 0 0,0 3 0,1 1-288,1 2 0,-1 1 1,3 4-1,-1 1-162,-2 2 0,2 0 0,-1 1 1,-1-1 37,0 1 1,-1-4 0,0 1-1,-1-3 121,-1-4 0,2-6 0,-3-1-312,0-2 1,2-7 0,-1-4 0,1-3-183,1-4 1,0-4 0,0-5 0,1-1-96,1-2 0,2 5 1,3-3-1,1 3-388,0 2 0,2 1 0,-3 1 0,3 2-234,0 1 1,-2 3 0,3 1-1,0 1 865,1 1 0,-2 1 0,0 1 0</inkml:trace>
  <inkml:trace contextRef="#ctx0" brushRef="#br0" timeOffset="2565">1713 95 7790,'0'7'338,"0"-1"1,-2 1 0,-1 2-1,1 1-17,-1 2 0,3 3 0,-2 1 0,1 4 195,1 2 0,0 0 1,0 0-1,0 1-478,0 0 1,0-2-1,1 3 1,0 0-503,1 1 0,0-4 0,-2-3 1,0-1-1026,0-3 0,0-3 1489,0-3 0,-3-4 0,0-1 0</inkml:trace>
  <inkml:trace contextRef="#ctx0" brushRef="#br0" timeOffset="2715">1629 371 7790,'-4'-6'0,"0"-1"267,-1 1 0,2 1 1,1 1-1,1-1 144,1-1 0,1 2 0,1 1 0,3-1-269,3 0 1,2 1 0,3-1 0,-1 1-487,1 0 1,2 2 0,1-4 343,0 0 0,1 0 0,3-2 0</inkml:trace>
  <inkml:trace contextRef="#ctx0" brushRef="#br0" timeOffset="2898">1828 185 7790,'0'6'471,"-2"-1"1,0-1-1,1 1-167,0 1 1,1 1-1,1 1 1,1 1 73,2 1 1,4 0 0,0 3 0,0 1-194,-1 1 1,0-1 0,-1 2 0,0 1-66,-2-1 0,-1 1 1,-4 2-1,-2-1-197,-3-1 0,-1-3 1,-5 1-1,0-2-467,-3-2 0,0-2 0,0-3 0,0-2-904,1-2 1448,1-1 0,0-4 0,0-1 0</inkml:trace>
  <inkml:trace contextRef="#ctx0" brushRef="#br0" timeOffset="3567">2245 236 7750,'-8'-3'157,"-2"1"1,0 0 0,-1 1 336,-1-1 1,1 2 0,1 5 0,0 1-142,0 3 1,2 0 0,-2 4 0,2 1-133,0 1 0,4 1 0,-1 3 1,1 1-134,3 2 1,0-4 0,2-1 0,3-2-180,2-2 1,5-3 0,-1 0 0,1-3-257,2-5 1,-1-2-1,5-5 1,-1-4-74,1-4 0,-2-4 0,0-2 0,0-2 166,-3-2 0,-1 1 1,1-2-1,-1 1 260,-3 2 0,-3 6 0,-1 3 522,-1 2 1,-1 5 0,-2 6 0,0 5-76,0 6 1,-1 2 0,0 3 0,-1 1-562,0 0 0,2 1 1,0 1-56,0-1 0,0-1 1,0 0-1,0-2 1,0-2-1100,0-2 1,2-4 0,3-2 1261,0-5 0,2-10 0,-1-4 0</inkml:trace>
  <inkml:trace contextRef="#ctx0" brushRef="#br0" timeOffset="3815">2393 300 7750,'2'7'196,"0"-1"0,-1 1 0,0-1 379,-1 0 1,0 3 0,1 0-1,0 1-158,1 2 1,0 0 0,-2 3 0,0 1-377,0 3 0,0-4 0,0 5 0,0-2 40,0 1 0,0-3 0,0-2 118,0-2 1,0-6 0,-2-4-339,0-4 1,0-5 0,2-6-1,0-4 277,0-4 0,2-2 0,1-4 0,1-2-45,1 0 1,-2 4 0,1 0-1,1 3-499,1 4 0,1 0 0,1 5 1,1 0-584,1 3 1,-2 5 0,1 3-1,0 1-58,0 1 1,-3 5 1046,-2 2 0,1 6 0,1 1 0</inkml:trace>
  <inkml:trace contextRef="#ctx0" brushRef="#br0" timeOffset="4065">2572 403 7615,'10'6'-156,"-1"1"1,-1-4 0,-1 0 0,3-3 384,0-3 0,-2-2 1,0-5-1,-1 0 390,-3-4 0,1 3 1,-3-3-1,-1-1-323,0 2 0,-5 1 0,-1 2 0,-4 1 62,-4 1 1,2 4-1,-5 2 1,1 2 81,0 2 1,0 5 0,3 5 0,1 3-121,0 2 1,6 0 0,-1 4 0,2 1-183,3 1 0,2 0 0,3 0 0,4-1-87,4-2 0,1-6 0,2-2 0,2-3-871,2-3 0,-2-2 1,0-5-1,1-1-519,0-3 0,-1-4 1,-2-3 1338,-2-2 0,0-7 0,0 1 0</inkml:trace>
  <inkml:trace contextRef="#ctx0" brushRef="#br0" timeOffset="4616">885 852 7757,'-4'-4'78,"0"-1"1,3 5 150,1 3 0,3 1 0,3 7 0,-1 1-128,2 2 1,-4 0-1,3 3 1,0 2-30,-1 1 0,0 1 1,-2 2-1,1 0-265,-1 0 1,-1 0 0,0 1 0,-1-2-550,-1-2 0,0-8 1,-1 1 741,-1-3 0,-2-5 0,-2-2 0</inkml:trace>
  <inkml:trace contextRef="#ctx0" brushRef="#br0" timeOffset="4848">969 807 7832,'3'-6'0,"-2"2"0,3 1 0,-1 1 17,1 0 1,0 0-1,2 3 1,1 1 268,-1 2 1,1 5 0,-2 1-1,0 0 36,0 1 1,-4 0-1,1 1 1,-1 2-177,-1 1 1,0-2 0,-1 0-1,-2-1-53,-3-1 1,-1-1 0,-2-1-1,1-1-215,-1-2 1,-2-4 0,3 0 0,0-1-728,1-1 0,1-1 1,1-1-1,2-2 78,0-2 0,1-3 771,2-2 0,2 2 0,2 0 0</inkml:trace>
  <inkml:trace contextRef="#ctx0" brushRef="#br0" timeOffset="5115">1116 852 7884,'3'9'0,"1"1"167,-1 2 0,2-2 1,-2 3-1,0 1 95,0-1 0,-1-1 0,-2 3 0,0 0-55,0 0 1,0-2-1,-1 2 1,0-1-134,-1-2 0,-3-1 0,0-1 0,0-1 19,-2-4 1,3 1 0,0-4-1,-1-1-19,2-3 0,-2-2 0,2-4 0,0-3-95,0-1 1,1-4 0,2 0 0,0-1 63,0 0 1,0 2-1,0-1 1,1 1-181,1 1 1,2 2 0,2-1-1,1 2-275,2 2 0,-1 0 0,2 1 0,2 1 102,0 2 0,1 2 310,-1 1 0,1 2 0,0 0 0</inkml:trace>
  <inkml:trace contextRef="#ctx0" brushRef="#br0" timeOffset="5398">1328 923 7832,'6'2'237,"1"0"0,-1 0 1,0-3-1,-1-1 116,-1-2 1,0-3 0,0 0 0,-2-3-218,-1 0 0,-1 0 1,0-1-1,-1 0-129,-1 0 1,-2 2 0,-4 3-1,-1 3 199,-1 2 0,-1 2 0,-2 2 0,1 4 62,1 5 0,1 2 0,2 3 0,0 1-14,0 3 0,4-1 0,2 2 0,1-1-114,1 1 0,3-3 1,1-3-1,2-2-115,3-2 0,1-5 1,3-2-1,0-1-1315,2-3 1,-3-6-1,3-3 1290,-1-4 0,3-3 0,-1-2 0</inkml:trace>
  <inkml:trace contextRef="#ctx0" brushRef="#br0" timeOffset="5571">1475 826 7831,'0'12'0,"-2"0"0,-1 1 546,0 1 1,1-1-1,-2 0 1,1 0-115,2 0 0,0 0 1,1 0-1,0-1-334,0-2 1,0 0-1052,0-1 1,1-6 0,0-2 952,1-6 0,3-9 0,-1 0 0</inkml:trace>
  <inkml:trace contextRef="#ctx0" brushRef="#br0" timeOffset="5732">1475 749 9419,'-3'1'-867,"1"1"1,1 0 0,1 2-81,0 1 947,0 1 0,3 0 0,0 0 0</inkml:trace>
  <inkml:trace contextRef="#ctx0" brushRef="#br0" timeOffset="6031">1533 833 7831,'0'9'-250,"0"-2"0,0 2 0,0 0 679,0 0 0,0 0 1,0-1-1,1 1 31,1 1 0,-1-2 1,1 3-1,-1 1-208,-1 0 0,2-2 0,0 1 1,-1 0-22,0-1 1,0-1 0,0-3-152,1 1-247,0-4 1,-1-3 0,1-7 0,0-6-29,2-3 1,-2-3 0,2 0 0,-1 0-7,1 0 0,0-1 1,2 2-1,-1 0 75,-1 1 1,0 5 0,3 0-1,1 2 301,1 2 1,-1 4 0,-2 3-1,0 4 16,0 3 1,-4 7 0,3 1-1,-2 1-32,-1 3 1,0 1 0,-2-1 0,0 0-207,0-1 0,0-3 0,0 1 1,0-1-651,0-1 0,0-3-2322,0-2 3019,3-3 0,-2-3 0,2-2 0</inkml:trace>
  <inkml:trace contextRef="#ctx0" brushRef="#br0" timeOffset="6348">1803 781 7620,'-7'0'215,"3"0"0,0 0 1,-1 0 274,-1 0 0,-1 0 0,2 1 0,0 1-81,1 3 0,-1 1 1,0 2-189,0 0 0,2 4 1,4-2-1,1 3-255,3-1 1,2 1 0,3 0 0,-1 1-129,0 1 0,2-2 1,-3 2-1,0-1 93,-1 1 0,-1 0 0,-2 1 0,-1 0 243,-3-2 1,-1-1 0,-1 0 0,-2-2-141,-2 0 1,0-6-1,0 1 1,-1-2-488,1 0 0,1-3 0,2-1 1,0-4-647,2-2 0,-2-3 1099,1-2 0,-1-4 0,3-1 0</inkml:trace>
  <inkml:trace contextRef="#ctx0" brushRef="#br0" timeOffset="6547">1867 775 7464,'3'3'-260,"-1"1"1,-1 3 922,-1 1 0,0 2 0,0 4 0,0 1-169,0 5 0,0 0 0,0 2 0,1 2-311,1 1 1,-1-3 0,1 2 0,-1-2-293,-1-4 1,2-3 0,0 0-1,-1-1-1769,0-2 0,-2-5 146,-1-2 1732,1-7 0,-7-4 0,1-4 0</inkml:trace>
  <inkml:trace contextRef="#ctx0" brushRef="#br0" timeOffset="6718">1796 974 7810,'0'-7'936,"1"2"-345,1 0 0,0 0 1,4 1-1,2-2-484,1-1 1,2 3 0,4 0 0,0-1-682,2-1 0,0 0 574,2-1 0,0 1 0,0-1 0</inkml:trace>
  <inkml:trace contextRef="#ctx0" brushRef="#br0" timeOffset="7281">2136 858 7742,'-9'0'127,"1"0"1,-2 0 0,0 1 177,0 1 1,2 3-1,-2 3 1,0 3-95,2 1 1,-1 1-1,1 0-78,3-1 1,-1 1 0,4 0 0,0 0 0,2-1 64,0-1 0,1-2 1,3-3-1,3 0-266,2-2 1,0 1-1,3-3-117,-1 0 1,5-4 0,-3-3 0,0-1 0,1-3-129,-1-4 1,-3-3 0,1-3 175,0 0 1,-1 0 0,-1-1-1,-1 0 194,-2 3 1,1-1 43,-5 7 1,0 10-1,-2 10 1,0 7 205,0 5 1,0 2 0,0-1 0,0-1-458,0 1 1,0-4 0,0 1 0,0-3-426,0-2 0,1-3 0,1-3 0,3-3-1020,0-3 1595,2-7 0,2-2 0,1-6 0</inkml:trace>
  <inkml:trace contextRef="#ctx0" brushRef="#br0" timeOffset="7497">2303 743 7624,'-2'-4'892,"0"-1"-396,-1 4 0,3-1 0,0 5 1,0 3-185,0 4 0,0 6 0,0 2 1,0 4-99,0 0 1,3 3 0,-1 2 0,-1 1-445,0 2 1,-1-3 0,0 2 0,0-2-458,0-2 1,0-4 0,0-3 0,1-4-597,1-5 0,1-7 1283,4-6 0,2-6 0,1-9 0</inkml:trace>
  <inkml:trace contextRef="#ctx0" brushRef="#br0" timeOffset="7680">2431 743 7742,'4'-6'801,"-1"3"1,-3 3-331,0 3 1,0 6 0,0 2 0,0 4-127,0 4 0,0-1 0,2 3 0,0 0-268,-1 1 0,0 1 1,-1 1-1,0-3-610,0-1 1,2-3 0,0 0 0,0-2-419,-2-1 0,3-5 0,-1-4 170,2-4 781,-3 1 0,2-11 0,-3 2 0</inkml:trace>
  <inkml:trace contextRef="#ctx0" brushRef="#br0" timeOffset="7930">2489 948 7742,'6'0'20,"1"-2"0,-1 0 164,1 1 1,-1-1 0,0 1-1,1-2 114,2-1 0,-2 0 1,2-3-1,0-2-134,0-1 1,0-3-1,-2 1 1,0-2-184,-1-1 0,-4 1 1,0-2-1,-2 0 30,-2 2 0,-2 3 0,-4 3 0,-1 2 183,-1 2 1,-1 4-1,-1 2 1,0 7 16,2 4 0,1 4 0,-1 5 1,1 1 64,1 2 1,3-1 0,1-1 0,1-1-252,-1 1 1,3-2 0,-1-1-1,4-3-533,2-2 1,5-6-1,1 1 1,1-4 147,2-4 0,-4-2 0,4-3 0,-1-3 360,0-4 0,1-5 0,0-2 0</inkml:trace>
  <inkml:trace contextRef="#ctx0" brushRef="#br0" timeOffset="8231">2668 749 7742,'0'10'338,"-2"-3"0,0 4 1,1 1 23,0 3 0,1 0 0,0 3 0,0 2-42,0 0 1,0-2 0,0-2 0,0 0-151,0-2 1,2-1-1,0-2-148,0-3 1,0-4-277,-2-1 0,-2-3 0,-5 1 1,-1 0 6,0 2 1,-3-1 0,0 1-1,-1 1 308,2 2 1,-2 0-1,4 1 1,0 1 1,1 0 1,3 2-1,2-2 1,1 0 95,1 0 1,3-2-1,2-1 1,1-3-17,3-1 0,0-1 1,4-1-1,0-1-305,0-3 1,-2-3-1,-1-3 53,2-1 1,-2-1 0,0 0 0,-1 1-1,-1-1-1720,-1 0 1829,-3 3 0,1-2 0,-1 2 0</inkml:trace>
  <inkml:trace contextRef="#ctx0" brushRef="#br0" timeOffset="8700">1405 1410 7752,'-4'4'224,"0"1"1,1 0-31,2 0 0,0 3 0,1 2 1,1 4 95,1 1 0,-1 5 1,4 3-1,0 1-427,0-1 1,1-2 0,-1-1-846,-1-2 0,1-3 477,1-7 1,-2-6-1,-2-9 505,-2-5 0,0-7 0,0-3 0</inkml:trace>
  <inkml:trace contextRef="#ctx0" brushRef="#br0" timeOffset="8919">1443 1269 7752,'0'-4'1206,"0"2"-1366,0 4 1,0 0 0,0 2 0,0 1-258,0 1 1,3 0 0,2 1 0,2-1 416,2 0 0,2 4 0,-1 0 0</inkml:trace>
  <inkml:trace contextRef="#ctx0" brushRef="#br0" timeOffset="9164">1610 1320 7752,'0'7'76,"0"-2"1,0 0-1,0 2 195,0 1 1,0-1 0,0 2 0,0 2 12,0 4 1,0-1 0,0 3-1,0 2-52,0 1 1,0 1-1,0 2 1,0-1-50,0 1 1,0-3 0,0-1 0,0 0-208,0-3-53,0-5 1,0-6 0,0-8 0,1-7-39,1-5 1,-1-8-1,4-2 1,0-4-177,0-3 0,2 0 0,-1 2 0,1 0 112,2 3 1,-1 4 0,2-1 0,0 5 55,0 5 0,-2 7 1,3 3-1,0 4 379,-1 4 1,-1 6 0,-3 5 0,-1 2-70,-1 3 1,-1 0 0,2 1 0,-3 0-173,1 0 0,-1-1 0,1 1 0,1-1-494,-1-1 0,0-4 1,0-3-725,0-2 1,4-4 1202,0-4 0,0-4 0,0-2 0</inkml:trace>
  <inkml:trace contextRef="#ctx0" brushRef="#br0" timeOffset="10162">2072 1186 7752,'3'-4'442,"0"2"1,1 4-1,-2 2-112,-1 2 0,-1 3 0,0 2 0,0 2-73,0 2 0,0 1 0,0 3 1,0 1 77,0-1 0,0 0 0,0 0 0,0-1-213,0 1 1,-2-3 0,0 3 0,-1-3-181,1-2 0,1-2 0,-2-2-174,0-1 1,2-4-273,-1-5 0,2-6 0,0-5 0,0-3 226,2-4 0,2 2 0,3 0 0,1-1 75,0 1 0,4 2 0,-1-1 0,1 4 63,1 2 0,1 5 0,2 2 163,1 1 0,0 5 1,1 2-1,-1 4 1,-2 3 474,-1 2 1,-4 1 0,-2 3 0,-3-1-222,-3 2 0,-2-5 1,0 2-1,-2-2 222,-3 0 0,-3-6 0,-3 1 0,-1-2-11,-1-3 1,0-2 0,0-3-785,1 0 1,-1 0 0,0 0 0,0-3-412,0-1 0,1-2 1,2-3-1,1-1 1,2 0 83,0-1 0,4 0 1,1-2-1,1 1 210,1-1 1,3 0 0,1 1 0,2 0 412,0-1 0,3 4 0,0-4 0,1 1 0,1-1 0,2 4 0,2 0 0,0 2 0,2 0 0,-3 2 0,1 0 18,-2 0 0,0 4 0,0 0 1,-1 2 132,-1 3 0,-2 2 0,-2 1 0,-1 2 344,0 1 0,0 2 1,-2 2-1,-2 1 0,0 2 103,0 2 0,-1-2 0,1 1 1,-2 1-403,-2-1 0,0-1 1,-2 1-1,0-1 27,0-2 1,-2-8 0,2 3-149,-1-4 0,-2-2 0,1-5 0,1-3-205,1-5 0,3-3 0,-1-3 0,1-2 68,1-2 0,0-2 1,0-1-1,1 0-25,1 0 0,1 2 1,4 3-1,-1 0-1,1 1 1,0 5 0,0 0-474,2 3 0,2 1 0,-2 5 0,0 0 1,1 2-367,0 0 1,-1 0 0,1 0 926,-1 0 0,2 0 0,-3 0 0,0 2 0,-1 0 0,-1 3-17,-2-1 0,-1 2 1,-3 0-1,0 1 421,0-1 1,-2 1 0,-1 2-1,0 1 295,0 3 1,-1-1-1,2 2 1,1 1-269,0 2 1,1 2-1,1 0 1,1 1-169,2 1 0,4-3 1,1 0-410,1-4 1,3-3 0,3-7 0,0-3-1,1-3-164,-1-4 0,0-6 1,-5-5-1,-1-3 164,-4-1 1,-3 1 0,1-1-1,-2 1 214,-3 0 0,-2 3 0,-3 1-30,-1 0 1,-2 3 0,-2 3 0,-1 3-1,-1 0 105,1 2 0,1 1 1,1 0-1,1 2-1288,1 1 852,4 1 1,1 1-1,3 1 1,0 1-359,3 1 0,0 2 0,4-3 1,-1 1 650,0-2 0,4 1 0,0 1 0</inkml:trace>
  <inkml:trace contextRef="#ctx0" brushRef="#br0" timeOffset="10545">2636 1339 7752,'3'10'0,"-1"0"0,-1-1 263,0 2 0,1 1 0,0 1 0,0 0 334,-2 2 1,1 2-1,0 2 1,1 0-195,0 0 0,1-2 0,0-2 0,-1-3-217,1-1 1,2-4 0,0-5-79,0-2 0,2-5 0,-1-5 1,1-3-242,-1-4 1,-2-3-1,1-3 1,-1-3-195,-1 0 0,3 2 1,-2 2-1,-1 1 192,-1 2 1,1 7 0,0 2 141,1 2 0,-1 7 0,2 4 1,-1 5-3,1 5 0,1 3 0,1 5 0,-1 1 133,0 1 1,1-2 0,-1 1 0,1-1-58,-1 0 0,0-7 1,1 1 2,-1-3 1,1-3-1,-1-3-45,0-6 0,0-3 1,-2-6-1,-1-2 129,-3-3 0,0-3 1,0-2-1,0 0-226,0 0 0,0-1 1,0 2-1,0 0-347,0 1 0,0 3 0,0-1 0,0 1-224,0 1 0,3 3 0,1 1 0,2 0 153,1 1 1,0-1 0,1 4 0,1 0 475,1 0 0,0 4 0,3-5 0,0 3 0</inkml:trace>
  <inkml:trace contextRef="#ctx0" brushRef="#br0" timeOffset="10846">3047 1269 7752,'-4'-1'669,"-1"-1"1,1 1 26,-2-4 1,-1 4-195,1-1 0,0 2 0,2 2 0,2 3-260,1 3 1,1 0-1,0 2 1,0 2-159,0 3 1,3-1 0,1 2 0,2 1 14,0-1 1,1-1 0,-1 1 0,0 0-339,1-2 0,-1 0 0,0-1 0,-2 0 141,-2-1 0,1-1 0,-1-1 0,-1-1 95,-2-1 0,-3-3 0,-2-1 0,-1 1-284,1-2 1,-1 0-1,-1-3 1,-1 0-205,2 0 1,-1 0 0,2 0 0,0-1-673,2-1 1,-1 1-1,3-3 1163,0-1 0,2-4 0,0-1 0</inkml:trace>
  <inkml:trace contextRef="#ctx0" brushRef="#br0" timeOffset="11129">3073 1423 7752,'9'0'309,"-3"-1"1,1 0 0,1-1 30,-1 0 1,1 1 0,0-1 0,1-1 33,1 0 1,-2-1 0,1-3 0,0 1-154,-1-1 0,0 0 0,-3-1 0,-1-1-149,-1-1 0,-1 2 0,-2-2 0,-1 0-280,-1 3 1,-2-1 0,-3 2 0,-1 0 142,0 2 1,-1 1 0,1 3 0,-1 1 183,1 1 0,1 4 0,1 3 1,-1 1 298,1 1 1,2 3 0,2 2-1,2 4-198,0 0 1,0 0 0,0 0 0,2 1-541,0-1 1,3-1-1,0 1 1,2-4-460,2-3 1,-1-5 0,-1-2-1,0-3 2,1-5 0,-3-5 0,2-6 0,-2-3 777,1-3 0,0-3 0,1-1 0</inkml:trace>
  <inkml:trace contextRef="#ctx0" brushRef="#br0" timeOffset="11384">3214 1359 7752,'3'3'776,"-3"3"0,2-2-319,-1 2 1,0 0 0,0 1 0,1 0-215,0 1 0,1 3 1,-1 3-1,-1 2-121,0 0 0,-1-1 1,0 2-1,0-1 119,0 1 0,0-5 0,0 0 0,0-2 292,0-2 0,-1-4-400,-1-2 1,1-2 0,-1-3 0,1-3-122,1-4 0,0-2 0,1-2 0,1-1-194,3-2 0,-2 1 0,1-1 0,-1-1-164,1-1 1,-1 3-1,2 1 1,0 1-480,0 2 0,0-1 0,0 1 1,-1 1-672,1 2 1,1 2 1495,3 1 0,-2-1 0,2 1 0</inkml:trace>
  <inkml:trace contextRef="#ctx0" brushRef="#br0" timeOffset="11591">3425 1378 7752,'0'6'975,"0"1"-812,0-1-615,-3-2 1,2-1 451,-3-3 0,2-3 0,0-1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7:00.223"/>
    </inkml:context>
    <inkml:brush xml:id="br0">
      <inkml:brushProperty name="width" value="0.06" units="cm"/>
      <inkml:brushProperty name="height" value="0.06" units="cm"/>
    </inkml:brush>
  </inkml:definitions>
  <inkml:trace contextRef="#ctx0" brushRef="#br0">22 108 8754,'-10'2'444,"3"2"-206,3 7 1,3 6-1,1 8-111,0 4 1,5 7-1,3 5 1,6 2 0,4 3-126,2-1 0,2-10 0,-1 1 0,2-6 6,2-7 1,-2-9 0,2-3 0,-2-7-198,-1-7 1,-1-7 0,0-8 62,-3-3 0,1-9 0,-5-4 0,0-2 132,-2-1 0,-2-4 1,1 2-1,0-2 57,0 1 0,-2 9 0,-1 10 1,-4 6-1,0 8 66,0 7 0,-1 11 0,-2 10-104,3 7 1,-3 7 0,4 2 0,0 0 0,1 0-445,0-2 1,3-5 0,-1-2 0,1-1-740,2 1 1,0-11 1157,0 1 0,4-7 0,2 4 0</inkml:trace>
  <inkml:trace contextRef="#ctx0" brushRef="#br0" timeOffset="300">778 98 8244,'-11'1'979,"2"5"-634,2 8 1,1 5 0,3 14 0,0 4-173,0 4 1,2 3-1,2 1 1,3-1-157,3-2 0,3-10 0,0 0 0,1-5 68,0-3 1,-5-4 0,-2-4-47,-3 0 1,-1-2-1,0-3 1,-1 0-1,-3 0-147,-3 0 1,-3-5 0,-1-2 0,-1 0-550,-2 0 1,2-1 0,-2-3-324,2 0 1,1-5 0,1-2 979,3-2 0,-3-7 0,4-1 0</inkml:trace>
  <inkml:trace contextRef="#ctx0" brushRef="#br0" timeOffset="551">1059 400 7834,'22'-11'146,"-1"0"1,0-1-1,-2-2-95,-1-4 0,-5-2 1,0-2-1,-4 0-27,-6 1 0,-1-1 0,-2 2 1,-2 1 481,-1 1 0,-4 8 0,-7 0 0,-1 4-276,-2 4 0,-1 2 0,-2 5 1,0 7 63,2 8 1,4 4 0,-3 7-1,1 3-81,3 0 1,5 0-1,2 0 1,1 0-171,3-3 1,0-2-1,4 0 1,1-4-553,4-2 0,9-7 0,4-2 0,6-6-643,1-4 0,2-4 0,4-5-992,-1-6 2144,5-5 0,2-10 0,4-2 0</inkml:trace>
  <inkml:trace contextRef="#ctx0" brushRef="#br0" timeOffset="866">1837 141 7834,'-22'-11'713,"1"1"0,-1 2-225,1 1 1,0 4 0,2 0 0,2 3 0,0 3-217,1 5 1,6 4 0,0 3-1,4 6-146,4 1 1,2 2 0,4 5-1,3-2-104,2-1 0,6-3 0,0 2 0,1-2-167,0-2 0,-2-3 1,-3-1 64,0-1 0,-2 2 0,-2-3 0,-3 1 0,-4 1 265,-4 0 1,-3-3-1,-7 3 1,-4 0-198,-3 0 0,3-8 0,0 1-356,-1-4 0,4 1 0,-1-3 0,2-2-1172,-1-1 1,6-2-1,5-3 1540,3-3 0,6-2 0,1-2 0</inkml:trace>
  <inkml:trace contextRef="#ctx0" brushRef="#br0" timeOffset="1016">1913 281 9199,'-2'11'324,"-1"0"0,2 1 0,-3 2 0,3 5-170,1 5 1,-4 2 0,1 4-1,0 1-654,2-1 1,1-1 0,0 0 0,1-4-713,3-2 1,-2-8 1211,5-4 0,1-5 0,2-6 0</inkml:trace>
  <inkml:trace contextRef="#ctx0" brushRef="#br0" timeOffset="1132">1978 227 8599,'-2'-11'0,"0"1"537,-2-1 0,-3 0 0,2 0-1101,-1 0 53,4 5 0,-2 2 511,8 4 0,2 4 0,5 2 0</inkml:trace>
  <inkml:trace contextRef="#ctx0" brushRef="#br0" timeOffset="1750">2366 227 7834,'0'-14'0,"-1"-1"0,-1 1 355,-2-2 0,-4 8 0,2-3 0,-1 3 137,-1 2 1,1 1-1,-4 6 1,1 3-204,-1 3 1,1 7 0,2 4 0,1 4-126,-2 3 1,3-1-1,0 4 1,1-2-337,3-2 1,1-1 0,1-3 0,1-2-231,3-3 0,2-3 1,6-3 27,2-1 0,2-4 0,3-5 1,-1-2 124,1-5 1,1-6 0,2-4 0,0-2 0,-1-1 141,1 3 0,-4-1 0,0 6 0,0 3 210,-1 5 1,2 7-1,-5 5 226,0 7 0,-4 10 0,-2 6 0,-5 5 0,-2 5 418,-1 2 1,-4 2 0,-4-1-329,-1-3 1,-7 7 0,-2-12-1,-2-2 1,-2-3-156,1-3 1,-1-6 0,0-5-167,1-4 1,-1-4 0,0-8 0,2-2 0,1-5-914,1-8 1,5-5 0,-1-5-611,6-4 1,3-2 0,5-2 0,0 1 1424,0-1 0,5-4 0,1-1 0</inkml:trace>
  <inkml:trace contextRef="#ctx0" brushRef="#br0" timeOffset="2083">2637 292 7834,'7'1'500,"-1"3"0,-1 4-197,-3 5 0,-1 4 0,-1 6 0,0 2-14,0 4 1,0 0 0,0 2 0,0 3-57,0-1 0,0-3 0,0-2 1,0-2-125,0-2 0,-3-2 0,-1-4 120,2-4 1,0-8-461,2-6 1,4-10 0,1-11 0,0-4 58,-1-3 1,5-2-1,-2-4 166,3-2 1,0-3 0,1 4 0,0 3 0,0-1 57,0 3 1,-1 9 0,1 2 0,0 5-32,0 8 1,-2 5-1,0 6-73,-2 6 0,-5 9 0,3 9 0,-1 2 0,-1 2-339,0-1 1,2 1-1,-1-1-174,2 0 0,-2 0 1,3-4-1,2-4 1,0-4 564,2-6 0,5-7 0,1-2 0</inkml:trace>
  <inkml:trace contextRef="#ctx0" brushRef="#br0" timeOffset="2367">3069 335 8584,'-7'-11'0,"-1"1"0,0-1 659,-2 0 1,0 5 0,-1 2 0,0 4-114,0 4 0,0 3 0,1 6 0,-1 4-71,0 4 0,5-2 0,2 6 0,3-1-284,1 1 1,0-2 0,1 1 0,3-5-664,3-4 1,3-7 0,2-2 0,1-1 21,1-3 1,4 0 0,-2-4-1,1-2 179,2-7 1,-3-4-1,-2-4 1,-1 1 160,2-1 1,-7-2 0,3 0 0,-2 0 539,1 3 1,-4 3-102,-2 4 1,-3 6-1,-1 6-180,0 9 1,0 2 0,0 6 0,1 1-775,3 2 0,-3-3 0,4-2 0,-2 0-2810,1-3 3435,4-5 0,-2-4 0,5-4 0</inkml:trace>
  <inkml:trace contextRef="#ctx0" brushRef="#br0" timeOffset="2549">3436 0 7834,'-1'22'1037,"-3"1"0,-2 2-338,0 4 0,-2 0 0,3 2 0,0 4-245,1 2 0,0 2 0,4 2 0,0-2-250,0-3 1,0-5 0,1 4-1,2-3-1204,0 1 1,1-11 0,-4 6-1,0-4-1090,0-5 1,0-2 2089,0-6 0,-5-5 0,-1-1 0</inkml:trace>
  <inkml:trace contextRef="#ctx0" brushRef="#br0" timeOffset="2699">3317 400 9128,'6'-5'569,"3"3"1,-4-4 0,1 1-333,2 3 0,-2 0 0,2 1 0,3-1-853,2-2 1,3 1-1,-2 3 1,3 0-2187,0 0 2802,3-5 0,-3-1 0,5-5 0</inkml:trace>
  <inkml:trace contextRef="#ctx0" brushRef="#br0" timeOffset="2983">3587 238 7881,'-6'5'322,"3"2"1,-2 3 0,0 2-1,0 1 240,1 1 0,0 7 0,4-1 0,0 5-346,0 3 1,1-4 0,3 2-1,3-1-357,3 1 0,2-5 0,1-4 0,1-1-47,-1-3 1,3-6-1,-2-3 1,0-4-38,-2-4 0,-2-8 1,0-9-1,-2-8 16,0-6 0,-6 0 0,3-2 0,-2 1 194,1 1 1,0 5 0,-4-2 0,1 6 863,2 7-605,-1 4 0,2 11 1,-4 6-1,0 9-314,0 5 0,0 5 0,0 5 0,0-2-752,0-2 0,2 0 0,0-2 0,2 0-192,-2-2 1014,-1-5 0,4 2 0,1-4 0</inkml:trace>
  <inkml:trace contextRef="#ctx0" brushRef="#br0" timeOffset="3233">3825 281 8168,'1'-5'696,"3"5"0,-3 6 1,4 8-1,-1 1-403,-1 2 1,4 1-1,-3 4 1,0-1-78,0 1 1,-2 3-1,1 0 1,0 1-403,0 0 1,-2-7 0,3 2 230,-3-5 0,0-6 0,2-8 71,0-4 0,2-9 0,-2-7 1,1-3 29,2-5 1,-2-1 0,2-5 0,0 2-245,0 2 0,1 0 1,3-1-1,-1 4-450,2 2 0,-2 2 0,5 0 0,-1 2-304,2 1 1,-3 8 0,2 1 851,-2 3 0,-1 7 0,0 5 0</inkml:trace>
  <inkml:trace contextRef="#ctx0" brushRef="#br0" timeOffset="3482">4128 368 7834,'10'4'126,"1"-1"0,0 3 408,0-1 0,0-2 1,-1-4-1,1-3 105,0-3 1,-4-7-1,0-4 1,1-3-285,-2 0 1,2-2 0,-4-1 0,-2-2 16,-1-2 0,-2 4 0,-2-1 0,-5 4-129,-1 7 0,-3 4 0,-2 10 1,-1 3-111,-2 4 0,4 10 0,-2 12 0,3 3 14,2 4 0,2-1 0,2 3 0,2-1-550,1-2 1,2-4 0,1-2 0,0 0-526,0-2 0,5-9 1,3 1-1,5-5 234,5-4 1,-1-7 0,1 1 0,1-3 693,2-1 0,5-9 0,2-3 0</inkml:trace>
  <inkml:trace contextRef="#ctx0" brushRef="#br0" timeOffset="3631">4463 314 7834,'-8'15'174,"1"3"0,0-1 0,-4 1 0,0 2 1269,1 4 1,2 0 0,1 5 0,-1 1-1068,-2 2 0,4 1 0,1 2 0,2 1-518,-1-1 1,1-4 0,3-2-1,0-2-1651,0-4 0,0-6 1793,0 1 0,-5-5 0,-1 3 0</inkml:trace>
  <inkml:trace contextRef="#ctx0" brushRef="#br0" timeOffset="4184">2853 1102 10937,'4'10'0,"5"0"292,4 0 1,4-1-1,6 5 1,2-2-368,4-1 1,-2 0 0,2 0-1,1-2-543,1-2 1,2-2 0,-2-5 0,-1-1-94,-1-3 1,-4-3-1,3-6 711,-2-1 0,4-6 0,-2 4 0</inkml:trace>
  <inkml:trace contextRef="#ctx0" brushRef="#br0" timeOffset="4349">3415 1048 7714,'-6'0'36,"-3"2"1,4 1 0,1 4 0,-4 4 0,0 4-1,-4 4 968,0 5 1,0 9-1,1 9 1,0 6-799,0 5 1,1 0 0,-1 6 0,1-3-266,3-3 0,2-10 0,5-1 0,0-4 30,0-7 0,6-8 0,4-10 0,4-5-1268,3-4 0,-3-4 0,5-4 0,0-5 1297,1-8 0,-3-1 0,-1-9 0</inkml:trace>
  <inkml:trace contextRef="#ctx0" brushRef="#br0" timeOffset="4599">3577 1254 8427,'-5'14'0,"-2"3"231,-3 3 0,0 5 0,2 10 1,2 4 183,1 3 0,2-1 1,3 4-1,1-4 10,2-5 0,5-8 1,5-8-1,2-8-572,2-7 1,1-5-1,3-5 1,-2-6 26,-1-6 0,-1-8 0,1-4 0,-4-3 123,-2-4 0,-5-4 0,-1-4 0,-1-2-229,-3 1 0,0 7 1,-4-1-1,-1 5 89,-4 5 1,-1 3 0,-1 6 0,-3 3-522,0 6 0,0 1 356,1 7 0,1 0 0,3 7 0,4 3 0,1 4 302,2 3 0,5-2 0,1 4 0</inkml:trace>
  <inkml:trace contextRef="#ctx0" brushRef="#br0" timeOffset="4916">3868 1221 8059,'-7'11'0,"0"1"174,-1 2 1,3 0 0,1 2-1,3 1 102,1 0 0,0 1 0,0 4 1,1-1 65,3 1 1,2 0 0,6-1-1,2 1-199,4-1 0,-1-4 1,0-4-278,-2-4 1,3-4 0,-2-7-1,0-2-53,-1-7 1,0-6 0,-5-9-1,1-6 1,0-2 238,0-1 0,-4 0 1,-1 1-1,-1 2 286,-3 4 1,3 5-121,-1 5 0,0 12 0,-1 12 1,0 9 28,0 6 1,-1 12 0,1-1-441,0 2 1,6 3 0,-3-2 0,1-3 0,0-3-622,1-2 1,-2-6-1,0-4 1,0-3-260,0-4 0,-2-4 1073,3-6 0,-4 0 0,1 0 0</inkml:trace>
  <inkml:trace contextRef="#ctx0" brushRef="#br0" timeOffset="5181">4484 994 8122,'-7'0'2254,"0"0"-1932,-2 0 1,1 2-1,0 1 1,0 4-345,0 3 1,0 2 0,-1 2 0,3 3-542,1 0 0,1 3 0,1-3-719,0 0 1,-1 2 1281,4-4 0,5-1 0,1-3 0</inkml:trace>
  <inkml:trace contextRef="#ctx0" brushRef="#br0" timeOffset="5398">4625 1048 8635,'-2'10'629,"-1"-3"0,0 3 0,-3-3 1,0 4-170,0 3 0,3 3 1,-4 6-1,-2 3-467,0 7 1,1 1-1,1 7 1,-1 2-1016,-2 2 1,3-7 0,1 2 398,1-9 0,2 0 0,3-13 0,1-3 623,2-6 0,3-4 0,5-10 0,0-1 0</inkml:trace>
  <inkml:trace contextRef="#ctx0" brushRef="#br0" timeOffset="5682">4873 1124 7834,'0'7'912,"1"0"-2,3 2 0,-3 2 0,3 3 1,-3 5-386,-1 5 0,0 5 0,0 8 0,0 6-295,0 7 1,0 3-1,0-2 1,0-2-786,0-2 0,0-10 1,0 2-1,1-9 555,3-9 0,-3-4 0,4-6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6:58.557"/>
    </inkml:context>
    <inkml:brush xml:id="br0">
      <inkml:brushProperty name="width" value="0.06" units="cm"/>
      <inkml:brushProperty name="height" value="0.06" units="cm"/>
    </inkml:brush>
  </inkml:definitions>
  <inkml:trace contextRef="#ctx0" brushRef="#br0">162 1 8243,'1'9'578,"1"0"1,2-2-180,-2 1 1,1 11 0,0 8 0,4 8-9,3 8 1,4 6 0,1 6 0,-1 1-90,2-4 0,-4-8 0,1-4 1,-5-6-251,-4-10 1,1-8-271,-2-13 0,-4-4 1,-6-10-1,-4 0-186,-3 1 0,-3-1 1,-5 1-1,1 2 188,-1 1 0,-3 4 1,0 0-1,-1 3 261,0 3 1,7 8 0,-2 7-1,5 4 370,2 3 1,7 0 0,4 6 0,3 3-329,3-1 0,8-3 1,7-2-1,4-3-483,3-4 1,2-6 0,6-7-1,-1-5-24,1-2 0,0-8 0,2-7 0,1-10 74,-1-6 1,-3-8 0,-3 0 345,-4 0 0,-2-9 0,-1 2 0</inkml:trace>
  <inkml:trace contextRef="#ctx0" brushRef="#br0" timeOffset="216">475 411 7834,'-11'0'0,"3"5"0,-3 3 369,-5 6 0,3-1 1,1 5-1,4 2 591,-1 4 1,4 0 0,2 5 0,3 0-689,3-2 0,7 0 1,6-8-1,0-3-331,4-5 1,0-4 0,2-1 0,-1-6 82,1-6 0,-5-5 0,-3-4 1,-2-3-283,-1-2 0,-5-3 1,-3-1-1,-3-1 113,-3 1 1,-3 1-1,-6 2 1,-1 0-35,-2 3 0,-3 3 0,3 4 1,-1 0-469,0 0 1,-2 2 0,4 0-214,1 2 1,6 3-970,3-3 1829,3 5 0,10-3 0,3 5 0</inkml:trace>
  <inkml:trace contextRef="#ctx0" brushRef="#br0" timeOffset="518">594 368 7834,'3'11'-41,"2"0"1,0-1 532,0 1 1,0 1 0,-3 3 0,2 3 89,-2 2 0,3 3 1,-2 1-1,0 2-209,-2 2 0,-1-2 0,0 4 0,0 1-221,0 0 1,0-1-1,-1 0 1,-2-4-38,0-4 1,-1-8 0,3-1 0,-1-3-167,-2-3 0,0-7 1,4-2-97,0-8 1,2-9-1,0-4 1,3-8-144,1-8 0,2 0 0,5-3 0,3-3 91,1 1 0,-3 7 0,3 3 0,0 3 34,0 4 0,1 5 0,2 5 0,-1 6 492,-1 6 1,-1 5 0,1 5-1,-4 6-227,-2 6 1,-6 8-1,-2 4 1,-3 2 83,-1 1 0,0 1 0,0-1 0,0-1-591,0-2 1,-3-3 0,-1-5-1,0-3-1926,0-4 0,2-8 2333,-1-6 0,2-9 0,1-8 0</inkml:trace>
  <inkml:trace contextRef="#ctx0" brushRef="#br0" timeOffset="750">1264 11 7834,'6'5'374,"-2"1"0,-4 5 562,0 0 0,0-3 0,-1 2 0,-2 3 311,-5 3 0,-2-1 0,-5 7 0,-3 4-1239,-2 4 0,-2 4 0,1 1 0,-1 2-289,0 1 1,4-3 0,3 0-1,2-5 175,3-5 0,6-7 1,2-5-1739,4-4 1,6-6-1,5-6 1,1-6 598,-1-4 1,1 0 1244,0-5 0,3 0 0,4-4 0</inkml:trace>
  <inkml:trace contextRef="#ctx0" brushRef="#br0" timeOffset="899">1296 195 7834,'4'-7'1044,"-1"0"0,1 5-403,-4 2 0,0 11 1,0 10-1,0 5-472,0 5 0,-1 1 1,-2 6-1,-2 0-321,-1 1 1,3 2 0,-4 3 0,-2 0 39,0-2 1,-2-6-1,0 0 1,0-3-4517,0-4 4628,-4-3 0,-2-4 0,-5-1 0</inkml:trace>
  <inkml:trace contextRef="#ctx0" brushRef="#br0" timeOffset="1033">1145 606 7834,'5'-11'1994,"2"1"-1116,2 3 1,3-3 0,2 3-1,2-2-566,5-2 0,0 0 1,11 0-1,1 0-239,1 1 0,3-5 0,-1 2 0,-1 2 479,-2 3-552,-5 5 0,-1-6 0,-6 3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6:55.909"/>
    </inkml:context>
    <inkml:brush xml:id="br0">
      <inkml:brushProperty name="width" value="0.06" units="cm"/>
      <inkml:brushProperty name="height" value="0.06" units="cm"/>
    </inkml:brush>
  </inkml:definitions>
  <inkml:trace contextRef="#ctx0" brushRef="#br0">335 151 8128,'-4'36'0,"-4"1"195,-1 1 0,3-6 0,2-1 0,3-2-439,1-2 1,0-2 0,0 3-1,0-2 177,0-2 67,0-6 0,0 8 0,0-4 0</inkml:trace>
  <inkml:trace contextRef="#ctx0" brushRef="#br0" timeOffset="165">22 561 8689,'-6'11'646,"-2"0"0,4 0 1,2-1-428,1 1 1,2-4-1,4 0 1,7-3 152,8-1 1,3-2 0,6-1 0,2-1-462,4-3 1,-1-3-1,6-6 1,1-3-1178,1-1 1,1-1-1,-2-3 1266,-5-1 0,0 0 0,-8 1 0</inkml:trace>
  <inkml:trace contextRef="#ctx0" brushRef="#br0" timeOffset="532">249 280 8136,'-10'-7'364,"3"0"1,-2 5-1,3-3 167,0 0 0,1 3 0,5-6-50,0 0 1,2 2 0,4 0-1,7 0-333,7 0 1,0 0 0,9-1-1,1 2-575,1 0 0,3 0 0,1-3 0,2 2-802,1 1 1,-2-2-1,1 2 1229,-3-1 0,6 4 0,-7-3 0</inkml:trace>
  <inkml:trace contextRef="#ctx0" brushRef="#br0" timeOffset="766">973 21 7801,'-29'-6'889,"2"1"1,0 2-652,3-1 1,3 2 0,3 6 0,2 7 457,0 6 1,9 6 0,0 4 0,3 8-471,1 6 0,1 4 1,-1 5-1,3-2-315,3 0 0,3-6 0,4 2 0,-2 0-679,0-4 1,-1-7 0,3-3 0,-2-4-731,-1-2 0,-3-8 1498,3 2 0,-5-10 0,3-3 0</inkml:trace>
  <inkml:trace contextRef="#ctx0" brushRef="#br0" timeOffset="899">681 432 7801,'-7'-2'1540,"0"-1"0,6 2 0,1-4-1128,6 0 0,8 3 0,5-4 0,6 0-1412,8 0 0,2-2 0,7-2 1000,2-1 0,11-5 0,1-1 0</inkml:trace>
  <inkml:trace contextRef="#ctx0" brushRef="#br0" timeOffset="1332">1340 270 7834,'0'-6'2819,"2"2"-2245,1 8 1,8-2-1,7 5 1,2 2-517,2 0 1,4 2 0,3 0-598,2 0 0,2-1 1,-1 1-1,-1-1 395,-2-3 0,1-2 0,-5-5 144,-1 0 0,-5-5 0,-4-1 0</inkml:trace>
  <inkml:trace contextRef="#ctx0" brushRef="#br0" timeOffset="1498">1783 205 7834,'-15'21'38,"-1"5"1,-3 0 0,1 2 566,-1 2 0,2 2 0,0 3 0,1 3-175,3 4 0,1-1 1,3 6-1,1-3-742,5 0 0,2-6 1,2-4-1,2-7-330,5-5 1,6-9-1,4-2 501,2-6 1,2-5 0,0-4 140,-1-3 0,1-12 0,0-4 0</inkml:trace>
  <inkml:trace contextRef="#ctx0" brushRef="#br0" timeOffset="1765">1945 399 7834,'-10'23'46,"-1"1"0,0 2 135,0 2 1,2 1-1,1 2 1,5-1 485,2-1 0,2-5 0,2 0 0,5-6-670,1-7 0,7-5 1,1-6-1,1-1-169,0-3 1,0-7 0,3-8 0,1-5 74,-1-5 0,-3-3 1,-1-4-1,-1-4 1,-3-2 1,-5 6 0,-2 1-1,-1 2 139,-2 3 1,-2 2 0,-2 8 12,-3 2 0,-2 7 1,-6 7-107,-2 3 0,2 6 1,-2 2-1,5 4 0,3 2-853,1 1 0,1 1 1,4-4 902,0-1 0,0 1 0,0 0 0</inkml:trace>
  <inkml:trace contextRef="#ctx0" brushRef="#br0" timeOffset="2031">2151 334 7834,'-10'14'716,"2"-4"1,0 0-77,0 0 0,3 4 0,2 0 1,1 1-380,2 0 1,0 2 0,2 5 0,1-1-331,4 1 1,3 0-1,2-2 1,1-2-23,2-4 0,4-2 1,-2-2-1,1-3-246,0-3 1,-4-8 0,3-4-1,0-7 9,0-6 0,-8-3 0,2-7 0,-1-3 222,-1 0 1,-2 0 0,-1 0-1,0 2 176,0 4 1,-3 5-1,2 5 258,-1 4 1,-1 11 0,3 9-1,0 10 32,0 9 1,1 5-1,3 3 1,-2-1-749,-1 0 1,0 1 0,4-2 0,0-2-46,0-4 433,0-7 0,4 2 0,2-3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7:18.601"/>
    </inkml:context>
    <inkml:brush xml:id="br0">
      <inkml:brushProperty name="width" value="0.06" units="cm"/>
      <inkml:brushProperty name="height" value="0.06" units="cm"/>
    </inkml:brush>
  </inkml:definitions>
  <inkml:trace contextRef="#ctx0" brushRef="#br0">367 141 7834,'-16'-10'320,"-2"-1"1,3 0 0,-1 1-1,2 2-28,-1 1 1,-4 4-1,2 0 1,-1 2 138,0 1 0,-1 9 0,-4 6 0,-1 5-245,0 5 0,7 8 0,-4 6 1,1 6-48,4 5 0,0-3 0,6 6 0,3-3-449,4-1 1,6-3 0,4-2-173,3-6 0,6-5 1,2-10-1,3-4-21,4-2 0,3-7 0,5-7 0,-1-4 0,2-6 503,2-8 0,-2-5 0,6-5 0,-5-8 0,2-5 0</inkml:trace>
  <inkml:trace contextRef="#ctx0" brushRef="#br0" timeOffset="299">561 282 7803,'-5'-6'124,"-1"0"0,-4 3 261,-1 0 1,-1-1 0,-1 4 0,-2 0 0,1 1 58,-2 3 0,4 2 0,-2 7 0,2 4-269,1 5 0,1 6 1,3 1-1,4 3-138,1 0 0,5-3 1,3-3-1,6-2 32,3-3 1,0-12-1,3-2 1,2-4-581,4-3 0,-1-10 1,2-5-1,-2-7 106,-1-3 1,-1-5 0,0 1 0,-2-1 277,-1 1 1,-5 4-1,2 7 1,-5 3 218,-2 3 0,-4 8 1,-4 5 54,0 8 0,0 11 0,0 6 0,0 2 256,0 2 0,0 1 1,0 0-1,0-1-683,0-1 0,0-9 0,0 1-771,0-4 0,5-4 439,2-6 1,-1-7 0,0-8 611,-1-6 0,4-2 0,-3-6 0</inkml:trace>
  <inkml:trace contextRef="#ctx0" brushRef="#br0" timeOffset="747">507 33 7834,'-1'-7'364,"-3"0"1,-2 1-125,-4-1 1,-1 2-1,1 6 1,2 4 75,1 6 0,-1 9 1,-2 10-1,-1 6-173,0 7 0,0 4 0,0 10 0,-1 7-69,-2 9 0,2 0 0,-2 2 0,2-6-317,1-8 0,4-15 1,1-2-1,1-9-76,2-11 0,2-10 0,2-8 0,3-1-211,3-2 0,4-8 0,2-5 0,3-4-874,1-3 1404,-4 4 0,7-13 0,-3 4 0</inkml:trace>
  <inkml:trace contextRef="#ctx0" brushRef="#br0" timeOffset="997">810 336 7834,'0'-11'1050,"0"5"0,0 4 0,0 9-765,0 7 1,0 10 0,0 6 0,0 4-314,0 2 0,0 1 0,0-2 0,0 2-389,0 2 1,-1-8 0,-2-1 0,0-6-2326,0-7 2742,2-9 0,6-13 0,1-7 0</inkml:trace>
  <inkml:trace contextRef="#ctx0" brushRef="#br0" timeOffset="1138">929 174 7838,'-8'1'-212,"1"3"0,1-2 1,-1 5-88,3 2 0,3-3 1,1 1 298,0 1 0,0 2 0,0 1 0</inkml:trace>
  <inkml:trace contextRef="#ctx0" brushRef="#br0" timeOffset="1598">1058 228 8105,'0'17'395,"0"-3"0,-1 3 1,-1 0-1,-2 2-92,2 2 0,1-4 0,1 8 1,0 3 58,0 2 1,0 3-1,0-2 1,0 0-185,0 1 0,0-6 1,0 2-1,0-4-166,0-2-109,0-5 0,0-8 1,1-10-1,1-8-168,2-8 1,4-10-1,-1-5 1,4-6-24,4-4 0,-3-3 1,2 1-1,-1 1 147,2 4 1,-3 5-1,2 7 1,-2 4 34,-1 4 0,0 10 0,-1 5 537,1 8 0,-5 10 0,-2 12 1,-3 6-121,-1 7 0,1 3 0,2 0 1,0 0-124,0 1 0,-2-7 0,-1 4 0,0-5-36,0-3 1,0-8-304,0-2 0,1-13 1,1-4-1,3-10-63,1-9 0,0-10 1,3-6-1,-1-5 25,4-5 0,-1-2 0,4 0 1,0 3 187,-1 3 1,5 6 0,-2 3-1,0 4 270,-3 7 1,-2 7-1,-1 6 1,0 3 94,0 3 0,-5 8 0,-1 7 0,-2 4-596,1 3 0,0-1 0,-4 5 0,0 1-202,0 1 0,3-2 0,1-2 0,-2 0-769,-1-3 1,4-10 1202,2-3 0,8-12 0,2 0 0</inkml:trace>
  <inkml:trace contextRef="#ctx0" brushRef="#br0" timeOffset="1797">1771 174 8161,'0'7'1213,"0"0"1,0 2-692,0 0 0,0 8 0,0 3 0,0 8-180,0 7 1,0 3 0,0 15 0,0 5-265,0 4 1,0-7 0,0 4 0,0-4-347,0-3 0,0-9 0,0-3-1630,0-9 1,0 0-1382,0-13 3279,0-14 0,-4-16 0,-2-16 0</inkml:trace>
  <inkml:trace contextRef="#ctx0" brushRef="#br0" timeOffset="2048">1750 293 7834,'7'-29'0,"0"0"0,0 7 0,4-2 0,0 2 345,0 2 0,4 4 0,2 5 0,2 1 294,3 3 0,-3 2 0,6 5 0,-2 0-190,-1 0 1,-4 6 0,-1 4-1,-3 4-66,-4 3 0,-1 1 0,-5 4 0,-3-1-249,-3 1 0,-4 3 0,-5 0 1,-1 0-311,-2 2 0,0-3 1,-4 2-1,-1-2 97,-1-3 1,2-6-1,1 1 1,1-3-1347,3-3 1,5-7-1,2 0 1,1-7 485,2-7 1,3-4-1,4-7 939,3 1 0,3-11 0,1-1 0</inkml:trace>
  <inkml:trace contextRef="#ctx0" brushRef="#br0" timeOffset="2214">2106 98 7834,'6'0'266,"4"0"1,-3 0 0,2 1-1,-1 2 1,-2 3 952,-1 3 1,-2 1-1,-3 8 1,0 2-606,0 4 0,-1 4 1,-1 4-1,-3 2-450,-1 2 1,-1 2 0,-4 6 0,0-1-810,0 0 0,1-4 1,-1-3-1,1-5-1851,3-6 0,2-1 2496,5-10 0,5-9 0,1-6 0</inkml:trace>
  <inkml:trace contextRef="#ctx0" brushRef="#br0" timeOffset="2516">2506 120 7991,'-11'1'982,"1"3"-421,-1 3 1,0-1 0,0 1-1,-1 1 139,-2 2 0,1 2 0,-5 2 0,-2 4-457,0 3 0,-2 3 0,1 2 1,-1 4-25,0 0 0,4 0 0,3 0 0,2-2 90,3-3 0,5-8 0,-1 3 0,1-3 194,3-4 0,6-5 0,3-4-402,2 1 1,3-4 0,3 3 0,3-3-1,2-1-271,2 0 0,3-1 1,0-1-1,0-3-377,2-1 0,-7 2 0,4-2 1,-1 0-698,-4 0 0,-1 3 0,-3-3-3010,3 1 4254,-7 1 0,3-1 0,-8-1 0</inkml:trace>
  <inkml:trace contextRef="#ctx0" brushRef="#br0" timeOffset="2680">2701 487 8467,'-10'21'0,"2"-1"1043,0 2 0,2-3 0,-1 7 0,2 2-683,1 4 1,2-2-1,-1 5 1,2 0-213,1-2 0,-4 2 1,0-1-1,2 0-955,1-3 0,1-6 0,1-1 0,1-4-1473,2-2 2280,0-9 0,0 5 0,2-8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7:17.352"/>
    </inkml:context>
    <inkml:brush xml:id="br0">
      <inkml:brushProperty name="width" value="0.06" units="cm"/>
      <inkml:brushProperty name="height" value="0.06" units="cm"/>
    </inkml:brush>
  </inkml:definitions>
  <inkml:trace contextRef="#ctx0" brushRef="#br0">238 120 7834,'0'-11'-56,"0"0"1,0 0 0,0-1 172,0-2 1,-5 2 0,-2-2-1,-2 5 173,-2 2 1,0 1 0,-1-2-1,-2 5-14,-4 2 0,1 5 0,0 5 0,0 4-15,0 5 1,4 9 0,-1 5 0,0 9-230,0 8 1,6 3 0,-2 9 0,4 2-282,4 5 1,0-10 0,4 0-1,2-5-43,7-5 1,6-13 0,7-3-1,2-9 108,2-10 1,1-8 0,3-3 0,1-4 183,-1-5 0,-4-12 0,-2-4 0</inkml:trace>
  <inkml:trace contextRef="#ctx0" brushRef="#br0" timeOffset="582">530 346 7834,'-5'-26'-110,"-1"3"0,-5-1 0,-1 5 387,-2 5 0,1 6 0,-4 5 0,0 2 113,0 1 1,-1 6 0,-2 6 0,2 8-176,3 8 1,2-1 0,1 2-1,0 1-78,3 1 0,5-2 1,0-3-1,3-2-324,1-3 1,5-7-1,2 1 1,4-4-40,3-4 0,3-2 0,6-8 0,2-3-4,4-5 0,-1-11 0,-1-4 0,1-4 30,-1-2 1,-3-1 0,0 1 0,-3 0 377,-3-1 0,-6 7 0,-1 4 188,-6 7 1,-5 10 0,-4 8 0,-3 12-131,-3 8 1,-1 4 0,2 4-1,0-1-270,2-1 0,1-1 1,-1 1-53,3-4 0,-1 0 0,2-2 1,0-4-1,3-3-1061,4-7 1,2-3-1,5-7 893,0-2 0,4-5 0,3-7 1,2-6-1,-1-4 254,-1-3 0,-4 4 0,3-1 0,-1 2 0,-3 3 0,-5 2 0,-2 4 233,-1 2 0,-1 7 1,-4 5-1,0 7 357,0 6 1,-4 0-1,0 5-196,2 2 1,-3 4 0,0 1 0,1-1 0,-2-1-22,0-2 1,3 1 0,-2 0-228,1-1 1,2 0 0,-1-3 0,0-4 0,1-2-191,-2-1-82,1-5 0,4-7 0,3-10 1,3-7-80,2-6 1,6-7 0,2-8 0,1-1 0,3-2 18,2 2 1,-3 4-1,6 1 1,-4 5 122,0 5 1,0 11 0,-2 8 0,-1 10 374,-1 10 0,-5 10 0,2 15 0,-4 4-60,-4 1 0,-2 6 0,-5-2 0,0 0-619,0-1 0,-2-7 0,-1 4 1,-3-6-539,0-1 0,1-12 1,5-1 904,0-6 0,-5-8 0,-1-5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7:11.005"/>
    </inkml:context>
    <inkml:brush xml:id="br0">
      <inkml:brushProperty name="width" value="0.06" units="cm"/>
      <inkml:brushProperty name="height" value="0.06" units="cm"/>
    </inkml:brush>
  </inkml:definitions>
  <inkml:trace contextRef="#ctx0" brushRef="#br0">74 60 7834,'0'-17'214,"0"2"1,0 3 280,0 2 1,0 5 0,0 6-251,0 9 1,0 5 0,0 8 0,0 2-120,0 4 1,0 4 0,0 1 0,-1 4-114,-3 0 1,2 3 0,-4 4 0,0 2-1,0-1 0,0-7 1,-3-4-1,2-4-149,-1-2 1,3-9-1,0-4-73,0-6 1,4-11 0,-1-9-1,4-4-8,5-3 1,4-5 0,2-4 0,3-1 111,1 1 0,2-3 0,5 5 0,2 4 97,2 4 1,-6 5 0,2 4 0,1 4 123,1 1 0,-5 5 0,-1 4 122,-3 7 0,-4 9 0,-6 4 1,-3-1-1,-3 2 146,-1-1 1,-6-2-1,-4 3 1,-4-1-142,-3-3 0,-1-6 1,-3-5-1,-1-4-248,0-1 1,1-6 0,-1 2 0,1-3-608,-1-1 0,4-1 0,1-2 1,2-2-380,1-1 1,7-1-1,4-4 991,1 1 0,2-6 0,0-1 0</inkml:trace>
  <inkml:trace contextRef="#ctx0" brushRef="#br0" timeOffset="333">484 427 7834,'5'-6'0,"-2"1"0,4 4 0,1-1 0,2-2 0,1 0 0,0 3 0,-1-1 505,1-2 1,1-4-1,1 1 1,2-3-74,-2-1 0,3 0 1,-1-1-1,2-2-278,2-4 1,-6 1-1,1 0 1,-1 1-482,-1-1 1,-5 2 0,-3-3 114,-3-1 0,-6 7 0,-3 3 0,-6 1 188,-4 2 1,-2 5-1,-2 1 1,1 7 192,-1 7 0,1 2 0,0 7 0,3 2 69,4 4 0,-1-1 1,3 1-1,3 2-117,-1 4 1,5-4-1,2 2 1,1 0-212,2-3 0,5-5 1,4 0-1,3-3-597,2-4 0,5-4 1,-1-6-1,4-5-213,3-2 0,-1-5 1,5-5 899,1-4 0,1-5 0,2-7 0,-1-3 0,0-4 0</inkml:trace>
  <inkml:trace contextRef="#ctx0" brushRef="#br0" timeOffset="513">938 211 7834,'-5'-6'210,"-1"0"1,-4 4 0,-1-2 0,0 2 0,-1 0 324,-2 2 1,2 6-1,-3 4 1,3 4-40,1 3 0,-1 6 0,0 6 0,0 2-325,3 1 0,4 2 0,-1 1 0,1 1-487,3-1 0,1-5 0,2-3 0,2-1-462,5-6 1,2-3 0,5-8 0,3-1 162,2-5 1,2-3 0,-1-3 0,1-6 614,0-4 0,-1-4 0,1-5 0</inkml:trace>
  <inkml:trace contextRef="#ctx0" brushRef="#br0" timeOffset="782">1079 287 7834,'-5'10'115,"0"2"0,-3 2 0,1 1 436,-2 2 0,1 2 0,-1 6 0,3 4-67,2 2 0,0-2 0,4 0 0,1 0-426,3-1 0,3-6 0,6-6 0,3-4-299,1-6 1,1-4 0,3-3 0,1-2 83,-1-5 1,-4-6 0,-2-4-1,-3-4 4,-2-3 1,-4-3-1,-2-3 1,-3 1 239,-1 1 1,-5 5-1,-2-1 1,-2 2-59,-2 2 0,0 0 0,-1 3 0,-1 4-119,-2 2 0,-3 2 0,4 3 0,1 4-421,1 1 1,5 4 0,1 1 0,1 4-154,2 3 1,2 1 0,1 0 663,0-1 0,5 1 0,1 0 0</inkml:trace>
  <inkml:trace contextRef="#ctx0" brushRef="#br0" timeOffset="1500">1252 254 7834,'6'11'230,"-3"0"0,-2 0 0,-1 1 0,0 1 256,0 1 1,0 2 0,0-3 0,0 3-139,0 0 1,0 0 0,0 3 0,0 3-204,0 1 1,0-5-1,0 6 1,0 0-105,0-2 0,0-3 1,0-5-1,0-2 82,0-1 1,2-4 0,1-2-556,4-4 1,-1-5-1,0-10 1,0-5 225,0-5 1,-2-6-1,3-8 1,2-2 30,0-1 1,2 0-1,0 0 1,0 3 45,-1 2 0,1 13 0,0-1 0,0 6 184,0 5 0,0 7 0,-2 7 0,0 9 58,-2 6 1,-1 5-1,2 2-17,-1 2 1,-4 2-1,2 6 1,-2-1-1,1 1 180,-2-1 1,1-3 0,-1-2 0,2 1-208,-2 0 1,-1-8 0,-1 1-393,0-5 1,1-6 92,3-6 0,-2-13 1,4-6-1,0-8 74,0-6 1,-2-2 0,3-2-1,0 1 172,-1-1 0,4 6 0,-4 2 1,1 2 70,0 1 1,-3 4 487,3 0 0,0 6 1,3 3 305,-3 7 0,-1 8 0,-3 9-838,0 3 0,1 2 0,-4 3 0,0 1 0,0 1-715,0-1 0,0-1 0,0-1 0,1-2-764,3-2 1,-3-2 0,4-7 1055,-1-2 1,2-2-1,4-6 1,0-3 379,0-3 0,-1-4 0,5-2 0,-1-2 0,2-2 0,2 2 0,4-1 85,1 0 0,-2 0 0,-1 3 0,-1-1 0,2-1 298,0 0 0,2 2 0,-2-5 0,-1-2 146,-1 0 0,-8-3 0,0 0 0,-4 1-259,-4 1 0,-1 6 0,-2-2 0,-3 1-57,-3 3 1,-4 6 0,-2 3-40,-1 3 0,-5 1 1,1 2-1,-2 4 0,1 6 73,1 4 1,4 2-1,-3 5 1,1 2 79,3 4 1,2 0 0,4 2-1,3 4 182,3 2 0,2-2 0,3 1 1,4-3-633,6 0 1,6-6 0,6-4 0,2-7-844,2-9 0,3-6 0,3-6 1,3-7-1835,3-8 2800,-3-7 0,7-15 0,-1-2 0</inkml:trace>
  <inkml:trace contextRef="#ctx0" brushRef="#br0" timeOffset="2182">2581 233 7834,'-12'-10'212,"-3"3"0,3-2 0,-2 6 24,2 0 0,-3 3 0,1 5 1,1 6-1,1 7 20,1 6 1,0 5 0,2 7 0,1 3-132,5 3 1,2-6 0,2-2 0,2-3-124,5-4 1,2-7-1,4-4 1,2-4-35,5-6 0,-6-4 0,7-3 1,-2-4-85,1-6 1,-3-4 0,-1-8 0,-1-4-42,1-5 0,-2-5 0,0-5 0,0 1 211,-2 1 0,-7 10 1,3 2-1,-3 5 83,-3 5 1,-2 9 0,-1 13 260,0 9 0,0 8 1,0 4-271,0 4 0,1 5 1,2 4-1,0-2-498,0-3 0,-1 1 0,0-8 1,3-1-1,0-2-682,0-6 1,3-5 0,-1-5-26,3-3 1077,1-12 0,0-5 0,0-8 0</inkml:trace>
  <inkml:trace contextRef="#ctx0" brushRef="#br0" timeOffset="2533">2894 179 7834,'0'10'850,"0"1"-568,0 0 0,0 5 1,0 2-1,-1 2 97,-3 2 1,3 4-1,-3 3 1,2 3-245,-2 4 0,3-2 0,-2 1 1,1-4-10,2-2 1,0-9 0,0 1 0,0-5 124,0-2 0,0-6-347,0-1 0,0-6 0,0-2 0,0-8 0,0-8-143,0-4 0,5-5 1,2-3-1,3-2 58,1-2 1,1 0 0,1-1 0,1 1 71,0 1 0,1 7 1,0 1-1,-1 5 202,2 5 0,-4 6 0,2 5 1,-2 3 56,-1 3 1,-4 6 0,-1 8 0,-1 5 24,-3 5 0,-1 2 0,-1 3 1,0 0-357,0 1 0,0-4 0,0-2 0,0 0-475,0-3 1,0-5-1,0-2-522,0-2 1,0-6 1177,0-9 0,5-5 0,1-6 0</inkml:trace>
  <inkml:trace contextRef="#ctx0" brushRef="#br0" timeOffset="2660">3153 459 7834,'5'-6'0,"-3"2"313,6 4 1,-5 0-1,4 0 1,2 0-1,0 0 62,2 0 0,0 3 0,0 1 0,0-1-998,0 2 0,1-4 0,1 3 0,1-2-485,-1 2 0,3-3 1108,-2 3 0,6-8 0,-4-2 0</inkml:trace>
  <inkml:trace contextRef="#ctx0" brushRef="#br0" timeOffset="2846">3510 233 9352,'-5'7'333,"-2"0"0,1 0 0,0 4 0,0 1 309,0 2 1,2 8 0,-3 7 0,-1 2-269,-2 1 0,3 2 0,1 1 1,0 1-457,0-1 0,2-2 0,-2-1 0,1-2-364,3-2 1,1-8-1,2-2-388,3-5 1,2-7 0,4-4-1,2-5-848,3-8 0,-3-1 1682,2-6 0,3 0 0,0-4 0</inkml:trace>
  <inkml:trace contextRef="#ctx0" brushRef="#br0" timeOffset="3113">3650 405 7834,'0'11'297,"0"0"1,-1 0 125,-3 0 0,3 4 0,-4 2 1,2 2-71,-1 3 1,1-3 0,3 5 0,1-3-263,2-3 1,2-5 0,4 1-1,-1-2-187,4-1 1,-1-5 0,3-2 0,-2-4-66,-1-4 0,0-7 1,-1-7-1,-2-3-126,-1-5 1,-4 2-1,0-3 1,-3 0-37,-3 3 0,-3 1 0,-5 3 0,-1 1 140,-3 1 1,3 1 0,-2-1 0,2 4 32,1 2 0,4 6 0,1 1-498,1 0 360,1 4 0,13 0 288,2 4 0,2 1 0,2 1 0,2 1 0</inkml:trace>
  <inkml:trace contextRef="#ctx0" brushRef="#br0" timeOffset="3680">3780 330 7834,'5'-6'0,"-3"1"0,5 5 501,2 0 1,-4 6 0,-2 4 42,-2 3 1,-1 6-1,0-1 1,0 2-210,0 2 1,0 1-1,0 2 1,0 3-149,0-1 0,0 0 0,0-7 0,0-1-133,0-1 0,0-8-172,0 1 0,0-9 1,2-2-1,1-7-209,4-6 1,-1-9-1,2-6 9,0 1 1,5-8 0,2 3 0,-2-1 0,0 2 139,1 2 0,0 4 1,2-1-1,1 2 515,0 3 0,-4 8 0,2 2 0,-2 6-70,1 4 1,-5 4 0,0 4 0,-3 7-169,-3 5 1,1 4 0,0 2 0,-2 4-300,0 2 1,-2-2 0,-2-1 0,0-2-116,-2-2 0,-3-2 1,4-4-1,0-4-3470,2-2 3785,1-6 0,0-2 0,0-8 0,1-4 0,3-5 0,-2 1 0,5-3 0,2 2 0,0-1 0,2 2 0,0-3 0,0 3 86,0 1 1,1 1 0,1 0 0,3 0 388,0 0 1,-1 1 0,2-5 0,-1 1 41,1-2 0,-2-2 0,1-4 0,0-1-228,-3 1 0,-1-2 0,-2 0 1,-2-1-108,-1 0 0,-4 8 0,0-2 0,-1 5-87,-2 2 0,-5 4 0,-2 1 0,-3 1 103,-1 3 0,-3 6 0,-1 3 1,2 4 125,1 3 0,1 4 0,1 6-70,-1 1 1,1 8 0,2-2 0,2 1 0,1 3 109,3-1 1,0-1 0,2-3-1,2-2-628,1-3 0,4-9 0,8 2 0,3-6-842,2-5 1,2-4 0,-1-7-1,2-8-3586,2-9 4692,-2-5 0,13-11 0,-2-2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7:24.500"/>
    </inkml:context>
    <inkml:brush xml:id="br0">
      <inkml:brushProperty name="width" value="0.06" units="cm"/>
      <inkml:brushProperty name="height" value="0.06" units="cm"/>
    </inkml:brush>
  </inkml:definitions>
  <inkml:trace contextRef="#ctx0" brushRef="#br0">3480 120 7629,'0'-12'-212,"0"-3"0,-2 8 567,-1-3 1,0 3-1,-4 1-124,-1 1 1,-6 2 0,-1 3 0,-2 1 0,-2 3-5,-2 3 1,-1 5 0,-2 5 0,-2 5-80,2 5 1,2 4-1,1 7 1,3 6 22,4 0 0,5 2 0,3-1 0,2 2-374,1-1 0,8-7 1,5-3-1,4-3-476,3-4 0,2-8 1,5-6-1,2-5-271,2-2 0,1-5 950,3-6 0,-4-3 0,-2-5 0</inkml:trace>
  <inkml:trace contextRef="#ctx0" brushRef="#br0" timeOffset="281">3544 692 7608,'-10'0'72,"2"0"0,2-1 146,2-3 0,0-3 1,4-7-1,0-5-72,0-5 1,1-2 0,3-6-1,3-6-85,3-7 1,4 0 0,0-5 0,1 1 2,0 0 1,-1 7 0,2 0 0,0 3 5,-3 5 1,0 10 0,1 7-31,0 7 0,0 8 0,-4 9 1,-2 9 60,0 6 1,-5 4-1,3 6 1,0 5-44,0 4 0,-3 2 1,1-1-1,0-1-232,0-1 0,-1-2 0,-3 2 0,0-4-470,0-3 1,0-7-1,0-4 1,-1-1-57,-3-6 1,-2-3 699,-4-4 0,-6-4 0,-1-4 0</inkml:trace>
  <inkml:trace contextRef="#ctx0" brushRef="#br0" timeOffset="423">3555 509 8345,'0'-11'292,"0"0"1,0 0 0,1 2-1,3 0-318,3 2 0,8-1 0,3-4 1,3 0-206,4 2 1,4 2 0,6-3 0,2 0-1575,2 0 1805,0 5 0,9-3 0,2 3 0</inkml:trace>
  <inkml:trace contextRef="#ctx0" brushRef="#br0" timeOffset="1198">4203 206 7834,'0'-7'306,"0"0"1,-1 4-95,-2 0 0,1 4 0,-1 6 0,0 9-60,0 6 0,2 8 0,-3 9 1,3 4-9,1 2 1,0 3-1,1-3 1,3-3-117,3-5 0,2-8 0,2-5 0,0-6-225,0-7 1,1-5 0,1-8-1,1-6-2,0-6 0,1-11 0,0-6 0,-2-5-7,-1-3 0,-1 1 1,-2-2-1,0 5 78,-2 5 1,-5 9-1,2 9 162,-3 7 1,-2 7 0,-1 13 0,-2 3 130,2 2 1,0 2-1,2-1 1,0 1 35,0 0 1,2-6-1,1-1 1,3-3-112,0-1 1,4-1-1,-3 0 1,3-3 13,0-3 0,1-3 0,0-1 0,1-1-87,2-3 1,-2-7-1,3-7-50,-3-2 1,-1-5-1,-1-2 1,1 1 0,0-2-353,0 1 0,-4 3 0,0-1-132,2 2 1,-3 3-1,1 4 124,1 1 1,2 7 0,1-3 274,-1 6 118,1 4 0,-5 2 0,-2 3 235,-3 3 0,-1 3 0,-1 2 0,-3 2 150,-3 4 0,-3 6 1,0 3-1,0 0 187,3 3 0,-2-2 1,5 1-366,-2 1 0,3-4 0,0-1 0,3-3 0,3-4-226,4-4 0,8-3 0,2-4 0,2-4-120,2-6 1,-4-8 0,6-7 0,-1-3 89,-3-4 0,-8 1 0,-2-4-66,-3 2 1,-2-7-1,-4 3 1,0 1 110,0 2 0,-5 3 0,-3 5 0,-4 3 0,-3 3-69,2 3 0,-3 3 0,2 0 0,1 3-397,1 3 1,1 1 116,0 0 1,5 5-1,3 2 1,1 2 36,2 2 1,2-1 0,1-2 0,3 0 315,0 0 0,9-3 0,-3 0 0</inkml:trace>
  <inkml:trace contextRef="#ctx0" brushRef="#br0" timeOffset="1516">4765 271 7834,'0'11'61,"0"0"1,1-2 0,2 0-1,0-2 202,0 1 0,-2 2 0,0 1 0,2 1-14,0 2 0,1 3 0,-4 4 0,1 1-144,3 0 0,-3 0 1,2 2-1,-1 2 37,-2-2 0,0-2 1,0-1-1,0-3-240,0-4-48,0-2 0,0-7 0,0-6 4,0-9 0,3-5 0,2-7 0,1-1-34,2-2 0,0-3 0,0-4 0,3 0 116,1-1 0,-2 3 1,5 0-1,0-1 79,-1 1 0,5 8 0,-2 3 1,0 6 208,-3 7 0,-2 5 0,-1 7 1,-1 8-29,-3 10 1,-1 3 0,-4 1 0,2 2-65,-2 2 0,-1-4 1,-1 0-1,0 0-300,0-1 0,-3-3 0,-2 0 0,0-3-661,0-3 1,1-9 59,0 2 0,-2-7 0,-4-2 765,3-4 0,-2-4 0,3-5 0</inkml:trace>
  <inkml:trace contextRef="#ctx0" brushRef="#br0" timeOffset="1781">5306 33 7834,'4'-6'54,"1"-3"0,4 3 431,-2 0 1,-4 1 1028,5 5-1329,-6 0 1,-1 5 0,-6 3 0,-2 4-145,-5 2 1,1 6 0,-4-2-1,-1 3-178,-2 4 1,2-1 0,1 4 0,0-2-415,1-2 0,3-1 0,5-2-162,1-3 0,4-4 1,7-7 712,5-3 0,6-12 0,-3-7 0,10-9 0,-1-4 0</inkml:trace>
  <inkml:trace contextRef="#ctx0" brushRef="#br0" timeOffset="1932">5381 76 8616,'0'12'0,"0"3"0,0 3 310,0 2 0,0 11 0,0 5 1,-1 6-309,-3 5 1,0-2 0,-5 2 0,2-3-286,-1-1 1,2-4 0,-2-5 0,0-4-640,-2-4 922,0-8 0,-6-3 0,-1-4 0</inkml:trace>
  <inkml:trace contextRef="#ctx0" brushRef="#br0" timeOffset="2073">5197 509 7834,'0'-11'49,"2"0"1,0 0 0,3 0 262,1 1 1,-1 2 0,4 1-1,4-1-121,3-2 0,0-2 0,3-1 1,3-1-462,0 0 0,0 2 0,6 2 0,-1-1-31,1 0 0,-3 4 1,3 0-1,-1-1-77,1 2 1,-3-3-1,1 2 378,-3-3 0,11-1 0,-5 0 0</inkml:trace>
  <inkml:trace contextRef="#ctx0" brushRef="#br0" timeOffset="2280">5824 120 10349,'-3'7'250,"-1"0"1,0 1 0,4 7 0,-1 4-151,-2 5 0,0 10 0,-4 8 0,-1 5 35,-2 2 0,-1-2 0,0 2 0,2-1-955,2-3 1,-2-9-1,5-6 1,2-6 143,1-7 1,2-5 0,3-5 0,3-4 675,3-6 0,0-7 0,11-7 0,2-5 0</inkml:trace>
  <inkml:trace contextRef="#ctx0" brushRef="#br0" timeOffset="3065">5943 444 7186,'11'-21'0,"-2"3"125,-1 4 1,-2 2 0,-4 1 1409,2 0-1317,-1 5 1,-6 3 0,-2 5 0,-1 3-251,-3 1 1,0 1 0,-2 4 0,0 1 133,0 2 0,-1 0 0,0 2 0,0 0 168,3-3 0,0-1 1,0-1-1,0 1-209,2 2 0,5-5 0,-2 2 0,3-2-185,1 1 1,1-1-1,4-1 1,6-4-421,6 1 1,3-4 0,2 3 0,0-4 1,4-4 1,-6-2 0,3-4 0,-2-1 541,-1 0 0,-2-1 0,0-1 0,-4-2 0,-2 2 0,-1-2 0,-2 0 0,0 1-55,-2-2 0,-5 4 1,2-2 14,-3 2 1,-2 2 394,-3 3 1,2 3 0,-4 8 0,0 4 34,0 6 1,2 2-1,-3 6 1,0 0-162,1-1 1,-4 2-1,4 1 1,-1 1-177,0-1 0,5-1 0,-2-3 0,2 0 19,-2-2 1,3-5-139,-3 1 1,4-7 0,4-4 37,3-6 1,3-6-1,0-8 1,1-2-116,0-4 1,1-2 0,1 2 90,2 1 0,-1-4 0,-3 7 0,0 1 0,-1 1 267,1 4 0,-3 6-26,-1 3 0,-1 9 1,1 6-1,-3 5-182,-3 5 1,-1 0 0,0 1-1,0 0-366,0-1 1,0 1 0,0-2-1,1-2-231,3-3 1,2-7-1,4-2 284,1-1 0,0-3 0,1-5 0,1-6 0,3-4 306,1-5 0,-7-2 0,4-2 0,-1 0-8,-1 1 1,-4-1 0,-2 2-1,-1 2 164,-3 3 1,0 3 281,-2 2 1,-4 5 0,-1 5 0,-1 7 90,-2 6 0,2 0 0,0 5 1,1 2-220,3 0 0,0 2 0,2-2 0,0-1-189,0-1 1,5-3-1,2 1 1,3-1-223,1-6 1,1 1-1,1-6 1,3-2 10,0-1 0,-1-9 1,2-4-1,-2-4-105,-2-3 0,-2-3 0,-2-2 1,-3-1 89,-2 1 1,0 1-1,-4 3 1,0 1 70,0 1 1,-4 5-1,0-2 1,-2 3-270,-3 1 1,3 5-382,-1 3 1,5 3 400,-2 3 0,3 0 283,1 4 0,0 0 0,0 4 0</inkml:trace>
  <inkml:trace contextRef="#ctx0" brushRef="#br0" timeOffset="3397">6570 433 7245,'6'0'351,"-2"5"1,-4 2 0,0 3 0,0 0 0,0 2 351,0 3 0,0-2 0,2 4 1,0 0-655,2-1 0,0-2 1,0 0-130,3-2 0,3-2 0,1-3 1,-1-5 32,1-4 0,-1-4 0,-2-6 0,0-3-243,0-3 0,2 2 0,-1-1 1,-2 1 159,-3 3 1,1 1 0,-2 1 277,0 0 1,2 7-35,-2 4 0,1 4 0,-4 8 49,0 3 0,1-2 1,1 5-1,2 1 0,-2 2-86,0 0 1,1-2 0,2 1 0,0 0-31,0-1 1,2-4 0,-2-2 0,-1-4-52,1-1 1,4-6 0,-2 2-1,2-4-220,2-4 0,0-7 0,1-7 0,1-3-57,2-5 0,-1-1 0,-3-6 0,0 1 114,-1 0 0,1-1 1,0 3 166,0 5 0,0-5 0,-1 7 0</inkml:trace>
  <inkml:trace contextRef="#ctx0" brushRef="#br0" timeOffset="4266">65 952 7226,'0'-11'-1119,"0"0"1323,0 0 1,-1 2 170,-3 1 1,3 5 0,-2 6-1,1 6-189,2 4 1,0 5 0,0 7 0,0 5-58,0 5 1,0 1 0,0 6-1,0 4-68,0 2 0,0 3 1,-1 5-1,-1 0 46,-2 0 1,-4-8-1,2 2 1,-1-8-168,-1-6 1,5-17-1,-3-10-11,1-9 0,1-12 0,4-9 1,2-9-108,1-9 0,4-1 0,8-11 0,3 1 59,2 1 1,3 3 0,1 6-1,2 3 53,2 7 1,2 6 0,5 7 0,2 6 34,2 7 0,-6 11 1,0 5 68,-7 3 1,-4 4-1,-6 3 1,-4 2-1,-4 3 158,-4 0 1,-1-1 0,-7 0 0,-3-1-37,-3-1 0,-5-3 0,-3 4 0,-4-2-92,-3-2 0,1 0 0,-4-2 0,2-2-263,2-2 0,1-4 0,3-5 0,2-1-376,3-3 1,3-2 0,3-3 0,1-6 570,5-4 0,3-4 0,3-4 0,3-6 0,5 0 0</inkml:trace>
  <inkml:trace contextRef="#ctx0" brushRef="#br0" timeOffset="4982">433 1341 7724,'22'4'0,"4"4"53,-4-4 1,8 1 0,-3-5 0,-1 0 0,2 0 0,-2-1 0,2-4 277,-1-6 1,-5-1-1,1-6 1,-3-1-130,-4-1 1,-4 2 0,-5 0-1,-3-1-82,-3-2 1,-2 3 0,-3 1 0,-4 2-290,-5 1 1,-4 4-1,-5 2 1,-1 5 140,-2 2 1,2 2 0,-2 2 0,2 6 116,2 4 0,3 5 0,1 7 0,1 4-28,3 2 0,1 3 0,2 1 0,3 2 133,4 1 0,1 3 1,4 4-1,2-2-448,7-5 1,5-7 0,5-4-1,2-4-230,2-6 1,3-11-1,3-10 1,0-10 206,2-9 1,-7-11 0,6-9 0,-4-8-42,0-5 1,-3 3 0,3-3 0,-2-1 317,-2 2 0,-5 8 0,-3 6 0,-3 4 0,-3 2 0,-2 8 0,2-3 0,-3 6 330,-3 7 1,-4 10-9,-4 7 0,-2 5 0,-4 7 0,2 2 92,1 4 0,0 4 0,-3 3 0,2 4-196,0 2 0,1-1 0,-2 2 0,0 4-225,2 2 0,1 1 0,-2-2 1,2 4-177,1 0 1,-2 0-1,3 1 1,2-3-166,0-3 1,7-10 0,4-7 0,3-5-96,2-4 0,5-13 1,-1-4-1,3-10 443,0-7 0,1-4 0,-1-7 0,1-2 0,0-2 0,-6 3 0,-1-1 0,-2 2 0,1 4 0,-5 9 0,0 2 232,-3 3 0,-2 9 0,-5 9 272,-3 9 1,-1 5 0,-3 8-156,1 2 0,4 6 1,0 7-1,2-1 0,1 1-132,0 1 0,0-8 0,1-1 0,2-5-228,5-5 0,1-10 0,3-3 0,2-6 9,0-4 1,2-13 0,-3-9 0,1-6-171,-1-5 1,-2-3-1,-4-4 1,-3 0 31,-3 0 0,-1 8 1,-1 4 126,-3 3 0,-5 4 0,-7 6 0,-1 4 0,-2 2-7,-1 1 1,2 5 0,1 2 0,1 3-562,3 1 0,1 0 11,1 0 1,5 5 0,3 2 178,1 3 0,7-3 391,2 0 0,3 0 0,1 4 0</inkml:trace>
  <inkml:trace contextRef="#ctx0" brushRef="#br0" timeOffset="5815">1394 1179 7724,'6'10'60,"-1"1"1,-1 0 117,-1 0 0,1 4 0,-4 3 1,0 4 189,0 3 0,0 3 1,-1 4-1,-2 2-116,0 2 1,-6-1 0,3 2 0,-1-1-108,0-1 1,3-9 0,-2 2 0,1-7 27,3-3 0,1-10-176,1-5 1,0-9-1,0-11 1,1-7-440,3-6 0,2-5 0,4-8 1,2-1 222,3-3 0,-6 3 0,5-2 0,-1 5 139,-1 5 1,0 6-1,-1 5 1,-1 3 185,1 5 0,0 11 0,-1 0-81,-3 8 0,-1 5 1,-4 7-1,2 4 96,-2 3 0,1 6 0,-1 5 0,2 5-313,-2 5 1,0 0-1,1 7 1,0 0-308,0 0 0,3-10 0,1-2 1,3-6 198,0-8 0,2-10 0,2-10 1,1-7 299,2-7 0,0-10 0,2-12 0,-1-6 0,1-7 0,-2-4 0,0-6 0,-1 2 0,2-1 0,-4 7 0,-1 3 0,-1 1 0,-1 6 0,-5 11 0,-2 2 0,-3 8 468,-1 5 1,-1 6 0,-3 5 0,-2 6-150,0 6 0,-4 7 1,3 0-1,-2 3-28,-2 5 1,4-2 0,-1 5 0,0-1 18,-2 0 1,4 0-1,2-4 1,0 2-218,0 2 0,1-4 0,3 0 0,1-5 61,3-5 1,2-7 0,4-3 0,2-4-627,3-4 0,-2-6 1,4-8-1,0-3-155,-1 0 1,-1-1-1,0 2 495,-3 2 0,0 2 1,-7 6 499,1 3 0,-3 5 1,0 9-1,-2 9-1,-1 6 1,-4 7 0,-4 7 0,-1 5-45,-2 5 0,0-4 0,-1 3-233,-2 1 0,2-2 1,-4-4-1,2-4 0,-2-2-206,-1-2 1,3 0-1,-3-2 1,0-1-149,1 0 1,1-6-1,-2 8 1,1-3 79,-1-4 0,4-6 1,-2-5 134,3-5 1,2-4 0,3-9-1,4-7-14,1-8 0,4-3 0,2-5 91,7 2 1,5-3 0,6 4-1,-1 1 1,2 1 101,2 1 1,3 2 0,3 2-52,-2 4 0,1 2 0,-4 2 0,1 3 0,-1 3-48,-2 3 1,-1 2 0,-3 3 0,-2 3-54,-3 3 1,-5 0 0,-1 0 0,-3-2-523,-1 0 0,-2-1 0,-3 4-765,0-1 1,-5-4 1308,-2-2 0,-2-3 0,-2-1 0</inkml:trace>
  <inkml:trace contextRef="#ctx0" brushRef="#br0" timeOffset="6462">2485 1395 7724,'0'-17'0,"2"2"0,0 3 420,2 2 1,-1-1-116,-3 0 1,1 1-1,2 4-55,0 6 1,2 10 0,-2 9-1,0 5-144,0 5 1,-2 7 0,-1 4-1,0 3-109,0 4 0,0-4 1,-1 1-1,-2-3-530,0 0 1,-6-6 0,3-2 0,-1-1 13,0-6 0,0-7 0,-4-6 0,0-5 519,0-8 0,0-10 0,1-9 0,0-4 0,3-2 0,-2-2 0,6 3 0,0-1-8,2 1 1,1 5 0,0 2 0,0 2 227,0 1 0,0 2 0,0 1 70,0 1 1,5 2-1,2 1 1,3 0-182,1 1 1,1 0-1,1 4 1,2-3-242,2-1 0,0 2 0,2-2 0,-1 0-89,2 0 0,1 3 1,3-3-1,1 0 75,-1 0 0,0 0 1,-1-2-1,0 5 157,-3 2 1,-5 2 0,-2 2 367,-5 5 1,-3 6 0,-5 4-1,0 4-33,0 3 0,-3-1 0,-2 5 0,0 0 36,0-2 0,2 3 0,3-6 1,0-2-267,0-3 0,3-9 0,2-1 0,1-3-195,2-3 1,2-5 0,1-5 0,-2-7-32,-1-5 1,0-4 0,-3-2-1,0-4-47,-1-2 0,0-3 0,-4-1 0,0-1-4,0 1 1,-4 0 0,0 2 0,-2-1 8,-3 3 1,3 7-1,0 1 1,0 5-1128,0 3 1068,4 5 1,-2 5-1,8 6 1,3 3-355,3 3 0,0-1 565,1 1 0,5 1 0,1 2 0</inkml:trace>
  <inkml:trace contextRef="#ctx0" brushRef="#br0" timeOffset="7463">3242 1405 8936,'-7'10'253,"-1"-3"1,5 3 0,-3-3 0,1 4-14,3 3 0,-1 4 0,1 6 1,-2 4-43,2 3 1,1-5 0,1 6-1,1-3-147,2-2 0,0-6 0,4-1 1,1-4-90,2-7 0,4-3 0,1-6 1,-1-2-102,2-5 1,-3-5-1,4-11 1,-2-4-54,-1-5 0,-2 2 0,-2-5 1,1 0 76,0 2 1,-4 7-1,-1 6 1,0 3 150,0 4 1,-3 7-1,0 6 124,-2 6 0,1 8 0,0 6 0,3 2-44,1 4 1,-4-5 0,3-4-1,-1 0 125,-1 0 0,4-4 1,-2 0-1,1-3-111,3-3 1,-3-5 0,1 2-215,1-3 0,1-7 0,-1-4 0,-1-5-60,2-6 1,-3 1 0,0-8 0,0 1-318,0-1 0,0 3 0,2-3 0,-2 1-225,-1-1 1,2 8 0,-2-1 0,0 3 294,0 2 1,2 2 0,-2 0 390,1 2 0,-4 5 0,3 1 0,-2 0 45,1 0 679,0 3-369,0-1 0,-2 8 0,1 4 1,-2 1 124,-1 2 1,4 1 0,0 2-32,-2 4 0,-1 3 0,-1 2 0,0 2 0,0 4-127,0 2 1,0-1-1,0 1 1,0 3-61,0-1 0,0-4 1,0-4-1,1-3 174,3-4 0,-3-2-726,3-6 1,-3-5 0,0-6 96,3-9 1,-2-5 0,5-7 0,1-1-28,-2-2 1,3 2 0,-3-1 0,1 4 86,1 2 1,-5 8 0,3-1 0,0 3 0,0 2 0,-2 2 56,3 8 0,-3 0 1,2 5-1,-2 3 1,0 1-232,1 3 1,-3-4 0,4 2-1,0-2-69,0-1 0,-2 0 0,3-1 0,3-3 50,3-4 1,-1-1 0,3-2 0,1-2 73,2-1 0,-1-4 0,0-8 0,0-2 262,-1 1 1,-2-4 0,-1 6 645,-5 1 1,1 1-397,-6 1 0,0 6 1,-7 6-1,-2 8 555,0 4 1,0 6 0,4-1-383,-2 3 1,0 0 0,4 1 0,0-1 0,0 1-264,0 0 0,2-5 1,0-3-1,3-2-162,1-1 1,1-5-1,4-3 3,0-1 1,-1-11 0,0-3-71,-3-3 0,2-3 1,-6-4-1,0 0 0,-2-1 159,-1-2 0,0 6 1,0-3 37,0 2 0,-1 4 0,-2 2 1,-2 3-202,-1 4 1,-1-1 0,-4 4 0,1 2-304,-1 0 0,1 4 1,2 1-1,1 4-754,-2 3 1,4 2 0,2 1 0,2 3 425,1 1 1,1-3 0,2 3 693,5-2 0,6 5 0,3-4 0</inkml:trace>
  <inkml:trace contextRef="#ctx0" brushRef="#br0" timeOffset="7688">4149 1621 7724,'8'0'0,"-1"0"3798,0 0-2163,-1 0-1197,-1 0-438,-5 0 0,0 5 0,0 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7.827"/>
    </inkml:context>
    <inkml:brush xml:id="br0">
      <inkml:brushProperty name="width" value="0.06" units="cm"/>
      <inkml:brushProperty name="height" value="0.06" units="cm"/>
    </inkml:brush>
  </inkml:definitions>
  <inkml:trace contextRef="#ctx0" brushRef="#br0">65 65 10092,'0'11'0,"0"2"183,0 5 0,4 8 0,1 12 0,0 8-140,-1 5 1,0 1-1,-4 4 1,0-3-268,0-2 0,0-13 0,0-1 0,-1-6-170,-3-8 1,-2-6 0,-3-11-196,1-6 0,0-6 0,4-8 1,2-6 588,1-4 0,1-3 0,0-6 0,0 1-73,0 0 0,1-4 1,3 0-1,3 1 105,2 1 0,-1 3 0,0 2 1,3 3 443,2-1 0,3 9 0,-3 1-205,1 8 0,4 0 0,-2 6 0,-1 2 0,1 2 229,-3 2 1,-4 7-1,-3 0-254,-2 3 0,0 5 1,-5-3-1,-3 2 1,-3 4-107,-3 3 1,-5 0 0,-2 2 0,-2-1-215,-3-1 1,3-7 0,-6 4-1,2-5-599,1-2 1,4-4-1,2-2-59,0-5 1,6-3 0,7-5-1,2-5 732,1-7 0,6-4 0,3 0 0,6-1 0,1 1 0,-2-1 0,6-4 0,-3-2 0</inkml:trace>
  <inkml:trace contextRef="#ctx0" brushRef="#br0" timeOffset="246">303 141 7738,'11'0'377,"1"1"-188,2 3 1,2 3 0,2 6-1,-5 3 1,-3 1 497,-3 2 0,-4-1 0,3 2 0,-1 3-319,-2 0 0,-2 0 0,-1-2 0,-1 1-202,-3 0 0,2-1 1,-6 0-1,0-2-90,-2-1 0,0-5 0,0 1 0,2-3 52,0-4 0,5-2-209,-4-5 1,4-6-1,0-5 1,3-5-106,3-5 1,3-6-1,5-5 1,1-4 106,2-2 0,0 2 0,2-1 0,1 2-348,0 4 1,-2 5-1,1 2 1,0 5-341,-3 5 0,0 7 0,1 3 1,0 3 282,-1 1 0,-1 1 484,-1 3 0,0 2 0,0 4 0</inkml:trace>
  <inkml:trace contextRef="#ctx0" brushRef="#br0" timeOffset="443">714 206 7738,'0'28'0,"0"-3"0,-2-1 378,-1 1 0,0-1 1,-3 4-1,2-2 152,1-2 1,-2-1 0,1-3-1,-1-1-2325,0-1 991,1-4 1,4-10 0,2-11 0,0-10 803,2-7 0,9-8 0,-1-6 0</inkml:trace>
  <inkml:trace contextRef="#ctx0" brushRef="#br0" timeOffset="635">757 87 7301,'0'-11'1269,"0"4"-285,0 0 0,-1 4-149,-3 0-1592,3 2 0,-4 5 0,5 4-1731,0 1 2488,5 2 0,1 0 0,5 0 0</inkml:trace>
  <inkml:trace contextRef="#ctx0" brushRef="#br0" timeOffset="997">930 152 7738,'1'23'221,"3"2"1,-3-1-1,2 5 1,-1 1 336,-2 1 1,3 1-1,1 0 1,-2-2-37,-1-2 1,1-4 0,0 0 0,3-4-122,1-6 1,-3-3 0,5-4-423,0-3 0,-2-8 1,1-4-1,0-7-100,-1-6 1,4-3 0,-4-8 0,1-1-383,0-1 1,-1-3-1,3 1 1,-3 1-171,-1 2 0,3 6 0,-2 4 1,1 4 254,0 0 0,1 7 0,2 1 0,1 3 101,0 2 1,3 1-1,1 5 1,-1-1 316,2-3 0,-4 3 0,2-3 0,-2 2-6,-1-2 0,-4 3 510,0-3 1,-5 4-1,-2 4 1,-8 3 41,-5 3 1,1 2 0,-3 1 0,0 3 66,1 0 1,-2 2 0,4 4 0,0 0-231,3-1 1,0-3-1,0-1 1,1 0-330,5 0 0,2-4 0,2 1 0,2-3-263,5-4 0,6-2 1,4-6-1,2-3-51,2-3 0,3-8 0,0-6 1,-1-4-84,-1-3 0,-1 4 0,-2 0 0,-2 5 350,-3 5 0,-7 6 0,-1 5 162,2 2 1,-4 10 0,-3 6-1,-3 4-182,-3 3 0,-3 0 1,2 2-1,0 2-740,1-2 1,0-5 0,4-2-2387,0-2 3139,0-5 0,0-15 0,0-7 0</inkml:trace>
  <inkml:trace contextRef="#ctx0" brushRef="#br0" timeOffset="1225">1578 1 7738,'-4'10'534,"0"2"1,-1 2 16,0 0 0,-2 2 0,3-2 0,1 5-67,-2 5 0,4 0 0,-3 6 0,3 4-261,1 4 1,-4 2 0,1 1-1,-1 1-743,-1-1 0,3-5 1,-4-3-1,1-5-1623,3-7 0,-1-11 538,0-3 1605,-3-14 0,-5-5 0,0-10 0</inkml:trace>
  <inkml:trace contextRef="#ctx0" brushRef="#br0" timeOffset="1463">1448 346 7738,'5'-10'138,"-4"2"0,3 1 189,-3-1 0,3 2 0,1-1-91,1-2 1,-3 3 0,3-1 0,0 0-15,0 1 1,3 1 0,4 5 0,2 0-85,2 0 0,-2 0 1,3 0-1,1 0 63,1 0 0,2 0 1,-1 0-1,2 0-203,2 0 0,-5-1 0,1-3 1,-2-3-219,-2-3 0,-1 0 0,-6-1 0,-3 0 286,-4 0 0,-6 0 0,-4 2 0,-4 0 133,-4 2 0,2 5 0,-4-2 0,2 4 151,1 4 0,2 2 1,2 6-1,0 2-2,3 4 0,-2 3 0,6 0 0,0 1-112,2-1 1,2 1 0,2-2 0,3 0-563,3-2 0,0-5 0,6 0 0,1-5-3376,2-4 3702,2-3 0,7-10 0,1-3 0</inkml:trace>
  <inkml:trace contextRef="#ctx0" brushRef="#br0" timeOffset="1949">2226 1 8687,'0'7'1554,"0"1"-1323,0 4 1,0 1-1,0 9 1,0 6 201,0 5 0,0 10 0,-1 8 1,-3 2-414,-3 1 1,-2-3-1,-2-4 1,0-7-55,0-5 1,5-13-1,3-6-1559,1-10 0,4-7 0,1-11 1593,4-3 0,8-6 0,2-7 0</inkml:trace>
  <inkml:trace contextRef="#ctx0" brushRef="#br0" timeOffset="2547">2464 87 7738,'6'11'855,"-2"0"0,-4-1 0,-4 1-357,-3 0 1,1-4-1,0 0 1,0 2-76,0 0 0,-1 2 0,-4 0 0,0 1-174,0 3 1,0-2-1,1 4 1,-1-1-19,0 1 1,1 0 0,3 2 0,2-1-26,1 1 1,2-3 0,-1-2-601,2-2 1,5-2 108,4-3 0,1-2 0,2-5-482,0 0 0,0-1 1,-1-3-1,1-2-247,0 0 1,3-3 0,1 1 0,-2-1 592,-1-2 1,2 0 0,2 0 0,0 1 447,-1-1 1,1 1 0,-3 2 0,3 2 108,0 1 1,1-2 0,2 3 0,-2 1-8,-1-2 1,2 2 0,-3-3 629,2 2 1,-3-5-1,0 1 1,-2-4 0,-1-3-6,0 2 0,-5-4 1,-3 0-473,-2 1 1,-1 0 0,-1 4 0,-2-1 0,-5-2-2,-1 2 0,-2 6 1,0 3-1,-1 3 8,-2 1 1,2 5-1,-3 2 1,3 5-148,1 6 0,1 1 0,0 10-41,3 1 1,-2 2 0,5 0 0,-1-1 0,0 0-604,3 2 1,0-7-1,2 4 1,2-5-35,1-4 0,3-7 1,6-1-753,3-4 0,-3-4 1,3-7-1,0-2 0,0-7 1288,2-6 0,1-5 0,3 0 0,-3-2-404,-4 0 0,-2 7 1,-1-4 403,0 5 1082,-1 1 0,-2 9 391,-1 3 0,-4 3 1,5 3-1218,0 4 1,-2-1 0,1 0 0,2-1-345,0-2 1,2 1-1,1 0-773,2-2 0,-2 0 861,3-2 0,-3 0 0,-1 0 0</inkml:trace>
  <inkml:trace contextRef="#ctx0" brushRef="#br0" timeOffset="2838">3112 163 7738,'0'10'0,"-1"1"0,-3 0 0,-2 0 1476,0 0 0,-3 4 0,2 2 0,-4 2-650,-4 3 1,3 3 0,-3 10 0,-1 3-708,-2 4 0,3-4 0,0 4 0,3-3-499,1 0 1,1-6 0,0-2 0,3-8-382,3-7 0,4-9 0,4-3 0,4-4-2402,5-4 1,4-5 3162,5-6 0,-1-4 0,1 2 0</inkml:trace>
  <inkml:trace contextRef="#ctx0" brushRef="#br0" timeOffset="3064">3091 573 7738,'6'5'1545,"-2"1"-1952,-4 5 1,0-4 406,0 0 0,-4-4 0,-2 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6.562"/>
    </inkml:context>
    <inkml:brush xml:id="br0">
      <inkml:brushProperty name="width" value="0.06" units="cm"/>
      <inkml:brushProperty name="height" value="0.06" units="cm"/>
    </inkml:brush>
  </inkml:definitions>
  <inkml:trace contextRef="#ctx0" brushRef="#br0">87 33 8028,'0'-11'1871,"1"7"-1464,2 8 1,3 4 0,4 13 0,-2 3-154,0 2 0,-1 8 1,4 5-1,-2 5-532,-2 2 1,-2-1 0,-5 2-1,0-4-487,0-4 1,-1-5 0,-3-8 0,-3-3-291,-2-6 1055,-2-4 0,-5-7 0,-1-1 0</inkml:trace>
  <inkml:trace contextRef="#ctx0" brushRef="#br0" timeOffset="241">0 335 7738,'0'-6'526,"0"-3"0,0 1 0,0-1 0,3-2-246,4 0 1,0 4 0,9 0-1,-1-2-473,3 0 0,4-2 0,2 1 0,2 2-450,2 1 0,1 0 1,3-4-1,-1 0-143,-2 0 1,-3 0 785,-4 0 0,0 1 0,-1-1 0</inkml:trace>
  <inkml:trace contextRef="#ctx0" brushRef="#br0" timeOffset="612">454 0 7738,'0'11'-533,"0"0"1,0 0 892,0-1 0,0 1 1,0 0-1,-1 0 394,-3 0 1,3 1 0,-3 2 0,3 4-411,1 2 0,0 2 0,0 0 0,0 1-224,0 2 0,0 1 0,0 3 0,0-3 50,0 1 0,0-8 1,0 1-1,0-3-411,0-4 0,1-5 0,3-5-62,3-2 0,3-2 0,1-2 1,-1-6 113,1-4 0,1 1 0,1-2 1,2 0 139,-2 0 0,3 2 0,-2-1 1,0 3 16,2 3 0,-3 1 0,4-1 1,0 2 10,0 0 0,-7 4 0,5-3 0,0 3 287,1 1 0,1 0 0,-4 0 1,3 0-83,0 0 1,2 0-1,3 0 1,-2 0-138,-1 0 0,-7-1 1,2-3-1,0-3-42,-1-2 0,-3-2 0,-3 0 0,-1 0-168,-3 0 0,-2-3 0,-4 0 0,-4 0 239,-5 2 1,-4 6-1,-5 3 1,1 1 166,-1 2 0,0 5 0,2 4 0,2 4 29,4 5 1,0 4 0,2 3-77,2 4 1,1 2 0,9 2 0,0 2 0,1 2-427,3 2 1,3-8 0,8 0 0,3-4-793,2-7 1,5-4 0,0-9-1,1-6 1022,0-7 0,-3-6 0,3-10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4.576"/>
    </inkml:context>
    <inkml:brush xml:id="br0">
      <inkml:brushProperty name="width" value="0.06" units="cm"/>
      <inkml:brushProperty name="height" value="0.06" units="cm"/>
    </inkml:brush>
  </inkml:definitions>
  <inkml:trace contextRef="#ctx0" brushRef="#br0">106 96 8447,'12'1'0,"3"1"0,3 3 614,2 1 0,7-2 0,0 3 1,2 0-344,0-1 1,-2 0 0,4-3-558,-3 0 0,-2 0 0,1-6 0,0-2 0,-3-2-218,-2-5 1,-4 1-1,-1-3 1,-1 1-47,-3-2 1,-2 2 0,-4-4 0,-3 2 549,-3 2 7,-1 5 1,-5 6-1,-3 8 1,-4 6-1,-3 5 150,2 6 0,-3-1 1,2 7-1,1 1 264,1 1 1,1 2 0,0-1 0,0 1-157,1-1 0,-1 2 0,1-1 0,2 1-584,1-3 1,3-1 0,-3 1 0,-2-1-211,0-1 0,-2-6 1,-1 0 528,-3-4 0,-1-1 0,-6 4 0</inkml:trace>
  <inkml:trace contextRef="#ctx0" brushRef="#br0" timeOffset="236">74 690 8064,'-18'0'577,"0"0"1,8 1-1,0 2-362,0 0 1,5 0-1,3-6 1,5-2 68,8-1 0,5-1 1,7-4-1,2 1-136,4-1 0,3-1 0,3-1 0,2-2-461,1 2 0,-2 1 1,3 1-1,-1 0-380,1 1 1,-3-1-1,2 0 1,1-1-272,-1-2 1,-7-1 963,2-6 0,-8 1 0,1-6 0</inkml:trace>
  <inkml:trace contextRef="#ctx0" brushRef="#br0" timeOffset="434">776 193 7634,'6'-11'559,"-1"10"0,-5 6 1,-1 6 170,-3 3 1,2 5 0,-5-1 0,-2 4-526,0 3 0,-2 3 1,1 3-1,2 0-470,1 2 1,1-6-1,-3 8 1,3-1-100,1-4 1,2-3-1,4-6-1013,3-3 0,5-9 0,7-10 1377,1-9 0,5-5 0,6-7 0</inkml:trace>
  <inkml:trace contextRef="#ctx0" brushRef="#br0" timeOffset="632">1079 236 7738,'-1'-6'436,"-3"3"0,-3 1 0,-6 4 0,-3 1 208,-1 4 0,-1 4 0,-3 2 1,-1 3-292,0 1 0,1 1 0,2 2 0,2 1 45,2 0 1,11-5 0,-4 6 0,6-2-302,2 0 1,6-2 0,4-1-1,4-1-394,3-3 0,1-2 0,2-3 0,1-2-482,0-1 0,-2-1 0,7-4 1,-4-2 193,0-1 0,0-4 1,-1-7-1,2-1-577,2-2 0,-6-2 1162,3-6 0,-3 2 0,3-4 0</inkml:trace>
  <inkml:trace contextRef="#ctx0" brushRef="#br0" timeOffset="865">1306 269 9283,'-7'4'468,"-1"4"1,5 6 0,-3 4 0,0 2-83,0 2 0,-1 1 0,-4 2 0,0 4-153,0 2 0,1 2 0,2-2 0,2-1-51,1-1 0,0-9 0,3 0-305,-2-3 1,2-7 0,4-8-24,2-4 0,4-9 0,0-8 1,2-5-108,5-5 0,-2-2 0,4-2 0,0 1 17,0 0 1,-3 0 0,3 4-1,-2 2 190,-1 3 1,-2 7 13,-2 1 1,0 13 0,-3 7-1,-3 7 191,-3 6 0,-2 3 0,-2 3 1,-1 3 145,-2 0 1,2 1-1,-2 2 1,1-1-604,3 1 0,1-6 0,1 0 0,0-1-904,0-4 1,4-6 0,5-7 0,4-2 1201,5-6 0,2-8 0,2-12 0,4-4 0,2-7 0</inkml:trace>
  <inkml:trace contextRef="#ctx0" brushRef="#br0" timeOffset="1148">1651 366 8189,'-10'6'564,"-1"5"1,0-3 0,0 5-1,0 2-227,1 0 1,2 5 0,1 4 0,-1 2 271,-2 2 1,4-4 0,3 2 0,1-1-295,2 0 0,2-3 0,1-6 0,4-4-445,3-6 0,6-4 0,2-3 0,2-4 34,2-6 1,-2-9-1,-1-8 1,-1-2-88,2-2 0,-8 4 0,-2-7 1,-1 2-55,-3 3 0,-1-1 0,-5 5 0,-2 2 158,-1 1 1,-3 8 0,-6 3-1,-1 5-347,-2 2 0,1 1 0,3 4 0,0 1-356,0 3 0,2-2 0,1 6 176,5 0 1,3 2-1,5-1 606,5-2 0,1 0 0,5-5 0,-1 2 0,2-1 0,5-3 0</inkml:trace>
  <inkml:trace contextRef="#ctx0" brushRef="#br0" timeOffset="1465">1824 355 7855,'8'11'268,"-1"0"0,-5 1 0,2 1 0,-3 3 434,-1 0 0,0-1 1,0 2-1,0-1-189,0 1 0,0 0 0,0 2 0,0-2-250,0-1 0,0-2 0,1-3-237,3 0 0,-2-4 0,5-1 49,2-1 0,0-7 1,2-5-1,0-4-264,0-3 1,-3 0 0,1-7 0,0-2 115,0 1 1,-1-2-1,3 1 1,-2 1 135,-1 5 1,0 4 0,-3 2 103,1 1 0,-4 5 0,2 5 0,-3 7-56,-1 6 1,0 9-1,0 5 1,0 2-56,0 0 1,0 0 0,1 2-1,3-1-87,3-1 0,-1-9 1,1-1-1,2-4 40,0-6 0,6-5 1,-1 0-1,-1-6-175,-1-5 1,0-5 0,1-11 0,3-3-273,1-6 0,-6 2 1,1-4-1,-1 2-1145,-3 2 1,-1 0-1,0-2 1583,-3 4 0,-3-4 0,-1 5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3.376"/>
    </inkml:context>
    <inkml:brush xml:id="br0">
      <inkml:brushProperty name="width" value="0.06" units="cm"/>
      <inkml:brushProperty name="height" value="0.06" units="cm"/>
    </inkml:brush>
  </inkml:definitions>
  <inkml:trace contextRef="#ctx0" brushRef="#br0">65 1 7738,'-9'3'239,"-1"1"0,5 3 0,-6-2 1,1 1-61,1 2 1,3 2 0,2 1-1,3-1 76,1 1 0,0 5 1,1 1-127,3-1 0,3 5 0,6-3 0,3 1 0,1 0-310,2-1 0,1-8 0,2-1-27,0-3 1,3-2 0,0-5-1,-1-4 1,0-6-81,1-6 0,-3-3 1,1-2-1,-4 1 210,0-1 1,-2 1 0,0 0 0,-3 3 112,-4 4 0,0 5 1,-4 5 210,0 2 0,3 6 1,-6 12-1,1 5 108,1 7 0,-3 4 1,4 3-1,-1 3 39,-3 4 0,0-1 0,-2 5 0,0-4-88,0-2 1,0-2-1,-3 2 1,-3-3-64,-5 0 1,-3-7 0,0 1 0,-4-3-66,-3-4 0,-2-1 1,1-4-1,-2-4-434,0-4 0,3-7 1,-4-2-1,2-4-457,2-5 1,4-8 0,2-3-1,5-2-31,2-2 0,4-3 1,5 0 744,2 1 0,8-4 0,6 1 0</inkml:trace>
  <inkml:trace contextRef="#ctx0" brushRef="#br0" timeOffset="282">659 292 7738,'-5'27'0,"-1"-1"0,-4 3 0,-1-3 564,0 1 0,1-7 0,3 3 1,4-1-5,1-3 0,2-5 0,0 1 1,3-5-464,4-2 0,0-4 0,9-4 1,-1-1-340,3-2 0,-1-5 1,0-6-1,0-4-5,0-2 0,-8-3 0,2-1 1,-3-3 126,-2 0 0,-1 1 0,-5-1 0,-1 0 79,-3 3 0,-2 2 0,-4 1 1,-1 3-133,0 4 0,0 2 1,0 2-1,1 3-325,-1 3 1,4 3 0,-1 2 33,0 3 0,3 2 0,2 5 464,1 0 0,7 4 0,1 2 0</inkml:trace>
  <inkml:trace contextRef="#ctx0" brushRef="#br0" timeOffset="566">843 227 7738,'-4'12'153,"-1"2"1,-1 1 393,-2 2 1,2-3 0,0 3 0,0 0-163,0 0 1,4-3 0,-2 3-1,3 0-203,1 0 1,3-3 0,2 3 0,2-1-345,5-3 1,0-5-1,5-2 1,0-1-42,0-3 0,1 0 0,3-4 0,1-1 43,0-4 1,-4-8 0,-2-3 0,0-2-56,-3-2 1,-1 3 0,-2 0 0,-2-2 341,0 2 0,-5 5 0,4-1 110,2 3 1,-3 7 0,0 7 0,0 7 19,0 8 1,-3 8-1,3 4 1,-1 4-136,-2 3 0,1-3 0,0 3 0,0-3-992,0-5 0,-2-2 0,1-8 870,-2-4 0,4-7 0,1-2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2.326"/>
    </inkml:context>
    <inkml:brush xml:id="br0">
      <inkml:brushProperty name="width" value="0.06" units="cm"/>
      <inkml:brushProperty name="height" value="0.06" units="cm"/>
    </inkml:brush>
  </inkml:definitions>
  <inkml:trace contextRef="#ctx0" brushRef="#br0">97 0 7841,'0'11'110,"0"6"0,0 3 0,0 7-14,0 4 0,4 6 1,0 11-1,-1 6-89,2 5 1,-4-5 0,3 7 0,-3-4-296,-1-3 1,0-9 0,-1-3-1,-3-6-909,-3-8 1197,-3-6 0,-5-7 0,-2 2 0</inkml:trace>
  <inkml:trace contextRef="#ctx0" brushRef="#br0" timeOffset="384">0 422 7712,'0'-11'1008,"0"4"-596,0-1 1,1 2 0,3-2-322,3 1 0,3 4 0,2 0 0,2 2-505,4 1 1,0-4 0,3 0 0,3 2 274,2 1 0,3-3 0,3-1 0,1 1-346,-1-1 0,1-4 0,-2 2 1,-2-2 484,-4-2 0,-7 1 0,-5 2 0,-3 2 0,-3 1 0,-6 3 0,-1 6 145,-6 7 1,-4 2-1,0 8 1,-2 3 356,-3 2 0,7 3 1,-2 2-1,3 0-1,1 2 0,4-7 1,-2 4-1,3-5-247,1-4 0,8-7 0,3-1 0,2-4-290,3-6 0,2-6 0,5-6 1,1-5-37,0-8 0,-5-8 0,2-7 0,-5-1 31,-4-3 0,-6 3 0,-2-1 0,-3 2-93,-1 2 1,-6 10-1,-5 5 1,-6 3 118,-3 4 0,-1 2 1,2 3-1,2 5-465,2 2 0,0 1 0,5 0-1659,-1 0 2139,5 0 0,1 0 0,5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30.363"/>
    </inkml:context>
    <inkml:brush xml:id="br0">
      <inkml:brushProperty name="width" value="0.06" units="cm"/>
      <inkml:brushProperty name="height" value="0.06" units="cm"/>
    </inkml:brush>
  </inkml:definitions>
  <inkml:trace contextRef="#ctx0" brushRef="#br0">28 120 7875,'0'-6'1011,"0"14"0,0 11-609,0 7 1,1 4-1,2 7 1,0 7-132,0 9 0,2 10 1,-1 10-1,1 6-134,0 0 1,2-4 0,-3-8 0,-1-6-218,2-8 0,-4-15 0,3-3 0,-2-10-652,2-5 0,-2-12 1,4-2-2503,-1-7 3234,4-5 0,-8-15 0,4-1 0</inkml:trace>
  <inkml:trace contextRef="#ctx0" brushRef="#br0" timeOffset="363">28 174 7779,'4'-15'0,"-1"1"40,0 1 1,-1 0-1,2 1 1,2-2 42,0 1 1,3 4 0,-1-6 0,2 2 207,5-1 1,-2 5-1,4 0 1,0 3-139,-1 3 0,2 2 0,3 1 0,-3 1-6,-4 3 1,-3 7 0,-3 5 0,-2 2 21,-1 0 0,-1 2 0,-5 4 0,-4 2-80,-6 2 0,-1-1 1,-6 2-1,-1-3-157,-2 1 1,0-8 0,-1 1 0,1-2-290,-1-1 0,4-7 1,1 1-1,2-3-821,1-2 1,2-1-374,2-5 1551,4-5 0,6-1 0,6-5 0</inkml:trace>
  <inkml:trace contextRef="#ctx0" brushRef="#br0" timeOffset="899">320 260 7778,'6'16'-46,"0"-3"1,-4 4 0,2 1 407,-2 2 1,1-4-1,-1 6 1,2-1 5,-2 3 0,-1 0 1,-1 4-1,0 1-191,0 2 0,0-5 0,0 7 0,-1-3-41,-2-3 1,-2 0 0,-4-7 0,2-1-207,-1-1 1,2-9 0,-1-2 69,-2-5 0,3-7 0,0-3 1,1-6-47,3-8 1,1-9 0,1-9 0,0-2 86,0-1 1,5 0 0,2 0-1,4-1-253,3 1 1,-2 8 0,4 3 0,-2 2-195,0 2 0,6 7 1,-2 7-1,2 5-38,2 2 1,-1 4 0,0 0-1,-2 1 113,-1 2 1,-4 5 0,3 2 0,-1 2 330,-3-2 0,-2 3 0,-3-3-21,-1 2 1,-4 2 0,0 1 0,-2 1 231,-1 2 0,-1 0 1,-1 0-1,-2 3 298,2 2 0,-3 3 1,1 1-1,2 3 124,1 0 0,1-2 0,0 3 0,0 0-399,0-1 0,1-6 0,3-2 0,3-6-409,2-7 0,6-4 0,0-4 106,2-5 0,-4-10 0,2-12 0,-3-3 0,-1-3-112,-1-1 0,-3 0 0,-4 4 1,-2 0 93,-1 3 0,-1 3 1,-2 7 128,-5 4 1,-5-1 0,-3 8 0,1 2 0,-1 2-258,3 0 0,1 0 0,1 4-1608,0 0 54,1 0 1769,4 0 0,1 5 0,5 1 0</inkml:trace>
  <inkml:trace contextRef="#ctx0" brushRef="#br0" timeOffset="1146">774 271 7778,'6'16'106,"-1"-3"0,-5 4 0,1-1 189,2 1 1,-1 0 0,2 4 0,0-1-3,0 3 1,3 2 0,-2 0-1,1 3-93,2-1 0,-2 5 1,1-6-1,2-1-194,0-3 1,2-8 0,0-1 0,0-4 71,-1-6 0,2-4 0,2-6 0,0-9 60,-1-6 0,0-11 0,-1-5 0,0-2-47,-2 1 1,-2 3 0,3-3 0,0 1-41,0-1 1,-4 8 0,-1 1 0,-1 4-1101,-3 2 0,-1 8-817,-1-2 0,0 11 1866,0 7 0,-4 9 0,-2 8 0</inkml:trace>
  <inkml:trace contextRef="#ctx0" brushRef="#br0" timeOffset="1396">1087 433 7778,'17'10'188,"0"-7"0,-4 7 0,2-4 15,2-4 1,1-2 0,4-4 0,0-8 87,-1-9 1,-3 0 0,0-6-1,0 2-16,-1 0 1,-1-2-1,-7 4 1,-2 1-170,-3 1 0,-8 3 0,-3 1 0,-4 5 9,-3 4 1,-3 6 0,-4-2-1,-1 3 21,0 1 0,4 6 1,0 5-1,0 5 10,1 5 1,1 2-1,4 1 1,1 2 102,5 2 0,3 2 0,3 5-217,0 1 1,3 4 0,4 0 0,7 1 0,7-2-542,4-3 1,3-3 0,3-7-1,-1-8-2318,-1-9 2827,0-12 0,8-12 0,1-8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8:45.639"/>
    </inkml:context>
    <inkml:brush xml:id="br0">
      <inkml:brushProperty name="width" value="0.06" units="cm"/>
      <inkml:brushProperty name="height" value="0.06" units="cm"/>
    </inkml:brush>
  </inkml:definitions>
  <inkml:trace contextRef="#ctx0" brushRef="#br0">33 33 7844,'-10'0'488,"4"2"1,2 2 0,3 7 0,1 7-157,0 6 0,0 4 0,0 5 1,0 5-181,0 5 0,3 1 0,1 5 1,-2 1 25,0-1 0,-4-7 1,0-1-1,-2-6 267,2-8 0,-3-8-407,2-4 1,-1-9 0,4-6-1,0-7-255,0-7 1,0-4 0,1-7 0,3-5-13,3-5 0,3 1 0,0-5 0,2 2 130,3 2 0,2 5 1,4 2-1,1 2 13,-1 2 1,2 11 0,1 6 0,1 4 149,-1 3 0,-2 10 1,-4 3-1,-4 5 157,-2 4 0,-6-2 1,-2 8-1,-3-1 6,-1 1 0,-5 1 0,-2 2 1,-4-1 130,-3-1 1,-3-5 0,-3 0 0,1-5-240,1-5 1,3-5 0,-3-3 0,0-1-557,1-3 1,2-1 0,4-1 0,0-1-788,0-3 0,5-2 1,3-6 721,2-2 1,2-3 0,2-6 501,5-2 0,1-2 0,2-6 0</inkml:trace>
  <inkml:trace contextRef="#ctx0" brushRef="#br0" timeOffset="273">336 206 8674,'11'0'1947,"0"0"-1600,-1 0 0,-2 0 0,-1 0 0,1 1-321,2 3 0,-3-3 1,0 3-1,3-3-580,3-1 1,-1 1-1,4 2 1,-1 0-630,3 0 1,-1-2-1,1-1 1183,1 0 0,6-5 0,3-1 0</inkml:trace>
  <inkml:trace contextRef="#ctx0" brushRef="#br0" timeOffset="503">779 44 8027,'-7'10'0,"-1"-1"532,0 2 1,2-1 0,-1 9 0,-2 3-120,0 2 1,-2 6 0,0-2 0,-1 5 17,-2 3 1,2 2 0,-3 4 0,3-1-349,2-1 0,2-4 0,2 2 0,2-2-803,1-5 0,2-4 1,1-9 232,0-4 1,1-7 0,3-5-290,3-8 1,4-3 0,2-9 775,1-1 0,1-6 0,-4-3 0</inkml:trace>
  <inkml:trace contextRef="#ctx0" brushRef="#br0" timeOffset="755">1308 87 7738,'-3'-10'280,"-2"-1"1,0 0 64,0 0 1,-3 0 0,1 2 0,-4 0 69,-3 2 0,0 5 1,-3-2-1,1 3-194,-1 1 0,4 8 0,-2 4 0,3 4-68,1 3 1,4 3 0,1 3 0,1 3-98,3-1 0,1 4 0,1-3 1,1 0-104,3-3 1,2-2 0,6-2 0,1 2-74,1 2 1,1-6-1,-5 3 1,0-1 25,-3-1 1,-1-2 0,-3 0 87,0 1 1,-4-7 0,-6-2 0,-3-4-173,-1-4 0,-3-1 0,-2-1 0,0 0-262,-4 0 1,4 0 0,0-1-1,2-1-320,0-2 1,5-4 0,-4 1 329,4-3 0,4-2 430,5-2 0,0-3 0,0-5 0</inkml:trace>
  <inkml:trace contextRef="#ctx0" brushRef="#br0" timeOffset="1000">1449 174 7738,'0'15'362,"0"0"0,0 5 0,0 3-359,0 0 1,-4 4-1,-1 1 1,1 2 160,-1 2 1,-4-1-1,3 5 1,-1-4-655,0-3 0,5-8-678,-2-6 1,3-19 1167,1-10 0,5-15 0,1-9 0</inkml:trace>
  <inkml:trace contextRef="#ctx0" brushRef="#br0" timeOffset="1249">1481 120 7738,'-7'-7'177,"0"1"1125,-2 1-1344,5 1 1,-1 5-430,5 3 1,0 2-1,1 4 1,3-2-181,3-1 1,2-1 650,2 1 0,5 3 0,1-4 0</inkml:trace>
  <inkml:trace contextRef="#ctx0" brushRef="#br0" timeOffset="1499">1643 120 7738,'-6'5'627,"-2"-3"0,3 5 1,-1 2-157,-2 0 0,2 2 0,-2 0 0,0 1-168,-2 2 0,3-2 0,1 4 0,0-2-329,0 1 0,4-1 0,-2-3 1,3 0-164,1-1 0,5-2 0,2-2 0,3-2-139,0-1 0,5-7 0,0-3 0,1-3 23,0 0 0,-1-2 1,-2 0-1,2 0 145,-2 2 0,-1 3 0,-1 0 457,0 3 0,0 4 1,-2 5-1,-2 6 140,-3 5 0,-3 6 0,-1 2 1,-1 2-132,-3 2 0,-2 1 0,-4 2 1,-1-1 58,0-1 0,-1-5 0,-1 0 0,-2-5-489,2-4 1,0-5-1,0-2 1,-3-5-462,-1-2 1,4-1-1,-1-2 1,2-4-443,1-5 0,0-8 0,1-1 0,3-4 507,4 0 0,1 0 0,4 0 520,1-2 0,3-4 0,5 3 0</inkml:trace>
  <inkml:trace contextRef="#ctx0" brushRef="#br0" timeOffset="1752">1762 206 7955,'1'12'436,"3"3"1,-3-3-1,3 3 1,-3 0-75,-1-1 1,1 5 0,2-2 0,0 2-20,0 3 1,-2-3-1,-1 6 1,0-2-144,0-1 0,0-1 1,0 0-1,0-3 375,0-4-625,0-2 1,0-8-1,0-8 1,0-9-124,0-6 1,1-8 0,1-1-1,3-4 38,1 0 1,0-1 0,3 2 0,-2 1 290,1 1 1,1 7-1,-1-1 1,-1 5 107,2 2 1,-3 5 0,1 5 7,1 2 0,-3 5 1,0 7-1,-2 5-180,1 5 1,0 3-1,-4 0 1,0 1-275,0 0 1,3-1 0,1 1 0,-2-1-170,-1 1 1,-1-1 0,0-3 0,0-3-931,0 1 1,0-8 0,2 2 276,1-4 0,0-7 0,3-8 1004,-2-4 0,5-9 0,-3-5 0</inkml:trace>
  <inkml:trace contextRef="#ctx0" brushRef="#br0" timeOffset="1989">2075 195 7840,'0'11'1246,"0"0"-856,0 0 0,0 0 0,0 1 1,0 2-264,0 4 0,-3 2 0,-1 2 0,2 0-343,1-1 1,-3 1 0,0-2 0,2-2 39,1-3 1,1-10 175,0-9 0,0-12 0,0-11 0</inkml:trace>
  <inkml:trace contextRef="#ctx0" brushRef="#br0" timeOffset="2768">2097 77 7907,'-1'-11'2592,"-3"0"-3012,3 5-512,-4 1 0,5 6-50,0 3 0,1 2 982,3 5 0,2-2 0,4 0 0,-3-2 0,2-5 0,-1 2 0,0-2 0,0 1 164,0 0 1,-6 2 0,3-2 0,-1 1 498,-1 2 1,1 2 0,-3 2 0,1 2-216,2 3 0,0-2 1,-4 5-1,0 2-231,0 4 0,3 0 1,1 4-1,-2 0-124,-1-1 0,-1-3 0,2 2 1,0-4 145,2 0 1,-1-9 0,-2-3-468,3-4 1,-3-9 0,4-7 0,-1-7-1,-1-4 0,2-5 1,-3-2-1,3-1 131,1 1 1,-2 2-1,2 0 1,-1 2 230,-3 4 0,-1 5 1,0 1 326,3 2 1,-3 7-273,3 5 0,-3 6 0,-1 8 0,0 4-229,0 3 0,0 0 0,0 1 0,0 1-513,0 2 0,0-2 1,0 2-1,0-2 73,0-1 0,1-9 1,3-4-298,3-3 1,3-3 0,0-8-1,2-7 777,3-8 0,0-3 0,5-6 0,-2-1-33,1-1 1,-4 2 0,0 1 0,-3 1 160,-1-1 0,-5 4 0,-3-1 463,-2 2 0,-2 10 0,-2 3 25,-5 4 0,-1 3 0,-2 4 1,0 2-122,0 5 0,4 2 0,0 4 0,0 0-254,1-1 1,-3 0 0,6 1 0,-1 0-220,-1-1 0,4-1 0,-2-1 0,1 0-31,2 0 1,2-4-1,1-1 1,4-1-341,3-3 1,2-1 0,1-1 0,2 0 75,-2 0 1,2 0 0,0 0-1,-2 0 403,-1 0 1,-1 0 188,0 0 1,-5 5-1,-3 3 1,-2 4 105,-1 3 0,-4 4 1,-5-1-1,-3 2-33,-2 2 1,-4 0 0,2-1 0,-1 1-507,-2 0 1,2-4-1,-1-2 1,0 0-795,2-3 1,0-4-1,5-3 86,0-2 0,2-1 1,2-7-1,3-3 335,3-3 1,7-2-1,3-2 538,5-4 1,1 1 0,-2-1-1,3 0 1,0 0 261,-1 0 1,3 5 0,-3-2-1,-1 3 181,2 2 1,-4 0 0,2 2-1,-2 2-301,-1 1 1,0 1 0,-1 4-1042,1 0 0,-1 5-1457,-3 2 2305,3 3 0,-4 1 0,4-1 0</inkml:trace>
  <inkml:trace contextRef="#ctx0" brushRef="#br0" timeOffset="3066">2659 390 7957,'0'11'316,"0"0"1,0-1 0,0 1-2036,0 0 1719,0-5 0,0-1 0,0-5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51:03.694"/>
    </inkml:context>
    <inkml:brush xml:id="br0">
      <inkml:brushProperty name="width" value="0.06" units="cm"/>
      <inkml:brushProperty name="height" value="0.06" units="cm"/>
    </inkml:brush>
  </inkml:definitions>
  <inkml:trace contextRef="#ctx0" brushRef="#br0">105 185 8155,'-3'-5'432,"2"3"1,-2 4 0,2 6-123,1 4 0,1 8 1,2 13-1,2 9 83,2 10 0,2 7 0,-2 8 0,-1 1-163,0-1 1,-4-5-1,3-3 1,-1-1-325,-3-3 1,0-12 0,-2-3 0,0-8-968,-2-9 0,-1-8 437,1 1 0,3-10 0,-3-6 624,2-9 0,-6-10 0,-2-1 0</inkml:trace>
  <inkml:trace contextRef="#ctx0" brushRef="#br0" timeOffset="341">73 258 7812,'0'-19'-113,"0"1"0,1 0 349,1 1 1,4 2 0,5 3 0,2-1 88,3 0 1,4 4-1,0 1 1,2 4-140,0 3 1,-3 2-1,2 3 1,-1 4-31,-2 5 1,-4 0 0,-4 3-1,-3 3 35,-2 3 1,-4 1 0,-1 4-1,-5 1-39,-5 2 1,-3-6 0,-4 5 0,-2-1-133,-3 0 0,-3-7 1,-1-2-1,-2-3-436,-1-5 0,5-3 1,-1 0-1,2-5 171,3-2 1,10-1 0,-2-1 0,4-2-2631,4-5 2875,6 0 0,6-8 0,5 3 0</inkml:trace>
  <inkml:trace contextRef="#ctx0" brushRef="#br0" timeOffset="629">383 242 7812,'12'16'262,"-5"-1"1,2 0-1,-1 3 124,-2 2 0,0-1 1,0 2-1,-1 0 142,-2 0 1,0 2 0,-3 2-1,0 0-147,0-1 0,-1-3 1,-1 2-1,-4 0-318,-1 0 0,-1 0 1,0 0-1,-1 1-142,1 0 0,-1-5 0,-1 2 0,-1-5 41,1-2 0,1-8 1,1-1-1,0-7-17,0-6 1,2-7-1,2-7 1,0-4 11,2-4 0,1 0 1,2-5-1,2 2 23,2 0 0,5 3 0,2 1 0,0 1 29,0 1 0,2 4 0,0 1 0,2 1-411,3 4 1,1 5 0,3 1 0,-1 3-410,0 3 0,-1 1 0,-1 5 0,-2 2-974,-2 2 1785,-2 2 0,3 9 0,-1 1 0</inkml:trace>
  <inkml:trace contextRef="#ctx0" brushRef="#br0" timeOffset="905">660 438 7812,'0'22'367,"-2"-1"0,-2-1 86,0 1 0,2-2 0,-1 2 0,2 0-360,1 0 0,0-2 0,0 1 0,0-2-410,0-3 0,1-5 317,2-5 0,1-12 0,4-11 0</inkml:trace>
  <inkml:trace contextRef="#ctx0" brushRef="#br0" timeOffset="957">734 177 7794,'-3'5'-672,"0"1"225,2 0 0,-1 1 447,-1 1 0,2 0 0,-2 1 0</inkml:trace>
  <inkml:trace contextRef="#ctx0" brushRef="#br0" timeOffset="1382">799 258 8448,'5'21'332,"-3"-2"1,-1 3-1,-1 1 1,0 2-77,0 1 1,4-1 0,1 4 0,0 0 100,0 0 1,1-5 0,2 2-1,0-2-186,0-1 0,1-1 0,-1-1 0,0-4-146,0-3 1,-3-7 0,1-2-1,0-4 143,2-4 0,-3-6 1,0-6-1,-1-5-180,1-4 0,-4-3 1,3-6-1,-1-2-182,-1 1 1,2 4-1,-2-4 1,2 1-191,0 3 0,2 4 0,2 1 0,0 0-214,0 3 0,1 3 1,2 0-1,3 5 107,1 3 1,2 4 0,1 0 0,1 0 490,0 1 0,-3 3 0,-3 0 0,-2 2 0,-2 1 0,-1 4 0,-3 2 0,-3 2 56,-4 3 0,-1-1 0,-4 3 0,-2 2 176,0 0 1,-3 0 0,0 0 0,0 2 808,-3 1 0,3 2 1,0 1-1,1 1-449,1 0 1,5 0-1,-3 2 1,2 1-363,1-1 0,2-6 0,4-2 0,1-4-229,4-2 0,5-4 0,2-4 1,4-2-63,2-6 1,0-4 0,3-10 0,2-5-582,-1-7 0,-3-2 0,0-5 0,-1-1 441,-1 1 1,-3 4 0,2 4 0,-4 9 321,-5 7 0,-4 10 0,0 6 0,0 9 25,-2 9 1,-2 4 0,-2 4-202,-1 3 1,0 4-1,1-1 1,-1-2-1,1-2-396,1-2 1,1-8 0,0-4 0,1-3-554,2-5 0,2-3 1,2-9 1003,-2-6 0,6-5 0,-2-8 0</inkml:trace>
  <inkml:trace contextRef="#ctx0" brushRef="#br0" timeOffset="1798">1428 87 7798,'4'-20'635,"3"3"775,-5-2-1061,1 9 0,0 9 1,0 11-1,-1 3 1,2 5 315,1 2 1,0 6-1,0 3 1,-2 3-432,-1 3 0,2-2 0,-2 7 0,1 0-315,1 0 1,-3 1-1,1-2 1,-1-3-337,-1-3 1,0-9 0,0-4-1,0-4-1389,0-5 1,0-8 956,0-5 0,-3-4 1,0-7-1,-1-2 849,1 0 0,-3-2 0,3 2 0,2 0 56,0 2 1,-2 2-1,0-2-104,1 1 0,2 2 1,0 1-1,0 2 1011,3 2 1,2-3 0,3 3-1,1-2-182,2-1 0,2-1 0,4 0 0,1-2-579,1-2 1,1-3 0,-3-3 0,0-1-226,-1 0 0,-5 1 1,-1 0 44,-4 2 0,-4 3 1,-8 2-1,-4 5 1,-3 2-124,-4 3 1,5 9 0,-6 4-1,-1 7 227,2 3 1,3 7-1,1 2 1,1 2 422,2 4 0,5-3 0,2 2 1,3-2 37,3-3 1,5-5 0,6-7-1,5-5-1711,2-5 0,6-4 1,1-8-1,2-5 1124,3-6 0,0-9 0,3-5 0</inkml:trace>
  <inkml:trace contextRef="#ctx0" brushRef="#br0" timeOffset="2584">2236 5 7828,'0'-4'778,"3"10"1,0 8-457,-2 2 0,3 6 1,0 2-1,-1 7-129,1 6 0,0 3 0,-3 7 0,2 1-42,-1 0 0,-1-4 0,-1-1 0,0-5 107,0-6 1,0-16-169,0 0 0,1-11 0,1-3 0,0-8-222,0-4 0,3-5 0,0-2 0,2-4-22,1-2 1,2-3-1,-1 0 1,3-1 120,1 1 1,-3 4 0,1 4 0,-2 3-16,-1 4 1,0 8 118,0 5 0,-3 10 0,-1 12 0,-2 4-225,1 5 1,0 1-1,-3 0 1,1-1 0,0 2-484,2-1 1,4-6 0,-2 0 0,2-7-1401,1-7 2037,4-8 0,1-2 0,3-4 0</inkml:trace>
  <inkml:trace contextRef="#ctx0" brushRef="#br0" timeOffset="3334">2661 242 7690,'-6'-18'0,"1"1"0,-2 3 0,-3 1 0,-1 2 143,-2 2 0,3 2 0,-1 2 0,2 2 987,1 2 1,2 5 0,1 1 0,0 3-743,0 3 0,-1 5 1,3 3-1,1 2-415,1 2 0,2-2 1,2 0-1,2-1-134,3-2 0,2-4 1,2-2-1,1-3-231,1-4 0,5-4 0,0-6 1,0-6 100,1-7 1,-2-5-1,3-5 1,-1-2 267,-2-1 1,-2-2 0,-2 2 0,-3 3 444,-2 4 0,-5 11 0,-2 5-110,-4 8 1,-2 7-1,-4 12 1,2 4-400,1 3 1,-1 4 0,-2 3-1,1 2-133,1-1 0,0-5 1,3 2-1,1-4-612,1-7 0,2-8 0,2-5 0,3-4 227,4-6 0,0-9 0,3-11 0,0-4 605,0-6 0,-4 1 0,2-4 0,-1 3 0,1 0 0,-4 7 0,1 3 0,-2 5 232,-1 5 0,-1 6 0,-2 3 686,1 3 1,-1 4 0,-1 8 0,2 3-212,3 5 0,-2 0 0,1 4 0,1 4-381,-2 1 1,4 3-1,-4 2 1,2 1-148,-1-3 0,0-3 1,1-3-1,-1-4-214,2-5 0,0-9 0,1-3 10,0-8 1,1-6 0,-1-9-1,0-7-203,0-6 1,0-1 0,0-4 0,1-1-341,-1 1 1,-3 5 0,1-2 0,0 3-340,1 6 1,0 3-1,0 7 152,-2 5 0,-2 2 1,2 9-1,1 2 755,-2 2 0,4 4 0,-4 1 0,3 1 51,1 2 1,-2-2 0,6 2 0,-1-2 288,0-1 1,0-1-1,0 0 1,2-2 68,0-2 1,-1-1-1,-2-4 1,1-2 435,-1-3 1,-3-1-1,-3-6 1,0 1-348,-2-3 0,-5-1 1,-3-2-1,-1 1-172,-1 0 1,-4 3 0,-1 3-149,-3 4 1,1 2 0,0 5 0,3 3 0,0 5 226,2 6 1,1 7 0,1 6 0,0 4 13,3 1 0,2-1 0,6 3 0,3-1-419,4-1 1,6-7 0,6-4 0,3-7-1421,2-8 0,-1-4 0,4-5 0,1-3 742,1-6 1,-6-4 677,-1-1 0,-6 0 0,1-1 0</inkml:trace>
  <inkml:trace contextRef="#ctx0" brushRef="#br0" timeOffset="4084">979 1075 7972,'-16'-16'0,"-3"3"437,-2 2 1,2 5 0,-6 4 0,2 3-357,3 4 1,0 5-1,4 9 1,3 4 278,2 3 0,2 5 0,1 5 0,3 3-230,2 0 1,3-3 0,4-2 0,4-2-43,5-2 0,3-9 1,2-1-1,1-1-49,-1-1 0,0 0 0,-3-1 0,-1 1-28,-4 0 1,-4-2-1,-3 3 1,-3-2 112,-3-1 1,-5 1 0,-7-1 0,-3 0-145,-4 1 1,-2-1 0,-2-1 0,0 1-216,0 0 1,3-5 0,-1 3 0,5-4-292,4-2 1,8-4 0,8-2-2156,6-4 2681,8-6 0,10-4 0,4-5 0</inkml:trace>
  <inkml:trace contextRef="#ctx0" brushRef="#br0" timeOffset="4437">1158 1320 8949,'-8'11'0,"-1"4"0,-1 4 786,-1 5 1,-2 6-1,2 8 1,1 4-284,1 5 0,4-6 0,3 1 0,1-8-313,1-7 1,7-12 0,4-8 0,4-3-404,4-5 1,-1-7 0,3-8 0,0-7 2,0-6 1,-6 1 0,1-8 0,-3-1-88,-3-2 0,-4 4 1,-2 1-1,-1 2 53,-4 1 1,-3 4-1,-7 4 1,-4 6-3,-3 5 0,-3 6 0,-2 4 0,0 1-193,1 1 1,4 3 0,0 2 0,3 0-126,1 1 0,7-4 0,-1 1 564,4 1 0,1-3 0,3 2 0</inkml:trace>
  <inkml:trace contextRef="#ctx0" brushRef="#br0" timeOffset="4814">1297 1189 7790,'8'4'431,"0"2"0,-2 4 58,-1 4 1,-2 5 0,2 2 0,-2 5-130,-1 4 1,-1-2 0,0 7 0,1 2 160,1-1 1,-1 1 0,-2-3-1,0-1-287,0-1 0,0-5 1,0-2-1,1-4-185,2-4 0,-1-11-211,3-3 0,-2-11 0,2-8 1,1-6-63,-2-4 1,4-5 0,-3-4 0,2-3 18,1-1 0,1 4 0,1-5 0,1 2 81,-1 1 0,2 5 0,-1 2 1,-1 6 79,-1 6 0,-1 11 208,0 7 1,-3 12 0,-2 12-1,-2 3 107,-1 2 0,0-1 1,0 3-1,0 2-11,0 0 1,0-4-1,0 3 1,0-3-182,0-3 1,0-3 0,0-3 0,0-3-249,3-4 1,-1-8 0,2-5 0,1-6-37,0-7 1,0-4 0,3-8-1,1-3 76,2-5 1,-2 0 0,3-2 0,-1 0 143,0 0 0,3 7 0,-1 1 0,1 3 257,-1 4 1,-2 8 0,2 1-1,-1 7 17,-2 3 0,-4 6 1,-2 3-1,0 5-409,-2 5 1,-1 3-1,-1 4 126,0-1 1,0 4 0,0 0 0,0 0 0,0 0-1480,0-2 1,1-3-1,1-2 1,1-1-1577,2-2 3049,-4-5 0,10-1 0,-2-4 0</inkml:trace>
  <inkml:trace contextRef="#ctx0" brushRef="#br0" timeOffset="5130">1869 1434 7789,'16'-9'573,"-1"0"1,1-1-90,0 0 1,-4 2-1,4-6 1,1-1 49,1-4 0,-3 0 0,2-5 0,-1-4-34,-4-3 1,-3-2-1,-4 2 1,-2 0-277,-2 1 0,-6 3 0,-3 1 0,-5 4-124,-2 6 0,-4 7 1,-1 6-1,0 4 51,0 5 0,1 5 0,4 10 0,0 8-15,2 8 0,3 2 0,0 7 0,2 2 1,3 3 0,3-4 0,-1 1 0,3-3-274,3-2 0,6-1 0,7-5 1,3-5-803,5-8 0,0-11 0,5-2 0,0-9-823,0-6 0,-5-10 1762,3-10 0,-3-8 0,4-5 0</inkml:trace>
  <inkml:trace contextRef="#ctx0" brushRef="#br0" timeOffset="5440">2236 1034 8064,'-8'0'959,"3"1"0,2 2 0,0 3-244,0 4 1,1 4 0,2 8-1,0 6-242,0 6 0,2 7 0,2 3 0,1 1-560,1 2 0,0-9 0,0 4 0,-4-3-607,-1-1 0,-1-6 0,0 2 0,0-2-1297,0-4 1991,-3-6 0,-6 2 0,-3-3 0</inkml:trace>
  <inkml:trace contextRef="#ctx0" brushRef="#br0" timeOffset="5486">2122 1507 8043,'0'-9'614,"0"-2"1,3 2 0,0-2 0,2-1-100,1-2 1,5 1-1,2-3 1,1-2-540,2-2 0,0-2 1,6-2-1,0-1-404,2 1 1,-5-2 0,-1 0 0,0-2 427,0-1 0,-5 6 0,-1 0 0</inkml:trace>
  <inkml:trace contextRef="#ctx0" brushRef="#br0" timeOffset="6055">2399 985 7722,'-4'16'508,"0"1"1,2 0 296,-1 2 1,0 0 0,3 4 0,0 5 68,0 3 0,0 3 1,0 6-1,0 0-367,0 1 1,0-5-1,1 4 1,1-3-222,1-2 1,0-7-1,-1-3 1,1-1-71,-1-4 1,1-6-1,1-4-491,0-4 1,1-9-1,1-9 1,0-6-157,0-7 0,1-4 0,1-6 1,1-4-166,-1-4 0,0 1 0,0-2 0,0 4 460,0 6 1,1 8 0,-1 3-1,0 3 443,0 4 1,-3 9-1,0 10 1,-1 8 188,-3 6 0,3 6 0,-1 6 1,-1 4-159,-1 4 0,-1-1 0,0 3 0,0 2-138,0 0 0,0-5 1,0 2-1,0-1-1380,0-2 1,0-6-1,0-4-1755,3-10 1,2-12 2934,3-14 0,0-9 0,0-9 0</inkml:trace>
  <inkml:trace contextRef="#ctx0" brushRef="#br0" timeOffset="6366">2677 1320 7811,'3'-9'435,"-1"1"1,1 5 0,-3 3 525,0 4 0,0 7 0,0 3 1,0 2-492,0 3 0,0 0 1,0 4-1,0 1-1091,0 2 1,1-5-1,1 1 1,1-3-2379,-2-3 2999,4-5 0,-1-7 0,5-5 0</inkml:trace>
  <inkml:trace contextRef="#ctx0" brushRef="#br0" timeOffset="6367">2710 1107 7712,'-9'-11'0,"1"-2"719,0 0 1,3 1 2685,-1 4-3761,4 0 1,-1 4-1,4 4 1,1 4-573,4 1 0,1 2 0,1-3 0,0 2 928,1-1 0,2 1 0,2 2 0</inkml:trace>
  <inkml:trace contextRef="#ctx0" brushRef="#br0" timeOffset="6686">2832 1091 7967,'0'16'437,"0"1"0,0 0 0,0 1 0,0 2 307,0 1 1,0 1-1,0 2 1,0 1-82,0-1 0,-3 1 0,1-1 1,0 2 108,1 1 1,0-5 0,-1-1-1,0-3-378,0-1 0,1-5-591,1-1 1,0-7 0,0-6 0,1-6 69,1-4 1,2-5-1,2-5 1,0-1-305,0-2 1,1 0 0,1-1 0,-2 0 164,-1 0 1,1 6-1,2-2 1,0 4 267,0 1 1,-2 5 0,-1 1 36,2 2 1,-1 9 0,0 6-1,-1 9-126,-1 6 1,-2 5 0,-2 2 0,1 1-497,2 2 1,-2-5-1,2 0 1,-2-1-261,2-5 0,2-1 0,5-9 1,2-5 216,1-6 1,1-9-1,3-12 1,1-6 415,1-6 0,0-4 0,-3-5 0,0 0 391,-3 0 0,-2 2 0,-5 6 0,-4 7 533,-1 8 0,-2 12 1,-4 2-1,-3 5 480,-1 4 0,-3 3 1,1 4-1,0 4-525,-1 2 1,3 1 0,-1 1-1,3 2-411,2 1 1,3 0 0,-1 4 0,2-1-261,1 1 1,4-6-1,2-2 1,4-1-336,4-5 1,2-1-1,2-5 1,3-3-139,3-4 1,-4-3 0,4-5 0,0 0 85,-1 2 0,-2 1 0,-2 6 0,-2 5 320,0 6 1,-4 10 0,-4 6 0,-2 8 1159,-4 5 1,-3 1 0,0 9 0,-4 0-252,-4 1 1,-1-3 0,-5-5 0,0-3-355,-2-3 1,-1-9 0,-1-5-1,-1-4-873,1-8 0,0-5 0,2-5 0,-1-2-848,-2-3 0,1-4 1,-2-8-1,1 0 221,0-2 0,7 0 1,-4-3-1,4 1-495,2 1 1,1 0 1508,0-5 0,1 1 0,0-1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51:12.027"/>
    </inkml:context>
    <inkml:brush xml:id="br0">
      <inkml:brushProperty name="width" value="0.06" units="cm"/>
      <inkml:brushProperty name="height" value="0.06" units="cm"/>
    </inkml:brush>
  </inkml:definitions>
  <inkml:trace contextRef="#ctx0" brushRef="#br0">2287 218 7623,'5'7'-63,"0"0"106,-2 2 0,1 2 0,-2 0 0,1 3 181,2 4 0,-2 2 0,1 7 0,0 5 27,-2 7 1,-1 1 0,1 7 0,1 0-50,-1 0 0,-4-4 1,-2 4-1,0-3-158,-3-1 1,0-10-1,0 1 1,1-8-79,0-8 1,1-5 0,-4-7 0,1-5 62,0-2 1,0-6 0,0-6 0,0-6-341,-1-6 0,1-3 0,1-11 0,1-3 133,0-3 0,4-1 0,0-2 1,1-1 165,1 0 1,3 0 0,3-5 0,2 0 51,3-3 1,3 8 0,4-1 0,2 7 7,1 6 0,0 6 1,3 5-1,-1 7 51,-2 5 1,-3 8-1,-2 5 1,-4 5 60,-3 7 0,-5 5 1,-1 5-1,-3 5 54,-3 2 1,-2 0-1,-5 4 1,-2 2-125,-1 2 1,0 3-1,-3 0 1,2 1-396,0 1 1,3-7-1,0 2 1,1-3-302,2-5 1,6-6 0,0-4-17,4-6 1,6-3-1,6-6 622,4-1 0,3-8 0,4-3 0</inkml:trace>
  <inkml:trace contextRef="#ctx0" brushRef="#br0" timeOffset="384">2630 243 7623,'0'-5'341,"-1"2"1,-2 3 0,-3 2 0,-4 3 0,-1 7 308,-2 5 0,0 8 0,-1 8 0,1 5-357,1 5 1,2-1 0,5 3 0,3-3-194,4-5 1,4-7 0,7-8 0,3-6-229,1-7 1,4-7 0,0-2 0,1-7-11,0-5 0,-4-3 0,0-7 0,-3-1-4,-1-4 1,-5 1-1,-1-3 1,-4 0 73,-3 0 0,-6 6 0,-2-1 0,-4 3-56,-2 3 0,-1 3 1,-4 3-1,-1 0-776,1 2 0,0 1 0,3 0 437,1-2 1,6 4 0,5-3-1,3 0 463,3 1 0,3-4 0,4-1 0,3-1 0,4-1 0</inkml:trace>
  <inkml:trace contextRef="#ctx0" brushRef="#br0" timeOffset="712">2842 39 7623,'8'3'332,"-1"3"1,0 3-69,-2 5 1,-2 1-1,1 10 1,0 6 258,-2 5 0,-1 6 1,-1 3-1,0 4-207,0 3 1,0-5 0,1 4 0,0-5-393,2-4 1,0-12-1,-3 3 1,0-3-409,0-3 0,0-9 0,0 0 20,0-4 1,-1-7 0,-1-6 0,-2-6-2424,0-9 2887,-2-5 0,-5-9 0,-2-1 0</inkml:trace>
  <inkml:trace contextRef="#ctx0" brushRef="#br0" timeOffset="1042">2801 480 6654,'-3'-17'0,"1"1"-214,0 0 0,1 2 0,1 0 1,0 0 1151,0-2 0,3 3 1,4 0-1,2 1-421,2 2 0,3-1 0,-1 0 0,1 2-658,3 2 1,-5 1-1,4 3 1,-2 1-609,-1 2 1,2 0 0,-4 0 0,-1 0-1238,2 0 1986,-3 0 0,3 3 0,-4 2 0</inkml:trace>
  <inkml:trace contextRef="#ctx0" brushRef="#br0" timeOffset="1648">3030 357 7623,'8'4'211,"0"1"0,-3-1 0,1-1 0,1-3 159,3 0 0,0-1 1,3-5-1,-1-5-115,1-3 1,1-7 0,1-3 0,0-3-122,-2-2 1,-5 2 0,-1-2-1,-3 0-90,-2 0 0,-2 8 0,-4 1 1,-4 4 156,-4 4 0,-1 6 1,-1 4-1,0 4-12,-2 3 0,0 7 0,1 4 0,1 6-12,3 4 0,2 1 1,1 5-1,1 4-24,1 3 0,3 0 1,3 7-1,1-1-295,5 1 0,0-10 0,8-2 0,-1-5-432,0-5 0,3-4 0,-3-7 1,3-5 163,0-5 0,-3-3 0,0-2 1,-1-5-449,-2-3 1,-1-6-1,-1-7 1,0-2 857,1-2 0,-5-8 0,0 1 0,-2-3 0,1-2 0,0 5 0,-3 0 0,0 3 85,0 3 0,0 10 198,0 5 0,0 7 0,0 7 153,0 6 0,0 2 1,0 6-1,0 2-61,0 4 0,1 4 0,1 1 0,0 2-76,0 1 1,-1 1 0,-1 2 0,0-1-113,0 2 1,0-6 0,0 3 0,0-2 57,0-1 0,0-8 0,0-1-161,0-4 1,0-9 0,0-9-256,0-8 1,3-8 0,0-8-1,2-3-83,1-6 0,1 0 1,2-4-1,-1 0 83,0 2 0,1 3 0,1 3 1,1 4 208,-1 4 1,2 10 0,-1 2 0,-1 6 278,-1 4 0,-1 7 0,-1 4 0,-1 5-73,0 2 0,-4 5 0,0 1 0,-1 2-347,-1 1 0,0-1 0,0 4 0,0-1-503,0 1 0,0-7 0,0 0 0,0-3-339,0-6 0,1-5 0,2-7 407,2-6 0,3-10 1,-1-10-1,0-5 538,1-5 0,-1-1 0,4-3 0,-2 1 4,-1 2 0,0 1 0,-1 4 0,0 2 77,-2 2 0,-2 9 1,1 0-1,0 5 1342,-2 3 1,-1 5-954,2 5 1,-2 7-1,2 4 1,-1 4 119,0 4 0,-1 3 0,2 5 0,-2 3-390,-1 1 1,3 1-1,-1 1 1,0 3-208,-1 2 0,-1-1 0,0 5 0,-1 0-559,-2-1 1,2-8 0,-4 4 0,1-5-1476,-1-4 1,2-11 1595,-2-4 1,0-14 0,-1-6 0,1-5 444,-2-5 0,3-3 0,-1-4 0,1-2-58,-1-1 0,3 4 0,0 0 0,1-1 459,1 1 0,0 4 0,0-3 0,0 4 163,0 1 0,3 3 0,3 2 0,1 4-319,1 1 1,1 4-1,1 2 1,2 2-528,1 1 0,-2 0 0,1 1 0,0 2-130,-2 2 0,-1 0 1,-1 0-1,1-2-37,2-1 1,-2-1 0,2-1-1,-2-1 449,-1-2 0,-2-1 0,-1-4 0,2-1 0,0 1 0,-2 0 0,1 1 0,0 0 0,1 2 0,-2 4 0,-2 1 450,-2 5 0,-1 3 0,0 4 1,0 4 262,0 5 1,0 1 0,0 1-649,0 3 1,0 3-1,0-1 1,0-1-526,0-2 0,0 3 0,0-7 0,0-3-105,0-6 1,3-11 0,2-6 0,0-9 564,1-7 0,-1-8 0,3-8 0</inkml:trace>
  <inkml:trace contextRef="#ctx0" brushRef="#br0" timeOffset="2102">3764 186 7623,'-7'-4'0,"1"0"0,0-1 0,4-1 1069,-4 3-1100,4 0 0,0 4 0,4 1 0,4 2-566,1 0 0,2 1 0,1 1 0,1-1 597,-1-2 0,2 0 0,-1-3 0,-1 0 0,2 0 0,-2 0 0,3-1 0,-1-1 0,-2-1 0,-4-2 462,0 2 0,-6 1 0,0 2 242,-4 0 0,-6 4 0,-1 3 0,0 4-170,-1 2 1,3-2-1,-2 2 1,3 2-312,3 0 1,-2-1 0,5-1 0,0-1-233,1 1 0,2-3 0,3 1 0,3-2-100,3-1 1,4-3 0,0-3 0,1-2-154,2-2 1,-1-6 0,-1-3-1,0-3 134,-1-3 1,-5 2 0,2-2 0,-2 2 62,-4 3 0,0 2 0,-4 2-42,2 0 1,-1 4 0,-4 4-210,-1 4 1,-2 4 0,2 0 0,1 0-2539,1 0 2854,1 0 0,0-3 0,4-9 0,1-5 0</inkml:trace>
  <inkml:trace contextRef="#ctx0" brushRef="#br0" timeOffset="2513">4058 88 7616,'13'-8'-7,"-2"-1"0,-6 3 441,-2 3 1,-2 8-1,-1 9 1,0 5 542,0 2 0,-3 7 0,0 4 0,-1 5-759,0 6 0,-1 1 0,1 10 0,1 0-410,-1-1 0,1-8 0,3-1 0,0-6-1193,0-7 1,0-10 0,1-7 1384,2-4 0,1 0 0,5-5 0</inkml:trace>
  <inkml:trace contextRef="#ctx0" brushRef="#br0" timeOffset="2920">197 1247 7623,'-4'-11'0,"-1"0"145,-3 1 0,-1 4 1,-2 1-1,-2 2 72,-3 1 0,0 5 0,1 3 0,0 4-50,1 4 0,1 6 0,-3 3 0,3 4-32,2 2 0,3 2 0,2 3 0,4 0-124,1 1 1,2-3 0,4 1-1,4-5-134,3-6 0,1-7 0,4-6 1,0-3-63,2-6 1,-1-8-1,3-9 1,1-5 64,1-7 0,-2-2 0,4-7 1,-3-2-116,-2-3 1,-3 3-1,1-1 1,-3 3 270,-1 5 0,-8 15 0,0 6 0,-4 10 276,-2 11 1,0 5 0,0 10 0,0 4-50,3 3 1,-2 2 0,3 0 0,-2-1-171,1 1 0,3-6 0,-3-2 1,2-1-382,1-4 0,1-3 0,2-4 1,0-5-527,1-4 0,0-8 1,4-5 813,1-6 0,0-5 0,1-5 0</inkml:trace>
  <inkml:trace contextRef="#ctx0" brushRef="#br0" timeOffset="3379">597 1084 8227,'-1'13'506,"-2"1"0,2 1 1,-2 4-1,2 6-96,1 4 1,0 4 0,0 1-1,0 2-312,0 2 0,1-3 1,1 1-1,1 0-600,-1-2 0,-1-5 1,-1 3-1,-1-4-502,-2-4 1,-2-4 0,-4-5 1003,-1-4 0,0-6 0,0-10 0,-3-4 0,0-8 0</inkml:trace>
  <inkml:trace contextRef="#ctx0" brushRef="#br0" timeOffset="4781">515 1468 7760,'5'-14'113,"1"0"0,-3 3 1,1-1-1,2 0-59,1 2 0,0 1 0,6 1 0,-1 0 60,1 3 1,1-5 0,2 2 0,1-1-253,2 0 0,-2-2 0,0-1 0,-3-1-340,1-1 1,0-2-1,1 1 1,-3 0 477,-2 2 0,-2 0 0,-1 0 0,-2 2-387,-1 2 487,-3 0 1,-1 6 505,-4 3 0,-2 4 0,2 7 0,1 3-105,2 1 0,0 5 0,2 3 0,2 3-278,0 4 0,-1 3 0,3 1 0,-1 2-172,0-2 0,1 3 0,-3 0 0,-2 2-53,0 2 0,-1-5 0,0 1 0,0-5-1218,0-5 0,-1-10 0,-1-7 681,-4-8 0,-1-11 0,-1-9 0,0-7 539,0-3 0,-1-2 0,1-2 0,1 2 0,2 0 0,-2 6 0,4 0 0,1 4 386,-2 1 1,3 2 0,-2 1-126,3 0 1,3 3 0,3 2-1,2 2-20,3 1 0,-2 2 0,3 2 0,-1-1-221,3 1 0,-1 1 0,0-2 0,2 2-307,0 1 1,0 1 0,0 1 0,2 0-199,1 0 1,-3-3 0,0 0 0,0-1 484,-1 0 0,-3 1-14,0 0 0,-5 3 0,-4 0 91,-4 5 0,-3 2 0,-4 1 1,-1 0 712,-1 0 1,-1 3 0,2 0 0,0 0-411,0 1 0,1-2 0,3 3 1,1 1-229,-2-1 1,4-1 0,0-2-1,2 1-67,1-1 0,1-1 1,2-1-1,2-2-174,2-1 0,2-3 0,1 1 0,1-3-298,-1-3 1,0-2 0,0-6-1,1-3 193,-1-1 0,-1-2 0,-2-2 1,0 0 171,-2 1 1,-3 4 0,2 1 0,-2 1 25,1 2 1,0 6 0,-3 4 1,0 4 0,0 7 0,1 4 0,1 3-241,0 4 1,2-2-1,-1 1 1,2-1-38,2-2 1,2-3-1,1-3 1,2-2-39,1-3 1,0-4 0,4-2 0,-1-3 309,0-6 0,1-4 0,-1-5 0,0 0 0,1-2 0,-4 1 0,-1-3 0,-3 1 0,3 1 0,-7 2 0,-1-1 211,-2-1 1,-6 6-1,-1 6 1,-2 2 66,-2 3 1,0 2 0,-1 3 0,-1 3 491,2 1 0,-1 2 1,3 2-1,1 2-418,0 3 0,5 2 0,-2 2 0,2 3-319,1-1 1,0 2-1,1 2 1,2 2 29,2 1 1,3-2 0,2-1-1,2-3-386,1-4 0,-2-7 0,2-3 0,2-6-814,0-2 0,-1-10 0,-2-6 0,0-9 1137,-2-4 0,0 0 0,-1-3 0,0-1 0,-1 1 0,-3 3 0,1-1 0,-1 1 0,-2 2 0,3 3 0,-2 2 0,-1 1 24,1 2 0,-1 7 599,-3 3 0,0 6 0,0 3 0,0 6-151,0 2 0,0 9 0,0-2 0,2 2 1,1 2-178,-1 2 0,0 1 0,-1-1 0,2 1-203,-1 2 0,2-3 1,-1 3-1,1-3-548,-1-1 1,3 0 0,-2-4 93,0 0 0,2-1 1,2-8-1,1-3-444,2-4 1,-4-8 0,3-4 388,0-3 0,0-6 0,-2-2 0,0-2 0,0-1 403,1-2 1,-2 3 0,-1-1 0,0-1-6,0 1 1,1 4 0,0-2 0,-1 3 631,-3 4 1,0 1 41,0 4 1,0 5 0,-3 6-311,0 4 0,-1 3 1,-1 2-1,-2 2-107,0 3 0,1 1 1,-1 2-1,-1-1-165,0 0 0,3 3 0,-3 0 0,2 0-90,1-2 1,-2-1-1,1 0 1,1-3-65,-2-2 0,3-2 0,-2-1-688,3 0 1,0-3-1,3-2 432,3-2 0,-2-5 0,2-1 1,0-3 168,1 0 1,1 0-1,0 0 164,-3 0 0,2-1 0,-1 1 1,1 0-1,1 1 29,0 1 0,0-1 1,1 2-1,-1-2 258,0-2 1,0 1 0,0 0 0,0 0-161,1 0 1,-1 0 0,-1-1-1,-1 1 27,0 0 1,-4 3 45,0-1 1,-2 4 0,-2 0-11,-4 1 0,-1 2 0,-1 1 0,1 4 0,0 1 20,2 1 1,2 3 0,-2 1-1,2 0-85,1-1 1,1 1 0,1-2 0,0 1-201,0-1 0,1-1 0,1-1 0,1 0-74,2 1 0,0-4 0,4 0 0,-1-2-767,0-1 0,0-2 0,0-4 0,1-3 479,2-3 0,-2-4 0,2 0 1,-2-1 440,-1-2 0,1 1 0,-2 1 0,-1 0 0,0 1 0,-4 2 0,3-2 1613,-1 3-1219,-2 6 1,-2 2-1,0 6 1,0 3 0,0 4 26,0 4 0,0 1 0,0 2 1,0 0-298,0 2 0,0-1 0,0 3-27,0-1 1,0 2 0,0-3 0,0-1-1,0-1-21,0-1 0,0 0 0,-1-3-199,-1-2 0,1-6 0,-2-5 122,2-5 1,1-6 0,1-2 0,2-4-19,2-2 1,1-2-1,1-2 1,2 1-113,0 3 0,1 1 0,0 1 0,2-1 11,0 3 0,-1 3 0,2 0 1,0 2-470,-1 3 0,-2 2 0,1-1-509,-2 4 1,0-2 1097,-1 1 0,3 1 0,2 2 0</inkml:trace>
  <inkml:trace contextRef="#ctx0" brushRef="#br0" timeOffset="5582">2703 1010 7716,'-5'-4'71,"-1"1"0,4 3 0,0 3 66,1 2 0,4 7 1,3 4-1,2 7 52,3 6 1,-1 3 0,2 8 0,1 2-172,0 3 0,-2-5 0,1-1 0,-2-5 112,-3-5 1,-2-3-161,1-5 1,-3-9-1,-4-9 1,-1-7-120,-4-3 1,-2-5 0,-3-1 0,-2-3 49,1 0 0,-4 2 1,3 2-1,-4 0 22,-2 2 0,5 2 0,-2 2 0,0 3 215,1 3 1,2 7-1,2 4 1,2 4 102,1 4 1,2 2 0,2 4-179,0-1 0,2 1 1,2-1-1,3 0 0,4 1-148,2-1 0,1-3 0,4-2 1,1-2-98,0-4 1,2-5 0,1-5 0,2-4-576,1-4 1,3-5 0,4-10 756,2-5 0,3 1 0,-6-3 0,4-6 0,-2 0 0</inkml:trace>
  <inkml:trace contextRef="#ctx0" brushRef="#br0" timeOffset="6144">2972 1370 7716,'-8'0'-320,"0"0"0,0 0 0,0 0 1279,0 3 0,-1 3 0,-1 4-627,2 4 1,-2 4 0,5 2 0,-1 0 0,0 1-77,3 0 1,2-6-1,2 0 1,3-4-168,4-4 0,1-4 0,5-1 0,0-2-314,2-2 0,-2-4 1,1-5-1,0-2 10,0-3 1,-4-1 0,-1-1-1,-1-2-23,-4-1 1,0 0 0,-4-1 0,1 3-36,-3 2 1,-3 2-1,-7 1 1,-3 3 103,-1 2 0,-1 4 1,0 0-1,2 2-141,0 1 0,3 1 0,-1 2 0,2 1-89,3 0 1,5 1 368,2-3 0,4 0 0,5 0 1,1 0 10,1 0 0,3-3 0,-1 1 0,2 0 6,1 1 1,-4 2 0,4 2-1,-1 3 179,1 4 0,-2 1 0,-2 4 0,1 3 229,0 2 1,-6 3 0,1 2 0,-2 2 85,-1-1 1,-1-2-1,-4 5 1,0 0-168,0 1 0,-1-7 1,-1 1-1,-2-3-51,0-3 1,2-2 0,-2-2-160,1-3 1,2-7-1,-2-5-243,2-6 1,1-7 0,0-6 0,1-4-109,2-4 1,-2 2 0,5-5 0,0 1-3,2 1 0,-3 1 1,0-1-1,2 1 179,0 2 1,1 6 0,0 4 0,1 1 108,2 3 0,-3 8 0,1-1 0,-1 6 122,-2 5 0,1 5 1,0 2-1,-1 3-101,0 3 0,-5 0 0,2 2 0,-2 1-77,-1-1 0,0 2 0,0-4 0,0-1-196,0-1 0,0-3 1,0-2-666,0 0 0,0-3 0,0-6 878,0-6 0,0-7 0,-4-6 0,0-5 0</inkml:trace>
  <inkml:trace contextRef="#ctx0" brushRef="#br0" timeOffset="6515">3479 986 7716,'8'0'1466,"-7"4"0,-4 4-1228,-3 2 1,-3 3-1,-1-1 1,-2 2-96,-1 3 0,2 0 0,-2 4 0,1 0-647,-1 0 0,6-2 1,0 1-1,2-3-95,3-4 1,2-7 0,3-3 0,3-3 204,4-3 1,1-5-1,4-6 1,0-1 393,0-2 0,-1 1 0,2 0 0,1-1 0</inkml:trace>
  <inkml:trace contextRef="#ctx0" brushRef="#br0" timeOffset="6573">3528 1067 7667,'8'4'-50,"-3"1"1,0 4-1,-2 2 283,-1 2 1,2 4 0,-1 4 0,-2 6 255,0 3 0,-1 3 0,-1 7 1,-1 1-567,-4-2 0,2 1 0,-2-6 0,0-1 4,-1-2 0,1-6 1,1 1-1,-2-5-705,0-1 0,-2-4 778,-2-5 0,2-2 0,-3-1 0</inkml:trace>
  <inkml:trace contextRef="#ctx0" brushRef="#br0" timeOffset="7235">3405 1484 7716,'3'-13'353,"0"2"0,-1 2 111,2 1 1,-2 0-1,2 0 1,2-1-200,1-2 1,-1 1-1,5-3 1,-1-1-303,1-1 0,2 0 0,3-6 0,1 0-765,2 0 1,0 2 0,1-3 801,0 0 0,3-2 0,-2-1 0</inkml:trace>
  <inkml:trace contextRef="#ctx0" brushRef="#br0" timeOffset="8112">4009 986 7725,'0'-6'197,"-1"2"1,0-1 64,-2 1 229,0 2 0,3 0-231,0 8 0,0 4 0,0 9 0,1 4-141,2 6 1,-2 6 0,1 8 0,-1 4-33,-1 4 0,0 3 0,0 1 1,0-3 0,0-6 0,-1-10 0,0-5 0,-2-5-84,1-8 0,1-9 1,1-9-1,1-6-134,2-4 0,1-3 1,4-5-1,2-3-24,0-3 0,0 0 0,3-7 0,0-2-24,-1 0 1,2 1-1,2-3 1,-3 4 122,-2 1 1,0 11 0,-2 2 127,-2 6 0,-4 15 0,0 7 0,-2 9 39,-1 6 1,-3 1 0,-1 2 0,0 0-296,-3 0 0,4-3 0,-1 1 0,1-2-235,1-4 0,0-4 1,5-6-1,2-3 52,2-3 0,5-5 1,2-6-1,2-5 366,3-5 0,-2-4 0,2-5 0,-1 0-59,1-2 1,-4 0-1,0-2 1,-2 0 175,-3 0 0,-1 3 0,-2 0 0,-1 6 240,-3 3 0,-3 7 1,-3 2-1,-3 5 220,-1 2 0,-4 2 1,0 4-1,1 4-175,1 3 0,-2 1 0,1 4 0,2-1-264,2 0 1,1 3-1,0 1 1,1-2 31,1-1 1,2-1-1,-1 0 1,3-3-233,2-2 0,6-5 1,0-1-1,3-2-340,2-4 0,4-6 0,1-7 0,-1-2 127,0-3 0,-3 0 1,-1-2-1,-3-1 274,-2 1 0,-1 4 0,-1 4 0,-1 1 235,-4 2 1,-2 5-157,-2 2 0,-3 6 0,-2 2 1,0 3-258,2 0 1,2 0 0,-1 0-1058,0 0 0,1 0 627,3 1 0,1-5 0,2-2 609,2-4 0,3 0 0,-1-3 0,-1-1-50,0-2 0,-1 3 1,3-1 194,0 0 1,-2 2 0,-2 3 402,0 2 1,-1 4 0,-3 4 0,0 3-24,0 4 0,0 1 0,0 5 1,0 1-266,0 0 0,0-1 0,0 0 0,0 0-98,0-1 1,3-4 0,0-5-1,1 0-131,-1-2 0,4-4 1,-2-4-40,2-4 0,2-6 0,-1-6 0,0-2-230,0-3 0,1-2 0,1-4 129,1 1 0,0-1 0,-3 1 0,0-1 0,0 2-798,1 1 1,-4 2 0,0 4 204,2-1 1,-3 8 0,2 4 596,0 3-1,-1 6 1,-1 2 0,1 3 162,-1 2 1,2 3 0,1-1 0,0 0 107,1-2 1,-1 0-1,5-1 1,-2-1 378,1-3 0,1-4 0,-2 0-182,1-1 0,3-2 1,-4-1-1,0-5 1,0-3-31,-2-3 1,-1-1-1,-2 0 1,-2-3-235,-2 0 1,-1 4 0,0-2 0,-1 2 134,-2 3 1,-2 5 0,-5 2-144,-1 2 1,-3 8 0,3 3-1,-1 3 1,0 6-319,2 4 1,0 1-1,0 5 1,-1 0-234,1 0 0,4-5 1,1 2-1,2-3-29,1-3 0,6-5 0,4-5 54,4-4 0,4-2 0,1-6 0,2-4 0,3-4 261,2-2 0,-2-3 1,1 2-1,0 1 532,-3 1 1,-2 2 0,-3 1 0,-1 3 1716,-3 2-1194,-6 2 1,-2 2-558,-6 2 1,-2-1-324,-3 3 0,0 1 0,0 2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9:59.382"/>
    </inkml:context>
    <inkml:brush xml:id="br0">
      <inkml:brushProperty name="width" value="0.06" units="cm"/>
      <inkml:brushProperty name="height" value="0.06" units="cm"/>
    </inkml:brush>
  </inkml:definitions>
  <inkml:trace contextRef="#ctx0" brushRef="#br0">26 210 7944,'0'-6'610,"0"7"0,0 9-455,0 6 1,0 11 0,0 0 0,0 6 16,0 7 0,0-1 1,0 7-1,0-1-232,0 1 1,0-5 0,0 0 0,0-4-859,0-3 0,0-11 0,0-2 170,0-5 0,-2-9 748,-2-3 0,-3-13 0,-6-6 0</inkml:trace>
  <inkml:trace contextRef="#ctx0" brushRef="#br0" timeOffset="233">51 210 7797,'20'-37'16,"-3"3"1,3-1 0,0 10 0,1 5 0,1 6 149,0 5 0,-2 5 0,0 8 0,-1 6 98,-4 6 1,0 5 0,-4 9-1,-3 4 158,-3 3 0,-4-3 1,-1 0-1,-1 2-57,-4 1 0,-2-4 0,-5-4 0,-3-2-188,-2-1 0,2 0 1,-7-2-1,0-3-27,-3-4 1,1-4 0,1-5 0,4-3-684,0-4 1,2-1 0,6-1-712,2-4 1,3-7-1,6-8 1,2-2-325,2 1 1568,3 0 0,12-10 0,1-2 0</inkml:trace>
  <inkml:trace contextRef="#ctx0" brushRef="#br0" timeOffset="432">435 56 7797,'9'0'588,"-2"2"0,-2 2 139,-2 4 1,-1 5 0,-2 4-1,0 6-292,0 5 1,-2 2 0,-1 9 0,-2 5-316,-2 4 0,-2 0 0,-2 1 0,1 0-251,1 0 1,2-7 0,-3 1-965,2-3 0,5-5 0,-1-3-146,2-7 1,8-16 0,2-9 1240,4-14 0,1-15 0,-1-3 0</inkml:trace>
  <inkml:trace contextRef="#ctx0" brushRef="#br0" timeOffset="649">717 235 8088,'7'-13'808,"-3"1"1,-4 0-610,-4 4 0,-1 2 0,-6 6 0,-3 1 321,0 4 0,-2 3 0,0 9 0,-2 5-65,-2 2 0,3 3 0,-2 1 1,4 2-94,3-1 1,8-2 0,0-2 0,3 2-139,1 3 0,1-7 1,3 1-1,6-3-200,6-1 0,4-8 0,5-1 0,1-4-755,-1-4 0,2-2 0,2-1 0,2-1-1485,2-3 0,-3-8 2216,4-5 0,-6-6 0,4 4 0</inkml:trace>
  <inkml:trace contextRef="#ctx0" brushRef="#br0" timeOffset="1232">1587 30 7797,'0'-8'346,"0"-1"1,-2 5-55,-2-4 0,3 8 0,-4 2 0,4 11 80,1 6 1,0 8 0,0 8-276,0 7 1,0-1-1,0 6 1,0 0 0,0-2-356,0-2 0,0 1 0,0-3 0,0-3-407,0-2 1,0-9 0,0-1-1,0-8-946,0-4 1611,-6-7 0,-6-7 0,-8-7 0</inkml:trace>
  <inkml:trace contextRef="#ctx0" brushRef="#br0" timeOffset="1601">1472 440 7974,'0'-13'734,"0"0"1,0 1-440,0-1 0,5 1 0,4 2-150,2 2 0,2 5 0,1-1 0,2 2-432,1 2 0,6 0 0,-2 0 0,5 0-272,4 0 0,-3 0 0,2-1 0,0-2 207,1-1 0,-8-5 0,3 5 0,-6 0 352,-3-2 0,-6 5 22,-1-4 0,-8 4 0,-1 1 0,-7 3 224,-4 5 1,2 2-1,0 12 1,0-1 340,-3-1 1,5 6-1,3-4 1,2 5-156,2 2 1,0-9 0,2 4 0,2-4-271,5-5 0,6-2 1,4-4-1,1-5-162,2-3 1,3-8 0,-1-7 0,-3-10-203,-4-9 1,-3-4 0,-2 0 0,-4 2-43,-4 1 1,-2 1 0,-4-1 0,-3 5 100,-8 7 0,-1-1 0,-8 7 10,0 5 0,-1-1 0,0 8 0,3 1-213,2 2 1,1 1-1,4 0 1,2 1 345,2 4 0,-2-4 0,4 5 0</inkml:trace>
  <inkml:trace contextRef="#ctx0" brushRef="#br0" timeOffset="2099">2508 133 8843,'-7'7'489,"3"6"0,2 2 0,2 11 1,0 7-434,0 7 0,-4 5 0,0 6 1,1 0-192,2 1 0,1-5 0,0-3 1,0-3-335,0-4 0,-2-7 1,-1-2 95,-1-5 373,-6-10 0,3-2 0,-6-4 0</inkml:trace>
  <inkml:trace contextRef="#ctx0" brushRef="#br0" timeOffset="2248">2406 453 7797,'0'-13'733,"1"2"0,2 1-318,1 1 1,6 6-1,-1-2-440,2-1 0,2 4 0,1-2 0,2 3-340,1 1 0,1 0 0,-2 0 0,3 0-1685,0 0 2050,-3 0 0,8 0 0,-4 0 0</inkml:trace>
  <inkml:trace contextRef="#ctx0" brushRef="#br0" timeOffset="2515">2777 440 7608,'13'0'-177,"-5"4"0,1 1 522,1-3 1,1 0-1,2-4 1,0-2 28,0-4 0,-5-5 1,1-3-1,-1-2-184,-1-2 1,-1-3-1,-6-5 1,0-2-55,0 1 1,-6 7 0,-4 2 0,-4 3 33,-3 5 0,-2 5 0,4 7 0,-4 3-41,-1 5 1,5 2 0,-2 12 0,4 2-13,4 4 1,-1 5-1,6 4 1,1-1-301,2-2 1,2 0 0,4 3 0,3-3-478,4-4 1,2-3 0,1-3 6,2-3 0,6 1 0,-1-10 0,2-5 0,1-7 653,1-8 0,-1-12 0,1-13 0</inkml:trace>
  <inkml:trace contextRef="#ctx0" brushRef="#br0" timeOffset="2698">3084 184 7797,'-6'-13'4,"-2"0"0,1 6 0,-2 5 925,-1 4 1,5 11 0,0 8 0,2 5-509,-1 4 1,3 4-1,-4 7 1,4 3-457,1 2 1,-4 1 0,0 4 0,1 2-506,1 2 0,2-8 1,0-2-1,0-8-278,0-7 1,5-8 0,0-7 0,2-6-48,3-9 1,2-13 864,0-13 0,1-5 0,0-7 0</inkml:trace>
  <inkml:trace contextRef="#ctx0" brushRef="#br0" timeOffset="2865">3199 222 7956,'4'-18'1491,"1"-3"-1006,-1 8 1,-4 3-1,0 16 1,0 6 14,0 8 1,0 10-1,0 4 1,0 5-486,0 3 0,0 4 1,0 2-1,0-2-869,0-4 1,0-3 0,0 5 0,0-3-1045,0-4 1898,0-13 0,-6 6 0,-1-10 0</inkml:trace>
  <inkml:trace contextRef="#ctx0" brushRef="#br0" timeOffset="3415">576 1080 7797,'-27'-13'139,"-3"0"1,3 6-1,-3 3 166,3 2 1,6 2 0,1 3-1,1 4 1,4 9 126,1 7 0,1 0 1,1 8-1,2 2-174,2 5 1,5 3 0,-1 7-237,2 1 0,8 3 0,1-5 1,2 0-1,-1-3-481,2-5 0,2-5 1,0-1-1,0-6-1075,-4-5 0,-1-9 1534,-2 4 0,-4-5 0,5 6 0</inkml:trace>
  <inkml:trace contextRef="#ctx0" brushRef="#br0" timeOffset="4015">218 1451 6701,'0'-13'0,"-2"0"181,-2 1 0,2 3 838,-2 0 0,8 2 0,6-1-839,6 4 1,0 2 0,5 2-1,0 0-530,-1 0 0,4 0 0,-2 0 1,3 0-245,5 0 0,-3 0 0,2 0 0,-4-1 347,1-4 1,-9 0 0,6-5 0,-5 3 246,-1 1 0,-3-3 0,-4 4 0,2-1 0,-2 0 0,-5 2 351,4 4 1,-8 2-31,-1 2 0,-1 3 0,-6 6 0,0 1 204,0 3 0,2-1 0,-2 5 0,0 2-290,0 1 1,4 2-1,-3-1 1,2 1-147,0-1 0,-2-5 0,3-3 1,-1-3-90,1-1 1,3-6-176,5-2 1,-3-10 0,7-5-1,1-5-192,1-7 1,2-3 0,0-4 0,1-2-4,3-2 1,-1 5 0,4-2-1,0 3-69,0 2 1,-3 3-1,2 2 439,0 2 0,2 2 0,-4 6 0,-1 3-238,-2 1 1,-2 8 0,-4 8 332,-4 5 0,-2 0 0,-2 3 0,0 1 392,0 2 0,-4-1 0,-1 1 0,2 2 228,2 1 1,1 2-1,0-2-429,0-3 1,0 2 0,1-6 0,4-3-102,3-4 1,4-6 0,-1-9-123,-2-8 1,0-5 0,-4-8-1,-2 0-128,-2 1 0,-1-2 1,0-2 90,0-1 1,-1 2 0,-4 5 0,-3 3-1,-4 0-154,0 1 1,-3 3 0,0-1 0,-2 3-363,1 1 1,2 6-1,2 1 1,2 2-204,2-1 1,5 3 0,-1 6 692,2 4 0,2 4 0,0 1 0</inkml:trace>
  <inkml:trace contextRef="#ctx0" brushRef="#br0" timeOffset="4465">1075 1259 7797,'0'13'0,"0"0"0,0-1 934,0 1 0,0 0 0,0 0 0,0 0-404,0-1 1,0 5-1,0 2 1,0 1-394,0 3 1,0 1 0,0 0 0,0-1 51,0-2 0,0-1 0,0 1 0,0-4-330,0-3 0,0-5 0,0-3-403,0-5 0,1-5 0,2-15 0,3-6 264,1-8 0,2-5 1,3-2-1,1 0 74,0 3 0,0 6 0,0-2 1,-1 2 30,1 2 1,-1 12-1,-3 6 1,0 4 421,1 4 0,-3 3 0,0 6 1,-1 6 92,-3 8 0,-2 5 0,-1 2-50,0 2 1,0 3-1,0 3 1,0-2-83,0-2 1,0-1 0,0-6 0,0-2 0,0-5 126,0-3 1,0-8-590,0-6 0,0-12 1,0-11 166,0-5 1,2-9 0,0-6 0,4 2 32,1 1 0,-3 5 0,5 2 1,1 6-1,0 3 50,-2 5 0,4 5 1,-4 6-1,4 3 30,0 4 0,1 7 0,0 4 0,0 7 179,0 8 0,-1 8 0,0 8-458,-4 2 1,2 5-1,-4-1 1,0 0 0,1-1-983,0-4 1,-3-10-1,3 0 1235,-1-8 0,4 1 0,-3-6 0</inkml:trace>
  <inkml:trace contextRef="#ctx0" brushRef="#br0" timeOffset="5116">2367 1131 7723,'-5'-13'-63,"2"0"0,-4 1 666,1-1 1,-4 4 0,2 1 0,-4-1-45,-1 2 0,1 1 0,-3 6-314,-2 0 0,3 2 0,-4 4 0,1 6-131,0 8 0,1 6 1,7 4-1,5 2 1,3 3-124,1-1 0,0-4 1,1 2-178,3-1 0,3 2 0,6-6 0,0-4 1,0-2-19,0-1 1,-2-4-1,-1 1 1,-3-3 291,-1-1 0,-3-5 0,-8 0 0,-3-1-44,-4 0 1,-5 0 0,-1 1 0,-2-3-65,-3-4 0,-1-1 0,-2 0 1,1 0-248,-1 0 1,6 0-1,3 0-482,3 0 0,7-1 0,3-4 0,4-3-1489,4-3 2238,9-8 0,7-1 0,5-5 0</inkml:trace>
  <inkml:trace contextRef="#ctx0" brushRef="#br0" timeOffset="5263">2380 1233 7816,'0'22'0,"0"-1"92,0 2 0,0-3 1,0 1-1,0 3 500,0 5 1,0-1 0,0 5-1,0-1-646,0 1 1,0-4 0,0-1 0,0-5-1589,0-6 1,0-10 1641,0-7 0,4-13 0,1-12 0,5-12 0,-3-9 0</inkml:trace>
  <inkml:trace contextRef="#ctx0" brushRef="#br0" timeOffset="5396">2444 1169 7816,'0'-8'154,"-1"-1"464,-3-1 0,2 3-39,-2-1-812,2 5 1,4 3-1,1 8-249,1 4 1,6-4 0,-2-1-1,4 1-744,1-1 1226,-6-4 0,10 8 0,-3-4 0</inkml:trace>
  <inkml:trace contextRef="#ctx0" brushRef="#br0" timeOffset="5699">2585 1221 7816,'-9'8'0,"1"1"0,-1 1 208,2 1 0,-3 2 0,5 0 0,-1-1 204,0 1 0,2-4 0,3-2-350,-4-2 1,5 4-119,0-5 1,2 1-1,6-5 1,2 0 41,2 0 1,0-5 0,1 1-148,0 1 0,0 2 0,0 1 1,-1-2 182,1-2 1,-4 3 0,-1-4 41,2 4 1,-4 8 0,0 4-1,-2 8 324,0 5 0,0 0 0,-5 10-51,-3 2 1,1 5 0,-6 2 0,-1-2 0,-1-3-196,-2-3 0,0-4 0,1-7 1,-1-3-892,0-4 0,0-8-12,0-5 0,6-9 0,3-7 0,3-5 259,1-3 0,1-3 1,2-5 501,1-2 0,12-11 0,-2 1 0</inkml:trace>
  <inkml:trace contextRef="#ctx0" brushRef="#br0" timeOffset="6483">2764 1285 7816,'4'8'0,"2"-1"346,1-1 0,-4 4 1,3-2-1,-2 4-10,0 1 0,1 1 1,-5 1-1,0 4-3,0 1 0,0 1 0,0 5 0,1-1-236,3 1 0,-2 0 1,2-1-1,-3-1 11,-1-2 0,0-4 0,0-5-185,0 0 0,5-8 1,0-5-319,2-7 0,-2-10 1,3-4-1,1-5 260,-2-4 1,4-2 0,-4-5 0,2 3 208,-1 4 0,-1 4 0,3 5 0,-2 2 280,-3 1 1,5 9-251,-1 1 1,1 6-1,-2 8 1,-2 5-198,0 5 0,-5 7 1,5-3-1,-2 1-228,0 0 0,5-5 1,-4 1-1,3-3 70,1-1 1,3-4 0,1-2 0,-1-2 125,1-2 0,4-3 0,2-4 0,1-6 125,2-6 0,3 1 0,-1-7 0,-1 0 270,-2-2 1,-4 2 0,3 2 0,-2 0 130,-2 0 1,-8 5 0,-3-2 0,-4 1-40,-1-1 1,-1 6-1,-4-5 1,-3 0-45,-3 2 1,-2 4-1,0 3 1,0 1-73,0 4 0,1 0 0,-1 4-80,0 2 1,4 4-1,1 11 1,-1 5 0,2 6-229,3 3 0,1-4 1,0 4-1,-1 0-554,1 0 0,2-4 0,2 3 0,2-4-69,1-4 0,6-8 1,-1-3-1,4-8-114,4-3 1,-3-5 0,3-5 496,-3-10 1,3-13-1,0-6 1,-2-1-1,-4-3 310,-3 1 0,1 0 0,4 3 0,0 1-11,-1 2 0,0 10 1,-4 0-1,-2 4 34,0 4 990,-5 8 1,5 5 0,-6 10-432,0 6 0,1 8 0,2 2 0,3 4 0,1 4-229,3 2 0,-3-3 0,1 4 0,2 2-281,2 1 1,-4-8 0,1-3 0,-1-3 132,-1-5-294,5-5 1,-12 0 0,0-10 19,-7-6 0,-6 0 1,-3-4-1,-2 0 186,-2 0 0,3 4 0,-3-1 0,1 2 184,4 2 0,1 2 0,1 2-75,0 4 0,4 5-308,1 4 1,6 2 0,1 2 0,5-5-878,3-6 1,2 0-1,4-6 1,1-1-70,3-2 0,-3-1 1,5-1-1,-2-4 1020,0-3 0,4 1 0,-4-2 0,-1-1 0,4-7 0,0-3 0</inkml:trace>
  <inkml:trace contextRef="#ctx0" brushRef="#br0" timeOffset="6577">3622 1515 7980,'8'0'1177,"-1"1"-1289,-1 4-632,-2-4 0,-2 5 0,0-5 744,3 3 0,-1-2 0,-4 4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8:49:57.749"/>
    </inkml:context>
    <inkml:brush xml:id="br0">
      <inkml:brushProperty name="width" value="0.06" units="cm"/>
      <inkml:brushProperty name="height" value="0.06" units="cm"/>
    </inkml:brush>
  </inkml:definitions>
  <inkml:trace contextRef="#ctx0" brushRef="#br0">0 599 7825,'0'-9'272,"0"1"36,0 5 0,2-4 0,2 4 0,6-3-384,6-1 0,-1 3 1,7-5-1,2-1-445,4-1 1,5-6 520,5 0 0,1-6 0,-1 3 0</inkml:trace>
  <inkml:trace contextRef="#ctx0" brushRef="#br0" timeOffset="567">563 87 7770,'-12'1'454,"-1"4"0,6-2 1,2 5-1,4 3-314,1 5 1,0 3 0,1 5 0,4 0-1,3 3 0,5 6 0,3-2 0,2 0 0,2 0-198,3-2 1,-3-8 0,1-4-1,2-2-170,1-3 0,-3-6 0,1-7 0,-1-12 86,-1-11 0,3-5 0,-6-8 1,-2-4 103,-1-3 1,-5 1 0,-2-2 0,0 1-45,0 2 0,-4 13 366,1 3 1,-2 16 0,-2 7 0,0 15 2,0 12 0,1 3 0,2 7 0,1 1-276,-1 2 1,3-2 0,-2-4 0,0-1-272,2-2 1,0-4 0,4 5-7,-2-7 1,-3-3 0,3-6-1,2-2-1279,1-2 1,-2-5 1544,-1-8 0,1-9 0,4-7 0</inkml:trace>
  <inkml:trace contextRef="#ctx0" brushRef="#br0" timeOffset="883">1242 61 7770,'-2'-12'333,"-2"0"107,-5 4 0,2-2 0,-1 4-5,-2-1 1,-2 4 0,1 0-213,2 6 1,4 10 0,5 8 0,0 3-23,0 2 1,5 4 0,4 1 0,2 0-114,2 1 1,0 2 0,0-3 0,1 0-182,3 1 0,-7-1 1,3-3-1,-3 2 84,-3-1 1,-1-2 0,-6-2 0,0 1-41,0 0 1,-6-8 0,-3-4 0,-2-4-282,-2 0 0,-1-4 1,-2-2-1,-1-4-632,2-4 1,2-3 0,3-8-1,3 0 962,1-2 0,2-6 0,4 2 0,0-9 0,0-3 0</inkml:trace>
  <inkml:trace contextRef="#ctx0" brushRef="#br0" timeOffset="1116">1357 330 7770,'25'-8'29,"-1"1"1,-1-1 166,-1 1 0,-1-1 0,4-5 0,0-1 215,-4-3 0,3 1 0,-5-4 0,-1 0-35,-1 0 0,-11 0 0,2-1 0,-5 4-126,-3 3 1,-1 2-1,-3 2 1,-6 3-90,-6 2 0,-4 0 0,-4 5 0,1 2-94,2 2 1,4 9-1,-3 8 1,1 3-61,4 2 0,5 5 0,3 3 0,1 3 83,3 2 0,2-1 0,1 1 0,1-1-119,3 0 1,9 1 0,9-1 0,3-1-768,5-3 0,3-14 0,5-11 0,2-8-5,3-5 1,-1-15-1,7-12 801,-1-9 0,10-17 0,-5-8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12:16.450"/>
    </inkml:context>
    <inkml:brush xml:id="br0">
      <inkml:brushProperty name="width" value="0.06" units="cm"/>
      <inkml:brushProperty name="height" value="0.06" units="cm"/>
    </inkml:brush>
  </inkml:definitions>
  <inkml:trace contextRef="#ctx0" brushRef="#br0">310 159 7974,'-6'-9'0,"0"0"128,-1 0 0,-1-1 0,-2-1 0,-1-1 279,-1 0 0,-1 5 1,0 2-1,-3 1 181,-4 2 0,1 1 0,-3 2 0,3 3-268,1 5 1,-1 6 0,0 7 0,-1 5-24,3 6 1,5 4-1,1 4 1,4 6-120,4 3 1,2-2 0,2 1 0,3-4-165,5-3 0,4-13 0,5 0-340,0-8 0,4-6 1,0-9-1,0-3-77,1-2 1,2-5 0,-1-3 0,1-4 0,1-5-3504,-2-4 3906,-4-4 0,7-7 0,-4-2 0</inkml:trace>
  <inkml:trace contextRef="#ctx0" brushRef="#br0" timeOffset="316">465 50 8251,'-3'9'1101,"0"0"1,0 2-667,-1 4 1,3 6 0,-3 9-1,1 6 116,0 5 1,-1 4 0,2 6 0,-1 1-376,1-2 1,1-11 0,1 0 0,0-4-127,0-7 1,4-13 0,3-3-311,4-6 0,-1-4 0,3-5 0,-2-4-216,1-5 0,-1-3 1,4-5-1,1-3 224,2-4 0,-3 2 0,-1-5 1,0 1 261,0 2 0,-3 3 0,2 1 0,-3 4 80,-1 5 1,-3 7 75,0 4 1,-4 10-1,1 5 1,-2 5 0,-1 5-287,0 2 1,0 2 0,0 1 0,0-2-705,0-1 0,0-3 0,0 2 0,0-4-208,0-5 1,1-3 1031,2-2 0,2-4 0,4-1 0</inkml:trace>
  <inkml:trace contextRef="#ctx0" brushRef="#br0" timeOffset="583">812 424 7959,'9'-3'149,"0"-2"195,0 0 0,0 2 1,0-3-1,0 0 44,0 1 0,1-3 0,0 1 0,1-3-134,1-2 0,1-5 1,-2 2-1,1-3-171,0-3 0,-2 2 1,-1-4-1,-1 2-25,-2 0 1,-2 1-1,-5 4 1,-2 4 12,-3 2 0,-5 5 0,-2 2 0,-2 3 165,-1 3 1,-1 3 0,-1 6 0,0 4 121,-1 5 0,1 2 1,1 4-1,1 2-47,1 1 1,3 1 0,1 4-478,4-2 0,0-1 1,4-1-1,1-5 0,2-2-894,3-4 1,3-5 0,6-4 263,3-4 1,6-4 0,1-7 795,1-5 0,2-8 0,2-6 0</inkml:trace>
  <inkml:trace contextRef="#ctx0" brushRef="#br0" timeOffset="798">1267 77 7899,'-13'4'198,"-1"1"0,-4 4 0,0 2 882,-1 1 0,4 0 1,0 6-1,0 4-126,1 4 0,-3 2 0,5 1 0,1 4-539,1 2 0,5-4 1,2 2-1,2-3-183,1 1 1,4-10 0,3 0 0,4-3-896,4-4 1,0-4 0,2-5-1,1-1-517,1-2 0,-2-5 0,6-3 0,-2-3-1551,0-3 2731,0-3 0,2-7 0,0-1 0</inkml:trace>
  <inkml:trace contextRef="#ctx0" brushRef="#br0" timeOffset="982">1440 68 12459,'-6'9'1800,"0"1"0,-1 5-1282,-1 6 1,-4 5 0,-1 13 0,-1 5-458,-3 5 1,4-1-1,1 2 1,2-3-987,1-6 0,4-14 0,2-6 0,4-7-420,5-6 0,1-3 0,8-5 1,1-1 1344,2-2 0,0-6 0,0-5 0</inkml:trace>
  <inkml:trace contextRef="#ctx0" brushRef="#br0" timeOffset="1199">1614 132 7879,'-4'-5'569,"-2"1"1,-3 4-1,0 0 167,0 0 0,-1 0 0,-1 0 0,-1 0-291,1 0 1,-3 4 0,1 3 0,0 4 193,0 4 0,0 4 1,3 1-1,0 2-123,1 1 0,6 2 0,0 2 0,3 0-198,3 1 0,7-4 1,5-2-598,2-3 1,5 1-1,2-8 1,2-2 0,0-3-906,1-4 1,-4-2 0,4-2-1,-1-2-3060,1-3 4244,-4-6 0,3-2 0,-2-5 0</inkml:trace>
  <inkml:trace contextRef="#ctx0" brushRef="#br0" timeOffset="1897">2306 123 7509,'-1'-8'180,"-2"2"0,-2-1 1,-4 3-1,0-1 322,0 1 1,-1 0 0,-2 2 0,-1-1-41,-1 1 0,-1 6 0,-2 5 0,1 6-164,0 2 1,5 5 0,-1 2 0,2 4-125,1 2 1,4-1-1,2 4 1,2-2-164,1-1 0,7-3 0,3-4 0,3-3-291,3-4 1,1-9 0,2-2 0,0-7-50,2-7 1,-1-10-1,4-7 1,-2-5 33,-2-5 1,3-2 0,-3-6 0,-1 3 268,0 1 1,-8 10-1,3 1 1,-7 8 447,-3 8 1,-2 9 0,-5 7 15,-3 8 1,-1 7-1,-1 2 1,2 2-247,-1 1 0,2 3 0,0 3 0,0 1-1081,0 0 0,3-2 1,-1-3-1,2-1-3,1-3 0,0-8 1,1 1 891,2-6 0,2-4 0,4-4 0</inkml:trace>
  <inkml:trace contextRef="#ctx0" brushRef="#br0" timeOffset="2230">2534 123 7794,'0'9'756,"-3"1"1,0 1-1,0 3-349,-1 4 1,2-1 0,-3 7 0,0 1-49,0 2 1,3 1 0,-1 0-1,1 1-194,-2-3 0,3-5 1,-1 0-191,4-5 0,1-7 1,3-7-1,2-5-191,3-6 0,0-8 1,3-9-1,0-3-65,0-4 0,2-4 0,1 0 1,-1-2 238,-1 1 1,0 8 0,3-1 0,-2 3 313,-1 2 0,-3 12 0,2 4 68,0 7 1,-6 9 0,-5 10 0,-2 5-80,-1 7 0,0 0 1,0 6-1,0 0-184,0 1 1,-3-1 0,0-2 0,1 0-1390,1-3 1,1-8-1,1-5 712,2-4 0,2-9 1,5-11-1,1-7-1862,1-6 2462,0 0 0,-3-14 0,0 2 0</inkml:trace>
  <inkml:trace contextRef="#ctx0" brushRef="#br0" timeOffset="2513">2926 23 7794,'9'-10'299,"0"1"1,-4 5 0,-1 4 327,0 5 0,-2 9 1,3 3-1,0 5-158,0 4 1,-3-2 0,3 5 0,-2 0-276,0 0 0,3 2 0,-3-2 0,0-2-395,1-5 1,-3-6-1,2-2 0,-2 0 0,-2-6 0,-2-6 1,-3-3-77,-2-2 1,-6-1 0,-1 2 0,-2-1 143,-1 1 1,0 2 0,-1 3 0,2 3 342,2 2 0,-1 5 0,5 1 0,2 1 322,1 0 1,6 1-1,-1 1 1,3-2-242,3-3 1,2-5 0,6-2 0,1-1-264,3-2 0,3-6 1,1-5-1,2-6-528,-1-5 1,-3 0-1,4-5 1,0 0-1522,0-1 1,-6-1 2020,0 3 0,0-2 0,0 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12:15.234"/>
    </inkml:context>
    <inkml:brush xml:id="br0">
      <inkml:brushProperty name="width" value="0.06" units="cm"/>
      <inkml:brushProperty name="height" value="0.06" units="cm"/>
    </inkml:brush>
  </inkml:definitions>
  <inkml:trace contextRef="#ctx0" brushRef="#br0">293 1 7780,'0'6'305,"0"0"0,0 1 0,0 6 0,0 5 0,-2 8 66,-1 6 0,2 12 0,-2 12 0,2 10-399,1 8 1,0-3 0,0 9 0,0 0-74,0-1 1,-1-8-1,-2-3 1,-2-6 96,0-7 0,-2-15 0,4-6 1,1-9-1954,1-6 1957,1-11 0,-4 0 0,-1-8 0</inkml:trace>
  <inkml:trace contextRef="#ctx0" brushRef="#br0" timeOffset="482">1 839 8231,'0'9'146,"0"-3"1,0 0 27,0 1 0,0 3 0,0 1 37,0 1 1,5 7 0,3 0 0,4 4-140,2 2 1,2 4 0,3 3 0,1-1-1,1 0 22,0-1 0,1-6 1,-2-4-1,-2-4 61,-1-7 0,-3-4 0,2-7 0,-2-5-17,-1-9 0,0-7 1,-1-9-66,0-5 1,4-2 0,-1-1-1,1 0-268,-1 1 1,3-3-1,-3 6 1,1 3 194,-1 5 0,2 0 0,-2 5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12:21.265"/>
    </inkml:context>
    <inkml:brush xml:id="br0">
      <inkml:brushProperty name="width" value="0.06" units="cm"/>
      <inkml:brushProperty name="height" value="0.06" units="cm"/>
    </inkml:brush>
  </inkml:definitions>
  <inkml:trace contextRef="#ctx0" brushRef="#br0">0 224 7843,'0'-13'191,"0"4"1,0 0 472,0-2-129,0 5 1,2 0-375,2 6 1,-2 6-1,2 3 1,-2 5-45,-2 4 0,4 3 0,1 6 1,0 2 15,1 3 0,-5 2 1,4 6-1,-2-3-140,1 0 0,-2-8 0,4-1 0,-2-5-200,1-3 1,5-8 257,-1-8 1,5-14 0,3-9 0,1-6 0,0-7-39,2-4 1,-1-5 0,4-3-241,-5-1 1,2 1 0,-2 8-1,-1 4 1,-2 3-571,-2 2 1,-4 6-554,0 3 1,-6 10 1349,2 8 0,-4 6 0,-1 8 0</inkml:trace>
  <inkml:trace contextRef="#ctx0" brushRef="#br0" timeOffset="266">436 320 7822,'13'0'80,"1"0"0,0 0 798,-1 0-650,1 0 0,-1-3 0,1-5 1,-2-6-1,-1-2 0,-4-4 0,1-3 175,-1-2 0,-4-2 0,2 1 0,-5 2-142,-5 1 0,-2 6 0,-7 1 0,1 4-79,-1 3 1,0 5 0,1 1 0,-1 8 32,1 9 0,2 5 1,0 8-1,-1 2-30,2 3 1,4 3-1,-2 6-88,2-1 0,2 0 1,4-3-1,0 0 0,0-1-696,0-1 0,0-2 0,1-9 1,4-4-418,4-6 1,7-5 0,2-2 0,-1-5-437,-2-5 0,0-14 1452,3-1 0,-2-12 0,3-5 0</inkml:trace>
  <inkml:trace contextRef="#ctx0" brushRef="#br0" timeOffset="582">694 211 7822,'5'9'440,"-1"0"0,1 0 0,-5 5 1,0-1-102,0 1 0,1-1 0,2 2 0,2 2 51,-2 1 1,3 2 0,-1-2 0,-1 5-261,2 2 0,-4 3 0,2-1 0,-1 2-103,2 2 1,-4 0-1,4 2 1,-4-3 1,-1-4 0,0-7 0,0 3 39,0-3 1,0-8-1,0-13 106,0-10 1,0-4 0,2-10-43,2-3 1,-1-7-1,8-2 1,3-4-1,2-4-89,1 3 1,-1 5 0,1 3-156,1 2 0,5-4 1,-5 6-1,-1 2 1,-2 3 102,-2 4 0,1 11-1161,0 2 0,-5 1 0,-2 5 1,-1 5-1943,-3 5 3112,-1 6 0,-2 0 0,0 1 0</inkml:trace>
  <inkml:trace contextRef="#ctx0" brushRef="#br0" timeOffset="731">1198 252 9161,'-2'19'0,"-1"4"0,-1 3 0,-1 1 293,-1 0 1,3 0 0,-5 0 0,1 1-442,-1-1 0,4-4 0,-4-1-1779,2 2 1927,2-10 0,4-14 0,0-15 0</inkml:trace>
  <inkml:trace contextRef="#ctx0" brushRef="#br0" timeOffset="865">1238 184 7875,'-4'-10'-1295,"-1"1"1295,1 6 0,4-3 0,0 12 0,0 2 0</inkml:trace>
  <inkml:trace contextRef="#ctx0" brushRef="#br0" timeOffset="1149">1592 115 7305,'0'-13'-408,"0"2"0,0-1 1664,0-3 0,-1-2 0,-2 4-296,-2-1 0,-1 5-644,2 0 0,2 8-287,-2 1 1,2 7 0,2 10-1,-1 4-16,-4 5 0,3 4 0,-4 11 0,2 0-113,-1-1 0,-1 3 0,3 2 0,-3 3-322,-1 1 0,-1-1 0,-2-6 0,0 2-195,0 0 0,2-12 0,1 1-674,1-7 1,-5-11 1290,2-1 0,-9-19 0,-3-10 0</inkml:trace>
  <inkml:trace contextRef="#ctx0" brushRef="#br0" timeOffset="1297">1347 469 9286,'0'-13'517,"0"-1"0,0 0 0,0 1 105,0-1 1,2 2 0,2 2-173,5 0 0,4 7 0,0-1 0,2 2-811,3 2 0,-1 0 1,4 0-1,-1 0-392,-3 0 0,-1 0 1,1 0-1,1 0 262,-1 0 491,-2 0 0,-2 6 0,1 2 0</inkml:trace>
  <inkml:trace contextRef="#ctx0" brushRef="#br0" timeOffset="1465">1606 347 8831,'6'13'2479,"-3"1"-2195,6 0 0,0-5 1,5-2-1,-1-1-658,1-3 0,0-1 0,1-2 0,3 0-294,4 0 0,0 0 0,-1-2 1,0-1-930,0-1 1597,2-7 0,4-2 0,0-9 0</inkml:trace>
  <inkml:trace contextRef="#ctx0" brushRef="#br0" timeOffset="1631">2028 224 7932,'-9'5'651,"0"-1"1,4 7-1,-3 0 1,1 5 0,-1 8-1,-2 7-121,-2 5 1,-3 9-1,-1 5 1,0 6-604,-1 8 1,10-5-1,-7 9 1,2-3-461,0-3 0,3-8 0,1-12-1337,2-8 1,2-4 1869,4-12 0,0-6 0,0-6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12:25.798"/>
    </inkml:context>
    <inkml:brush xml:id="br0">
      <inkml:brushProperty name="width" value="0.06" units="cm"/>
      <inkml:brushProperty name="height" value="0.06" units="cm"/>
    </inkml:brush>
  </inkml:definitions>
  <inkml:trace contextRef="#ctx0" brushRef="#br0">1 89 8282,'7'0'619,"-1"1"0,-4 4-538,2 4 0,-2 9 0,2 5 0,-2 4-112,-2 4 0,0 4 0,0 8 0,0 0 0,0 1 2,0-4 1,0-1 0,0-9 0,-2-4-163,-2-7 313,2-9 1,-4-17 0,6-11 0,2-7 27,2-7 0,-1 0 1,6-6-1,2-1-107,1 1 0,2 2 1,-1-2-123,1 2 0,-1 3 0,1-2 1,1 6-1,2 3-629,1 7 1,0-1 0,-4 7 0,-1 3 49,1 3 1,-2 7 657,-3 0 0,3 6 0,-4 8 0</inkml:trace>
  <inkml:trace contextRef="#ctx0" brushRef="#br0" timeOffset="315">477 279 7730,'13'-1'-107,"1"-4"0,0 4 0,-1-4 0,1 2 348,-1-2 1,1-2 0,0-8 220,-1-3 1,-1 2 0,-1-3-1,-4 1-259,0 0 1,-3-2 0,-4 2-90,0-5 0,-6 8 1,-3 3-1,-5 4-75,-4 5 0,2 2 0,-6 1 0,3 1 26,2 4 0,0 2 0,1 8 0,-2 2-188,1 1 0,2 6 0,3-1 0,1 3 123,2 1 1,2 6 0,-2 2 0,4 1-278,4 1 1,1-7 0,0 2 0,1-4-45,4 0 1,2-7 0,7-5-1,1-4-62,3-2 1,-1-9-1,4-1 1,0-9 382,0-8 0,2-5 0,3-9 0,-4 0 0,10-13 0,-3 1 0</inkml:trace>
  <inkml:trace contextRef="#ctx0" brushRef="#br0" timeOffset="649">763 116 7822,'1'-14'118,"2"1"826,2-1-726,-1 6 0,-4 4 0,-1 8 0,-2 7 0,-2 4-41,2 3 0,-3 5 1,1-3-1,2 1-182,2 3 1,-1-4-1,-1-2-195,-1-3 0,-1-2 0,5 1 0,2-2-47,2-3 1,4-3-1,6-9 146,-1-6 0,1-1 0,-1-13 0,1-1 90,0-2 0,-2 5 0,-3 3 0,-3 4 232,0 5 1,-5 5 0,4 8-78,-4 5 0,-7 11 0,-1 7 0,-2 9 31,0 8 0,0 4 0,-4 5 0,4-3-60,5-4 0,2-4 1,2-3-1,0-2-53,0-6 0,2-8 0,2-6 0,7-7-225,6-5 1,-2-4 0,4-2 0,0-4-145,-1-4 0,1-7 0,-2-4 0,1-1-191,-1-3 0,-2 2 1,-3 0-1,-1-3 142,-2 0 1,-2-2 0,4-1 0,-4 1 355,-1 0 0,-1 0 0,1-7 0,1 0 0</inkml:trace>
  <inkml:trace contextRef="#ctx0" brushRef="#br0" timeOffset="1381">1143 157 7814,'0'18'0,"0"0"111,0-1 0,0-1 1,0 2-1,0 5 172,0 3 1,0-4-1,0 1 1,0 1-79,0 2 0,0-3 1,0-2-1,2-2-117,3-2 1,-2-2 0,6-3 0,1-3-161,2-4 0,2-4 0,0-2 1,-1-5 0,1-8 1,-1-5-1,1-9 1,0 0 12,-1-4 0,1 2 0,-1-5 1,1 0 79,0 0 1,-1 11-1,-1 0 1,-1 4-7,-2 2 1,-5 6-79,6 8 0,-7 10 0,1 7 0,-2 8-124,-2 5 0,0 1 0,0 0 1,0 1-237,0-1 1,0-1 0,0-2 0,0-3 421,0-1 0,0-7 0,1-5 0,4-2 0,2-3-169,7-8 1,-2-2 0,-1-7 0,-2 1-1,1-1 400,2 0 1,2 5-1,-1 0 60,1-1 0,1-3 0,2 0 0,1-1 0,-1-1 2,-2-3 1,-2 1 0,-1-4-1,-1 0-142,-2 0 1,-6-2 0,2-2 0,-4 0 50,-1 3 1,0 5 0,-1 0 0,-4 5 71,-4 3 1,0 6 0,-5 0-69,-5 6 0,5 6 0,0 9 0,2 7-112,0 5 0,3 5 0,2 5-187,1 1 1,-3 3 0,4 0-1,2-3 1,1 0-434,2-4 1,2-5 0,1-2 0,3-5-207,2-7 0,2-9 0,7-6 321,1-6 0,0-6 0,-3-11 0,2-6 411,1-4 0,5-12 0,-5 1 0,-2-1 0,1-2 0,1-2 0,-7 9 0,2-4 52,0 1 0,-7 9 0,-2 4 141,-2 7 1,-8 12 0,-2 8 574,0 8 0,2 5 0,6 6 0,0 3-320,0 4 0,0 3 0,2 2-280,2 6 1,2 2 0,5 3-1,-2 1 1,0 1-35,-1-1 0,-1-6 0,-4 5 0,2-1 24,-2-3 1,-3-10-1,-5 1 1,-4-3-78,-3-7 0,-1-3 0,-1-7-709,0-5 1,-5-2 0,-2-4-453,-1-2 0,7-5 0,8-10 609,1-3 0,1-4 0,7-3 0,2-1 0,5-5 471,3-4 0,2 7 0,0-19 0,-1 9 0</inkml:trace>
  <inkml:trace contextRef="#ctx0" brushRef="#br0" timeOffset="1530">1919 143 8072,'9'-5'436,"0"1"0,-4-1 1,4 5-142,1 0 0,-2 3 0,0 5 1,-1 7-1,-1 6 11,0 8 1,0 1 0,-3 10-1,2 2-29,-2 0 1,-2 2 0,-1 0 0,-1 1-63,-4-1 0,-1-6 1,-4-6-1,1-5-1283,-2-6 1,-1-9 0,-2 2 0,1-8 1067,-1-5 0,0-7 0,1-1 0</inkml:trace>
  <inkml:trace contextRef="#ctx0" brushRef="#br0" timeOffset="1630">1865 551 7822,'0'-19'81,"0"3"0,0-2 0,0 3 400,0 2 1,1-1 0,4 0 0,4 1-158,3-1 0,-3 1 0,0 0 0,3 3-576,5 1 1,-2 1-1,3-1 1,-3 5-685,-1 2 1,-1 2-1,-1 2 936,-3 2 0,10 4 0,-4 5 0</inkml:trace>
  <inkml:trace contextRef="#ctx0" brushRef="#br0" timeOffset="1729">2137 470 7710,'-6'-8'-534,"4"0"534,-2 4 0,-4 2 0,1-4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10:29:18.232"/>
    </inkml:context>
    <inkml:brush xml:id="br0">
      <inkml:brushProperty name="width" value="0.06" units="cm"/>
      <inkml:brushProperty name="height" value="0.06" units="cm"/>
    </inkml:brush>
  </inkml:definitions>
  <inkml:trace contextRef="#ctx0" brushRef="#br0">1 188 8089,'0'5'500,"0"0"-522,0 0 0,0-1 1,3-2 153,2-1 0,2-1 1,3 0-1,0 0 22,2 0 1,1 0-1,2 0 1,0 0 9,3 0 1,3-1 0,4 0 0,4-2-56,-1 2 1,4 0-1,2 1 1,2 0 7,1 0 1,0 0 0,5 0-1,0 0-19,2 0 1,-5 0 0,5 0-1,-1 0-28,-1 0 0,3 0 1,0 0-1,3 0 19,1 0 1,-4 2-1,6 1-36,-2-2 0,1 1 1,3 0-1,-1 0 0,2 0 36,0-1 0,0-1 0,4 0 0,0 0 27,0 0 0,-2 0 0,7 0 0,2 0-2,0 0 1,-3 0-1,0 0-16,-3 0 1,12-3 0,-6 1 0,4 0-51,-3 1 1,6-1 0,-6-2 0,1 1 0,5-1 19,-1 0 0,-4 1 0,1-1 0,2 0-119,5 0 1,-7 1 0,6-1 0,-2 0 65,-2 0 0,-5 1 0,9-1 1,1 0 59,0 0 1,-10 1 0,5-1-1,1 1 24,1 1 1,-5-1 0,4 0 0,-2 2-65,-1 0 1,-8 0-1,10-1 1,0 0 28,-1 0 0,-6 1 0,2 1 0,1 0-27,1 0 1,-4 0-1,4 0 1,-4 0-34,-1 0 1,-8 0 0,10 0-1,0 0 23,0 0 1,-6-2 0,0-1-1,0 1-11,2-2 0,-4 4 1,6-3-8,-4 2 0,2-1 1,-5-2-1,0 1 6,0 0 1,5-2 0,-5 1-1,-1 0 1,2-1-17,-1 1 0,-7-3 1,6 2-1,-3 0-32,0 0 1,-6-2 0,8 3 0,-4-1 23,-4 0 0,-6 2 1,-1-1-1,1 0-26,-1 0 1,-4 1 0,1-1 0,-4 1-110,-5 1 0,-5 1 0,3 1 73,-3 0 1,-2 0-1,-5 0-1361,-2 0 652,-6 0 0,0 0 780,-9 0 0,-1 4 0,-3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10:32:36.097"/>
    </inkml:context>
    <inkml:brush xml:id="br0">
      <inkml:brushProperty name="width" value="0.06" units="cm"/>
      <inkml:brushProperty name="height" value="0.06" units="cm"/>
    </inkml:brush>
  </inkml:definitions>
  <inkml:trace contextRef="#ctx0" brushRef="#br0">1 443 8012,'9'-4'327,"-3"3"-198,0-2 0,0 3 0,4 2 0,2 2 211,3 1 1,3 0 0,2 2-1,2-1-276,1 1 0,2-2 1,3 0-1,1-1 153,1-2 1,1-1-218,-1-1 0,-2 4 0,3 1 0</inkml:trace>
  <inkml:trace contextRef="#ctx0" brushRef="#br0" timeOffset="849">597 91 8228,'-4'-8'515,"-2"2"0,2 3-302,1 6 0,3 7 0,4 9 1,5 8-46,5 8 1,7 10 0,3 9 0,2 3-99,1 2 1,2-6-1,-1-1 1,0-5-142,-2-9 1,-5-13-196,0-10 1,-4-9 0,-4-7 0,-4-7-1,-2-7 68,-2-5 1,2-5 0,-4-7 0,-1-7 73,-1-4 0,0-1 0,1-6 106,1 1 1,0-1 0,-3 4 0,1 7 63,2 7 0,-1 8 1,4 13 26,1 8 0,1 11 1,1 11-1,0 6 1,1 7 98,-1 6 1,0-1 0,0 8 0,0-1-218,0 0 1,0-2-1,0-2 1,0-4-1876,0-6 1920,-4-6 0,7-10 0,-2-1 0</inkml:trace>
  <inkml:trace contextRef="#ctx0" brushRef="#br0" timeOffset="1049">1193 55 7847,'0'21'241,"0"0"0,0 0 1,1 6-1,1 2 141,1 4 1,3 2-1,-2 8 1,1 2-379,2 2 0,2 5 0,1-3 0,2 1-114,-1-2 1,-3-5 0,3 2 0,-3-4-232,-2-1 0,-3-10 1,2-1-1,0-8-257,0-7 1,-3-8 0,1-7 597,-2-7 0,-1-13 0,0-7 0</inkml:trace>
  <inkml:trace contextRef="#ctx0" brushRef="#br0" timeOffset="1264">1211 398 8096,'-5'-47'-148,"2"3"0,2 3 225,1 2 1,0 6 0,1 3-1,2 2 164,3 1 0,3 4 0,2 3 0,2 3 181,2 2 1,0 5-1,2 0 1,-1 4-64,-1 2 0,-3 1 0,2 3 0,-2 1-72,-4 2 0,-2 6 0,-4 5-122,1 0 1,-1 7 0,-5 0 0,-3 3 0,-3 2-280,-3 1 0,1-5 1,-3 4-1,1-3-794,2-2 1,0-2 0,0-3 0,-1-2 907,1-2 0,0-4 0,2 5 0</inkml:trace>
  <inkml:trace contextRef="#ctx0" brushRef="#br0" timeOffset="1899">1455 217 8052,'-6'4'0,"1"2"59,1 2 0,1 3 0,3 1 0,0 4 374,0 4 1,4 6-1,3 8 1,5 8-285,6 6 0,1-2 0,3 6 1,-1-6-116,-4-5 0,-4-9 0,0 0 1,-2-7-13,-3-7 1,-4-9-1,1-9 1,0-7-305,0-7 0,-2-5 0,2-9 245,-1-2 1,2-5 0,-2-5-1,0-1 8,0-3 0,2 5 1,-2 2-1,0 5 0,1 4-1,0 5 0,-2 8 0,3 7 0,1 9-56,1 10 1,2 12 0,1 13 0,2 6 69,1 5 0,1-3 0,2 3 164,-2-3 1,3 3 0,-4-7-1,0-5 126,-2-5 0,-2-7 0,-1-11 1,-1-9-47,-2-7 1,-1-11 0,-3-5-1,1-7-101,-1-4 0,-1 0 1,-1-3-1,0-2-178,0-1 1,1 4 0,1-6 0,2 0-289,1-1 0,-2 1 1,3-2-1,2 0-211,3 0 0,3 6 550,4 2 0,0 0 0,0 1 0</inkml:trace>
  <inkml:trace contextRef="#ctx0" brushRef="#br0" timeOffset="2199">2151 272 7752,'-1'19'187,"-2"2"1,-5-3-1,-4 0 1,1-4 229,1-1 0,1-2 1,1 3-1,1-1-34,1-2 1,4 3 0,-1 0 0,2 1-20,1 0 0,4-4 0,3 0-640,4-3 0,0-4 0,3-5 1,0-3 93,0-6 1,1-7 0,2-7 0,-1-4 74,-1-5 0,-4 0 0,1-6 0,-2 3 19,-1 3 1,-3 2 0,-1 7 153,-1 3 0,-1 12 0,-3 11 235,0 14 1,0 8 0,0 12-345,0 1 0,3 0 0,0-3 1,0-3-1,0-3-484,0-5 1,1-4 0,-1-5-232,3-5 758,2-4 0,1-5 0,0 0 0</inkml:trace>
  <inkml:trace contextRef="#ctx0" brushRef="#br0" timeOffset="2948">2395 208 8052,'0'18'144,"0"1"1,0 0 200,0 2 1,0-1 0,0 3 0,0 1-74,0 2 1,0 0 0,0 6-1,0-1-103,0-2 1,0 0 0,0-3 0,0 0 30,0 1 0,0-6 1,0 3-1,0-4-71,0-2-263,0-8 0,0-6 1,-1-11-1,-1-4 139,-1-4 1,0-3 0,3-3-1,0-3 18,0-2 1,0 2 0,0 1 0,0-1-223,0 1 0,3 2 0,1-2 0,0 0-591,0 0 0,3 2 0,-1-3 0,3-2 171,3-3 1,2 3 0,4-3 618,0-1 0,3 1 0,1 2 0,0 2 0,1 2 0,0 2 0,-6 8 0,2-2 0,-3 4 15,-2 2 0,-4 4 0,-5 3 209,-1 4 0,-1 1 0,-3 5 0,0 3 422,0 2 0,0 6 0,0 5 0,0 4-121,0 5 1,0-2-1,1 7 1,1-1-242,1 0 0,4-5 0,-2 2 1,1-4-205,0-4 1,-1-9-1,2-2-447,-1-4 1,-4-7 0,1-5 5,-2-7 1,-5-1 0,-2-3-1,-3 1 15,-3-1 0,-2 4 0,-3-2 89,2 2 1,-2-1-1,2 6 1,-2 1 597,2 1 1,2 3-1,4 4 1,1 6 17,2 4 1,2 6-1,4 2 1,1 2-334,2 2 0,2-6 0,4-3 0,1-5 0,2-4-343,3-5 0,3-3 0,0-4 0,0-5-914,0-8 0,1-7 1,2-9 1230,3-6 0,4-3 0,1-6 0,-2 0 0,0-1 0,-2 0 0,-4 9 0,-3 1 0,-5 7 0,-8 7 591,-5 11 1,-4 5 0,-5 10 0,1 3 0,1 3 234,1 3 0,1 3 1,-1 6-1,3 3-284,2 2 1,1 3 0,1 1 0,1 3-145,1 2 0,4-1 0,-2 0-134,0 0 0,2 2 0,-4-4 1,-1-2-1,-1 0-298,-1-1 1,-5-6 0,-3 3-135,-3-3 0,-5-4 1,0-6-1,0-5 1,0-3-657,1-3 1,3-6-1,-2-5 1,1-6 823,2-5 0,1-3 0,1-4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17:59.004"/>
    </inkml:context>
    <inkml:brush xml:id="br0">
      <inkml:brushProperty name="width" value="0.06" units="cm"/>
      <inkml:brushProperty name="height" value="0.06" units="cm"/>
    </inkml:brush>
  </inkml:definitions>
  <inkml:trace contextRef="#ctx0" brushRef="#br0">216 1 8358,'0'7'43,"0"2"1,1 2 0,1 5-64,2 3 1,2 4 0,1 5 0,1 0-288,1 0 0,0-4 1,-1 0 306,-2-2 0,5 0 0,-4-2 0</inkml:trace>
  <inkml:trace contextRef="#ctx0" brushRef="#br0" timeOffset="582">98 608 7802,'-13'-3'49,"2"2"1,1-1-1,0 2 227,0 0 1,2 2-1,-1 1 1,2 0-139,0 2 0,2 1 1,0 1-1,3 0 59,1 2 1,5 2-1,3 5 1,3 3-215,5 1 1,2 2-1,4 4 1,1 0-102,-1 1 0,-3-6 0,-1 0 0,-1-3 162,-1-2 1,-2-1 0,-3-3-1,-4-1 125,-3-2 0,-2-2 1,-2 0-105,-1 2 0,-2-2 0,-5 2 1,-2-2-1,-2 0 0,-2-1 1,0 0-1,-1-1 1,1-1-345,1-1 0,1-1 0,-2-2 0,2 0-743,2 0 0,2-1 1022,2-1 0,1-4 0,-1-5 0</inkml:trace>
  <inkml:trace contextRef="#ctx0" brushRef="#br0" timeOffset="899">333 817 7819,'7'-4'261,"0"0"0,-1 0 19,1-2 0,-1 0 1,1-5-1,-1-1-373,1-3 0,-3 0 0,0-3 0,-1-1 130,-2 1 0,-1 2 1,-2 0-1,-2 2 55,-2 1 0,-2 4 0,0-1 1,-1 3-86,-1 3 0,-1 3 0,-2 2 0,0 1 206,0 2 1,3 5 0,1 2 0,2 2-14,0 2 1,4 3 0,0 3-1,3 1-195,0 1 0,3 0 1,3 2-1,3 1-219,1-1 0,-1 0 0,4-4 0,1 0-386,-1-1 0,2-7 0,-1 2-854,2-4 1454,-1-6 0,-2-2 0,0-3 0</inkml:trace>
  <inkml:trace contextRef="#ctx0" brushRef="#br0" timeOffset="1115">412 562 7797,'0'7'278,"0"0"1,0 1 0,0 2 225,0 3 1,2-2 0,1 5-1,1 0-314,1 2 0,-2-1 0,2 2 0,0 2-227,1 1 0,0-1 1,1 0-1,-1-2-625,1-4 0,-1-3 0,0-2 0,-1-5 117,-1-1 1,0-2 544,0-5 0,2 0 0,-2-4 0</inkml:trace>
  <inkml:trace contextRef="#ctx0" brushRef="#br0" timeOffset="1482">686 517 7731,'-11'-4'0,"-1"2"223,-2 1 0,4 1 1,-2 0-1,2 1 264,2 1 1,1 2-1,2 2 1,1 1-192,1-1 1,2 4 0,3 1-224,2 4 1,5 4 0,2 4 0,1 1 0,2 3 34,1 2 0,0-5 0,2 6 0,-1-2-577,-2-1 0,0-4 0,-3-4-253,-2-2 1,1-1-1,-5-7 722,1 2 0,-4-3 0,1 1 0</inkml:trace>
  <inkml:trace contextRef="#ctx0" brushRef="#br0" timeOffset="1631">595 765 7731,'0'-5'-79,"0"1"0,0 2 1,0-2-1,3-1 99,1 2 0,3-3 1,1 1-1,3 0 298,1-2 0,2 0 0,-1-1 0,0-2-96,3 0-222,-3 2 0,6-4 0,-2 2 0</inkml:trace>
  <inkml:trace contextRef="#ctx0" brushRef="#br0" timeOffset="2032">1098 471 7416,'-7'0'0,"0"0"51,-2 0 1,1 0 0,-2 0-1,0 1 12,0 1 0,-1-1 0,-2 4 0,3 0 400,1 1 0,2 1 0,3 1 0,3 1-246,2 1 1,4 1 0,5 2 0,4 0-165,2 0 1,1-1-1,3 0 1,0 0-22,-1 0 0,-1-4 0,-2 1 1,0-1 14,-1 1 1,-4-4-1,-3 3 1,-1 1-53,-3 1 1,-1-2-1,-3 2 1,-1 1 68,-4-1 1,-2 0 0,-6 2 0,0-2-249,0-1 0,-1 0 0,0-3 0,-2-2 134,2-2 0,0 1 0,2-1 21,1 0 0,1-2 1,4-2 28,-1-3 0,1-3 0,-1-3 0</inkml:trace>
  <inkml:trace contextRef="#ctx0" brushRef="#br0" timeOffset="2197">1254 575 7723,'4'9'57,"-2"0"0,2 2 1,-1 0-1,2 2 143,-1 0 1,-2 0 0,3 1 0,0 0-420,1 1 0,-2 1 1,0-4-1,-1-2-1395,1-3 1614,-3-4 0,2-6 0,-3 0 0</inkml:trace>
  <inkml:trace contextRef="#ctx0" brushRef="#br0" timeOffset="2348">1215 393 7723,'0'-5'1631,"0"1"-3265,0 2 1310,0-1 1,3 4 0,1 1 0,2 0 323,1-1 0,-1 3 0,1 0 0</inkml:trace>
  <inkml:trace contextRef="#ctx0" brushRef="#br0" timeOffset="2698">1320 386 7723,'-3'21'0,"1"0"0,1 0 0,-1-2 0,1 2 0,-1-3 0,0-3 0,2-4 0,3-2 174,1-2 0,-1-3 0,2-3 588,0-2 1,1-1 0,0-4 0,1-3-880,-1-2 0,-1-2 0,-2-4 0,1-1-107,0-1 1,-2-1 0,2 1-1,1 1-255,1 1 0,1 5 0,-1 0 378,1 4 0,0 1 1,1 7-1,1 5 1,1 4 393,2 6 1,0 9-1,1 2 1,-2 1 125,-3 2 1,0-1-1,-2 1 1,0-1 293,-2-3 0,-1-5 0,-3 1-640,0 0 1,-1-1-1,-1-3 1,-2-3 0,-3 1-383,-1-2 0,0-1 1,-3-3-1,2-1-56,1-2 0,1-4 0,0 1 0,1-3-136,-1-3 1,1-3-1,1-5 501,1-1 0,0-7 0,-3-1 0</inkml:trace>
  <inkml:trace contextRef="#ctx0" brushRef="#br0" timeOffset="3016">1483 419 7723,'6'17'0,"0"0"0,-1-1 187,0 1 0,-1-2 0,3 2 1,-1 0 392,1-1 1,-1-3-1,1 0 1,0-1-243,2 1 0,-4-3 1,1-2-1,0-1-285,0-3 0,-2-1-270,1-3 0,-3-3 1,1-2-1,0-3 43,-1-3 0,-2-1 1,-2-1-1,-1-1-132,0-1 1,-1 0 0,0-2 0,1 0 206,0 0 1,2 1-1,-1 3 1,1 0 285,1 0 1,0 3-1,1 2 51,1 3 1,3 5 0,3 5-1,1 3-284,1 5 1,-1 3 0,1 3 0,0 0-571,0 1 0,1-5 0,0 2 0,-1-2-165,0-2 0,-2-3 781,-1-1 0,0-2 0,-1 0 0</inkml:trace>
  <inkml:trace contextRef="#ctx0" brushRef="#br0" timeOffset="3182">1725 419 7723,'2'6'133,"1"1"1,0 2 353,2 2 1,2 1 0,1 2-1,1 1-283,-1 0 1,2 3 0,0-1 0,1 0-319,0 1 0,-3 1 0,0 3 1,0 0-450,-2 0 1,-2-4 0,-2 1 0,-1-5 562,-1-4 0,0-2 0,0-1 0</inkml:trace>
  <inkml:trace contextRef="#ctx0" brushRef="#br0" timeOffset="3799">438 1209 7786,'-7'0'49,"4"0"0,0 1 0,4 2 50,1 3 1,4 4 0,3 3 0,0 0-51,1 0 1,2 3-1,-2 1 1,2 2 0,0 1 9,-1-1 0,-3-1 0,-1-2-5,-1 0 1,-1-1 0,-2-2 0,-1-2 63,1-3 0,-1-3 0,-4-4 0,-1-3-112,0-5 1,-2-3-1,-1-4 6,-1-1 1,1-6-1,-1 2 1,2-2-1,-1 1-57,2 0 1,2 3 0,-2 0 0,1-1-157,2 1 0,0 1 1,2 2-1,1 0-18,2 2 0,4 3 1,2 1-1,0 2 51,2 2 1,1 3 167,2-2 0,-1 8 0,2 3 0</inkml:trace>
  <inkml:trace contextRef="#ctx0" brushRef="#br0" timeOffset="4081">680 1274 7895,'0'9'0,"0"0"-13,0 2 0,0-3 0,3 2 0,1 1 181,2-1 0,0-2 0,1 0 1,0-1 56,2-3 1,-2 1 0,2-2 0,-2-3-131,-1-1 0,1-4 1,-1-3-1,-2-3-172,-2-1 1,-1-2 0,-1-1-1,-1-1 103,-1 0 1,-1 1-1,-4 0 1,0 2 36,-2 2 0,2 1 0,-2 4 0,2 0 15,0 2 0,0 1 1,-1 4-1,-1 1-169,1 2 1,2 5-1,1 1 1,3 1-483,-1 0 1,2 0 0,-1 1 0,2-1 127,2-2 0,2 0 0,4-1 445,1-2 0,3 0 0,-2-2 0</inkml:trace>
  <inkml:trace contextRef="#ctx0" brushRef="#br0" timeOffset="4348">823 1183 7865,'0'6'83,"2"2"0,1 0 1,-1 1-15,1 1 1,1 1-1,4 2 1,2 0 347,0 0 1,1 0-1,2 0 1,0-2-170,0 0 0,0-5 0,-1 0 0,0-3-364,-1-1 1,-4-3 0,0-3-1,-2-3-84,-3-2 1,1-2 0,-4-1 0,-2 0 117,-4 1 1,0 0 0,-4-1 0,0 0 12,-2 1 0,0 3 0,1 0 0,0 3-25,1 0 0,1 4 0,-1-1 0,3 1-291,0 1 1,2 1 0,0 1 0,2 2-212,2 2 0,1 0 596,1 1 0,3 0 0,3-1 0,4 1 0</inkml:trace>
  <inkml:trace contextRef="#ctx0" brushRef="#br0" timeOffset="4530">960 1072 8024,'0'6'0,"1"1"428,1-1 1,2 2 0,3 0 0,-1 3-296,1 2 0,2 3 1,2 3-1,2 3 66,2 1 1,-1-2-1,1 1 1,-1-2-534,-1 0 0,-2-3 0,-1-3 1,-1-2-476,-3-4 1,-1 0 155,-2-2 0,-5-3 653,-4-3 0,-4-3 0,-3-3 0</inkml:trace>
  <inkml:trace contextRef="#ctx0" brushRef="#br0" timeOffset="4680">1000 1235 7782,'0'-4'692,"3"2"0,0 1 0,4-1-729,2 0 0,-2 0 1,2 1-1,-1 0 88,1-1 1,-2-1-1,2 1 1,0-1-631,0 0 0,3 1 0,-2-2 0,1 1-182,-1 2 1,-1-2 760,2 1 0,0-4 0,2 3 0</inkml:trace>
  <inkml:trace contextRef="#ctx0" brushRef="#br0" timeOffset="4981">1346 987 7788,'-7'3'0,"-2"-2"0,-1 3 0,-1-1 27,0 1 1,2 0-1,-1 3 1,1 0 501,1-1 0,1 1 0,3 2 0,2 2-382,1 1 0,1 2 0,1 1 0,1 1-110,5 0 1,2-1-1,4 1 1,-1 0-73,1-2 1,-3-4 0,4 3-1,-1-2-440,-1-1 1,-1-5 0,2 1-1,-2-1-34,0-2 1,-1-1 0,1 0 0,-1-1 508,-1-1 0,-2 0 0,3 0 0</inkml:trace>
  <inkml:trace contextRef="#ctx0" brushRef="#br0" timeOffset="5264">1503 1274 7788,'3'3'386,"0"-1"-134,-3 2 0,0-3 1,0-1-1,-1-4-110,-1-2 1,1-4-1,-3-2 1,0-4-79,1-3 0,1-1 0,0-4 0,1-2-65,1-1 1,0 3-1,0 0 1,0 2 47,0 3 1,1 5 0,1 3 0,1 4 114,0 4 0,2 1 0,1 5 1,1 4 0,2 3 1,-1 4 0,3 2 0,1 1-129,0 1 0,0 2 0,0 1 1,-1 0 7,0 0 1,-1-2-1,1-2 1,-2 0-296,-1 0 1,-1-3 0,-3-4-537,-2 0 0,1 0 0,-2-2 0,-1-1 788,-1-2 0,-7-1 0,1 3 0</inkml:trace>
  <inkml:trace contextRef="#ctx0" brushRef="#br0" timeOffset="5430">1496 1242 7788,'4'0'635,"-1"2"190,-1 0 0,0 0-693,2-2 1,-2-1 0,3 0 0,-1-2-410,0-1 0,2 0 0,-2-2 0,2-1-600,3 0 1,-2 1 876,2-1 0,1 1 0,0-1 0</inkml:trace>
  <inkml:trace contextRef="#ctx0" brushRef="#br0" timeOffset="5546">1692 1124 8044,'4'3'379,"-2"1"0,1 0 0,0 0-784,0 1 0,-1-2-670,3-1 1,-3-1 1074,2-1 0,-2-3 0,1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0:14.708"/>
    </inkml:context>
    <inkml:brush xml:id="br0">
      <inkml:brushProperty name="width" value="0.06" units="cm"/>
      <inkml:brushProperty name="height" value="0.06" units="cm"/>
    </inkml:brush>
  </inkml:definitions>
  <inkml:trace contextRef="#ctx0" brushRef="#br0">76 312 7810,'-9'0'767,"0"0"0,-1 0-63,3 0 0,4 0 1,4 0-279,5 0 0,5-2 1,5-1-1,3 2 97,1 0 0,1 1 0,1 0-404,1 0 0,6 0 1,-1 0-1,0 0 1,1 0-393,1 0 1,-3 0 0,1 0 0,-1 0-145,-3 0 1,-5 0 0,-3 0-1,-3 0-1644,-2 0 2061,-5 0 0,3-3 0,-5-1 0</inkml:trace>
  <inkml:trace contextRef="#ctx0" brushRef="#br0" timeOffset="265">332 97 8762,'-3'0'208,"3"-3"0,4-1 176,5-2 0,2-1 1,5 0-1,1 1-175,0 1 1,2 0 0,2 2-1,0 3-129,2 1 1,-6 7 0,0 6-1,-3 5 10,-4 5 1,-5 6 0,-3 6 0,-4 2-134,-2 3 0,-6-5 0,-1 1 1,-3-5-563,-2-1 1,1-7 0,-1 0 604,1-4 0,2-1 0,-1-5 0</inkml:trace>
  <inkml:trace contextRef="#ctx0" brushRef="#br0" timeOffset="1016">844 35 7727,'-7'-4'311,"3"1"1,1 1 175,0 0 1,2 2-1,-1 6 1,2 3-266,2 5 0,2 4 0,3 5 0,0 3-179,3 3 0,-2-1 0,4 2 0,0-2-63,1-3 1,1-6 0,-1-7 0,-1-3-196,0-6 0,-1-3 0,2-5 0,0-6 66,-2-6 1,-4-7 0,1-3 0,-1-2 82,-2-1 0,0 4 1,2 3-1,-1 0-18,-1 3 1,0 7 0,-1 2 346,-1 5 1,0 7-1,1 7 1,-1 5-49,1 5 0,0 4 0,1 2 0,-1-1 0,0 2-84,0 0 1,0-3-1,1 0-479,0-3 0,-1-2 0,1-6 0,0-2 0,0-4-156,1-3 504,-2-1 0,2-4 0,-2-1 0</inkml:trace>
  <inkml:trace contextRef="#ctx0" brushRef="#br0" timeOffset="1398">1321 14 7806,'-3'-3'0,"-1"0"134,0 0 0,-2 2 0,1-2 579,-1 3 0,2 0 0,0 0 1,1 3-353,1 1 0,1 6 0,1 2 0,0 4-123,0 5 1,1 1 0,1 5-1,1 1 26,1 1 1,-3-1-1,2-2 1,0-1-155,-1-2 0,0-6 0,-2 1 1,-1-3-349,-1-4 0,-2-1 0,-3-3 32,0-3 0,0-1 0,1-3 0,-1 0 0,0 0-459,0-3 0,1-1 1,0-3 664,2 1 0,-1-4 0,-2-1 0</inkml:trace>
  <inkml:trace contextRef="#ctx0" brushRef="#br0" timeOffset="1648">1432 180 7788,'13'0'0,"2"0"266,1-3 1,-1 2 0,1-4 0,-2-1 214,0-2 0,-3 0 0,-3-1 0,-1 0-223,-3 0 0,-2 1 0,-1-1 0,-3 1-53,-5 2 0,-3-1 0,-4 1 0,0 1-22,-2 3 0,0 1 0,-2 1 0,2 1 179,0 4 0,4 1 0,1 7 0,1 3 89,2 0 1,1 4-1,2 2 1,3 2-176,1 0 0,5-3 0,4 1 0,5-2-415,4-3 1,4-4 0,1-3 0,3-3-1235,2-3 0,-3-5 0,3-5 0,-1-2-1560,-1-1 2933,-4 0 0,-4-1 0,-3-1 0</inkml:trace>
  <inkml:trace contextRef="#ctx0" brushRef="#br0" timeOffset="2082">1010 658 7983,'-1'-11'354,"-1"2"0,-2 3 0,-3 2 0,-1 1 8,-1-1 1,0 2 0,-1 1 0,-1 2 120,0 4 1,3 5-1,-1 4 1,2 4-158,2 4 0,2 1 1,3 4-1,0 0-2,0 2 1,3-2 0,2 4-1,2-1-68,2-1 1,-1-6 0,3 0-344,-1-2 1,1 0 0,-3-5 0,-1-1 0,-1-2-92,-3-2 0,-1-2 0,-2 0 0,-2-1 145,-2-2 0,-2-1 0,-5-1-245,-2-1 1,0 2-1,-1-3 1,-1-1 0,0 0-341,-1-1 1,3 0 0,-2-1 0,3-1-871,3-2 0,4-3 0,3-2 1488,1 0 0,1-3 0,0 1 0</inkml:trace>
  <inkml:trace contextRef="#ctx0" brushRef="#br0" timeOffset="2331">1252 678 7826,'-14'-4'461,"0"0"0,0 1 214,0 1 0,0 5 1,-2 4-1,-2 3-67,0 3 0,1 2 1,4 7-1,2 1-45,2 5 0,4 3 0,3 6 1,2 0-251,2 2 1,5-8 0,4-1-1,2-4-124,1-7 0,1-4 0,0-4 0,2-3-1163,1-3 1,-2-4 0,2 1 0,-1-3-743,-2-1 0,0-7 0,-2 0 1716,1-3 0,0-5 0,0-1 0</inkml:trace>
  <inkml:trace contextRef="#ctx0" brushRef="#br0" timeOffset="2815">1335 713 8154,'0'7'657,"0"0"1,0-1 0,3-1 0,1-1-186,3-1 0,0 2 0,2-3 1,1 0-418,0-2 1,2 0 0,2 0 0,0 0-258,-1-3 1,1 2-1,-1-4 1,-1 1-861,-3 0 1,-1-2 0,-2 1 0,-1 0 466,0 0 0,-4-1 0,2 1 548,-2-1 0,-5 0 0,0 1 47,-2 3 0,1 1 0,0 1 417,0 0 1,1 1 0,0 1 0,1 4 110,-1 2 0,2 1 0,0 2 1,1 2-100,1 3 0,0 0 0,1 4-500,1 1 0,-1 4 0,1-1 0,-1 2 1,-1 1-105,0-1 0,-1-1 0,-1 0 0,-3-4-869,-1-1 1,-4-7-1,-2 0 1044,-3-3 0,-1-1 0,-2-5 0,2-1 0,1-2-40,3-1 0,2-4 0,3 1 0,0-1 2236,0 1-1776,3 0 1,4 0-1,5-3 1,4 2 133,2-2 0,3 2 1,0-3-513,2 0 0,1-2 1,3 2-1,-1 0 0,2 0-951,1-2 0,-2-2 1,4-3-143,-2 0 0,2-2 0,-2-2 1051,2-2 0,-2 1 0,2-5 0</inkml:trace>
  <inkml:trace contextRef="#ctx0" brushRef="#br0" timeOffset="3013">1680 706 7799,'-6'0'855,"1"1"0,0 1 0,0 3 266,-1 1 1,0 2-692,1 1 1,2 0 0,3 4 0,1 3 0,1 3 0,3 3 220,4 2 0,-1 2 0,4 2 0,-1 2-446,0-1 1,0-2-1,-3 3 1,-1-2-325,-4-3 1,-1-9 0,-2 1 0,-2 0-856,-2 0 1,-4-6 0,-7 0 0,-1-1-1,-2 0 1,-3-4 0,-1 0 0,-2-1 16,-1-2 0,2-1 0,-1 0 957,0-1 0,-5-4 0,0-1 0</inkml:trace>
  <inkml:trace contextRef="#ctx0" brushRef="#br0" timeOffset="3281">927 1446 7765,'-7'-2'0,"0"-1"0,0 2 0,2 0 0,1 1 520,-2 0 1,3 3-1,1 3 1,1 2 395,1 4 0,1 2 0,1 5 0,3 4-854,1 3 1,1 5-1,-1 3 1,-1 3-101,0 1 1,-3-2-1,2-2 1,-1-6-665,-1-4 1,-1-11 0,-2-5-4012,-1-3 4713,-2-6 0,-6-3 0,-1-3 0</inkml:trace>
  <inkml:trace contextRef="#ctx0" brushRef="#br0" timeOffset="3513">899 1508 7765,'7'-17'81,"1"5"1,0-2-1,3 1 419,2 0 1,0 2 0,5 1 0,2 1 57,0 3 1,0 4 0,0 0 0,-1 5-159,-3 3 1,-2 2 0,-3 4 0,-2 1 12,-4 2 1,-2-2 0,-3 2 0,0 1 20,0-2 1,-5 2-1,-3-1 1,-2 2-279,-2 1 0,-4-2 0,0 2 0,-2-2-417,-1 0 0,1-2 0,0 0 1,-1-3-457,1-2 0,1-3 0,4-3 1,2 1-626,2-3 1,4-4 0,3-5 0,2-5 1341,2-4 0,5-3 0,4-1 0</inkml:trace>
  <inkml:trace contextRef="#ctx0" brushRef="#br0" timeOffset="3697">1203 1377 7812,'4'1'2243,"-2"1"-1279,-1 3 1,-1 2 0,0 2 0,0 3-420,0 3 0,0 2 0,-1 3 0,-1 3-298,-2 3 1,-3 1-1,0 5 1,1 1-247,-1 1 1,0-3 0,1-1 0,0-3-1865,2-4 1,1-3 0,-1-7-2247,1-1 4109,1-5 0,5-4 0,1-3 0</inkml:trace>
  <inkml:trace contextRef="#ctx0" brushRef="#br0" timeOffset="3913">1328 1460 7812,'-3'-4'2991,"-2"2"-2271,-1 1 1,-2 4 0,0 2 0,-2 4 23,-1 2 0,2 3 0,-2 2 0,2 3-79,3 1 1,0-1 0,3 1 0,2 2-353,3 2 1,3-4 0,4 0 0,3-2-512,4-3 1,0 0-1,3-3 1,1-2-798,-1-3 0,0-5 1,2 1-1,0-3-2074,0 0 3069,-4-3 0,3-4 0,-2-3 0</inkml:trace>
  <inkml:trace contextRef="#ctx0" brushRef="#br0" timeOffset="4382">1840 1342 7812,'0'-7'282,"0"3"478,0-1 1,0 4-1,0 2-276,3 5 1,0 7-1,2 7 1,0 3-251,0 4 1,-1 3 0,0 4 0,-1 5-668,-2 6 0,-1-1 1,-1 6-1,-2-4 54,-1-6 0,-1-6 0,-2-10 379,0-5 0,-3-6 0,0-6 0</inkml:trace>
  <inkml:trace contextRef="#ctx0" brushRef="#br0" timeOffset="4564">1812 1577 7812,'4'-3'161,"-1"2"0,-2-3 0,1 1 436,2 1 1,1 1-933,2-1 1,-1 1 0,6-2 0,0 3 0,1 0 0,2 0-1295,1 0 1629,1 0 0,7-6 0,1-2 0</inkml:trace>
  <inkml:trace contextRef="#ctx0" brushRef="#br0" timeOffset="4697">2075 1501 8342,'-3'12'712,"-2"-1"1,-3 2 0,-2 2-1,3 4-64,1 3 1,1-1 0,3 9 0,1 0-71,2 0 0,4-6 0,4-2 0,3-4-493,1-5 0,4-5 0,0-7 1,2-3-388,-1-5 0,0-4 1,0-8-1,-2-5-205,-1-4 0,-6-1 0,-3-2 0,-2 3 2,-3 3 0,-3 3 0,-4 5 0,-2 2 253,-4 3 1,-1 6 0,-1 2 0,-2 2-276,0 2 1,-3 0-1,1 0 527,1 0 0,0 3 0,3 1 0</inkml:trace>
  <inkml:trace contextRef="#ctx0" brushRef="#br0" timeOffset="5263">775 2124 7812,'-4'-14'-501,"0"2"1,-3 2 1117,-2 3 1,-3 2-1,-4 1 1,-2 1 179,-2 2 0,0 5 0,1 4 1,-1 5-70,1 5 0,2 2 0,1 0-319,4 1 0,-1 5 1,8 1-1,2 2 1,1 4-265,2-1 1,3-1-1,3 0 1,2 0-459,1-2 0,3-3 0,0-5 0,1-4-896,4-6 0,-2-5 1,3-5-1,-1-5 172,1-5 0,-2-8 0,2-3 0,-1-6 1037,-2-6 0,0 1 0,-2-6 0,-2 7 0,-1-4 0</inkml:trace>
  <inkml:trace contextRef="#ctx0" brushRef="#br0" timeOffset="5564">802 2158 7812,'-1'-7'645,"-1"1"1,1 2-1,-3 3-250,1 5 0,0 3 0,3 8 1,1 2 206,1 4 0,0 1 0,2 4 0,0 2-271,-1 0 0,1 0 0,2 3 0,-2 0-63,2-2 1,-2 0 0,0-4 0,1-3-49,-1-3 0,2-9-98,-2-1 0,2-5 0,-1-7 0,0-5-459,0-5 1,-1-5 0,1-4 0,0-2-1,1-3 0,1 1 0,0-2 0,0 3 248,0 1 1,-3 4 0,1 4 310,0 4 0,1 6 1,1 7-1,-3 6-200,-1 6 0,-2 2 0,1 6 0,0 3-290,-1 2 0,0 0 0,-1 0 0,1 0-848,1-2 0,-1-3 0,2-3 1,0-4-1607,2-4 2722,1-5 0,1-5 0,0-4 0</inkml:trace>
  <inkml:trace contextRef="#ctx0" brushRef="#br0" timeOffset="5830">1113 2338 7812,'7'0'333,"0"0"1,0 0 0,0 0 0,0 0 172,0 0 1,0-3 0,-1-2-1,-1-4-210,0-2 0,-1 0 0,0-1 0,-1 0-136,1-1 1,-4-1 0,2-1-1,-4 0 68,-2 2 1,-3 4 0,-2 1-1,-1 1 127,0 3 1,-2 3 0,-2 2-1,0 5-130,1 5 0,1 3 1,1 2-1,1 2-112,2 2 0,1 4 0,2 1 1,3 3-276,1 2 0,1-1 0,2 2 1,2-3-719,6-3 0,2-4 1,2-4-1,3-5-248,1-7 0,2-4 0,1-4 0,0-5 75,2-5 1053,-4-1 0,7-12 0,-5 1 0</inkml:trace>
  <inkml:trace contextRef="#ctx0" brushRef="#br0" timeOffset="6197">1342 2221 7812,'-11'-4'0,"2"1"345,-2 0 1,1 2-1,-2-1 1,1 1-1,0 2 1,1 2 0,-1 3 1580,1 2 0,1 6 0,1 1 0,2 5-1326,1 3 1,3 2-1,1 7 1,2-1-371,1 1 1,6-5 0,-1 2 0,3-2-939,3-4 0,-3-6 0,2-4 0,1-4-939,2-3 1,1-4-1,1-1 1,1-6 1026,0-6 1,-2-4 0,1-5 0,0-4-56,-1-2 0,-4-3 0,-1 1 0,0-1 675,-1-1 0,-4 3 0,1-1 0,-4 3 33,-1 5 1,-2 4-1,-2 0 1,-1 5 528,0 4 0,-2 3 0,-1 5 1,0 1 911,2 3 1,0 1 0,-1 4-1,1 2-579,1 3 1,-2 4 0,2 3-1,0 3-566,0 2 1,0-1-1,1 6 1,0 0-237,0 2 0,2-3 0,0 2 0,0-4-952,0-4 1,1-6 0,3-4 0,3-3-798,1-5 0,2-4 0,2-6 0,1-4 1656,1-4 0,3-5 0,0-2 0</inkml:trace>
  <inkml:trace contextRef="#ctx0" brushRef="#br0" timeOffset="6381">1625 2290 7812,'-11'1'0,"-1"1"0,0 2 0,-1 3 952,-1 3 1,1 1-1,1 6 1,0 3 0,1 4-1,1 2 1,3 2 50,4 1 0,3-4 1,3-3-1,4-2-643,6-4 0,4-7 0,4-3 0,1-2-277,1-2 1,-1-5 0,2-2 0,0-3-2088,-1-1 1,-3-3-1,-1 0 1,0 0-3097,-2 0 5100,-8 2 0,0 3 0,-5 1 0</inkml:trace>
  <inkml:trace contextRef="#ctx0" brushRef="#br0" timeOffset="6847">477 2912 7812,'0'-7'233,"0"3"1194,0-1-942,0 4 0,0 6 1,1 7-1,1 5-36,3 5 0,-1 2 1,0 6-1,2 2-739,0 2 0,-2 2 0,0-1 0,0 0-1328,0-4 0,-3-6 1618,2-4 0,-2-6 0,-1-5 0</inkml:trace>
  <inkml:trace contextRef="#ctx0" brushRef="#br0" timeOffset="7055">519 2802 7812,'0'-7'0,"-1"0"889,-1 0 1,1 4-1,-1 3-1488,4 4 1,2 2-1,3 1 1,0 2-52,2 0 1,2 3 0,3-1 649,0 0 0,6 5 0,1-1 0</inkml:trace>
  <inkml:trace contextRef="#ctx0" brushRef="#br0" timeOffset="7202">858 2829 7812,'-12'-6'0,"0"1"0,0 2-73,-1 0 1,-1 3 0,0-3-1,1 2 1564,-1 1 0,0 6 1,1 2-1,1 2-828,3 5 0,1 0 1,2 5-1,-1 3-275,3 0 0,1 3 1,3 2-1,3 2-505,1 2 0,3-2 1,-1-2-1,2 0-649,1 1 0,-1-5 0,1 3 0,0-4 766,0-3 0,-1-7 0,2 0 0</inkml:trace>
  <inkml:trace contextRef="#ctx0" brushRef="#br0" timeOffset="7346">657 3071 8570,'0'-7'970,"-2"0"1,-1 1-774,2-1 1,2 0 0,3 0 0,5 0 579,4 0 0,1 2 0,2 1 0,1-2-1031,3 0 0,3-1 1,3 0-1,1 0-3492,-2 1 3746,-3 2 0,8-6 0,-1 3 0</inkml:trace>
  <inkml:trace contextRef="#ctx0" brushRef="#br0" timeOffset="7713">1362 2919 7812,'-13'-7'800,"-1"1"1,1 1-311,0 3 0,-2 1 0,-3 1 0,1 0 7,0 0 0,4 4 0,0 2 0,3 4-140,1 0 1,5 3-1,1 2 1,3 2-241,3 1 0,3-2 0,6 2 0,2 1-36,2-2 1,-1 1 0,3-3 0,-1 1-103,-2 0 1,0-1-1,-3 1 1,-1 0-40,-2 2 0,-6-2 0,2 2 0,-4 0-60,-1-1 1,-3-1-1,-4-1 1,-3-3-265,-3-2 1,1-3-1,-4-1-217,1-1 1,1-2-1,1-3 1,0-1-1,1-1-312,3-3 0,3-2 1,3-1 912,0-1 0,3-3 0,4 1 0</inkml:trace>
  <inkml:trace contextRef="#ctx0" brushRef="#br0" timeOffset="7945">1535 2954 7812,'4'-3'718,"-1"-1"0,-4-2-25,-1 1 1,1 2 0,-5 3 0,-2 1-15,-2 1 0,-1 3 1,-1 4-1,0 3-242,-1 4 1,2 1-1,0 5 1,2 1 377,2 2 1,1 1 0,4 0 0,1 1-406,3-1 0,5-4 0,4-1 1,3-4-743,2-3 1,-1-6 0,2-4-1,-1-3-793,0-3 0,1-3 1,-2-5-1,1-3-20,0-2 0,-2-4 1,-2 0-1,-1-1 292,-1 0 853,-1 2 0,-2-2 0,0 2 0</inkml:trace>
  <inkml:trace contextRef="#ctx0" brushRef="#br0" timeOffset="8213">1653 2995 8277,'0'7'1001,"0"0"1,0-2 0,1-1-979,1 2 0,-1-3 1,4-1-300,0-1 0,2-2 1,-1-1-1,1-1-195,0 0 0,0-3 0,0-1 0,0-1-6,0 2 0,0 0 0,-1-1 235,-1 0 0,-2 3 823,-3-1 0,0 4 0,0 1 14,0 4 0,0 3 0,-1 2 0,-1 1-336,0 4 1,0-1 0,2 4 0,0 2-382,0 1 1,0 0 0,0 4 0,0 1-1136,0-1 0,-2-1 1257,-1 3 0,-5-4 0,0 2 0</inkml:trace>
  <inkml:trace contextRef="#ctx0" brushRef="#br0" timeOffset="8379">1611 3313 7812,'-7'0'1625,"0"0"0,4 0-1228,0-3 1,4 2 0,3-4 0,4 0-585,2-1 0,2-2 1,4-1-1,3-1 78,0 0 1,0-2 0,-1-2-1,2 0 109,0-2 0,0-2 0,1-3 0</inkml:trace>
  <inkml:trace contextRef="#ctx0" brushRef="#br0" timeOffset="8545">1846 3016 7812,'-6'3'364,"2"-2"0,-2 3 0,4-2 0,0 3 0,2 1 1,0 4 901,0 1 1,3 2-1,1 2 1,3 2-855,3 4 1,-3 0 0,2 4-1,-1 2-314,-1-1 1,-3 0-1,-2-2 1,-1-1-285,-1-1 1,-4-4-1,-3 2 1,-4-3-944,-5-1 1,1-6 0,-3-3 0,1-1-2360,-1-2 3488,3-3 0,-5-1 0,2 0 0</inkml:trace>
  <inkml:trace contextRef="#ctx0" brushRef="#br0" timeOffset="9313">297 3611 7812,'-14'-16'-121,"-2"3"1,-1 3 434,-3 1 0,2 4 1,-3 3-1,-1 2 529,0 2 1,3 9 0,-4 7 0,3 6-301,2 5 0,2 0 0,-1 10 1,2 2-38,4 3 0,6 0 1,3 0-1,2 0-172,5-1 0,3-5 0,6-1-475,-1-8 1,4-5-1,-1-9 1,2-3-1,1-1-820,1-3 0,-1-3 1,-2-3-1,1-2-735,0-2 1,0-5 0,1-4 1695,-2-2 0,2-4 0,-5-1 0</inkml:trace>
  <inkml:trace contextRef="#ctx0" brushRef="#br0" timeOffset="9579">325 3901 8202,'10'7'206,"-2"-1"1,4-1 0,1-3-1,2-2 1,2-3 0,-1-4 0,2-4 376,0-5 1,-3-1 0,1-3 0,-4 0-487,-3-1 1,-2 4 0,-2-3 0,-4 2-66,-2 3 1,-6 3 0,-6 3 0,-2 2 211,-3 0 0,-1 3 0,0 1 0,-2 4 154,0 4 0,3 0 1,-2 7-1,2 1 36,3 2 1,3 1 0,1 4 0,2 3-311,3 0 0,2 4 0,5 4 0,3 2-437,3 0 1,7-2 0,0-1-1,3-2-620,3-4 1,-3-9-1,2-2 1,0-6 216,1-5 0,-2-5 0,-1-5 716,-2-5 0,3-4 0,-3-3 0</inkml:trace>
  <inkml:trace contextRef="#ctx0" brushRef="#br0" timeOffset="10013">553 3791 7812,'0'6'522,"0"1"1,0 1 204,0 1 1,0 2 0,0 4 0,0 1-129,0 2 0,1 5 0,1 3 1,1 1-315,0 3 1,-1-3 0,0 2-1,-1-3-25,-1-2 1,-1-1 0,0-4-1,-2-2 279,-1-3 0,-1-8 0,-2-2-309,0-2 0,3-4 0,0-2 0,1-4-189,1-4 0,2-2 1,0-6-1,0-2-279,0-2 0,0-2 0,3-2 0,1-1-62,2-1 0,2 0 0,1 2 1,2 1-583,0 2 0,4 0 0,-1 4 0,1 0-232,2 3 1,1 4 0,2 2 0,-1 2 425,0 0 0,-4 5 1,1-2-1,-1 1 688,-1 0 0,-3 1 0,0 0 0,-1 0 0,-2-1 0,-1 1 0,-1 2 260,-2-1 0,-2 5 1,0 5-1,-1 3 107,-1 5 0,-1 3 0,-1 3 0,0 3 1111,1 2 1,0 1 0,1 6-774,0-2 1,0 6 0,0-1 0,0 3-596,0 2 1,0-3 0,0 1 0,0-4-1178,0-4 0,0 1 1,0-12-1280,0-2 0,0-7 2346,0-10 0,-3-9 0,-1-6 0</inkml:trace>
  <inkml:trace contextRef="#ctx0" brushRef="#br0" timeOffset="10222">726 3984 7812,'0'-7'697,"0"0"0,0 0 93,0 1 1,3 1-475,2 0 1,4 4-1,3-2 1,1 2 0,4-1-1,2 0 62,3 1 1,0 0-1,3 1 1,-1 0-1139,-2 0 1,-1 0 0,-1 0 759,-1 0 0,1-3 0,-2-1 0</inkml:trace>
  <inkml:trace contextRef="#ctx0" brushRef="#br0" timeOffset="10610">1224 3880 7754,'-1'-6'725,"-1"-1"1,1 4 8,-1 3 0,2 6 0,2 6 0,3 4-604,1 5 1,-1 0 0,-1 5 0,2 0-657,0 1 0,0-1 1,-1 0-1,-1-1-2574,-1-3 3100,3-7 0,-6-2 0,3-2 0</inkml:trace>
  <inkml:trace contextRef="#ctx0" brushRef="#br0" timeOffset="10790">1286 3714 8016,'0'7'-1083,"1"0"986,1 0 1,3 0 0,3-1 0,2 0 96,1-2 0,-2-2 0,3 0 0,0-1 0,4 2 0,2 1 0</inkml:trace>
  <inkml:trace contextRef="#ctx0" brushRef="#br0" timeOffset="10973">1452 3735 7754,'-1'8'416,"0"0"0,-2 2 478,-1 1-614,3 1 1,-3 2 0,4 2 0,0 4-1,1 2 1,2 3 0,1 3 381,2 2 0,0-1 0,0 3 0,-2-2-320,-1-1 0,-1-2 0,-2-4 0,-1-1-330,-1-4 0,-2-6 0,-4-4 0,-1-1-97,-2-3 0,-2-2 1,-1 0-1,-1-1-512,-1-1 1,1-3 0,-1 1-1,2 0-1828,0-1 0,0-1 2425,0-3 0,3-3 0,1-1 0</inkml:trace>
  <inkml:trace contextRef="#ctx0" brushRef="#br0" timeOffset="11566">48 4537 7754,'0'-6'59,"0"1"1,0 0 722,-3 0-223,3 2 1,-4 1-1,4 4-198,0 2 1,3 4 0,0 3-1,0 4-181,0 4 0,2 2 0,-2 5 0,0 2-171,3 0 0,-2 0 0,0 4 0,2 1-480,0-2 1,-2-3 0,1-6 0,0-3-1342,2-3 1,-3-4 1811,1-3 0,-1-4 0,3-2 0</inkml:trace>
  <inkml:trace contextRef="#ctx0" brushRef="#br0" timeOffset="12177">249 4773 8144,'8'-4'246,"1"1"0,2 3 0,2-1 0,2-1-248,1-3 1,0-3 0,1-2 0,1-5 352,0-2 0,-3-1 0,0-3 0,-2-1-14,-1-1 1,-6 2 0,0-1 0,-3 5-239,-4 3 0,-2 5 1,-6 0-1,-1 3 8,-1 1 1,-1 4 0,-3-2-1,-1 4-182,0 4 0,2 0 0,0 6 0,1 1 74,1 1 0,1 2 0,4 6 0,-1 3-87,2 1 0,4 0 1,0 2-1,4 2-313,2-1 1,5 0 0,4-1 0,2-1-253,4-3 0,-1-6 0,2-3 1,2-5 264,2-3 1,-4-7 0,0-7 0,-1-5 387,-2-4 0,-4-4 0,0-2 0,-1-3 0,-1-3 0,-3-1 0,1-1 0,-4-1 10,-3 1 0,-1 5 1,-2 2-1,-2 5 67,-4 6 1,0 6-1,-3 3 1,1 3 737,0 3 0,-1 4 1,1 4-1,0 4-245,1 1 1,2 3-1,3-1 1,-1 2-327,0-1 0,2 0 1,0 0-1,1-2-159,1-1 1,1-4 0,1-2 0,4-2-125,2-2 1,1-2 0,1-3-1,1-1-567,0-1 1,0-2 0,3-3 0,0 0 325,0 0 0,-3 0 0,0 1 0,-1 1 288,-1 3 1,-1 3 0,0 3 0,-1 6 52,0 2 0,-5 6 0,0 1 0,-1 5 538,-1 3 1,-1-2 0,-1 4-1,-4 0-120,-2 0 0,0-3 0,-3-2 0,0-2-385,0-2 0,0-4 0,-2-1 0,0-5-283,2-3 0,2-4 0,-2-1 0,1-2-74,1-2 1,2-5-1,0-5-821,0-1 0,3-4 0,2-1 0,1-2-1742,1-1 2826,0-3 0,0 3 0,0-3 0</inkml:trace>
  <inkml:trace contextRef="#ctx0" brushRef="#br0" timeOffset="12360">712 4634 8225,'0'8'299,"0"1"0,0 0 0,0 4 0,0 2-102,0 0 0,0 2 0,0 2 0,0 1 238,0 1 1,1-1-1,1 1 1,1 0-965,0-1 0,2-4 1,1-3-1,0-3-1549,-2-4 2078,1-2 0,2-7 0,0-1 0</inkml:trace>
  <inkml:trace contextRef="#ctx0" brushRef="#br0" timeOffset="12529">761 4593 7955,'-3'-5'-500,"-2"1"-852,2 2 1352,0-1 0,6 3 0,1-3 0,3-1 0</inkml:trace>
  <inkml:trace contextRef="#ctx0" brushRef="#br0" timeOffset="12701">844 4496 7955,'4'7'200,"-1"0"0,-3 0 1,0 0 229,3 3 0,-2-1 1,4 5-1,1 3-116,2 5 0,1 2 0,2 4 0,-1 1-131,1 1 1,-2-1-1,2 2 1,-1 1-634,-1-1 0,-4-5 0,-1-1 0,-1-1-295,-2-3 0,0-5 0,-2-1 745,-1-5 0,-5-1 0,-4-5 0</inkml:trace>
  <inkml:trace contextRef="#ctx0" brushRef="#br0" timeOffset="12874">844 4821 8073,'-3'-7'0,"0"0"266,-1 0 1,3 3 0,-1-1 0,1-1-11,1-3 0,3 2 0,2-2 0,4 0-54,2 0 0,1 1 0,1-1 0,2 1-3,2 1 0,-1 0 0,3 1 1,0 1-777,1 0 0,1 1 0,2-3 0,1 0-449,0 0 0,-1-2 1,2-1 1025,-1 2 0,2-3 0,-2 1 0</inkml:trace>
  <inkml:trace contextRef="#ctx0" brushRef="#br0" timeOffset="13110">1335 4537 8234,'-10'14'0,"0"0"64,0 0 1,4 1-1,-1 2 1,1 4 610,2 3 1,1-3 0,3 5 0,1-3 43,1 1 0,3-4 0,4-2 0,0-2-634,2-3 0,2-2 1,1-5-1,2-1-199,-1-3 0,-2-4 0,3-4 0,-1-3 7,-1-5 0,-4-1 1,-1-6-1,-2-3-96,-2-2 1,-2-1-1,-3 0 1,-1 0 124,-4 2 1,0 6 0,-5 0 0,0 4-34,-1 1 1,0 7 0,0 2-1,-2 3-384,0 2 1,0 1 0,2 2 0,1 1-483,3 2 0,1 1 0,1 0 977,3 0 0,1-3 0,4 2 0,1-2 0</inkml:trace>
  <inkml:trace contextRef="#ctx0" brushRef="#br0" timeOffset="13712">1487 4531 7902,'7'9'243,"-1"0"1,-1 0 288,0 1 1,0-1 0,1 2 0,1 1-22,0 2 0,-2 1 0,-1 2 1,2 2-193,0 0 0,-1 1 1,-2 2-1,1-1-87,-3-1 1,0-4 0,-1 0 0,0-2 176,0-2 0,0-4-146,0-4 0,-3-3 1,-1-2-162,0-5 0,-1-5 1,2-6-1,0-3-39,-1-5 0,1-3 0,2-1 1,-1-2-307,0 0 0,1 2 0,2-1 1,1 4-332,3 0 1,1 7-1,2 1 1,1 3-218,3 3 1,-2 6 0,1 3 0,0 2 60,0 1 1,-2 1 0,2 1 0,-1 1 276,1 1 1,-2-2 0,2 2-1,-1 0 453,-2 0 0,0-2 0,-1 2 0,0-1 0,0 1 0,0-1 0,0 1 111,0 2 0,-4 0 1,0 1 581,-2 0 1,-1 0 0,0-1-1,-1 2 181,-2 1 1,3 2-1,-3 3 1,2 1-338,-1 4 0,1-2 0,-2 5 0,3 0-169,0 0 0,-3-1 1,1-1-1,1-1 85,0 0 1,1-6-348,0 1 0,0-9-238,0-3 0,0-7 1,0-7-1,0-4 1,1-4-133,1-4 1,1-1 0,2-5-1,0 1 81,0 1 1,1 3 0,1 0-1,0 2 179,0 0 0,1 8 1,0 4 78,2 5 0,-1 3 0,-2 5 0,1 2 0,0 6 63,-2 5 0,-1 1 1,2 4-1,-2 2-647,0 2 1,-2-1 0,3 2 0,-2-2-340,2 0 0,0-2 0,1-2 1,0-2 91,3-3 1,-2-8 0,3-2 0,0-5-526,-1-3 1281,-1-8 0,1-3 0,-3-6 0</inkml:trace>
  <inkml:trace contextRef="#ctx0" brushRef="#br0" timeOffset="13943">2026 4524 7902,'0'7'376,"0"3"1,-2 0 0,-1 4 0,0 1 2514,0 4-2421,0-1 0,3 8 0,1-2 0,2-2 1,1-1-1,3-3 0,2-2 46,3-1 1,1-8 0,0-2 0,0-3-562,1-2 1,-4-7-1,4-3 1,-2-4-69,-1-5 0,-4 1 1,-3-2-1,-1-2 171,-1 1 1,-4-1-1,-3 3 1,-1 2-68,-1 0 0,-3 7 0,-2-3 0,-1 2-477,-1 2 1,1 4 0,-1 1 0,0 1-450,0 2 1,3 0-1,1 2 1,1 0-1179,3 1 2113,4 4 0,2-5 0,4 2 0</inkml:trace>
  <inkml:trace contextRef="#ctx0" brushRef="#br0" timeOffset="14126">2206 4385 7902,'5'13'595,"-1"0"0,-1-2 486,1 1 1,-1 2 0,0 2 0,1 0-124,0-1 0,-2 3 0,3 0 0,0 3-465,2 2 0,-3-1 0,1 1 0,0 1-493,1 2 1,-1-4 0,-1 0 0,-1 0-996,-2-3 1,0-1-1,-1-5 1,0-2-730,0-2 0,-1-4 0,-1-3 1724,-3-1 0,-4-1 0,-2 0 0</inkml:trace>
  <inkml:trace contextRef="#ctx0" brushRef="#br0" timeOffset="14310">2192 4697 11023,'-4'-1'4020,"3"-2"-3126,2-1 0,4-2 0,4-2 0,3-1-752,1-3 0,1 1 0,2 1 0,1-1-851,0 0 1,1 3 0,1-1 0,-3 1-838,-2 1 1,-2 3 0,-1 2 0,-1 1 1545,-2 1 0,3 0 0,-1 0 0</inkml:trace>
  <inkml:trace contextRef="#ctx0" brushRef="#br0" timeOffset="14490">2441 4600 8110,'1'6'1143,"1"-1"-441,0 0 1,0-3-1285,-2 3 1,0-3-1,1 2 582,1-1 0,-1-1 0,2-2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1:22.105"/>
    </inkml:context>
    <inkml:brush xml:id="br0">
      <inkml:brushProperty name="width" value="0.06" units="cm"/>
      <inkml:brushProperty name="height" value="0.06" units="cm"/>
    </inkml:brush>
  </inkml:definitions>
  <inkml:trace contextRef="#ctx0" brushRef="#br0">0 135 11411,'14'-5'105,"2"1"1,4-1-1,3 0 1,5-2-1,4 1-605,2-2 0,1-3 1,4-2-1,-1 0-921,1-1 1421,-9 3 0,2-7 0,-7 3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1:26.266"/>
    </inkml:context>
    <inkml:brush xml:id="br0">
      <inkml:brushProperty name="width" value="0.06" units="cm"/>
      <inkml:brushProperty name="height" value="0.06" units="cm"/>
    </inkml:brush>
  </inkml:definitions>
  <inkml:trace contextRef="#ctx0" brushRef="#br0">2109 338 7863,'-4'-10'180,"1"0"1,-3 4 0,1 0 0,1-2 213,0 0 1,-3-2 0,3 1 127,-1 3 1,3-3 200,-1 3 1,3 2 0,3 1-557,3 1 1,7 1-1,3-1 1,3-1-1,4 1-356,2 1 1,0 1 0,1 1-1,0 1 402,2 1 0,1 0-213,0-3 0,-4 0 0,-2 0 0</inkml:trace>
  <inkml:trace contextRef="#ctx0" brushRef="#br0" timeOffset="551">126 328 7874,'-10'-5'-10,"0"-3"0,1 5 1,-1 0 140,1-1 1,-1 2-1,0-1 1,1 2 156,-1 1 1,0 6 0,2 2 0,0 5-34,2 2 1,4 5 0,-1 7 0,2 4-47,1 4 0,5 3 0,3-1 0,5 0-90,2-2 1,1-7-1,2-1-345,-1-2 0,1-7 0,-2-6 1,1-5-1,0-3-1450,-1-3 1,-3-6 1675,3-1 0,-4-11 0,2-3 0</inkml:trace>
  <inkml:trace contextRef="#ctx0" brushRef="#br0" timeOffset="866">270 174 7942,'0'10'257,"0"-1"1,0 2 0,0 1 0,0 2-42,0 1 0,3 1 0,2 3 0,0 2 52,2 5 1,2 1-1,2 8 1,0 2-121,2 4 1,4-3 0,-2 1-1,1-1-4,0-5 0,-6-11 0,2-7-239,0-6 0,-4-7 1,-3-8-1,1-4-128,-1-4 1,-2-6 0,3-6 0,-2-2 36,-2-1 1,2-1 0,1 0-1,0-1 80,3 0 0,-3 8 0,0-2 1,1 7 203,-1 5 0,1 4 0,3 3 32,-3 6 1,3 9-1,-3 8 1,3 4-417,0 5 1,0 2 0,-1 1 0,-2-1-712,1 1 0,2-4 997,1-3 0,-1-1 0,1-2 0</inkml:trace>
  <inkml:trace contextRef="#ctx0" brushRef="#br0" timeOffset="1149">732 347 7942,'9'-1'0,"-2"-1"-34,0-1 0,-1-5 0,3 2 0,-2-3 230,-1 0 1,0-1-1,0 0 1,-3-2 17,-2-1 1,-1-4-1,0 2 1,-1-1-151,-2 0 0,-2 4 1,-5-1-1,0 4 84,-3 2 0,1 0 0,-3 3 0,0 3-20,0 3 0,3 4 0,-1 3 0,3 2-36,0 2 0,4 2 0,0 5 1,2 3-89,2 2 0,2 3 0,3 1 0,4 1-430,1 2 0,3-2 1,2 1-1,3-4-57,2-5 1,-1-7-1,0-5 1,2-7-289,2-5 0,-6-12 771,4-8 0,-2-9 0,2-4 0</inkml:trace>
  <inkml:trace contextRef="#ctx0" brushRef="#br0" timeOffset="1338">925 59 7942,'-10'-10'140,"0"5"1,1 1-1,-1 3 282,0 1 0,1 2 1,-1 4-1,2 4 163,1 4 1,0 6 0,4 3 0,0 2-17,2 2 0,1-2 0,1 2 0,4 2-415,4 1 1,2-5-1,4 5 1,0-1-349,0-2 0,1-5 0,3 0 0,0-4-552,1-2 1,-4-8 0,0-2-1,0-6-1128,-1-6 0,2-6 1874,-4-11 0,0-1 0,-4-5 0</inkml:trace>
  <inkml:trace contextRef="#ctx0" brushRef="#br0" timeOffset="1504">1108 1 7942,'0'19'729,"-4"1"1,1 2-1,1 0-410,1 0 1,1 0 0,0 2 0,0 2-69,0 1 1,0-2 0,1 1 0,2 2-751,4-1 0,-2-4 1,1 2-1,3-1-649,3-3 1,-2-5 1147,3-3 0,-2-7 0,-1-1 0</inkml:trace>
  <inkml:trace contextRef="#ctx0" brushRef="#br0" timeOffset="1698">1213 78 8120,'-12'14'0,"-1"2"381,1 2 1,2-2 0,4 0-1,3 1 121,2 1 1,1 0 0,0-1-1,2-4-63,4 1 1,2-6 0,8 0 0,1-2-535,1-4 0,-1-1 1,0-2-1,2-2-481,2-4 1,-6-5-1,4-1 1,-2-2-336,-2-3 911,-1 5 0,-4-1 0,-1 4 0</inkml:trace>
  <inkml:trace contextRef="#ctx0" brushRef="#br0" timeOffset="1999">318 1098 7805,'4'-4'-141,"3"4"0,1 6 0,3 9 0,2 6 138,3 2 0,3 7 1,3 5-1,0 4-106,0 3 0,-2-3 0,-2 2 0,-1-6 109,-1-6 0,-8-4 0,0-6 0</inkml:trace>
  <inkml:trace contextRef="#ctx0" brushRef="#br0" timeOffset="2189">414 1098 8221,'-9'-5'1514,"-1"2"-1781,5 2 1,2 2-1,6 2 1,3 2-770,3 0 0,2 3 1036,1-5 0,3 9 0,5-1 0</inkml:trace>
  <inkml:trace contextRef="#ctx0" brushRef="#br0" timeOffset="2381">617 992 7864,'0'15'0,"0"-1"10,0 0 1,1-2 0,2 4 0,3 1 159,3 1 0,2-2 1,1 0-1,5 0 213,5-1 1,-5 0 0,2-3 0,-1 1-176,1-1 1,-4-1-1,-3 1 1,-2 2-57,-4 1 0,-1 1 0,-5 3 0,-2 2 25,-5 1 0,1-2 0,-7 3 0,1-3-755,-1-1 1,2-3-1,-4-2-35,1-3 0,1-3 0,4-10 1,3-2 612,3-5 0,2-10 0,1-5 0</inkml:trace>
  <inkml:trace contextRef="#ctx0" brushRef="#br0" timeOffset="2614">838 848 9246,'0'17'441,"0"2"0,5 0 0,4 9 1,4 3-97,2 2 1,1 2 0,2 0 0,-1-3-168,-1-2 1,-4-5 0,1-3 0,-3-2 20,0 0 0,-5-4 1,-1 0-1,-3 1-184,-1 1 0,-4 0 1,0-2-1,-1-2-735,-3 0 0,1-3 0,-1 1 0,2-4-533,-2-2 1,4-6 0,1-2 1252,2-6 0,-3-13 0,-2 1 0</inkml:trace>
  <inkml:trace contextRef="#ctx0" brushRef="#br0" timeOffset="2898">1002 1040 7935,'-6'1'298,"3"3"0,2 2 1,1 6-1,0 2 366,0 1 1,5 2 0,4 4-1,4 3-395,2 0 1,1-2 0,3 0 0,0-1-180,1-2 1,-1-1 0,-1-3-1,-1-4 20,-1-4 0,-3-6 0,1-1 0,-2-6-501,-4-6 1,-5-4 0,1-5 0,-3-3 212,-1-1 1,-1 0 0,-2-3 0,0 1 156,1 2 1,-2 5-1,1 0 1,0 2 140,2 4 1,1 7-100,0 7 0,1 6 0,3 8 0,2 4-144,3 3 1,1 3 0,2-3 0,1 2-564,-1-2 1,-2-1 0,-1-1 685,-3-3 0,7 2 0,-2-3 0</inkml:trace>
  <inkml:trace contextRef="#ctx0" brushRef="#br0" timeOffset="3132">1367 1166 7864,'9'-2'57,"-2"0"1,0-2 230,0-1 0,1-3 1,-1-4-1,-1-3 40,-2-3 1,-1 0-1,-3-7 1,0 0-81,0-3 1,-4 4 0,-3-4 0,-2 1-49,-4 2 1,1 6 0,-3 7-1,1 5 173,3 4 1,3 11 0,3 8 0,0 9-41,3 6 0,2 7 1,4 6-1,2 0-504,3-2 0,0-3 0,2-2 1,1-3-615,0-2 0,4-10 1,-2 0-1,0-9-80,0-6 0,2-9 0,-3-2 865,-1-7 0,-1-8 0,-2-6 0</inkml:trace>
  <inkml:trace contextRef="#ctx0" brushRef="#br0" timeOffset="3365">1512 983 7864,'0'9'572,"3"-2"0,0-1 0,-1 2-237,-1 0 1,3 3 0,0 2 0,0 2 423,0 0 0,4 3 1,-2-2-1,3 3-582,1 4 0,-4-2 0,-1 4 0,1-2 5,-1-2 1,-3 0 0,1-3-1,-1-2 217,2-3 0,-3-8-273,2-5 0,-2-8 0,-1-9 1,0-5 19,0-4 1,1-2 0,2-3 0,4-3-658,1 0 0,2 2 0,0-2 0,0 0-502,3-1 1,-2 8 0,3-1 1012,0 3 0,1 3 0,4 2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1:22.702"/>
    </inkml:context>
    <inkml:brush xml:id="br0">
      <inkml:brushProperty name="width" value="0.06" units="cm"/>
      <inkml:brushProperty name="height" value="0.06" units="cm"/>
    </inkml:brush>
  </inkml:definitions>
  <inkml:trace contextRef="#ctx0" brushRef="#br0">145 237 7845,'-10'-10'0,"4"4"0,0 0 0,-2 2 0,-1 0 0,0 2 0,-1-2 342,1 2 1,-1 1-1,-1 2 1,0 2-84,-2 4 0,3 2 1,4 4-1,-1 3-28,2 3 0,1 4 0,4 2 1,1 1-85,2 3 0,7-1 0,6 7 1,3 2-310,3 0 1,3-2 0,3-1 0,-2-4-358,0-6 1,-1-5-1,0-6 1,-2-6-181,-3-5 1,-7-8-1,-1-3 699,-1-6 0,-3-8 0,-4-1 0</inkml:trace>
  <inkml:trace contextRef="#ctx0" brushRef="#br0" timeOffset="616">251 160 8061,'-5'1'497,"1"2"1,4 3 0,2 7-1,3 3-240,0 2 1,3 3 0,3 0-1,3 3-179,1 0 0,-3 1 0,1 1 0,-1-3 64,0 1 0,-1-7 1,1 1-1,-4-4-549,-1-6 1,-4-2 0,2-7 227,0-3 1,-2-2-1,-3-7 1,1-3 119,2-2 1,-2-1-1,2-1 1,-1 0 6,-2-2 0,0 1 0,0-1 0,0 3 63,0 3 0,1-2 0,1 6 0,1 0 85,-1 1 0,0 6 0,0 1 0,3 0-58,0 1 1,-2 1 0,4 5 0,0 4-166,2 1 1,0 2 0,1-1 0,0 2 83,-1 2 0,1-3 0,-1 0 1,1-2-232,0-1 0,-4-2-1063,0-2 1,0-3 1336,0-3 0,-1 0 0,-5-3 0,0-2 0,0 0 0,1-2 0,1 1 25,1-1 0,0 0 1,-2 2-1,1 0 320,2 2 1,2 0-1,-3-4 1,0 0-19,2 1 1,-3 1 0,3 0 0,-1-3-57,-1 0 1,-1-1-1,0 1 1,1-3-53,-1-1 0,-2 3 0,-3-1 0,-3 3-155,-3 0 0,-1 3 0,1 2 0,-1 1 108,1 2 1,-1 2 0,0 3 0,1 4-65,-1 5 1,5 0 0,1 4 0,3 1-10,1 1 0,0-2 0,1 0-110,3 1 0,1 2 1,5-1-1,-1-2 0,2-2-772,2 0 0,-1-4 0,4 2 0,1-3 184,1-3 1,-2-4 0,-1 0 155,-1-4 0,2 0 443,-3-4 0,4-5 0,-2-4 0</inkml:trace>
  <inkml:trace contextRef="#ctx0" brushRef="#br0" timeOffset="815">732 35 7894,'-9'1'0,"-1"2"127,0 3 19,1 3 1,0 0-1,3 2 1,1 1-1,2 2 1,0 0-1,1 1 706,1 0 1,2-3-1,2 4 1,3 2-753,3 0 1,4-2 0,1-1 0,0 0-114,0 0 1,3-3-1,-2 0 1,0-2-52,-3-4 1,0 2 0,0-5 0,1-1-1209,-1-1 1,-3-6 0,-1-4-1,-3-3 1272,-1-3 0,4-1 0,-7-8 0,3-1 0</inkml:trace>
  <inkml:trace contextRef="#ctx0" brushRef="#br0" timeOffset="981">838 35 7852,'0'-10'215,"0"0"481,0 1-357,0 3 0,1 14 1,1 8-237,1 3 0,5 2 0,-2 0 0,3 0 53,1 1 1,-3-4 0,2 4 0,1-3-955,1-3 1,-2-1 0,-1-3-341,3 1 0,1-4 1138,-3-6 0,1 2 0,-1 1 0</inkml:trace>
  <inkml:trace contextRef="#ctx0" brushRef="#br0" timeOffset="1147">896 92 7852,'-4'10'354,"1"0"1,-2-1-1,1 2 79,2 2 1,1-3 0,2 2 0,2-2-177,3-1 1,7-4-1,3 3 1,2-2-307,2-4 0,2-1 0,0-2 0,1-3-596,0-2 0,-2-2 0,0-3 0,-3-1-1669,-2-1 2314,-4 5 0,6-1 0,-3 4 0</inkml:trace>
  <inkml:trace contextRef="#ctx0" brushRef="#br0" timeOffset="1397">578 747 7861,'7'11'0,"1"0"-67,3 2 1,-3 4-1,6-1 1,0 4 69,2 2 1,-1-1 0,1 5 0,0 1 34,-1 1 0,0-4 0,-4-2 0,0-5-38,-3-4 0,-5-3 0,2 0 0</inkml:trace>
  <inkml:trace contextRef="#ctx0" brushRef="#br0" timeOffset="1572">617 699 7861,'-10'-6'257,"4"-1"0,-1 4-347,0 1 0,4 0-266,3 2 0,4 4 0,5 0 0,2 0 356,2 0 0,2 8 0,4-1 0</inkml:trace>
  <inkml:trace contextRef="#ctx0" brushRef="#br0" timeOffset="1780">828 651 7912,'14'13'69,"-2"-1"1,3 3-1,-1 0-46,-2 0 1,-1-2-1,2 2 1,2-1 18,0-2 0,0-2 0,-2 0 240,3 0 0,-3 0 0,-2 3-77,-4 3 0,-5-1 0,0 0 0,-4 0-88,-4 0 0,-4-2 0,-2 2 0,-1 0-103,-2 0 1,0-2-1,-1 1 1,2-3-307,0-2 1,3-6-1,-2 0-1964,3-2 2256,4-1 0,-2-4 0,2-1 0</inkml:trace>
  <inkml:trace contextRef="#ctx0" brushRef="#br0" timeOffset="2047">1021 487 7866,'-9'4'0,"2"3"98,0 1 0,4 0 1,-2 0-1,1 3 393,2 0 0,3 0 0,4 2 0,6 3-112,3 2 1,2 2-1,3-1 1,0 0-186,0 0 0,1 1 0,-1-1 0,-1 0-48,-2 0 0,-1 2 0,-3 0 0,1 3-193,-2 0 1,-3-2-1,-3-1 1,-1-3-467,-1-2 0,-2-7 0,-2 0-266,-3 0 1,-1-5 0,-5-2 302,1-4 0,2-4 1,2-6 475,1-1 0,-8-8 0,1 1 0</inkml:trace>
  <inkml:trace contextRef="#ctx0" brushRef="#br0" timeOffset="2364">1156 631 7866,'0'-5'553,"0"2"0,0 6 0,1 4-6,2 5 1,2 0 0,6 3-1,1 0-433,1 0 1,1 1 0,-2 2 0,4-1-61,3-1 0,0-3 0,0 2 0,0-1-1,1-2 1,-4-3 0,-1-2 0,-1-4-357,-3-2 0,-3-5 0,-3-4 0,-1-2 151,-1-3 1,-2-4 0,-2 1 0,-2-3 193,0 0 0,-3 0 0,3 0 0,-1 1-15,0 1 1,3 0-1,-2 5 358,2 0 0,2 5-396,2 4 0,2 10 0,5 2 0,0 3-578,-1 2 1,2-2-1,1 3 1,1-2-179,-2-1 0,0 1 1,-1-2-1,-2-3 767,-1 1 0,1-5 0,-3 5 0,5-4 0</inkml:trace>
  <inkml:trace contextRef="#ctx0" brushRef="#br0" timeOffset="2579">1512 699 6733,'6'-5'0,"1"-1"322,0-3 1,2 0 0,0-2 127,1-2 1,-4 2-1,0-4 1,-2 0-207,-2 0 1,-1-1 0,-2-4-1,-2 1 55,-3 0 0,-3 4 0,-2 2 0,0 2-133,-2 2 1,-1 3 0,2 3 0,-1 2 60,1 1 1,3 5 0,2 5-1,4 5-216,2 3 1,2 2-1,2 3 1,4 3-58,1 1 1,5 1-1,1-2 1,1-3-554,2 1 1,0-7 0,0 1 0,-1-3-363,2-3 1,-5-6 0,0-3 0,-2-6 960,-1-3 0,-1-7 0,1-2 0</inkml:trace>
  <inkml:trace contextRef="#ctx0" brushRef="#br0" timeOffset="2813">1637 525 7866,'-4'-5'847,"3"-3"0,0 12 0,5 1 0,2 8-434,5 5 0,0-1 0,4 6 0,-1-2-240,-3 2 1,1-2 0,0 5-1,1 0-95,-2 2 0,0-3 1,-2-3-1,-3-1-64,-3-2 1,-1-5-91,2-5 0,-6-5 1,0-11-1,-2-7 93,-3-6 1,1-3-1,1-4 1,1-5-112,2-5 1,0 1-1,2-6 1,0 0-701,0-3 1,5 3 0,1-9 0,4 1 793,3 1 0,2 4 0,4 2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1:31.932"/>
    </inkml:context>
    <inkml:brush xml:id="br0">
      <inkml:brushProperty name="width" value="0.06" units="cm"/>
      <inkml:brushProperty name="height" value="0.06" units="cm"/>
    </inkml:brush>
  </inkml:definitions>
  <inkml:trace contextRef="#ctx0" brushRef="#br0">1761 1223 8039,'-5'0'1103,"2"0"1,7 0-1,6 1-747,5 2 0,8 3 1,5 5-1,5 1-57,4 4 0,1-1 1,6 1-665,-2 2 0,1 2 0,-5 1 0,-6 0 0,-2 0-1855,-4-1 1,-7 0 2219,-3-4 0,-9-3 0,-3-3 0</inkml:trace>
  <inkml:trace contextRef="#ctx0" brushRef="#br0" timeOffset="630">317 338 7993,'-13'-7'0,"0"2"200,-2 1 1,-1 0 0,-4 5-1,0 3 73,-2 2 0,1 7 0,-1 4 0,3 6 132,2 5 0,4 11 1,4 7-1,3 4-126,2 4 0,8-6 0,3 6 0,5-2-51,4-1 0,6-4 0,3 2 0,1-2-200,-1-4 1,2-8-1,3-7 1,0-9-434,-2-8 0,-5-6 0,2-7 0,-1-4-440,1-7 0,-6-9 1,3-8-1,-2-8-1465,-3-6 2310,-2-3 0,-1-5 0,1-2 0</inkml:trace>
  <inkml:trace contextRef="#ctx0" brushRef="#br0" timeOffset="963">510 328 7773,'-4'10'90,"2"-1"0,-1 1 0,2 1 533,1 1 0,0 4 0,1 7 0,2 4-210,4 4 0,1 3 1,2 5-1,1 2-262,2 1 1,-2 1 0,4-4 0,0 1-39,0-3 0,-3-8 0,1-2 0,-3-6-217,-4-6 0,3-7-144,-3-5 0,-1-11 0,1-4 0,-2-7-53,-2-3 1,-1-3 0,0-4 0,1 1 132,2-1 1,-1 0 0,-2 0 0,1 1 224,1 2 1,4 3 0,-3 6-20,1 4 0,2 7 1,2 12 296,1 7 0,-4 5 1,1 4-1,0 4-724,2 2 1,-1 2 0,0 0 0,-2 0-544,2-2 1,-1-9-1,1-2-643,-2-5 1575,0-5 0,0-15 0,-2-3 0</inkml:trace>
  <inkml:trace contextRef="#ctx0" brushRef="#br0" timeOffset="1235">904 655 7773,'10'-3'0,"0"-1"164,-1-2 0,2 3 1,0-3-1,-1-3 152,-1-2 1,-1-1-1,0-5 1,0-3-82,-2-1 1,-4-3 0,1 3 0,-2-1-60,-1 0 1,-4 2 0,-2 2 0,-4 2-11,-3 3 1,1 5-1,-3 3 1,1 1 37,-1 2 0,2 6 0,-1 6 0,2 6-22,3 5 1,2 5 0,-2 6 0,3 3-111,3 2 1,5 3 0,2 0 0,2 0-210,1 1 1,3-7-1,3 2 1,3-3-478,2-6 0,1-7 0,0-3 1,1-6-192,-1-5 1,0-13-1,0-5 1,2-8 487,1-5 1,-5-2 0,1-7 0,-2-1 316,-1 1 0,-3 3 0,6-6 0,-3 3 0</inkml:trace>
  <inkml:trace contextRef="#ctx0" brushRef="#br0" timeOffset="1597">1184 424 7773,'-5'-16'153,"-1"2"0,-4 3 325,-3 2 0,2 6 1,-4 1-1,0 4 27,0 4 0,3 7 0,-1 3 1,3 3-195,0 4 0,3 1 1,2 5-1,1 1 130,2 2 0,2-1 0,4 2 0,5 0-223,2-2 0,5-10 0,-2 4 1,1-3-476,2-2 0,2-4 0,-1-4 0,-1-3-66,-1-3 1,0-4 0,2 0 0,-1-5-867,-1-6 0,-3-6 1,2-8-1,-1-4 697,-2-4 1,-2 4 0,-1-4 0,-2-3 491,0-2 0,-5-1 0,1-6 0,-2 1 0,-1 1 0,0 7 0,0-3 0,-1 4-164,-2 5 1,-2 12 0,-4 10 382,3 8 0,-2 4 0,5 7 0,1 3 1075,1 2 1,1 7 0,0 4 0,0 5-792,0 3 0,0 2 1,1-1-1,1 1-427,1-1 0,4-3 0,-3-1 0,1-3 15,3-4 1,0-7 0,2-2 0,0-4-1022,-1-6 1,1-2 0,-2-8 0,0-5-277,-2-6 1,1-4-1,2-3 1,0-2 1205,-3 0 0,3-5 0,-4 3 0,5-5 0</inkml:trace>
  <inkml:trace contextRef="#ctx0" brushRef="#br0" timeOffset="1784">1444 376 7773,'-10'-5'403,"0"2"173,1 2 1,0 8-1,3 5 1,1 4 36,1 4 1,3 7 0,-2 1-1,3 4-283,3 2 0,0-3 0,6 1 0,3-3-339,1-3 1,2-6-1,3-6 1,-2-3-688,1-6 0,-2-3 1,1-3-1,0-2-223,-1-4 0,-1-5 1,-5-3-1,1-1-923,0-1 1842,-5 1 0,3-7 0,-2-2 0</inkml:trace>
  <inkml:trace contextRef="#ctx0" brushRef="#br0" timeOffset="2014">1761 39 7773,'7'11'1219,"-2"2"1,0 3-569,1 2 0,1 7 0,5 3 0,1 7-525,-2 2 1,3 6-1,0 2 1,0 3-266,0 3 0,-1-4 0,-4 3 0,-2-3-747,-1-5 1,-3-8 885,0-6 0,-2-9 0,-1-1 0</inkml:trace>
  <inkml:trace contextRef="#ctx0" brushRef="#br0" timeOffset="2185">1819 444 8538,'4'-10'478,"0"2"1,4 0 0,-2-3-289,2 0 1,0 0 0,3-1 0,1-2-605,1-1 0,1 2 0,-3-3 414,2-1 0,0-1 0,-3-1 0</inkml:trace>
  <inkml:trace contextRef="#ctx0" brushRef="#br0" timeOffset="2531">2031 1 7773,'0'18'120,"0"-5"1,0 6 0,0 0 504,0 3 0,3-4 1,1 3-1,0 2-248,1 0 0,2 0 0,0 1 0,1 1 33,2-1 0,-4-1 0,1 2 0,0-2-304,2-2 0,0-1 1,0-4-306,-3-3 1,2-8 0,-5-5 25,-1-5 1,-1-8 0,-1-3-1,0-2-252,0-2 1,0 0 0,0 0-1,0-2 183,0 1 0,3 6 1,1-3-1,-2 2 196,-1 1 1,-1 6 0,1 0 388,2 0 1,-1 5-1,5 2-111,0 4 0,2 4 0,0 8 1,1 5 9,0 6 0,-3 4 0,1 3 0,0 3-466,0 3 0,-1-3 1,3-2-1,-2-2-795,-1-3 1,0-10 0,-4-4 1018,0-9 0,-2-19 0,-1-11 0</inkml:trace>
  <inkml:trace contextRef="#ctx0" brushRef="#br0" timeOffset="2780">2329 184 7773,'3'19'201,"1"0"1,2 0 0,-3 1 0,0 0 361,2 2 0,-3-1 1,3 1-1,0-1-198,1-2 1,-3-1-1,3-3-876,2-5 0,-4-7 1,-1-10-1,-2-7-38,-1-6 0,0-4 0,0-5 0,0-1 195,0-2 1,-1 2 0,-1-1 0,-2 3 379,-1 2 1,1 5-1,-1-2 1,0 3 301,-1 1 0,1 4 0,-2 2 184,0 2 0,5 7-529,-1 4 0,2 1 1,1 5-1,1 2-775,2 1 1,2-3 791,5 0 0,4 1 0,1 2 0</inkml:trace>
  <inkml:trace contextRef="#ctx0" brushRef="#br0" timeOffset="2963">2473 20 7773,'0'10'-49,"0"-1"0,0 1 697,0 0 0,2 0 0,0 2 0,2 2-111,1 1 1,2 1 0,2 3 0,2 0-279,2 1 1,-2-1-1,2 0 1,0 0-104,0 1 0,0-1 0,-4 0 1,-3 1-417,-3 3 1,-2-6 0,-1 2 0,-1-2-572,-2-2 0,-7 2 0,-6-4 0,-3-1-471,-3-1 1,-3 2 1301,-4-1 0,-4 6 0,-1-3 0</inkml:trace>
  <inkml:trace contextRef="#ctx0" brushRef="#br0" timeOffset="3366">19 1608 7783,'0'10'50,"0"-1"1,0 2 113,0 2 1,1-1-1,2 4 1,5 2-199,3 3 1,1 1-1,3 3 1,0 2 130,0 1-97,-3-8 0,2 7 0,-5-7 0</inkml:trace>
  <inkml:trace contextRef="#ctx0" brushRef="#br0" timeOffset="3581">19 1464 7800,'-10'0'-351,"5"0"0,2 3 0,6 1 0,3 1 351,3-1 0,1 3 0,3-1 0,2 3 0</inkml:trace>
  <inkml:trace contextRef="#ctx0" brushRef="#br0" timeOffset="3755">231 1396 7842,'6'17'-43,"1"-3"0,0 3 210,2 1 0,1 1 0,3 8 0,2 2 46,0 1 1,2-6-1,-4 3 1,0-5-6,1-3 1,-4-6 0,3 1-1,-3-2-114,-4-3 1,0-5 0,-4 2 0,1 2-80,-1 0 1,-1-1 0,-1-1 0,-1 2 26,-2 0 0,-2 2 0,-4 0 0,2-2-861,0-2 1,1 2-74,-4-5 1,2-1-1,1-5 892,4-3 0,2-7 0,1-2 0</inkml:trace>
  <inkml:trace contextRef="#ctx0" brushRef="#br0" timeOffset="3979">462 1310 7841,'0'7'0,"0"2"0,0 3 209,0 2 1,4 3 0,3 6 0,4 6 137,2 5 0,4 1 0,-1 0 0,2-1-225,2-3 1,-1 0 0,-1-10 0,-2-1-9,-3-3 1,-3-5 0,-3 0-1,-2-1 36,0-1 1,-2-1 0,-4 2 0,-1 1-129,-2 1 0,-3 0 0,1-4 0,-3 1-328,-1-1 0,1 1 1,-1 0-657,0-1 0,4-3-129,0-3 1,4-6 1090,-2-4 0,3-6 0,1-2 0</inkml:trace>
  <inkml:trace contextRef="#ctx0" brushRef="#br0" timeOffset="4280">625 1522 7947,'4'9'279,"-1"1"0,1-1 0,-1 2 0,4 2 21,1 3 1,3 3 0,1 3-1,2 0-176,1 0 0,1-5 0,3-2 0,-1-3-190,-2-3 0,1 0 0,-4-6 1,-1-1 13,-2-1 1,-1-5 0,-1-4-1,-3-2-36,-1-3 1,-1-4 0,-3 1-1,0-3 47,0 0 0,-1-1 0,-1-1 0,-1 1 56,1 2 1,1 2-1,1 0 287,0 3 1,1 8 0,2 5-234,3 5 1,3 7 0,2 2-228,2 1 1,-3 1 0,4 3 0,-1-1 0,0-1-115,-1-1 0,-2-4 0,0 0-1153,0-5 0,-1 1 1425,1-5 0,-1 5 0,1-3 0</inkml:trace>
  <inkml:trace contextRef="#ctx0" brushRef="#br0" timeOffset="4479">1039 1608 7841,'3'-9'0,"1"-1"0,3 4 0,-1-1 0,0 0 263,0-2 1,1-2 0,1-1 0,0-4 1,-2-3 0,-4 2 1,2 0-1,-3-2-68,-1-1 0,-1 4 0,-3-5 0,-3 3-50,-5 4 1,0 2 0,-3 4 0,1 1 60,3 4 0,0 3 0,1 4 0,2 6-75,1 5 1,3 9-1,4 4 1,1 8-167,2 4 0,6-2 0,5 1 0,0 0-350,0-3 1,3-7-1,-2-2 1,1-5-833,0-3 0,0-11 1,2-2 1214,-2-3 0,2-8 0,-3 0 0</inkml:trace>
  <inkml:trace contextRef="#ctx0" brushRef="#br0" timeOffset="4729">1193 1396 7815,'0'-5'937,"1"2"1,1 7 0,3 6-486,0 5 0,-2 4 0,4 4 0,1 2-238,4 3 1,-1 4-1,2 0 1,-3-1-117,0-1 1,0-2 0,-2-3 0,0-5 615,-2-3-730,-4-10 0,2 1 0,-4-12 0,0-5-137,0-3 1,-1-6 0,-1 0 0,-2-4-146,-1-3 1,2 1 0,-1-2 0,1-2-330,0 1 0,0 4 1,3-1-1,0 2 627,0 0 0,0 8 0,0-4 0</inkml:trace>
  <inkml:trace contextRef="#ctx0" brushRef="#br0" timeOffset="4910">1444 1493 7793,'5'4'416,"2"1"1,-2 4-1004,0-3 1,-2 2-230,4-5 816,-5 0 0,6-7 0,-2-1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4:47.581"/>
    </inkml:context>
    <inkml:brush xml:id="br0">
      <inkml:brushProperty name="width" value="0.06" units="cm"/>
      <inkml:brushProperty name="height" value="0.06" units="cm"/>
    </inkml:brush>
  </inkml:definitions>
  <inkml:trace contextRef="#ctx0" brushRef="#br0">7 244 8089,'-4'-6'791,"1"2"1,3 2 0,0 4-448,0 2 1,0 6 0,1 2 0,1 5-110,2 1 1,4 7-1,1 1 1,-1 2 0,0 2-16,0 1 0,-1-2 0,3 1 0,-2-3-273,1-4 1,-1-8-103,-1-4 1,-1-7 0,0-5-1,0-5 1,-1-7-240,-1-6 0,-1-4 0,0-6 183,0-3 1,1-3 0,-1 2 0,0 3 0,0 2 110,1 3 1,0 7 0,3 5 251,-1 7 0,1 10 0,0 9 0,1 4 129,0 3 0,1 2 0,-3 2 0,0 2-34,1 0 0,0-4 0,0 1 0,0-5 177,-1-3 1,-1-4-293,1-2 1,0-8 0,-2-4-139,-2-4 1,-1-6 0,-1-5 0,0-4 101,0-1 0,0-8 1,-1 3-1,0-1-329,-1-1 0,0 2 0,2 3 0,0 4 0,0 3-1735,0 5 1,0 4 1224,0 0 0,3 5 0,0 4 743,1 4 0,1 5 0,-1 1 0</inkml:trace>
  <inkml:trace contextRef="#ctx0" brushRef="#br0" timeOffset="205">385 270 8089,'0'12'653,"0"-1"0,0 0 0,0 1-503,0 2 0,0 0 0,1 3 0,0-1-61,1 1 0,1-2 1,-1 1-1,1-1-912,0-3 1,-1-2 822,3-3 0,-1-7 0,2 0 0</inkml:trace>
  <inkml:trace contextRef="#ctx0" brushRef="#br0" timeOffset="355">430 180 7740,'-2'4'-1215,"0"0"1215,0 1 0,-1 1 0,-1 1 0</inkml:trace>
  <inkml:trace contextRef="#ctx0" brushRef="#br0" timeOffset="502">494 193 8089,'0'10'552,"0"1"0,0 0-158,0 2 1,1-2 0,0 1 0,2 2-32,1 2 1,-2 2-1,2 3 1,1 1-374,1 3 0,-2-3 0,0 4 0,1-1-922,-2 0 0,2-2 0,-3-3 932,0-2 0,-1-2 0,-1-3 0</inkml:trace>
  <inkml:trace contextRef="#ctx0" brushRef="#br0" timeOffset="648">475 462 8027,'0'-12'233,"0"4"1,0-3 0,0 4 197,0 0 0,2 0 0,1-1 0,1 0-145,1 0 0,-2 0 0,1 1 1,1-1-649,1 0 0,0 2 1,2-2-1,-1 0-2194,2 0 2556,0 0 0,0-4 0,1 2 0</inkml:trace>
  <inkml:trace contextRef="#ctx0" brushRef="#br0" timeOffset="882">648 206 8027,'0'9'403,"0"-1"1,0 2 0,0 0 24,0 2 0,0 0 1,0 3-1,0-1-124,0 1 0,0-1 0,0 3 0,1 0-188,1 1 1,-1-3-1,4 2 1,-1-2-169,0-3 0,1-2-202,0-1 1,0-8-1,0-3 1,-2-7 34,0-6 0,-1-2 0,-2-6 0,0 0 32,0-2 0,2 3 0,0-1 0,1 5 261,-1 3 0,-1 4 0,2 3 0,0 1 271,1 3 1,0 4-1,0 6 1,1 4-28,1 5 0,0 3 0,0 3-660,1 0 0,-1 3 0,1-3 0,-1-1-2472,0-2 2814,1 0 0,-1-7 0,1 1 0</inkml:trace>
  <inkml:trace contextRef="#ctx0" brushRef="#br0" timeOffset="1431">1007 206 9197,'0'6'288,"3"2"0,-1 2 1,1 0-1,1 3-21,-1 3 0,2 2 0,1 7 0,0 3-232,1 3 1,-1-1 0,-1 2 0,-2-4-742,0-4 1,1-5 0,-2-5-1113,0-2 1818,-1-6 0,-1-9 0,0-4 0</inkml:trace>
  <inkml:trace contextRef="#ctx0" brushRef="#br0" timeOffset="1664">1020 244 7912,'4'-7'0,"1"-1"0,-1-1 32,0 2 1,1 0 0,0 1 0,1 1 235,3 1 1,-2 0-1,2-1 1,-1 1 145,1 2 1,0-1-1,-3 3 1,0 1-97,1 1 0,-1 2 0,-2 2 0,-2 1-78,-1-1 1,-1 3 0,-1 2 0,-1 1-41,-2 1 0,-2-2 0,-1 1 0,0 0-492,-1-1 1,0 0 0,-2 0 0,1-3-449,1-1 0,1-1 1,0-2-1,1-1-175,-1-3 1,3 0 0,1-1 914,0-3 0,1-4 0,2-4 0</inkml:trace>
  <inkml:trace contextRef="#ctx0" brushRef="#br0" timeOffset="1880">1148 148 7912,'7'-4'0,"-3"1"0,0 4 575,1 1 0,-2 2 1,0 3-1,-1 1 88,0 0 1,1 4 0,-1 1-1,0 2-579,-1 1 1,0-1 0,-1 1 0,0 1-152,0-1 1,1-1 0,0 1 0,1-2-105,0-2 0,-2-3 0,1-2-1233,1-2 1,-1-2 0,1-6 1403,-1-1 0,2-7 0,0-3 0</inkml:trace>
  <inkml:trace contextRef="#ctx0" brushRef="#br0" timeOffset="2233">1309 161 7668,'0'-7'230,"1"3"228,1 0 0,-2 2 1372,3-3-1369,-3 4 1,0-2-1,-3 3 1,0 1-396,-1 1 0,-1 1 0,0 2 0,0-1 78,-2 1 1,1 1 0,-1 2-1,1 1 10,0 1 1,1-1 0,1 1 0,0 0 29,0 0 0,-1 1 1,3 1-1,0-2 23,-1-1 1,2-1-1,-1 0 1,2 0-116,2 0 0,2-3 0,3-1 0,1-2-152,0 0 0,3 1 1,-2-1-1,-1-1 17,1 0 0,-1-2 1,2 0-1,0-2-898,0-1 0,-3 0 1,0-2 940,1-1 0,0-2 0,-1-1 0</inkml:trace>
  <inkml:trace contextRef="#ctx0" brushRef="#br0" timeOffset="2683">1578 129 7862,'-3'-4'-125,"2"-1"1,-3 2 0,1 0 273,-1 0 1,0 1-1,-2 2 1,-1 1 729,1 1 0,-1 2 0,1 2 0,0 1-471,-1 2 0,1 2 1,0 3-1,1 1-157,1-1 1,2 0 0,1-2 0,2 1-36,1 0 1,3 0 0,1-2 0,3-1-466,1-4 1,-2-2 0,3 0 0,0-1-266,1-3 0,-1-3 0,-1-4 0,0-3 162,0-2 0,-2-3 0,0 0 0,-3-2 168,0-1 0,-3 3 0,1 0 0,0 4 51,-1 3 1,-2 3 635,0 0 1,0 7 0,0 2 0,0 4 0,0 2-284,0 4 0,0-1 0,1 2-448,1-2 1,-1 2 0,2-2 0,-1-1-1,1-2-162,0-3 0,1 0 0,1-1 0,-1-2 390,1-1 0,-2-6 0,0 0 0</inkml:trace>
  <inkml:trace contextRef="#ctx0" brushRef="#br0" timeOffset="2997">1700 141 7862,'0'7'289,"0"-4"0,0 3 0,0-2 0,0 2 0,0 0 0,0 2 0,0 0 270,0 3 1,2-1 0,1 0 0,0 2-327,0 0 1,0 1 0,-2-1 0,2-1-62,0-3 0,-1-1 1,1-1-352,0-2 0,-3-2 0,2-4 17,-1-5 1,1-2-1,0-5 1,0-1-19,-1-2 1,-1 1 0,2 0 0,0 0 202,-1 2 1,2 3-1,-1 2 1,0 2 392,-2 1 0,3 2 0,1 3-320,-1 2 1,1 4-1,-3 3 1,2 3-225,1 1 1,-2 1-1,2 0 1,-1-1-811,1 1 0,-2-2 0,2-1-146,1-1 0,-1-3 0,0-5 1084,1-2 0,-2-6 0,2-5 0,-1-5 0</inkml:trace>
  <inkml:trace contextRef="#ctx0" brushRef="#br0" timeOffset="3314">1880 13 6975,'3'-6'876,"1"2"-336,-2 2 0,-1 3 1,4 2-1,-1 5-85,0 4 0,1 0 1,-1 5-1,2 1 165,1 0 0,-1 0 0,0-1 0,-1 0-447,-1-1 1,0-6 0,2 3 0,-2-3-153,-2-3 1,1-2 69,-1 0 0,0-4 0,-4 1 0,-3-1-534,0-1 0,0 0 1,-1 0-1,-1 0 173,0 0 1,0 1 0,0 0 0,1 3 338,-1 1 0,3-1 0,1 4 0,0 0 320,1-1 0,2 1 0,0-1 1,0 2-109,2-1 1,2-1 0,3-1 0,2-2-277,1-2 1,0-1-1,0-1 1,0-2-663,0-2 1,0-1-1,1-6 1,-2 0-869,0-1 0,-4 1 0,1 1 1525,-2 1 0,1-2 0,-2 1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5:00.026"/>
    </inkml:context>
    <inkml:brush xml:id="br0">
      <inkml:brushProperty name="width" value="0.06" units="cm"/>
      <inkml:brushProperty name="height" value="0.06" units="cm"/>
    </inkml:brush>
  </inkml:definitions>
  <inkml:trace contextRef="#ctx0" brushRef="#br0">129 263 7937,'-3'-7'137,"-2"-1"1,1 3 0,-1-2 0,-3 2 72,1-1 0,-2 2 0,0 0 1,-1 1 26,-2 2 0,2 0 1,0 1-1,0 1-34,0 1 0,5 1 0,-1 2 0,2 0-93,3 2 1,0 0 0,2 4-187,1 0 0,5 2 1,4 1-1,3 2 1,1 0 0,2 2 1,-2-2 0,2-1-17,1-2 1,-3 0-1,1 0 1,-2-1 0,0-1 29,-2 0 0,-4-3 0,0 1 0,-3-2 208,-3-1 0,-2 1 0,-2-1 0,-3 0-21,-3 1 0,-2-1 1,-2 0-1,-2-1-83,-1-1 1,-1-2 0,-1 0 0,0-2-210,1 0 0,2 0 0,3 0 0,1 0-404,1 0 0,2 0 1,4-2-101,0-3 1,1 0 0,4-2 669,3 1 0,3-6 0,2-2 0</inkml:trace>
  <inkml:trace contextRef="#ctx0" brushRef="#br0" timeOffset="216">250 289 7929,'0'9'238,"-2"-1"1,0 1 0,1 0 50,0 2 0,2 1 0,0 1 0,2 0-367,1 2 1,-2-3 0,2 2-1,1-1-1125,1-2 1,-2-2 1202,0-1 0,1-4 0,1-1 0</inkml:trace>
  <inkml:trace contextRef="#ctx0" brushRef="#br0" timeOffset="390">257 180 7929,'-3'-3'136,"2"0"375,-4 3-568,1 0 0,1 0-52,0 3 0,3 0 109,3 3 0,0 4 0,3 0 0</inkml:trace>
  <inkml:trace contextRef="#ctx0" brushRef="#br0" timeOffset="666">366 161 7902,'-4'11'0,"-1"2"0,3-2 0,-1 4 0,0 0 253,1 3 1,2-3-1,0 5 1,0-1-29,0-1 1,2-3 0,1-1 0,0-2-315,2-4 0,1-1 0,0-4-153,1-3 0,-1-3 1,0-6-1,-1-2 61,-1-3 1,-2-3 0,2-2-1,-1-1-17,1-1 0,0 3 1,1-1-1,-2 4 92,0 2 1,2 4 0,-1 5 0,2 2 338,0 1 1,1 8 0,-1 6 0,1 7 54,2 4 0,-2 5 1,2-1-1,-2 1-67,-1-1 0,0-5 1,-1 3-1,-2-1 54,0-3 1,-1-2 0,-2-3 0,-3 0-223,-1-1 0,-4-6 0,0 2 0,-1-4-280,0-5 0,-1-2 0,-2-3 0,0-3-222,2-3 1,-1-2-1,0-4 1,1 0-166,1-1 1,4-3 0,-1 2 613,3-1 0,-4-1 0,0 2 0</inkml:trace>
  <inkml:trace contextRef="#ctx0" brushRef="#br0" timeOffset="1017">558 161 7929,'3'9'0,"1"2"0,0 2 100,0 2 1,1-1 0,1 3 0,0 1 205,1 0 0,-3 0 0,0 0 0,1 0-205,1 0 1,-2-2 0,0 0 0,0-3 193,-1-3-356,-2-2 1,2-5 0,-3-3 0,0-4 5,0-4 0,0-3 1,0-4-1,0-2-82,-3-2 1,2-1-1,-2 0 1,0-2 56,1 2 0,1 1 1,-1 1-1,0 1 73,1 1 0,0 4 0,2 3 80,1 1 1,1 7 0,2 7 0,0 5-91,2 3 1,-1 3 0,3 5 0,-1 1-258,0-1 1,-1-2 0,2-3 0,-1-2-768,0 0 1041,-1-5 0,3 0 0,-4-4 0</inkml:trace>
  <inkml:trace contextRef="#ctx0" brushRef="#br0" timeOffset="1500">744 122 8050,'-6'0'393,"0"0"1,1 1 0,2 2 0,0 3-130,1 4 0,2 5 1,0 2-1,0 3-11,3 1 0,1 0 0,3 1 1,1-2-171,0-4 0,-3-4 0,4-5 0,-2-2-271,-1-3 0,-1-2 0,-1-2 1,1-6-160,1-4 1,-3-4-1,-1-5 1,0-1 197,0-1 0,-1 2 0,1-2 1,-1 2 502,-1 2 1,0 5-181,0 3 0,0 7 0,0 3 1,0 6-74,0 7 1,0 2-1,0 3 1,2 0-165,0 0 0,2-1 1,-1-2-1,0 1-658,2 0 1,-1-5 0,0-2 208,1-3 0,0-4 0,0-5 0,-1-4 512,-1-4 0,-1-4 0,-2-3 0,0-1 0,0-1 0,0 0 0,0 1 0,0 0-4,0 2 1,0 2 0,0 0-1,0 0 355,0 2 0,2 3 60,0 3 1,1 4-1,-1 4 1,2 4 15,2 4 0,-1 1 0,1 4 0,1 2-225,0 3 1,2 2 0,0 1 0,-1 3-243,2 1 1,-3 1 0,1 1-1,-1 0-322,0 0 1,-1-7 0,0 2 0,-1-2-617,-1-5 0,-2-3 64,0-4 0,-4-4 914,-3-4 0,-3-6 0,-2-4 0</inkml:trace>
  <inkml:trace contextRef="#ctx0" brushRef="#br0" timeOffset="1734">905 257 7927,'-2'-6'0,"-1"-1"0,0 1 193,0-1 0,1 2 1,2-1 258,0-3 1,0 2 0,1-1 0,1 1-290,2 0 1,2 2 0,0-3 0,1 2-427,-1 2 1,1-1 0,1-1 0,0 0-321,0 2 1,0-1 0,-1 2-1,1 0 583,0-2 0,-2-1 0,3 0 0</inkml:trace>
  <inkml:trace contextRef="#ctx0" brushRef="#br0" timeOffset="1931">1007 71 7753,'0'6'-132,"0"-1"1,0-1-1,0 1 347,0 1 1,0 1-1,1 1 1,1 1 295,0 1 1,3-1 0,-2 3 0,2 2-405,2-1 0,-4 1 1,5-1-1,0-1-195,-1-1 0,0-2 0,0-4 1,-1 0 27,0 0 0,0-5 0,-1 0 0,-1-3-261,1-3 1,-2-3-1,-1-2 1,-1-2 133,-1-2 1,0 2-1,0-2 1,0 1 187,0 2 0,0 2 0,0 1 0,0 2 723,0 1-629,0 2 0,0 3 1,1 4-1,1 4-76,2 2 1,1 2-1,0 2 1,-1-1-364,1-1 0,1 0 0,0-2 0,0-1-613,-2-1 957,2-4 0,-2 3 0,2-2 0</inkml:trace>
  <inkml:trace contextRef="#ctx0" brushRef="#br0" timeOffset="2182">1174 58 7943,'2'7'232,"0"-1"0,1-2 0,-1 1 0,1 0 77,0 0 1,-1 2 0,3 0 0,0 1-242,0 3 0,1 3 0,-1 2 0,0 0-33,2 2 1,-3-1 0,3-1 0,-2 0-22,1-2 0,-2-3-4,1-3 1,-4-5 0,1-5 41,-1-6 1,-1-4-1,-1-3 1,0-2-23,-1-2 0,-3 0 0,3 0 0,-1 0-251,0-1 0,1 5 0,2 1-843,0 3 1,0 0-52,0-2 1115,3 6 0,3 4 0,4 7 0</inkml:trace>
  <inkml:trace contextRef="#ctx0" brushRef="#br0" timeOffset="2431">1334 110 7850,'8'0'0,"-1"0"0,-2 0 229,1 0 0,1 0 0,-2-1 1,0-1 75,0-3 1,-2 0-1,1-2 1,-2 0-96,-1-1 1,-1 0-1,0-2 1,0 0-14,0 0 1,-2 2-1,-1-1 1,0 3 63,-2 2 0,-1-1 0,0 3 1,-1 0-66,1 1 1,1 4 0,2 2 0,-1 1-145,1 3 1,1 1 0,0 2-1,2 2-32,2 1 1,0 2 0,2 3 0,1 0-538,1-2 1,0 0-1,1 1 1,1-2-458,1-2 0,-1-7 1,-1-2-1,-1-3-828,0-4 1802,1-4 0,-1-8 0,1-4 0</inkml:trace>
  <inkml:trace contextRef="#ctx0" brushRef="#br0" timeOffset="2619">1482 84 7316,'0'3'-357,"3"3"1,0-2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5:55.173"/>
    </inkml:context>
    <inkml:brush xml:id="br0">
      <inkml:brushProperty name="width" value="0.06" units="cm"/>
      <inkml:brushProperty name="height" value="0.06" units="cm"/>
    </inkml:brush>
  </inkml:definitions>
  <inkml:trace contextRef="#ctx0" brushRef="#br0">50 397 7777,'0'-10'288,"0"0"0,2 3-112,1 1 1,2 2 0,5-1 0,0-1 0,1 2 97,2-1 1,-2-3 0,4-1 0,-2-4-170,0-3 1,0 0 0,-3-4 0,-1-1-73,-2-2 1,-3-1 0,-5-4 0,-2 2-52,-4-2 0,-3 8 0,-3 2 0,-4 6 97,-1 6 1,-2 4 0,1 4 54,3 5 1,-2 5-1,5 12 1,1 6-1,1 5 178,1 4 1,4 1-1,3 1-216,2-1 0,2 0 1,2-7-1,4-2 0,2-2-274,1-3 0,3-7 0,1-1 1,2-2-490,1-4 0,-1-6 0,0-2 1,2-4-784,0-4 0,-1-2 1450,-1-7 0,1-3 0,3-4 0</inkml:trace>
  <inkml:trace contextRef="#ctx0" brushRef="#br0" timeOffset="234">258 327 8061,'1'10'1587,"2"0"-1392,0 0 0,5-3 0,-2-1 0,3 2 88,1 1 0,4 1 0,2-1 1,0 0-464,1-2 1,0 0 0,5-3-1,1-2-426,-1-1 0,0-1 0,0-1 0,1-2-58,-1-4 1,-1-5 0,-2-2 663,-3-2 0,3 0 0,-4-4 0</inkml:trace>
  <inkml:trace contextRef="#ctx0" brushRef="#br0" timeOffset="452">595 179 7777,'-10'4'0,"0"3"161,0 2 1,-1 2-1,-1 2 1,-1 3 354,1 3 1,4 1-1,1 1 1,0 2-231,-2 3 1,2-1 0,2 2 0,0-1-499,3-1 0,1 1 0,1-5 0,1-2-368,3-3 1,-2-5 0,4-5 0,2-2-162,1-3 1,4-2-1,0-4 741,-1-5 0,4-4 0,-1-6 0</inkml:trace>
  <inkml:trace contextRef="#ctx0" brushRef="#br0" timeOffset="668">723 169 7838,'0'19'0,"0"-1"238,0 2 1,0-1 0,0 6 0,0 0 163,0 1 0,0 1 1,0 5-1,2 3-151,1 4 0,-2-9 1,3 5-1,0-4 38,-1 0 1,1-7-1,0 2-1598,2-8 1,-1-9 0,-2-9 534,-2-5 1,-1-10-1,0-3 774,0-4 0,0-10 0,0 1 0</inkml:trace>
  <inkml:trace contextRef="#ctx0" brushRef="#br0" timeOffset="883">763 278 7138,'9'-23'0,"-1"0"-288,-2 1 1,-3 2 0,4 2 0,0 3 815,-2 0 0,4 3 1,-2 6 32,1 2 0,-1 3 1,-2 2-1,0 4-132,-3 5 1,-1 4 0,-1 7-1,0 2-299,0 3 1,-1 4-1,-2 2 1,-4 1-292,-2-1 0,3-1 1,-1-3-1,-1-1-961,0-4 1,1-3 185,0-4 1,5-7-1,-1-10 936,2-8 0,1-5 0,0-6 0</inkml:trace>
  <inkml:trace contextRef="#ctx0" brushRef="#br0" timeOffset="1100">911 199 7777,'6'4'153,"-3"3"0,-1 1 73,2 2 1,-3 1 0,3 1 0,0 3 55,-1 0 0,1 2 0,-2 2 1,2 1-101,-2 0 0,2 0 0,0 1 0,-2 1-81,-1 1 0,-1 0 0,0-3 1,0-1-41,0 1 1,0-4 0,0-3 0,0-2-30,0-1 0,0-6 0,0-4-90,0-5 0,0-10 0,0-5 0,0-5-154,0-3 0,3-4 0,2-2 0,0-4-202,3 1 0,0 3 0,-1-1 0,0 0-85,1 4 0,-1 6 0,1 4 0,-1 3 189,0 3 1,0 3 0,3 2 309,4 1 0,-1-1 0,2 0 0</inkml:trace>
  <inkml:trace contextRef="#ctx0" brushRef="#br0" timeOffset="1177">1208 228 7777,'6'33'-42,"-3"-2"0,-2 0 122,-1 0 0,0-6 1,-1 4-1,-1-4 98,-1-3 0,-2-5-206,2 0 1,2-11 0,-2-3-672,1-11 1,2-10 0,0-6 698,0-1 0,0-6 0,0-4 0</inkml:trace>
  <inkml:trace contextRef="#ctx0" brushRef="#br0" timeOffset="1530">1327 1 7679,'0'10'0,"0"1"-41,0 2 0,0-1 0,0 4 0,0 2 151,0 1 0,3 1 0,1 4 0,-1 3 3,1 5 1,-2-3 0,1 1 0,-2 1-156,-1 0 0,0-6 0,0 3 0,0-5-618,0-4 660,0-11 0,-4 5 0,-2-7 0</inkml:trace>
  <inkml:trace contextRef="#ctx0" brushRef="#br0" timeOffset="1753">1307 327 7947,'6'-10'767,"-3"0"1,-1 4-604,2-1 0,0 4 0,4-3 0,-2 2-342,2 2 1,1-3-1,1 2 1,0 1 85,0 1 1,-1 1 0,1 0 0,0 0 91,0 0 0,0 0 0,0 0 0</inkml:trace>
  <inkml:trace contextRef="#ctx0" brushRef="#br0" timeOffset="1967">1505 258 6834,'10'0'374,"-3"0"52,-1 0 1,1 0-767,3 0 1,-4-4-1,1-3 1,0-2 137,-2-1 1,4 0 0,-4 0-1,2 1 240,0-1 1,-4 0-1,2 0-56,0 0 0,-2 3 732,-3 7 0,0 5 0,0 15 0,0 4-216,0 3 1,0 5 0,0 2 0,0 4-401,0-1 0,0 0 0,0 2 0,0-3-67,0-3 1,0-6 0,1-5 0,1-5-949,2-4 917,3-6 0,-1-7 0,4-6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5:53.843"/>
    </inkml:context>
    <inkml:brush xml:id="br0">
      <inkml:brushProperty name="width" value="0.06" units="cm"/>
      <inkml:brushProperty name="height" value="0.06" units="cm"/>
    </inkml:brush>
  </inkml:definitions>
  <inkml:trace contextRef="#ctx0" brushRef="#br0">20 6 7471,'-5'-1'685,"1"-3"-280,-1 3 1,4 2 0,-2 9-1,1 6-193,2 2 0,2 11 1,0 4-1,2 5-140,2 5 1,-1-1 0,3 3-16,-2-1 1,-2 5 0,1-5 0,0-5 0,-2-3-8,1-4 1,-3-9-1,4-5-174,-1-6 0,-2-5 1,4-12-1,-1-5-94,1-5 1,-3-8 0,3-3 0,-1-3 41,1-1 0,0-1 0,4 1 0,0-1 156,0 2 0,-3 6 0,-1 1 0,2 5 27,1 3 0,-3 8 0,0 5 1,-2 6 137,-2 8 0,3 6 0,-2 4 0,0 4-134,2 1 0,-4 5 0,3-1 0,0-2-340,-1-3 1,5-1-1,-3-1 1,3-4-38,2-4 1,-3-9-1,7-1 1,-2-6-15,1-5 0,-2-9 380,2-7 0,-2-6 0,-1 1 0</inkml:trace>
  <inkml:trace contextRef="#ctx0" brushRef="#br0" timeOffset="519">386 204 7757,'-4'-10'101,"2"4"0,-5 4 284,0 4 0,-1 5 0,1 6 0,3 4-87,-1 1 1,4 5-1,-2 2 1,2 0-81,1 2 1,0-1 0,0-2 0,1-1-173,2-1 0,0-8 1,3 2-1,2-8 45,1-4 1,1-3-1,-1-2 1,1-4-254,0-5 0,1-5 0,1-8 0,2-5-284,-2-3 0,-1 0 1,-1-3-1,-2 1 309,-1 0 1,2 3 0,-4 6 0,2 3 277,-1 6 1,-2 7 0,1 7 68,0 6 1,-2 7 0,-2 11 0,1 5-153,1 4 0,2-1 0,-3 2 0,1-3-142,0 0 1,1-4 0,-1-1 0,1-3-601,0-4 1,-2-6-1,5-2 181,0-5 0,1-10 0,0-5 346,-2-5 1,-2-8 0,1-3-1,0-3 1,-2-1 125,1 1 1,-3 2-1,3 2 1,-2 1 255,1 2 0,-2 5 0,3 4 125,-3 2 1,-1 7-1,1 4 1,1 5-41,1 4 1,4 5 0,-3 3 0,2 1-120,2 2 1,0 3-1,2 0 1,0-1-48,0-1 0,0-1 0,0-1 0,0-3-1,0-3 1,0-3 0,-1-3 0,1-4-178,0-2 1,-3-5 0,-1-3-96,2-1 0,-2-7 1,-1-2-1,1-4 1,-2-3-129,0-2 1,3 7 0,-4-2-1,-1 1-377,0 2 1,-2 2 0,0-1 0,0 4 633,0 2 0,0 6 0,-5-9 0,0 3 0</inkml:trace>
  <inkml:trace contextRef="#ctx0" brushRef="#br0" timeOffset="765">960 184 7741,'16'3'-6,"-3"1"1,-2-1 0,-2-2 188,-3 2 1,3-2-1,-2 3 1,1-4 131,-2-4 1,2 2-1,-5-4-113,-1-2 0,-1-1 0,-2 0 0,-2 2-272,-4 0 0,-1 0 0,-2-1 1,0 0-135,0 1 0,0 5 0,0 0 0,0 4 113,0 5 0,0 4 0,2 4 1,0 5 152,1 1 0,5 4 0,-1 1 0,2 3-1,1 1 0,4-4 0,3 0 0,3 1-122,3-2 1,2-6 0,5-9 0,1-6-692,2-3 752,2-10 0,9-6 0,2-10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5:51.776"/>
    </inkml:context>
    <inkml:brush xml:id="br0">
      <inkml:brushProperty name="width" value="0.06" units="cm"/>
      <inkml:brushProperty name="height" value="0.06" units="cm"/>
    </inkml:brush>
  </inkml:definitions>
  <inkml:trace contextRef="#ctx0" brushRef="#br0">69 3168 7741,'-4'-17'25,"-2"2"0,0-1-13,-1 1 1,4 2 0,-3-4 0,1-1-45,-1-4 1,4-1 0,-1-7 0,2-5 254,1-6 0,-3-3 0,-1-5 1,2-5-78,1-2 1,1 0 0,0-10 0,0-4-81,0-5 0,-3 0 1,-1-11-1,2-3 82,1 1 1,1 1 0,0-2-1,1-6-277,2-4 0,1 10 0,5-8 0,2 3 28,0-3 1,1 11 0,0-9-1,1 3 72,-1 8 1,-1 3 0,-1 6 0,0-2 4,0 0 0,0 12 1,-2-1-1,0 10-29,-1 5 0,-2 14 1,3 5 15,-1 5 0,-2 5 0,3 6 13,-2 3 1,-3 7-1,1 5 1,-1 4-160,1 3 0,-1 1 1,-3 2-1,1 1-247,2 0 430,-2 0 0,4 4 0,-5 2 0</inkml:trace>
  <inkml:trace contextRef="#ctx0" brushRef="#br0" timeOffset="1082">624 40 7741,'0'-6'110,"0"-1"1,-2 2 93,-1-2 1,1-1-1,-5 5 1,-1 1 41,-5 1 0,2 2 0,-2 2 0,1 4-93,-1 2 1,2 4 0,-2 1 0,2 3-143,1 3 1,0 5 0,1 4 0,3 2 23,2 2 1,3 0 0,1 4-70,0 1 1,1-2 0,3-7 0,2-3 26,3-3 0,2-3 0,1-5 0,2-5 1,2-5-807,1-4 1,0-1-1,0-2 1,2-5 498,-1-6 0,-1-5 0,2-2 0,-1 0 314,-2-4 0,-4 0 0,1-3 0,-3 0 0,-3 0 0,1 3 0,-5 1 0,-1 3 94,-1 3 0,-1 0 0,-1 5 220,-2 3 1,-3 3-1,-4 6 1,1 1 0,-1 4 140,0 5 0,0 1 0,0 5 0,1 2-16,3 0 0,-2 3 1,5 1-1,0 1-224,2-1 1,1-1 0,0-2 0,0-1-304,0-2 1,5-7 0,1 0-1,4-4-123,3-3 0,-1 0 0,5-5 1,1-3 37,0-7 1,-1-9 0,-1-5-1,1-1-102,-2-2 1,-1 0 0,-4 2-1,0 1 54,0 4 1,-4 7 454,-3 2 0,-2 9 1,-1 5-114,0 5 1,0 9-1,0 3 1,0 4 0,0 3-147,0 2 1,0-3-1,0 1 1,0-2-398,0-3 0,0-3 0,1 1 1,1-4 80,2-2 0,0-6 0,-1-1 341,4-3 0,2-1 0,1 0 0</inkml:trace>
  <inkml:trace contextRef="#ctx0" brushRef="#br0" timeOffset="1363">970 238 7741,'0'10'301,"0"0"0,0 1-59,0 2 1,0 0 0,0 5 0,0 1 245,0-2-322,0 1 0,0 5 0,0 0 0,0-1 1,0-1-1,0-2 0,0-3 94,0-3 0,1-3-461,2-3 1,3-5 0,4-9-4,0-6 1,-4-7 0,1-5 0,1-6 13,0-3 0,2-3 0,0-4 0,0 1 52,0 1 0,3 5 0,0 1 0,1 5 305,0 10 0,-5 9 1,3 8-1,0 6 33,-1 9 0,0 12 0,-2 6 1,-2 4-7,0 4 1,0-3 0,1 5 0,0-4-565,-1-1 1,-4-9-1,3 0 1,2-6 369,1-7 0,1-3 0,0-2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5:59.506"/>
    </inkml:context>
    <inkml:brush xml:id="br0">
      <inkml:brushProperty name="width" value="0.06" units="cm"/>
      <inkml:brushProperty name="height" value="0.06" units="cm"/>
    </inkml:brush>
  </inkml:definitions>
  <inkml:trace contextRef="#ctx0" brushRef="#br0">90 85 7777,'0'-10'-18,"0"0"1,0 1 0,0-1 70,0 0 1,0 3 0,-2 1 378,-1-2 0,2 2 796,-2 0-1104,2 4 1,1 2-1,1 7-57,2 5 0,3 5 0,5 6 0,1 3 0,2 5 80,1 5 0,-1-1 0,2 5 0,1 0-76,-2-3 1,-1-1-1,-5 0 1,-1-6-35,-2-2-209,-4-10 0,-2-4 0,-6-12 0,-3-4 17,-1-5 1,-4-2-1,-1 0 1,-3 0 57,-2 2 0,6-1 0,-6 5 0,1 0 239,1-2 0,1 4 0,2-2 3,0 2 1,2 5 0,4 4 0,3 3-2,3 2 1,1 5 0,2-2 0,2 4 0,1 2-171,3 1 1,4 0 0,4-4 0,1-2-394,0-4 1,4-2 0,-2-3-1,2-1-79,4-4 1,-2-4 0,4-4 0,-2-7 65,0-6 0,1-2 0,-2-8 0,1-3 432,-1 0 0,-1 0 0,-2 3 0,-3 0 0,-3 2 0,-3 4 0,-3-1 0,-4 3 0,-2 3 0,-5 6 0,-3 6 349,-2 1 0,-1 0 0,1 4 0,-1 1 0,0 4 427,0 5 0,1 1 0,1 5 0,3 2-519,0 0 0,-1 3 1,3 1-1,0 1-106,2-1 0,1-1 0,1-2 1,3-2-61,2-4 1,3-2 0,2-1 0,1-2-492,1-1 1,5-4-1,-2-6 120,3-4 0,0-6 1,-2-4-1,0-4 67,1-2 1,-3 0-1,0 3 1,0 0 0,-3 1-103,-1 3 0,-5 6 486,1 7 0,-4 6 1,3 5-1,-2 4-138,-2 4 0,-1 3 0,-1 1-485,0-1 1,4 0 0,-1-1-236,-1-2 0,3-6 0,-2-3 687,-1-9 0,4-15 0,-1-4 0</inkml:trace>
  <inkml:trace contextRef="#ctx0" brushRef="#br0" timeOffset="533">693 125 7866,'0'-6'1200,"0"3"-934,0 6 1,4 7 0,-1 7-1,0 3 1,0 4 0,2 5-88,0 7 0,1 3 0,2 3 1,-2 1-378,2-1 1,-3-2 0,1-2 0,-2-4-486,-2-4 1,0-12-1,-2-1 144,0-5 1,-2-7 0,-1-3 0,-3-4 538,-3-4 0,-2-4 0,-1-2 0,-2-3 0,2 0 0,1 2 0,1-3 0,2 1-85,1 0 0,3 5 0,4-2 431,0 0 0,0-1 0,0 4-78,0-1 0,4 3 1,3 0-1,1 1 130,2 0 0,0 1 0,0 3 0,1-2-399,2 2 1,-2-2 0,4 0 0,-2 2-148,0 1 0,4-2 0,-3 0 0,1-1 28,3 0 0,0 3 0,2-3 1,1 2 22,2-1 0,-2 1 0,2-4 1,-1 1 268,1-1 0,-2 3 0,2-4 1,-2 0 262,-1-2 0,-5-1 1,-1 0-180,-3 0 1,-6 0-1,-3 0 1,-4 1 116,-4-1 0,-3 3 1,-1 2-1,0 0 39,0 3 0,0 1 0,0 2 0,0 2 58,0 4 0,1 6 0,-1 4 1,1 2-326,2 4 0,2-1 1,3 5-1,-3 0-738,0 2 0,2 1 1,0-2-1,2 0 12,1-2 1,1-4 0,2 0-101,4-4 1,2-5-1,2-7 1,1-5 680,1-6 0,5-10 0,-3-11 0</inkml:trace>
  <inkml:trace contextRef="#ctx0" brushRef="#br0" timeOffset="779">1228 402 7871,'10'0'56,"-1"0"0,-2 0-143,0 0 1,-5 4 86,1 3 0,-2-3 0,-1 1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36.528"/>
    </inkml:context>
    <inkml:brush xml:id="br0">
      <inkml:brushProperty name="width" value="0.06" units="cm"/>
      <inkml:brushProperty name="height" value="0.06" units="cm"/>
    </inkml:brush>
  </inkml:definitions>
  <inkml:trace contextRef="#ctx0" brushRef="#br0">77 153 7899,'-5'-10'-131,"-3"4"0,4-1 452,-1 0 1,2 2 0,-4-1-36,0 2 1,2 1-1,-2 4 1,1 2-73,1 4 0,-1 2 0,4 4 0,-1 4-26,1 4 1,1 0-1,1 3 1,1-1-182,2-1 0,-1-2 1,5-1-1,0-1 21,1-3 0,3-4 0,1-6 1,0-2-113,0-4 1,-2-7 0,0-8 0,-1-3-110,1-3 0,-4 1 1,-1-5-1,0 1 250,-3 1 0,-1 4 1,-2 5-1,-1 0-85,-1 0 0,-5 7 0,2 0 0,-3 2-346,0 4 1,-1 1-1,2 2 1,1 1-146,0 1 1,5 5 0,-1-2-881,2 3 1399,1 0 0,0 5 0,0 1 0</inkml:trace>
  <inkml:trace contextRef="#ctx0" brushRef="#br0" timeOffset="564">238 134 7860,'0'9'-262,"1"1"420,3-1 0,-3 1 1,2-1-1,-2 2 334,-1 1 0,1-1 0,1 3 1,1-2-510,-1 1 1,0 0 0,1-4-1,0 1 4,-1-1 1,-1 1 0,0-2 0,1-1-78,1 0 1,1-6 20,0-1 0,-2-9 0,4-6 0,1-3-31,2-1 1,-3-4 0,1 1-1,0 0 67,1-1 0,2 4 0,-1-1 1,2 3 10,2 0 1,-5 5-1,4 1 247,-1-1 1,1 5 0,-4 5-185,-1 4 1,0 3 0,-4 5 0,-1 0 5,-1 3 0,3-3 0,-1 3 0,-1-1-60,-1 0 0,2-1 0,1 0-39,2-3 0,-3 0 0,3-2 0,0 0 0,1-1 10,-1-1 0,0 0 81,4-4 1,-1 0 0,1 0-1,-1 0 1,1-1 10,-1-3 0,0 1 0,-2-5 0,0-3-14,0 1 0,1-5 1,2-1-1,-2-2 37,-1-1 0,0 2 0,-4 0 11,-1 0 1,3 1 0,-2 4 0,-2 0 77,-3 4 1,0 3 0,-5 7-116,0 4 1,0 5 0,-1 8 0,2 1 0,-1 2 88,2 3 1,-2 3 0,4 0 0,1 0-187,0-3 1,2-2 0,2-4-75,1 0 1,2-5 0,4-4 0,2-3 0,2-3-635,3-2 0,1-5 1,4-3-1,0-4-1263,1-3 2021,0 3 0,5-12 0,3 2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31.845"/>
    </inkml:context>
    <inkml:brush xml:id="br0">
      <inkml:brushProperty name="width" value="0.06" units="cm"/>
      <inkml:brushProperty name="height" value="0.06" units="cm"/>
    </inkml:brush>
  </inkml:definitions>
  <inkml:trace contextRef="#ctx0" brushRef="#br0">29 114 7865,'0'-9'118,"0"-1"760,0 1-561,0 3 1,0 3 0,0 6 0,0 6-107,0 6 0,0 1 1,0 10-1,0 1-5,0 4 0,0 4 0,0 5 0,0 2-317,0 1 1,-1 0 0,-1 1 0,-2 0-281,-1-2 0,1-9 0,-1-1 1,1-9-588,2-6 1,1-10 452,1-10 1,0-8-1,1-15 525,2-5 0,-2-10 0,3-2 0</inkml:trace>
  <inkml:trace contextRef="#ctx0" brushRef="#br0" timeOffset="332">96 143 8811,'0'10'0,"0"3"652,0 3-517,0 2 0,0 5 0,0 3 0,0 4 0,0 3 0,0 0 0,0 3-18,0 1 0,4-5 0,1-4 0,2-2-254,-1-6 1,0-8 0,4-2-1,-1-7-55,1-5 0,0-9 0,2-8 1,1-6 43,-2-6 1,0 0 0,-2-6-1,1-2-36,-1 0 0,1 0 1,-1 3-1,1 4 328,-1 7 1,-2 8 270,-1 4 0,-4 12 1,1 7-1,-2 8-222,-1 4 0,0 4 0,0 1 0,0 1-114,0-1 0,0 3 0,0-1 0,1 0-256,2 0 0,-1-3 0,1 2 0,-1-3-339,1-3 0,-1-2 0,3-1 0,1-3-160,-1-5 0,1-2 0,4-7 676,-1-5 0,-3-3 0,2-14 0,-3 0 0</inkml:trace>
  <inkml:trace contextRef="#ctx0" brushRef="#br0" timeOffset="648">428 238 7865,'-6'0'973,"1"1"-731,0 2 1,2 3 0,3 6 0,0 3-4,0 2 1,0 1-1,0 8 1,1 1-166,3 4 0,1-4 1,4 3-1,1-2-215,-1-1 0,1-9 0,-1-4 1,1-5-42,-1-6 1,2-3-1,-1-4 1,2-7 36,0-7 1,-4-6 0,5-7-1,-4 0-94,-2 0 1,1 2 0,-3 2 0,2 3 421,-1 2 1,-1 8 80,2-2 0,0 10 0,-4 6 0,-1 6-108,-1 6 0,-1 4 0,0 5 0,0 2-42,0 1 0,0-3 1,0 2-1,1-3-455,3-1 0,-3-4 0,2 0 1,-1-2-441,1-5 0,-1-2 0,3-7 781,0-3 0,2-5 0,-2-6 0</inkml:trace>
  <inkml:trace contextRef="#ctx0" brushRef="#br0" timeOffset="931">761 114 8118,'-5'10'350,"0"-1"1,5 1 0,0 0 103,0 3 0,1 2 1,3 4-1,2 1-248,2 2 1,5-1 0,0 4 0,-2 1-137,0-2 0,-2 3 0,0-2 1,-2 0 0,0 0 1,-5-4 0,1 2 0,-3-3-28,-3-1 0,-6-5 1,-5-1-1,0-3-179,-3-4 0,2 1 1,-1-4-1,0 0-84,2-2 1,-3-6-1,4-1 1,2-3-762,4-4 0,0 0 0,3-5 450,2-2 0,2-4 530,4 2 0,1-9 0,4 2 0</inkml:trace>
  <inkml:trace contextRef="#ctx0" brushRef="#br0" timeOffset="1170">998 67 8050,'0'14'412,"0"-1"0,0 2 0,0 1 0,0 3-63,0 3 1,0 3 0,0 7 0,0 4-108,0 4 0,-1 0 0,-1 3 0,-1 2-392,1 1 1,-2-4 0,-1 4-1,1-6-1120,0-6 0,0-8 0,1-5 1270,-4-4 0,-1-8 0,-2-4 0</inkml:trace>
  <inkml:trace contextRef="#ctx0" brushRef="#br0" timeOffset="1395">865 418 7865,'0'-9'242,"1"-1"226,3 1 1,1 2-1,5 2 1,3 0-135,3-1 0,2 3 1,2-3-1,2-1-177,3-2 1,3 0-158,0-1 0,1-4 0,-1 0 0</inkml:trace>
  <inkml:trace contextRef="#ctx0" brushRef="#br0" timeOffset="1984">1540 19 8192,'-3'-6'423,"0"-1"1,-2 5-227,2-1 0,1 2 0,-3 2 0,1 3 45,2 6 1,0 5-1,2 7 1,0 4-32,0 5 1,0 0 0,0 6 0,0 4-297,0 1 1,4 0 0,-1 2 0,-1 1 34,-1-3 1,-1-8-1,0-1 1,0-5-126,0-6 0,0-9 1,0-6-134,0-5 0,1-9 1,1-12-1,2-6 125,2-6 0,0-3 0,3-4 1,1 0-120,-1 0 1,4 4 0,0 3 294,-2 1 0,0 7 0,-3 4 0,0 6 338,-2 6 0,-4 5 1,1 8-1,-2 8-75,-1 6 1,0 2 0,0 4-1,0 3-232,0 0 1,0-3 0,2 3 0,0 0-295,1-3 1,1-4 0,-1 1 0,4-3 122,1-1 0,1-9 0,2-3 0,2-7-605,3-7 0,-2-4 1,1-12 751,-1-2 0,2-7 0,-4-2 0,1-3 0,-3-1 0</inkml:trace>
  <inkml:trace contextRef="#ctx0" brushRef="#br0" timeOffset="2700">1835 209 7899,'0'-9'868,"-5"3"-434,-1 3 1,-2 3 0,-1 4 10,3 6 0,-2 0-354,5 6 0,-1-2 1,2 4-1,-1 2 1,1-1-1,1 0 107,1 0 0,3-5 0,1 4 0,1-4-379,3-2 1,0-5-1,2-1 1,-1-3-36,1-4 0,0-4 0,2-8 0,0-4-199,0-4 1,-1-1-1,-2-5 1,1 0 351,-1 0 0,-1 2 0,-1 1 1,-3 5 146,0 5 0,-3 7 0,2 3-43,-1 2 1,-2 6 0,0 8 0,0 4 254,0 2 1,0 4 0,0 0 0,1 0-268,2-2 0,-1-5 0,3 1 0,0 1-269,1 1 1,-3-6 0,2-3 0,0-1-117,1-3 0,0-1 1,4-5 63,-1-2 0,-1-3 0,0-7 0,-3-4-38,-1-4 1,3 0 0,-4-4-1,0 2 396,1 2 0,-2 1 0,4 2 0,-2 1-18,-2 1 0,0 8 269,1-2 1,-2 8-1,2 3 136,-1 8 0,-2 0 0,0 5 0,0-1-207,0-1 0,3 2 0,1-2 0,0 0-140,0 0 1,1-1-1,-3-2 1,2 1-184,1-1 0,2 1 22,2-1 0,-3-4 1,1-1-244,0-3 0,-2-1 1,1-1-1,-1-3-271,0-2 0,-2-2 1,4-2 259,0 1 0,-3-1 1,1 1 148,-1-1 0,-2 4 0,4 0 319,2 2 0,-3 0 1,1 2 214,2-1 1,0 0 0,2 3 0,-1-1 97,1-3 1,-1 2 0,1-4 0,-1 0-172,1 0 1,-2-2 0,-1 2 0,-1-3-118,-2 0 0,-1-1 1,-3 1-1,-1-1-152,-2 1 1,-2 2 0,-5 2 0,0 1 72,-3 2 1,1 6 0,-3 5 0,2 7 281,1 5 0,3 4 0,1 3 1,3 1 82,1-1 0,1 1 0,3-2 0,1-2-648,2-2 0,6-8 1,7-3-799,2-5 1,5-8 0,4-9 0,3-9 975,5-9 0,6-9 0,3-6 0</inkml:trace>
  <inkml:trace contextRef="#ctx0" brushRef="#br0" timeOffset="3650">2889 162 7840,'5'-5'231,"0"4"0,-5 1 0,0 7 1,0 1-296,0 2 0,0 2 0,0 2 0,0 1 131,0 2 0,1 1 0,1 1 0,1 0-13,-1 0 1,-1-1 0,-1-2 0,0-1-61,0-1 0,0-1 0,1-5 0,1-1-2,2 0 0,0-5 0,-1 0-23,3-4 0,0 0 1,0-5-1,1 0 10,2-1 1,-3-2-1,0 2 1,2 0 12,0 2 0,2 0 0,-1-3 0,1 2 4,-1 0 1,1 4-1,-1-2 1,1 1 33,-1 2 1,2-3-1,0 2 1,3 0 70,1-1 0,-2 2 0,1-5 1,1 0 40,0-1 0,-4-2 0,2 1 0,-2-1-31,-2 1 1,-3 2 0,-3 1-1,-2-1 59,-1-2 1,-1 4 29,-2 2 1,-4 2-1,-4 2-22,-2 2 0,0 2 0,5 5 0,0 0-100,2 3 1,4 1-1,-1 2 1,2 0-184,1 1 0,1 1 0,2 1 0,3-1 0,3-1-574,0-1 0,1-8 1,0 2 228,3-2 0,1-4 0,3 0 0,-3-5 0,1-6 450,0-5 0,0-6 0,1-4 0,-4 0 0,3-4 0,0 2 0</inkml:trace>
  <inkml:trace contextRef="#ctx0" brushRef="#br0" timeOffset="3980">3355 200 7899,'0'9'321,"0"-3"0,0 1 1,0 0-20,0 2 0,0 1 0,0 2 0,0 0-160,0 0-77,0-1 1,1-2 0,1 1 0,2-2 0,1-1-1,3-1 14,0-2 0,2-1 0,-1-4 0,1-2-338,-1-3 1,1-4 0,-1-3-1,1-2 134,-1-3 1,-2 2 0,-2 1 0,-1 1 225,-2 3 0,2 0 1,0 2 4,-2-1 0,0 6 0,0 4 50,1 5 1,1 8 0,-2 3 0,3 2-77,0 1 0,1 0 0,4 0 1,-1 1-75,1 2 1,2-5 0,1 1 0,0-4 8,1-2 0,-4-6 1,3-2-1,-3-3-51,0-1 1,-1-5-1,0-2 1,-3-5-258,-3-3 0,1-4 1,0-3-1,-2-1-288,-1-1 0,-1 2 1,0-3-1,0 2 581,0 2 0,4 1 0,1 1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38.442"/>
    </inkml:context>
    <inkml:brush xml:id="br0">
      <inkml:brushProperty name="width" value="0.06" units="cm"/>
      <inkml:brushProperty name="height" value="0.06" units="cm"/>
    </inkml:brush>
  </inkml:definitions>
  <inkml:trace contextRef="#ctx0" brushRef="#br0">63 119 7899,'0'-13'0,"0"0"7,0 2 0,0 0 0,0 2 0,0-1-18,0 1 1,0-1-1,0 1 728,0-1-420,0 1 1,0 4-222,0 5 1,0 9 0,0 7 0,0 3 3,0 3 1,-3-1 0,-1 4 0,-1 2-105,1 0 0,-2 2 0,2-1 1,-1 1-35,1-1 0,-3-4 0,2-1-8,-1-3 1,2-2 0,3-3 1,-2-2 1,3-8-1,-1-5 1,4-6-61,2-6 0,2-3 0,3-7 0,3 0 37,3 1 0,-2 1 0,2 3 0,1 4 65,1 3 0,-2 6 0,0-1 1,0 1 29,-2 5 1,0 5-1,-4 6 41,-1 4 1,0 2-1,-3 2 1,-3 1 0,-3 3 310,-3 0 0,-2-3 0,-6 1 1,-1-2-226,0-1 0,-2-3 0,1-1 0,-1-3-243,-1-3 0,0-1 0,3-5 0,0 0-79,0-2 0,5-2 1,0-3-320,0-2 0,3-2 0,1-2 0,2 1 506,1-1 0,0-4 0,0 0 0</inkml:trace>
  <inkml:trace contextRef="#ctx0" brushRef="#br0" timeOffset="322">291 328 7899,'10'0'0,"0"-1"95,3-3 0,-3 2 0,3-4 0,-1-1 190,0-2 1,0-5 0,2 0 0,-2-2-52,0 0 1,-4 0-1,4-3 1,-4 0-257,-1 0 0,-5 3 0,1 1 0,-2 2-24,-1 1 1,-1 5 0,-2 1 0,-3 2 88,-3 2 0,-4 5 1,0 4-1,-2 2-42,-2 4 1,3 2 0,2 4 0,0 1 75,-1 2 0,3-1 0,-3 3 0,4 1-84,2-1 0,2-2 1,3 2-1,-1 1-220,1-1 0,5-6 1,3 0-1,4-4-247,2-2 0,3-6 0,4-2 0,1-4 109,2-4 0,-1-2 0,4-7 0,-1-3 365,0-6 0,-7 2 0,10-11 0,-7 1 0</inkml:trace>
  <inkml:trace contextRef="#ctx0" brushRef="#br0" timeOffset="805">709 166 7568,'3'-16'-155,"1"0"1,2 8-1,-3-2 520,-1 2 0,-2 4 0,-2 2 277,-1 4 0,-3 3 1,1 6-1,0 2-459,-2 6 0,1 1-1,1 6 1,0 1-85,0 4 1,1 3 0,-1 4 0,1 0-50,2 0 1,1-4-1,0 0 1,-2-1-1048,0-2 1,0-3 0,3-4 258,0-5 1,0-9 352,0-10 1,-4-5 0,-2-8 0,-4-3 385,-3-2 0,3-1 0,-3 0 0,3 0 89,0 0 0,1 0 0,0 1 1,2 2 438,0 4 0,5 1 0,-1 2-171,2-1 0,2 5 0,2 2 0,5 2-192,3 1 0,1 0 0,4 0 0,1 1-71,1 2 0,-1-2 1,-1 2-1,2-2-756,-1-1 0,0 0 0,1 0 1,-1-1 328,-1-2 1,-5-1 0,2-4 0,-2 3-103,-2 1 566,-4 1 0,-1 5 0,-8 3 0,-1 6 157,0 2 0,-2 0 0,2 3 0,1 1 367,0 1 0,1-3 0,3 0 0,0-1-338,0-2 1,4-2 0,2-1-236,3-3 1,0-2-1,1-5 1,0-2-184,3-3 0,-3-7 0,3-4 0,-3-3 0,-3-3-117,-1-2 1,-4 3 0,2-1 0,-3 2 5,-1 3 1,-1 5 0,-3 2 0,-2 3-217,-2 5 0,-2 2 0,1 1 1,-1 1 52,1 2 0,-1 3 0,2 3 0,1 1 375,4-1 0,2-3 0,1 1 0,-4-1 0,-1 4 0</inkml:trace>
  <inkml:trace contextRef="#ctx0" brushRef="#br0" timeOffset="1097">890 394 7899,'1'10'0,"1"-1"497,1 1 1,0-1 0,-3 1 79,0-1 0,1 1 0,1-1-389,2 1 0,0-1 0,-2 1 0,1-1 78,-1 1 1,0-4 0,0 0-157,2 2-296,-1-4 1,-2-1-1,1-7 1,1-5 150,-1-2 1,2-7 0,1 0 0,-1-3-73,0 0 0,3-3 0,0 2 1,1 1-8,2 1 1,-4 1 0,0 1 0,2 2-643,0 4 0,2 1 1,-1 3-1,0 0 282,-3 2 1,-1 5 0,-3 1-1,2 5 474,-2 4 0,-1 4 0,-1 2 0</inkml:trace>
  <inkml:trace contextRef="#ctx0" brushRef="#br0" timeOffset="1357">1070 385 7899,'7'3'-1,"-2"1"0,0 1 138,0 3 0,-1-3 0,2 0 0,1-1 213,2-1 1,-3-2-1,0-1 1,2 0-89,0 0 0,2-5 1,-1-1-1,1-3-71,-1-4 0,1 1 1,-2-4-1,-1 1-104,-4 0 1,1-2 0,-1 4 0,-1 2-36,-1 0 1,-4 2 0,-1 0 0,-1 3 109,-3 3 1,0 2 0,-2 2 0,1 3 53,-1 5 1,1 6 0,-1 6 0,2 4-38,1 2 0,0-1 0,4 6 1,1-1-112,1 0 1,1-5 0,1-1 0,2-4-784,3-2 0,3-4 0,0-3 0,2-5-479,1-4 1,0-2 0,3-1 1193,-1 0 0,-2-4 0,-2-1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48.944"/>
    </inkml:context>
    <inkml:brush xml:id="br0">
      <inkml:brushProperty name="width" value="0.06" units="cm"/>
      <inkml:brushProperty name="height" value="0.06" units="cm"/>
    </inkml:brush>
  </inkml:definitions>
  <inkml:trace contextRef="#ctx0" brushRef="#br0">128 0 7870,'-13'0'69,"1"0"0,-3 0 68,1 0 0,-1 1 1,2 3-1,1 2 0,3 3 231,2 4 0,3 2 0,4 5 0,1 3-147,2 6 1,7 0 0,6 6 0,2 1-289,1 1 1,1-6-1,1-4 1,0-3 1,-3-3 1,-2-2-1,-6-3 147,0-3 1,0 1 0,-6-2 0,-3-1 103,-3-4 0,-7 1 0,-5-4 0,0 0-119,-3 0 0,-1 0 0,-1-1 0,0 0-265,0-1 0,1-1 1,2-1-361,3 0 0,3 0 1,0 0-99,1 0 0,5-4 1,5-3-1,7-2 656,7-4 0,-1 3 0,8-8 0,-2 3 0</inkml:trace>
  <inkml:trace contextRef="#ctx0" brushRef="#br0" timeOffset="327">280 200 7870,'6'4'404,"-3"3"0,-2 5 225,-1 4 1,0 3 0,0 2 0,0 2-408,0 2 0,1-4 0,1 0 0,2-4-326,1-5 0,2-5 23,2-4 1,0-7 0,-3-6-1,-3-5-70,-2-3 0,-1 3 0,0 0 0,-1 0 64,-2 0 0,1 5 1,-4-1-1,-2 4 77,0-1 1,-2 3-1,1 0-929,-1 1-21,5 0 1,3 4 0,7 0 959,5 0 0,5 5 0,0-4 0,4 3 0</inkml:trace>
  <inkml:trace contextRef="#ctx0" brushRef="#br0" timeOffset="609">584 57 8098,'-4'-6'0,"-2"1"443,-3 1 0,0 0 0,-1 4 1,1 0-93,-1 0 0,1 2 0,-1 4 0,1 4 259,-1 4 1,5 3 0,2 5-1,2 4-469,1 5 1,0 3-1,2 3 1,3 0-141,5 1 0,1-10 0,0 4 0,0-5-610,2-2 1,0-5 0,-5-5 0,0-2-909,-2-1 1,-3-6 0,1-3 1516,-3-2 0,-3-9 0,-7-3 0</inkml:trace>
  <inkml:trace contextRef="#ctx0" brushRef="#br0" timeOffset="700">480 380 8048,'-3'-6'341,"-1"0"0,0-1 1,2-2-1,-1-1-258,1 1 1,2 3 0,3-1 0,3 0-77,3-2 1,0 0 0,2-1-1,2 1-636,2-1 1,0 3-1,1 0 1,2-3-684,3 0 1312,-5 1 0,6-9 0,-7 3 0</inkml:trace>
  <inkml:trace contextRef="#ctx0" brushRef="#br0" timeOffset="1128">727 48 7769,'0'9'0,"0"2"201,0 2 1,0-2 0,0 5 0,0 2 377,0 3 1,0 3 0,0 5 0,0 0-580,0 3 0,0-4 1,0 1-1,1 0-975,2-3 0,-2-6 1,2 0 974,-2-2 0,-5 2 0,-1-5 0</inkml:trace>
  <inkml:trace contextRef="#ctx0" brushRef="#br0" timeOffset="1460">641 380 8032,'0'-13'329,"0"-3"1,0 5-1,0 2 1,0 0-154,0 1 1,1 2 0,1-1 0,3 1 29,0 1 0,1-3 0,4 4 0,0 0-346,3 0 0,-1-3 0,2 4 1,1 0-734,0-1 1,-2 2-1,1-4 1,0 2 872,-2 2 0,2 0 0,-2 0 0,0-1 0,-5-1 0,0 4 267,-5-4 1,1 4 226,-6 0 1,2 4-1,-3 7 1,3 1-35,1 0 1,0 4 0,0-2 0,0 0-279,0-1 0,1 4 0,2-2 0,1 0-7,1-3 1,1-1 0,3-2-1,-2 1-275,0-1 0,-1-3 1,3-3-1,1-2-215,-1-1 0,-2-1 0,-1-3 0,0-6 36,0-5 1,1-3 0,-3-1 0,0-1 97,1-2 0,-2 5 0,-2-1 1,1 4 249,1 2 0,1 6 136,0 2 0,-2 9 1,3 3-1,0 5-92,1 2 0,-1-3 1,2 3-1,-1-1 232,-2-3 1,3 0 0,-1-2-116,3 1 1,0-5-1,1-2-259,-1-2 1,-2-2 0,-2-3-1,0-4-312,1-4 1,-3-6 0,2 0 0,0-3-155,1 0 1,-4 1-1,2 1 1,0 0 54,2 0 1,0 4 0,-1 2 0,0 4-63,1 3 0,-3 0 502,3 3 0,-4 3 51,1 0 0,-2 1 0,-2 4 342,-2 0 1,1 2-1,-3-1 4,1 3 1,-1-2 0,3 2 0,-1 1 256,1 1 1,1 0 0,1 1-1,0 1-530,0-2 0,0 3 0,0-1 0,1-2-211,2 0 1,1-5 0,4 0 0,-2-2 4,1-2 0,2-2 0,-1-3 0,0-5-211,-2-3 0,-1-3 1,3-3-1,-3 2 186,-1 2 0,-1 0 1,-3 3-1,1 2 560,3 2 0,-2 1-412,4 5 1,-4 5 0,1 2 0,-1 4-159,2 1 0,-3 1 0,3-3 0,-1 2-717,0 1 0,1-4 0,-1-2 834,0 0 0,4-3 0,-2 5 0,5-4 0</inkml:trace>
  <inkml:trace contextRef="#ctx0" brushRef="#br0" timeOffset="1894">1344 238 7698,'6'9'-144,"-2"-2"1,-4-1 0,1 3 765,2 2 0,-2 0 0,2 1 1,-2 0-273,-1 1 0,0-3 0,0 3 1,0-3-201,0 0 0,0-1 0,0 1-239,0-1 1,1-3 25,3-3 1,-3-6 0,2-4 0,-2-2-143,-1-4 1,1 2-1,1-5 1,1-1-334,-1-1 0,1 2 0,-1 1 0,1 1-97,-1-1 1,2 3 0,0-1 634,2 3 0,-3 5 0,3 1 0,2 3 0,0 1 0,1 0 0,1 1 0,-1 3 0,1 2 0,-1 1 0,1 1 0,-1-2 179,1 1 0,-1 1 1,1-1-1,1-1 566,1-2 1,-1-1 0,1-3 0,-1 0-309,-2 0 0,-2 0 0,-2-1 0,0-2-287,1-4 0,-4-1 1,1-3-1,-2-1-124,-1-4 1,-4 1 0,-3 0 16,-1 2 1,-2 1-1,1 6 1,-1 2-1,1 3-4,-1 1 1,1 9-1,-1 3 1,2 5 20,2 2 1,-2 4-1,5-1 1,1 0-312,1 1 1,1 0-1,0 3 1,0-4-787,0-2 1,4-2-1,3-2 1037,1-4 0,1-1 0,1-2 0</inkml:trace>
  <inkml:trace contextRef="#ctx0" brushRef="#br0" timeOffset="2187">1705 380 7870,'7'0'-1518,"-1"0"1518,-4 0 0,7 0 0,-4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47.008"/>
    </inkml:context>
    <inkml:brush xml:id="br0">
      <inkml:brushProperty name="width" value="0.06" units="cm"/>
      <inkml:brushProperty name="height" value="0.06" units="cm"/>
    </inkml:brush>
  </inkml:definitions>
  <inkml:trace contextRef="#ctx0" brushRef="#br0">105 18 7899,'-10'-6'96,"1"1"1,-1 0 114,1 3 1,0 2 0,3 5 0,2 4-47,-1 6 0,4 4 0,-2 2 0,2 3 254,1 4 0,4-5 1,3 5-1,1-1-236,2-3 0,-1 2 1,1-3-1,-1-1-64,1 1 1,-5-6 0,-2 2 0,-2 0-91,-1 2 0,0-3 0,-1 2-109,-2-2 1,0 2 0,-6-5 0,-1 0 0,-1-3-443,1-1 0,-1-6 0,0-2-1180,-2-2 1,1-2 1701,6-2 0,-3-6 0,4-6 0</inkml:trace>
  <inkml:trace contextRef="#ctx0" brushRef="#br0" timeOffset="564">219 313 7899,'20'-7'168,"2"1"0,-5 2 1,2-5-1,-1-1 178,0-1 1,-3 1 0,-4 0 0,-3 0-55,-5-3 0,-2 2 0,-1-1 0,-1 1-161,-2 2 1,-3 2 0,-3 1 0,-1 0-54,1 0 1,-4-1 0,-1 4 0,1 2 80,-1 3 0,0 3 0,4 6 0,-1 3-119,3 5 0,0 0 1,0 4-1,1-1-79,4 0 0,2 1 0,1-2 0,0 2-196,0-2 0,4-1 0,3-2 0,2-1-524,4-2 1,3-6-1,5-1 1,2-3 200,1-6 0,-1-6 1,0-8-1,-2-5 558,-3-3 0,-2-2 0,0-3 0,-5 3 0,-3 3 0,-3 2 0,-3 1 0,1 1 0,-1 2 0,-2 2 0,-3 6 0,-3 0 313,-3 2 1,3 4-1,0-1 1,-2 3 247,0 3 0,2 2 1,2 5-1,1 0-194,0 3 1,0-1 0,3 3 0,0 2-199,0 1 0,0 1 1,1-1-1,1 0-246,1 1 1,3-5 0,-1 5 0,-1-2-135,0-2 0,3-3 1,0-5-78,1-4 0,-1-3 1,-2-4 77,-1-6 1,3-8 0,0-8 0,0-4 0,1-3 47,-2 0 1,0 5-1,3 1 1,-2 2 259,-1 4 1,-2 5 0,2 5 153,1 3 1,-2 8 0,-1 8-1,-1 3-1,0 5 0,0 3 1,-3 2-200,0 2 0,3 2 0,1-3 0,-2-1-317,-1-1 1,2-2-1,0-2 1,0-4-418,1-5 1,1-4-1,1-6 1,-2-5 681,0-7 0,-1-2 0,2-8 0,-1-2 0,3 0 0,-1-2 0</inkml:trace>
  <inkml:trace contextRef="#ctx0" brushRef="#br0" timeOffset="863">675 85 8004,'0'-10'517,"3"6"0,0 4-212,-1 5 0,2 8 0,1 3 0,0 3 3,2 3 1,2 1 0,0 4-1,1-2-147,-1 1 0,1-2 1,-1-2-1,1-3-231,-1-3 1,-2 0-183,-1-3 1,-5-1 0,-1-6 0,-5-3-73,-4-2 1,-4 0-1,-2 1 1,-1 3 334,0 0 0,5-2 1,-2 3-1,2 3 105,2 3 1,0-1-1,3 5 1,3 0 133,2-1 1,1 1 0,1-3 0,2-1-68,3-2 0,3-1 1,1-3-1,2-3-420,1-2 0,0-2 1,-1-2-1,2-3-98,0-3 0,-1-4 0,2-3 1,0-2-175,-1-1 0,-1 0 0,2 1 0,-1 1-7,-3 1 0,3 1 0,0-2 516,0 2 0,2-1 0,3-3 0</inkml:trace>
  <inkml:trace contextRef="#ctx0" brushRef="#br0" timeOffset="1115">1197 199 8285,'0'9'743,"0"1"-477,0-1 1,0 2 0,0 1 0,0 5-391,0 4 1,5 2-1,0 3 1,1 3-364,1 0 0,-4-4 1,2 5-1,-1-3 105,-2-3 1,-1-4 381,-1-4 0,-8-3 0,-3-3 0</inkml:trace>
  <inkml:trace contextRef="#ctx0" brushRef="#br0" timeOffset="1413">1188 389 8456,'0'-7'-199,"0"1"0,1 4 1,1-2-1,2 1-81,2-1 0,-3 0 1,4 2-1,3-1 119,1 1 0,3-3 1,-2-2-1,1-1 161,2-2 0,-2 4 0,1 0 0,0-2 10,-2 0 0,-2 1 0,0 2 0,-1 1 285,1 2 0,-5 3 1,-1 4-1,0 7 451,-1 5 1,1 1 0,-2 7 0,1 1-303,-1 2 1,4 0-1,0-1 1,2-3-185,2-2 1,-1-10 0,2 1 0,1-3-223,0-6 1,1-7 0,-4-6 0,1-7-368,-1-5 0,-3-4 1,-3-3-1,-2-1-47,-1 1 1,-2 4 0,-3 1 0,-5 3 105,-1 1 1,-3 8-1,-1 2 1,-1 3-86,0 1 0,0 2 1,-2 1-1,2 4-10,0 5 1,3 1 0,-3 2 0,0 0 364,2 3 0,-4 2 0,3 4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45.973"/>
    </inkml:context>
    <inkml:brush xml:id="br0">
      <inkml:brushProperty name="width" value="0.06" units="cm"/>
      <inkml:brushProperty name="height" value="0.06" units="cm"/>
    </inkml:brush>
  </inkml:definitions>
  <inkml:trace contextRef="#ctx0" brushRef="#br0">152 161 7899,'0'-9'95,"0"2"149,0 1 1,-1 1 0,-2-3 0,-3 3 146,-3 1 1,2-3-1,-1 4-146,-3 1 1,-1 1-1,3 1 1,-2 1 0,0 3 16,-2 6 1,0 4 0,5 6 0,0 2-178,2 3 0,1 3 0,-1 0 0,2 1-112,3-1 1,2 0-1,3-3-128,2-3 0,2-6 0,3-3 0,0-4 0,3-3-28,1-2 0,-2-12 0,1-4 1,1-6-162,0-5 0,-2-2 1,1-6-1,0-1 316,-2-2 1,-2 7 0,-1-1 511,-3 4 0,-2 12-238,-4 12 1,0 5-1,0 11 1,0 2-233,0 3 1,0-1 0,0 3-303,0-3 1,0-2 0,0-2 0,0-1 0,0-1-896,0-2 1,4-5 0,0-2 1182,1 0 0,-3-7 0,2-3 0</inkml:trace>
  <inkml:trace contextRef="#ctx0" brushRef="#br0" timeOffset="582">323 152 6785,'0'9'227,"0"1"0,0 0 0,0 2 1,0 0 1518,0 0-1542,0 3 1,0 0-1,0 4 1,0 1 0,0 2-1,0 2 1,0 2 160,0-1 1,0-6 0,0 1 0,1-2-330,3-4 0,-2-4 1,4-4-259,1-2 0,-1-13 1,0-7-1,1-8 4,2-7 0,0 1 0,1-5 0,-1-1-176,1-1 0,3 3 0,-1 4 0,1 4 494,1 7 0,-7 6 0,3 6 1,-2 6 180,0 7 1,-1 9-1,-2 13 1,-1 4-50,-2 1 0,-1-1 1,-1 1-1,0-3-244,0-2 0,0-6 0,0 0 1,0-3-578,0-3 0,5-8 0,1-9-63,2-7 1,-1-7 0,-1-6 0,1-3 261,2-4 1,0 1-1,1-8 390,-1-1 0,0 0 0,-1-1 0,0 2 0,0 1 0,0 1 0,-1 9 0,1-1 0,0 8 291,-2 8 1,-3 5 0,4 8 265,0 5 1,-2 6 0,1 6 0,-1 3 25,0 0 0,1 1 0,3 3 1,-2-2-316,0-1 1,-4-6-1,2 2 1,-1 1-27,-2-2 1,-1-7 0,-2-1-351,-2 0 1,-2-1-1,-6-2 1,0-3-99,-2-3 0,-4-1 0,2 0 1,0 2 125,-1-2 1,4 0 0,-1 1 0,3 3 215,0 3 0,4 1 0,1 2 0,1 2 88,1 0 0,3-1 0,3 2 0,2-1-70,3-3 1,1-1 0,6-4-1,-1-4-559,1-4 0,1-4 0,2-8 0,-1-4-466,-1-3 1,-4-6 0,3 3 0,-2 0-446,-5 2 1316,-3 6 0,-5 2 0,0 5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6:53.405"/>
    </inkml:context>
    <inkml:brush xml:id="br0">
      <inkml:brushProperty name="width" value="0.06" units="cm"/>
      <inkml:brushProperty name="height" value="0.06" units="cm"/>
    </inkml:brush>
  </inkml:definitions>
  <inkml:trace contextRef="#ctx0" brushRef="#br0">0 152 7793,'10'-5'447,"-1"1"-280,1 8 0,-5 2 0,-1 7 0,0 1-34,3 1 1,-2 3 0,0-2 0,0 2-101,1 1 1,0 0 0,4 0 0,-1 0-3,1 0 1,-1-4 0,1-3-147,-1-1 0,1-6 0,-2-3 129,-2-4 0,3-4 1,-4-8-1,1-4 1,1-4 7,0-2 0,-2-2 0,1-2 1,-1-1-145,0 1 1,-2 3 0,3 0 0,-2 2-314,-2 2 0,-1 5 0,0 4 0,1 4 68,1 2 0,1 5 0,-4 1 367,0 5 0,4 8 0,1 1 0</inkml:trace>
  <inkml:trace contextRef="#ctx0" brushRef="#br0" timeOffset="532">333 209 7793,'13'4'-254,"-2"-2"1,2 4-1,-3-2 432,0-2-37,-5-1 1,3-1 0,-2-1 0,0-2 0,-1-4 0,-1-1 0,-1-2 66,-2 1 1,-1-2-1,-1 0 1,-2-3-136,0-1 1,-4-1-1,-1-2 1,-2 3-28,-3 2 0,1 3 1,2 4-1,1 3 47,-1 2 1,1 2-1,-1 3 1,1 6-2,-1 4 1,5 5 0,2 4-1,2 2-16,1 2 1,0 0 0,0-1 0,0 2-2,0-2 1,4-3 0,1 0-1,1-1-727,1-4 0,-1-6 1,4 0-1,-1-5 153,1-4 0,-1-3 0,0-4 0,-2-5 499,-1-6 0,1-3 0,1-1 0,-1 0 0,0 0 0,-4 0 0,2 0 0,0 0-27,1 0 1,-4 3 0,2 2 377,0 4 0,-2 3 1,4 12 154,-2 4 0,-1 5 1,-2 5-1,1 1-126,1 2 0,2-4 1,-3 2-1,1 0-166,-1 0 1,2-5 0,0 3-1,1-3-293,-1-4 0,0-1-120,-1-4 1,-1-2 0,4-5 0,-2-2-1,-1-5 37,1-7 0,-3-2 0,3-7 0,-2 0 42,1-1 1,-2 0 0,3-3 72,0 3 1,-3 3 0,4 6 0,-1 5 183,2 3 0,3 6 0,-1 7-111,-2 5 0,3 6 1,-3 1-1,2 3 1,-1 2-288,-1-1 1,1-1 0,2-2-1,0-1-104,-3-1 0,2-8 1,-1 0-150,1-2 1,1-8 0,-3-8 513,-3-5 0,2-7 0,1-2 0</inkml:trace>
  <inkml:trace contextRef="#ctx0" brushRef="#br0" timeOffset="1285">694 9 7793,'6'-3'437,"0"0"0,-3 1 0,4 5-210,0 3 1,-2 7 0,2 3 0,0 2-69,2 1 0,0 0 0,0 0 0,-2 0 9,-1 0 0,0-4 0,0-3 1,-2-1-361,0-2 1,-4 1 0,0-2 3,-5-1 1,-3-3 0,-2-4-1,0 1 174,-3 2 1,1-1-1,-2 4 1,0-1 66,2 0 0,3 1 1,1 4-1,3 0 33,1 3 0,1-2 1,3 1-1,0 0-85,0 1 1,1-6-1,1 3 1,2-3-359,1-2 0,5-1 0,2-4 0,1 0-205,1 0 0,0-1 0,2-2 0,0-3 562,1-3 0,-2 0 0,0-2 0,0 0 0,-1-2 0,-4-1 0,0 3 0,0-2-45,-3 1 1,-2 3 0,0 2 236,-1 0 0,-1 6 0,-3 2 329,0 8 0,0 0 0,0 5 1,0-1-145,0-1 0,0 1 0,1-4 0,1 1-90,2-1 0,-1-2 0,-2-2-323,2-1 1,-2-2-1,2-5 1,-2-4-128,-1-5 1,0 1-1,-1-5 1,-1 0-61,-1 1 0,-3-2 0,1 5 1,1 0-765,0 1 0,-2 2 403,2-1 1,1 4 65,3 0 1,1 4 517,2-2 0,3 3 0,3 1 0,1 0 41,-1 0 1,1 0-1,-1 0 1,1 0 252,-1 0 0,1 0 0,-1 0 0,0 1 278,-3 3 0,1-2 0,-2 4 0,-1 3 18,0 2 1,-1 1-1,-3 3 1,1-1-282,2 1 0,-2 0 0,3 2 0,-3-2-120,-1-2 1,0 0-1,0-4 80,0 1 0,0-7-641,0-6 0,0-3 0,0-9 0,0 0-116,0 0 1,0-1-1,0-3 1,0 0-33,0 0 0,0 4 0,1 1 0,2 2-115,3 4 0,0 4 0,0-2 1,1 2 634,2 2 0,0 1 0,1 2 0,0 2-42,3 3 0,-3-1 0,3-1 0,-1-1 42,0 0 0,-1 4 0,2-4 0,-3-1 1158,0-1 1,-4 0-1363,0 2 204,-4-2 0,3 8 0,-5-4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29:37.997"/>
    </inkml:context>
    <inkml:brush xml:id="br0">
      <inkml:brushProperty name="width" value="0.06" units="cm"/>
      <inkml:brushProperty name="height" value="0.06" units="cm"/>
    </inkml:brush>
  </inkml:definitions>
  <inkml:trace contextRef="#ctx0" brushRef="#br0">51 52 8022,'-2'-4'1274,"-1"0"-1140,0 1 0,1 4 0,0 4 0,1 4 243,1 4 1,0 3 0,0 5 0,0 4-153,0 4 0,0 4 1,0 6-1,1 3-13,1 1 1,-1-5-1,1-2 1,-1-3-247,-1-4 1,0-6 0,-1 0 0,0-5-1177,-2-5 1,1-6 0,2-4-1,-2-2 1210,0-4 0,-3-8 0,1-2 0</inkml:trace>
  <inkml:trace contextRef="#ctx0" brushRef="#br0" timeOffset="182">6 123 8719,'0'-7'311,"0"3"0,1 0 0,2 1-198,3-1 1,3 0 0,4-2 0,2-2 78,2 0 0,0 0 1,4-2-1,0 0-689,0 0 1,0 2 0,2 0-1,-2 1 497,-2 0 0,-3 4 0,-3 0 0</inkml:trace>
  <inkml:trace contextRef="#ctx0" brushRef="#br0" timeOffset="383">19 347 7853,'-6'4'152,"-1"1"1,4-4 367,3 1 1,7-2 0,5-2 0,3-2-184,1-2 0,1-1 0,3-1 1,-1-1-535,0-1 0,0 2 1,1 0-1,-1 0-61,0 2 0,-5 0 0,-2 2 258,-2 2 0,-1 7 0,-3 2 0</inkml:trace>
  <inkml:trace contextRef="#ctx0" brushRef="#br0" timeOffset="566">32 565 8030,'-10'11'328,"1"0"0,3-3 1,2 2 210,1-1 1,3-3 0,3-4-434,4-1 0,1-1 0,4-1 0,1-1-204,1-2 0,1-4 0,1-1 0,1-1-564,0-2 0,0-3 0,0-1 662,1 0 0,3-6 0,2 2 0</inkml:trace>
  <inkml:trace contextRef="#ctx0" brushRef="#br0" timeOffset="884">365 245 7817,'-12'11'0,"-1"1"0,0 2 307,0-1 0,2 1 1,1 1-1,1 0 471,1 2 1,1-2 0,1 1-1,2 0-497,2-2 0,2-3 0,2-1 0,2 0-380,2-3 1,3-2 0,1-1 0,2-2 41,1-3 0,-1-2 1,3-6-1,0-1-584,0-2 1,-3-4-1,3-1 1,-2-2 286,0 0 1,-3 2-1,-1 0 1,-2 2 411,-1 1 0,-2 1-67,1 5 0,-5 6 0,1 8 413,-2 4 0,-4 5 0,1 2 0,1 2-321,0 0 0,1 0 1,-1-2-1,2-3 1,0-2-831,1-1 1,3-6-1,1-1-874,2-3 1621,1-3 0,2-5 0,1-3 0</inkml:trace>
  <inkml:trace contextRef="#ctx0" brushRef="#br0" timeOffset="1065">583 135 7817,'-6'0'0,"0"0"193,-1 0 0,1 1 0,-1 1 0,0 3 321,-1 3 1,1 3 0,-1 4 0,2 3-279,2 5 1,0 1-1,0 6 1,2-1 52,1 0 0,1-4 0,1 0 0,1-2-424,2-3 1,3-7-1,0-3 1,2-4-493,-1-3 0,1-3 0,0-2 0,1-4-655,-1-2 1,0-4 1281,0-1 0,1-3 0,3-3 0</inkml:trace>
  <inkml:trace contextRef="#ctx0" brushRef="#br0" timeOffset="1317">635 187 8130,'-7'0'431,"3"0"0,1 1 0,0 3-94,1 2 0,2 5 0,0 0 1,0 4-72,0 2 1,0 2 0,0 1-1,0 1-61,2-1 0,0-4 0,1 1 1,0-3-286,-1-4 1,0-3-1,1-3 1,1-1-244,1-2 0,-2-3 1,2-3-1,0-3 73,0-2 1,1-3 0,-1 1 0,-1-1 87,1 0 0,1 2 1,0 2-1,1 2 142,-1 3 0,-1 3 0,-1 2 0,1 3 248,1 2 0,-2 7 0,-1 1 0,1 1-569,0 3 1,-3-1 0,1-2 340,-1-1 0,2 0 0,0-4 0</inkml:trace>
  <inkml:trace contextRef="#ctx0" brushRef="#br0" timeOffset="1949">1020 161 7055,'-4'4'448,"2"1"1,0 0 91,0 0 0,2 3 1,-2 2-385,1 3 0,-1 5 1,-1 1-1,0 4-76,0 2 1,0 2 0,1 0 0,-1-2 0,-1-2 10,2-3 0,-1-5 12,1-2 1,0-6-1,2-7-134,3-4 0,0-4 0,4-2 1,-1-1-1,1-4 72,2-3 1,-2 2 0,3-4 0,0 0-201,0 0 1,-1 3 0,1-3-1,0 1-333,0 1 0,-2 3 1,0 0-1,-1 3-480,0 2 0,-3 5 972,0 0 0,-2 10 0,1 2 0</inkml:trace>
  <inkml:trace contextRef="#ctx0" brushRef="#br0" timeOffset="2249">1186 322 7766,'7'-7'0,"-1"1"0,0 1 0,-1 2 253,-1 0 0,-2-3 0,3 1 0,0-4 161,0-1 0,2 2 0,-2-3 1,0-1-156,0 0 0,-2 2 1,2-1-1,-3 0-271,-2-2 1,0 3-1,0 2 1,0 1-57,0 0 0,0 3 1,-2 0-1,-3 2 79,-3 0 0,1 4 0,-3 3 0,2 3 12,-1 3 1,1 2 0,1 2 0,1 4 55,-1 2 0,1 3 0,0-2-55,-1-1 1,1 2 0,2-4 0,2 1-304,1 0 0,1-1 1,0-2-1,1-3 1,2-2-395,3-4 0,1-2 1,4-1-1,1-3 191,0-1 0,3-5 0,0-2 482,-1-4 0,5-5 0,1-2 0</inkml:trace>
  <inkml:trace contextRef="#ctx0" brushRef="#br0" timeOffset="2650">1417 174 7900,'1'-12'273,"1"1"0,-1 2-104,1 2 1,-4 4 0,-2 2 0,-2 2 0,-1 4 0,0 2 104,-1 2 0,1 4 0,-3 1 0,2 2 3,-1 4 0,1-2 0,1 3 0,2-2-140,0-1 1,2 1 0,3-5-1,0-1-293,0-2 0,3-6 1,2 0-1,1-4-32,3-1 0,-2-4 1,4-2-1,1-5-207,0-3 0,-2 1 0,0-2 1,0 1 135,-3 1 1,1 5 0,-2 3 488,0 1 1,-2 6 0,-2 4 0,-2 5 107,-2 6 0,-4 1 0,-3 4 0,-1 2-98,-1 1 1,-2-2 0,1 4-32,-1-3 1,0-1 0,0 1 0,0-2 0,0-1-200,1-3 0,0-1 0,1 0-189,2-4 0,2-1-47,1-4 0,2-3 1,3-5-1,3-3 141,4-3 0,1-1 1,4-2-1,1-1 87,0-3 0,3 1 0,0-1 7,-1 0 1,2 1 0,-2 0-1,1 2-307,1-2 1,-2 3 0,1 0 0,-2 1-1,-1 1-507,-1 1 0,0 4 0,-2 0 805,-1 1 0,-4 1 0,-1 0 0</inkml:trace>
  <inkml:trace contextRef="#ctx0" brushRef="#br0" timeOffset="2831">1590 354 7766,'-2'6'103,"-1"0"0,-2 1 0,1 0 491,-1 1 0,1 0 0,0 1 0,1-1-235,-1 1 0,3 0 1,-1-1-1,1 1-591,1 1 0,0-4-674,0 0 0,3-3 1,0-3 905,1-3 0,5-4 0,-2-6 0</inkml:trace>
  <inkml:trace contextRef="#ctx0" brushRef="#br0" timeOffset="2965">1629 277 8170,'0'-7'1008,"0"1"0,0 2-482,0-1-476,-3 4 1,0-1-1,-1 4-453,2 2 0,1 2 1,2 0-1,0 1-221,1-1 0,3-2 0,0 0 0,0-1 624,2-2 0,-1 0 0,1-1 0,-1 0 0,0 0 0,1 0 0</inkml:trace>
  <inkml:trace contextRef="#ctx0" brushRef="#br0" timeOffset="3181">1700 283 7766,'0'7'429,"0"2"1,-3-1-1,-1 4 1,0 3-19,0 3 1,2-1 0,0 3 0,1 2 25,1 0 0,1-4 0,1 0 1,2-3-294,2-3 0,3-6 0,1-2 1,1-3-108,0-3 1,-1-3 0,3-5-1,-2-4-221,0-2 0,-4-1 1,2-4-1,-3 0-438,-1 0 0,-2 1 0,-1 1 0,-1 2 164,-2 2 0,-1 5 1,-5 1-1,0 3-13,-2 1 1,2 3 0,-3 4 0,0 3 470,0 0 0,2 2 0,-1-1 0,3 1 0,2-1 0,-2 1 0,2-1 0</inkml:trace>
  <inkml:trace contextRef="#ctx0" brushRef="#br0" timeOffset="3448">1821 354 7766,'7'6'427,"-3"3"1,0 0-1,-2 1 24,0 1 1,-1 1 0,-1-1 0,0 0-233,0 3 1,0-3-1,0 1 1,0 0 345,0-2 1,-1-1-714,-1-2 1,1-5-1,0-4-50,2-6 0,3-5 0,2-3 0,0-2-83,1 1 0,1-1 0,1 0 0,0 2 124,0 3 1,-1 5 0,2 0 154,-1 3 0,1 3 1,-2 5-1,-2 3 0,1 5 138,-2 3 0,-1 3 1,0 4-388,-2 0 0,-1 3 0,-2-3 0,-1-1 0,-2-1-531,1-2 0,-3-6 0,1 0 782,-3-3 0,-2-2 0,-2 0 0</inkml:trace>
  <inkml:trace contextRef="#ctx0" brushRef="#br0" timeOffset="3901">834 738 7580,'-13'-6'0,"1"0"74,1 2 0,1-1 0,2 4 255,0 1 1,0 4 0,3 4-1,1 3-76,1 1 1,1 2-1,2 1 1,1 2-181,1 1 1,0 4-1,4 1 1,2 0-76,1-2 1,2-1 0,1-2 0,-1-2 14,0-3 1,0-8-1,1 0 1,-2-5 24,-1-5 1,-1-2 0,-1-8-145,-1-2 1,-1-3-1,-5-1 1,0-2 0,0 0 159,0 2 0,-3 3 1,-2 2-1,-2 0 25,-1 2 1,-4 3-1,2 3 1,0 3-221,-1 3 1,0 1-1,-1 2 1,1 1-396,0 3 1,5 0 0,1 2-440,1-1 0,2 3 975,2-1 0,3 1 0,0-3 0</inkml:trace>
  <inkml:trace contextRef="#ctx0" brushRef="#br0" timeOffset="4249">943 751 8102,'4'2'0,"-1"1"0,0 1 382,-1 1 1,1-2-1,-1 2 1,1 0-95,0 3 1,0 0 0,-2 2-1,2 0-122,1 0 1,-3 1 0,1 1 0,0 1-199,0 0 0,-1 0 0,3-1 1,-1-1-284,-2-3 1,0-3 0,0-1 91,1-1 1,-1-2 0,1-4 0,1-3 73,-1-4 0,2-3 1,-1-1-1,0-3 224,2-1 1,0 2-1,0-3 1,1 1 23,1 2 0,-1 0 1,2 4-1,0 1-19,-2 3 1,0 3 0,0 2 0,-1 2 91,-1 4 1,-2 6 0,2 3 0,-1 3-115,-2 4 1,0-3 0,-1 4 0,0 0-138,0 0 0,-1-1 1,0 1-1,-1-2-689,0-3 0,2-2 0,0-2 141,0-3 0,0-4 0,0-5 627,0-5 0,0-6 0,2-4 0,2-3 0</inkml:trace>
  <inkml:trace contextRef="#ctx0" brushRef="#br0" timeOffset="4411">1141 738 7766,'3'-3'116,"-2"-1"182,1 2 0,2 2 67,0 0 1,-1 4 0,0 4 0,-1 3-201,0 1 1,0 2-1,-1 0 1,0 2-455,1 0 0,1 1 1,-3 2-1,2 1-566,0-1 1,0-1 0,-2-1 854,0-2 0,0-1 0,0-1 0</inkml:trace>
  <inkml:trace contextRef="#ctx0" brushRef="#br0" timeOffset="4547">1212 854 7766,'6'0'218,"-2"-1"0,-1 0-198,0-1 1,0-1 0,4 3-479,-1-2 1,-1 1 0,2-2-515,2 0 972,-1 2 0,2-4 0,-4 1 0</inkml:trace>
  <inkml:trace contextRef="#ctx0" brushRef="#br0" timeOffset="4731">1360 777 7766,'-3'6'321,"1"-1"1,-1 1-1,-1 2 44,1 1 1,-1 3 0,-1 2 0,1 4-74,-1 3 1,1 2 0,1 2 0,0 1-53,1 0 1,2-3 0,0 0 0,0-1-511,0-1 1,0-3 0,0-3 0,0-1-546,3-4 0,0-3 0,3-3 7,1-2 1,-1-4 0,1-3 807,-1-3 0,1-2 0,-1-2 0</inkml:trace>
  <inkml:trace contextRef="#ctx0" brushRef="#br0" timeOffset="4964">1661 745 8206,'-4'1'985,"0"1"-842,1 2 0,1 2 0,1 1 1,0 1 7,-1 3 0,0 2 0,2 2 0,0 3-162,0 2 1,0 3 0,0 2 0,1-1-399,1 0 1,-1-6 0,3-2-43,-2-4 0,3-4 1,0-7 450,0-8 0,2-5 0,-1-7 0</inkml:trace>
  <inkml:trace contextRef="#ctx0" brushRef="#br0" timeOffset="5131">1744 706 8302,'-6'1'0,"0"1"285,-1 2 0,1 2 1,-1 1-1,0-1-166,-1 0 1,1 3 0,-3 0 0,2 1-156,-1 2 1,0 0-1,1 3 1,-1 0 6,-1 2 0,2-2 0,-1 0 0,2 0-1909,-2 0 1938,2 0 0,-5 4 0,2 0 0</inkml:trace>
  <inkml:trace contextRef="#ctx0" brushRef="#br0" timeOffset="5297">1552 1027 10065,'3'-4'486,"1"2"0,3 1 0,0 0 0,3-2-238,2-1 1,1 0 0,4-2-1,1 1-1185,0 1 0,1 0 0,0-2 0,-1 1-565,-1 1 1,-5 2 1501,1 0 0,-2-2 0,2 1 0</inkml:trace>
  <inkml:trace contextRef="#ctx0" brushRef="#br0" timeOffset="5650">1918 841 7754,'0'4'203,"0"1"192,0 0 0,0 0 0,0 2 0,0-1-270,0 1 1,0 2 0,-1 1 0,-1 1-172,0 2 1,-2-2 0,1 4 0,0-3 259,0-2 0,-1-2 1,2 1 433,1-2-464,-3-3 1,3-4 0,0-5 0,2-3-390,4-3 1,-2-3-1,1-1 1,1 0-274,1-1 1,1 3-1,1-2 1,1 2-85,-1 2 1,-1 0 0,-1 2 0,0 1 561,1 1 0,1 2 0,1 0 0,-1 1 0,-1 1 0,2-2 0,1 2 0</inkml:trace>
  <inkml:trace contextRef="#ctx0" brushRef="#br0" timeOffset="5897">2072 835 7754,'0'12'0,"0"-1"0,0 0 0,0 1 348,0 2 1,0 0-1,0 2 1,0-1-53,2-1 0,0-4 0,1 0 0,0-2-120,-1-1 0,1-4 0,1-1-235,2-4 0,-2-2 0,1-4 0,-1-2 43,0-2 1,1 3-1,-3-4 1,-1 1 15,0 0 0,-1 2 0,0 1 0,0 2-179,0 1 0,0 1 0,-1 2 0,-1-1-26,-2 1 1,0 1 0,0 0-71,-1 1 0,-1 1 0,0 1 0,2 1-72,-1 2 0,3 0 1,-1 0-188,0 1 1,1 0 533,4 0 0,2 0 0,2-1 0</inkml:trace>
  <inkml:trace contextRef="#ctx0" brushRef="#br0" timeOffset="6164">2219 854 7754,'0'9'278,"0"-1"0,0 2 1,0 0-60,0 0 0,0 1 0,0 1 1,0 1 48,0 0 1,1-2 0,1-1-18,2-1 0,0-3 1,0-2-1,1-1-396,1-2 1,-1-3 0,0-2 0,0-3-1,0-1 0,-2 0 0,-1-2 1,-2 0 46,0 0 0,0 2 1,0-2-1,-2 2-2,0 0 1,-3 4-1,1-2 1,-2 0-6,0 1 1,1 1 0,1 2-622,-1 1 1,-1-1 104,0 0 1,2 0 620,0 2 0,3-1 0,1-1 0,5-5 0,5-3 0</inkml:trace>
  <inkml:trace contextRef="#ctx0" brushRef="#br0" timeOffset="6325">2328 783 7754,'4'1'63,"-1"1"110,-1 2 1,-1 2 0,1 1 0,-1-1 5,-1 0 1,1 4 0,0 0-1,1 2-85,0 1 1,-2 1 0,0 1 0,0 2 67,0 1 0,0 0 0,-2-2 1,0 0-713,1-2 1,-2-3-1,0-1 1,-1-3 549,-1-1 0,0-1 0,-2 1 0</inkml:trace>
  <inkml:trace contextRef="#ctx0" brushRef="#br0" timeOffset="6469">2296 931 8043,'3'-4'685,"-2"1"0,1 1 1,1 0-464,2 1 1,-1-1 0,2 1 0,1-1-271,3 0 1,-2 2 0,3-1 0,0-1-243,1 0 0,-1 0 1,0 2-1,-1 0-324,0 0 0,0 2 0,-4 1 614,1 1 0,-1 0 0,0 2 0</inkml:trace>
  <inkml:trace contextRef="#ctx0" brushRef="#br0" timeOffset="6797">1879 1149 7879,'-4'-2'161,"0"0"1,1 0 0,0 1 0,-1-1-12,1 0 1,1 0 0,-2 3 0,1 1 46,2 2 0,-2 1 0,1 0 40,0 2 1,2 2 0,0-1 0,0 3 0,0 1-56,0 1 1,2 0 0,3 0-139,0 0 1,2-1 0,0 1 0,1 0 0,1-1-448,1-1 0,-1 0 1,1-2-1,0-1-405,0-1 0,-3-2 0,3 0 0,-2-1 808,1-1 0,-1 2 0,-1-2 0</inkml:trace>
  <inkml:trace contextRef="#ctx0" brushRef="#br0" timeOffset="7064">2007 1335 8063,'-3'0'657,"-2"-3"0,3-1 1,0-3-351,2-1 0,0-2 1,0-4-1,2-1-282,3-5 1,1 3-1,3-4 1,1 0-30,0 1 1,2 2 0,-2 3 0,0 1 48,-2 4 0,-1 3 1,0 3 20,-1 2 1,0 6-1,-2 3 1,-1 2-44,0 3 1,-2 1 0,1 1 0,-1 2-170,1 3 0,-1-3 0,1 4-175,-1-1 0,-1 2 1,0-3-1,0-1 1,-1 0-566,-1-1 1,1-3-1,-4-1-501,0-2 1387,0-5 0,-5-2 0,0-3 0</inkml:trace>
  <inkml:trace contextRef="#ctx0" brushRef="#br0" timeOffset="7213">2027 1271 7738,'-4'-4'-15,"2"-1"415,1 0 0,1 0 1,0-2 449,0 1 0,1-1 0,1 2 0,2 0-527,2 0 1,-1 3 0,1-2-715,4-1 0,-2 2 0,1 1 0,-2 1-1104,-1 1 1,1 0 0,1 1 1494,1 1 0,2 2 0,-1 2 0</inkml:trace>
  <inkml:trace contextRef="#ctx0" brushRef="#br0" timeOffset="7360">2193 1252 7754,'0'6'142,"0"-2"0,-2 1-204,0 0 0,-1-3 0,2 1-614,-1 0 1,-1-2 675,1 1 0,-2 1 0,-2 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2:01.550"/>
    </inkml:context>
    <inkml:brush xml:id="br0">
      <inkml:brushProperty name="width" value="0.06" units="cm"/>
      <inkml:brushProperty name="height" value="0.06" units="cm"/>
    </inkml:brush>
  </inkml:definitions>
  <inkml:trace contextRef="#ctx0" brushRef="#br0">167 44 7853,'-4'-7'3,"0"1"1,-1 2 0,-2 0-1,-1 0 99,0 1 1,-3-1 0,2 0 0,-1 2 579,-1 1 0,1 4 0,1 2 1,0 3-50,1 3 1,2 4 0,1 2 0,1 2-380,0 2 1,2 0-1,2 2 1,0 2-522,0 2 1,3-2 0,3 2 0,2-2-484,2-3 0,1-4 0,2-4 0,0-3-48,0-2 1,1-5 0,1-2 797,0-1 0,4-4 0,1 0 0</inkml:trace>
  <inkml:trace contextRef="#ctx0" brushRef="#br0" timeOffset="280">308 249 7853,'2'4'0,"1"0"327,1-1 1,0-1 0,3-2-1,-1-2-1,0-2 0,3-2 1,0-6-1,-1-2-142,1-2 0,-2-1 0,0-2 0,-3-1-237,-1-1 0,-1 1 0,-2-2 0,-1 3 77,-1 2 1,-4 3-1,-4 5 1,-2 2 166,0 3 0,0 4 1,-2 5-1,2 4 27,1 5 0,3 2 0,0 4 1,1 1-93,0 3 1,3 1 0,0 0 0,2 1-142,0 0 0,2-1 0,2-2 0,3-2-762,0-3 1,5-5 0,0-3-1,0-1-1873,1-4 2650,0-1 0,4-7 0,2 0 0</inkml:trace>
  <inkml:trace contextRef="#ctx0" brushRef="#br0" timeOffset="698">488 146 7853,'0'10'454,"-1"0"1,0 2 0,-1 1-123,0 0 1,2 2 0,0 0-1,-1 0 157,-1 1 0,1-2 1,-1 2-1,0 0-240,0-2 0,2 0 0,-3-2 1,1-1 217,-1-3 0,1-1-276,-1-3 0,3-4 0,-2-5 0,1-4-45,1-4 1,0-2-1,1-5 1,1-2-456,2-1 0,2-1 1,0 0-1,1-1-272,2 1 1,-2 4 0,1 0 0,0 1-194,-2 1 1,3 3-1,1 1 1,1 2 275,0 1 0,-1 3 0,3 0 0,0 0 237,0 2 0,0 2 0,-1 0 1,-1 1 229,0-1 1,-3 3 0,0-1 224,-1 4 0,-2 1 0,-2 4 1,0 2 209,-2 2 0,0 2 0,-1 3 0,0 2 768,0 2 1,0 0 0,0 2-1,0 2-1085,0 1 0,-1 0 1,-1 5-1,-2 0-643,-2 2 1,2-5-1,0-4 1,-1-3-507,-1-3 0,0-10 1,1 1 1061,1-3 0,-3-9 0,-3-3 0</inkml:trace>
  <inkml:trace contextRef="#ctx0" brushRef="#br0" timeOffset="901">616 236 8169,'1'-6'0,"0"-1"672,1 1 0,1 2 1,-1-1-1,3 0-202,0 0 0,3-2 0,0 1 0,3-1-579,1 1 0,1-1 0,2 0 0,1-1-675,3 0 1,-1 2-1,6-2 784,0 1 0,4-3 0,1 0 0</inkml:trace>
  <inkml:trace contextRef="#ctx0" brushRef="#br0" timeOffset="1364">1424 31 7736,'-8'-8'0,"-1"2"0,-2 1 346,-3 1 1,2 1 0,-3 3 0,0 0 198,0 0 1,1 5 0,-2 2 0,1 3-316,1 4 1,4 2-1,-2 3 1,2 1-177,2 1 1,4 0 0,2 4 0,2 0 111,2-1 1,2-2 0,5 0-869,2-2 0,3-3 0,1-6 0,2-3 0,1-3-95,3-3 1,0-3 0,2-3 0,-1-5 796,-2-2 0,0-5 0,-1-3 0,1-4 0</inkml:trace>
  <inkml:trace contextRef="#ctx0" brushRef="#br0" timeOffset="1630">1501 108 7736,'-9'0'462,"1"0"0,-2 0 0,0 0-19,-3 0 1,2 3 0,-4 2 0,2 3-237,0 2 1,2 0 0,1 1-1,2 0 114,2 1 1,2 1 0,4-1-1,2-1-481,2-2 1,1-4-1,6-2 1,2 0-185,1-2 1,4-3 0,-1-5 0,2-3-58,0-2 1,-2-2-1,0 0 1,-1-1 155,0 1 0,-3 1 0,-1 3 1,-2 1 491,-3 2 0,-2 5 342,-3 4 1,-4 4-1,-3 8 1,0 1-495,-2 2 0,1 2 1,0 2-1,1 1-37,1 1 1,3-6 0,-2 0 0,3-4-757,0-3 1,3-5 0,1-1-1,2-5-1818,3-6 2516,-2-5 0,8-7 0,-2-4 0</inkml:trace>
  <inkml:trace contextRef="#ctx0" brushRef="#br0" timeOffset="1880">1662 140 7890,'-2'6'984,"-1"1"0,1-1-259,-1 1 1,3 2 0,-3 2 0,1 1-499,0 3 0,-3 2 0,2 4 0,1 0-130,-1 0 0,0-5 0,2-3 88,-2-1 1,2-4 0,3-9-529,2-5 0,3-7 1,1-6-1,1-4-87,1-2 1,1 0 0,1 0 0,1 1 338,0 3 1,0 4 0,-1 3-1,0 5 250,1 5 0,-4 6 1,3 5-1,-2 6-30,-2 5 1,-1 5 0,-3 4 0,-2 2-289,-1 3 0,-1-4 1,0 2-1,-1-4-886,-1-5 0,-2-8 1045,-2 0 0,-3-5 0,-1 2 0</inkml:trace>
  <inkml:trace contextRef="#ctx0" brushRef="#br0" timeOffset="2514">20 679 7736,'-3'-7'609,"0"3"0,-2 0-476,1 2 0,2 0 1,0 4-1,1 3 157,1 3 0,0 4 1,0 4-1,0 3-83,0 1 1,3 1 0,-1-1 0,-1 3-80,0-1 1,-1-1 0,0 0 0,0-3-238,0-1 0,0-3 0,0-1-126,0-4 0,0-4 0,1-4 5,1-6 0,1-5 1,4-2-1,1-3 95,2-2 1,1 3 0,4-1 0,-1 2 205,1 2 0,-1 2 0,3 3 89,1-1 0,-3 4 1,-1 1-1,-4 2 1,0 2 272,-2 2 0,-4 5 0,-2 1-69,-1 2 1,-4 1 0,-2 0-1,-3 1 1,-3 0-118,-1 1 1,-1 0-1,-2-2 1,0-1-722,-2-2 1,3 2 0,-1-4-383,2 0 1,0-1 0,2-3-1,1-2 17,1-1 1,3-2 0,4-2 0,2-3 838,2-4 0,2 1 0,5-6 0,1 1 0</inkml:trace>
  <inkml:trace contextRef="#ctx0" brushRef="#br0" timeOffset="2746">154 897 7736,'20'-2'57,"-2"-1"1,0 1 263,-1 0 1,-2-2-133,2-2 0,-2-2 0,2 1 0,-2-3 0,-1 0 0,-1 0 140,-2 0 0,-2-2 0,-3 2 0,-2-1-118,-2 0 1,-2 3 0,-2-2-1,-3 0-120,-3 0 0,1 2 0,-3 0 1,0 3 79,0 3 0,-1 1 1,-1 3-1,0 2-43,2 4 1,2 5-1,-1 1 1,3 1 57,2 2 0,0 0 1,3 2-1,-1 0-240,0 1 1,2-1 0,2-1-1,3 0-490,3-3 1,1-2-1,3-1 1,2-2-331,2-3 1,-1-4-1,3-4 1,1-1 873,-2-5 0,1-2 0,2-4 0</inkml:trace>
  <inkml:trace contextRef="#ctx0" brushRef="#br0" timeOffset="2929">584 736 7736,'0'7'82,"0"-1"1,0 1 336,0-1 0,0 0 1,0 1-1,0 0 86,0 2 1,1-2 0,0 1 0,2 0-495,1 1 0,0-4 0,2 3 0,-1 0-1318,-1-1 0,-2-3 1307,2-1 0,1 0 0,1 1 0</inkml:trace>
  <inkml:trace contextRef="#ctx0" brushRef="#br0" timeOffset="3105">597 647 7940,'-6'-3'642,"-1"-2"0,3 3-427,0 0-517,2 1 0,0 2 0,3 1 0,2 2 15,1 2 0,0-2 1,3 0 286,-1 1 0,0 4 0,1 1 0</inkml:trace>
  <inkml:trace contextRef="#ctx0" brushRef="#br0" timeOffset="3565">700 666 7702,'0'8'0,"0"1"-60,0-1 1,0 2-1,0 0 1,0 0 365,0 1 1,0 0 0,0 2 0,0-1 335,0 1 1,0 0 0,0 0 0,0 0-520,0 0 1,0-1 0,0 1 46,0-3-402,0 0 0,0-13 0,0-3 0,2-5-7,0-4 1,3-3 0,-2-2 0,2-2 75,-1 2 1,0 0 0,2 1 0,-1 1 127,-1 1 0,-2 5 0,2 0 1,-1 3 64,1 3 0,0 3 0,2 5 187,-2 3 0,1 5 1,-2 4-1,0 2-74,0 1 0,1 0 1,-1 0-1,0 0-80,0-1 0,1 0 0,-2-3 0,0-1 9,1-1 1,-2-2-34,1-3 1,-1-3 0,-1-3 0,2-4-126,0-4 1,1-4 0,-2-3 0,2 0 42,1-1 0,-1 3 1,2-2-1,-1 1 92,1 2 1,1 2 0,1 1 0,-1 3 393,0 1 0,-1 3 0,-1 2 0,1 1-192,1 3 1,-2 3-1,0 6-257,1 0 1,-2 2 0,0 0 0,-1-1-1,0 0-759,0-1 0,0-1 1,1 0-1,-2-1-355,0-2 1,-1-3-1,2-3 1120,0-5 0,0-5 0,-2-5 0</inkml:trace>
  <inkml:trace contextRef="#ctx0" brushRef="#br0" timeOffset="3929">963 698 7736,'5'-11'0,"0"2"80,0 2 1,-3 3 825,2 6-658,-3 4 1,2 4 0,-2 3 0,0 0 0,2 2 0,-1 2 0,0 0 47,0 0 1,1 1 0,-2 3-1,2 0-243,1 0 1,-2 1-1,1 1 1,1 1-228,-1 2 1,-1-5-1,0 3 1,-1-4-1124,2-3 1,-3-4 777,2-5 1,-1-9 0,-1-5-1,-1-7 371,-1-4 1,1 0 0,-3-6 0,1 0 191,2 0 0,-2 2 0,1-1 0,1 0 334,0 2 1,1 0 0,0-2 0,0 1 44,0 0 0,3 3 1,1-4-1,2 2 1,0 1 0,3 3 0,1 2 1,2 3-213,1 3 0,-2 5 0,3-1 0,-2 3-149,-1 3 1,-3 5-1,0 4 1,-3 3-90,0 3 0,-4 1 0,1-1-18,-4 1 1,1 2-1,-4-3 1,0 0 0,0 0-407,-2-2 1,1-6-1,0 2 1,-1-4-540,1 0 0,0-4 989,2-3 0,-2-6 0,2-4 0</inkml:trace>
  <inkml:trace contextRef="#ctx0" brushRef="#br0" timeOffset="5167">1206 685 7736,'-2'7'0,"-1"0"582,0 1 1,-1 0 0,-1 3-1,2 3 47,0 2 1,-1 1 0,1 1 0,2 1-287,0-1 0,2-3 0,1 2 0,2-2-171,2 0 0,1-7 1,1-2-1,1-3-365,-2-1 1,1-4 0,-1-3-1,1-4-139,-3-4 1,-2 0 0,1-4 0,-2-1 80,0-1 1,-2 2 0,-2 1-1,-2 0 59,-2 2 1,-1 0 0,1 2-1,0 2-52,-1 1 1,1 2-1,-1 1-1647,1 2 1512,-1 1 0,5 3 0,2 0 1,4 0 378,4 0 0,0 0 0,2 0 0,0 0 0,0 0 0,-2 0 0,3 0 0,0 0 0,1 0 0,-1 0 0,-1 1 0,-1 1 223,-1 2 0,-1 4 1,-1 1-1,-1 1 864,-1 2 1,-2 1-1,2 1-662,-1 1 0,-1 2 0,-2-1 0,0 0 0,0 2-5,0 0 0,0 2 0,0-2-186,0-1 0,-2-2 0,-1-4-91,-1-3 0,3-5 0,-2-5-227,0-6 0,2-4 1,-1-3-1,2-3-87,0-2 0,2-1 1,1-2-1,0 0-61,2 1 0,-1 1 1,0 0-1,1 3 34,1 1 0,0 2 1,1 0-1,1 3-275,1 1 1,0-1-1,-1 5 1,1 0-35,1 2 1,0 2 0,1-2 0,-2 3 33,0 2 1,-2 0 0,2 0 264,-2 2 1,-3 2 0,1 2 0,-1 1 0,0-1 289,0 1 0,-2 1 0,1 1 0,-1-1 353,0-1 1,0-1 0,-2 1 0,0 1 150,0 1 0,0 2 0,0 0 0,0 1-259,0 1 1,0-1 0,0 1 0,0 0-354,0 0 1,0 0-1,0 0 1,-1-1-1098,-1-2 0,1 0 1,-4-2 427,0 1 0,0-3 0,-2-4 695,1-2 0,-3-2 0,2-3 0,0-3 0,3-1 0,1-1 0,-1-1 0,2-1 0,0 1 61,1 0 0,1 3 0,1 0 0,1 0 559,0-1 1,3 4-1,-1-1 1,2 0-61,0 1 1,1 0-1,0 2 1,1 0-388,3 2 0,-1-2 1,1 1-227,0 0 0,-1 1 0,1 1 0,-1 1-143,0 1 0,2-1 1,-4 2-1,0-1-1063,-1 0 590,0 0 0,-4-2 649,-3 0 1,-3 0 0,-4 0-1,1 1 250,-1 1 1,1-1-1,0 2 23,-1 0 0,4 0 0,0 3 297,3 1 0,0-3 0,0 0-488,0 1 0,3-1 0,1 0 0,2-2-178,0 0 0,1-1 0,1-1 1,1-1-146,-2-1 0,3-3 0,-1-2 0,0-3 47,0-3 0,0 2 0,-3-4 122,1 2 0,-1-2 0,0 2 0,-2 1 292,-2 2 0,-1 0 29,-1 1 0,0 4 0,-1 5 0,0 4 0,-1 2 192,0 3 1,2 1-1,0 3 1,0 1-152,0 1 1,0 3 0,2-3-227,0-1 0,2-1 1,-1 0-1,1-1 0,0-1-528,-1-3 1,1-3-125,-2-3 0,-2-1 587,0-1 1,-3-3-1,-3-1 1,-1 0 98,1 0 0,0 2 0,-1 0 0,1 1 151,-1 1 1,1 1-1,0 1 1,1 3 280,1 3 1,3 1-1,-2 3 1,3 1-239,3 1 0,0-1 0,4-1 0,0-1-20,1-2 0,2-3 0,2-2-981,-1-1 0,0-3 0,-2-3 0,-1-4 0,-1-3-377,-1-2 1,-1-1-1,-2 1 1,1 1-970,-1 0 2075,-1 3 0,1-4 0,-3 2 0</inkml:trace>
  <inkml:trace contextRef="#ctx0" brushRef="#br0" timeOffset="5389">1867 794 7736,'0'7'405,"2"-3"0,0 0 1,0 1-1,-2 2 1,0 1-1,0 3 1,-2 2-1,-1 2 427,-3 5 1,1 0 0,-4 6 0,0 2-934,1 0 1,-2-1 0,3-3-1,0-2-2081,1-4 0,1-6 2182,-1-4 0,-3-1 0,-1 0 0</inkml:trace>
  <inkml:trace contextRef="#ctx0" brushRef="#br0" timeOffset="5729">302 1365 7736,'-1'9'82,"-1"-1"0,1 4 0,-1 0-114,2 3 1,0 3 0,0 1 0,0 1 0,0 1-116,2-1 1,-1-2 0,1 0 146,-1-3 0,-1-2 0,0 0 0</inkml:trace>
  <inkml:trace contextRef="#ctx0" brushRef="#br0" timeOffset="5925">334 1250 7736,'0'-4'-433,"1"2"1,1 4 215,2 2 0,3 4 1,1 1-1,3 1 217,4-1 0,-2-1 0,6 2 0,-3 0 0</inkml:trace>
  <inkml:trace contextRef="#ctx0" brushRef="#br0" timeOffset="6099">546 1224 7736,'-7'9'0,"1"3"355,-1 2 1,1 3 0,0 4 0,1 4 103,1 2 0,3 0 0,-2 2 0,3 0-350,0 0 0,3-4 1,0 0-1,1-3-642,1-2 0,-1-1 1,2 1-1,-1-2-2118,-1-3 2651,-3-4 0,2 1 0,-3-2 0</inkml:trace>
  <inkml:trace contextRef="#ctx0" brushRef="#br0" timeOffset="6265">430 1487 7736,'0'-4'0,"0"-1"208,0 0 1,2 2 0,2-1 0,1 1 59,2-1 0,4 3 1,2-2-1,2 0-677,4-1 1,1 0-1,6 0 1,0 0-1418,2 0 1826,-4-2 0,6 3 0,-3-4 0</inkml:trace>
  <inkml:trace contextRef="#ctx0" brushRef="#br0" timeOffset="6578">847 1320 7736,'-8'5'0,"-1"2"453,1 0 0,1 0 0,1 1 0,2 2 74,2 0 1,1 0-1,2 3 1,1 0-387,2 0 0,3-3 1,3 0-1,2 0-163,1 0 1,0-2-1,3 0 1,-1-3-304,-1-3 1,-2-1-1,3-3 1,-1-1 275,1-4 1,-3-4 0,-1-1-1,-2-2-242,-4-1 0,0 1 0,1 1 0,-2-1 159,-1 2 1,-3 6 0,1 0 138,1 2 0,2 3 0,2 4 0,1 4 398,-1 5 0,1 4 0,1 3 0,0 1-152,0 1 1,-1 0 0,-1 2 256,-2-1 0,-1-1 0,-3-1 0,0 1-222,-3 0 1,-1 1-1,-4-4 1,-4-1 0,-2-1-224,-3 0 0,0-6 0,0 0 1,0-3-355,1-3 0,-2-3 0,4 0-370,2-5 0,0 0 1,6-7-1,2-1 0,3-3-910,1-2 0,6 1 1,1-1 1568,3-1 0,5-1 0,-2 0 0</inkml:trace>
  <inkml:trace contextRef="#ctx0" brushRef="#br0" timeOffset="6811">1084 1493 7736,'7'0'0,"-1"3"458,1 1 0,-3 2 1,0 1-1,1 0 1,0 0-1,0 3 22,-1 0 0,0-2 0,1 3 0,-1 0-155,1-1 1,1-1-1,0-3 1,-1 0-354,-1-2 0,0-1 0,2-4 0,-1-1-116,-1-2 0,-2-5 0,0-4 0,1-3-45,-1-3 1,-1 1-1,-3 0 1,-2-1 170,-2-1 1,0 4-1,-1-3 1,0 3-49,-1 2 0,0 2 1,1 2-1,1 2-1040,2 2 1,1 2-199,-1 4 1,4 0 629,0 0 674,2 3 0,8 1 0,0 2 0</inkml:trace>
  <inkml:trace contextRef="#ctx0" brushRef="#br0" timeOffset="7078">1226 1391 7736,'0'10'0,"0"2"0,2-1 0,-1 1 0,2 0 0,-1-1 853,0 0 1,3-3 0,0 3 0,1 0-413,2 2 0,0-3 1,3 0-1,0-1-339,-1-1 1,2-1 0,-2-3 0,2-2-56,-1-1 0,-1-1 0,-3-2 0,2-2-67,-1-4 1,-4-7 0,-2-2-1,-1-4-236,-1-3 1,0-1 0,0 1 0,0 1 389,0 2 1,0 5 0,0 0 44,0 4 0,3 9 0,0 8 0,2 7 34,2 7 0,-2 3 1,5 5-1,0 2-826,-2 0 0,-1-1 1,1 2-1,1 0-671,1-1 1,-3-5-1,0-7 1284,-1-2 0,1-1 0,-4-4 0</inkml:trace>
  <inkml:trace contextRef="#ctx0" brushRef="#br0" timeOffset="7514">1777 1346 7688,'2'-7'324,"0"1"0,1 0 176,-1 2 0,2 7 0,2 6 0,-1 5-146,-1 3 1,-2 5 0,2 3 0,1 3-177,-2 1 0,1 1 0,-3 4 0,1 2-791,0 1 0,-2-4 0,0 1 0,0-4-2335,-2-6 2948,-2-5 0,-5 0 0,-1-3 0</inkml:trace>
  <inkml:trace contextRef="#ctx0" brushRef="#br0" timeOffset="7736">1732 1609 7736,'0'-10'616,"0"3"-170,0-1 0,2 1 0,1 0 0,1 1 1,0-1-256,0 1 1,1 2 0,0 0-1,1 1-10,3 2 1,-2 0 0,3 1 0,0-1-689,0-1 0,1 2 0,1-3 0,0 2-1268,-2-1 0,1 0 1775,2-2 0,-3 0 0,-1-2 0</inkml:trace>
  <inkml:trace contextRef="#ctx0" brushRef="#br0" timeOffset="7918">1950 1513 8062,'5'8'0,"-2"2"305,0 2 1,-1-2-1,-1 4 1,0 1 62,1-2 0,1 1 0,-3 1 0,0 0 44,0 2 1,0-2 0,-1 0 0,-1 0-166,0-3 1,-2-4-1,2 1 1,0-3 231,-1-1 1,2-4 0,-1-5-264,1-5 1,1-5-1,0-3 1,1-3-248,1-4 1,2 1 0,2-5 0,1 2-165,-1 3 0,-2 1 0,1 3 0,0 2-526,0 2 0,2 2 1,-1 1-1,1 4-528,-1 3 0,-2 4 0,0 1 1,1 1 1248,1 1 0,-2-1 0,4 7 0,-1-1 0</inkml:trace>
  <inkml:trace contextRef="#ctx0" brushRef="#br0" timeOffset="8177">2079 1493 7874,'0'7'126,"0"1"0,0 2 1,0-1-17,0 0 0,0 2 1,2-2-1,1 1 586,0 1 0,0 1 0,3 2 0,1 0-495,0 1 0,3-2 0,0-3 0,1-1-373,-1-1 0,1-4 1,2-1-1,0-4 5,0-3 0,-4-4 0,0-7 0,-2-4 68,0-4 0,-2 2 1,0-4-1,-3 2-6,-2 3 1,0 3 0,0 2 0,0 4 711,0 2 0,0 6 0,0 3-352,0 6 1,0 4 0,0 5 0,0 2-401,0 2 1,1 1-1,1 0 1,0 2-317,2 1 1,-2-4 0,2-1 0,-1-3-368,1-3 0,0-7 1,2 0-1,0-5 828,-2-5 0,2-7 0,-2-8 0</inkml:trace>
  <inkml:trace contextRef="#ctx0" brushRef="#br0" timeOffset="8394">2329 1429 7736,'0'7'265,"0"1"0,0 1 429,0 1 0,2 2 0,1 2 0,1 2-147,3 3 1,0 0 0,2 6 0,-1 1-331,1 1 0,2-1 0,-3 0 0,0 0 40,-1-1 0,-3-2 1,-2-2-1,-2-3-62,-2-1 0,-3-5 1,-2-2-1,-3-2-466,0-1 1,0-4 0,-3-1 0,0-1-584,0-1 1,1-3 0,1-2 0,3-3-27,1-2 1,3-3 0,2-2-17,1-2 896,1-5 0,3 2 0,1-2 0</inkml:trace>
  <inkml:trace contextRef="#ctx0" brushRef="#br0" timeOffset="8583">2457 1442 7736,'6'3'378,"0"1"1,-1 3 428,-1 4 0,1 1 1,1 7-1,1 1-205,-1 2 0,0 3 1,-1 4-1,-2 2-631,0 2 1,1-2 0,-2-1-1,0-5-1130,-1-5 1,-2-5-1,-1-1 1,-2-4 1158,-2-4 0,-3-4 0,-1 1 0</inkml:trace>
  <inkml:trace contextRef="#ctx0" brushRef="#br0" timeOffset="8765">2457 1634 7736,'0'-9'351,"2"2"1,1-2 0,1 2 473,1 1 0,0-1 0,2 2 0,1 1-472,1 1 0,0 1 1,0-1-1077,1 2 0,0 1 0,-2 1 723,-1 2 0,3 2 0,0-2 0</inkml:trace>
  <inkml:trace contextRef="#ctx0" brushRef="#br0" timeOffset="8818">2669 1634 7736,'0'7'45,"0"-1"0,0 1 0,0-1 12,0 0 0,0 1-57,0-1 0,3 1 0,0-1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3:29.051"/>
    </inkml:context>
    <inkml:brush xml:id="br0">
      <inkml:brushProperty name="width" value="0.06" units="cm"/>
      <inkml:brushProperty name="height" value="0.06" units="cm"/>
    </inkml:brush>
  </inkml:definitions>
  <inkml:trace contextRef="#ctx0" brushRef="#br0">55 1 8180,'0'6'0,"0"0"704,0 1 0,-1 2 1,0 2-1,-1 2-210,0 5 1,-1 0-1,1 8 1,0 3-56,-1 4 0,3 1 0,-3 4 1,3 1-252,0 0 1,-2 0-1,-1-2 1,2-2-530,0-6 0,1-5 0,0-5 0,-2-4-2457,0-3 2798,0-6 0,2-3 0,0-3 0</inkml:trace>
  <inkml:trace contextRef="#ctx0" brushRef="#br0" timeOffset="299">4 283 10093,'-3'0'525,"3"0"1,5 0-1,4 0 1,2-1-38,2-1 1,1 1 0,3-3 0,1 0-1618,0 1 0,2 1 0,-1-2 1129,0-1 0,3-1 0,1-1 0</inkml:trace>
  <inkml:trace contextRef="#ctx0" brushRef="#br0" timeOffset="542">279 103 7803,'-6'3'564,"2"-1"1,0 2-1,-1 2-33,-1 1 0,2 3 0,1 3 0,1 1 79,0 1 0,0 2 0,2 3 1,0 3-571,0 2 0,0 0 0,0 4 0,0 1-624,0-1 1,2-4 0,1 0 0,1-3-481,3-4 0,1-4 1,1-6 1063,1-3 0,4-5 0,0-4 0</inkml:trace>
  <inkml:trace contextRef="#ctx0" brushRef="#br0" timeOffset="785">389 244 7803,'-3'13'758,"-2"1"0,-2 6 1,0 3-40,1 2 1,4-1 0,-2 4-1,1 1-24,2-1 0,3-6 1,3-6-1,3-4-504,2-3 0,0-5 1,1-3-1,0-3-258,2-4 0,-1-5 0,1-5 0,0-4 16,0-2 1,-5 0-1,-2-3 1,-1-2-382,-1-2 0,-1 4 1,-3 1-1,0 3-190,0 2 1,-3 6 0,0 2 0,-2 2-106,-2 3 1,-1 4 0,1 1 0,1 2-768,0 4 1494,2 0 0,-2 2 0,3-1 0</inkml:trace>
  <inkml:trace contextRef="#ctx0" brushRef="#br0" timeOffset="1019">523 219 7803,'0'10'419,"0"-1"1,0 0 391,0 2 1,0 0 0,0 1 0,0 2-138,0 2 0,2-1 0,1 1 1,1 0-328,1 1 0,1-3 0,2 0 0,1-4-405,-2-4 0,3-4 1,-1 0-1,0-2 101,0-2 1,1-5 0,-2-6 0,1-3-226,1-3 1,-4-3 0,1-1 0,0-1-134,-2-2 1,-1 5 0,1-1 0,-1 5 300,-2 4 1,1 7 0,-1 3 0,1 4 140,0 6 0,-1 8 0,2 9 1,-1 6-72,1 5 0,0 2 1,3 2-1,-1-3 1,0-1 1,-1-9-1,1 0 1,1-5-104,0-7 0,-2-6 0,0-6 141,0-1 1,0-6 0,0-3 0,-2-3-7,0-5 0,-1-3 1,-2-4-1,0-3 331,0-3 0,2-2 0,0-1 1,1 0-610,-1 1 1,0 5 0,2-2 0,1 3-2735,1 3 2923,0 4 0,4-1 0,0 3 0</inkml:trace>
  <inkml:trace contextRef="#ctx0" brushRef="#br0" timeOffset="1451">1242 90 7871,'-7'3'727,"1"1"1,2 3-1,0 1-4,1 0 1,0 7 0,2 2 0,-1 7-344,0 5 1,2 5 0,0 7 0,0 5-568,0 4 1,0-3 0,-1 0 0,-1-5-658,0-7 0,-2-5 844,2-6 0,-3-8 0,1-4 0</inkml:trace>
  <inkml:trace contextRef="#ctx0" brushRef="#br0" timeOffset="1733">1171 379 11159,'-4'3'372,"2"-2"0,5 4-634,4 0 1,0-3 0,6 1 0,2-3-345,2 0 0,2 0 0,4-1 0,-1-3-1663,1-5 2269,-2-2 0,4-5 0,-2 0 0</inkml:trace>
  <inkml:trace contextRef="#ctx0" brushRef="#br0" timeOffset="1964">1415 302 8280,'-7'13'0,"1"1"560,0 0 1,-1 4-1,1 4 1,-1 3-173,1 2 0,2-5 1,2 3-1,2-2 474,2-5 0,3-2 1,3-6-1,4-4-740,2-3 1,0-5-1,2-3 1,1-4-229,-1-4 0,-4-4 1,0-5-1,-2-6 40,-2-2 1,-3 1-1,-3-1 1,-2 5-500,-2 4 0,-3 8 1,-3 0-1,-2 4-121,-2 3 1,0 3 0,-4 4 0,-1 1-996,1 2 1681,2 5 0,-5-2 0,3 2 0</inkml:trace>
  <inkml:trace contextRef="#ctx0" brushRef="#br0" timeOffset="2363">1877 238 8080,'-7'0'864,"1"0"1,2 1 0,2 1 0,1 4-482,1 4 0,3 7 0,-1 11 0,3 6-218,2 6 1,-1-1 0,3 1 0,-2-1-39,-1-3 0,1-8 0,-1-7 1,1-4-24,-1-5 0,-1-6 0,0-5 0,1-3-67,1-5 1,0-2 0,3-4-1,0-2 61,0-2 1,-2-3-1,2-1 1,0-3-301,0-3 1,-1 0 0,1-2 0,0 1-144,0 1 1,-2 3 0,0-2 0,0 4-324,1 2 1,-2 6 667,1 1 0,-1 5 0,0-2 0</inkml:trace>
  <inkml:trace contextRef="#ctx0" brushRef="#br0" timeOffset="2629">2197 398 7814,'5'6'83,"-1"-2"1,1-2 415,1-1 1,0-2 0,0-4 0,1-6 279,-1-5 0,1-4 1,-2-2-1,0-2-607,-3-2 0,-2 2 0,0-3 0,-3 3 98,-4 4 1,0 4-1,-5 6 1,-2 3 107,0 4 0,0 6 0,0 4 0,-1 3-68,1 5 1,2 2 0,2 4 0,1 4-70,1 4 0,4 5 1,2 4-1,1 1-887,1-2 0,4-6 0,2 2 0,4-5-610,2-6 1,2-6 0,1-4-1,2-5 1256,1-3 0,2-3 0,-1-1 0</inkml:trace>
  <inkml:trace contextRef="#ctx0" brushRef="#br0" timeOffset="2896">2370 264 7814,'-2'6'0,"0"0"0,-1 1 162,0-1 0,-1 4 0,1 1 0,0 4 1268,0 4 1,0 3-1,1 4 1,-2 4-1004,-2 2 0,1-3 0,-1 2 0,-1-3-258,0-3 0,0-4 0,1-1 0,-1-4 917,1-6-825,2-5 1,1-8 0,3-4 0,0-4 6,0-2 1,1 0-1,1-5 1,2-3-249,2-1 0,1 0 1,1-3-1,1-2-24,1-2 1,-1 4 0,2-2 0,0 2-316,1 0 1,2 1 0,0 0 0,1 3-5215,-1 3 5533,0 7 0,-2-1 0,1 2 0</inkml:trace>
  <inkml:trace contextRef="#ctx0" brushRef="#br0" timeOffset="3153">2557 309 7814,'-1'32'465,"-1"0"0,-2-5 0,-2 6 0,-1-1 93,1-4 0,2-4 0,0-3 1,1-3-105,2-3 1,0-4-455,1-3 0,3-7 0,0-1 0</inkml:trace>
  <inkml:trace contextRef="#ctx0" brushRef="#br0" timeOffset="3206">2633 167 7814,'-2'-6'441,"-3"0"0,2 1 133,-1 1-1598,2 3 1024,5 3 0,1 6 0,5 4 0</inkml:trace>
  <inkml:trace contextRef="#ctx0" brushRef="#br0" timeOffset="3643">2896 123 7761,'-15'0'879,"1"0"0,-1 0 0,2 0 141,0 2 0,1 2 0,1 3 1,-1 2-159,1 1 1,2 6 0,0 3 0,2 3-336,1 3 0,0 2 1,1 8-1,2 4-353,0 3 1,0-2 0,2-1 0,-2-2-1077,2-4 1,0-3-1,1-6 1,0-2-3555,0-3 4456,0-7 0,3 3 0,1-5 0</inkml:trace>
  <inkml:trace contextRef="#ctx0" brushRef="#br0" timeOffset="3904">2730 411 7722,'0'-3'2900,"3"0"0,2 1-1807,2-1 0,3-1 1,3 2-1,1 1-1789,1 0 1,1 1 0,3 0 0,1 1-4250,-1 1 4945,-3 1 0,0 7 0,-3 0 0</inkml:trace>
  <inkml:trace contextRef="#ctx0" brushRef="#br0" timeOffset="4134">2922 398 7736,'-1'6'0,"0"-1"1075,-1-1 1,0-2-1,5 0-896,1-1 1,4-1-1,3 0 1,2-1-464,2-1 0,1-2 0,3-3 0,-1-1 284,-1 0 0,0-4 0,2 2 0</inkml:trace>
  <inkml:trace contextRef="#ctx0" brushRef="#br0" timeOffset="4135">3140 238 7736,'-9'9'515,"1"-1"1,-2 3 0,1 0-187,1 1 1,0 5 0,0 5 0,0 6 1167,0 4 1,0 5-1,1 3 1,0 2-878,1 2 1,1-2-1,-1 3 1,1-1-924,1-1 1,3-6-1,-1 0 1,1-8-1006,1-8 1,1-9 1307,1-8 0,1-5 0,4-3 0</inkml:trace>
  <inkml:trace contextRef="#ctx0" brushRef="#br0" timeOffset="4447">3750 251 7712,'0'-13'0,"0"1"520,0 1 0,-4 1 0,-2 3 1,-2 0 116,-2 1 1,-1 2 0,-2 0 0,0 2-112,-2 1 0,1 4 0,-1 5 0,2 4-168,0 4 0,2 7 0,2 4 0,1 6-112,2 4 1,4-2-1,0 2 1,2 0-122,2-2 1,2-6-1,4-3 1,2-4-143,0-6 1,-3-2 0,2-2 0,-3 0-49,-1-1 0,-3-3 1,-2 2-1,-3 0 14,-3 0 1,-2-4 0,-4 0-1,-2-1-406,0-1 1,-3-1 0,0-3 0,-3 0-395,-1 0 0,5 0 0,-3 0 0,3 0-81,1 0 1,5-3 0,2-2 0,3-3 931,3-3 0,4-1 0,1-1 0</inkml:trace>
  <inkml:trace contextRef="#ctx0" brushRef="#br0" timeOffset="4712">4006 200 7712,'-9'-3'155,"-2"2"1,-3-1 0,-2 1 928,0 1 0,-2 3 1,-2 2-1,0 3-210,2 5 1,2 4-1,0 4 1,2 4-303,2 4 0,5 3 0,2 5 0,1 0 81,3-2 1,4-5-1,3-4 1,4-5-533,2-4 0,2-7 0,0 1 0,2-3-1091,0-2 0,1-2 1,2-2-1,-2-2-703,1-2 1,-1-2 0,0-2 0,0-1 1672,-2-2 0,-6-1 0,3-3 0</inkml:trace>
  <inkml:trace contextRef="#ctx0" brushRef="#br0" timeOffset="5012">4064 302 7712,'0'7'0,"0"-1"0,0 0 0,0 1 0,2-3 0,1 0 0,0-2 832,2 0 0,2-2 0,1-2 1,3 0-1459,1-2 0,0 0 0,0-3 1,1 1 303,1 0 1,-3-1 0,-1 1-1,-1 1-102,-1 1 0,-1 1 0,-1-2 624,-2 0 0,-2 4 0,-3-1 475,-1 4 0,-3-1 0,1 4 0,-1 2-33,0 1 1,0 3 0,3 0 0,0 4-298,-1 2 1,3 0-1,-3 2 1,3 3-528,0 2 0,0 0 0,0-1 0,-1 2-948,-1 0 1,0-2 0,-2-1 1129,-1-2 0,-6 4 0,-3-4 0</inkml:trace>
  <inkml:trace contextRef="#ctx0" brushRef="#br0" timeOffset="5258">3980 655 10399,'3'-4'258,"2"-2"1,3 0-1,4-3-468,5-3 1,3-1-1,7-6 1,3-1-1344,4-2 1,-3 0 1552,6-1 0,-7 2 0,-1-1 0</inkml:trace>
  <inkml:trace contextRef="#ctx0" brushRef="#br0" timeOffset="5524">4423 238 7712,'-11'9'1230,"1"1"0,0 2-350,0 0 1,3 3-1,-1 4 1,3 1-127,3 1 0,1 0 1,1 2-1,1 1-144,1-1 1,1 1-1,3-3 1,-2 0-391,-2-1 1,-1-1-1,-1 0 1,-1-1-274,-1-1 0,-2-3 0,-5 1 1,-2-2-655,-3 0 0,0 0 1,-3 0-1,1 0-1055,2 0 1,1-4-1,1-3 1040,1-3 1,4-4 0,5-3 721,2-4 0,2-7 0,2-1 0</inkml:trace>
  <inkml:trace contextRef="#ctx0" brushRef="#br0" timeOffset="5804">4590 283 7682,'-4'0'1047,"-1"0"0,0 0-56,0 0 0,0 0 1,1 0 1571,-1 0-2297,2 0 0,2 0 0,4 0 0,4 0-428,3 0 0,3 2 0,2 1 0,2 0-97,0 0 0,2 1 1,-1-1-1,0 0 158,-1 2 0,-2 2 1,-1 2-1,-3 4 139,-5 3 1,-2 6-1,-6 1 1,-2 3 161,-5 2 1,-3-1 0,-3 0 0,-2 0-595,-1-2 0,-1-7 0,2 3 0,2-2-1121,1 0 1,4-4 1514,2 0 0,-2-3 0,0 3 0</inkml:trace>
  <inkml:trace contextRef="#ctx0" brushRef="#br0" timeOffset="5868">4654 777 8282,'0'7'688,"0"1"0,0 0 0,-1 0 0,0-1-1055,-1 0-2093,0-4 2460,2 0 0,2-6 0,2 0 0</inkml:trace>
  <inkml:trace contextRef="#ctx0" brushRef="#br0" timeOffset="6513">902 956 7834,'-12'0'902,"1"0"-272,2-2 0,6-1 0,3-2 1,5 0-20,5 0 1,4-1 0,7-2 0,2 0-241,0 0 1,3 1-1,-2 0 1,1 1-211,0-1 1,-1 3 0,-1 1 0,-2 0-1181,-3 1 0,-5 2 1,-3 0-1228,0 0 1,-5 0 2245,-2 2 0,-6 2 0,0 2 0</inkml:trace>
  <inkml:trace contextRef="#ctx0" brushRef="#br0" timeOffset="6795">1100 976 7850,'4'31'540,"-1"-3"1,-3 4 0,0-1 64,0 1 0,1-5 0,0 0 0,1-2-275,0-3 1,-2-1-1,0 0 1,0 1 126,0 1 0,-3-5 0,-1 1 0,-2-3-215,-3-2 0,1-5 1,-4-3-1,-2-3-396,0-1 1,0-4 0,1-3 0,-2-1-642,1-3 1,4-1 0,-2-2 0,2 0-2899,2-1 3693,4 5 0,1-10 0,3 4 0</inkml:trace>
  <inkml:trace contextRef="#ctx0" brushRef="#br0" timeOffset="7049">1203 1046 7886,'-6'13'164,"-1"-2"0,2 1 1,0 0 721,0-1 0,4 1 0,-1 3 0,1 3-271,1 0 0,0-1 1,1 0-1,2-1-635,3 0 1,3-1 0,4-1 0,1-2-123,1-1 0,-1-6 0,3 1 1,1-2-62,0-3 0,-3-6 0,0-4 1,-1-5-194,-1-3 1,-1-4 0,-3-2 0,-1-1 320,-2 1 0,-4 2 1,2 0-1,-1 1 664,-2 1 0,0 7 0,-2 3-97,-1 5 0,1 4 1,-4 11-1,1 5-424,1 4 0,-2 0 1,2 4-1,1 0-708,-1 1 1,3-4 0,-2-3 0,1-1-875,1 0 1,3-6 1513,1 0 0,2-6 0,0-2 0</inkml:trace>
  <inkml:trace contextRef="#ctx0" brushRef="#br0" timeOffset="7304">1492 1027 8412,'0'6'659,"0"1"1,0 0 0,0 1 0,0 2-271,0 2 1,2 0-1,1 5 1,0 1 508,-1 0 0,3 2 0,-3-1 0,-1 0-400,0 0 1,-1 1 0,0-2-1,-1 0-478,-1-1 1,-2-1 0,-4 2 0,-1 0-980,-1 0 0,1-5 0,-1-2 0,1-2-335,1-4 1,1-3 0,1-3 1293,2-5 0,1-6 0,3-4 0</inkml:trace>
  <inkml:trace contextRef="#ctx0" brushRef="#br0" timeOffset="7572">1633 1046 7886,'0'16'0,"0"1"0,0 4 0,0 0 799,0 0 0,2-1 0,0 1 0,0 1-305,-2 1 1,0-4 0,0 1-1,0-1-728,0-1 1,-2-3 0,-1-1 233,0-2 0,-2-3 0,-1-3 0</inkml:trace>
  <inkml:trace contextRef="#ctx0" brushRef="#br0" timeOffset="7835">1556 1251 7885,'2'-4'428,"0"0"471,0-1 0,0 1 1,2 1-1,1-1-282,2 1 1,4 0 0,0 0-1,3-1-684,4 1 1,3-2-1,2-3 67,2-1 0,4 1 0,0 1 0</inkml:trace>
  <inkml:trace contextRef="#ctx0" brushRef="#br0" timeOffset="8100">2184 1117 7861,'0'-7'991,"-2"1"-599,-2-1 1,0 2 0,0 0 0,1 1 425,-1 1 0,3 3 0,-1 5-661,1 5 1,2 6-1,1 5 1,2 1-156,2 1 0,2 0 0,1 1 0,1-2 107,2-2 0,1-5 0,2-1 1,2-3-614,1-2 1,0-6-1,0-6 1,0-8 88,-3-7 0,0-2 1,-3-5-1,-1-2 220,0-2 1,-5 1 0,-1-1-1,0 2 454,-2 4 0,-1 7 0,-1 8 1,-2 4 289,-1 4 1,-1 5 0,2 6 0,-1 3-219,0 3 1,2-2 0,0 5 0,0 0-582,0-3 1,0-1 0,2 1-1,1-2-991,0-1 1,1 0-1,3-2 1241,-1-1 0,1-2 0,-1-3 0</inkml:trace>
  <inkml:trace contextRef="#ctx0" brushRef="#br0" timeOffset="8366">2557 1059 8084,'0'13'360,"0"-2"1,0-1-1,0 2 178,0 3 0,2-1 0,0 2 0,1 1 254,0 2 0,0-3 0,-2 2 1,2-1-424,-2 0 0,0-5 0,-2 3 0,-1-1-285,-2-1 0,-2 1 1,-1-2-1,-1-1-104,-1 0 0,-2-1 0,1 0 0,0-3 20,1-5 0,0-1 0,-1-1 0</inkml:trace>
  <inkml:trace contextRef="#ctx0" brushRef="#br0" timeOffset="8637">2633 1232 8262,'15'-3'0,"0"-1"653,0-2 1,-2-1-1,-1-1 1,-1-3-73,-2-1 1,-3 0 0,-2 0-1,-2 0-334,-1 0 1,-1 0 0,-1 3 0,-1 2-54,-5-1 0,-2 4 0,-3 1 1,0 1 53,-1 5 0,4 4 1,-4 8-1,3 3 120,0 3 0,4 0 1,0 3-1,3 2-105,1 0 0,2-3 0,0 2 0,2-1-86,3-2 1,4-4-1,4-1 1,4-4-1015,4-4 0,0-4 0,3-5 0,1-3 837,-1-4 0,4-5 0,1-4 0</inkml:trace>
  <inkml:trace contextRef="#ctx0" brushRef="#br0" timeOffset="8995">3217 1072 8160,'0'-3'630,"0"3"0,0 6 0,1 6 1,1 4-107,2 6 1,2 5-1,0 5 1,1 3-412,-1 2 1,-1 0 0,-2 3-1,1-3-255,-1-2 1,-1-8 0,0-4-1,-2-6-386,0-4 0,0-4 0,-2-6-3596,-3-5 4124,0-1 0,-5-12 0,0 1 0</inkml:trace>
  <inkml:trace contextRef="#ctx0" brushRef="#br0" timeOffset="9312">3217 1130 7847,'9'-9'0,"-1"0"218,0-1 0,2 2 0,1 0 0,1 2 149,1 2 0,0 3 1,2-1-1,-1 2 102,1 2 0,-7 4 1,-2 5-1,-2 2-111,-3 4 1,-1-2 0,-2 5 0,-3-2 96,-3 1 0,-2 0 0,-3 0 0,0 0-618,1 1 1,-1-5 0,0-1-1,1 0-1183,1 0 0,2-1 0,3-3-2353,2-1 3699,4-5 0,6-1 0,4-3 0</inkml:trace>
  <inkml:trace contextRef="#ctx0" brushRef="#br0" timeOffset="9645">3480 1091 8883,'-10'0'0,"1"1"590,0 1 1,-1 1 0,-3 5-1,0 0-101,0 3 1,3 4-1,2 2 1,3 1 27,0 2 0,4 1 0,0 0 0,3-2-445,4-1 0,2-6 0,4 0 0,2-2-192,-1-2 1,1-4 0,1-2 0,0-4 144,-1-2 1,-1-5 0,0-1-1,-3-3-491,-1 1 0,-3-2 1,-2 0-1,-1-2 373,0 0 1,-2 4-1,0 0 1,-1 1-20,-3 1 0,1 3 0,-1 0-355,-1 5 0,1 1 0,-1 2 0,1 1-285,2 5 0,0 0 0,1 3 1,0 0 751,0 0 0,0 1 0,0 1 0</inkml:trace>
  <inkml:trace contextRef="#ctx0" brushRef="#br0" timeOffset="9966">3608 1174 7935,'0'11'412,"0"0"0,0-3 0,0 0 1,0 0 336,0 1 1,0 0 0,0 2 0,0 0-121,0 0 0,0-1 0,1 1 0,1 0-321,0 2 1,0-1-1,-2-2 1,0-1 1392,0-2-1255,0-1 1,0-5 0,0-4 0,1-5-377,1-4 0,-1-4 1,3-3-1,1 1-600,1-1 1,0 2-1,1-3 1,-1 2-1584,1 0 0,-1 4 1347,1 2 0,1 0 0,1 0 0,-1 1 0,1 3 766,-1 1 0,7 0 0,-2 1 0</inkml:trace>
  <inkml:trace contextRef="#ctx0" brushRef="#br0" timeOffset="10287">3846 1213 7758,'4'6'0,"0"1"0,-2-3 0,3 0 1121,0-2 0,0-2 0,1-5 0,-2-3-516,-1-3 0,-1-2 0,1-2 0,-2-2-270,0-1 1,-2 1-1,-1 0 1,-2 2-10,-2 0 1,-1 3 0,-1 2 0,-1 3 92,-1 4 1,-1 4 0,-1 3 0,0 6-411,2 6 0,2 2 1,-1 7-1,2 2-504,1-1 0,2 1 1,2-3-1,1 1-680,1-2 1,4-3-1,2-1 1,4-4-332,2-3 0,1-6 0,0-4 1506,0-1 0,0-7 0,0-1 0</inkml:trace>
  <inkml:trace contextRef="#ctx0" brushRef="#br0" timeOffset="10680">3936 1181 8567,'-7'3'1498,"4"-2"1,0 3-1,2 2-984,-1 2 1,1 1 0,-1 2 0,1 2-200,1 0 0,0-1 0,0 4 1,0-1-39,0 0 1,0 0 0,0-2 0,0-1-12,-3-1 1,3-2-390,-2-3 1,1-3 0,1-4 0,0-4-95,0-5 0,1-3 0,1-2 0,1-2-135,1-2 1,2 2 0,-2 1-1,2-1 181,0 1 0,-1 2 0,1-1 0,1 1 188,0 1 0,0 3 0,-1 3 1,1 2 310,-1 3 1,1 2 0,-2 2 0,0 5-53,-3 6 1,-1 3 0,-1 5 0,0 3-98,0 1 1,-1-2 0,-1-2 0,0 0-1066,-2 0 0,3-2 0,-2 0 0,3-5-957,0-2 1,0-9-1,0-3-561,3-7 2404,-3-7 0,9-6 0,-2-2 0</inkml:trace>
  <inkml:trace contextRef="#ctx0" brushRef="#br0" timeOffset="11064">4122 1065 7758,'10'-12'0,"-2"1"576,-1 0 1,-3 6 0,1 2 781,0 3 1,-2 7 0,1 6-1,-1 4-458,-2 4 1,2 0 0,-1 4 0,0 0-627,1-1 1,-2-1 0,1 1 0,-1 2-502,2 0 1,-3-3 0,2 4 0,-1-2-1104,-1 0 0,0-5 0,0-1 0,0-6-3941,0-3 5271,-3-6 0,0-7 0,-4-4 0</inkml:trace>
  <inkml:trace contextRef="#ctx0" brushRef="#br0" timeOffset="11065">4096 1226 11484,'-4'-3'1328,"5"2"1,5-1 0,2 1-1301,2-1 1,1 0-1,2-1 1,0-1-667,2 0 0,-1 2 1,2-2-1,-1-2-5038,2-2 5676,-1 1 0,3-8 0,-3 2 0</inkml:trace>
  <inkml:trace contextRef="#ctx0" brushRef="#br0" timeOffset="11448">4462 963 7758,'-9'4'0,"0"0"183,-1-2 0,1 3 1,-2 0-1,0 1 1122,-1 3 1,0-1 0,0 3 0,2 2-844,-2 4 1,2-1-1,0 1 1,1 0-1133,1 0 0,3 1 0,2-3 1,0-1-419,1-1 1,2-3 0,0-2-1,3-2-112,1-2 1,4-2 1199,0 0 0,4 1 0,-2 1 0</inkml:trace>
  <inkml:trace contextRef="#ctx0" brushRef="#br0" timeOffset="11449">4481 1123 7758,'-7'3'476,"1"1"0,0 2 0,-1 0 572,1 1 0,0 1 1,1 2-1,1 3-327,2 3 1,-1 0 0,3 2 0,0 3-521,-2 1 0,1 1 0,-2 1 1,0-1-25,-1 2 1,-3-5 0,-1 0-1,-3-2-731,-1-4 1,-4-3 0,0-4 0,-1 0-1434,0-4 0,2-1 1,-2-2 1986,-1 0 0,-1 2 0,0 2 0</inkml:trace>
  <inkml:trace contextRef="#ctx0" brushRef="#br0" timeOffset="11848">1671 1694 7758,'0'-12'657,"0"1"0,-3-3 1,-3 2-335,-2 1 1,-3 3-1,0 0 1,-2 1 319,-2 3 0,3 1 0,-2 5 0,0 2-160,0 4 1,1 8 0,1 5 0,3 7-217,3 7 1,3 0-1,-1 9 1,1-1-455,2-1 0,1-9 1,3-3-1,3-4-543,4-4 0,4-6 0,1 0 0,0-3-497,1-5 0,0-3 1,4-1 1226,-1-2 0,3-5 0,1-4 0</inkml:trace>
  <inkml:trace contextRef="#ctx0" brushRef="#br0" timeOffset="12218">1755 1957 7751,'-7'3'296,"1"0"0,-1 4 0,1-1 1053,0-2 1,1-1-816,1-3 1,3-4 0,-1-2 0,4-3-181,2-3 1,4-1 0,1-5 0,1-2-116,1 0 1,2-3 0,-1 0 0,1 0 9,0-1 0,0 2 1,0 0-1,0 3 21,-1 3 0,-3 6 0,-1 4 1,-1 3 55,-2 4 0,1 6 0,-1 5 0,0 3-206,2 4 0,-3 2 0,0 4 0,-2 1-769,0 0 0,-1-3 0,-1 0 0,0-1-756,0-1 1,0-4 0,-1-1 0,-1-2-2386,-3-2 3790,0-3 0,-5 3 0,0-2 0</inkml:trace>
  <inkml:trace contextRef="#ctx0" brushRef="#br0" timeOffset="12621">1761 1912 14586,'9'0'0,"3"0"201,2 0 0,3 0 0,5-1 0,2-1-1058,3-2 1,1-2 0,2 1-1,0 0 857,1 0 0,-5 1 0,6-2 0</inkml:trace>
  <inkml:trace contextRef="#ctx0" brushRef="#br0" timeOffset="12970">2435 1765 7747,'0'-13'413,"0"4"0,2 1 0,0 0 253,-1 1 0,1 3 0,0 3-191,2 2 0,2 6 1,0 4-1,1 5-103,-1 5 0,-2 2 1,1 7-1,0 1-428,0 0 1,0-3 0,-2-1 0,0 0-644,-2 0 1,0-3 0,-2-2 0,0-2-1492,-1-4 1,-4-7 2189,0-5 0,-1-2 0,-2-2 0</inkml:trace>
  <inkml:trace contextRef="#ctx0" brushRef="#br0" timeOffset="12971">2447 1797 7747,'10'-20'310,"-3"4"0,2 2 0,0 2 239,2 1 0,2 3 0,2 0 1,1 1-128,1 3 1,-2 1-1,-2 4 1,-1 1 161,-1 2 1,-2 5-1,-5 1 1,-2 3-160,-1 2 0,-2-1 0,-1 4 0,-3-1-208,-3 2 1,-2-2 0,-3-1 0,0 1-179,-2-1 1,0-2 0,-1 1 0,0-3-1014,-1-2 1,4-4 0,0 0 0,1-3-1033,2-1 1,5-2 0,1-2 2005,1-3 0,4-6 0,3-3 0</inkml:trace>
  <inkml:trace contextRef="#ctx0" brushRef="#br0" timeOffset="13292">2672 1681 7747,'6'-3'329,"1"3"1,-1-3 871,1 3 0,-4 3 0,0 4 0,-1 3-68,0 5 1,0 1 0,-2 4 0,0 1-684,0 3 1,-2 2-1,-2 1 1,0 0-497,-1 1 0,1-6 0,-1-2 0,0-1-1443,0-1 1,3-3 0,-1-1-4220,0-3 5708,1-4 0,4-10 0,2-4 0</inkml:trace>
  <inkml:trace contextRef="#ctx0" brushRef="#br0" timeOffset="13619">2896 1700 8843,'0'7'970,"0"-1"1,0 1-1,0-2-387,-2 0 0,-3 0 1,-3 0-1,-1 1-74,-1 3 1,0-2 0,-3 4 0,-1 1-218,-1 0 0,2 3 0,-2 0 1,4 0 260,2 0 1,3-1 0,2 1-1,2-2-257,1 0 1,4-3 0,4-1 0,3-2-164,2-1 1,2 1 0,1-2 0,2 0-553,1-3 1,1 1 0,1-1 0,-1-1-748,0 0 1,1-4 1165,1-1 0,-1-5 0,2-1 0</inkml:trace>
  <inkml:trace contextRef="#ctx0" brushRef="#br0" timeOffset="13949">3467 1675 7912,'0'4'2280,"0"0"-1670,0 1 1,0 2 0,0 1-1,0 4-313,0 2 0,1 6 1,0 6-1,2 4-219,1 6 0,-3-4 0,1 3 0,-1-2-1110,-1 0 1,0-7-1,-1 0 1,0-7 1031,-1-7 0,-6-3 0,1-3 0</inkml:trace>
  <inkml:trace contextRef="#ctx0" brushRef="#br0" timeOffset="14265">3435 1899 7919,'5'-2'304,"-1"0"0,0-2 0,2 2 1,1-1-118,-1 1 0,4 1 0,0-2 0,3 1-302,2 0 1,2-3 0,4 0 0,1-1-523,1-2 0,-3 0 1,1-2-1,-2 0 637,-2 0 0,-4 2 0,0-1 0,-4 3-106,-2 2 0,-4 1 1,-3 4-1,-5 1-15,-3 5 1,-3 3 0,2 4 0,0 2 1499,-1 0 0,2 2 0,1 3 0,2 0-468,0 0 1,3-1 0,4-3 0,3 0-593,3-2 0,3-7 0,4 1 0,3-6-373,2-5 0,1-5 0,1-5 0,-1-4-5,-3-2 1,-5-1-1,-1-4 1,-4 0-565,-2-2 0,-5 5 0,-2-1 0,-4 3 114,-5 4 1,-3 5 0,-2 1 0,-2 1-124,-2 3 0,4 1 1,1 3-1,0 0-173,0 0 1,3 0 804,0 0 0,3 3 0,-1 0 0</inkml:trace>
  <inkml:trace contextRef="#ctx0" brushRef="#br0" timeOffset="14604">4288 1822 7747,'0'-10'-535,"0"0"0,0 0 1035,0 3 1,0-1-1,0 2 2627,0 0-2751,-3 2 1,3 5 0,0 5 0,2 5-252,1 3 1,0 1 0,1 4-1,1 1 27,1-1 1,-2 2-1,0-1 1,1 1-468,1-1 0,0-4 0,1 1 0,-1-3 45,0-4 0,1 0 0,-1-5 0,1 0 376,2-3 0,0-5 1,3-3-1,-2-4 133,-1-3 0,0 1 0,-1-1 0,1-1-68,1-1 1,-1 2 0,1-2-1,-1 1-411,-1-1 0,-1 2 1,-1-1-1,1 0-553,-1 0 0,1 1 0,-2 1 1,0 0-824,0 2 1,-1 2 1615,2-1 0,1 2 0,-1 1 0</inkml:trace>
  <inkml:trace contextRef="#ctx0" brushRef="#br0" timeOffset="14940">4590 1842 7951,'5'4'0,"0"-1"269,0 0 0,-3-1 0,2-2 1,1 0 82,1 0 0,0-2 0,0-3 0,-1-2 271,-1-4 1,1 0 0,0-6 0,-1-1-251,-1 0 1,-3-2 0,0 0-1,0 0-93,-3 1 1,-1 4-1,-4 2 1,-3 3 53,-1 3 0,1 6 0,0 1 0,0 5-30,-1 5 0,1 4 0,2 7 0,1 4-119,2 5 1,2-2 0,0 4 0,2-1-517,1-3 1,4-2 0,2 1 0,3-3-673,2-2 0,0-7 0,1-4 1,1-2-328,2-4 1,0-3 0,1-2 0,-1-5 1329,-2-2 0,-2-6 0,0-4 0</inkml:trace>
  <inkml:trace contextRef="#ctx0" brushRef="#br0" timeOffset="15276">4737 1790 7676,'-4'1'-212,"0"1"587,2 2 0,-1 3 0,3 1 1,0 2 646,0 2 1,0 0 0,0 5-1,0 1-555,0 0 1,0 1 0,0 0 0,0-1-136,-2-1 0,0-1 0,-1 1 0,-1-4 203,1-4 1,0-3-98,-1-1 1,3-4 0,-1-5 0,1-6 44,1-3 1,0-2-1,1-3 1,1-1-244,2-1 0,2 1 0,0-4 0,0 1-70,1 1-328,-1 4 1,1-2 0,0 2 0,1 2 0,1 0-1,0 3 1,0-1-1143,-1 3 0,2 2 0,-1 0 0,0 2-822,0 2 0,2 2 0,-2-2 2122,-2 2 0,3-3 0,0 1 0</inkml:trace>
  <inkml:trace contextRef="#ctx0" brushRef="#br0" timeOffset="15609">4968 1758 7747,'-5'24'0,"-1"-1"347,-1-1 0,0-1 0,0-3 1,1 1 221,-1 0 1,2-4 0,0 2 0,1-5-3348,1-1 2778,1-6 0,5-5 0,0-7 0</inkml:trace>
  <inkml:trace contextRef="#ctx0" brushRef="#br0" timeOffset="15610">4968 1675 7747,'0'-7'107,"0"1"1,0-3 0,0 1 968,0 0 1,-2 1-1239,0 0 0,1 4 0,3 1 0,2 1-452,2 1 0,0 3 0,1 1 614,2 2 0,1 0 0,3 1 0</inkml:trace>
  <inkml:trace contextRef="#ctx0" brushRef="#br0" timeOffset="15956">5244 1566 8104,'-7'-2'0,"-1"-1"653,0 2 0,-2 0 0,2 1 0,-1 0 367,-1 0 0,2 2 0,-2 2 0,0 5-295,3 2 0,-1 5 0,0 4 0,-1 5-438,1 4 1,3 4 0,2 2 0,-1 2-143,1 0 1,1-4 0,0-1-1,-1-2-923,1-4 0,-1-6 0,2-4 0,-1-4-6304,0-3 7082,2-5 0,0-4 0,0-4 0</inkml:trace>
  <inkml:trace contextRef="#ctx0" brushRef="#br0" timeOffset="16288">5039 1835 7747,'-4'0'4984,"1"-1"-4127,3-1 0,4 1 1,2-3-1,2 1-298,2 2 0,3 0 0,3-1 1,0 0-1497,2 1 1,-1 0 0,1 1 0,0 0-3915,0 0 4851,0 0 0,1 0 0,0 0 0</inkml:trace>
  <inkml:trace contextRef="#ctx0" brushRef="#br0" timeOffset="16289">5257 1777 9106,'-6'5'0,"1"2"2220,1 0 0,2-2-1487,0-1 1,2 0-1,2 0 1,3-2-640,0-1 1,3-1 0,-1 0 0,3 0-660,0 0 0,-2 0 1,2 0-1,0 0-858,0 0 1,0 0 0,2-1-1,-3-1 473,1-2 1,-1-2 0,-1-1 949,0-2 0,1-1 0,-3-2 0</inkml:trace>
  <inkml:trace contextRef="#ctx0" brushRef="#br0" timeOffset="16623">5404 1700 7747,'-4'3'575,"1"-1"0,-1 2 505,0 1 0,0 3 1,-2 1-1,0 2-219,2 2 0,-2 3 0,2 3 0,-2 2-541,0 2 1,-1 2-1,1 4 1,-1 0-209,1 0 1,0-3 0,-1 0-1,1 1-1450,-1-1 1,1-3 0,0 1 0,1-3-4250,1-2 5587,0-7 0,-8 6 0,-2-5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3:48.459"/>
    </inkml:context>
    <inkml:brush xml:id="br0">
      <inkml:brushProperty name="width" value="0.06" units="cm"/>
      <inkml:brushProperty name="height" value="0.06" units="cm"/>
    </inkml:brush>
  </inkml:definitions>
  <inkml:trace contextRef="#ctx0" brushRef="#br0">263 49 7756,'-7'-12'201,"-1"2"1,-1 1 0,-1 3 396,-2 1 0,-1 0 1,-1 3-1,-1 2-179,1 4 0,0 1 1,0 5-1,1 3-120,1 1 1,5 2-1,1 3-120,3 1 1,1 4-1,2 2 1,3 0 0,4 0-273,3 0 0,3-2 1,1 0-1,1 1-75,-1-3 0,0-4 0,-3-1 0,-2-2 86,-2 0 0,-5-2 0,0-1 0,-3 0 80,-3-2 1,-2-4 0,-6 0-1,-2-1 128,-2-1 0,-1-1 0,-2-3 1,0 0-341,-1 0 1,3 0-1,1-1 1,0 0-867,2-1 0,5-1 0,4 1-50,1-3 0,3-3 1130,3 0 0,4-3 0,4 1 0</inkml:trace>
  <inkml:trace contextRef="#ctx0" brushRef="#br0" timeOffset="318">327 133 8106,'0'9'0,"0"2"305,0 4 0,0 0 1,0 5-1,0 4-53,0 4 0,0 2 0,0 1 1,0 0-716,0-3 0,0-4-436,0-2 0,3-9 899,1-4 0,2-11 0,0-5 0</inkml:trace>
  <inkml:trace contextRef="#ctx0" brushRef="#br0" timeOffset="379">359 126 7756,'-2'-6'167,"0"-1"0,-2 1 556,1 0-986,1 2 0,6 2 0,2 4 0,1 2-323,1 2 0,2-2 586,-2 1 0,3-1 0,-1 2 0</inkml:trace>
  <inkml:trace contextRef="#ctx0" brushRef="#br0" timeOffset="713">494 107 7966,'-7'3'0,"0"1"429,-1 2 1,1 3-1,-2 1 1,2 2-105,1 0 1,-1 0 0,1 3 0,2-1-167,2 1 1,1-1 0,2 0 0,1-1-230,2-2 1,3-5-1,1-3 1,1-3-237,1 0 0,1-3 1,1-4-1,1-3-118,0-2 0,0-1 0,0 1 0,0 2 488,-1 1 1,-2 5-1,-1 2 1,-2 5 141,-1 6 1,-1 6 0,-2 9 0,0 2 385,-1 4 0,-5 0 0,-3 4 0,-2-4-3,0-2 1,-1-4 0,0-2 0,-1-1-397,-2-2 0,0-4 0,-2-1 0,0-3-339,0-2 1,1-5 0,-2-2 0,2-2-547,0-2 0,2-2 0,2-5 1,1-2-1512,3-3 2203,2 0 0,-2-5 0,1 3 0</inkml:trace>
  <inkml:trace contextRef="#ctx0" brushRef="#br0" timeOffset="1062">673 171 7756,'0'12'0,"1"0"510,1 1 0,-1 0 0,1 6 0,0 1 184,0 2 1,-2-2-1,3 0 1,-3-1-286,0-1 1,0-1-1,0 0 1,0-2-171,0-2 0,0-3 0,0-1 20,0-2-339,0-3 1,2-7-1,1-4 1,-2-3 39,0-3 0,1-4 1,1-3-1,-1-3-70,1-2 0,2 2 1,0-3-1,0 0 37,2 2 1,-1 3-1,1 1 1,-1 4-28,0 5 1,1 6 0,-1 4-1,1 3 26,-1 4 0,-2 7 1,1 6-1,-1 5-379,-1 3 0,2-1 0,-2 1 0,0-2-524,0-1 1,3-3 0,-1-1-1,4-2 266,1-3 1,-2-7 710,3-4 0,3-5 0,2-3 0</inkml:trace>
  <inkml:trace contextRef="#ctx0" brushRef="#br0" timeOffset="1405">968 146 7756,'-6'-10'370,"-1"3"1,-1 2 428,0 0 1,-2 2-1,2 1 1,0 2-115,0 2 0,-1 3 0,0 3 1,1 4-244,1 2 1,3 0-1,0 3 1,2 1-328,0 1 0,2-2 0,2-2 0,3 0-319,0-3 0,5-4 0,0 0 0,2-3-189,1-3 0,2-5 1,0-3-1,-1-4 52,0-2 1,-3-2 0,-1 0 0,-1-1-80,-1 1 1,-1 2 0,-2 2 740,0 1 0,0 4 1,-3 6 563,-1 5 0,-2 4 0,-1 7 0,0 5-1246,-1 2 1,2 2 0,-1-1-1,1-1-43,1-1 1,0-3 0,1-3 0,1-6-1987,2-3 0,1-5 2390,1-3 0,-1-9 0,4-4 0</inkml:trace>
  <inkml:trace contextRef="#ctx0" brushRef="#br0" timeOffset="1462">1129 24 8671,'2'-1'1635,"0"4"1,0 5-1071,-2 5 0,1 4 0,0 5 0,2 5-466,-2 1 0,2 5 0,0 3 1,-1 0-97,1 0 0,-1-4 0,-2-1 0,0-2-2442,0-4 0,0-6 2439,-2-6 0,-5-3 0,-3-4 0</inkml:trace>
  <inkml:trace contextRef="#ctx0" brushRef="#br0" timeOffset="2065">1084 293 7736,'0'-6'533,"0"1"1,0 1-4,0-1 1,2 2 0,1-2-1,1 1-374,3 0 1,0-1 0,2 0 0,0 0-120,2-2 1,1 1 0,1 0 0,0-2-1095,0 0 1,-1 0 0,0-2 0,-1 0 665,-2 0 1,-2 2 0,-1-2 0,0 0 559,-2 2 482,-1 4 0,-6 2 0,-1 5 230,-2 3 1,1 4-1,0 3 1,1 2-331,1 2 1,1 0 0,2 1 0,0 1-472,0-2 0,3 1 0,1 0 0,2-2-229,0-1 0,3-5 0,0 0 1,1-2-291,1-4 1,-1-2 0,0-5-1,0-4 185,-2-5 0,-1-7 0,-2-4 1,0-2 112,-3-1 1,-1 3-1,1 0 1,0 1 104,-1 4 0,0 4 761,-1 6 1,0 6 0,0 5 0,0 5-790,0 5 1,0 0-1,0 5 1,0-1-312,0-1 0,1 0 0,0-2 0,1-1-2087,0-3 2462,1-2 0,1-8 0,2 0 0</inkml:trace>
  <inkml:trace contextRef="#ctx0" brushRef="#br0" timeOffset="2410">1417 139 8008,'0'7'0,"0"2"558,0 2 1,0-2 0,0 1 0,0 1 187,0 1 1,0 0-1,0 3 1,0-1-305,0 1 1,0 1-1,0 3 1,0-2-238,0-2 0,1-2 0,1-3 0,0-1 57,-1-2 0,1-3 0,-1-4 16,1-3 1,2-5 0,-1-7-1,1-3-138,1-3 0,1 0 0,-1-3 0,0-1-675,-1 1 1,1 2-1,0 2 1,0 1-649,0 2 0,-3 5 0,2 0 0,1 2-136,1 2 1319,-3 4 0,3 4 0,-2 3 0</inkml:trace>
  <inkml:trace contextRef="#ctx0" brushRef="#br0" timeOffset="2755">1591 235 7675,'6'7'363,"0"-1"1,1 0 0,-1-2 159,1-2 0,-1-1 0,0-2 0,-1-2 82,-1-3 1,0-2 0,2-4 0,-2-2-33,-2-2 1,0 1 0,-1-1-1,1-1-135,0 1 1,-2 2-1,-2 0 1,-3 2-256,-3 4 0,0 3 0,-2 1 0,0 2-73,0 3 0,-1 4 0,-1 7 0,1 3-238,0 4 0,3 1 0,0 3 0,1 2-942,0 2 1,4 0-1,1 0 1,1-2-480,1-2 1,1-3 0,3-3 1548,2-6 0,8 0 0,-1-1 0</inkml:trace>
  <inkml:trace contextRef="#ctx0" brushRef="#br0" timeOffset="2756">1796 280 7630,'-2'10'0,"-1"-1"0,-1-2 697,-1-1 1,0 0-200,-2-2 1,3-1-1,0-4-498,2-1 0,-3-4 0,1-4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3:47.143"/>
    </inkml:context>
    <inkml:brush xml:id="br0">
      <inkml:brushProperty name="width" value="0.06" units="cm"/>
      <inkml:brushProperty name="height" value="0.06" units="cm"/>
    </inkml:brush>
  </inkml:definitions>
  <inkml:trace contextRef="#ctx0" brushRef="#br0">77 39 7747,'0'-6'156,"0"-1"505,0 1 1,1 1-216,1 3 1,-1 4-1,1 8 1,-1 4 60,-1 4 1,2 2 0,1 6 0,0 5-406,0 3 1,-1 3-1,0 5 1,0 1-301,-1-2 0,0-6 0,-1 0 0,0-4 315,0-5 1,0-5 0,0-7-118,0-2 0,-6-9 0,-1-4 0</inkml:trace>
  <inkml:trace contextRef="#ctx0" brushRef="#br0" timeOffset="379">1 321 7741,'0'-4'262,"0"0"1,0-1 0,0-1 314,0 0 0,2 1 0,3 1 1,3-1-329,3 0 1,1-3 0,2 1-1,1-2-233,2 1 0,1-2 0,1 0 0,1 0-1472,-1-1 1,-1-1 0,0-2 1455,-4-1 0,3-3 0,-1 2 0</inkml:trace>
  <inkml:trace contextRef="#ctx0" brushRef="#br0" timeOffset="699">276 1 8210,'-4'6'312,"0"1"1,2 2-1,-2 1 1,1 3 257,2 2 1,0 0 0,1 4 0,0 1-280,0 3 0,2 1 0,1 3 0,1 1-87,1 2 1,-2-5 0,1-1 0,-1-1-69,1-2 1,-2-4 0,2-3-222,1-2 1,-1-6 0,0-4-232,1-1 0,-1-7 0,-1-2 0,1-4 175,-1-3 0,2-2 0,1-4 1,0-1 51,1-1 1,0 0-1,1 0 1,0 1 70,0 2 1,-1 5 0,0 1-1,-1 3 171,1 2 0,-3 3 1,-1 6-1,0 3 3,-1 3 1,-2 5 0,0 2 0,0 4-239,0 4 1,0-1 0,0 2 0,-2-1-512,0 1 0,-2-1 1,1-2-1,0-3-1024,0-3 0,1-3 1617,2-4 0,1-4 0,1-3 0,2-5 0,2-4 0,3 2 0,0-2 0,1 1-89,1 1 0,1-2 0,1 2 0,0-1 359,0 0 0,2 2 0,0-2 0,-1-1 240,0-3 0,-2 1 0,-1-2 0,-2-1-171,-2 0 1,-2 0 0,-5 1 0,0 2-59,0 1 1,-5 1-1,-4 0 1,-3 4-58,-3 3 1,1 2 0,-3 1-1,2 2-141,1 2 0,0 4 0,3 6 0,1 3 103,1 4 0,6 0 1,-1 8-1,3 2-112,1 1 1,5-1 0,4-3-1,3 0-319,3-1 0,1-8 0,3 0 1,1-6-681,-1-5 1,1-4 0,1-5 924,0-4 0,3-8 0,-1-3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4:29.845"/>
    </inkml:context>
    <inkml:brush xml:id="br0">
      <inkml:brushProperty name="width" value="0.06" units="cm"/>
      <inkml:brushProperty name="height" value="0.06" units="cm"/>
    </inkml:brush>
  </inkml:definitions>
  <inkml:trace contextRef="#ctx0" brushRef="#br0">70 39 8512,'0'10'0,"0"1"473,0 3 0,0 2 1,0 10-182,0 7 1,0 8 0,0 14 0,0 7 0,1 6-4,3 3 0,-3-5 0,3-6 0,-1-7-174,1-7 1,-1-11 0,-3 2-1,0-5-18,0-2 0,0-12-779,0-1 1,0-13 0,-1 0 409,-2-9 0,0-8 0,-3-3 1,-2-4-64,-1-4 1,-1-2-1,0-6 1,0-2 267,1-2 0,0-1 0,2-5 0,4-3 215,2-4 1,1 0 0,1-6-1,3 0-10,6 0 0,6 6 0,7 2 0,3 5 184,3 6 0,2 9 1,0 6-183,-1 6 1,4 3 0,-7 9 0,-1 1 0,-3 2-3,-4 3 1,-6 7 0,-1 8 0,-4 4 81,-5 4 0,-4 5 1,-4 4-1,-6 6-79,-4 4 0,-2 1 0,-5 2 0,-3 0 29,0-2 1,5-8-1,-2-2-59,0-4 1,1-11-1,4-5 1,4-7-267,2-6 0,5-6 0,3-4 1,4-2-62,6-1 1,1 0 0,7 0 55,-1 0 0,5 1 1,0 0-1,3 2 1,0 4-5,-1 2 0,-1 1 1,0 1-1,0 3 333,0 6 0,-8 6 1,-3 6-1,-4 1 177,-3-1 0,-5 3 1,-5 1-1,-4-1-31,-4-2 1,-3-3 0,-2-2-236,-2-2 0,2-3 1,-3-1-1,3-3 1,2-4-779,-1 0 0,1-2 0,2-3 0,4-1-486,2-3 1,6-1-1,1-5 1184,3 0 0,6-4 0,0-2 0</inkml:trace>
  <inkml:trace contextRef="#ctx0" brushRef="#br0" timeOffset="267">518 566 7805,'19'-5'275,"-2"0"1,0 4-1,0-2 371,2-4 1,-1-3-1,-1-3 1,3-5-223,1-4 1,-5 0-1,2-4 1,-2-3-265,-4-3 1,-4-1 0,-3-5 0,0 1-21,-3 2 0,-5 8 0,-4 5 0,-3 4-439,-3 5 0,-3 6 0,-4 4 0,1 3 165,-1 3 0,-1 5 1,-1 7-1,-2 7 327,2 6 1,4 2-1,0 9 1,0 2 72,4 4 0,2 1 0,2 2 0,1-3-242,2-2 0,3-8 0,6 4 0,5-5-763,6-5 1,7-8-1,5-9 1,6-4-124,3-5 0,3-6 0,3-5 862,-1-4 0,6-8 0,0-5 0</inkml:trace>
  <inkml:trace contextRef="#ctx0" brushRef="#br0" timeOffset="1301">1074 149 7805,'-14'-10'314,"2"0"0,-4 0 1,1 1 299,-1 2 0,3 3 1,-2 4-1,0 1-184,3 2 0,0 12 0,1 9 0,0 9 210,2 10 0,6 5 1,-1 10-1,3 4-349,1 2 0,5-1 1,1-1-1,3-6-456,1-7 0,0-12 1,0 2-1,0-4 37,0-3 0,-1-9 1,-3-7-1,-1-5-2185,-1-4 0,-4-5 0,-1-9 1696,-8-6 0,-5-2 0,-6-3 0,-1-2 606,-2-1 1,1 5 0,-3-5 0,3 1 151,3 2 1,3 4-1,-1-2 1,4 2 1027,2 2 0,6 4-312,1 1 1,9 5 0,3-1-734,5 2 0,4 1 0,1 0 0,4-1 0,5-2-202,1 0 1,3-5 0,1 3 0,1-3-450,-1-2 0,0 2 1,-1-5-1,0 1-135,-2-1 0,-7 2 0,-3-3 600,-8 3 1,-3 6 0,-9 3 2,-7 4 0,-4 8 1,-6 8-1,1 4 856,0 4 1,-1 4 0,1 2 0,4 1 0,3 0-180,4 1 0,1-6 1,5 1-1,2-4-405,5-3 1,4-6 0,10-6 0,3-8-400,6-8 1,0-6 0,3-11 0,-2-5-55,-1-4 0,-8 0 0,-3-3 0,-4 2 171,-3 4 1,-5-1 0,-4 6 196,-2 2 0,-9 0 0,-6 9 1,-3 2-1,-4 2 153,-2 2 1,4 2 0,-3-2 0,0 4-610,1 2 1,3 1 0,2 0-775,2 0 1,4 0 571,4 0 1,9 3 0,2 0 0,8-1-178,2 0 0,2-4 1,2 0-1,1-1 707,0 1 0,0 1 0,0 1 0,0 0 76,0 0 1,-5 4 0,-2 3 0,-2 1-39,-1 2 1,-1 5 0,-2 0 0,-3 3 1337,1 2 1,-4-5 0,2 7 0,-2 2-513,-1 0 0,0-1 0,0 3 0,0 2-522,0 1 0,-3 2 1,-2 0-272,0-2 0,2 1 0,-3-9 1,1-3 79,-1-3 0,4-7 0,-1-9-313,1-8 1,2-10 0,0-7 0,0-4 3,0-3 1,4-2 0,0-4-1,2 1-166,1 2 0,2 6 1,2-1 34,3 3 1,-2 1-1,4 7 1,2 2-389,1 5 0,1 0 0,1 7 1,1 1-1,1 2-341,-1 2 0,-2 3 0,-2 4 0,-4 6 991,-3 3 0,1 5 0,-5-3 0,0 3 85,0-1 1,1-2 0,-4-1 771,2-3 1,-3-2-398,4-1 1,-1-4-1,3-4 1,-2-4 303,-4-5 0,1-3 0,0-3 0,-2-3 0,-1-3-448,-1-1 1,0 0 0,-1 1 0,-2 2-156,-4 0 0,-2 2 1,-1-1-1,-1 6 61,-2 6 0,2 8 0,-2 6 0,2 7 155,1 5 0,3 4 1,2 7-1,0 4-99,3 1 1,2-2-1,4-3 1,6-3-877,6-4 1,4-5 0,3-6-408,3-4 1,3-4-1,2-8 1,1-2 0,1-5-3216,-1-4 4247,-5-3 0,-3-5 0,-4 0 0</inkml:trace>
  <inkml:trace contextRef="#ctx0" brushRef="#br0" timeOffset="1917">269 1163 7740,'-1'-7'0,"-2"0"641,-4 0 1,1 2 700,0 2 1,0 3-898,0 3 1,1 8-1,5 10-266,0 8 1,0 10 0,1 10 0,2 9-1,1 9 9,2 6 1,0 2-1,4 1 1,0-3-235,0-2 1,-5-13 0,0-6 0,-2-9-400,1-12 234,3-11 0,-5-15 1,4-12-1,-2-9 0,0-7 49,0-7 0,-3-2 0,3-7 0,-2-4 40,1-2 0,-1-3 0,5 4 1,0-2 94,-2 0 1,5 6-1,-1-6 1,3 4 145,0 2 0,0 12 0,0 7 0,2 8-40,-2 8 1,-2 8 0,-3 9 0,-1 10 244,-2 10 1,3 7 0,-4 4 0,0 3-243,-2 3 1,-1-4 0,1-2-1,1-2-375,1-1 0,2-4 0,-2-1-455,4-4 0,2-2 0,0-9 0,2-5 0,3-8-646,2-7 1,3-6 1393,1-11 0,0-8 0,0-11 0</inkml:trace>
  <inkml:trace contextRef="#ctx0" brushRef="#br0" timeOffset="2167">736 1491 8107,'-1'-9'1303,"-2"2"-1007,-3 3 1,-3 5 0,1 3 0,-1 6-1,-2 7 1,0 5 0,1 4 291,3 3 0,-1 2 0,5 1 0,1 1-100,1-1 1,6-4-1,5-4 1,6-3-591,2-6 0,3-7 1,3-6-1,1-4-158,0-4 0,1-9 0,-4-4 0,1-4-31,-1-2 0,-2-2 1,-4-2-1,-7-1 27,-4 0 1,-6 1-1,-5 3 1,-6 4-41,-6 4 1,0 4-1,-8 5 1,1 2-222,-1 4 1,4 2 0,-1 2 0,2 2-86,1 4 1,5-2 0,2 2-454,2 1 1063,5-4 0,6 0 0,6-4 0</inkml:trace>
  <inkml:trace contextRef="#ctx0" brushRef="#br0" timeOffset="3033">826 1451 7764,'6'0'253,"1"1"0,1 2 102,0 4 1,-2 2 0,-2 2 0,0 2 318,-1 4 0,0 2 0,-3 5 1,0 2-247,0 3 1,1 2 0,2 1 0,0 1-305,-1-1 0,0-4 0,1-3 0,1-1 20,2-2 0,-4-8 0,2-6-96,1-2 1,-3-5-1,3-8 1,1-6-309,-1-4 1,-1-9 0,1-3 0,1-4 160,-1-2 0,2 2 0,3-1 0,0 0 20,0 2 0,0 7 0,0-3 0,-1 6 130,1 7 0,-2 7 1,1 6 56,2 4 1,1 5 0,-3 6 0,-1 4 46,-2 1 0,1 6 0,2-1 0,-1-1 330,-2-1 1,-2-5 0,2 1-342,2 1 0,-3-1 1,1 1-1,-2-3 1,0 0 81,0-3 1,-3-1 0,2-1-391,-1 0 0,-1-5 0,1-2 0,1-7 37,-1-6 1,3-8 0,-1-9 49,2-2 1,4-5 0,4-2 0,0-2 0,2-1 188,-1 0 0,2 9 0,2-1 0,-2 8-63,0 7 0,-8 9 1,1 5-1,-3 8 22,-1 7 0,-2 6 1,-4 4-1,0 5-337,0 4 1,0 0-1,0 3-442,0-1 1,0-2 0,0-5 0,0-5-1,0-3-687,0-3 0,1-8 1,3-2 808,2-7 0,0-9 1,-1-7-1,1-4 586,0-5 0,0 1 0,3-6 0,-1 0-50,-2 0 1,0 3-1,0-4 1,-1 4 472,-1 5 0,-3 5 0,3 3 1159,-3 0 1,-1 8-1181,0 7 0,1 9 1,1 8-1,3 5 1,-1 6-88,0 4 1,3 0-1,-3 4 1,1 2 153,-1 1 0,4-2 1,-2 1-1,0 0-571,1 0 0,-4-2 0,3 1 1,-1-4-1159,1-2 1,-4-10 662,1-5 1,-2-13-1,-1-10 280,0-7 0,-3-11 0,-1-5 1,-2-4-1,-1-3 130,2-3 0,-3 6 1,4-5-1,-1 3 316,1 0 0,1 3 1,3-2-1,0-1 210,0 1 1,5 0-1,4-3 1,5 3 203,5 1 0,-1 5 0,6 7-244,0 4 0,-2 8 0,4 7 0,-2 4 20,-2 6 0,-2 4 0,-4 11 0,-5 3-1,-4 5 1,-4 9 0,-1 0 0,-4 3 0,-6 4-251,-4-3 0,0-5 0,-5-3 0,-1-2-236,0-1 0,-1-11 0,1 1 0,2-7 56,-2-6 0,6-3 0,1-7 0,2-4-2044,4-5 1,3-4-1,3-6 2156,3 0 0,1-4 0,5-2 0</inkml:trace>
  <inkml:trace contextRef="#ctx0" brushRef="#br0" timeOffset="3783">1859 1341 7748,'-4'7'443,"-3"0"0,-2 0 1,0 2-1,-1 2 1,-1 3 561,-3 2 1,3 3-1,-2 2 1,2 2-518,1 4 1,1-2 0,3 0 0,2-1-384,3-6 0,1 1 0,1-7 1,4-2-413,5-2 0,1-6 1,5-1-1,2-6-113,1-9 1,-3-4 0,1-5 0,-1-4 110,0-2 1,3-4 0,-5 0-1,0 1 336,0 1 1,-9 2 0,4 4 0,-2 5 684,-2 6 0,-4 9 0,0 10-292,-3 10 0,-6 8 1,2 8-1,-2 2-722,1 4 1,2-2 0,3-1 0,-2-1 15,2-5 1,1-6 0,2-2 0,4-5-1133,4-4 0,3-6 0,3-3 1,2-5 914,1-7 0,-2-9 1,5-7-1,-1-5 503,-3-6 0,-2 3 0,0-8 0,0 0 112,-3 1 1,-6 4-1,-2 4 311,-3 5 0,-6 4 1,-1 13-1,-3 3 1,-2 2 406,-2 4 1,1 2 0,-1 4 0,2 2 28,1 3 0,1 2 0,3 2-656,2 4 1,3-2 0,1 2 0,0 1-1,1 0-282,3 2 1,1 0 0,6 0 0,1 0-161,2 0 0,0 0 0,-2-2 0,2 1 37,-2 1 1,-1-2-1,-2 6 1,-3 0 549,-3 3 1,-3-2-1,-3 1-110,-3-2 0,-7 2 1,-1-2-1,-1-3 1,-2-4-403,2-3 1,-3-4-1,5-4-414,0-3 0,2-3 0,3-3 0,1-5-839,4-4 1,7-2-1,5-4 1,4 2 1416,3-2 0,1 0 0,5 1 0,2 1 0,-2 2 0,0-1 0,0 3 0,1-1 0,-1 1 0,0 1 0,-1 1 451,-1 0 1,1 0 0,-5-1 0,0-2 0,3-4 750,-1-2 0,-5 0 0,0-1-1143,-2 0 1,-5-3 0,-2-1 0,-1 2 5,1 1 1,-5 7 0,-6 4 0,-2 6 0,-2 4 203,-2 3 0,1 8 0,-4 9 0,1 6 102,-1 6 0,4 7 0,-1 4 0,2 0 161,1 1 0,4-5 0,4 3 0,5 0-836,7-1 0,6-5 0,7-5 1,5-7-1005,4-7 1,3-10 0,4-8 0,-2-9 1307,0-9 0,-5-10 0,2-6 0</inkml:trace>
  <inkml:trace contextRef="#ctx0" brushRef="#br0" timeOffset="4316">3022 1093 7695,'6'-14'23,"-1"1"0,-2-2 301,0 1 0,1 5-119,0 5 0,-3 9 0,2 5 0,-2 8 589,-1 7 1,0 3 0,0 8-577,0 2 0,0 8 0,0 5 0,0 2-130,0 1 1,-3 7 0,0-3 0,0 0 0,2-5-569,1-6 0,6-12 0,3-9 1,4-9-61,2-7 0,5-5 0,3-10 0,1-6 540,0-7 0,1-7 0,5-5 0</inkml:trace>
  <inkml:trace contextRef="#ctx0" brushRef="#br0" timeOffset="4583">3400 1312 7695,'0'-11'0,"0"-2"0,0 0 990,0 1 1,-1 5-473,-2 4 1,-3 2 0,-4 1-1,-1 1 1,-1 4 0,-2 4-136,-2 7 1,4 3 0,-1 2-1,3 2-288,3 3 1,3 0 0,4-1 0,0 1-202,0-1 0,1-3 1,3-1-1,6-5-599,6-7 0,2-5 0,2-2 0,0-5 363,0-7 0,-3-6 0,-2-7 0,1-3 120,-1-3 0,-3-4 0,0 1 0,-4 3-29,-5 5 1,-1 4-1,-2 3 1016,0 4 1,-5 6-1048,-2 4 1,3 6 0,1 4-273,2 2 0,1 1 0,1 0 1,2 0 224,4 0 0,2-5 1,0-2 328,1-1 0,5 2 0,0 1 0</inkml:trace>
  <inkml:trace contextRef="#ctx0" brushRef="#br0" timeOffset="5333">3639 1262 7721,'0'-10'402,"0"0"0,0 3 0,-1 2-93,-3 0 0,-1 2 0,-5 3 0,0 0 158,0 0 1,0 1 0,1 3 0,1 2-313,2 3 0,4 2 0,-2 1 1,3 3-187,1 0 1,1 2 0,3 3-1,2-1-107,3 1 0,1-1 0,0-2 0,1-3-55,2 0 1,-1-6-1,4 1 1,-1-4 9,1-2 0,-4-8 1,1-5-1,-1-5 209,1-4 0,-4 2 0,2 1 0,-1-1 91,-2 2 1,-5 1 0,1 4-1,-2 1-30,1 2 1,-2 4-186,3 6 1,-3 4 0,-1 5 0,0 2 56,0 2 0,0-4 0,1 1-1038,2-2 1,-1-5 0,5-4 682,1-4 1,-3-9 0,2-8 0,-1-5 395,0-5 0,3 1 0,-3-5 0,3 1 0,1-1 0,0 4 0,0-2 0,0 3 100,0 3 0,-4 4 0,-2 6 274,0 5 1,-3 5-1,3 10 1,-2 5 91,1 5 1,-1 6 0,5 5-92,1 4 0,1 2 0,1-2 0,0 2 0,-1 2 100,1-2 0,-3-3 1,-1-1-1,-1-3-376,1 0 1,-4-5-1,1-5-12,-2-1 1,-3-5-1,-3-5 1,-7-3-93,-2-1 1,1-1 0,-5-2-1,-2 0-131,-2 1 1,-1 1 0,3 1 298,0 0 0,4 0 0,0 0 0,2 0 0,3 1 149,3 2 1,4 3-1,4 4 1,0 0-104,0 0 1,4-1 0,4 1-1,4 0-924,5 0 1,-2-3 0,2-2 0,0 0-27,2-3 0,1-2 1,0-3-1,0-5-254,0-4 1,-4-4 0,0-5 782,-2-2 0,-1-1 0,-3-4 0,0 3 0,-1 1 212,-2 2 0,0 1 0,-3 2 0,-1 1 0,1 2 0,-3 7 368,3-1 1,-3 8-1,-1 3 332,0 8 0,0 5 1,0 7-1,0 2-217,0 4 0,0 1 1,0 2-1,0 1-110,0 2 0,1-2 0,1 1-610,1-4 1,1-1 0,-4-5 0,0-3-170,0-4 1,0-10-1,0-5 120,0-5 1,0-13-1,-1-6 1,-3-7 285,-2-6 0,-3-10 0,-1-4 0</inkml:trace>
  <inkml:trace contextRef="#ctx0" brushRef="#br0" timeOffset="5480">4076 1133 7695,'1'-10'0,"1"0"0,2 0 1237,-1 4 0,-3 1-1176,0 2 1,1 6-1,1 0-585,2 5 0,3 2 1,-1 0-1,0 0 400,1 0 1,-4-2 0,3 0 123,-2-1 0,8-1 0,-1 4 0</inkml:trace>
  <inkml:trace contextRef="#ctx0" brushRef="#br0" timeOffset="5782">4185 1163 8464,'6'1'798,"-3"2"0,-2 4-381,-1 1 0,4 3 1,0 3-1,0 3-110,1 5 0,1 4 1,-2 5-1,-1 2 42,1 3 1,-2 3 0,1 0 0,-1-2-106,1 0 1,-1-12-1,1-1 1,-2-4-154,-1-5 0,0-9-40,0-6 0,-3-10 1,-1-8-1,2-7-182,1-3 1,1-6 0,1-8 0,1-1-280,2 1 0,2 9 0,-1 5 0,-1 1 436,0 2 1,3 7 0,-2 2 0,-1 7 28,0 2 0,3 6 1,-3 1-1,1 6 30,-1 7 1,1 3 0,-3 6 0,2 3-700,2 0 0,-3 1 0,3 3 0,-2-1-294,-2-2 0,4-7 0,0-1 0,4-6 429,4-7 0,1-5 1,5-7-1,1-12 479,2-12 0,-2-4 0,3-18 0,-4 2 0</inkml:trace>
  <inkml:trace contextRef="#ctx0" brushRef="#br0" timeOffset="6199">4613 994 7695,'0'-10'833,"0"3"0,-1 1 1371,-3 2-1801,3 1 0,-7 7 1,5 3-1,0 3 1,0 3-1,-1 4 26,2 1 1,1 6 0,1-1 0,0 0-259,0 1 0,1-5 0,1 3 0,3 0-394,0-1 0,-2-3 0,3-2 0,-1 2 18,1 1 1,-4 1-1,2 0 1,-3-1 175,-1 1 1,-1 1 0,-3 3 0,-2 2 383,-3 3 1,-2-2 0,-1 1 0,-3 1-76,0-2 0,-2 0 1,-2-1-1,2-3-217,0-2 0,4-7 0,-3-3 0,2-1-31,2-3 1,1-3-1,1-1 1,0-2-833,0-1 0,3 0 1,2-1-14,1-2 1,0 1 0,4-5 529,0-1 0,0-4 0,0-1 0,0 1 245,0 1 1,4-3 0,0 1 0,1 0-6,3-2 0,1 4 0,1-3 0,0 1 440,0 0 1,1-1-1,1 4 1,2 0 96,2 0 0,0 5 0,4 2 0,1 2-98,2 1 1,0 0 0,2 1 0,-1 3-653,-2 6 0,-1 1 1,-2 6-1,-2 0 28,-4 2 1,-5-2-1,-3-2 1,0-1-4660,-3-1 4887,-1-2 0,-5-1 0,-2 0 0</inkml:trace>
  <inkml:trace contextRef="#ctx0" brushRef="#br0" timeOffset="6699">5130 1003 7695,'3'-6'1081,"0"-1"-659,1 5 1,-4 2 0,0 8-1,0 4 1,-2 6-103,-1 4 0,2 4 0,-2 6 0,2 2-306,1 2 0,-4 1 1,1 5 34,1 1 1,-3 4 0,2-4 0,1-2 0,0-4-1149,-2-4 1,2-9 0,-3-6-1,-1-2-986,1-4 2085,-2-5 0,-3-7 0,0-6 0</inkml:trace>
  <inkml:trace contextRef="#ctx0" brushRef="#br0" timeOffset="6898">5020 1461 7695,'-10'4'352,"0"3"0,4 2 0,-1 1 0,0 1-4,2 2 0,-1 3 0,4 7 0,-1 0-34,1-1 1,1 0 0,2-1-1,2 0-166,4-2 1,5-5 0,1 0 0,0-2 18,2-3 0,-3-5 0,4-1 0,2-3-223,1-3 0,1-7 0,0-7 0,-1-4-485,1-5 1,0-2 0,-1-8 0,0-3-259,1-3 0,-6 1 1,5-2-1,-4 2 799,-3 1 0,-1 9 0,-1 3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4:37.810"/>
    </inkml:context>
    <inkml:brush xml:id="br0">
      <inkml:brushProperty name="width" value="0.06" units="cm"/>
      <inkml:brushProperty name="height" value="0.06" units="cm"/>
    </inkml:brush>
  </inkml:definitions>
  <inkml:trace contextRef="#ctx0" brushRef="#br0">100 223 7695,'0'-15'143,"0"4"278,0-2 0,0 4-90,0 6 0,0 13 0,0 13-4,0 5 0,0 2 0,0 4 0,0 3-164,0 5 0,-3 0 0,0 2 0,-1 0-401,0 2 0,-2-4 1,-3 11-172,3 2 0,-3-1 1,2-1-1,0-7-161,0-2 0,-1-3 1,5-11-1,0-7-359,-2-7 929,4-7 0,-8-18 0,4-2 0</inkml:trace>
  <inkml:trace contextRef="#ctx0" brushRef="#br0" timeOffset="484">11 660 7695,'5'-20'97,"0"0"0,-4 1 0,1 2 0,2 0 0,2 0 0,2-1 0,2-1 206,3-1 1,-1 3-1,3-8 1,1 2-597,-1 0 0,2-1 0,2 3 0,-2-2-92,0 1 1,-2 2 0,2-4-1,-3 1 164,1 1 0,-8 5 1,3-4-1,-1 1 221,0 3 0,-3 2 0,-2 0 0,-1 1 0,1 1 0,0 4 0,-1 2 0,-2 4 0,3 6 0,-3 4 169,-1 1 0,-3 7 1,-1 1-1,2 4 469,1 3 0,-2 3 0,-2 4 0,1 1-182,-1 2 0,1 0 1,2 4-1,-3 2-161,0-1 0,1 0 0,-1 3-143,1-1 1,-3 8 0,2-5-1,1-1 1,0-2 45,1-3 0,2-10 0,1-1-188,0-8 0,1-9 1,3-10-1,3-8-210,6-6 1,-1-13 0,3-5 0,2-6-82,2-4 1,-4 0-1,6-4 1,-1 0 100,-2 7 1,-1-1 0,2 8 98,-2 4 264,-3 1 0,-9 30 1,-1 5-1,-3 9-107,-1 3 1,-3 6 0,-2 1 0,1 3-369,-1 1 0,-1 0 0,1-2-20,0-1 0,3 0 0,-2-3 1,3-3-484,1-4 0,1-3 1,3-9 794,2-5 0,7-9 0,3-6 0</inkml:trace>
  <inkml:trace contextRef="#ctx0" brushRef="#br0" timeOffset="633">617 521 7695,'-1'16'158,"-1"1"1,-2-1-1,2 0 0,-2 2 1,0-5-1,1-1-274,-1-1 1,3-4-534,-3-1 1,3-9-1,1-4 649,0-7 0,5-9 0,0-3 0</inkml:trace>
  <inkml:trace contextRef="#ctx0" brushRef="#br0" timeOffset="982">697 123 6508,'6'0'159,"0"-1"1289,-2-2-1602,-1 2 1,-3-3 0,2 7-495,1 0 1,-1 4 647,5-4 0,-1 3 0,4-2 0,0-2 0,0-1 0,0-1 0,0 0 0,1 0-24,2 0 1,-2 0 0,3 0 106,-3 0 1,-6 1-1,0 3 1,-2 2 492,0 3 0,1 2 0,-4 2 1,0 4-35,0 2 0,0 3 1,0 3-1,0 6-255,0 3 0,3-4 1,0 2-1,0 1-109,2 1 1,-4 0-1,3 0 1,0-1-4,-1-1 0,0-7 0,-4 5 0,-2-1-126,-4 0 1,-2-3-1,-2 0-126,-2-2 1,-2-2-1,-5-5 1,1-5 0,1-5-93,2-3 1,4-4-1,-2-4 1,3-3-723,1-5 0,4-7 0,0-6 1,2 0-29,2-3 0,5 0 0,4-1 919,1 2 0,7-6 0,0 2 0</inkml:trace>
  <inkml:trace contextRef="#ctx0" brushRef="#br0" timeOffset="2531">1273 302 7377,'1'-16'-264,"2"-1"1,-1 4 0,1-4-1,-2-1 867,-1 0 1,0-3 0,0 0 0,0-1-210,0 0 1,1 3 0,1-4 0,3 3-19,0 3 0,-1 3 0,2 4 3,2 0 1,-3 7 0,1 6-51,-2 9 0,0 8 0,-4 6 0,0 10-38,0 8 0,-1 5 0,-3 8 0,-3 3-101,-6 0 0,2-1 1,-2 4-1,1-1-201,-1 1 0,1-4 1,-4 5-1,2 0-64,2-4 1,4-11-1,2-13 1,2-6-75,2-8 1,2-13 0,3-6 0,4-9-326,1-10 0,4-4 0,1-12 1,3-6 54,3-6 1,2 0 0,0-3 0,1-3 169,0-1 0,-4 10 0,3-1 0,-4 6 351,-3 4 0,-4 13-40,-4 6 1,-3 13 0,-1 4 320,-4 7 0,-1 5 0,-2 5 0,-1 1 1,1 3-485,-3 4 1,3-4-1,-1 7 1,2 1-582,1-3 0,2-2 1,1-4-1,3-2 205,3-3 1,5-7 0,10-3 0,2-8-76,4-6 1,3-13 0,2-6 551,1-7 0,2-4 0,-4-5 0,-3 0 130,-3 0 1,-3 2 0,-5 1 0,-5 4 0,-4 2 560,-5 1 0,-3 9 0,-3 5 0,-5 5 26,-4 4 1,0 3-1,-4 5 1,1 2-367,-1 4 1,3 3 0,-2 3-1,0 3-47,3 3 1,1-1 0,1 1-378,0 2 0,5-3 1,1-2-1,3-2 0,1-1-358,0 2 0,6-7 0,4 0 0,6-2 19,6-4 1,4-6 0,4-6 0,-1-6-65,1-2 0,1-3 0,0-2 0,0 0 251,-2 1 1,-11 2 0,-1 4 0,-6 3 495,-4 1 1,-4 8 0,-6 4-69,-4 6 0,-2 2 0,0 2 0,2 0 183,0 0 1,2 0-1,-2 0-195,4 0 0,1-3-907,2-1 0,2-4 306,1 2 0,-1-3 1,5-2-1,0-3 56,2-2 0,1-3 0,1-2 0,1-2 0,2-4 289,-2-2 0,-1 0 0,-1 0 0,0 0 244,0-1 0,0 4 0,-2-5 0,0 4 721,-1 3 1,-5 4-249,1 3 0,-2 10 1,-1 4-320,0 7 1,0 8 0,0 4 0,0 3 0,0 5-177,0 3 0,-1 4 1,-1 1-1,-1 5 6,1 4 0,-1 1 0,1 11 1,-2 1-64,-2-1 0,3-10 1,-4 1-1,0-3-274,-2-3 1,3-14 0,3-5 0,2-9-201,1-7 0,0-4 0,0-7-609,0-9 1,4-6 0,2-8 577,-1-2 0,3-7 1,-5-6-1,0-3 1,-2-3 364,-1-4 1,0-2 0,0-6 0,0 1 9,0 1 0,3 6 0,1-6 0,2 0 722,2 1 0,2 7 1,3 3-216,3 2 1,3 0 0,2 4 0,0 1-1,1 0-170,0 2 1,-3 8 0,3 3 0,-3 3-157,-3 7 0,-7 4 1,0 9 20,-3 5 0,0 5 0,-2 11 0,-2 4-81,-1 2 0,-2 4 0,-2 1 0,-4 1 1,-2 3-162,-1 1 0,0-3 1,0-1-1,-1 1-145,-2-1 1,1-4 0,-4-1 0,2-6-73,2-3 1,4-9 0,3-4-396,0-6 1,2-5-1,4-10 1,2-5-78,4-4 0,6 0 1,3-4-1,1 1 759,3-1 0,-4 0 0,6-3 0,0 2 0,-1 0 0,-5 7 0,-2-1 0,-3 1 387,-1 3 0,-4 5 366,1 2 1,-8 5-1,0 9 1,-3 3-210,0 5 0,-4 4 0,3 5 0,-2 2-215,0 4 0,4 6 0,-2 2 1,-1 3-145,1 1 0,1 1 0,-2 9 1,-2 4-309,-1 4 0,-1-6 0,0 3 0,0-4-93,0-6 0,4-7 0,0-6 1,2-6-521,1-9 1,2-10 0,1-10 206,0-8 0,0-5 0,1-4 0,2-4 320,0-4 0,5-3 0,-3-7 0,2-3 122,-1-2 0,1 0 0,3-4 0,0-1 276,0 2 0,0 3 0,0 0 0,1 1 285,2 1 0,-2 7 0,4-1 0,-1 3-138,2 0 1,0 5-1,0-1 1,1 3-182,-2 0 0,4 9 0,-3 1 0,-1 7-67,-2 6 1,-3 12 0,-3 8 0,-3 8 26,1 7 0,-4 1 0,1 6 0,-4 2-118,-5-1 1,-2 6-1,0-2 1,-1 1-149,0 2 0,-1-8 0,-2 9 0,-1-3-711,-1 2 0,3-10 0,-2-3 0,3-4-339,1-6 1,0-5 1200,0-2 0,0-10 0,1 2 0</inkml:trace>
  <inkml:trace contextRef="#ctx0" brushRef="#br0" timeOffset="2814">2506 730 7695,'6'-8'323,"0"-2"260,-2-4 1,3-1 0,-3 0 0,2-2-235,1-2 0,-1 1 1,1-9-1,1-1-130,5 0 0,-2-3 1,2-1-1,-1-1-267,1 1 0,-5 4 1,2 4-1,-2 3 58,-3 5 1,-1 5 0,-8 5-79,-2 2 0,-1 11 0,-2 4 0,-2 3 135,0 4 1,-1 5 0,1 3 0,-1 1 217,0 3 0,3-2 0,-3 6 1,2 0-225,0 3 0,5-1 0,-5 2 0,3 0-122,1 0 0,2-1 1,4 0-1,1-5-469,2-6 1,4-11 0,6-2-1,4-9-1186,1-6 1,2-9 0,0-9 1715,0-5 0,0-13 0,0-3 0</inkml:trace>
  <inkml:trace contextRef="#ctx0" brushRef="#br0" timeOffset="3380">2744 461 7695,'0'-15'475,"0"1"0,-1 3 0,-2 3 234,-4 1 0,-2 3 1,-1 5-195,0 2 1,4 7 0,0 6 0,1 4-385,-1 4 1,1 1 0,-3 5 0,2 2-56,2 4 1,-4 2-1,2 7 1,-2 0-212,1 1 1,-2-3-1,4 0 1,-1-3-356,3-5 1,-1-11 188,0-1 0,5-12 1,6-12-1,3-9 78,3-8 0,-1-5 0,5-5 0,1-5 150,0-5 0,3 3 0,0-6 0,2 1 108,-1 3 0,-7 2 0,5 1 0,-1 3 461,0 6 0,-7 7-107,-2 5 1,-7 11-1,-1 6 1,-4 7-129,-5 6 0,-2 3 1,-2 2-1,-1 2-83,-1 1 1,0-1-1,3 1 1,0-1-564,0-2 1,3-1 0,2-2 0,0-2-414,3-4 0,2-6 1,5-5-1,5-6 206,5-6 0,4-5 0,2-9 0,2-6 227,3-5 1,3-4 0,0 0 0,-2 2 375,0 0 0,-8 7 0,0-1 1,-5 2 204,-5 1 0,-4 8 0,-7 1 517,-5 4 0,1 6 0,-7 6 0,1 2-175,3 1 1,-1 5-1,0 4 1,0 4 39,0 3 0,3-2 0,2 5 1,0 3-466,3 2 0,1-1 0,1 3 0,0 0-142,0 3 0,0-1 0,0 6 0,1 0-224,2 3 1,-2-5 0,3-1 0,-3 0 32,-1-1 0,-1-5 0,-1 0 0,-4-5-363,-3-3 0,0-9 0,-6 2 0,-1-2-115,1-2 0,3-2 0,-1-4 0,2 0-1319,1 0 1997,0-4 0,4-2 0,2-4 0</inkml:trace>
  <inkml:trace contextRef="#ctx0" brushRef="#br0" timeOffset="3903">3072 779 7695,'10'-1'870,"0"-2"1,0 2-640,0-3 0,-3 3-402,-1 1 171,-4 0 0,3 5 0,-5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8.796"/>
    </inkml:context>
    <inkml:brush xml:id="br0">
      <inkml:brushProperty name="width" value="0.06" units="cm"/>
      <inkml:brushProperty name="height" value="0.06" units="cm"/>
    </inkml:brush>
  </inkml:definitions>
  <inkml:trace contextRef="#ctx0" brushRef="#br0">87 114 7853,'-19'-14'0,"2"0"0,4-1 268,0 0 0,5 4 0,1-6 1473,2 4-1382,1 0 0,9 12 0,3 6 0,5 11-78,3 8 0,2 7 0,4 7 0,-1 5-570,1 6 0,0-2 0,0 5 0,-3 1-612,-1-2 1,-2 4 900,-3-2 0,-1 1 0,1-5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9.329"/>
    </inkml:context>
    <inkml:brush xml:id="br0">
      <inkml:brushProperty name="width" value="0.06" units="cm"/>
      <inkml:brushProperty name="height" value="0.06" units="cm"/>
    </inkml:brush>
  </inkml:definitions>
  <inkml:trace contextRef="#ctx0" brushRef="#br0">6 199 7984,'-6'-2'319,"6"-2"1,11 2 0,12-7-1,8 1 1,7 0-182,5 0 1,-2-1 0,3-3 0,0-2-326,0-2 0,-2 2 1,0-3-1,-3 4-916,-8 0 0,-3 1 1103,-3-1 0,-1 1 0,1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9.461"/>
    </inkml:context>
    <inkml:brush xml:id="br0">
      <inkml:brushProperty name="width" value="0.06" units="cm"/>
      <inkml:brushProperty name="height" value="0.06" units="cm"/>
    </inkml:brush>
  </inkml:definitions>
  <inkml:trace contextRef="#ctx0" brushRef="#br0">1 1 7853,'11'34'0,"-1"5"-85,-2 3 1,-5 0-1,1 2 1,-3 0-173,-1 0 1,0 1-1,0 2 1,0-3 256,0-3 0,-5-11 0,-8 17 0,-6-8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9.629"/>
    </inkml:context>
    <inkml:brush xml:id="br0">
      <inkml:brushProperty name="width" value="0.06" units="cm"/>
      <inkml:brushProperty name="height" value="0.06" units="cm"/>
    </inkml:brush>
  </inkml:definitions>
  <inkml:trace contextRef="#ctx0" brushRef="#br0">24 199 8088,'-12'0'321,"5"-1"126,3-4 0,9 3 0,6-5 0,7 0-428,6 0 1,-2-1-1,8-5 1,0 1-663,3 0 0,3-2 1,1-1-1,0-3-699,0-1 1342,-5 3 0,9-7 0,-2 4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9.845"/>
    </inkml:context>
    <inkml:brush xml:id="br0">
      <inkml:brushProperty name="width" value="0.06" units="cm"/>
      <inkml:brushProperty name="height" value="0.06" units="cm"/>
    </inkml:brush>
  </inkml:definitions>
  <inkml:trace contextRef="#ctx0" brushRef="#br0">73 1 7709,'-12'0'251,"0"1"0,1 3 0,1 5 277,2 2 1,4 1-1,-3 2 1,1 2-187,3 5 0,3 4 1,5 4-1,4 5-269,6 6 0,0 0 0,6 4 1,1 0-509,2 0 0,-4-7 0,-1 2 0,-1-4-94,-3-4 0,-1-5 1,-3-6-1,-3-3 529,-3-3 0,-4-2 0,-1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09.978"/>
    </inkml:context>
    <inkml:brush xml:id="br0">
      <inkml:brushProperty name="width" value="0.06" units="cm"/>
      <inkml:brushProperty name="height" value="0.06" units="cm"/>
    </inkml:brush>
  </inkml:definitions>
  <inkml:trace contextRef="#ctx0" brushRef="#br0">0 149 7709,'2'-8'435,"2"0"1,0 5 0,7-3 0,4 1-490,3-3 0,4-1 0,7-2 1,4-2 254,3-1-201,1-5 0,11-1 0,3-4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0.697"/>
    </inkml:context>
    <inkml:brush xml:id="br0">
      <inkml:brushProperty name="width" value="0.06" units="cm"/>
      <inkml:brushProperty name="height" value="0.06" units="cm"/>
    </inkml:brush>
  </inkml:definitions>
  <inkml:trace contextRef="#ctx0" brushRef="#br0">87 70 7709,'-13'0'0,"1"0"0,0 0 0,1 2 66,2 2 0,-2-1 0,4 5 53,1 1 0,0 2 0,6 3 0,1 3-14,4 3 0,3 5 0,8 3 0,5 2-73,2 2 0,2-5 0,0 1 1,1-6-25,3-6 0,-3-4 0,2-3-104,-6-5 0,4-4 1,-6-7-1,-2-8 1,-1-10-60,-1-5 1,-6 0-1,1-5 1,-3-1 68,-1 2 1,-4 1 0,1 0 43,-3 4 0,-1 4 1,2 3 111,2 2 0,3 10 0,5 3 0,0 10 160,1 9 0,1 8 0,1 7 0,1 5 83,-1 3 1,1 3 0,-1 8 0,1 4 100,-1 1 0,-5-3 0,-3 6-238,-2-3 1,-1-3-1,-4-3 1,0-5-1,-1-4-89,-3-3 1,-3-8 0,-5 1 0,-1-3-441,1-5 1,0-7 0,-1-4-690,1-2 1,1-2 0,3-8-43,3-8 1,4-3 1083,1-5 0,6-8 0,0 3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0.928"/>
    </inkml:context>
    <inkml:brush xml:id="br0">
      <inkml:brushProperty name="width" value="0.06" units="cm"/>
      <inkml:brushProperty name="height" value="0.06" units="cm"/>
    </inkml:brush>
  </inkml:definitions>
  <inkml:trace contextRef="#ctx0" brushRef="#br0">12 124 7713,'0'26'164,"0"3"1,0 4 0,0 7-1,0 3 417,0 1 0,7-4 0,4 0 0,4-4-311,1-3 1,1-11 0,0-3 0,0-8-310,0-7 1,-3-4 0,4-4 0,-3-7 73,-2-8 0,2-3 0,-8-11 0,-1-3-292,-1-4 1,-5 1 0,-6-3-1,-5-1 20,-4-2 1,-3 6 0,3 3-1,-3 5-64,-1 3 1,2 2 0,-3 4-368,-2 6 1,4 5 667,1 11 0,3 11 0,2 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1.229"/>
    </inkml:context>
    <inkml:brush xml:id="br0">
      <inkml:brushProperty name="width" value="0.06" units="cm"/>
      <inkml:brushProperty name="height" value="0.06" units="cm"/>
    </inkml:brush>
  </inkml:definitions>
  <inkml:trace contextRef="#ctx0" brushRef="#br0">1 130 7725,'0'13'-119,"0"3"0,0 2 0,0 1 654,0 3 1,1-3-1,3 2 1,5 0-190,2-2 1,1 3 0,2-5-1,1-2-303,1-2 0,6-6 1,-1-3-1,1-4-92,-1-4 1,2-3-1,-5-6 1,0-5-306,-2-7 0,-6-1 0,2-6 0,-5-1 172,-1-3 0,-5 6 1,3-7-1,-2 4 34,-2 5 1,0 1 0,1 12 177,3 4 1,4 11-1,9 12 214,4 7 1,-2 14 0,1 6-1,2 2 1,2 2-349,1-3 1,-5-6 0,-1-5-908,-1-7 0,-1-1 1011,-5-13 0,1-2 0,-1-1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1.661"/>
    </inkml:context>
    <inkml:brush xml:id="br0">
      <inkml:brushProperty name="width" value="0.06" units="cm"/>
      <inkml:brushProperty name="height" value="0.06" units="cm"/>
    </inkml:brush>
  </inkml:definitions>
  <inkml:trace contextRef="#ctx0" brushRef="#br0">1 0 9164,'12'6'111,"1"2"0,0 8 0,2 6 0,5 7-104,3 8 0,-1 7 1,6 9-1,-5 0 26,-2 0 0,-6-11 0,0-5-951,-5-5 0,-8-10 0,-9-22 918,-5-12 0,-14-20 0,0-6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1.805"/>
    </inkml:context>
    <inkml:brush xml:id="br0">
      <inkml:brushProperty name="width" value="0.06" units="cm"/>
      <inkml:brushProperty name="height" value="0.06" units="cm"/>
    </inkml:brush>
  </inkml:definitions>
  <inkml:trace contextRef="#ctx0" brushRef="#br0">25 74 7649,'-8'-19'-151,"0"2"0,5 3-159,-1 2 246,3 5 1,6 3-1,3 7 1,3 2-1,2 2 1,-1 3 63,1 1 0,-1 7 0,0 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2.144"/>
    </inkml:context>
    <inkml:brush xml:id="br0">
      <inkml:brushProperty name="width" value="0.06" units="cm"/>
      <inkml:brushProperty name="height" value="0.06" units="cm"/>
    </inkml:brush>
  </inkml:definitions>
  <inkml:trace contextRef="#ctx0" brushRef="#br0">1 50 7937,'0'13'188,"4"-1"1,0 1-1,0 0 33,2 4 1,0-2 0,5 6 0,0 2 16,2 4 1,-4 1 0,8 4 0,-3 1-47,-2 2 1,2-4 0,0 4-1,-1-3-344,-2-4 1,-2-6 0,0-4-104,0-5 0,-7-6 0,2-15 116,-2-9 1,-6-7-1,-2-8 1,1-5 63,-1-2 1,-2-3 0,2 0 0,1 1 23,-1-2 1,1 9 0,2-2 0,-1 5 84,1 3 1,2 8 0,1 3 0,1 5-9,3 3 1,-1 4-1,5 8 1,2 3 85,1 7 0,1 9 0,1 1-10,-1 5 1,1 5 0,-1-2 0,0 2 0,1 3-276,-1-1 1,0-5 0,-1 2-160,-2-2 1,2-1-1,-3-6 1,3-1 0,0-3-253,-3-1 0,-1-7 0,-4-8 584,1-6 0,6-4 0,-3-5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2.479"/>
    </inkml:context>
    <inkml:brush xml:id="br0">
      <inkml:brushProperty name="width" value="0.06" units="cm"/>
      <inkml:brushProperty name="height" value="0.06" units="cm"/>
    </inkml:brush>
  </inkml:definitions>
  <inkml:trace contextRef="#ctx0" brushRef="#br0">48 0 7777,'-12'0'280,"4"4"0,1 2-367,1 1 1,-2-3 0,4 4 169,1 2 1,7 5 0,5 3 0,3 1 103,4 3 1,4-1-1,5 2 1,-1 3-48,1 0 1,-3 2 0,0-1 0,1 4 34,-1 0 0,-5-2 0,-2 3 0,-4 1-43,-3 3 1,-5-6 0,1 6 0,-4-5-9,-4-3 0,-3-4 0,-7-3 0,-2-4-169,-5-4 1,2-6-1,-2-3 1,-1-2-276,-1-2 1,2 0 0,2 0 0,1 0-171,3 0 0,5-2 1,4-2-1,0-4 98,3-3 0,2-1 1,1-1 391,0 1 0,5-6 0,2-1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2.626"/>
    </inkml:context>
    <inkml:brush xml:id="br0">
      <inkml:brushProperty name="width" value="0.06" units="cm"/>
      <inkml:brushProperty name="height" value="0.06" units="cm"/>
    </inkml:brush>
  </inkml:definitions>
  <inkml:trace contextRef="#ctx0" brushRef="#br0">0 1 7675,'9'16'0,"-1"2"0,0 1 0,0 3 122,1 2 0,-5 0 1,3 0-1,-2-3 260,-2-5 0,0-1 0,-1 0-561,2 2 0,-1-6 0,-6-8 0,-2-6-2196,-2-5 2375,-1-9 0,-10-13 0,-1-9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2.760"/>
    </inkml:context>
    <inkml:brush xml:id="br0">
      <inkml:brushProperty name="width" value="0.06" units="cm"/>
      <inkml:brushProperty name="height" value="0.06" units="cm"/>
    </inkml:brush>
  </inkml:definitions>
  <inkml:trace contextRef="#ctx0" brushRef="#br0">1 50 7675,'0'-12'0,"0"0"-29,0-1 1,1 6-188,3 3 333,-3 3 1,9 6-1,-4 2 1,-1 2-118,1-1 0,3 0 0,-2 4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3.245"/>
    </inkml:context>
    <inkml:brush xml:id="br0">
      <inkml:brushProperty name="width" value="0.06" units="cm"/>
      <inkml:brushProperty name="height" value="0.06" units="cm"/>
    </inkml:brush>
  </inkml:definitions>
  <inkml:trace contextRef="#ctx0" brushRef="#br0">75 73 7352,'0'-12'-187,"0"-1"0,-1 2 0,-2 2 0,-3 2 705,0 1 1,1 1-1,-3 2 73,-1-1 1,-2 1-328,-2 7 0,6 3 0,3 6-144,3-1 1,1 6-1,1 3 1,3 2-1,6 0-85,5-2 1,0 4-1,4-3 1,1 3-119,-1-2 0,-3-2 1,4 1-1,-1-3-51,0-1 1,-4 0 0,2-2 114,-3 5 1,-6-2 0,-1 2 0,-2-1 0,-2 1 19,-2 0 1,-1-5 0,-1 3 0,-3 1-73,-4-1 0,-3-7 1,-3 2-432,-3-3 0,4 1 0,-5-7 0,1-3-73,1 0 0,1-9 1,6-4 574,5-4 0,-3-13 0,0 2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3.562"/>
    </inkml:context>
    <inkml:brush xml:id="br0">
      <inkml:brushProperty name="width" value="0.06" units="cm"/>
      <inkml:brushProperty name="height" value="0.06" units="cm"/>
    </inkml:brush>
  </inkml:definitions>
  <inkml:trace contextRef="#ctx0" brushRef="#br0">0 25 7675,'0'-12'244,"2"5"1,2 3 0,4 3 95,3 1 1,-3 9 0,1 5-1,0 3-238,2 0 1,2 7 0,-1-1 0,0 6-362,1 3 0,-2-3 0,-2 2 0,0 1-177,0 0 0,-3-5 0,-2 2 1,-3-3 129,-1-1 0,-5-9 0,-4-2 1,-2-3 305,-1-5 0,0-4 0,-1-3-9,1-3 0,4-4 1,1-7-1,0-2 46,0 2 0,4 1 0,-1 2 0,3-1 260,1 1 0,0 0 0,1-1-124,3 1 1,2-5 0,3 1 0,0 1 0,0 1-33,2 2 1,2-1-1,-1 2 1,2 1-411,2 2 0,0 4 1,3-3-1,-1 2-585,-3 2 854,-1 2 0,3-5 0,3-1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3.710"/>
    </inkml:context>
    <inkml:brush xml:id="br0">
      <inkml:brushProperty name="width" value="0.06" units="cm"/>
      <inkml:brushProperty name="height" value="0.06" units="cm"/>
    </inkml:brush>
  </inkml:definitions>
  <inkml:trace contextRef="#ctx0" brushRef="#br0">1 0 8149,'0'14'0,"0"1"351,0 2 0,0 1 1,0-2-1,0 5-312,0 2 0,4 2 1,2 0-1,-1 1-233,1 3 0,2-2 0,-4 6 0,0 0-390,2-1 0,-5-2 584,3-5 0,-8 0 0,-3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4.145"/>
    </inkml:context>
    <inkml:brush xml:id="br0">
      <inkml:brushProperty name="width" value="0.06" units="cm"/>
      <inkml:brushProperty name="height" value="0.06" units="cm"/>
    </inkml:brush>
  </inkml:definitions>
  <inkml:trace contextRef="#ctx0" brushRef="#br0">125 123 7707,'4'-27'-400,"0"3"341,-1 5 0,-2 3 0,-2 3 778,-3 1 0,-3 5-497,-6 3 1,1 4 0,1 4 0,1 4-1,2 3-69,-2 2 1,-1 5 0,0 1 0,2 1-77,1 1 1,5 0 0,-3 5 0,2 1-184,0 2 1,0 0 0,4-4-1,1 0-280,3 0 1,3 1-1,6 0 1,2 0-136,5-3 0,1-2 1,9-2-1,1-5 521,2-4 0,2-8 0,3 2 0,-1-8 0,0-3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4.761"/>
    </inkml:context>
    <inkml:brush xml:id="br0">
      <inkml:brushProperty name="width" value="0.06" units="cm"/>
      <inkml:brushProperty name="height" value="0.06" units="cm"/>
    </inkml:brush>
  </inkml:definitions>
  <inkml:trace contextRef="#ctx0" brushRef="#br0">124 0 7838,'-12'1'606,"0"4"-527,-1-4 0,1 10 1,-2-3-1,0 3 0,1 2 1,2-1-1,1 0 192,3 1 0,2 1 0,5 2-298,0 5 1,5-3 0,5-2-1,5-2 58,5-2 0,0-1 0,0-1 0,1-3 25,-2-2 1,3-1 0,-5-4 0,-1-1-411,2-3 0,-8-2 0,2-3 0,-1 0 188,0 0 0,-4-2 0,-3-2 0,-1 1 194,1 0 1,-3 3 1,4 1-431,-4 0-197,-7 1 0,5 3 598,-3 8 0,3-3 0,5 4 0,0-10 0,0-1 0,-3-7 0,3 1 0,-2-1 0,2 1-76,-3 0 0,1 1 391,2 2 1,-1 0 0,5 5-40,1 1 1,-2 7 0,2 4-1,-1 3 1,0 3-38,0 3 1,1-2-1,3 4 1,-1 0-103,-3 0 1,3-2-1,-4 2 1,1 0-161,1 1 1,-5-9 0,3 1 0,-2-1-180,-2 0-6,-2-4 0,-1-3 137,0-8 0,0-7 1,0-7-1,0-1-22,0-3 1,-4-6 0,0-1 0,1 2-1,2 1-3,1 1 0,0 6 0,1 2 155,3 3 1,3 8 0,6 1 0,-1 4-73,0 1 1,-2 10-1,0 3 1,2 5-105,2 4 1,-7 2 0,5-1 0,-1-1-182,0-1 1,2-2 0,-2 2-1,-2-3-9,-1-1 1,-1-7-1,2 2 307,-5-1 0,3 1 0,-1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5.695"/>
    </inkml:context>
    <inkml:brush xml:id="br0">
      <inkml:brushProperty name="width" value="0.06" units="cm"/>
      <inkml:brushProperty name="height" value="0.06" units="cm"/>
    </inkml:brush>
  </inkml:definitions>
  <inkml:trace contextRef="#ctx0" brushRef="#br0">50 75 6659,'13'6'0,"-5"-5"0,0 3 0,2-3 0,-3-1 0,1 0 0,-5-1 0,2-2-22,1-1 1,-5-1 0,3 1 362,-2-5 1,-8 2-15,-2-1 0,-3 5 0,-1-1 0,-1 3-44,1 1 1,4 0 0,-1 1 0,0 2-147,-2 1 0,2 6 0,3-2 0,0 3-92,3 1 0,2 1 0,1 1-211,0 2 0,0-6 1,1 1-1,3-3-34,5-1 0,-2-4 0,1 1 0,1-3 84,2-1 0,-2-5 1,-1-5-1,0-4-30,-1-2 0,0-2 0,-4 3 0,1-2 139,-1 2 0,-1-1 0,1 2 0,1 3 179,-1 0 0,0 5 1,1 2 13,4 3 0,-1 2 1,1 3-1,2 5-63,1 2 1,1 6-1,-1 4 1,0 4 41,2 4 0,-8-2 1,8 5-1,-4 0 12,-2-1 1,-1-2 0,-6 3 0,0-3-89,0-6 1,0 0 0,-2-6 0,-2-2-85,-4-1 1,0-7 0,-3-3 0,-3-3-30,0-1 0,0 0 1,2 0-1,-1-1-52,1-3 1,0-2-1,-1-3 1,1 2-110,0 1 0,3-3 173,1 0 1,5-2 0,1-1-7,4 0 0,5 3 0,6 1 0,-1-2-52,0-1 1,5 0 0,-1 2 0,1 0-135,1 0 1,-3 2 0,4-1 0,-1-1-94,-3 3 0,3 0 0,-1 5 0,-1-2-26,2-1 0,-4 0 0,2 4 0,-2 0-71,-2 0 0,-3 0 281,-1 0 0,-5-6 1,1-2 135,-3-3 1,-1-1 0,-1-1 123,-3 1 0,1-1 484,-5 1 1,4 1-53,-5 3 1,8 4-345,1 8 0,1 3 1,8 5-88,0 0 1,-2-1-1,1-1 1,2-2-115,1 2 1,1-5-145,1 0 0,-1-4 0,0-2 73,1-4 1,-6-1 0,-2-5 0,-1 1 103,0 2 1,1-1 0,-5-3 51,0 0 0,-5 3 29,1 1 0,-5 5 0,0-1-691,-2 3 1,3 1-226,0 0 0,5 1 0,-1 3-196,3 5 964,1-4 0,0 6 0,0-4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6:15.824"/>
    </inkml:context>
    <inkml:brush xml:id="br0">
      <inkml:brushProperty name="width" value="0.06" units="cm"/>
      <inkml:brushProperty name="height" value="0.06" units="cm"/>
    </inkml:brush>
  </inkml:definitions>
  <inkml:trace contextRef="#ctx0" brushRef="#br0">0 0 7022,'13'0'0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7:10.176"/>
    </inkml:context>
    <inkml:brush xml:id="br0">
      <inkml:brushProperty name="width" value="0.06" units="cm"/>
      <inkml:brushProperty name="height" value="0.06" units="cm"/>
    </inkml:brush>
  </inkml:definitions>
  <inkml:trace contextRef="#ctx0" brushRef="#br0">12 377 8083,'-7'0'545,"3"0"1,7-1-298,1-3 0,8 1 0,1-5 0,7 1-144,4 0 1,4 0 0,2-3 0,6 1-39,6-1 1,6-6 0,7-1-1,4-1-64,4 0 1,-1 2-1,8-6 22,-4-1 0,-3 0 0,1 0 0,-2 1 1,0 1-127,-4 0 1,-8 3 0,-4 5 65,-1 0 1,-2 4-1,-5 2 1,-3 1-1,-4 3-55,1 2 0,-9 1 1,2 0-4,-5 0 1,-3 0 0,-4 0 34,0 0 1,-1 1 138,-4 3 1,-2-1 0,-6 6 35,0 1 0,0 2 0,0 2 0,0 3-35,0 5 1,0 3-1,0 2 1,0 5 5,0 7 1,0 3 0,0 8-20,0 3 1,2 8 0,1 3-1,1 5-33,-1 4 1,-6 17-1,-3-2 1,-1 7-1,2-44 1,0 1-21,-1 1 1,0 0-1,0-3 1,-1 0-1,1 3 1,-1 1-1,1 2 1,-1 2 8,1 1 1,-1 2 0,3 0 0,0 0-1,-1 2 1,1-2-6,-1-2 1,0 1 0,1 5 0,1 1 0,-2-7 0,1-1-1,0 2 1,-1 0 0,1 0 0,0 0 7,-1-1 0,1-2 0,-3 43 1,-3-5 11,1-2 1,5-4 0,-3-10 0,1-2 44,3-8 1,1 1 0,2-23 0,0-4-50,0-5 1,0-2 0,0-4 0,2 0-1,1-1-31,1-2 1,0 0 0,-2-2 0,1 1-16,1-4 0,0-1 0,-4 2-34,0-3 1,0 1-1,0-6 1,2-1-1,1-2-5,1-1 0,0 0 0,-4 0 9,0 0 0,0 0 1,0 0-1,0 0 1,0 0 38,0 0 0,0 0 1,0 0-1,0 0 9,0 0 1,0 0 0,0 0 0,0 0-2,0 0 1,0 0-1,0 2 1,0 0-33,0 3 1,0 1-1,-1-4 1,-2 4-49,-1 1 1,-1-2-1,5 2 67,0-1 0,0 2 0,0-2 0,0 0 7,0 0 0,0-2 0,0-3 0,0 4-2,0 3 0,0-6 1,0-2-1,0-2 55,0 1 1,0 1-1,0 0 1,0 0-50,0 0 1,0 0 0,0 0 0,0 0-1,0 0 1,0 1-1,0 2-5,0 1 1,0 1-1,0-5 1,0 0 0,0 1 50,0 3 0,0-2 1,0 2-1,0-1-51,0 1 0,0-1 1,0 6 0,0-6 1,0 1-1,0-2 171,0-2-63,0 0-164,0-6 65,0-2 1,0-6 92,0-3-66,0 2 1,0-5 42,0 3-100,0 2 3,0-3 33,0 5 81,0 0 1,-1-5 0,-3 1-178,-5 1 0,2-3 0,-2 0 0,-2-1-9,-5-3 1,0-1 0,-4-2-6,1 0 0,-3-5 1,3 1-1,1 1 1,-1 0 2,3-1 1,2 2 0,1 0 0,0 3-150,0 3 0,5 5-695,4-5 223,3 6 1,-4 3 0,1 9-332,1 3 1,3 1 1043,4 0 0,4 0 0,5 0 0</inkml:trace>
  <inkml:trace contextRef="#ctx0" brushRef="#br0" timeOffset="316">1259 4806 7665,'2'8'541,"1"-3"-331,1 1 520,0-4 1,-2 2-441,2-8 0,-1-2 1,4-6-1,0 1-76,1-4 0,0-2 0,5 0 0,0-3-189,0-1 0,0-3 0,0 2 0,2-2-979,2-2 1,-3 1 0,4 2 953,-4 1 0,-1 1 0,0-5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7:12.807"/>
    </inkml:context>
    <inkml:brush xml:id="br0">
      <inkml:brushProperty name="width" value="0.06" units="cm"/>
      <inkml:brushProperty name="height" value="0.06" units="cm"/>
    </inkml:brush>
  </inkml:definitions>
  <inkml:trace contextRef="#ctx0" brushRef="#br0">13 109 7655,'0'7'154,"-1"-3"1,0 0 0,-1 2 283,0 2 1,2 3 0,0 4-441,0 2 0,0 4 1,0 3-1,0 1 0,0-1-119,0 0 1,0-2-1,0-4 1,0-3 120,0-4 0,-3-4 0,-1 0 0</inkml:trace>
  <inkml:trace contextRef="#ctx0" brushRef="#br0" timeOffset="180">39 0 7665,'-5'0'-540,"1"0"-480,3 0 1020,-2 3 0,6 1 0,0 2 0</inkml:trace>
  <inkml:trace contextRef="#ctx0" brushRef="#br0" timeOffset="367">205 39 7665,'0'6'55,"0"1"1,0-1-1,-2 1 427,0-1 0,0 3 0,2 2 0,0 2-311,0 2 0,0 2 0,0 3 0,1 3-480,1 2 0,-1-1 1,1 4-1,1-1-401,-1-2 0,0-4 0,-2-3 710,0-4 0,0 3 0,0-3 0</inkml:trace>
  <inkml:trace contextRef="#ctx0" brushRef="#br0" timeOffset="533">154 263 7665,'0'-6'77,"0"2"1,0-1 218,0 0 1,1 2 0,1-1 0,2 1-125,2-1 0,2 0 1,2-2-1,0 0-589,1 0 0,3 2 0,2-3 0,0-1-546,2 1 1,1 0 962,0 0 0,-3-2 0,0-1 0</inkml:trace>
  <inkml:trace contextRef="#ctx0" brushRef="#br0" timeOffset="901">674 90 7665,'-5'-6'270,"1"1"1,-1 1-147,-1-1 1,0 2 0,-1 1 0,-1 1 185,-1-1 1,0 1 0,1 0 0,0 2-81,0 3 1,1 3 0,0 0 0,2 3-47,0 0 1,2 3 0,1 3-1,0 2-204,1 5 1,1-1 0,2 3 0,2 2-182,2-1 0,0 0 0,1-1-121,-1-4 1,1-3 0,1-7 0,1-4 0,1-2-322,-1-3 1,2-6-1,-2-6 643,1-3 0,-2-4 0,1-2 0</inkml:trace>
  <inkml:trace contextRef="#ctx0" brushRef="#br0" timeOffset="1251">706 20 7665,'-7'0'522,"1"2"0,2 2 0,2 3 0,1 2-307,1 1 0,0 3 1,1 2-1,1 2-22,3 2 1,-2 1 0,1 0-1,1 2-98,-2-2 0,3 0 0,-2-1 0,0-2 34,0-2 0,-2-4 0,2-3-499,1-1 0,-1-4 0,0-5 261,-2-4 0,1-3 0,-1-1 1,1-3 49,0 0 0,-1-4 0,2 1 0,-1 0 100,1 1 1,-2 3 0,2 2 0,-1 1 141,1 1 1,-3 3 0,2 2-55,0 0 0,0 6 0,1 4 0,-1 2-6,0 2 0,-2 4 1,3 0-377,-1 2 1,-1-1-1,0 2 1,0-2-1,0 0-682,1-2 1,-2-3 0,2-2-707,-1-2 1641,-1-1 0,5-5 0,-3-2 0</inkml:trace>
  <inkml:trace contextRef="#ctx0" brushRef="#br0" timeOffset="1567">872 167 7665,'1'4'476,"1"1"1,0-3 0,2 1 0,1 0-188,1-1 0,0-2 1,1-2-1,0-3-107,1 0 0,0-3 1,3 0-1,-1-2-140,0 0 1,0-2-1,-2 1 1,1-1-58,-1-1 1,-2 0-1,-2 1 1,-2 1-72,-1 0 1,-2 3 0,-1 0 0,-2 3 28,-2 0 0,-3 4 0,-1-1 0,-1 2 273,1 2 1,1 2 0,-1 5-1,1 2 46,1 1 1,3 3-1,2 2 1,-1 3-27,0 1 1,3 2-1,-1 3-341,1-1 1,4 2-1,1-1 1,2-4-1,1-3-567,2-4 0,1-7 1,2-2-1,0-3-116,1-1 1,-3-7-1,4-4 1,0-5 408,0-3 0,0-2 1,-1 0 378,0 0 0,4-3 0,-3-1 0</inkml:trace>
  <inkml:trace contextRef="#ctx0" brushRef="#br0" timeOffset="1783">1135 39 7665,'-6'-2'0,"0"0"199,2-1 1,-2 1 0,0 0 0,-2 1 0,0 0 0,1 2-1,1 1 452,-1 2 1,3 3-1,0 1 1,-1 3-45,2 1 1,0 4-1,3 1 1,0 3-331,0 2 0,0 3 0,1-1 1,1 2-327,2-1 1,2-4 0,0 0-1,1-4-378,2-2 1,-1-7-1,2-4 1,0-2-936,0-2 0,-2-4 0,2-2 0,0-5 959,0-3 1,-2-1 0,1-4 0,-2-1 402,-1-2 0,1 1 0,-1-1 0</inkml:trace>
  <inkml:trace contextRef="#ctx0" brushRef="#br0" timeOffset="1966">1225 45 7765,'0'-6'1028,"0"-1"-626,0 1 1,0 3 0,0 4 0,0 4 6,0 3 1,-2 3 0,0 1-1,0 2-240,-1 3 1,2 1 0,-1 2-1,1 1-42,-1 0 1,1 4 0,-1-3 0,1 2-440,1-1 1,0-5 0,0-1 0,0-2-542,0-3 0,1-4 1,1-2-1,2-2 104,2-3 1,-1-3 0,0-3 748,0-3 0,5-2 0,-3-3 0</inkml:trace>
  <inkml:trace contextRef="#ctx0" brushRef="#br0" timeOffset="2166">1354 39 7567,'-7'0'257,"1"0"0,-1 0 1,-1 0-1,-1 1 225,1 1 1,1-1 0,1 3 0,-1-1-68,-2 1 1,4 1 0,-1 3 0,1 1-100,1 1 1,-1 1 0,3 4 0,1 0-340,0-1 0,2 0 0,1 0 0,2 1-341,2-1 0,2-3 0,2-3 1,0-3 310,1-3 0,1-2 1,0-3-1062,-1-3 0,2-4 0,-1-4 0,-1-2 1114,1 0 0,3-4 0,2-3 0</inkml:trace>
  <inkml:trace contextRef="#ctx0" brushRef="#br0" timeOffset="2366">1463 7 7665,'-3'7'0,"-1"1"0,1 1 47,0 1 1,1-1 0,-1 1 0,2 2 770,0 0 0,4 1 0,1 2 1,1 3-421,1 3 1,-2 2 0,3 4 0,-1 2-194,-1 0 0,0-2 1,-1 0-1,-2-3-67,-1-2 0,-3-4 0,-1-3 0,-4-1-394,-3-4 0,-1-4 1,-4-3-1,-3 0-546,-3-2 1,1-1 0,-2-2-1,0-2-982,2-2 1784,4 0 0,-5-1 0,4 1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7:17.973"/>
    </inkml:context>
    <inkml:brush xml:id="br0">
      <inkml:brushProperty name="width" value="0.06" units="cm"/>
      <inkml:brushProperty name="height" value="0.06" units="cm"/>
    </inkml:brush>
  </inkml:definitions>
  <inkml:trace contextRef="#ctx0" brushRef="#br0">12 160 7688,'0'-6'150,"0"-1"291,0 1 0,-2 2 192,0-1 1,-1 4-359,1-1 0,1 4 0,-1 3 0,2 3-118,2 5 1,2 3-1,2 4-77,1 1 0,0 2 0,1 3 0,3-1-216,1 1 1,1-4-1,0-2 1,-1-4 0,0-4-189,1-4 1,-4-6 0,3-3 0,-2-5 110,-2-6 0,-1-7 1,-1-5-1,-2-3 155,-2 0 1,-1-1 0,-1 3-1,0 1 253,0 3 0,-2 5 0,-1 4 127,-1 4 0,2 5 1,-1 4-1,0 1-99,1 5 1,2 3 0,0 4-242,3 1 1,-2 5 0,3-1-1,1 1 1,1 0-453,0-1 0,1 1 0,-1-2 0,1-1-406,-1-2 1,1-4 0,1-3 6,1-3 869,-1-2 0,-1-3 0,-1 0 0</inkml:trace>
  <inkml:trace contextRef="#ctx0" brushRef="#br0" timeOffset="265">314 38 7910,'0'7'480,"0"3"0,0 2 0,0 3 64,3 4 0,1-1 0,4 3 0,0 0-429,0 0 1,2-2-1,0 1 1,0-2-44,-1 0 0,-2-2 1,-1-1-1,0-2 14,-2 0 0,-2 0 0,-4-1 0,-3-1-67,-3 0 1,-2-3 0,-3 0 0,1 0-268,-1-2 1,0-2-1,0 0 1,0-1-340,0-2 1,3 0 0,1-2 0,1-1-162,2-2 1,4-2 0,0-1-1,1-2 748,1-1 0,3-3 0,0 1 0</inkml:trace>
  <inkml:trace contextRef="#ctx0" brushRef="#br0" timeOffset="414">436 179 8356,'5'1'0,"0"1"418,-3 2 1,1 3-1,-1 1 1,0 4-108,1 2 1,-3 3-1,3 3 1,-3 1-519,0-1 0,0-1 0,1 1 0,0-4-967,2-6 0,-1-5 0,-2-6 1174,0-5 0,0-9 0,0-5 0</inkml:trace>
  <inkml:trace contextRef="#ctx0" brushRef="#br0" timeOffset="552">474 96 7771,'-1'-4'2165,"-1"-1"-3082,1 4 251,-1-2 1,2 4-1,0 0 1,2 1 665,3 0 0,0 1 0,2 1 0,-1 2 0</inkml:trace>
  <inkml:trace contextRef="#ctx0" brushRef="#br0" timeOffset="883">545 96 7771,'3'0'195,"0"3"1,-3 1 0,1 2-1,0 0 371,1 1 0,0 1 0,-2 1 0,1 2-216,1 3 1,-1-1 0,2 5 0,-1 2-143,0 3 1,1 0-1,-2-1 1,2 0-40,-2-1 1,2-2 0,-1-2 0,-1-4-149,0-4 1,0-5-236,1-2 1,-1-7-1,1-6 1,-1-6-10,-1-6 1,0-1 0,0-3 0,0 0 133,0 2 1,0 1 0,0 1-1,0 2 64,0 2 1,2 4 0,1 4 107,0 2 1,1 5 0,3 3 0,-2 4-101,0 4 1,0 3-1,0 1 1,0 2-270,2 2 0,-1-1 0,1 3 1,-1-1-161,0 0 0,1-1 1,-1 0-1,1-3-33,2-1 1,-2-5-1,2-3 168,-2-3 1,1-3 0,1-5-1,-1-5 311,-1-3 0,2-10 0,1 3 0</inkml:trace>
  <inkml:trace contextRef="#ctx0" brushRef="#br0" timeOffset="1149">769 102 7771,'-3'-3'0,"2"-2"0,-3 3 0,-1 0 432,2-1 0,-3 2 0,2-1 2049,-2 1-2235,0 4 1,2 1 0,2 2 0,1 0 0,1 1 0,1 1-47,1 1 0,2-1 1,3-2-1,1-1-233,0-1 0,4 0 0,-2 0 1,0-2-491,1-1 1,0-1 0,1 0 0,0 0 382,1 0 1,-4 0 0,4 0 0,-1 1 376,0 1 1,-1 0 0,-1 4 0,-1 2 102,-1 4 1,-3 3 0,-2 5 0,0 3 18,-1 2 0,-2 1 1,-3 4-1,-1-1 140,-2-1 0,-1-6 1,-1 1-1,-3-4-541,-1-3 0,-2-2 1,0-3-1,-1-2 34,-2-2 1,2-5 0,-1 0 0,-1-1-1102,1-1 1,1-4 0,-1-1 1108,0-3 0,-2-7 0,2 2 0</inkml:trace>
  <inkml:trace contextRef="#ctx0" brushRef="#br0" timeOffset="1715">1257 6 7797,'-1'-3'693,"-1"0"1,1 6 0,-1 2-1,1 3-345,1 5 0,1 4 1,0 6-1,1 5-108,0 4 0,1 4 0,0 8 1,-1 1-456,1 3 1,2-7 0,-3 2-1,-1-5-340,0-5 0,-1-9 0,0-7 0,-1-6 555,-1-4 0,-2-1 0,-2-2 0</inkml:trace>
  <inkml:trace contextRef="#ctx0" brushRef="#br0" timeOffset="1879">1173 320 8008,'-3'-10'625,"0"3"1,3 2-740,0-2 0,5 1 0,2-3 0,2 2 165,3 1 1,0-1-1,1 0 1,0-1-563,2 0 0,-1-1 0,1 3 0,-1-1 511,1 1 0,-5-3 0,5-1 0,-5-3 0</inkml:trace>
  <inkml:trace contextRef="#ctx0" brushRef="#br0" timeOffset="2232">1391 83 8368,'0'7'553,"0"-1"0,0 1 0,0 2-153,0 1 0,2 3 0,1 2 1,0 3-2,0 3 0,1 0 0,-1 3 0,0 2-211,0 0 0,1-4 1,-1 2-1,0-4 139,0-3 1,-1-5-147,1-6 0,-2-3 1,3-6-1,-2-4-637,0-5 1,1-6 0,1-6 0,0-2 30,1-1 0,-1 0 0,2 0 0,0 2 248,-2 3 0,2 2 1,-2 5 235,2 3 1,-2 5 0,0 6 0,-1 3 351,-2 4 1,2 3 0,-1 5 0,-1 1 642,0 2 0,-1 0 1,0 1-1,0 1-938,0 1 0,0-1 1,0 1-1,0-1-59,0-2 1,0-3 0,0 0-1,1-2-1673,1-4 1,-1-4-484,4-4 1,-3-4 0,2-6 2098,1-3 0,1-7 0,0 0 0</inkml:trace>
  <inkml:trace contextRef="#ctx0" brushRef="#br0" timeOffset="2378">1584 186 7797,'0'10'0,"0"1"170,0-3 1,0 4-1,0-1 1,0 1-1,0 1 1,0 2 0,-1 0-637,-1 2 1,1-2 0,-1 1 465,1 0 0,1-4 0,0-3 0</inkml:trace>
  <inkml:trace contextRef="#ctx0" brushRef="#br0" timeOffset="2586">1635 102 7797,'-6'-3'0,"-1"-1"0,1 3 1927,-1-1-2118,4 0 1,1 2-636,4 0 1,1 0 0,4 0 825,-1 0 0,1 0 0,-1 0 0</inkml:trace>
  <inkml:trace contextRef="#ctx0" brushRef="#br0" timeOffset="2734">1718 45 7797,'1'10'0,"1"1"0,0 0 242,2 2 0,-2-3 1,2 1-1,1 0 597,1 1 0,0 1 0,1 0 0,-1 0-219,1 0 0,-3 0 1,0 2-1,-1 0-139,1 2 1,-3-2 0,1 3 0,-4 1-546,-2-2 0,-2-1 1,0 0-1,-1-2-99,-2-2 0,1-3 0,-2-1 1,1-1-2840,1 0 1,1-4 3001,1 0 0,2-3 0,1 0 0</inkml:trace>
  <inkml:trace contextRef="#ctx0" brushRef="#br0" timeOffset="2875">1879 276 7797,'0'6'0,"0"0"-148,3 1 0,-3-3 0,2 0 148,-1 1 0,-1 1 0,0 0 0</inkml:trace>
  <inkml:trace contextRef="#ctx0" brushRef="#br0" timeOffset="3297">64 673 7797,'-7'-6'0,"1"-1"0,0-1 0,1-1 485,1 1 1,2 1 85,0 1 1,2 4 0,2 4-312,0 6 0,3 5 0,1 3 0,2 5-160,0 3 1,-1 1 0,-1 4-1,1 0-219,-1 0 0,1-3 1,-1 1-1,0 0-373,1 0 1,-1 0 0,-1-1 0,-2 0-386,0-1 1,-1-5 0,-2-3 876,0-2 0,0-1 0,0-4 0</inkml:trace>
  <inkml:trace contextRef="#ctx0" brushRef="#br0" timeOffset="3480">44 949 7924,'-3'-6'433,"1"1"0,-3 2 0,1-1-518,1 1 1,2-1-1,3-1 1,2 1-47,2-1 0,3 1 1,2 0-1,1-1 12,1-1 0,0 2 1,0 0-1,1-1-155,1-1 1,1 2 0,-2-1 0,2 0-649,0 0 922,-1-2 0,3-2 0,-1-1 0</inkml:trace>
  <inkml:trace contextRef="#ctx0" brushRef="#br0" timeOffset="3830">275 654 8196,'-4'6'983,"0"1"0,2 0-846,0 1 1,1 1 0,1 4-1,1 3 287,1 1 1,0 3 0,2-1 0,1 1-240,1 1 1,1 0 0,0 1-1,1-1-189,0 0 0,-4-3 1,4 4-1,-1-3-4,-2-2 1,1-3 0,-2-5-199,2-2 1,-2-3 0,0-6 56,-1-5 1,-1-2-1,-2-5 1,1-1 55,1-2 1,-1-1 0,1-1 0,-1-1 57,1 1 0,-1 0 0,2 0 0,-1 2 122,0 2 1,1 4 0,-2 3-42,2 1 0,2 5 0,-1 3-24,2 5 1,0 5-1,0 1 1,-1 3-74,2 2 0,-4-2 1,4 2-1,1 1-612,-1 0 0,-4-2 0,4-1 0,-2-1-609,1-1 1,0-5 1271,1-2 0,-1-7 0,1 1 0</inkml:trace>
  <inkml:trace contextRef="#ctx0" brushRef="#br0" timeOffset="3985">487 821 8257,'-4'0'886,"1"3"0,3 2-1142,0 2 0,0-1 0,0 2 0,1 0-720,1-1 0,0 0 976,2-1 0,0 1 0,3-1 0</inkml:trace>
  <inkml:trace contextRef="#ctx0" brushRef="#br0" timeOffset="4147">500 737 7916,'-7'-6'66,"3"2"-63,0-1-144,2 4 1,0-2 0,4 3-126,3 0 1,-2 0 0,1 0 0,1 1 265,1 1 0,1-1 0,2 4 0,1-1 0</inkml:trace>
  <inkml:trace contextRef="#ctx0" brushRef="#br0" timeOffset="4614">609 712 8028,'-5'2'253,"1"0"0,2 2 1,-1-1-65,0 1 0,1-2-453,2 2 0,0-3 78,2 2 0,0-3 157,2 0 0,0 0 831,3 0-287,-4 0 1,0 0 667,-3-3-909,0 3 1,-1-3-206,-1 3 1,1 0-138,-3 0 0,2 1-129,0 1 0,1-1 0,1 3 64,0 1 1,0 1 0,0 1 0,1-1 55,1 0 1,0 2 0,2-1 0,1 2 43,1-1 1,-2 1 0,0 0-1,1 1 41,1-1 1,0 2-1,0-1 1,-1 1 144,-1 0 1,-2-1 0,0 1 0,-2-1-41,0-1 1,0 0 0,0-3 0,-2 1-43,-3-1 1,0 0 0,-2-2 0,1-1-394,-1 0 0,0-3 0,-1 3 0,0-3-316,0-3 0,1 0 0,1-4 0,1 1-190,1 0 0,0-3 828,0 0 0,-2-2 0,3 1 0</inkml:trace>
  <inkml:trace contextRef="#ctx0" brushRef="#br0" timeOffset="4932">968 744 8349,'-1'6'145,"-1"1"0,1-2 0,-1 0 0,2 3-221,0 1 0,0 1 0,0 1 0,2 1-769,0 0 1,2-1 844,-2 2 0,3-3 0,-1-1 0</inkml:trace>
  <inkml:trace contextRef="#ctx0" brushRef="#br0" timeOffset="5100">987 641 7817,'-6'3'0,"2"-2"0,0 2 43,1-1 0,0 0 1,2 2-891,-1 1 1,0-1 846,4 0 0,2 0 0,2 3 0</inkml:trace>
  <inkml:trace contextRef="#ctx0" brushRef="#br0" timeOffset="5398">1122 680 7817,'-4'0'-247,"-1"0"1,4 0 481,-1 2 0,1 0 0,2 1 0,1 1-219,2 0 1,2 0 0,0 2 0,1 1 50,-1-1 1,1 1 0,1 1 0,1 1 92,-2 1 0,0-1 0,-2 1 0,-2 0 36,0 0 0,-1-2 1,-2 3-1,0 0 31,-2 2 1,-2-1 0,-2 1 0,-2-1-226,0-1 0,-1 0 1,-3-2-340,2-1 1,0-1-1,-2-1 1,2-2-1,0-2-1881,0-1 2218,2-1 0,-1-3 0,3-1 0</inkml:trace>
  <inkml:trace contextRef="#ctx0" brushRef="#br0" timeOffset="6248">1443 692 7555,'0'-4'-560,"-1"1"1532,-1 0-714,1 1 1,-2 3-1,3 3-142,0 2 1,0 5 0,0 2-1,1 1-95,1 0 1,1 0 0,2 1-1,-1 0-21,1-1 0,1-3 0,0-1 0,1-1-104,-1-1 0,0-3 0,1-1 0,-1-1-25,1-2 1,-1-4 0,1-3 18,-1-4 0,0-3 0,1-2 0,-1-2 90,1-2 1,-2-2 0,0 0 0,-1 1 0,-1 1 136,1 2 0,-3 6 0,2 0 9,-3 3 0,1 5 0,0 4 1,2 5-37,-2 7 0,0-1 0,-1 4-150,0 0 0,2-1 0,0 2 1,0-2-1,0-1-268,0-1 0,3-2 0,-1-2 0,0 1-196,1-2 0,-1-4 524,2-2 0,1-1 0,-1-1 0</inkml:trace>
  <inkml:trace contextRef="#ctx0" brushRef="#br0" timeOffset="6648">1795 615 7750,'-2'-4'-46,"0"0"1,-3 2 0,1 0 0,-2-1 257,0 1 0,-1 0 0,1 2 0,-1 0 181,1 0 0,0 0 0,0 1 0,1 2-224,1 3 0,2 1 0,0 4-192,1 0 0,1 4 1,0 0-1,1 1 1,1 0 104,3 1 0,0-2 0,2 1-71,-1 0 1,0-1 0,1-3 0,-1-1 0,-2 0 27,-2 0 0,-1-1 1,-1 0-1,-1 0 9,-1-3 1,-2 1 0,-2-1 0,-1 1-176,-2-3 1,2 0-1,-2-1 1,0-2-452,1-1 0,-1-1 0,3-1-6,2-1 1,1-2 0,3-2-1,0-1 584,0-2 0,3 2 0,1-5 0,2 2 0</inkml:trace>
  <inkml:trace contextRef="#ctx0" brushRef="#br0" timeOffset="6963">1815 699 7987,'-4'6'70,"2"1"1,-1-1-1,1 1 1,1 0 403,0 1 1,1 2 0,0 2 0,0 0-335,0-2 1,3 1 0,1 2-1,2 0-357,0 0 0,0-3 1,1 0-1,0-1 58,2-1 1,-2-3 0,3-3 0,0-2-31,0-2 1,-2-3-1,1-3 1,-1-3-84,0-1 0,-3-2 0,1 0 0,-2-1 331,0 1 1,-3 1 0,2 2 364,0 3 1,-3 1-357,3 0 0,-3 4 1,0 4-1,0 4 78,0 3 0,0 3 0,0-1 0,0 1-368,0 0 0,1-3 0,1 2 0,2 0 222,2-3 0,1 1 0,-1-2 0</inkml:trace>
  <inkml:trace contextRef="#ctx0" brushRef="#br0" timeOffset="7281">2052 648 7803,'-6'0'0,"-1"2"0,0 3 271,-2 0 0,2 2 0,-1-1 1,3 1 417,0 2 1,1-1-1,-1 2 1,0 0-547,3 0 1,1-2-1,1 2 1,0-1-244,0-1 1,3-1 0,2-3 0,0-2 56,2-1 0,1-2 0,1-1 0,-1-2-297,-1-2 1,-1-4-1,1-2 1,-1-3 60,0-1 0,0 1 0,-2-2 0,-1 2 455,0 0 1,-2 5 0,1 1 0,-1 3 256,1 1 1,-1 4 0,1 6-277,-1 6 1,-3 4-1,0 4 1,0 2-100,2 1 1,0 0 0,0-2-659,0 2 1,2-4-1,1-4 1,0-2-1,2-4-693,1-3 0,0-3 1293,1-4 0,-1-5 0,0-3 0</inkml:trace>
  <inkml:trace contextRef="#ctx0" brushRef="#br0" timeOffset="7479">2116 577 8044,'-3'-4'1019,"3"2"0,-3 5 0,3 3-772,0 2 0,0 4 0,0 0 0,0 4-334,0 2 1,2 0 0,0 3-1,0 0-353,1 0 0,-2-2 1,1 1-1,1-2-116,-1-2 0,1-5 0,-2-2 556,1-2 0,3-3 0,-1-1 0</inkml:trace>
  <inkml:trace contextRef="#ctx0" brushRef="#br0" timeOffset="7696">2174 551 7803,'0'5'1297,"0"-1"-872,0 1 1,0 1 0,0 0 0,0 1-195,0 2 1,0 1 0,0 3-1,0 3-134,0 3 1,2 0 0,0 3-1,0 0-435,1-1 0,-2-2 1,2-3-1,-1-2-476,0-2 1,2-3 0,-1-1 813,1-3 0,0-2 0,2-3 0</inkml:trace>
  <inkml:trace contextRef="#ctx0" brushRef="#br0" timeOffset="7964">2232 718 8101,'4'4'720,"0"-2"1,0-1 0,3-1-1306,-1 0 1,1-1 0,-1-1 0,1 0 136,2-2 0,-2-1 1,1-3-1,-1 0 448,-3 0 0,2-2 0,-3-1 0,2 0 0,-1 0 0,-2 0 0,2 1 0,-1 2 435,1 1 1,-3 2 154,1 7 0,-1 5 0,-2 4 0,0 4-233,-1 5 0,0-1 0,1 4 0,-1 0-509,0 0 0,0-2 0,2 1 0,-1 0-73,-1-2 1,2-2 0,-3 1 224,3-6 0,-3 3 0,-1-2 0</inkml:trace>
  <inkml:trace contextRef="#ctx0" brushRef="#br0" timeOffset="8764">166 1270 7529,'-3'-7'0,"-1"-1"-42,-2-1 0,2 1 0,1 1 0,-1 1 1451,0-1-1061,3 4 0,-2 1 0,4 5 0,0 4-259,1 5 0,3 1 1,0 5-1,0 2 33,2 3 0,-1 2 0,0 1 0,-1-1-109,-1 1 0,-2-3 0,0 0 0,1-1-110,-1-1 1,0-4-1,-3-3 1,0-2 36,-1-1 1,-3-6 64,0-1 1,2-3 0,-1-3 0,1-2 5,2-2 0,0-3 0,1-2 0,0-1-21,0-1 0,0-3 0,0 0 1,0-1-47,0 0 1,1-2 0,1-3-31,2 1 1,0 1-1,1-1 1,1 0-1,3 2-308,1 1 0,0 4 1,3-1 202,0 2 0,0 3 0,0 3 0,0 3-300,-1 1 0,3-1 1,0 2-1,-2 0 491,-2 2 0,0 2 0,1 2 0</inkml:trace>
  <inkml:trace contextRef="#ctx0" brushRef="#br0" timeOffset="9029">391 1263 7809,'-1'13'29,"-1"0"0,0-2 1,-1-1-1,-1 2 413,1 0 0,1 1-247,0 2 1,1 0-1,1 1 1,1 0 0,1-3-1,3-1-29,0-4 1,2-1 0,-1-3 0,1-2-191,2-1 1,-1-5 0,2-2-1,-1-3-30,-1-3 1,-1 1 0,-1-5 0,-1 1 99,-1 0 1,-3-1-1,1 3 1,-2-1 44,-2 2 1,-1 1-1,-4-1 1,1 3-39,-1 3 1,0 1 0,-1-1 0,0 2-259,0 2 0,1 1 0,1 1 0,-1 1-114,1 1 1,2 1-1,2 4 1,1-1-247,1 1 1,2 0 0,1 1 0,4-1 564,3-1 0,-2 0 0,3-4 0,0 0 0,1-2 0</inkml:trace>
  <inkml:trace contextRef="#ctx0" brushRef="#br0" timeOffset="9313">596 1276 7809,'0'7'0,"0"0"132,0 1 0,0 2 0,0 3 0,0 1 160,0 1 0,1-2 0,0 2 1,1-1-92,0-2 0,0-2 1,1-1-108,1-2 1,0-3 0,2-3 0,-1-2-112,-1-4 0,-2-3 0,2-3 0,-1-1 9,-2-1 1,0 0-1,-1-2 1,0 0 28,0 1 0,-3 1 0,-1 0 0,0 1 5,0 1 1,0 1-1,-3 3-52,1 0 0,-1 0 1,1 3-1,0 0-646,-1 2 0,1 2-19,-1 2 0,4 0 1,3 1 400,4 0 1,2-1 0,0-4 0,1-1 289,-1 0 0,3-1 0,1-3 0,3 1 0</inkml:trace>
  <inkml:trace contextRef="#ctx0" brushRef="#br0" timeOffset="9484">699 1180 7397,'6'-4'0,"0"0"-178,1 1 0,-1 1 1,1 2 472,-1 0 0,0 3 1,-1 2-1,-1 2 86,1 2 0,-1 3 1,0 0-1,1 2-273,1 0 1,-1 3 0,0 2-1,-1 2-292,1-1 1,-1 0-1,0 0 1,-1-1-327,1 0 0,-3-3 1,1-1-1,-1-1 510,-1-1 0,0-3 0,0-1 0</inkml:trace>
  <inkml:trace contextRef="#ctx0" brushRef="#br0" timeOffset="9628">724 1353 7809,'0'-6'171,"0"-1"1,0 1 0,0-1-125,0 1 1,3 0 0,1-1 0,2 1-6,0-1 0,4 3 0,0 1 0,3-1-448,2 0 1,-1 2 0,4-1 0,-1-1 132,2 1 1,-1 0 0,0 0-1,0-1 273,0 1 0,0-2 0,1-1 0</inkml:trace>
  <inkml:trace contextRef="#ctx0" brushRef="#br0" timeOffset="9896">1148 1186 7809,'-5'-2'45,"1"0"1,-1 1 159,-1 0 0,0 1 0,-1 0 0,1 0 134,0 0 1,-1 2 0,0 1 0,-1 0 178,0 2 1,-1 3 0,3 2 0,-1 0-236,1 1 0,2 1 0,0 1 1,1 0-319,2 2 1,0 0 0,2 1 0,1 0-540,2-2 0,3 0 1,0-2-1,3-2-41,0-4 1,0 0 0,3-4 0,0-1-558,0 0 1,0-1 1171,0 0 0,-1-6 0,1-1 0</inkml:trace>
  <inkml:trace contextRef="#ctx0" brushRef="#br0" timeOffset="10631">1237 1334 8369,'7'0'149,"-1"0"0,1 0 0,-1 0 7,0 0 1,-1-1-1,-1-2 1,1-2-87,1-3 1,0-4 0,0 2 0,0-2 59,-2-1 1,1 0 0,-2 0-1,-2 1-191,0 1 0,-4 1 0,-1 3 0,-3 0 137,-1 1 1,1 4 0,-3 0 0,2 1 50,-1 1 0,1 1 1,1 2-1,1 3 164,-1 1 1,3 5 0,1-1 0,0 1-269,1 3 1,2 0-1,0 1 1,2 0-269,3 1 1,0-2-1,2 0 1,0 0-398,1-3 1,2-4-1,1 1 1,0-3-119,0-1 1,-1-4 0,0-5 759,-1-5 0,2-2 0,-2-2 0,-1 0 0,-1 0-28,-1-2 0,-2 1 0,0 0 0,-1 2 44,1 1 1,-3 3 445,2 0 0,-3 4-90,0 4 0,0 3 0,1 3 0,0 1-85,2 2 0,-1-1 1,0 2-1,0 0-100,-1 3 1,2-2 0,-1 4 0,0-1-89,-1-2 1,1 1 0,0 0 0,-1-1 59,0-1 1,-1-1 384,0-2 0,-1-3-398,-1 2 1,1-9-68,-1-2 1,2-2 0,0-5-1,0 0-148,0-2 0,0 1 0,0-2 0,0 0 0,0 0-405,0 0 0,0 4 1,2-3-107,0 1 0,3 3 0,-1 0 0,1 0 0,0 0-131,-1 2 0,3-1 0,1 2 711,0 0 0,-1-1 0,0 1 0,1-1 0,1 0 0,1-1 0,-2 2 0,1-1 0,-2 0 0,-1 2 0,1 3 406,-1-3 323,-2 4 0,-1 1-460,-3 4 1,0 0 0,0 0 76,0 1 0,0-1 0,0 0 0,0 2-109,0 1 1,2 1-1,0 2 1,0 0-331,1 0 0,-2 1 0,1 2 0,1 0-205,-1 2 0,2-1 0,-2 3 0,0-1-299,-2-2 0,0-1 0,0-1-940,0-1 1537,0-2 0,0-2 0,0-1 0</inkml:trace>
  <inkml:trace contextRef="#ctx0" brushRef="#br0" timeOffset="10826">1545 1334 7809,'0'-4'285,"0"-1"0,0 0 0,0 0-503,0-2 0,1 3 0,1 0 81,2-1 1,2 1 0,0 1 136,1 0 0,-1-2 0,1 1 0</inkml:trace>
  <inkml:trace contextRef="#ctx0" brushRef="#br0" timeOffset="10974">1680 1250 7809,'0'7'103,"0"-1"0,0 1 0,0 1 0,0 1 208,0-1 1,0-1 0,0 1 0,0 2-434,0 0 0,0-3 0,0 3 0,0-2-517,0 1 0,0 0 639,0 0 0,3-2 0,0 2 0</inkml:trace>
  <inkml:trace contextRef="#ctx0" brushRef="#br0" timeOffset="11124">1686 1206 7809,'-4'0'-282,"0"0"0,2 0-940,-3 2 1222,4-1 0,-2 2 0,6-3 0,1 0 0</inkml:trace>
  <inkml:trace contextRef="#ctx0" brushRef="#br0" timeOffset="11345">1917 1173 7767,'-6'0'237,"-1"0"0,1 0 1,0 0-1,-1 0 229,1 0 0,-1 0 1,1 0-1,0 0-131,-1 0 0,1 1 0,-1 1 1,1 0-166,-1 2 0,3 0 0,1 3 0,0 2-97,1 2 0,2-1 0,0 3 0,0 3-75,0 2 0,2 0 0,3-1 0,0 3-344,2 0 1,-3-2-1,0 2 1,1-3-862,1-2 1,-2-5 0,1 2-542,0-2 1748,-3-4 0,1-3 0,-3-3 0</inkml:trace>
  <inkml:trace contextRef="#ctx0" brushRef="#br0" timeOffset="11511">1783 1327 7809,'-1'-3'1368,"-1"1"0,1 0-871,-1 0 1,2 1-528,2-4 1,2 4 0,2-1 0,0 0-397,1 0 0,1 2 0,2-3 0,-1 3-374,0 0 1,3-1-1,-2 0 800,-1-1 0,4-3 0,-3 1 0</inkml:trace>
  <inkml:trace contextRef="#ctx0" brushRef="#br0" timeOffset="11664">1943 1244 7809,'0'6'0,"2"1"0,1 0 0,0 1 155,0 0 1,1 4 0,-1-2 0,0 3 90,2-1 0,0 1 1,0-1-1,0 0-623,0-2 0,0-1 0,2 0-836,-1-2 1213,-2-2 0,1-5 0,-1 0 0</inkml:trace>
  <inkml:trace contextRef="#ctx0" brushRef="#br0" timeOffset="11806">1994 1212 7859,'-3'-4'177,"-1"-1"1,1 4-61,-2-1-1048,1-2 330,0 4 1,4-3 600,5 3 0,0 3 0,2 0 0</inkml:trace>
  <inkml:trace contextRef="#ctx0" brushRef="#br0" timeOffset="12112">2161 1186 8588,'-6'0'650,"1"0"1,1 0-236,-1 0 1,-1 0-1,0 0-300,-1 0 1,3 0 0,0 0 0,0 1 144,0 1 1,-2 2 0,3 2-1,-1 1-179,2 2 0,1 1 1,-1 3-1,0 2-1,1 2 0,2 3 1,2 0-1,1 0-275,1 1 1,1-5-1,2 0 1,1-4-907,1-3 1,1-5 0,2-2 0,-1-2 453,1-2 0,2-2 1,-1-5 646,-1-2 0,2-4 0,-1-1 0</inkml:trace>
  <inkml:trace contextRef="#ctx0" brushRef="#br0" timeOffset="12395">2302 1199 8801,'-6'0'0,"-1"0"0,1 0 0,-1 0 547,1 0 0,0 3 0,0 1 0,1 2-283,1 0 1,0 1-1,-1-1 1,2 1-124,0 2 0,1-2 1,2 2-1,0-2-235,2 2 0,2-2 1,2 1-1,1-3-227,-1-3 1,3-1 0,0-1-1,0-1-6,1-1 1,0-4 0,-1-2 0,-1-1 62,-1 0 1,-1 2-1,1-2 1,-2 2 345,0 1 1,0 1 0,-3 2 648,2 0 0,-3 2-434,2 3 0,-3 3 0,0 4 0,0-1-305,0-1 1,0 0 0,0 1-1,0 0-1027,0 0 1,0-3 0,1-1-982,1-1 2016,2-1 0,2-8 0,0-1 0</inkml:trace>
  <inkml:trace contextRef="#ctx0" brushRef="#br0" timeOffset="12577">2450 1135 7900,'0'-6'0,"0"-1"964,2 1-573,-1 2 1,2 4 0,-3 4 0,0 3-126,0 1 0,0 0 0,0 3 0,1 1-182,1 2 0,-1-2 0,1 3 0,-1 0-323,1 0 0,-1 0 0,1 2 0,-1-1-1,-1 1 1,0-5 0,0 2 0,0-2-1134,0-3 0,-1-3 1373,-1-2 0,-2-2 0,-2 1 0</inkml:trace>
  <inkml:trace contextRef="#ctx0" brushRef="#br0" timeOffset="12727">2424 1263 8063,'0'-6'1922,"-2"-1"-1532,0 1 0,0 2 0,2-1 80,0 1 0,0 0 0,0 0 0,2 2-379,3 0 0,0 1 0,2 1 0,0 0-591,1 0 1,0 0 0,2 0 0,0 0-58,0 0 1,-1 3-1,1-1 557,-1-1 0,2 3 0,-1-1 0</inkml:trace>
  <inkml:trace contextRef="#ctx0" brushRef="#br0" timeOffset="13062">2610 1218 7809,'6'0'929,"1"0"1,-3-2-1,0-3-712,-2 0 0,3-2 1,-3 1-1,-1-1-311,0 1 1,-1-1-1,0 1 1,0 0 139,0-1 1,-3 3 0,-1 0 44,-2 2 1,-2-1 0,-1 3 0,1 0 40,1 0 0,3 4 0,0 2 0,-1 2-15,2 2 1,-2 2 0,3 2 0,0 1-161,1-1 0,2 2 0,1-1 0,3 0-144,0 0 1,2-3-1,-1 0 1,1-2-348,2-2 0,-1-4 0,2-2 0,0-1-258,0-1 1,-2-4 0,3-2-1,0-4 792,-1-2 0,1-1 0,-3 0 0,0 0 0,-1-2 0,0-2 0</inkml:trace>
  <inkml:trace contextRef="#ctx0" brushRef="#br0" timeOffset="13260">2738 1167 7735,'0'-8'0,"0"-1"-46,0 1 0,-2 1 0,-1 1 885,0-1 1,1 4 808,-3 0-1501,4 6 1,-2-2 0,3 4-1,0 1 1,0 3 0,1 0-1,1 1 96,2 0 1,2-1 0,0 1 0,-1 2-179,-1 0 0,0-1 1,2-1-1,1 2-65,-1 0 1,-1-1 0,-2-1 0,1 2-109,-1 0 1,-1-1 0,0 1-1,-2 0-241,-2-1 0,-3-2 0,-2 1 0,-3-3-267,0-1 1,2-1 0,-3 1-1,0-1-695,1-1 0,1-2 1311,3 0 0,-1-2 0,1 0 0</inkml:trace>
  <inkml:trace contextRef="#ctx0" brushRef="#br0" timeOffset="13404">2815 1289 7809,'4'1'286,"0"1"317,-1 2 0,0-1 0,-2 0-892,1 0 1,0 0 288,-2 4 0,0-1 0,0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37:32.650"/>
    </inkml:context>
    <inkml:brush xml:id="br0">
      <inkml:brushProperty name="width" value="0.06" units="cm"/>
      <inkml:brushProperty name="height" value="0.06" units="cm"/>
    </inkml:brush>
  </inkml:definitions>
  <inkml:trace contextRef="#ctx0" brushRef="#br0">42 84 7756,'-9'2'698,"-2"1"1,4-1 0,1-2-168,0 0 1,4 0 0,2-1 0,5-1 227,5-2 0,2-2 0,8 0 0,4 1-385,5 1 0,6 0 0,3-3 0,6 1 429,4-1 1,3 1-1,4 0 1,1 1-379,1 1 0,-8 1 1,0-2-1,-7 2-208,-5 1 0,-13 1 0,-1-1 0,-6 1-1387,-5 1-731,-5 0 1,-5 1-677,-4 1 0,0-1 2577,-2 4 0,0-1 0,-3 2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1:20.808"/>
    </inkml:context>
    <inkml:brush xml:id="br0">
      <inkml:brushProperty name="width" value="0.06" units="cm"/>
      <inkml:brushProperty name="height" value="0.06" units="cm"/>
    </inkml:brush>
  </inkml:definitions>
  <inkml:trace contextRef="#ctx0" brushRef="#br0">400 210 7989,'-3'14'0,"-1"2"375,-1 4 0,2 3 1,0 6-1,1 1-220,-1 3 1,2 2-1,-2 2 1,2 4-55,1-2 1,-3 1-1,0-3 1,0 1-776,-1-3 0,-1-5 0,-4 0 1,-1-4 673,-2-2 0,-6-3 0,-6 1 0</inkml:trace>
  <inkml:trace contextRef="#ctx0" brushRef="#br0" timeOffset="165">26 821 10063,'-9'6'742,"0"0"1,4-3 0,3 2-385,4-1 1,4-1-1,7-3 1,4 0-360,4 0 1,4-3-1,-1-1 1,2-1-838,2-2 1,-1-1-1,0-2 1,1-1-526,-1-2 0,0 0 1363,1 1 0,-5-2 0,-1-4 0</inkml:trace>
  <inkml:trace contextRef="#ctx0" brushRef="#br0" timeOffset="450">217 238 8179,'-4'-5'2436,"3"0"-2169,-2 2 1,6-1-1,4-3 1,5 1-21,3 2 0,6-2 0,3 3 1,4 0-275,2-1 0,-1 2 0,5-3 0,0 0-924,2 0 1,-3-1 0,-1-2 950,0 2 0,2-2 0,-1 3 0</inkml:trace>
  <inkml:trace contextRef="#ctx0" brushRef="#br0" timeOffset="920">946 19 7801,'-8'-9'353,"2"4"1,-6 2 0,2 2-122,1 1 1,3 2 0,0 4 59,-2 6 0,3 5 1,0 5-1,0 2-118,0 2 0,3 10 0,-1 3 1,2 5-1,1 3-194,0 5 1,3-6-1,1 7 1,0-2-124,0-6 0,-1 1 1,-3-9-1,0-3-472,0-6 0,-1-8 615,-2-2 0,-2 1 0,-4-5 0</inkml:trace>
  <inkml:trace contextRef="#ctx0" brushRef="#br0" timeOffset="1092">682 520 7801,'0'-6'1466,"0"0"1,0 3-1531,0-3 0,8 1 1,4-2-1,6 1-310,3-1 0,7-5 0,8-3 0,4-1 189,5-2 0,-2 2 0,6-6 1,-3 3 184,0 1 0,-9 4 0,-1 1 0</inkml:trace>
  <inkml:trace contextRef="#ctx0" brushRef="#br0" timeOffset="1435">1466 47 8183,'-10'0'0,"1"1"179,0 2 0,3 2 0,1 5 1,0 2 242,0 3 1,3 3 0,0 4-1,3 2-139,2 2 1,3 3 0,-2-1 0,1 1-184,2 1 1,-2-8 0,1 2 0,0-4-475,-1-1 1,0-8 109,-5-2 1,-1-6 0,-3 0 0,-3-2 0,-4-1 1,-3 0 0,-5 0-18,-2 0 0,1 0 1,-1 0-1,2 1 1,1 2 567,-1 3 1,4 6-1,2 3 1,2 4-60,3 2 1,5-1 0,0 4 0,3 1 150,3-2 1,6-4 0,5-6-1,1-2-193,0-2 1,4-6 0,2 0 0,0-2-835,1-1 1,-1-5 0,2-5 0,-1-4-696,-1-3 1,-1-3 1341,1-4 0,-2-1 0,4-6 0</inkml:trace>
  <inkml:trace contextRef="#ctx0" brushRef="#br0" timeOffset="1699">1593 229 7245,'-9'4'0,"1"2"0,1 3 921,1 3 1,3 2 0,-2 5 0,1 3-624,2 2 1,1 5 0,1 2 0,1-2-236,2-1 0,3-4 0,5-4 1,1-4-213,-1-4 1,3-6-1,0-3 1,2-4-184,-1-5 1,0-8 0,2-10-1,-1-4 26,0-6 0,-5 4 1,1-7-1,-2 3 233,-1 2 0,-3 4 0,-1 8 1,-1 4 660,-2 4 0,2 4 1,-1 5-186,-1 10 1,0 9 0,0 8-1,2 3-469,2 4 1,0-3 0,3 2 0,0-1 174,0-2-109,0-4 0,8 4 0,2-4 0</inkml:trace>
  <inkml:trace contextRef="#ctx0" brushRef="#br0" timeOffset="2135">1948 165 8863,'0'-4'305,"0"5"0,1 8 0,1 8 92,1 7 1,4 7 0,-3 5 0,0 8-245,0 6 1,2 3 0,-2 5 0,0-4-431,0-3 1,-1-13-1,-3-2 1,0-7-81,0-4 1,0-7-607,0-6 1,-4-6 962,-2-3 0,-2-10 0,-1-3 0</inkml:trace>
  <inkml:trace contextRef="#ctx0" brushRef="#br0" timeOffset="2365">1957 320 7705,'10'-21'-101,"-1"-1"0,0 3 1,1 2-1,1 3 0,2 1 254,1 1 0,2 5 0,1 2 0,-2 1 368,-3 2 0,-2 5 0,-1 3 0,-1 3-146,-1 4 1,-3-2 0,-4 4-1,0 2-23,0 3 1,-4 1-1,-3 2 1,-2 0-176,-3 0 1,-2-1-1,-4 1 1,0-1-763,-1-2 1,4-3 0,0-4 0,0-2-231,1-3 0,-3-6 1,6-3-1,2-7 212,2-6 1,5-7 0,0-5 602,4-3 0,3-4 0,4-3 0</inkml:trace>
  <inkml:trace contextRef="#ctx0" brushRef="#br0" timeOffset="2531">2158 37 7705,'6'-3'403,"0"0"1,0 1-106,3 5 0,-4 5 0,-1 6 0,-1 1 284,0 4 1,0 0-1,-3 6 1,0 1-347,0 3 0,0 4 0,0 2 0,0-1-622,0 0 1,0-5 0,0 2 0,1-3-103,3-1 0,-3-3 0,3-5 0,0-5 76,2-5 1,-1-7-1,0-3 412,-1-7 0,3-9 0,-2-7 0</inkml:trace>
  <inkml:trace contextRef="#ctx0" brushRef="#br0" timeOffset="2664">2349 229 7706,'0'9'-72,"1"0"0,1 0 1,1 1 550,-1 2 1,-1 2 0,-1 6 0,0 1-591,0 3 0,3 1 0,0 0 0,-1 1-1494,-1-1 1605,3-7 0,-3 3 0,4-7 0</inkml:trace>
  <inkml:trace contextRef="#ctx0" brushRef="#br0" timeOffset="2798">2395 183 7706,'-1'-10'0,"-2"-2"31,-3-3 1,2 5-1,1 0 1,1 2 733,-2 0-1031,3 3 0,-2 1 1,6 4 265,4 0 0,5 4 0,2 1 0</inkml:trace>
  <inkml:trace contextRef="#ctx0" brushRef="#br0" timeOffset="3015">2641 56 7706,'-10'9'321,"-2"0"1,-1 0 121,-1 0 0,2 0 1,-1 0-1,1 1-99,1 3 0,3-2 0,-2 4 0,3 1 217,0 1 1,3 3-1,1 0 1,2 2-594,1 1 0,1-2 0,1 0 0,3-1-463,3 1 0,-1-5 0,6 2 0,-2-4-408,1-3 1,-1-5 0,4-3 902,1-2 0,6-5 0,1-1 0</inkml:trace>
  <inkml:trace contextRef="#ctx0" brushRef="#br0" timeOffset="3315">2814 147 7564,'-10'-6'-66,"-2"0"0,1 4 0,-2-1 0,1 2 890,0 1 1,0 5-1,3 3 1,0 4-221,0 2 1,0 1 0,2 2-1,2 0-458,1-2 0,1 0 1,4 2-1,2-2-13,3-3 1,2-1 0,3-3 0,1-2-502,3-3 1,2-3 0,1-3 0,0-3-186,1-2 0,-1-6 1,-1-1-1,-2-1 385,-3 1 1,2-1-1,-2 4 1,-1-1 508,-1 0 1,-4 4-1,-1-1 105,-1 3 0,-1 7 0,-3 2 0,0 7-289,0 4 1,0 6 0,0 5 0,0 1-483,0 2 0,0-4 0,1 3 0,1-2-731,1 0 0,3-11 0,-2-2 0,2-5 1056,1-4 0,1-5 0,1-2 0</inkml:trace>
  <inkml:trace contextRef="#ctx0" brushRef="#br0" timeOffset="3481">3087 10 10447,'0'10'1209,"-1"2"1,-1 4-1007,-1 1 1,0 6 0,3 4 0,0 6-577,0 2 1,0-1 0,0-2 0,0-1-381,0-1 1,0-3 0,0-4 0,0-4-1139,0-6 1891,0-7 0,0-2 0,0-4 0</inkml:trace>
  <inkml:trace contextRef="#ctx0" brushRef="#br0" timeOffset="3783">3078 247 7754,'6'-1'403,"0"-2"0,-3 2 0,3-2 0,1 2-144,1 1 0,2-3 0,-1-1 0,2-1-125,4-2 1,-2-3 0,7-1 0,1-2-129,-2-1 0,-3 3 1,-3-2-1,-2 1-28,-3-1 1,-4 1 0,-2 4-31,-4 2 1,-5 2 0,-4 4 0,-2 1 275,-1 2 0,0 6 0,-2 6 0,1 3 237,2 0 1,4 1-1,4 1-69,1 2 0,1 2 0,3-2 0,1 0 0,2 2-242,3-1 1,7-3-1,5 0 1,3-3-821,2-5 0,1-6 0,3-3-119,-3-2 1,2-6 0,-2-3 0,-2-4 0,-4-3-1979,-5-1 2767,-3 3 0,-1-4 0,1 3 0</inkml:trace>
  <inkml:trace contextRef="#ctx0" brushRef="#br0" timeOffset="4534">363 1176 7681,'-4'-6'433,"-2"0"1,1 4 0,0-2 118,1 0 1,0 3-320,1-2 1,2 7 0,-2 4 0,2 4-195,1 2 1,-3 6-1,0 5 1,1 3 0,0 5-22,-1 2 0,1 4 0,-3 10-350,0 3 0,-2-3 0,2 0 0,-1-5 0,0-4-587,-1-7 1,0-7 0,0-7 918,1-6 0,4-5 0,-2-12 0,4-1 0</inkml:trace>
  <inkml:trace contextRef="#ctx0" brushRef="#br0" timeOffset="4917">391 1331 8394,'-10'0'1790,"4"0"-1071,0 0 1,3 0-196,-3 0 1,1 1-583,-1 2 0,2 2-57,4 4 1,0 0-1,0 0 1,0 1-224,0-1 0,0 0 0,0 0 0,0 0 75,0 0 0,0 0 0,1 0 207,2 0 0,-2 4 1,2 0-1,-2 0 1,-1 0 231,0-2 1,0 0 0,0 0 106,0 2 0,0-1 0,0-3-69,0 0 1,1-4 0,1-1-1,2-1-134,1 0 0,-2 1 0,3-2 0,1 1-113,2-1 0,1-1 0,1-1 0,1 0 52,-1 0 0,0 0 0,0 0 0,3 0-301,0 0 0,-3-1 0,1-1-167,-2-1 0,1-4 0,0 2 1,-2-1-1,1 0-520,-3-1 969,-4-1 0,5-1 0,-3 0 0</inkml:trace>
  <inkml:trace contextRef="#ctx0" brushRef="#br0" timeOffset="5399">427 1422 7751,'-4'6'189,"-2"0"1,1-4-1,-1 2 214,-1 0 0,3-4-105,1 0 1,3-4-1,2-5 1,3 0-186,3 0 0,0-3 0,6 0 0,0 0-225,0-2 1,1 1 0,1-3-3,-1 1 0,0 4 0,3-2 0,1 0-28,-1 1 0,-1 0 1,-1 3-1,-2 1 142,-1 2 0,8-2 0,-2 3 0</inkml:trace>
  <inkml:trace contextRef="#ctx0" brushRef="#br0" timeOffset="5714">801 1322 7760,'0'5'375,"4"-1"0,2-4 0,2-1 115,1-2 0,1-3 0,1-5 0,1-2-401,-1-2 1,-1 0 0,0-3-1,-2 0-96,-2 0 1,1-1-1,-4 2 138,-1 2 0,-5 2 0,-3 5 0,-2 2 32,-1 3 0,-4 2 1,1 3-1,1 3 1,1 6 5,1 5 1,3 1 0,1 8-1,1 1-59,2 3 1,1 1 0,2 2-1,2 0-193,3 1 0,3-3 0,2 1 0,2-2-678,1-6 0,-1-4 0,2-3 1,0-5-1905,-1-4 2665,3-3 0,-3-12 0,5-2 0</inkml:trace>
  <inkml:trace contextRef="#ctx0" brushRef="#br0" timeOffset="5863">1010 1285 8008,'-6'0'3118,"0"0"-3110,4 0 1,2 4 0,7-1 0,3-1-544,2-1 1,1-1 0,0 0 0,2 0 534,2 0 0,1 0 0,0 0 0</inkml:trace>
  <inkml:trace contextRef="#ctx0" brushRef="#br0" timeOffset="6047">1210 1167 8003,'-9'9'360,"0"1"1,0 1 0,0 4-45,0 2 0,0 0 0,1 7 1,1 3 318,1 2 0,0 4 1,0 5-1,3 0-610,2 1 1,1-7 0,0 3 0,0-5-573,0-4 1,3-9-1,1-2-171,2-7 0,3-4 1,3-4-1,-1-1 718,-1-2 0,3-2 0,1-4 0</inkml:trace>
  <inkml:trace contextRef="#ctx0" brushRef="#br0" timeOffset="6366">1548 1194 7732,'-10'0'0,"1"1"272,0 2 0,0-1 0,0 4 0,-1 0 352,-2 2 0,5-3 0,-1 6 0,2 0-333,4-1 0,1 1 0,1 0 1,2 2-463,5-2 1,-1-1 0,7-2 0,0-1 55,2-1 1,2-4 0,1 1-89,-3-2 1,2-5 0,-3-2 0,0-2 0,-1-2-73,1-2 1,-4 1 0,1-4-1,-3 1 220,-2 0 1,-1 3-1,1-1 1,-3 2 209,-2 0-112,3 5 1,-3 6 0,2 10 0,-2 5-463,-1 4 1,0 5-1,0-1 1,0 0 418,0 0 0,4-4 0,1 3 0</inkml:trace>
  <inkml:trace contextRef="#ctx0" brushRef="#br0" timeOffset="6630">1885 1185 8116,'0'9'0,"0"0"471,0 1 1,1-1 0,1 0 0,1 1-181,-1 2 1,-1 2 0,-1 4-1,1 1-24,2-1 0,-2 1 1,2 1-1,-2 2-79,-1-2 1,0-1 0,0-2 0,0 0-547,0-2 288,0-8 1,0-1-1,0-12 1,0-7 214,0-7 1,0-3-1,1-4 1,1-1-54,1 1 0,3 0 0,-2 0 0,0 2-309,0 1 0,3 4 0,-2-2 0,1 4-1182,0 3 1,-3 2 0,4 5-782,0 2 2180,-3 2 0,4 12 0,-3 2 0</inkml:trace>
  <inkml:trace contextRef="#ctx0" brushRef="#br0" timeOffset="6897">2167 1258 7708,'9'0'0,"0"0"0,0 0 175,0 0 0,-2-1 0,-1-2 0,0-3 386,-1-2 1,2-2-1,-4-1 1,-1-2-296,-1-2 1,-1 0 0,-1-3-1,-2 1-39,-3 2 0,-2 0 0,-1 5 0,-1 1 17,1 4 0,-1 4 0,-1 4 1,-1 5-32,1 6 1,1 3 0,2 8-1,0 3-6,2 5 1,4 0 0,-1 2 0,2 4-91,1 1 1,4-3 0,3 0-1,5 0-348,3-3 0,2-8 0,1-3 0,1-9-217,3-8 1,-2-7 0,3-8 0,1-10 447,-1-9 0,-3-8 0,2-6 0</inkml:trace>
  <inkml:trace contextRef="#ctx0" brushRef="#br0" timeOffset="7448">2887 1094 7952,'-12'-14'0,"-2"3"121,0 4 0,-1 0 0,-3 4 0,0 1 0,-1 1 545,1 1 1,3 5 0,0 4-1,1 6-235,2 5 1,1 3 0,8 4 0,1-1-332,1 1 0,3-1 1,3 3-1,5-3-47,4-1 0,1-5 1,2 1-7,-2-2 0,1-3 1,-3-1-1,-3 0 1,-2 0-246,-2 0 1,-4 0 0,1 1 0,-3-1 194,-3 1 1,-6-2-1,-6 0 1,-3-1-148,0-5 1,0 1 0,1-4-50,2 0 1,-3 2 0,4-4 0,0-1-1715,2-1 1,6-2 1301,3-2 0,7-2 0,5-5 611,5-2 0,3-2 0,2-5 0</inkml:trace>
  <inkml:trace contextRef="#ctx0" brushRef="#br0" timeOffset="7747">2969 1231 9887,'-9'0'701,"0"1"1,2 2-1,1 3-291,-1 2 1,0 1 0,1 1 0,3 1-350,2 2 1,1 0 0,0-2 0,1 2-197,2 1 1,2-3 0,5 1 0,2-2-89,4-4 1,1 1 0,1-4 0,0-1 55,0-1 1,1-5 0,-1-2 0,-1-3 10,-2-4 1,1 2 0,-3-4 0,-2-1 169,-1-1 1,-4 2 0,-1 0 128,-1 2 1,-1 4-1,-3 5-42,0 3 0,0 3 0,0 8 1,0 2-39,0 3 1,0 3 0,0-1 0,0-1-1100,0-1 1,1-4-1,1 2-394,1-3 0,1-6 1430,-1-4 0,-2-4 0,3-5 0</inkml:trace>
  <inkml:trace contextRef="#ctx0" brushRef="#br0" timeOffset="8466">3278 1158 8651,'10'4'704,"-5"2"0,-2 5 1,-2 2-445,-1 2 1,0 1 0,0 4-1,1 2 102,2 2 0,-2-3 1,2 2-1,-1 0-210,1 1 0,-1-4 0,3 0 0,0-4-146,0-4 1,-2-4-1,3-4-187,1-3 1,-2-5-1,0-11 1,0-5 57,0-5 0,-1 0 0,1-6 0,0 3-45,0 0 0,-2 5 0,3 2 0,1 2 227,1 0 1,-2 5 0,0 3 127,1 4 0,1 4 0,0 6-146,-2 3 1,2 3 0,-4 3 0,1 4 102,2 1 1,-2 1-1,0 0 1,0 0-24,0 1 1,-2-1 0,2-1-119,-1-2 1,3-2-320,-1-3 1,-1-6-1,0-4 220,-1-5 1,1-5 0,-3-2 0,2-2 158,1 0 0,-2-5 0,3 3 1,1-1-1,1 0 118,1 0 0,0 2 1,0 2-1,1 1-110,3 4 0,-2 2 1,3 0-229,-1 3 1,-1 2-1,-3 2 1,0 3-160,1 5 1,-4 1-1,-1 5-393,-1-2 1,-1 3 0,-2-2 0,1 0 98,1-2 0,3-1 0,-2-2 1,1-1 445,2-2 0,-2-3 0,1-5 1,1-2 409,1-1 1,5 0-1,0-2 1,1 1 132,2-2 1,-2 3 0,0-1 0,1 0-39,-1 1 1,-2-3-1,2 2-25,-1-2 0,-1-1 1,-4-1-1,0-1 1,-3-3 79,-1 0 0,-1 2 1,-3-3-1,0 0-70,0 1 0,-3-3 0,-1 6 1,-1 2-58,-3 2 1,-3 5-1,-1-1 1,1 2-107,1 1 1,4 5 0,0 4 0,0 6 52,1 6 0,-2-1 1,4 4-213,0 1 0,2 2 1,1 0-1,0 0 1,0 1-258,0-1 0,1-4 0,3-1-358,2-3 1,2-5 0,1-3-1,1-4 1,1-4-1180,1-2 1,3-3 0,-1-3 1789,0-4 0,1-10 0,3 0 0</inkml:trace>
  <inkml:trace contextRef="#ctx0" brushRef="#br0" timeOffset="8633">4089 1222 8232,'-4'9'1541,"-1"4"1,-4 2-1,0 3-822,0 4 0,0 3 0,0 7 1,-2 6-942,-1 2 0,5 1 1,-2 1-1,2 0 97,2-5 0,-2-6 1,4-5-1,0-6-1119,-1-4 0,3-8 0,-3 1 1244,0-4 0,-1-2 0,-5-3 0</inkml:trace>
  <inkml:trace contextRef="#ctx0" brushRef="#br0" timeOffset="9033">2932 1285 7644,'-6'0'1303,"1"-1"-885,1-2 1,1-2 0,4-4-230,2 0 0,3 0 1,5 0-1,2 0-31,2 0 0,3 0 0,3 1 1,0 0-124,2 2 0,-3 4 1,3-1-1,-1 2-748,-1 1 0,-6 1 1,-4 2-154,-4 3 1,0 6 865,-4 0 0,0 4 0,-3-2 0</inkml:trace>
  <inkml:trace contextRef="#ctx0" brushRef="#br0" timeOffset="10149">254 2215 7722,'-3'-6'39,"0"0"0,-4 4 0,2-3 0,-1 2 328,0 0 0,-1 0 0,-1 4 92,2 2 1,2 2-1,4 5-427,0-1 1,0 4 0,1 3 0,2 3 0,4 3-81,5-2 0,-1-1 0,4-2-59,1-2 0,1-2 1,1-6-1,1-2 0,0-2-106,2-4 0,-2-7 0,2-9 145,-5-3 0,1-6 0,-3-4 0,1 0 0,0 3-35,-2 3 0,-1 5 1,-3 8 324,0 4 1,0 8-1,0 10 1,-1 9 164,-2 10 0,2 11 0,-5 7 0,-1 4-48,-1 3 1,-2 4 0,-3-3 0,-5-6 4,-2-5 0,-4-1 1,2-10-1,-1-6 1,-2-6-284,-2-7 0,0-6 0,0 1 0,0-4-447,0-2 1,2-2 0,2-5 0,1-4 42,2-4 1,4-1-1,2-3 1,1-2-985,2-3 1,6 0 0,5-5 1326,5 0 0,7-1 0,3-2 0</inkml:trace>
  <inkml:trace contextRef="#ctx0" brushRef="#br0" timeOffset="10379">673 2288 7798,'0'9'337,"0"1"1,0 1 0,0 3 352,0 3 0,0 2-438,0 8 0,0 3 0,0 9 1,0 1-1,0 0 0,1-3-44,2-4 0,0-8 0,5-6 0,2-6-188,0-7 1,4-6-1,-1-5 1,0-6-109,0-5 0,-1-6 1,-4-11-1,-1-4-22,-1-4 0,-4 2 0,1-1 0,-1 4 56,-2 4 0,-4 7 0,0-1 0,-1 3 38,-2 2 0,-2 10 1,-2 5-294,-1 4 1,0 2 0,4 1 0,2 2-613,3 3 0,2 2 1,2 0 920,2-1 0,2 5 0,4-2 0</inkml:trace>
  <inkml:trace contextRef="#ctx0" brushRef="#br0" timeOffset="10645">882 2278 7912,'2'13'0,"0"0"278,1 1 1,0-2 0,-3 3 0,1 2 62,2 4 0,-2-1 1,3 4-1,-1 2-73,0 0 1,4 1 0,-1 0 0,3-2-128,3-1 0,-1-8 0,4 0 0,-1-6-161,0-4 1,-2-2 0,2-6-1,0-5-211,1-9 1,-4-6 0,1-8 0,-2-6-28,-1-5 0,-4-2 1,-1-4-1,-1 2 155,0 3 1,1 7-1,-2 3 762,1 6 0,4 15 0,-1 14-289,3 13 1,-3 9 0,0 5 0,1 4-408,1 1 0,1 2 0,0-1 0,1 1-661,2-1 1,-1-7 0,2-3 697,0-6 0,1 0 0,4-6 0</inkml:trace>
  <inkml:trace contextRef="#ctx0" brushRef="#br0" timeOffset="11128">1930 2124 7742,'0'-10'110,"0"1"0,0 0 1,0 0 162,0 0 0,0 3 1,-1 1-1,-2 1 164,-3 2 0,-5 2 0,-2 3 0,-1 4-119,-3 4 1,0 4 0,0 7 0,1 3-261,1 4 1,3 1 0,0 3 0,3 2-315,3 4 0,2-4 0,5 3 0,2-1-203,3 1 1,7-7-1,5 0 1,4-7-248,4-9 0,-3-8 0,7-6 0,0-7 706,2-9 0,-3-11 0,2-6 0</inkml:trace>
  <inkml:trace contextRef="#ctx0" brushRef="#br0" timeOffset="11694">2112 2133 7752,'-15'-8'104,"0"2"1,3 1-1,-2 5 1,-1 2 610,1 1 0,2 5 0,-2 5 0,1 2-448,2 4 1,4-3 0,2 5 0,1 0-214,1 1 1,5-2 0,3 1 0,5-4-38,3-2 1,2-4 0,3 1 0,1-3-293,3-2 0,-5-3 0,2-4 0,-1-1 66,-1-2 1,-1-7 0,0-4 0,-2-2 177,-2-2 1,-7 1 0,3-7 0,-2 3-12,-4 4 1,0 2 131,1 3 0,-3 5 0,1 2 1,-3 7-287,0 8 1,1 3 0,1 5-1,0 0-43,0 0 0,0 1 0,0-2 1,1-2-632,2-3 1,2-3 0,4-3 869,0-3 0,0-6 0,0-4 0,-1-4 0,-2-4 0,2-6 0,-3-3 0,1 0-18,-3 0 1,1 4-1,-1-1 1,0 4 878,1 2 1,-3 7-482,2-1 0,-2 10 1,-1 3-1,0 6 251,0 5 1,0 3 0,1 3 0,1 0-332,1-1 1,0 2 0,-3 1-1,0-1-233,0 0 0,1-1 0,1-2 0,1-1 86,-1 0 0,-1-4-148,-1-2 1,1-6 0,1-4 0,1-6-415,-1-8 0,2-3 1,0-9-1,0-3 68,0-2 0,3 1 0,-1-2 0,3 4 278,0 2 1,0 7 0,0-1 0,0 4-10,0 3 0,1 5 1,1 3-1,1 3 374,0 3 1,-2 5 0,-1 6-1,0 2-226,0 4 1,-3 1 0,-1-1 0,0 2-518,0 2 1,-2-4 0,2 1 0,-1-3-1734,-1-2 2174,2 1 0,4-3 0,5 4 0</inkml:trace>
  <inkml:trace contextRef="#ctx0" brushRef="#br0" timeOffset="12028">2914 2014 7719,'0'-9'123,"-4"0"0,-2 0 0,-2 0 179,-1 0 1,0 4-1,-1 2 1,1 2 56,0 1 0,-1 8 1,0 4-1,0 4-39,2 2 0,2 5 0,0 0 0,3 1-195,2 0 0,2 0 0,2 1 0,3-1-130,2 2 1,4-6-1,0 0 1,0 0 63,1 0 1,-2-1-1,0-1 1,-3 0-116,-2 0 0,-4 4 0,1 0 1,-3 0 97,-3 1 1,-5-2 0,-5-4 0,-1-2-68,1-3 1,-3-3-1,2-2 1,0-4-397,2-2 1,1-2-1,3-2 1,2-5-258,3-3 1,2-1-1,1-5 1,1-2-452,2-1 1,5-2 1128,5 1 0,3-4 0,-2 1 0</inkml:trace>
  <inkml:trace contextRef="#ctx0" brushRef="#br0" timeOffset="12478">2987 2133 7850,'0'9'388,"0"0"0,0 0 1,0 1-65,0 2 1,0-1-1,0 5 1,1 0-115,2 1 1,-1 1-1,4 0 1,1 1-7,1-1 1,2-1 0,2-1 0,0-2-325,-1 0 0,0-5 0,0-4 0,1-1-152,-1-2 0,-1-6 0,0-5 0,-1-5 135,0-4 0,-3-1 1,-1-2-1,0-2 58,0-1 1,-2-1 0,2 4 0,0 1 9,0 0 0,-2 5 0,3 1 314,1 1 0,2 5-240,0 5 0,0 5 0,-1 2 0,-1 1-2,-1 2 1,0 1 0,3 1 0,0 0 15,0 0 1,2 0-1,0-1 1,1-1-27,-1-4 0,0 1 1,0-1-1,1-1 21,0-1 0,-5-4 0,-2-1 1,0-1-3,0-3 1,-3-1 0,1-2 0,-3-2 83,-3-1 1,-2 3 0,-5-1-1,-1 3 195,-2 2 1,0 3 0,2 4-1,-1 1 35,1 2 0,4 7 1,2 6-1,1 4-73,2 4 0,1 1 1,1 1-1,1 2-140,2 1 1,5-1 0,5-2 0,1-1-604,2-4 1,2-6 0,3-4-1,0-4-2358,-1-4 2848,3-6 0,1-10 0,3-6 0</inkml:trace>
  <inkml:trace contextRef="#ctx0" brushRef="#br0" timeOffset="13078">3971 2105 7576,'0'-14'0,"0"2"-80,0 2 0,0 0 0,0-1 0,0-2 234,0-2 1,0 3 0,0-2 200,0 1 0,-1-2 0,-2 3 0,-3 1 10,-2 4 0,-3 3 0,0 5 1,-1 3 43,1 5 1,-3 6 0,0 5-320,0 1 1,-3 5-1,5 1 1,1 2 0,2 1-58,3 2 1,-1-5-1,4 2 1,2-4-329,3 0 0,4-6 0,5 0 0,3-3-226,3-2 1,1-5 0,5-6-1,0-3-2419,0-3 2940,2-2 0,2-12 0,0-2 0</inkml:trace>
  <inkml:trace contextRef="#ctx0" brushRef="#br0" timeOffset="13346">4126 2105 7827,'-8'19'0,"0"0"239,2 2 1,1-1 0,-1 4 0,3 0 134,2 2 0,2-7 1,2 5-1,3-3-231,2-2 0,6-7 0,0-4 0,2-2-192,2-4 1,-2-2-1,5-4 1,-3-7-90,0-6 1,-6-5 0,3-6 0,-3-2-21,-3 0 1,-4-2 0,-2 3 0,-2-1 91,-1 0 1,-4 5 0,-3 3-1,-3 3 248,-3 4 1,-3 5 0,1 4-1,-2 3 60,-1 2 0,0 2 0,3 2 0,2 3-272,0 2 1,4 2 0,0-1 0,5 0-833,3 0 1,2 0-1,3-1 169,5-2 1,1-2 0,5-4 692,1 0 0,5-4 0,3-1 0</inkml:trace>
  <inkml:trace contextRef="#ctx0" brushRef="#br0" timeOffset="13562">4454 1850 7708,'0'13'0,"0"3"0,0 1 493,0 1 1,0 5 0,0 4-1,0 3 56,0 2 1,4 2-1,2 0 1,2-1-228,1-3 0,-3-7 1,0 4-1,0-3-133,-1-1 0,-1-7 0,-4 0 0,-1-4-39,-2 0 0,-5-5 1,-5 2-1,-1-2-472,-2-2 0,-3-1 0,-1-4 0,-2 0-555,-1 0 1,-2 0 0,-1-1 0,0-2 876,-2-3 0,3-6 0,-6-2 0</inkml:trace>
  <inkml:trace contextRef="#ctx0" brushRef="#br0" timeOffset="14161">1320 2962 7837,'-25'0'0,"-1"0"402,-2 0 0,0 0 0,-3 0-337,3 0 0,-1 0 0,7 1 1,0 2-1,0 4 321,1 4 1,6 5 0,4 7 0,4 6-255,4 2 1,3 3-1,4 0 1,5-2-34,5-1 1,3-10 0,3 0 0,1-7-344,3-3 0,1-7 0,0-3 86,0-3 0,2-10 0,-4 0 0,-2-4 1,-2-2 0,0-1 0,-6-2 1,-3-1-1,-3-1 129,-4-2 1,-2 2 0,-3 3-1,-3 3 308,-4 2 1,-6 7 0,-1-1-161,-1 4 0,-4 6 1,0 7-1,0 2 1,2 4-593,1 3 1,6-1-1,2 5 1,2-1 119,3-2 0,4 0 0,6-1 0,4-2-192,5-6 0,7-4 544,3-5 0,3-4 0,0-1 0</inkml:trace>
  <inkml:trace contextRef="#ctx0" brushRef="#br0" timeOffset="14310">1493 2862 7808,'-6'10'382,"0"2"0,0 0 1,-3 5-1,0 4 226,3 5 1,2 1 0,4 9 0,0 5-326,0 2 1,0 1 0,0-1 0,1-1-647,2-1 1,-1-8-1,3 1 1,1-3-6,-1-5 1,-2-7-1,2 1 368,-1-3 0,-1-2 0,-3-6 0</inkml:trace>
  <inkml:trace contextRef="#ctx0" brushRef="#br0" timeOffset="14447">1365 3290 7670,'0'-5'474,"1"-2"1,3 4 0,5 0 351,6 2 0,3-2 0,3-1 0,4-2-1347,5-4 1,3 0 0,6-5 520,0-1 0,5-6 0,-3-1 0</inkml:trace>
  <inkml:trace contextRef="#ctx0" brushRef="#br0" timeOffset="15131">2449 3016 7858,'-3'-9'32,"0"0"1,-1 3 172,1 0 1,2 5 0,-2 2 338,2 7 1,5 7 0,1 9-255,0 3 1,3 5 0,-2 1 0,0 0 0,-1 3-42,-1-2 0,2 1 1,-3 2-1,0-2-143,1-2 0,-3-6 0,2 1 0,-2-4 143,-1-6 1,0-11-526,0-4 1,1-11 0,1-10-1,1-8 74,-1-6 1,2-6 0,0-7-1,1-1 25,2 1 1,-1 1-1,1 1 1,3-1 149,0 4 0,-4 5 1,5 7 34,0 6 1,-1 10 0,-4 13 0,-2 8 113,0 8 0,-3 5-1,3 6 1,-1 0-125,0 2 0,2 0 0,-3 1 0,1-1-462,-1 0 1,3-5 0,0 3-1,2-3-170,2-3 0,-1-4 1,7-4-1,0-2 87,0-3 0,2-6 548,-2-10 0,2-3 0,1-8 0</inkml:trace>
  <inkml:trace contextRef="#ctx0" brushRef="#br0" timeOffset="15377">2823 3071 7729,'-10'13'207,"-1"1"0,-1 3 0,1 1 1,3 4 211,2 3 0,4 1 0,-1-1 1,2 1-152,1 0 0,5-3 0,3-2 1,5-5-299,5-1 1,-4-9-1,6 0 1,0-5-16,0-4 1,-4-3 0,-2-7-1,-1-3 7,-2-4 0,-2 0 1,-2-4-1,-1 1-22,-2 0 1,-2 3-1,-5-2 1,-4 3 30,-1 1 0,-4 3 1,0 2-1,0 1-194,-1 4 1,3 4 0,-4-1 0,2 1-106,0 2 1,0 1 0,4 2-674,2 2 0,2-1 1001,4 4 0,4 0 0,1 3 0</inkml:trace>
  <inkml:trace contextRef="#ctx0" brushRef="#br0" timeOffset="15763">3124 2907 11543,'3'11'0,"0"4"340,-1 7 1,0 5 0,0 6 0,2 7-223,1 3 1,-3 1 0,2-1-61,0 1 0,-3 2 0,2-8 0,-2-4 0,-1-5-82,0-7 1,1-10-121,2-3 0,-2-14 1,2-4-1,-2-7-295,-1-5 0,3-4 1,0-4-1,0-3 261,1-4 1,-2 4 0,4-7 0,0 1 132,0 0 1,2 4-1,-2 3 1,3 1 204,3 4 1,-2 6-1,2 2 1,-1 9 31,1 8 0,-1 9 0,1 9 1,-2 3 58,-1 4 0,0 4 0,-1 0-340,-2-1 1,1 6-1,-3-5 1,0 1-1,2 1-723,-1-4 0,-3-5 0,2-1 1,-1-2-543,0-3 1,4-8 1353,-1-1 0,2-8 0,1-3 0</inkml:trace>
  <inkml:trace contextRef="#ctx0" brushRef="#br0" timeOffset="15940">3488 3080 7635,'0'-5'611,"1"1"224,2 4 0,3 0 0,6 0 1,3 0-861,3 0 0,0 0 1,0 0-1,1 0 422,3 0-397,1-4 0,4-1 0,1-4 0</inkml:trace>
  <inkml:trace contextRef="#ctx0" brushRef="#br0" timeOffset="16478">3807 2980 7643,'4'-5'323,"-3"1"1,7 4 0,-2 0 32,2 0 0,-2 1 0,0 2 0,0 4-103,-1 4 0,4 3 1,-4 6-191,0 1 0,0 1 0,-3 3 0,1 0 0,-1 0 62,-1 1 0,-1-5 0,0-3 201,0-1-252,-4-4 0,3-9 1,-2-9-1,2-7-31,1-5 1,0-1 0,1-9 0,2-2-39,3-3 1,3 3 0,2-1 0,1 1-284,-1 2 1,0 3-1,1 0 1,0 2-247,-1 2 1,0 5-591,1 3 1,1 7-1,2 6 1114,-6 7 0,-4 13 0,-5 7 0</inkml:trace>
  <inkml:trace contextRef="#ctx0" brushRef="#br0" timeOffset="16710">4089 3071 7743,'12'9'0,"1"-1"104,-2-2 1,2 1-1,0-4 1,1-1 644,2-1-470,2-9 1,-4 1 0,-1-8 0,-1-2 0,0-3 0,-2-4 0,-3 0 75,-4 0 1,-2 4 0,-2-2 0,-2 3-73,-3 1 1,-3 7 0,-2 3 0,-2 3 37,-1 3 0,0 5 1,-2 4-1,4 5-209,2 6 1,1 5-1,1 7 1,1 1-38,1 1 1,3-1 0,-2 1 0,1 0-270,2-3 1,2-1 0,3-1-1,3-3-859,2-3 1,2-5-1,1-3 1,2-2 153,1-6 1,2-7-1,2-6 1,0-6 898,0-4 0,-4-6 0,4-3 0,-4-6 0</inkml:trace>
  <inkml:trace contextRef="#ctx0" brushRef="#br0" timeOffset="17078">4335 2962 7643,'0'-4'846,"0"4"-490,0 5 0,0 10 0,0 4 1,0 4 120,0 6 1,4-1-1,1 5 1,1 0-241,0 2 1,1-2 0,2 3 0,0-1-238,0-4 1,-3-3 0,0 4-1,0-3-452,-1-3 1,-1-4 0,-4-2 0,0-4-28,0-4 0,-1-7 1,-2-6-12,-3-7 1,0-6-1,-2-7 1,-2-5 205,0-3 1,0 0-1,1-4 1,2 0 333,1-2 1,1 3-1,-1-3 1,3 1 115,2 2 0,1 2 0,1-4 0,2 1 14,3 0 0,3 1 0,3 4 0,4-1-36,1 3 1,-2 6 0,0 1 0,1 7 111,2 5 0,-3 8 1,-2 9-1,-2 9 293,-3 7 0,-5 6 1,0 7-1,-2 1-212,-1 2 1,-1-4 0,-1 1 0,-2-4-362,-1-1 0,-1-8 0,-3 0 0,0-3 177,0-2 0,0-6 1,0-4-1227,-1-4 1,4-3-1,1-6-672,1-4 1,1-1 1744,3-8 0,4 0 0,1-4 0</inkml:trace>
  <inkml:trace contextRef="#ctx0" brushRef="#br0" timeOffset="17394">4536 3035 8097,'-5'4'1165,"2"2"-981,2 2 0,1 1 1,0 1-1,0 2-238,0 3 1,4 3 0,2 0-1,2 1-27,1 2 0,1-3 0,1 1 0,1-1-60,-1-2 0,3-5 0,-2-2 1,-1-5-65,-1-3 0,-1-9 0,-1-5 0,-1-6 188,-1-5 1,-4-4 0,2-1-1,-1-1 78,0 0 0,1 5 0,-4 3 0,0 2 237,0 6 0,1 8 0,1 8 9,1 9 0,4 8 0,-2 8 0,1 0 7,0 1 0,0 0 1,3 0-649,0 0 0,0-3 0,0-8 0,0-2 0,1-4-408,-1-3 0,0-5 1,-1-7-1,-2-7 742,-3-6 0,-1-6 0,1-7 0,-2-3 0,3-3 0</inkml:trace>
  <inkml:trace contextRef="#ctx0" brushRef="#br0" timeOffset="17693">4873 2698 6776,'6'-9'0,"0"3"0,1 4 458,1 4 1,-2 11-1,0 6 1,1 4-223,1 5 0,2 1 0,1 3 0,0 0 348,0 1 1,-3-2-1,5 4 1,-1-1-368,0-3 1,-2-7 0,-5-5 27,-1-2 0,-2-3-479,-5-8 0,-3-5 1,-7-5-1,-2-1-28,-2-2 0,1 2 0,0 0 0,-2 1 160,2 2 0,0 2 0,0 3 0,2 3 273,2 2 0,6 5 0,-2 3 0,3 1 34,3 1 1,2 0 0,3 0 0,3 1-11,2-1 0,2-4 0,0-3-554,2-4 0,-2-3 1,3-5-1,-1-2 1,1-4-687,2-4 1,-3-4-1,2-6 1,-1-5 1044,-2-3 0,-1 1 0,-1-4 0</inkml:trace>
  <inkml:trace contextRef="#ctx0" brushRef="#br0" timeOffset="17865">5073 2907 7643,'0'12'121,"0"1"1,0 2-1,0 2 1,0 3 0,0 4 327,0 3 0,1-3 1,1-1-1,1 0-214,-1 1 1,2-4 0,0-1 0,0-5-1556,0-4 1,0-7 1319,0 0 0,1-6 0,4-3 0</inkml:trace>
  <inkml:trace contextRef="#ctx0" brushRef="#br0" timeOffset="18019">5100 2834 5760,'-9'-9'0</inkml:trace>
  <inkml:trace contextRef="#ctx0" brushRef="#br0" timeOffset="18178">5255 2661 7626,'0'14'591,"0"-1"0,0 0-184,0-1 1,0 1 0,0-1 0,1 3-86,2 2 0,-2 3 1,2 1-1,-1 4-69,1 5 1,-2 2 0,4 4 0,-2 1-562,0-1 0,0 1 0,-3-2 0,0-1-433,0-4 0,-1-6 0,-2-5 0,-3-4 741,-3-6 0,-4-6 0,-1 1 0</inkml:trace>
  <inkml:trace contextRef="#ctx0" brushRef="#br0" timeOffset="18337">5192 3071 7626,'0'-5'1072,"0"0"0,1 3-709,2-1 0,-2-1 0,3 2 0,0-2-483,2-1 0,2 2 1,2-3-1,2-2-308,3 0 0,3-2 0,0-1 0,1-2-916,2-1 0,-2 0 1344,3-2 0,-3-1 0,-1 3 0</inkml:trace>
  <inkml:trace contextRef="#ctx0" brushRef="#br0" timeOffset="18595">5492 2807 7626,'-6'12'408,"0"0"1,3 4-1,-3 0 1,-1 2 71,-1 3 1,-1-2 0,1 3 0,0-2-85,2 1 1,4-4 0,-1 2-1,2-1-133,1-5 0,4-2 1,3-2-477,5 0 1,-2-4 0,2-3-1,-2-4-255,-1-4 0,0-7 1,0-5-1,0-7 64,1-4 0,-4 0 0,-1-4 0,-1 2 464,-2 2 0,2 1 1,-1 5-1,-1 4 464,-1 3 1,-1 10-1,0 4-246,0 9 1,0 10-1,1 8 1,1 4-185,1 5 0,0 1 0,-2 1 0,1-2-680,1 0 1,3-12-1,-2-2 1,1-6-320,2-6 0,0-4 1,0-8-1,0-6 905,0-7 0,-3-5 0,4-14 0,-3-1 0</inkml:trace>
  <inkml:trace contextRef="#ctx0" brushRef="#br0" timeOffset="18759">5738 2588 9010,'0'7'1391,"0"2"1,0 5-735,0 2 0,-1 7 1,-1 4-1,-1 7-587,1 4 1,0 2-1,0 3 1,-1 2-706,1-2 0,1 1 1,1-2-1,0-3-2538,0-6 3173,0-9 0,-4 6 0,-1-7 0</inkml:trace>
  <inkml:trace contextRef="#ctx0" brushRef="#br0" timeOffset="18907">5674 2907 7626,'5'-4'1139,"1"3"0,-3-3-629,3 0 1,2-1-1,1-3 1,1 1-474,2 1 1,-2 0 0,3-4 0,0 0-1644,-1-2 1,1 2-1,-2-2 1606,1 2 0,0-3 0,-3-2 0</inkml:trace>
  <inkml:trace contextRef="#ctx0" brushRef="#br0" timeOffset="19057">5884 2834 7626,'0'23'269,"0"2"0,0-2 1,0 2-1,0-1 0,1 0 257,2-1 0,-2-6 1,2 2-1,-1-3-1245,1-2-98,-2-5 0,3-10 0,-3-7 1,1-5 816,1-4 0,0 0 0,-3-5 0</inkml:trace>
  <inkml:trace contextRef="#ctx0" brushRef="#br0" timeOffset="19204">5975 2725 7626,'0'6'28,"-1"0"258,-2 1 0,2-2-1758,-2 1 1472,2-4 0,-3 6 0,-1-3 0</inkml:trace>
  <inkml:trace contextRef="#ctx0" brushRef="#br0" timeOffset="19393">6048 2770 7626,'-5'27'852,"-3"-5"0,3 8 0,-1 3 31,0 1 0,4 4 0,-2-1 0,3 1-562,1-3 0,6-6 0,2-2 0,4-8-184,2-6 1,1-8-1,2-6 1,-1-7-1020,-4-6 0,-2-7 0,-1-4 0,-1-2 459,-2-3 0,-2 1 0,-4 0 0,0 3 255,0 1 1,-1 7 0,-2-1-1,-3 2 114,-2 3 0,2 2 0,0 2 1,-1 0-311,-1 2 0,1 2 0,1 0-1620,-1 3 1984,3 2 0,0 1 0,4 0 0</inkml:trace>
  <inkml:trace contextRef="#ctx0" brushRef="#br0" timeOffset="19794">6257 2789 7597,'0'18'223,"0"0"0,-1 0 579,-2 1 1,1 0 0,-3 1-1,0 1-170,0 0 1,0 2 0,-1-1-1,3 0-474,2 0 0,1-6 1,0 3-1,1-4-845,2-2 0,-1-4 403,4-2 1,0-7-1,2-2 7,-2-7 0,1-3 0,-3 0 0,-1-2 155,1 0 1,-2-3 0,3 2 0,0 0 174,0 0 1,1 1 0,2-2-1,-1 0 18,-1 0 0,0 2 0,2 0 0,-1 1-106,-1 2 1,-3 1-1,4 1 1,0 3-199,1 3 1,-2 2 0,-1 2 0,0 3-194,0 5 1,-3 5 0,2 4 0,-1 0-149,0 0 0,0 1 0,-2-1 425,2 0 1,-2-1 0,3-2 0,-1-3-1,0 0 339,-1 0 0,2-5 0,-1 2 0,0-1 1206,-2 0 0,2-2-487,0 0 1,1-1-1162,-1 1-2773,-2-2 3025,3-4 0,-4 0 0,0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3:15.421"/>
    </inkml:context>
    <inkml:brush xml:id="br0">
      <inkml:brushProperty name="width" value="0.06" units="cm"/>
      <inkml:brushProperty name="height" value="0.06" units="cm"/>
    </inkml:brush>
  </inkml:definitions>
  <inkml:trace contextRef="#ctx0" brushRef="#br0">289 584 7837,'-1'-3'1050,"-1"0"1,-1 3-1,-4 3-796,-2 1 0,1 5 0,-3 4 0,-1 4 96,-2 4 1,-1 3 0,-3 6 0,-3 5-557,-1 4 1,3-1 0,-1 0 0,0-1-1076,3-5 1,1-6 0,0-4 1280,3-5 0,-2-5 0,5-6 0</inkml:trace>
  <inkml:trace contextRef="#ctx0" brushRef="#br0" timeOffset="531">437 71 8084,'0'-4'1325,"0"11"1,-1 7-913,-1 5 0,-1 9 0,-2 2 0,1 5 0,-1 4-378,-1 4 1,0-2 0,-1 5 0,1-2-380,-1-3 1,3-8-1,0-6 1,2-5-741,0-6 1,2-7-1,2-3 731,0-5 1,2-5 0,-1-5 0,0-4 0,2-4 352,-2-4 0,3-2 0,-2-2 0</inkml:trace>
  <inkml:trace contextRef="#ctx0" brushRef="#br0" timeOffset="799">443 122 7864,'0'-6'522,"0"-1"-14,0 1 0,0 6 0,1 5 0,0 7-84,1 7 1,3 6-1,0 7 1,2 3-112,2 2 0,3 1 1,0 4-1,3 0-104,2 0 1,-3-6 0,1-1-1,-2-4-109,0-7 1,0-5 0,-1-9 0,-1-4-85,-3-3 1,0-6-1,-1-3 1,1-5-60,0-6 0,-4-5 0,1-9 0,-1-4 142,-3-4 0,0 1 0,-1-4-60,0 3 0,0-4 0,0 4 0,-1 0 0,0 1-300,-1 0 0,0 9 1,2 6-894,0 5 1,0 8-84,0 10 1,2 6 1236,3 4 0,0 5 0,2 2 0</inkml:trace>
  <inkml:trace contextRef="#ctx0" brushRef="#br0" timeOffset="1081">789 206 9434,'-10'21'0,"1"1"913,0 1 1,2-2 0,-1 3-1,3 0-394,3 1 1,2 1 0,3-2 0,3-2-89,4-3 0,3-4 0,2-3 0,2-5-212,1-4 1,2-7 0,1-5 0,0-5-605,0-6 0,-4-3 1,-3-3-1,-2 0 284,-4 1 1,-3 0-1,-3 2 226,-1 4 0,-7 0 0,-3 4 0,-2 2 1,-2 1-13,0 1 1,-2 3 0,-2 0 0,0 3-287,0 3 0,3 1 0,-1 1 0,2 0-1843,2 0 0,3 3 0,3 2 2016,3 0 0,2 5 0,0 0 0</inkml:trace>
  <inkml:trace contextRef="#ctx0" brushRef="#br0" timeOffset="1248">1072 0 7762,'0'10'0,"0"0"0,0 3 0,0 0 593,0 2 0,0 3 0,0 5 0,0 3 640,2 3 0,0-1 0,1 3 1,1 0-1003,0 0 0,-2-4 0,1 1 0,0-4-1152,-1 0 0,0-5 0,1-1 921,-2-2 0,0-1 0,-1-2 0</inkml:trace>
  <inkml:trace contextRef="#ctx0" brushRef="#br0" timeOffset="1414">988 302 7762,'0'-7'508,"0"3"0,0 0 0,1 0 811,1 0 0,2-2 1,6 3-1,2-1-895,5-1 1,1 3 0,2-2 0,2-1-651,1-1 1,2 1-1,1-1 1,-1-1 225,1 0 0,0 0 0,-1 1 0</inkml:trace>
  <inkml:trace contextRef="#ctx0" brushRef="#br0" timeOffset="1933">1636 13 7721,'-3'-3'885,"2"-2"-115,-3 3 1,2 0 0,0 5-1,1 4-275,1 5 1,0 10 0,0 8-1,0 7-248,0 5 1,1 3-1,0 6 1,2-2-421,-2-2 0,0-6 1,-1-4-481,0-1 0,0-7 0,0-6 0,0-4 653,0-4 0,-3 0 0,-1-5 0</inkml:trace>
  <inkml:trace contextRef="#ctx0" brushRef="#br0" timeOffset="2299">1553 321 9336,'0'-6'0,"0"-1"0,-1-1 516,-1 2 1,1-2 0,0 4-1,2-1 367,3 1 0,3-1 1,1 3-1,3-1-626,1 1 1,4 1-1,1-1 1,2 1-768,3 1 0,-1-1 1,3 0-1,1-2-568,-1-1 1,-2 0 0,1-2 0,-2-1 502,0-2 1,-8 2-1,1-2 1,-4 2 574,-4 1 0,0 2 0,-8 2 0,-1 4 0,-3 3 163,-2 3 1,-3 2 0,2 4 0,0 1 563,2 2 0,-2 1 0,4 1 0,0 0 191,2-2 0,1 3 1,2-2-1,3-1 1,4-1-691,3-1 0,5-5 0,2-2 0,3-4-273,3-4 0,-2-6 0,2-7 0,-3-4-113,-3-4 1,-2 1-1,-5-4 1,-3 1-126,-2 0 1,-5 1-1,-2 4 1,-6 2-255,-3 4 1,-2 5 0,-2 1 0,-3 3 242,0 1 1,1 5 0,0 1 0,2 2-80,1 0 373,3 0 0,-1 1 0,2-1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3:19.235"/>
    </inkml:context>
    <inkml:brush xml:id="br0">
      <inkml:brushProperty name="width" value="0.06" units="cm"/>
      <inkml:brushProperty name="height" value="0.06" units="cm"/>
    </inkml:brush>
  </inkml:definitions>
  <inkml:trace contextRef="#ctx0" brushRef="#br0">1 33 7825,'0'-6'126,"0"-1"0,0 1 376,0-1 1,0 2 140,0 3 1,2 9 0,1 8-278,0 5 1,2 4-1,0 4 1,0 4-121,0 4 1,-1 3 0,2 0 0,-1 3-55,-1 0 0,-3-2 0,1 1 0,-1-2-240,-1-4 1,-1-5 0,0 1-80,-1-4 1,-2-4-28,1-8 1,1-9 0,2-9-1,0-4 1,0-4-130,0-4 0,0-5 0,1-5 172,1-4 0,2-2 0,2 0 1,1 0 80,-1 0 0,3-1 0,0 5 1,0 3 173,0 4 1,2 5-1,-2 6 1,1 5 42,-1 3 0,-1 5 0,-1 5 0,-1 5-132,-2 4 1,1 4-1,-3 1 1,0 2-1,0 2-436,0 0 0,3-2 1,-3 2-1,2 0-341,1 0 1,-1-3-1,2-3 1,2-3-86,1-6 0,2-4 1,1-4 806,-1-4 0,4-6 0,-2-4 0</inkml:trace>
  <inkml:trace contextRef="#ctx0" brushRef="#br0" timeOffset="284">366 283 7825,'-2'-13'504,"-2"-1"1,-2 7 0,-1 2 0,1 1-7,-1 3 0,0 0 0,-1 3 0,0 2 119,0 5 0,1 3 1,0 3-1,2 2-339,1 1 0,1 1 1,3 1-1,0-1-190,0 0 0,0 0 1,3-2-1,2-2 23,2-2 0,2-5 0,3-2 0,2-3-733,-1-4 0,1-5 0,1-5 0,0-3 312,-1-3 0,-1-3 0,0 0 1,-1-2 382,-1 2 0,-1 2 0,-3 2 0,0 3 535,-4 3 0,-1 5 0,-2 6-9,0 5 0,-3 5 1,1 5-520,-2 0 1,2 3 0,-2 1 0,1 0 0,2 0-763,0-2 1,1 1-1,0-3 1,0-1-1020,0-2 1,2-5 0,1 0 1700,1-3 0,0-5 0,3-3 0</inkml:trace>
  <inkml:trace contextRef="#ctx0" brushRef="#br0" timeOffset="617">565 238 8930,'0'13'355,"0"0"1,0 0-1,0 0 1,-2 0 230,0 2 1,0-1-1,2 3 1,0-1 75,0 1 1,0-3 0,0 4 0,0 0-469,0 3 1,0-3 0,0 2-1,0 0-151,0-3 0,0-5 0,1-2-292,1-4 0,-2-4 1,3-5 156,0-6 1,-1-4 0,1-9 0,1-1 0,-1-3-176,2-2 0,1 2 0,0-1 165,1 3 1,-1 1 0,1 4 0,-1 4 0,0 0 152,1 4 0,-1 4 1,0 6-1,-1 5 262,-1 4 1,-2 9-1,1 2 1,-1 2-320,0 3 1,0-1-1,-2 3 1,0 0-1041,0-2 1,0-3 0,0 0 0,0-3-841,0-1 1,3-7 1885,1-2 0,2-8 0,0 0 0</inkml:trace>
  <inkml:trace contextRef="#ctx0" brushRef="#br0" timeOffset="1134">848 52 7825,'4'0'1293,"0"0"1,0 4 0,2 3-1,-1 6-529,-1 5 0,1 6 0,1 4 0,0 4-256,1 3 1,-1-5 0,1 2 0,-2-5-405,0-4 1,0-9-1,-3-1-261,-1-5 1,-1-4 0,-2-2 0,-3-2-20,-3-2 1,-2 0 0,-5-1 0,0 0-477,-2 1 0,2 0 0,-3-1 0,-1 2 768,1 0 1,3 5-1,-1 2 1,2 5 393,4 3 1,3 0 0,1 3 0,2-1 39,2 1 0,4-2 1,2 1-1,2 0-293,3-2 0,1-3 0,3-4 0,0-1-816,-1-2 0,2-3 0,-1-1 1,2-4-526,-1-4 0,-1-5 1,3-5-1,0-2 452,-2-4 1,-2 1-1,-2-2 1,1 0-547,-1-2 0,1 2 0,-2-4 0,-1-1 1178,-1-2 0,0 4 0,1-4 0,0 1-47,0 2 0,-3 8 0,-1 7 526,-1 3 0,-1 7 0,-2 5 0,0 7 785,0 3 1,0 2-1,0 6 1,0 3-488,0 2 1,0 5 0,0 0-1,0 1 5,0 0 0,-1-2 0,0 1 0,-2 0-728,2 0 0,0-1 0,1 1-978,0 0 1,0-2-1,0-3 1,0-2-1400,0-5 1,1-3 0,1-11 2322,2-5 0,2-8 0,1-6 0</inkml:trace>
  <inkml:trace contextRef="#ctx0" brushRef="#br0" timeOffset="1366">1175 411 7825,'12'-6'455,"1"0"0,-1-1 0,0 1 0,-2-1 0,0-2 445,0-2 0,-2-1 0,-1-1 0,-1 1-288,-2-1 0,-2 2 0,-1 0 0,-2 0-351,-3-1 0,-5 2 1,-2 2-1,-2 3-198,-1 3 1,-2 2 0,-2 3-1,1 4 43,-1 5 0,2 4 1,-1 6-1,2 1 394,0 2 1,4 4 0,2 1 0,2 3 204,3 3 1,8-2-1,6 5 1,10-2-835,5-2 1,5-5 0,4-6 0,3-6-1411,0-6 1,0-6 0,-2-5 0,-1-5-1693,-1-4 1,-7-4 3230,0-1 0,-5-2 0,-2-2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3:26.931"/>
    </inkml:context>
    <inkml:brush xml:id="br0">
      <inkml:brushProperty name="width" value="0.06" units="cm"/>
      <inkml:brushProperty name="height" value="0.06" units="cm"/>
    </inkml:brush>
  </inkml:definitions>
  <inkml:trace contextRef="#ctx0" brushRef="#br0">148 180 8018,'0'-6'0,"-1"0"286,-1 2 1,-2-2-1,-2 3 1,-1-1 220,-2 2 0,1 1 0,-3 3 0,0 2-126,-1 5 0,-1 5 0,1 6 0,1 3 134,0 4 1,4 3 0,0 3 0,5 1-352,1-1 0,2-7 1,4 1-1,4-6-281,4-4 1,2-9 0,4-5 0,1-7 53,0-6 0,0-8 1,-2-6-1,0-3-148,-1-3 0,-5-2 0,-2 1 0,-3 0 120,-2 1 0,-6 5 1,-5 0-1,-5 4 178,-3 5 0,-6 1 1,-2 7-1,-2 2-33,0 3 1,5 3-1,-1 3 1,2 4-547,3 3 0,3 0 1,4 0-1,3-1-1034,3-1 0,2-1 0,3-1 1526,3 1 0,3-1 0,4 0 0</inkml:trace>
  <inkml:trace contextRef="#ctx0" brushRef="#br0" timeOffset="284">366 110 6895,'3'11'291,"-1"2"1,-1 3-1,-1 1 1,0 0 0,0 1 1032,0 0 0,0 0 0,0 1 0,0 1-729,0 2 1,-2-3-1,-1 3 1,-1 2-502,-1-1 0,0 2 1,-2 1-1,1 1-387,0-2 1,-3-4-1,0-1 1,2-4-17,-1-6 1,2-5 0,0-3 0,1-4-119,1-5 0,3-5 0,-1-5 0,1-3 247,1-3 1,1-1 0,1-4-1,2 2 384,2 0 1,3 3 0,2-1 0,1 1-139,1 0 1,0 1 0,2 3 0,4 1-412,3-2 0,3 3 1,5-5-1,2 2-104,3 1 1,-2 2-1,5 0 449,0-1 0,4-3 0,0-2 0</inkml:trace>
  <inkml:trace contextRef="#ctx0" brushRef="#br0" timeOffset="917">1001 14 7757,'-5'0'363,"2"0"184,0 2 0,-1 2 1,2 4-1,0 3-43,1 6 0,1 9 0,0 7 0,1 7 14,1 3 1,-1-1-1,1 3 1,-1-1-222,-1 0 1,0-7 0,0 1 0,-1-4-128,-1-5 1,1-8 0,-4 1 0,1-5 166,0-6 1,-1-6-483,3-5 1,0-4 0,2-7-1,1-4-42,1-5 0,0-7 0,4-7 1,2-4 8,1-4 1,-1 4 0,3-1 0,1 2-71,0 2 1,2 6 0,2 1 0,1 5 141,1 6 1,0 6-1,1 5 1,0 3 196,-2 2 1,-4 7 0,-3 2-1,-2 4-117,-3 3 1,-2 5-1,1 2 1,-1 2-106,-2-1 1,0 0-1,-1 1 1,0 1-18,0-1 0,0-2 0,2 0 0,1-1-1030,0-3 1,2-3 0,1-3 0,1-5-754,2-4 1931,-2-8 0,5-5 0,-2-7 0</inkml:trace>
  <inkml:trace contextRef="#ctx0" brushRef="#br0" timeOffset="1186">1405 174 7725,'-7'3'484,"3"1"1,0 5 0,-1 4-35,-1 4 0,2 2 0,2 5 1,2 3-235,0 2 1,3 2 0,4-3-1,3 1 479,2-1 0,1-9 1,1 0-1,2-7-538,1-3 1,-3-5 0,1-3 0,-2-5-104,-3-4 1,0-4 0,-5-3 0,0-3 220,-3-3 1,-2 1-1,-3-3 1,-4 0-121,-3 0 1,0 4 0,-2-2 0,-2 1-78,1 2 0,-1-1 0,1 4 0,0 0-621,1 2 1,-1 5 0,3 1 0,1 5-912,2 1 1,3 2-1,3 0 524,2 1 0,4 2 1,3-1 929,3-2 0,4 3 0,1-1 0</inkml:trace>
  <inkml:trace contextRef="#ctx0" brushRef="#br0" timeOffset="1384">1636 1 9092,'3'3'1441,"0"2"0,-3 5 0,0 3-575,0 5 0,0 4 0,0 6 0,0 3-211,0 5 1,0-3 0,-1 4-1,0-2-318,-1-3 1,0 1 0,1-4 0,-1-2-987,0-1 1,-2-5-1,2 0 1,0-4 174,-1-4 0,2-5 1,-2-5-1,1 0-7230,0-4 7704,-6-5 0,1-7 0,-6-3 0</inkml:trace>
  <inkml:trace contextRef="#ctx0" brushRef="#br0" timeOffset="1550">1546 296 7725,'0'-7'0,"-1"1"0,0 0 1164,-1-1 1,-1 1-1,4 0 1,1 1 412,3 1 0,0 0 0,2-1 0,2 1-1157,2-1 0,1 2 0,1 0 0,2 1-354,2 0 1,0-1 0,-1 2 0,0-1-1444,1 0 1,-3 1 0,0 1 0,-1 0-4392,-3 0 5768,-2 3 0,4 1 0,-2 2 0</inkml:trace>
  <inkml:trace contextRef="#ctx0" brushRef="#br0" timeOffset="1666">1847 283 7725,'1'6'701,"1"1"0,0-3 0,2 0-725,1 1 1,1-1 0,0-1 0,0 0-138,1-1 161,-1-2 0,3 0 0,1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3:25.317"/>
    </inkml:context>
    <inkml:brush xml:id="br0">
      <inkml:brushProperty name="width" value="0.06" units="cm"/>
      <inkml:brushProperty name="height" value="0.06" units="cm"/>
    </inkml:brush>
  </inkml:definitions>
  <inkml:trace contextRef="#ctx0" brushRef="#br0">283 154 7784,'0'-18'171,"2"3"1,-1-4 0,-2 3 207,-5 2-1,-2 0 1,-4 3 0,-3 1 181,-3 1 0,0 6 0,-5-1 1,0 3-66,0 4 1,4 4 0,-2 5 0,1 6 121,3 5 1,0 2-1,5 6 1,1 4-306,3 2 0,1-2 0,3 1 1,2-3-565,1-1 1,7-8 0,3 3 0,3-3-120,3-1 1,0-6 0,3-2-941,2-2 1,3-1 0,-2-5 0,0-4 1310,-1-1 0,2-5 0,1-1 0</inkml:trace>
  <inkml:trace contextRef="#ctx0" brushRef="#br0" timeOffset="265">340 328 7784,'7'4'0,"-1"-1"390,1 0 0,2 2 0,1-3 1,1-2 217,2-1 0,1-3 0,5-5 0,1-2-457,-1-4 1,-2 0 0,-1-2 0,-3-3-24,-3 0 0,-3 1 0,-3-3 0,-5 1 49,-4 3 0,-5 6 0,-5 2 1,-2 4 249,-2 4 1,-1 3 0,0 3-141,1 5 0,-3 6 0,4 3 0,2 3 0,1 3-48,2 2 0,5-1 0,0 2 0,3 0-450,3 2 0,4-4 0,3-1 0,4-3-837,3-2 0,2-4 1,3-1-1,1-5-571,0-5 0,0-3 1,0-2 1618,0-3 0,2-9 0,-4-7 0</inkml:trace>
  <inkml:trace contextRef="#ctx0" brushRef="#br0" timeOffset="565">571 199 7784,'0'7'848,"0"0"0,0 1 0,0 4 100,0 2 0,0 3 1,0 4-1,1 1-493,1 1 0,-1 1 1,1 3-1,-1 2-326,-1 0 1,-1-2 0,-1 1 0,-2-3 89,1-1 1,-3-4-1,2-5 1,-1-3 165,0-4 1,0-6 0,1-2-283,1-4 0,0-5 0,3-4 0,0-4-319,0-4 0,0-4 0,2-5 1,1 1-162,3-1 0,0 3 0,4 1 0,0 2-278,0-1 0,0 3 0,4 0 1,1 1 124,2 2 0,0 2 0,1-2 0,1 1-482,1 1 0,-1 0 0,2-2 0,-1 1 133,-1-1 1,-2 3 878,0-3 0,-2 1 0,0-1 0</inkml:trace>
  <inkml:trace contextRef="#ctx0" brushRef="#br0" timeOffset="714">892 0 7851,'-3'7'295,"2"-1"1,-3 1-1,0 2 499,1 2 1,-1 2-1,-1 4 1,1 3 200,-1 4 1,2 4 0,-1 6 0,1 4-449,2 1 1,0-3 0,1 1-1,0 0-668,0 0 1,0-3-1,0 1 1,0-3-658,0 0 0,0-12 1,0 1-1,0-7-3967,0-6 4745,0-3 0,-6-5 0,-1-4 0</inkml:trace>
  <inkml:trace contextRef="#ctx0" brushRef="#br0" timeOffset="1047">764 398 7784,'-3'-8'0,"-1"-2"390,1 0 0,-2 2 0,3-2 0,0 1 320,1 1 0,5 1 1,2 0-1,3 1-328,3-1 0,-1 3 0,5 0 0,0 1-714,1-1 0,2 2 0,2-1 0,1-1 211,1 1 1,-3-2-1,2-1 1,-2-1-1136,2-2 1,-2 1 0,3-4 0,-3-1 1255,-1 0 0,-4 0 0,-2-3 0,-3 2-57,-3 2 1,-6 3 0,-1 2 0,-4 1 319,-4 2 1,-2 2 0,-2 1-1,0 2 543,2 3 1,1 5 0,0 2 0,1 2 109,2 1 1,4 3 0,0 3 0,1 1-243,1 3 1,1-4 0,1 1 0,3 1-433,0 2 0,2-1 1,1 4-1,1 1-252,-1 1 1,-1-4 0,-2 2-1,0-2-496,-3-1 1,-4-8 0,-3-3 0,-2-5-228,-3-4 1,-1-1 0,-4-3 0,1-1-2240,-1-1 2972,1-1 0,-4-10 0,1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3:22.468"/>
    </inkml:context>
    <inkml:brush xml:id="br0">
      <inkml:brushProperty name="width" value="0.06" units="cm"/>
      <inkml:brushProperty name="height" value="0.06" units="cm"/>
    </inkml:brush>
  </inkml:definitions>
  <inkml:trace contextRef="#ctx0" brushRef="#br0">50 308 7861,'-3'0'761,"1"0"0,7 0-153,3 0 0,4 0 1,4 0-1,3-3 1,5-3-215,3-4 1,0-3 0,1-2 0,0-4-208,-4-4 0,-2 0 1,-3-5-1,-5 1-195,-5-1 0,-7 4 1,-2 0-1,-5 3-410,-5 5 1,-4 7 0,-7 5 0,-2 2 446,-4 2 0,1 6 0,-5 3 0,1 3 71,3 3 1,3 3 0,2 7 47,2 5 0,1 5 0,7 1 1,4 1-1,1 3 716,4 1 1,6-1 0,3 0 0,4-2-829,2-2 1,4-8 0,1-1 0,2-6-729,3-4 0,-1-6 0,3-3 388,0-3 0,5-4 0,-3-5 0,0-5 304,0-5 0,3-5 0,0-4 0</inkml:trace>
  <inkml:trace contextRef="#ctx0" brushRef="#br0" timeOffset="216">384 84 8325,'-3'11'0,"-1"0"876,1 0 1,0 4 0,4 1 0,2 1-111,3 0 1,4 0-1,5 3 1,3 0-443,2 1 1,2-3 0,3 0 0,2-3-358,1-3 0,-1-4 0,1 0-79,-4-3 1,-1 0 0,-3-3 0,-2 0 0,-2-2-2284,-1 0 2395,-5 0 0,3-5 0,-4-2 0</inkml:trace>
  <inkml:trace contextRef="#ctx0" brushRef="#br0" timeOffset="382">698 116 7861,'-17'5'0,"1"1"0,-1 2 521,1 4 1,-1 3-1,-2 6 1,1 3 916,1 3 1,2 5 0,-1 4 0,0 0-1023,2 1 1,3-2-1,4 2 1,1-2-830,2 0 1,2-8 0,1 0-1,2-6 28,3-4 1,5-6 0,2-3 384,1-3 0,3-8 0,2-4 0</inkml:trace>
  <inkml:trace contextRef="#ctx0" brushRef="#br0" timeOffset="915">833 116 7822,'3'-9'248,"-2"4"0,3-2 449,-1 2-219,-1 2 1,-2 1 0,0 7 108,0 6 0,2 8 1,1 7-1,0 5-255,2 2 1,1 6-1,0 2 1,1 3-285,-1 4 0,0 4 0,-1-4 0,-1-2-486,1-3 0,0-3 0,0-10 0,-1-7-2400,-1-6 2838,2-5 0,-10-11 0,0-2 0</inkml:trace>
  <inkml:trace contextRef="#ctx0" brushRef="#br0" timeOffset="1148">814 244 7822,'2'-24'0,"1"1"250,3 2 0,0 5 0,4 0 1,3 3 183,1 2 1,1 6-1,3 1 1,1 3-108,1 1 0,-4 0 0,3 3 0,-3 3-160,-2 2 1,-3 4 0,-2 0 0,-3 3 113,-2 1 0,-2 2 1,-4 3-1,-3 1-45,-3 1 1,-2-3 0,-5 1 0,-2-2-394,-2-2 0,-1-3 0,0 0 0,-2-2-546,1-4 0,2-1 1,0-1-1,2-2 81,2-2 1,3-2-1,3-2 1,5-4 621,3-2 0,3-6 0,2 0 0</inkml:trace>
  <inkml:trace contextRef="#ctx0" brushRef="#br0" timeOffset="1299">1089 199 7822,'3'13'507,"0"1"0,2 1 0,-1 2 115,-1 1 1,1 0 0,-2-1-1,-1 0-386,0 2 1,-1 1 0,0 0 0,0 1-128,0-1 1,0-3 0,0 0 0,0-2-110,0-5 0,-3-3 0,0 0 0</inkml:trace>
  <inkml:trace contextRef="#ctx0" brushRef="#br0" timeOffset="1432">1122 33 6885,'0'6'-768,"0"1"768,2-1 0,2 0 0,2 1 0</inkml:trace>
  <inkml:trace contextRef="#ctx0" brushRef="#br0" timeOffset="1716">1282 142 8240,'0'15'342,"0"0"0,0-3 1,1 5-1,0-1-35,1 1 1,1-2 0,-2 1-1,2 1-83,1 2 0,-3-2 0,1 5 0,-1-1 146,-1 0 0,0 0 0,0 4 0,-1-1-382,-1 1 1,1-6 0,-3-1 95,1-4 1,1-6 0,0-10 0,0-5-144,1-8 0,-2-4 0,1-4 0,0-2 189,1-2 0,1 1 0,0 1 1,1 0-168,1-1 1,2 2-1,2-3 1,1 2-525,-1 2 0,1 1 1,2-1-1,1 1 113,3 2 1,0 5 0,1 3-1,3 4 448,1 5 0,0-1 0,4 0 0</inkml:trace>
  <inkml:trace contextRef="#ctx0" brushRef="#br0" timeOffset="1965">1564 296 7841,'1'5'0,"0"0"0,2-1 376,1-1 1,-2-1 0,2-4-1,1-2 514,1-4 1,1-5-1,1-4 1,0-3-615,-3-2 1,1-2 0,-4-2 0,0-1-33,-2 2 1,-3 5 0,-4 2 0,-3 6-21,-5 5 0,1 7 1,-2 4-1,0 6 214,2 7 0,0 8 0,3 6 0,1 5-222,1 4 1,6-4 0,-3 3 0,2-4-427,3-1 1,3-7-1,3 1 1,3-2-118,3-4 0,-1-6 1,2-5-1548,2-3 0,3-4 0,0-6 1874,2-5 0,-3-8 0,0-5 0</inkml:trace>
  <inkml:trace contextRef="#ctx0" brushRef="#br0" timeOffset="2299">1776 1 8490,'0'10'1071,"0"1"0,0 4 1,2 6-1,1 5-608,0 5 1,1-2 0,1 3 0,-1-1-73,1-3 1,-2-6 0,0 0 0,-1-6-587,0-3 0,0-5 0,-2-1 1,-3-2 142,-4-2 1,0 0 0,-4-3-1,-1 0-480,-2 0 1,-2 0 0,-1 0 0,-1 1 15,1 1 0,1 0 1,1 4-1,2 2 702,2 1 0,2 2 1,4 2-1,0 2-27,3 2 1,3 2 0,3-1 0,5 0 546,2-1 1,3-5 0,1 0-1,1-4-440,0-5 1,3-1-1,-3-4 1,1-2-298,0-5 0,-2-5 0,0-3 0,-2-2-1004,0-3 1,-3 2 0,-1-3-1,-2 0 1035,-1 0 0,-2 3 0,-1-3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5:46.053"/>
    </inkml:context>
    <inkml:brush xml:id="br0">
      <inkml:brushProperty name="width" value="0.06" units="cm"/>
      <inkml:brushProperty name="height" value="0.06" units="cm"/>
    </inkml:brush>
  </inkml:definitions>
  <inkml:trace contextRef="#ctx0" brushRef="#br0">204 25 7778,'-5'-6'678,"-1"0"-577,-3 2 0,-3-1 0,-1 3 1,-1 0-1,-2 2 588,0 2 0,-2 5 0,1 4 0,0 3-287,2 4 1,5 1-1,-2 4 1,2 4-321,2 1 0,4 1 0,3 1 0,2 2-430,3-2 0,5-5 0,2-3 0,1-5-160,3-4 0,0-6 0,2-2 214,1-1 0,-1-3 0,1-3 0,-1-3 0,-1-3-364,0-5 0,-1-4 0,1-4 0,-2-2 658,-2-2 0,-2-2 0,0 1 0,-1 0 0,-1 1 0,-4 5 0,-2 2 0,-1 2-24,-1 4 0,0 2 1,-1 4 117,-1 2 0,-2 1 0,-2 4 419,0 1 0,2 0 0,1 4 57,0 1 0,2 2 0,-3-1 1,2 2-1,0 2-330,1 0 1,1-2 0,0 2 0,0 1-159,0-1 1,3-2-1,1 0 1,2 0 133,1-3 0,1-2 1,1-3-591,1-1 0,0-4 1,2-3-1,-2-3 73,2-4 0,-3-3 1,0 0-1,-1 1 469,-1 1 0,0 1 1,-5 4 100,-1 1 1,0 3 0,0 2-48,1 3 1,-1 6-1,1 1 1,1 1 76,-1 1 1,3 0 0,-2 2-559,1 0 0,2 0 0,-2 2 1,1-1-1,0 1-202,-1 0 0,0-2 0,3-2 0,-1-1-1329,1-2 1,-3-4 1789,0 0 0,0-4 0,3-2 0</inkml:trace>
  <inkml:trace contextRef="#ctx0" brushRef="#br0" timeOffset="350">506 76 7778,'0'7'418,"-1"-1"1,0-1-1,-1-1 207,0 1 1,2 3 0,0 1-1,0 2-213,0 2 1,0 1-1,0 5 1,0 2-224,2 1 0,0-1 0,1 2 1,0-2-77,-1-2 0,-1-3 1,0-4-97,2-1 0,-1-5 0,0-7-169,0-5 1,1-4-1,-2-7 1,2-3-37,1-5 1,-1 0 0,2-3 0,0 0-105,0 1 1,0 6-1,2-1 1,-1 5 266,0 1 0,-1 8 1,-1 0 223,1 4 0,-1 5 0,-1 6 1,0 3-34,-2 5 0,0-1 0,-1 3 0,1 1-382,1 0 1,-1 1 0,1 1 0,-1-1-614,-1 0 1,0-2-1,0-3 1,0-3-1990,0-2 2818,2-5 0,2-4 0,2-3 0</inkml:trace>
  <inkml:trace contextRef="#ctx0" brushRef="#br0" timeOffset="682">686 109 8147,'0'6'1226,"0"0"0,0 1 0,0 2-817,0 2 0,0 4 0,2 1 1,0 2-222,-1 1 0,1-1 0,-1 3 0,1-1 43,0-3 1,-2-2 0,0-5-275,0-1 0,1-6 0,0-5-216,2-6 0,1-7 0,-1-4 0,0-2 86,-1-2 0,3 2 0,-1-1 1,0 1-4,1 2 1,-3 4 0,2 1 116,1 3 0,-1 4 1,-1 6 206,0 2 0,0 6 0,-2 4 1,1 3-299,0 4 0,1 1 0,-1 1 0,-1 3-174,0-1 0,-1-2 1,1 0-1,0-2-411,1-2 0,3-5 1,-1-3-1,2-4 735,1-4 0,-1-5 0,0-5 0</inkml:trace>
  <inkml:trace contextRef="#ctx0" brushRef="#br0" timeOffset="932">910 70 7778,'-6'6'832,"-1"2"0,1 2 0,-1 2-123,1 4 0,0-2 0,0 7 0,1 1-204,1 2 1,2-1-1,1 3 1,2-2-289,3-2 1,4-8-1,1-2 1,3-4-254,1-3 0,0-3 0,1-3 0,-1-3-416,-1-5 0,-3-2 1,2-3-1,-3-1 200,-2-2 0,-2 1 1,-2-1-1,-2 1 233,-2 0 1,-2 1 0,-2 1 0,-1 3 238,1 2 0,-1 1 1,-1 1-965,-1 1 0,1-2 1,1 4-1,1 1-3394,-1 1 4138,4-2 0,-3 1 0,3-4 0</inkml:trace>
  <inkml:trace contextRef="#ctx0" brushRef="#br0" timeOffset="1098">1096 12 7778,'0'7'885,"0"-1"1,0 1-187,0-1 1,0 3 0,0 3-1,-1 2 1,0 3-184,-1 2 1,-1 3 0,1 3 0,0 3-387,-2 1 1,2 1 0,-2 1 0,1-3-1305,-1-2 0,3-7 0,-1-3 1,0-5-946,0-4 1,1-4 2118,-4-3 0,-2-3 0,-3 0 0</inkml:trace>
  <inkml:trace contextRef="#ctx0" brushRef="#br0" timeOffset="1231">974 243 7778,'4'-6'534,"1"2"1,-2 0 0,0 0 348,2 1 0,3 1 0,2 0 0,1-1-309,3-2 0,3 2 0,0-1 0,2-1-844,0-1 1,3-1-1,0-1 1,-1-1-3263,-1 2 3532,-3-3 0,3 0 0,-1-3 0</inkml:trace>
  <inkml:trace contextRef="#ctx0" brushRef="#br0" timeOffset="1901">1500 83 7914,'-6'0'1301,"1"0"-1095,1 0 1,1 3 0,-2 2 0,2 3 0,1 5 197,0 3 0,0 7 0,3 2-311,1 2 0,1 5 1,5-2-1,0 0 1,4-3-195,2-5 1,-2-9 0,2-5 0,1-5 60,1-6 0,1-5 0,1-9 0,0-5 14,-1-4 0,-4-4 1,1-4-1,-1 0-298,-2 1 1,-2 5 0,-2 4 0,-2 5 550,-3 5 106,-1 7 0,-2 7 1,0 9-1,-1 3 0,0 3-140,-1 2 1,2 2-1,-1 2 1,1 1-122,1 1 1,0 0-1,0 2 1,0-3-506,0 0 1,1-9-1,1 2 1,3-5-3967,3-2 4399,-1-4 0,5-1 0,-2-3 0</inkml:trace>
  <inkml:trace contextRef="#ctx0" brushRef="#br0" timeOffset="2181">1904 44 7736,'-6'-6'346,"-1"0"0,1 2 165,0 2 0,-1 1 0,1 1 0,-1 1-235,1 1 0,2 2 0,2 5 1,1 2 85,1 3 0,2 3 0,1 2 0,4 1-114,0 1 1,3-2 0,0 2-1,1-1-111,-1 0 1,0 0 0,1-1 0,-3-2-13,-3-2 0,0-2 0,-3-1 1,-1 0-899,-3-1 1,-4-6-1,-5 1 1,-1-2-18,-1-3 1,-2 0 0,0-1 0,0-1 175,0-1 1,2 0 0,0-4 0,4-1 613,2 0 0,0-3 0,1 0 0</inkml:trace>
  <inkml:trace contextRef="#ctx0" brushRef="#br0" timeOffset="2415">1956 211 7736,'19'0'0,"0"0"0,0 0 0,-2 0 0,0-1 0,-1-3 686,1-2 0,-3-5 0,1 1 0,-2-1-77,-3 1 1,-3 0 0,-5-2-1,-2 2-366,-2 1 1,-3 0 0,-3 1-1,-4-1-104,-2 2 0,0-1 0,-2 3 1,-1 0-23,1 3 0,3 3 0,-1 3 0,2 6 63,3 3 0,2 4 0,3 2 0,1 4 66,3 2 1,0 1 0,3 2-288,1-2 0,5-2 0,4-2 1,4-6-1,4-5-1568,2-4 1,5-4-1,1-6 297,1-4 0,0-5 1312,-2-8 0,3-5 0,-2-4 0</inkml:trace>
  <inkml:trace contextRef="#ctx0" brushRef="#br0" timeOffset="2849">2667 25 7736,'-8'-2'0,"-1"0"0,4 0 0,-4 2 730,2 0 1,-2 5 0,-2 2-1,0 3-314,0 3 1,-1 4 0,2 6 0,0 3 0,2 5-840,3 1 0,2 0 1,3 3-1,2-3-294,2-3 1,2-9-1,6-2 1,4-5 275,2-7 0,2-3 0,1-7 0,1-4 441,0-7 0,2-2 0,2-3 0</inkml:trace>
  <inkml:trace contextRef="#ctx0" brushRef="#br0" timeOffset="3081">2815 121 7736,'-11'7'0,"1"1"0,-2 2 333,0 2 1,-1 3 0,1 7 0,1 1 576,3 2 1,3-3-1,1-3 1,2-3-603,3-4 0,5-5 1,4-2-1,3-4-281,2-2 0,-1-6 1,3-3-1,-1-3-33,1-2 1,-5-2 0,2-3 0,-2-1-46,-3 0 0,-3 3 1,-2-3-1,-2 3 198,0 3 0,-6 4 1,-4 1-1,-1 2-174,-2 2 0,-3 2 0,-1 4 0,0 1-567,-1 1 0,3 2 0,0 2 0,4 1-373,2 2 1,3-4 0,3 1 0,3-1 62,4-1 1,7-1 903,4-3 0,4-3 0,2-1 0</inkml:trace>
  <inkml:trace contextRef="#ctx0" brushRef="#br0" timeOffset="3297">3052 32 7736,'-9'0'679,"1"2"0,-2 3 0,1 0 93,1 2 0,-1 0 1,1 1-1,2 1-193,4 1 1,1 1 0,2 4 0,1 0-437,5 2 1,2-2 0,4 4 0,-1 0-20,-1-1 0,0 2 1,-3-2-1,-2 1-176,-1 0 0,-3-4 0,-2-1 1,-2-2-118,-5-1 1,-4-5 0,0 1 0,-3-1-570,-3-3 1,-2-2 0,1-1 0,0-1-1412,1-4 2149,0 1 0,-3-8 0,1 2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5:41.521"/>
    </inkml:context>
    <inkml:brush xml:id="br0">
      <inkml:brushProperty name="width" value="0.06" units="cm"/>
      <inkml:brushProperty name="height" value="0.06" units="cm"/>
    </inkml:brush>
  </inkml:definitions>
  <inkml:trace contextRef="#ctx0" brushRef="#br0">14 546 7853,'-2'-5'292,"-1"2"232,-1 0 0,3 0 0,-1 1 0,1-2-224,1-2 0,1 0 1,1-1-1,3 0-78,3-1 1,-1 0 0,5-3-1,1 0-459,1-1 0,4-1 1,1 1-1,3 0-621,3 2 858,-1 2 0,8-4 0,-3 2 0</inkml:trace>
  <inkml:trace contextRef="#ctx0" brushRef="#br0" timeOffset="617">610 174 8199,'-20'-6'446,"0"2"0,0 1 0,-1 4 1,0 1-276,-2 2 1,6 5 0,-2 3 0,3 3 311,4 2 1,0 1 0,4 3-1,3 3-247,2 3 1,3 0 0,3 3 0,3 1-220,4 0 0,2-4 1,2-2-1,1-5-472,2-3 1,2-4 0,1-3-251,-1-3 1,4-2 0,-4-3 0,1-3-1998,0-3 2702,2-4 0,-5-2 0,2-3 0</inkml:trace>
  <inkml:trace contextRef="#ctx0" brushRef="#br0" timeOffset="882">719 257 8053,'0'9'0,"-2"0"272,0 1 0,-1-2 1,2 3-1,-1 1 125,0 0 1,1 1 0,1 2-1,0 2-126,0 2 0,0 1 0,0 0 0,0 3-287,0-1 0,3-3 0,-1-1 0,-1-3 164,0-3 0,-1-4 0,0-1-197,0-4 1,0-6 0,1-9-1,0-3 341,1-4 1,3-7 0,-1-4 0,2-3-170,0 0 1,2 0-1,-1-1 1,2 2-310,-1 3 1,2 5-1,0 0 1,0 3-437,1 2 0,-2 9 0,1 3 1,-1 2-592,-1 4 1213,-1 3 0,-1 4 0,1 4 0</inkml:trace>
  <inkml:trace contextRef="#ctx0" brushRef="#br0" timeOffset="1149">969 347 8553,'7'3'496,"-3"0"1,0-3 0,1-3-131,1-4 1,0-3-1,0-5 1,-1-2-85,-1-4 1,-2 0-1,0-2 1,-1 1-137,-1 2 0,-1 2 0,-1 2 0,-3 3-19,-3 3 0,0 5 0,-2 3 1,0 4 106,0 5 1,2 6 0,0 5-212,1 3 1,0 6-1,1 1 1,0 2 51,2 2 0,1 3 1,3 0-1,0-2-480,0-2 0,4 0 0,1-8 0,4-5 1,1-5-818,1-6 0,2-6 0,2-3 1222,2-6 0,2-9 0,0-3 0</inkml:trace>
  <inkml:trace contextRef="#ctx0" brushRef="#br0" timeOffset="1483">1220 1 8261,'0'6'1265,"2"1"0,0 2-741,-1 4 1,1 4-1,-1 6 1,1 3-63,0 3 0,0 0 1,1 1-1,0-1-205,0-1 0,-1-6 0,-2 0 0,0-2-345,0-5 1,0-3-1,-1-2-106,-1-3 0,-1-2 1,-4-5-1,-3 0-98,-2 0 0,-2-2 0,-3-1 0,-1 0-25,0 0 0,0-1 0,2 2 0,0 1 28,2 2 0,1 5 1,3 3 816,1 1 1,3 5 0,1 5-1,4 1 1,2 4-168,4 0 1,1 0-1,3-3-176,1-2 1,2-1-1,1-6 1,0-3-1,0-3-509,0-3 1,0-2 0,-1-4 0,1-3-859,0-5 1,1-3 0,-1-6 0,1-4-1002,-2-3 2183,-1 0 0,2-9 0,0 3 0</inkml:trace>
  <inkml:trace contextRef="#ctx0" brushRef="#br0" timeOffset="1615">1316 289 8006,'0'16'0,"0"1"465,0 2 1,0-2 0,0 1 0,0 1-128,0 1 1,0-4 0,0 1 0,0-3-528,0-1 0,2-5 0,1-3 189,0-4 0,2-5 0,1-6 0</inkml:trace>
  <inkml:trace contextRef="#ctx0" brushRef="#br0" timeOffset="1731">1373 122 6959,'0'7'0,"0"-1"0</inkml:trace>
  <inkml:trace contextRef="#ctx0" brushRef="#br0" timeOffset="1898">1463 110 7775,'0'6'605,"0"0"1,0 1 0,-2 0-238,0 2 1,0 1 0,2 5 0,0 3 235,0 3 0,0 0 1,1 4-1,0 2-543,1 2 0,0 1 0,-2 1 0,0 0-767,0-2 0,0-6 1,0 0-1,0-2 706,0-3 0,-3-5 0,0-4 0</inkml:trace>
  <inkml:trace contextRef="#ctx0" brushRef="#br0" timeOffset="2031">1399 379 7775,'1'-4'874,"1"2"1,-1 1 0,2-1 0,-1 0-558,3 1 0,1 0 1,3 0-1,1 0-230,2-1 1,4-2-1,1 1 1,2-1-2570,3-1 2482,1 0 0,2-2 0,1 1 0</inkml:trace>
  <inkml:trace contextRef="#ctx0" brushRef="#br0" timeOffset="2584">2092 199 7778,'-3'-5'0,"-2"0"528,-3 0 0,0 3 0,-2-1 0,-2 0 1,0 1 321,-1 2 0,0 0 1,0 3-581,-2 1 1,1 4 0,-1 5 0,2 2 0,1 5-190,1 2 0,2 3 0,3 2 0,2 2-439,2 2 0,2 0 0,4 3 1,4-2-334,3-2 0,1-7 0,5-7 0,1-4-116,1-3 1,0-5-1,0-2 1,1-5 434,2-3 0,-2-6 1,0-6-1,-1-3 372,-2-5 0,-6-2 0,7-10 0,-4-1 0</inkml:trace>
  <inkml:trace contextRef="#ctx0" brushRef="#br0" timeOffset="2850">2182 276 7627,'-3'-9'-1,"1"1"1,-4-2 0,-2 5 703,-1 1 0,0 2 0,-1 3 0,-1 1-263,1 2 0,0 2 0,3 3 0,0 2-34,1 1 1,2 1 0,-1 2 0,3 0-413,2 2 1,0-3 0,0 1-1,2-2-236,3-3 1,3-1 0,2-5 0,2-2-279,0-1 1,0-7-1,3-4 1,-1-5 165,1-4 1,-3 1 0,2-5 0,0 0 194,-3 0 1,2 2-1,-3-1 1,0 2 617,-1 3 0,-3 7 0,-2 7-7,-1 6 1,-3 10 0,0 5 0,0 3-156,0 2 1,0 2-1,0 1 1,1 1-381,1 0 0,-1-4 1,1 2-1,-1-2-825,-1-3 0,2-5 0,1-3 0,0-5-1345,2-3 2253,1-3 0,0-9 0,1-3 0</inkml:trace>
  <inkml:trace contextRef="#ctx0" brushRef="#br0" timeOffset="3131">2419 244 7778,'0'10'0,"0"-3"0,0 3 0,0 1 431,0 1 0,0 1 0,0 5 0,0 2 565,0 2 1,0-1 0,0 6-1,0 0-697,0 2 0,-1-3 1,0-1-1,-1-1 148,0-1 1,-1-7-437,1 1 0,0-10 0,2-7 15,0-7 1,3-7 0,1-3-1,0-3-224,0-4 0,0 0 0,1-5 0,-1 0-23,1-1 1,1 5-1,0-2 1,0 0-486,1 0 1,-1 3 0,1 2-1,0 0-240,1 2 0,0 1 0,3-1 521,0 2 1,1 0 0,2 2 0,0 0 0,2-2 424,0 0 0,-4 1 0,6-1 0,-5 1 0</inkml:trace>
  <inkml:trace contextRef="#ctx0" brushRef="#br0" timeOffset="3398">2676 26 7778,'0'12'0,"0"2"79,0 4 0,0-2 1,0 5-1,-1 1 946,-1 2 0,1 1 0,-1 4 1,1-2-285,1 0 1,0-4 0,1 1 0,0-2-485,1-4 1,3-5 0,-2-1 0,-1-4-488,1-2 0,0-4 0,-1-1-146,0-2 0,-1-3 1,-4-2-1,-2 0 52,-3-1 1,-4 1 0,2 2 0,-3 2 50,-2 1 1,1 2 0,-2 2 0,2 3 108,1 4 0,5 5 1,0 3-1,3 2 982,3 1 0,1-1 0,3-5-568,2-1 0,3-1 0,6-5 1,0-2-1,2-4-641,0-3 1,2-4-1,0-4 1,-1-3-569,-1-2 0,1-5 0,-1 1 0,-1-4-125,0 0 0,-2 1 1084,-2-1 0,3 0 0,-3-1 0</inkml:trace>
  <inkml:trace contextRef="#ctx0" brushRef="#br0" timeOffset="3598">2926 78 10625,'0'6'1004,"-1"0"0,0 1 0,-2 1-276,-1 2 0,0 5 0,-3 7 0,0 5-433,-1 6 0,-2 4 1,-2 8-1,0 3-373,2 2 1,2-4 0,-1-2 0,3-6-1539,1-7 1,2-5 0,2-9 1615,-2-5 0,1-2 0,2-3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5:51.017"/>
    </inkml:context>
    <inkml:brush xml:id="br0">
      <inkml:brushProperty name="width" value="0.06" units="cm"/>
      <inkml:brushProperty name="height" value="0.06" units="cm"/>
    </inkml:brush>
  </inkml:definitions>
  <inkml:trace contextRef="#ctx0" brushRef="#br0">161 135 7724,'4'-8'0,"0"-1"128,-1 2 1,-1 2 0,-3 0 0,-3 0 249,-2 0 0,-5 1 0,0 2 1,-1 1 135,-1 1 1,-2 1 0,0 2 0,0 5-89,0 6 1,3 4 0,0 10 0,0 6 63,2 4 1,4 6-1,4 3-273,1 0 1,4-1 0,2-10 0,5-7-303,3-10 0,4-5 0,0-14 0,4-3 0,3-5-276,1-6 1,-2-6-1,-1-5 1,0-4 185,-2-4 1,-4-2 0,0-7-1,-6 3-171,-3 1 1,-6 9 0,-2 2 0,-4 6 285,-5 4 0,-2 8 1,-1 3-1,0 3 11,0 2 0,0 1 1,1 2-1,1 3-163,3 2 0,1 1 1,1 1-370,2 0 0,1-2 1,4 2-1,2-3 0,3-2 581,4-1 0,5-3 0,1 0 0</inkml:trace>
  <inkml:trace contextRef="#ctx0" brushRef="#br0" timeOffset="174">392 1 7872,'-6'0'0,"-1"0"0,1 0 652,-1 3 0,3 2 0,0 5 0,-1 4 177,-1 4 0,2 4 0,0 6 0,2 4-932,0 3 1,1-1 0,1 7 0,0 0-14,0-3 1,0-7 0,0-3 115,0-5 0,0 0 0,0-7 0</inkml:trace>
  <inkml:trace contextRef="#ctx0" brushRef="#br0" timeOffset="290">257 315 7872,'-6'0'1775,"0"0"-751,2 0 0,12-2 0,7-1-1162,3-1 0,6 0 1,1-3-1,3-1-1016,4 0 1154,-2-4 0,14-1 0,-1-3 0</inkml:trace>
  <inkml:trace contextRef="#ctx0" brushRef="#br0" timeOffset="849">1021 103 7855,'-1'-14'0,"-2"1"354,-3 0 0,-4 5 0,-2 0 0,0 3 131,-1 3 0,2 5 0,-4 4 0,1 6-44,2 5 0,0 3 1,1 4-1,2 2-81,2 1 1,4 0 0,0 1-1,3-1-195,3-1 0,2-5 1,5 1-1,0-5-364,1-3 0,-1-3 0,0 0 0,-2-1-79,-2-2 0,0-1 0,-4-2 90,-1 1 1,-3-3-1,-3 0 1,-2-1-164,-1-2 1,-2 0-1,2-1 1,-2 0-309,0 0 1,0-2 0,2-1-1,-1-1-1935,2-1 2594,2-1 0,0 0 0,1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19.043"/>
    </inkml:context>
    <inkml:brush xml:id="br0">
      <inkml:brushProperty name="width" value="0.06" units="cm"/>
      <inkml:brushProperty name="height" value="0.06" units="cm"/>
    </inkml:brush>
  </inkml:definitions>
  <inkml:trace contextRef="#ctx0" brushRef="#br0">70 283 7852,'3'4'731,"-2"-2"0,3-2-463,-2 0 1,1 0 0,4 0-1,0 0-11,1-2 1,0-2-1,2-2 1,0-1-201,0-2 0,1 1 0,0-2 0,-1 0-130,-1 0 0,-6 2 0,3-3 1,-2 0-93,-3 1 1,-1 1 0,-3 3 150,-3-1 0,-4 4 0,-3 1 0,-2 4 0,-2 3 206,-2 2 1,2 4-1,1 3 1,0 3-22,2 1 1,0 1 0,2 4 0,2-1-147,1 1 1,5 1-1,2 0 1,2-2-12,2-3 0,4-6 1,5-1-389,1-2 1,3-2 0,1-4 0,0-2 0,2-4-682,3-2 1,0-4-1,1-3 1,-1-2 1054,0-2 0,-3-1 0,7-9 0,-2-2 0</inkml:trace>
  <inkml:trace contextRef="#ctx0" brushRef="#br0" timeOffset="181">378 148 7855,'0'-6'0,"-3"0"217,-1 2 0,-2 1 1,0 3-1,-1 1 252,-2 1 1,2 2 0,-3 3-1,0 2-97,0 4 0,1 0 0,-1 4 0,1 2-370,1 2 0,3 0 0,1 3 0,2 1-116,0-1 1,1 0-1,2-1 1,1-4-470,3-3 1,1-6-1,3-2 1,1-3-118,2-3 1,2-1 0,-1-2 0,1-2 699,-2-3 0,-1 0 0,5-9 0,1 1 0</inkml:trace>
  <inkml:trace contextRef="#ctx0" brushRef="#br0" timeOffset="482">468 219 7855,'-6'-3'0,"-1"2"0,1-1 0,-1 2 453,-2 0 0,2 2 0,-2 3 0,2 0-129,1 2 1,2 2-1,0 2 1,1 1-127,2 1 0,0-1 1,2 1-1,1-1-372,2-1 1,5-2-1,1-2 1,0-2-114,1 0 1,0-2 0,2-3 0,-1-1 11,1-1 0,-2-5 1,-1-3-1,0 0 182,0-1 1,-2 0 0,0-2 0,-1 1-6,0-1 0,-4 3 0,0 1 0,-2 3 1261,1 2 1,-1 2-898,1 6 0,-3 4 0,-2 4 0,2 2-321,0 1 0,1-1 1,0 3-1,0-2 39,0-1 0,1 0 0,1-2 0,2-1-1128,-1-3 1,3-3 0,-1-3-480,3-1 1623,-1-4 0,2-4 0,-2-3 0</inkml:trace>
  <inkml:trace contextRef="#ctx0" brushRef="#br0" timeOffset="932">667 238 7855,'3'1'805,"0"1"-479,-3 2 0,1 0 0,0 0 0,2 2-84,-2 2 1,0 2 0,-1 2 0,0 2-130,0 1 0,0-1 0,0 3 0,0-2 21,0 0 0,0 0 0,0 0 0,0-3-56,0-3 1,-1-2-81,-1-1 1,1-3-1,-1-3 76,1-6 0,1-4 0,0-4 0,0-3 14,0-1 0,2 0 0,1-3 0,1 0-114,1-1 0,1 5 0,0-2 0,0 3-298,-2 1 1,2 2-1,-1 1-96,1 1 1,3 2 0,-4 2 0,0 2 0,1 0-367,0 0 0,0 4 0,1-1 584,-1 1 1,0 1 0,1-1-1,-1 0 1,1-1 201,2 1 0,-2 0 0,2 1 0,-2 0 0,2 0 0,-3 0 0,1 1 0,-1 1-12,-1 2 1,-2 2-1,1 0 1,-2 0 289,0 1 1,-1 2 0,-1 2 0,0 1 44,0 1 0,0 0 1,-1-1-1,-1 2 30,0 1 0,-1-2 0,2 2 0,-1-3-489,0-1 0,2-4 1,0 2-555,0-2 1,0-5 0,0-4 233,0-6 1,2-3 0,1-2 455,0 0 0,-1-3 0,3 0 0,-1-3 0</inkml:trace>
  <inkml:trace contextRef="#ctx0" brushRef="#br0" timeOffset="1105">911 148 7855,'4'-7'-566,"-1"-1"1,1 0 496,0 0 0,-2 2 0,2 1 0,0-3 0,1 2 1,-2 0 68,0 2 0,2 0 0,-1-3 0</inkml:trace>
  <inkml:trace contextRef="#ctx0" brushRef="#br0" timeOffset="1221">1039 1 7202,'6'0'394,"-2"3"157,-2 1 1,-1 2-1,-1 0 1,0 1-289,0 2 0,-2-1 1,-1 4-1,1 3-235,0 0 0,0 2 0,-1 3 0,-1 0-237,0 1 0,2 0 0,-1 1 0,-1-1-155,1 0 1,1-5 0,0 3 0,1-3-771,-2-2 0,3-5 1134,-2-3 0,-2-1 0,0 2 0</inkml:trace>
  <inkml:trace contextRef="#ctx0" brushRef="#br0" timeOffset="1346">988 251 7855,'0'-6'563,"0"-1"0,0 3 0,0 0 0,2 1-531,0-1 0,3 2 0,-1-1 0,2-1-36,0 0 1,1 3 0,0-2 0,1 1-3044,0 0 3047,1-3 0,-3 1 0,1-2 0</inkml:trace>
  <inkml:trace contextRef="#ctx0" brushRef="#br0" timeOffset="1614">1090 168 8288,'0'3'-1413,"1"0"1171,1-3 1,2-2-1,2-1 1,1 0 241,2 0 0,-2-2 0,1 2 8,0-1 0,0-1 0,1 1 0,-1 0 0,-1 2 341,-1-1 0,-2 2 1,1-1 254,0 1 0,-3 4 0,1 2 0,-3 3-90,0 3 0,-3 3 0,-1 1-466,-2 2 0,-2 2 0,-1 3 1,-1 0-1,0 0-1203,0-1 1,3-1 0,-2-2 1154,2 0 0,0-3 0,1-2 0</inkml:trace>
  <inkml:trace contextRef="#ctx0" brushRef="#br0" timeOffset="1752">1270 296 7855,'0'8'272,"0"1"0,0 0 0,0-3 0,0 0 417,0 1 1,0-3 0,-1 0-1981,-1 1 1291,1-2 0,-4 3 0,1-3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48.883"/>
    </inkml:context>
    <inkml:brush xml:id="br0">
      <inkml:brushProperty name="width" value="0.06" units="cm"/>
      <inkml:brushProperty name="height" value="0.06" units="cm"/>
    </inkml:brush>
  </inkml:definitions>
  <inkml:trace contextRef="#ctx0" brushRef="#br0">212 171 7689,'0'-17'233,"0"4"0,0 1 0,-1 3 45,-1 0 0,-4 4 0,-5 0 0,0 1-41,1 2 1,-4 2 0,0 3-39,-2 3 1,-1 5 0,0 4 0,0 4 0,0 5 495,0 3 0,4 1 0,1 2-576,3-1 1,4 0 0,2-4-1,4 0 1,5-2-188,5-4 1,6-2 0,5-6 0,5-5-554,2-4 1,-3-10 0,4-4 380,0-6 0,0-9 1,-3-7-1,-1-4 1,0-2 40,-4-3 0,-4 3 0,-4-1 95,-3 6 0,-3 10 1,-5 13 791,-3 11 0,-4 10 0,0 13 0,0 5-233,0 2 1,1 2 0,1 3-1,-1 1-439,1 2 1,1-4-1,1 3 1,1-1-479,2-3 0,-1-4 1,3-8-1,3-4 22,2-6 1,0-8 0,1-5 439,-1-7 0,2-9 0,1-3 0</inkml:trace>
  <inkml:trace contextRef="#ctx0" brushRef="#br0" timeOffset="247">604 1 8017,'-6'4'1181,"2"1"1,0 3-783,2 0 1,1 5 0,0 2 0,-1 4-203,-1 3 0,0 6 1,3 1-1,0 2-242,0 4 0,0-3 0,0 4 0,0-3-607,0-4 0,1-3 0,2-4 0,3-6 652,1-6 0,2-6 0,-1-4 0</inkml:trace>
  <inkml:trace contextRef="#ctx0" brushRef="#br0" timeOffset="456">783 188 7689,'0'17'212,"0"0"1,-1 4-1,-1 2 1,-2 2 306,-1 4 1,3-5 0,-3 4 0,1-1-612,2 0 0,1-5 0,2-4-703,2-5 0,2-12 0,2-12 795,-1-8 0,2-8 0,-4-4 0</inkml:trace>
  <inkml:trace contextRef="#ctx0" brushRef="#br0" timeOffset="493">808 94 7773,'-3'-5'275,"1"-1"1,-5 4-231,1-1 0,3 3 0,0 3 1,2 3-341,1 1 1,1 2 0,1-1 0,1 2-1010,2 1 1304,1-1 0,6 2 0,1-3 0</inkml:trace>
  <inkml:trace contextRef="#ctx0" brushRef="#br0" timeOffset="852">987 120 7750,'1'16'0,"1"0"106,1 1 1,1-2 0,-2 5 0,1-2 224,2-1 1,-2 0 0,2 0 0,-2 1 556,-1 2 0,0-4 0,0 3 0,1 0-559,-1-1 0,-4 1 0,-2-1 0,-1 0-241,-1-2 1,-3-2-1,-1 0 1,-2-2 33,-2-3 0,4-4 1,-1-2-1,1-3-3044,2-3 0,0-4 2922,2-7 0,-1-4 0,2-7 0</inkml:trace>
  <inkml:trace contextRef="#ctx0" brushRef="#br0" timeOffset="1056">1166 103 7689,'0'12'630,"0"1"1,0 4 0,0 1-49,0 2 1,3-1-1,0 4 1,-1 1-319,-2 0 1,1 3 0,1-1 0,1 1 40,-1-3 1,-1-1-306,-1 0 0,0 1 0,0-2 0</inkml:trace>
  <inkml:trace contextRef="#ctx0" brushRef="#br0" timeOffset="1259">1106 282 9201,'1'-6'858,"2"0"0,3 4 1,5-3-1,3 0-718,2 0 1,2 3-1,1 0 1,2 1-1793,1 1 1,0 0-1,1 0 1652,0 0 0,-4 3 0,2 2 0</inkml:trace>
  <inkml:trace contextRef="#ctx0" brushRef="#br0" timeOffset="1459">1404 265 7689,'-4'12'640,"-4"-2"1,3 5 0,0 0 244,-1 1 1,1 6-1,0 3 1,1 6-327,0 5 0,3 1 0,-3 5 1,1 1-815,1 1 0,-1-6 0,3-4 1,0-3 279,0-5 1,1-8 0,1-4-26,0-4 0,5-5 0,-2-1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47.717"/>
    </inkml:context>
    <inkml:brush xml:id="br0">
      <inkml:brushProperty name="width" value="0.06" units="cm"/>
      <inkml:brushProperty name="height" value="0.06" units="cm"/>
    </inkml:brush>
  </inkml:definitions>
  <inkml:trace contextRef="#ctx0" brushRef="#br0">26 23 7661,'-3'-5'0,"0"0"398,-2 1 0,2-2-41,-3 4 0,4 3 1,0 7-105,1 2 0,3 6 1,1-1-1,0 3-58,1 2 1,-3 3-1,3 0-53,-1 2 1,-2 3 0,2 1-1,-1 2-76,1 4 1,-2 3-1,2 6 1,-2-1-111,-1 0 1,1 0-1,0-10 1,2-7-57,-1-7 1,3-8 0,0-9-49,-1-7 1,3-8 0,-3-8-1,1-4 1,1-6 89,2-5 1,-3-3 0,1-3 0,1 2-22,0 0 1,2 10 0,-1 0 42,1 5 0,-1 6 0,1 8 0,-1 5 1,1 4 448,-1 4 0,1 6 0,-2 7 0,0 5-152,-1 6 0,-3 1 0,1 6 0,0 2-248,-2 0 1,2 4-1,0-1 1,-1-1-463,1-3 0,2-8 0,-2-3 0,0-3-321,3-4 1,2-8-1,1-3 1,1-6-1013,0-5 1782,-2-5 0,3-6 0,2-5 0</inkml:trace>
  <inkml:trace contextRef="#ctx0" brushRef="#br0" timeOffset="297">392 143 7846,'-12'0'442,"3"3"1,-3 3 0,3 2-19,0 4 0,1 1 0,0 4 1,2 1-47,4 2 1,1-2 0,1 3 0,1-1-153,1-1 0,3 1 0,5-4 1,1-1-433,3-4 0,0-5 0,2-4 1,2-2-101,0-6 1,0-5 0,-1-8 0,0-4 43,0-2 1,-3 0 0,-3-1 0,-2 1 116,-4-1 1,2 3 0,-4 3 0,-1 2 299,-1 4 1,-2 6 619,-2 5 1,1 8 0,-3 9 0,0 3-727,1 3 0,2 2 0,-1 3 1,2 1-381,1-1 0,0 2 0,0 0-135,0 2 0,4-2 0,1-3 0,3-4 1,2-1-2706,1-3 3171,-2-8 0,11 3 0,-2-6 0</inkml:trace>
  <inkml:trace contextRef="#ctx0" brushRef="#br0" timeOffset="530">716 83 7661,'-4'-5'0,"-2"2"290,-1 2 0,1 1 0,1 1 0,2 2 489,1 3 1,2 5-1,2 2 1,1 2-442,2-1 1,2 1 0,3 4 0,2 2-85,2 0 0,-4 3 0,1 4 0,-1 1-37,-2 1 1,-3 1-1,-2 3 1,-2 1-322,-1 2 1,-4-7 0,-2-1 0,-5-3-421,-3-6 0,-3-2 0,-1-4 1,0-6 220,2-4 0,2-7 0,0-3 303,2-1 0,-1-9 0,0-2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46.265"/>
    </inkml:context>
    <inkml:brush xml:id="br0">
      <inkml:brushProperty name="width" value="0.06" units="cm"/>
      <inkml:brushProperty name="height" value="0.06" units="cm"/>
    </inkml:brush>
  </inkml:definitions>
  <inkml:trace contextRef="#ctx0" brushRef="#br0">212 102 7715,'0'-10'0,"0"0"93,0-2 1,0 1 0,-1 2 0,-2 1 0,-3-1 515,-1-3 0,-6 6 0,-1-2 1,-2 3 62,-1 3 1,-1 7-1,-1 5 1,-1 8-199,1 6 1,4 4 0,2 9 0,2 5-279,3 5 1,0 0 0,6 4 0,1-2-65,3-3 0,3-9 0,7 0 0,2-6-1082,2-7 0,2-11 0,2-5 0,2-3-647,3-4 0,-2 0 1,-2-3 1596,0-3 0,7-1 0,-2-6 0</inkml:trace>
  <inkml:trace contextRef="#ctx0" brushRef="#br0" timeOffset="282">314 493 7723,'-9'0'605,"1"0"1,3-2-1,2-2 1,3-7-458,3-4 0,3-8 0,5-9 1,3-5 47,2-5 0,2-2 0,1-2 0,0 2 2,-3 6 0,1 2 1,-3 3-1,-1 5 237,-2 5 1,-1 6-127,-2 6 1,-3 5 0,-1 11 0,-2 5-79,1 6 1,3 3-1,-2 9 1,1 1-281,1 1 1,-1 3-1,1 4 1,0 3-708,2 5 1,-3-5 0,0 3 0,-1-2-507,-2-3 0,2-3 0,-2-6-85,0-6 1347,-1 4 0,-1-17 0,0 6 0</inkml:trace>
  <inkml:trace contextRef="#ctx0" brushRef="#br0" timeOffset="479">356 408 8893,'0'-8'716,"0"-1"1,1 1-1,3-1-133,5 1 1,4 2-1,6 0 1,3 0-704,2-2 0,4-1 1,6-1-1,1 0 192,2-1 1,-5 5-73,2-3 0,-6-3 0,2 2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43.534"/>
    </inkml:context>
    <inkml:brush xml:id="br0">
      <inkml:brushProperty name="width" value="0.06" units="cm"/>
      <inkml:brushProperty name="height" value="0.06" units="cm"/>
    </inkml:brush>
  </inkml:definitions>
  <inkml:trace contextRef="#ctx0" brushRef="#br0">40 418 8628,'-8'3'0,"-1"1"702,1 1 0,2-4 1,1 3-358,2 0 1,4-3 0,8 2 0,5-2 12,5-1 0,7 0 1,5-1-1,3-2-134,3-3 1,-1-2 0,3-3 0,1-1-2362,-1-1 1,2-1 2136,-4-3 0,-4 0 0,-4 0 0</inkml:trace>
  <inkml:trace contextRef="#ctx0" brushRef="#br0" timeOffset="816">670 61 8445,'-5'0'1513,"0"0"-1335,1 3 0,1 3 0,4 4 1,2 4 157,3 2 0,-1 4 0,0 8 0,2 5-312,0 6 0,2 2 0,-1 6 0,0-1-195,-2-1 1,-3-6 0,-3-3-1,0-4-293,0-7 1,0-10 463,0-6 0,-7-14 0,-3-1 0</inkml:trace>
  <inkml:trace contextRef="#ctx0" brushRef="#br0" timeOffset="1052">653 35 8191,'10'0'1077,"1"-1"1,3-1-717,2-1 1,6 0 0,3 1 0,2-2-413,1-1 1,-1 3 0,0-2 0,-2 2-866,-3-1 0,-3 0 916,-2 3 0,-4 4 0,-1 0 0</inkml:trace>
  <inkml:trace contextRef="#ctx0" brushRef="#br0" timeOffset="1242">721 188 7988,'0'9'238,"1"-2"0,2-1 0,4-3 49,3-2 0,4-5 0,4-2 0,1-2 64,4-4 1,2 2 0,0-4 0,1 0-550,-1 0 1,-2 2-1,-1 5 1,-2 0-253,-4 1 1,-3 4 449,-4 0 0,-5 4 0,0 3 0</inkml:trace>
  <inkml:trace contextRef="#ctx0" brushRef="#br0" timeOffset="1432">730 537 7748,'-5'6'0,"2"0"405,2 0 0,2-2 0,3-1-98,5-2 1,3-4 0,4-1 0,0 0-29,1-3 1,-1-2 0,6-1 0,0-2-300,0-2 0,-3 3 1,4-2-1,1 0-4004,0-1 4024,-2 0 0,3-7 0,-3 0 0</inkml:trace>
  <inkml:trace contextRef="#ctx0" brushRef="#br0" timeOffset="1680">1156 163 7748,'-16'6'0,"0"3"510,-1 0 0,4 5 0,-3-1 0,3 1-19,3 0 1,1 0-1,3 2 1,3 0-364,3-2 0,0 0 1,3 2-1,3-2-238,2-2 0,4-3 1,2-1-1,2-3 25,1-2 0,0-6 0,0-3 0,1-5-451,2-3 0,-2-6 1,1-2-1,-3 0 309,-2-1 1,-2 0 0,1-1 0,-1 1 222,-1 3 0,-5 5 1,-1 2 56,-1 0 0,-1 7 1,-4 7-1,-1 7 242,-1 8 1,-3 6 0,2 6 0,1 1-449,-1 1 0,1-1 0,3 0 0,0-2-1477,0-2 1630,4-5 0,4 1 0,6-4 0</inkml:trace>
  <inkml:trace contextRef="#ctx0" brushRef="#br0" timeOffset="1880">1488 78 7748,'-16'0'0,"4"1"0,-5 1 0,1 5 654,0 3 0,2 2 0,1 4 0,0 3 104,3 2 0,2 5 0,1 4 0,2 2-437,1-1 1,2-1-1,3 1 1,1-3-591,4-5 1,3-2 0,1-5-1,2-3-472,1-4 1,5-1 0,1-6 0,1-1-656,1-3 1,0-6 1395,2-6 0,1-6 0,-2-2 0</inkml:trace>
  <inkml:trace contextRef="#ctx0" brushRef="#br0" timeOffset="2181">1633 69 7747,'-3'14'87,"0"0"1,-4-2 0,3 3-1,-1 2 602,2 2 0,1 5 0,0-1 0,-1 4-253,1 1 1,2 4 0,0-2 0,0-1-231,3-1 0,-1-4 0,3 1 0,0-8-188,-1-4 1,-1-7 0,3-1-275,1-1 0,0-8 0,2-6 0,-1-5-86,1-6 0,-4-4 0,1-3 1,1-3 251,0-3 1,2 4 0,-1 3 0,1 3 134,-1 4 0,1 5 0,0 3 104,3 2 1,-3 13-1,2 14 1,-1 11-30,-2 7 1,-2 2 0,0 3 0,-1 2-533,0-1 1,2-7 0,-4-2 411,-2-5 0,4-3 0,0-7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56.079"/>
    </inkml:context>
    <inkml:brush xml:id="br0">
      <inkml:brushProperty name="width" value="0.06" units="cm"/>
      <inkml:brushProperty name="height" value="0.06" units="cm"/>
    </inkml:brush>
  </inkml:definitions>
  <inkml:trace contextRef="#ctx0" brushRef="#br0">13 44 7761,'-3'-6'279,"-2"2"0,2 0 339,2-1 1,0 2-1,3 4-182,2 5 0,1 6 1,5 6-1,0 3-34,0 5 1,-2 3 0,2 5 0,0 4-153,0 4 0,-2-1 1,1 1-1,-3-3-164,-2-6 0,-1-6 0,-3-2 0,0-3 15,0-4 0,0-4-187,-3-6 0,1-4 1,-3-5-1,3-4-213,2-5 1,0-4 0,0-2 194,0-4 0,0-2 0,1 2 0,2 0 26,4 2 1,6-1 0,0 4 0,0 1 0,1 3 107,1 2 1,2 5 0,2 2 0,0 2 188,0 2 1,-4 5 0,-3 5 0,-3 3-9,-3 2 0,-3-3 1,-3 3-1,-1-1 413,-3-2 1,-2 0 0,-6 0-708,-2 1 1,-2 0 0,0-2 0,1-1-269,-1-1 1,-1 0-1,1-1 1,1-2-1364,2-1 0,-1-3 0,5-8-1628,2-5 3342,2-5 0,3-6 0,2-2 0</inkml:trace>
  <inkml:trace contextRef="#ctx0" brushRef="#br0" timeOffset="165">321 38 7761,'13'-10'0,"-1"2"599,-1 3 0,-1 3 1,-3 4-1,1 4 165,-2 4 1,0 1 0,-4 6 0,0 1-475,1 1 1,-2 4 0,1 2 0,-2 5-267,-2 4 1,1-2 0,-1 2 0,1-1-604,1-3 1,0-3-1,0-4 1,1-6-837,1-3 1,1-6 0,4 0 1414,-1-3 0,3 1 0,1-2 0</inkml:trace>
  <inkml:trace contextRef="#ctx0" brushRef="#br0" timeOffset="550">674 51 7761,'-9'0'236,"1"0"1,-2 0 0,2 1 0,-3 1 527,-1 2 0,-1 3 0,0 3 0,1 4-59,-1 4 0,0 1 0,1 7 0,1 3-275,3 4 1,3-4 0,3 1-297,1-2 1,3-3 0,1-9 0,5-3 0,1-6-487,2-2 1,1-4 0,1-1 86,0-4 1,1-5 0,0-4-1,0-4 1,0-3-187,0-4 1,-3-2 0,-1-1 444,-1 0 0,2-3 0,-2 5 0,-1 2 0,-2 3 672,-2 3 1,-1 8-162,-3 6 1,-3 6 0,0 7-325,-1 2 1,-1 4 0,2 4 0,0 1-1,1 3-751,0 1 0,1-1 0,2 1 0,1 1-481,3-2 0,1-1 1,3-5-1,1-3 359,2-5 1,3-5 0,1-3 0,0-5 328,2-6 0,-2-2 0,-1-8 363,-2-4 0,3-6 0,0-4 0</inkml:trace>
  <inkml:trace contextRef="#ctx0" brushRef="#br0" timeOffset="731">937 64 7761,'-1'-11'0,"-2"1"165,-3 1 0,-1 3 0,-4 5 0,0 3 524,-2 4 0,3 3 1,-1 5-1,0 1-107,1 2 1,1 3-1,3 2 1,2 3-201,2 1 0,1 0 1,2 3-1,2-2-488,3-2 1,4-5 0,2 0 0,1-2-194,0-2 0,1-5 1,0-3-1,2-3-677,0-3 1,-1-2 0,1-3-1,-1-4 208,-1-5 0,-2-4 0,3-3 0,-2-1 768,-3-1 0,2-2 0,-2-3 0</inkml:trace>
  <inkml:trace contextRef="#ctx0" brushRef="#br0" timeOffset="899">1091 83 7761,'-3'-4'569,"1"-1"1,-2 3 97,-1 1 0,-1 1 0,1 2 0,0 3 69,0 3 1,3 3 0,-2 6 0,0 3-386,0 5 1,-1 0 0,2 6 0,1 1-253,-1 1 0,1-4 0,2 2 1,0-4-770,0-5 0,0-4 1,0-3-1,2-4-657,3-3 0,0-3 1,2-3-1,0-3 1327,1-3 0,2-3 0,3-6 0</inkml:trace>
  <inkml:trace contextRef="#ctx0" brushRef="#br0" timeOffset="1082">1161 134 7761,'-6'7'678,"-1"-1"0,-1 1 0,-1 2-309,-1 1 0,0 1 1,-1 1-1,2 0 146,2 2 0,2-2 0,0 3 0,3-1-173,1 1 0,3-3 1,2 0-1,5-2-439,2-2 0,6-2 0,1-2 0,3-2-803,2-1 0,-1-1 0,0 0 0,1-1-508,0-1 0,-2-3 1408,3-4 0,-6-2 0,0 1 0</inkml:trace>
  <inkml:trace contextRef="#ctx0" brushRef="#br0" timeOffset="1634">1488 32 7761,'0'-4'2137,"3"0"-1659,-1 4 1,0 2 0,-2 7-251,0 4 0,-2 6 1,-1 7-1,0 4 0,-1 4-286,1 5 1,1-1 0,-2 1-348,1-7 1,1 0-1,2-8 1,1-3-368,1-5 0,2-5 0,3-6 0,1-5-719,0-3 1491,1-4 0,-3-9 0,0 0 0</inkml:trace>
  <inkml:trace contextRef="#ctx0" brushRef="#br0" timeOffset="1781">1610 192 7761,'0'14'0,"0"0"0,0 1 107,0-1 1,0 0 0,0 0 0,0-1-331,0-1 0,0-5 0,1-1-143,1-3 1,0-1-1,1-2 1,0-3 365,-2-4 0,3-2 0,-1-4 0</inkml:trace>
  <inkml:trace contextRef="#ctx0" brushRef="#br0" timeOffset="1914">1623 44 7761,'-4'-2'0,"0"0"520,1-2 0,-2 3-299,1-2 0,1 2-945,1-1 0,2 1-113,2-1 0,2 2 837,2 2 0,1 2 0,-1 2 0</inkml:trace>
  <inkml:trace contextRef="#ctx0" brushRef="#br0" timeOffset="2166">1796 32 7761,'0'15'0,"0"0"0,1 1 298,1 2 1,-1 1 0,1 0 0,-1-2 74,2 1 0,-2-1 0,3 1 1,0 0-169,0-1 1,2-4 0,-3 0 0,1 0-67,-2-1 1,1-2 0,-1 1 0,-1-2 2,0-2 1,-4-3 0,-1 0-1,-2 1-89,-3-2 1,1 1 0,-4-3 0,-1 1-340,0 0 1,1-2-1,-3 0 1,4 0-598,2 0 0,2 0 1,2 0 137,0-2 1,2-2-1,4-2 745,1-1 0,5-2 0,3-1 0</inkml:trace>
  <inkml:trace contextRef="#ctx0" brushRef="#br0" timeOffset="2348">1931 6 8053,'9'-2'0,"-1"0"395,0 0 0,-1 5 1,-1 4-1,1 3-74,-1 2 1,1 4-1,-2 3 1,0 3-13,0 3 0,-4 0 1,2 4-1,-1-1-385,0-1 1,0 0-1,-2-1 1,-3-1 31,-1-2 1,-1-7-1,-2 1 1,0-5 43,-2-4 0,-1-1 0,-2 0 0</inkml:trace>
  <inkml:trace contextRef="#ctx0" brushRef="#br0" timeOffset="2497">1918 243 8363,'0'-6'682,"0"2"1,1 0 0,0 1-259,1-1 1,3 3 0,0-2-1,3 1-208,0-1 1,3-1 0,0 1 0,1 0-81,1 1 0,0-1 0,0 1 1,0 0-137,-1 1 0,1-3 0,0 1 0</inkml:trace>
  <inkml:trace contextRef="#ctx0" brushRef="#br0" timeOffset="2620">2175 198 7761,'0'10'151,"0"-1"1,0-2-729,0 0-637,0-4 1214,0-3 0,0-6 0,0-4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54.678"/>
    </inkml:context>
    <inkml:brush xml:id="br0">
      <inkml:brushProperty name="width" value="0.06" units="cm"/>
      <inkml:brushProperty name="height" value="0.06" units="cm"/>
    </inkml:brush>
  </inkml:definitions>
  <inkml:trace contextRef="#ctx0" brushRef="#br0">0 84 7761,'0'5'87,"0"-1"111,0 1 1,0-2-1,0 2 1,0 0 69,0 0 1,0 5-1,0 1 1,0 4 95,0 4 0,0 3 0,0 4 0,1 0-176,1-1 0,-1 0 1,1-1-1,-1-4-39,-1-2 1,2-3 0,0-4-10,-1-3 0,0-4 0,-1-4 0,0-4-417,0-1 0,0-5 0,0-2 1,0-4 128,0-3 1,3-2 0,0-6-1,2-2 141,2-3 1,-4 6-1,5-3 1,1 2 34,0 3 0,0 1 0,1 7 0,0 3 66,0 4 1,0 5 0,1 5-1,-1 5 200,-1 4 0,0 8 0,-3 3 0,1 4-19,-1 3 0,-2 1 1,0 2-1,-1 0-126,1-1 0,-3-5 1,2 0-1,-3-3 61,0-4 0,0-2 0,0-5-289,0-3 0,0-4 0,0-5-287,0-5 0,0-1 0,0-6 0,0-4 145,0-3 0,2-3 0,1-4 0,1-2-17,1 0 1,1 1 0,2 0-1,1 1 147,1 2 1,-1 6-1,2 0 1,0 3 284,1 4 1,-1 5 0,-1 6 0,-1 3 168,-1 4 1,-1 4 0,-1 5 0,0 2-25,-2 2 0,0 3 0,-3 1 0,1 3-92,0 2 0,-1-4 0,1 1 0,0-2-927,-1-2 0,0-4 1,0-4-1,1-3-1208,2-3 0,0-5 1,1-1 1887,0-2 0,5-6 0,-3-3 0</inkml:trace>
  <inkml:trace contextRef="#ctx0" brushRef="#br0" timeOffset="333">468 59 8066,'-6'0'79,"0"0"0,1 3 0,2 2 752,0 2 1,1 4 0,2 4-1,0 2-441,0 2 0,3 1 0,2 2 0,2 2-415,4-2 0,0-3 0,0-3 1,1-1 6,0-3 0,-1-3 0,2-4 0,0-4-94,0-2 0,-3-9 0,0-5 0,0-3-248,-3-4 0,-2 1 0,-1-4 0,0-2 275,-1-2 1,-1 4 0,0-1 0,1 3 209,-1 6 1,0 4 0,-1 6 0,0 2 62,1 5 1,1 6 0,-2 5 0,2 4-70,1 5 0,-1 2 0,2 6 1,0 0-643,0 1 1,-2-2 0,1 1 0,1-2-73,1-3 0,1-3 0,-1-7 0,1-3 595,2-4 0,1-3 0,2-1 0</inkml:trace>
  <inkml:trace contextRef="#ctx0" brushRef="#br0" timeOffset="583">834 27 7761,'-6'-5'0,"-1"2"0,1 0 782,-1 1 0,2 5 0,0 2 0,1 2 56,1 4 0,1 2 1,2 2-1,0 3-486,0 2 0,3 2 0,1 2 0,3 2-217,1 0 1,-1-3 0,2 2 0,-2-2-41,-1 0 1,-2-4 0,-2 1 0,-1 0-214,-1-3 0,-4-2 1,-1 0-1,-4-4-399,-1-2 1,-1-3 0,-1-2-1,-1-2-209,0-1 0,3-4 1,1-4-1,3-3-262,2-2 1,1-2 0,3 0-1,1-4 988,4-3 0,-1 1 0,5-2 0</inkml:trace>
  <inkml:trace contextRef="#ctx0" brushRef="#br0" timeOffset="733">930 1 7761,'5'0'611,"-2"1"0,0 3 451,-2 2 0,2 6 1,-1 1-1,0 4-598,-1 6 0,-1 1 0,0 6 0,0 2-269,0 1 0,0-1 0,0 0 0,-1-1-1256,-1-5 1,0-3 0,-1-6 0,-2-5-2431,0-2 3491,0-6 0,-7 2 0,2-3 0</inkml:trace>
  <inkml:trace contextRef="#ctx0" brushRef="#br0" timeOffset="867">860 290 7761,'0'-9'0,"3"0"0,1 1 355,2-1 0,1 2 1,4-3-1,4 2 579,3-1 0,5-2 1,4 1-1,4-1-763,4 0 1,-5 4-1,3-2 1,-3 3-776,-3 1 1,-6 2 0,-4 4 261,-5 1 0,-6 5 0,-5 3 342,-2 3 0,-5 2 0,-4 2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52.698"/>
    </inkml:context>
    <inkml:brush xml:id="br0">
      <inkml:brushProperty name="width" value="0.06" units="cm"/>
      <inkml:brushProperty name="height" value="0.06" units="cm"/>
    </inkml:brush>
  </inkml:definitions>
  <inkml:trace contextRef="#ctx0" brushRef="#br0">0 148 7823,'0'-7'-62,"0"1"625,0 0 1,0 3-1,0 7 1,0 7-1,0 9-99,0 4 0,1 6 0,0 5 1,2 0-290,1 2 0,0-7 1,2 5-182,1-6 1,1-1 0,2-11-1,-1-6 1,1-5-57,0-3 1,-2-8 0,2-5 0,0-6-58,0-5 1,-2-5 0,1-4 0,-2-4-81,2-3 1,-4 0-1,1 3 1,0 3 74,0 4 0,-3 10 280,0 5 1,-3 12 0,0 7 0,1 8-1,1 5 135,2 5 1,0-1-1,0 4 1,-1-2 26,1 0 1,0-4-1,2-4-104,1-4 1,-1-3 0,1-4 0,-1-4-1,0-2-1,1-3 1,-1-5 0,1-3 0,-1-1-20,0-2 0,1-2 1,-1-6-1,-2-1-546,-2-3 0,-1 0 0,-1-4 0,0 0-1333,0 2 1,0 3 0,0 4 572,0 2 0,-2 0 0,-1 3 1112,2 1 0,-3 0 0,1 2 0</inkml:trace>
  <inkml:trace contextRef="#ctx0" brushRef="#br0" timeOffset="333">327 0 8346,'3'4'925,"-2"2"0,2-2 0,-1 2-336,0 3 0,3 1 0,-2 6 0,2 3-146,-1 4 1,0 4 0,1 2 0,-1 4-195,1 2 0,-2-2 0,0 0 0,-1-3-11,0-4 0,0-6-318,-2-5 1,0-8 39,0-5 0,1-7 0,0-5 0,1-4 1,0-3-478,1-4 1,-1-7-1,1-4 1,1 0 291,-1 0 1,2 3-1,0 6 1,0 2 367,0 4 1,-1 10 0,2 1 218,1 6 1,-3 6-1,-1 6 1,1 2-40,0 3 1,-2 2-1,1 3-520,0 1 0,1 2 0,-1 1 1,-1-1-662,1-2 0,-2 0 0,3-5 0,-1-5 1,1-3-1540,1-4 1,-2-4 2396,2-6 0,-4-6 0,2-6 0</inkml:trace>
  <inkml:trace contextRef="#ctx0" brushRef="#br0" timeOffset="464">577 109 8181,'4'7'0,"-2"0"509,-1 1 0,-1 1 1,0 4-1,0 2 37,0 3 0,0 5 0,0 2 0,0 3-543,0 1 0,0-3 1,0-1-1,0-5-1158,0-4 1,0-8 0,2-5 1154,0-3 0,0-10 0,-2-3 0</inkml:trace>
  <inkml:trace contextRef="#ctx0" brushRef="#br0" timeOffset="598">603 77 7723,'-3'-6'567,"-1"-1"0,0 3 405,0 0-1377,3 2 1,1 0 0,4 4 0,2 3-800,0 0 1204,3 2 0,1-1 0,3 1 0</inkml:trace>
  <inkml:trace contextRef="#ctx0" brushRef="#br0" timeOffset="781">770 39 7823,'-11'7'459,"1"1"1,0 1 307,0 1 0,0 1 0,-1 2 1,1 3-359,1 3 0,3 4 0,4 4 0,1 2 265,1 3 0,1-5 0,1 3 0,2-5-350,2-4 0,3-4 0,1-3 0,1-2-1384,-1-4 0,1-3 1,2-4-1,0-2-1461,0-4 1,-3-3 2520,1-3 0,-3-4 0,1-1 0</inkml:trace>
  <inkml:trace contextRef="#ctx0" brushRef="#br0" timeOffset="1081">872 13 7819,'0'7'661,"-2"-1"0,1 1 0,-1 1 0,1 1 95,1 1 1,0 2 0,0 3-1,0 2-135,0 4 1,1 0-1,1 4 1,1 1-501,1 2 1,1-2-1,-2 3 1,0-3-264,2-2 1,-1-9 0,-1-1 0,1-4-206,0-4 1,-2-4 0,1-6 0,1-5-127,-1-5 0,-1-4 0,1-4 0,-1-5 84,0-1 0,2 3 1,-1 0-1,1 2 349,1 2 1,-2 6-1,2 4 1,0 3 402,0 5 0,2 4 0,-1 5 0,0 4 28,1 7 1,-1 3-1,1 3 1,-1 1-539,1 1 1,-3 1 0,-1-1-1,0-1 182,-1-3 1,-2-2-1,1-2-35,1-2 0,-1-1 0,2-1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6:51.616"/>
    </inkml:context>
    <inkml:brush xml:id="br0">
      <inkml:brushProperty name="width" value="0.06" units="cm"/>
      <inkml:brushProperty name="height" value="0.06" units="cm"/>
    </inkml:brush>
  </inkml:definitions>
  <inkml:trace contextRef="#ctx0" brushRef="#br0">39 192 7785,'-3'-6'110,"-1"2"1,-2 0 898,-1 1 1,1 2-597,0 6 1,2 0 0,2 8 0,1 4-533,1 3 0,2 1 1,1 3-1,0 2-454,0 0 1,1-5 0,-1 1-1,0-3-822,0-3 1395,2-8 0,-2-2 0,4-6 0</inkml:trace>
  <inkml:trace contextRef="#ctx0" brushRef="#br0" timeOffset="130">64 13 7785,'-3'-5'383,"-1"1"-627,-2 3 1,3-1-1,1 4-384,1 2 0,2 2 628,1 0 0,4 3 0,4 1 0</inkml:trace>
  <inkml:trace contextRef="#ctx0" brushRef="#br0" timeOffset="448">167 70 7937,'0'10'216,"0"-3"1,0 4 0,0 1 292,0 0 0,1 3 0,0 2 0,1 1-114,0 1 1,0-1-1,1 5 1,0 0-262,0 0 1,1-2 0,-2 1 0,1-1-115,-1-3 1,-1-3 0,1 0-1,0-4 194,0-2 0,-1-7-613,1-4 0,-1-3 0,1-7 0,0-3 84,-1-3 1,0-2 0,1-6-1,1 0 181,0-2 1,2 1 0,1-2-1,0-1 131,1 1 1,-1 6-1,1 1 1,0 3 139,1 3 1,0 8 0,2 4 0,-1 4 42,-1 7 1,2 7-1,-2 12 1,0 6 166,-1 6 0,-1-1 0,1 3 1,-1-1-756,1-2 0,-1-2 0,0-6 1,0-5-1094,0-4 1501,-1-11 0,4 0 0,-2-9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8:21.153"/>
    </inkml:context>
    <inkml:brush xml:id="br0">
      <inkml:brushProperty name="width" value="0.06" units="cm"/>
      <inkml:brushProperty name="height" value="0.06" units="cm"/>
    </inkml:brush>
  </inkml:definitions>
  <inkml:trace contextRef="#ctx0" brushRef="#br0">1 325 11977,'11'0'20,"0"0"0,3 0 0,3-1 0,8-2-1113,6 0 1,2-6 0,8 3 1092,1 0 0,6-9 0,3 2 0</inkml:trace>
  <inkml:trace contextRef="#ctx0" brushRef="#br0" timeOffset="1030">761 124 8061,'10'-11'28,"-2"-1"1,1 1 0,-6 0-1,0 0 210,-2 0 0,-1 0 0,0-1 0,-1 2 393,-3 3 1,-2-2 0,-7 6 0,0 0-172,-2 2 0,-5 1 0,3 1 0,-2 4-205,0 6 0,4 2 1,-3 5-1,-1 3-82,2 4 0,1 4 1,6 4-1,2 2-431,4 3 0,3-2 0,1 3 0,1 1-628,3 0 0,7-8 1,9 0-1,5-4 117,5-7 1,-2-9 0,2-8 0,1-5 384,2-7 0,0-7 0,0-13 1,-2-7 383,-2-3 0,-7 4 0,0-2 0,-2 0 0,-3 1 0,-4 4 0,-7 4 0,-1 2 0,-3 4 0,-5 7 0,-6 3 668,-5 6 0,-3 4 1,-6 1-1,2 1 0,1 1 54,2 2 1,4 6 0,-1 0-1,3 4-346,1-1 1,-1 4 0,2-1-206,3 1 0,2 0 0,6 5 0,2-3-217,0 1 1,7 4 0,2-7-1,4 1 1,2-3-371,1-3 0,1-6 1,5-2-1,1-5 211,-1-7 1,-2-5-1,-2-13 1,-1-4 12,-1-3 1,-5 4-1,-1 0 405,-4 2 1,-3 2 0,-3 5 688,0 1 0,-3 12-679,-3 3 0,-5 8 0,5 8 0,0 2 1,2 2-397,1 2 1,0 0-1,0 5 1,0-1-792,0 0 1,0-4 0,1-3-1,2-3-546,0-1 1,6-1 1509,-2-2 0,8-3 0,3-5 0</inkml:trace>
  <inkml:trace contextRef="#ctx0" brushRef="#br0" timeOffset="1295">1209 191 8164,'0'11'463,"0"0"10,0 1 0,0-1 0,0 1 1,0 2-1,0 2 57,0 1 1,0 2 0,0 3 0,0 1-216,0-1 1,0 2 0,0-1 0,0 1-204,0-3 1,1-6-1,3 0-365,3-3 1,0-7 0,-1-6 0,0-10 146,0-10 0,2-8 0,2-7 0,-2-2-236,0-2 1,-1 3-1,4-2 1,1 3 171,-1 4 0,0 4 0,0 2 1,0 5 422,0 7 0,-2 9 1,0 3-1,1 6-55,-2 7 1,0 5 0,1 8-1,-3 2-382,-1 4 1,2 2-1,-2 1 1,0 1-381,0 0 0,0-3 0,-2 0 564,0 0 0,6-1 0,-3-8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8:24.351"/>
    </inkml:context>
    <inkml:brush xml:id="br0">
      <inkml:brushProperty name="width" value="0.06" units="cm"/>
      <inkml:brushProperty name="height" value="0.06" units="cm"/>
    </inkml:brush>
  </inkml:definitions>
  <inkml:trace contextRef="#ctx0" brushRef="#br0">347 79 8061,'-15'-11'0,"-1"-2"118,-1-2 1,-2 5 0,-2-2 0,2 2 638,5 5 1,-3 3 0,2 4-315,2 5 0,2 8 0,2 14 1,3 6-286,1 3 0,1 6 1,4 6-308,0 2 1,1 9 0,3-4 0,3 1 43,3-1 1,-2 4 0,-1-7 0,2-2 0,0-1-942,-2-4 0,2-13 0,-5-7-906,-2-5 1952,-1-3 0,-6-8 0,-1 0 0</inkml:trace>
  <inkml:trace contextRef="#ctx0" brushRef="#br0" timeOffset="232">1 605 8061,'0'-8'998,"0"1"-879,0-2 0,1 3 0,3-2 0,3 0-45,3-2 1,2 2 0,3 1 0,4-2 2,2-1 1,3-1 0,2 0 0,4-2-1027,2-2 1,-2 2 0,-2-5 948,0 2 0,3-4 0,-3 3 0</inkml:trace>
  <inkml:trace contextRef="#ctx0" brushRef="#br0" timeOffset="423">426 381 8061,'-5'16'417,"2"3"1,-3 5 0,1 5-261,2 3 1,-1-1-1,0 7 1,1-2-159,2 1 0,1-6 0,0 1 1,1-3-518,3-4 1,-1-10-1,4-5 1,2-5 62,1-7 1,-3-7 0,1-11 454,0-5 0,2-9 0,1-6 0</inkml:trace>
  <inkml:trace contextRef="#ctx0" brushRef="#br0" timeOffset="460">470 280 8061,'-5'-11'448,"4"4"1,-4 0-875,0 2 1,4 0-1021,-3 2 1446,3 1 0,1-3 0,5 10 0,1 2 0</inkml:trace>
  <inkml:trace contextRef="#ctx0" brushRef="#br0" timeOffset="807">582 303 8061,'1'23'208,"3"3"1,-3-5 0,3 4-1,-3 1 156,-1 2 1,4-2-1,0 2 1,-2 1 29,0 0 1,1-1 0,1 2 0,0-3-65,1 1 0,-4-10 0,4 1-176,0-5 1,-3-9 0,5-7-1,-1-8-558,0-7 0,-2-9 0,3-5 1,2-5 173,1-5 0,-3 1 1,1 0-1,0 3 175,2 5 1,-2-1 0,-2 8 0,0 4 317,1 5 0,-4 9 0,3 4-180,-1 6 0,-1 9 0,-4 12 0,0 8-352,0 8 1,0 1 0,0 1 0,0 0-279,0-3 0,0-4 1,0-7-1,1-5-16,3-7 1,-1-10 0,4-9 0,2-10 562,1-12 0,1-11 0,0-9 0,0-6 0</inkml:trace>
  <inkml:trace contextRef="#ctx0" brushRef="#br0" timeOffset="1030">951 146 7764,'10'-25'243,"-1"4"45,-2 4 1,-3 8 0,2 9 0,1 7 162,-1 7 1,-2 3-1,2 7 1,0 2-10,0 4 0,0-1 0,3-1 1,-3 1-313,-1-1 1,3-2 0,-3 3 0,0-2 209,0-2 0,0-5-1018,-2-1 1,-3-11-1,-1 0 18,-9-6 0,-2-7 0,-7-2 1,-1-2 381,-1 2 0,1-2 0,0 5 0,-1 2 277,1 1 1,4 1 0,0 1 0,2 4 234,4 6 0,7 3 1,-1 7-1,3 2 112,1 1 1,5-2 0,3-3 0,6-4-125,5-3 0,3-5 1,3-4-1,2-4-434,2-6 0,-3-7 0,2-13 0,1-6 91,0-3 1,-3-6-1,1 2 1,-1-2-2496,-1-3 2616,-4 8 0,6-12 0,-4 10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8:30.449"/>
    </inkml:context>
    <inkml:brush xml:id="br0">
      <inkml:brushProperty name="width" value="0.06" units="cm"/>
      <inkml:brushProperty name="height" value="0.06" units="cm"/>
    </inkml:brush>
  </inkml:definitions>
  <inkml:trace contextRef="#ctx0" brushRef="#br0">45 12 7587,'-5'-6'208,"4"1"1,-5 5-1,3 1 1,0 4-159,0 6 0,2 3 0,1 7 0,0 5-18,0 5 1,4 0 0,-1 8 0,0-1 5,-2 3 1,-1-2-1,0-2 1,-1-2 3,-3-1 1,2-6 0,-6-3 84,0-5-249,3-9 0,0-12 0,5-9 0,0-5-37,0-2 0,5-2 0,1-3 0,3-1 63,2 1 0,-3 1 0,9 2 0,-3 3 71,1 0 0,2 7 1,-4-1-1,2 4 3,-1 3 1,2 2 0,-1 1 0,-3 1 113,-3 3 1,0 4 0,-6 5-1,0 3 110,-2 2 0,-2 0 1,-3 5-1,-3-1-90,-3 1 1,-3-1-1,0-1 1,-3-1-45,-2-1 0,4-7 0,0 0 0,0-4-458,-1-3 0,3-1 0,-3-6-5,2-1 0,7-5 1,2-5-1,3-2 395,1 1 0,1-3 0,3-1 0,5-1 0,4 1 0,0-1 0,2-2 0,-3 2 0,4-2 0,2 4 0</inkml:trace>
  <inkml:trace contextRef="#ctx0" brushRef="#br0" timeOffset="414">224 236 7737,'0'11'47,"2"-4"1,0 1-1,2 1 64,-2 1 0,0-3 0,-2 0 82,0 2 0,0 5 0,0 1 0,0-2 0,0 0-89,0-2 0,0 0 1,1 0-1,1 1-315,2-1 0,5-5 0,-2-2 37,3-3 0,1-1 1,0-3-1,1-3 3,-1-5 0,0-8 0,0 1 0,0-3 31,1-2 0,-1 3 1,0 1-1,0-3 158,0 2 1,-3 6 143,-1-1 1,-3 7 0,2 6 20,-1 4 1,-1 9 0,-4 8 0,0 2-72,0 2 0,0 0 0,-1 2 0,-2 4-36,-1 3 0,-4-4 0,0 7 1,-2 0-105,-1 0 0,0-7 0,-1 5 0,-2-5-9,-1-3 1,-1-2 0,2-5 0,-1-3-20,2-2 1,0-7 0,2-4-49,0-4 1,5-1-1,2-4 61,3-2 0,1-1 0,0-1 0,1 1 0,3 1 74,3 2 0,4-1 0,4-1 0,4 1 57,2 4 0,2 3 0,2 1 0,3 0-165,0 0 0,0 0 1,3 0-1,1 0-310,-1 0 0,0-4 1,1-1 386,-2-1 0,3-1 0,-5-4 0</inkml:trace>
  <inkml:trace contextRef="#ctx0" brushRef="#br0" timeOffset="1429">1119 292 7164,'-11'-6'-50,"0"2"0,-4-1 0,0 1 0,0 3 250,-1 3 0,0 2 1,-3 6-1,3 5 181,0 5 0,6 1 0,-4 7 1,2 1-201,3 0 1,-1-3 0,6 1 0,2-1-428,1-1 0,1-9 0,1 3 1,3-7 151,3-4 1,4-3 0,3-5-1,2 0-431,1 0 1,-2-5 0,4-3-1,1-3 525,1-4 0,-2 2 0,-2-6 0,0 0 0,1 2 0,-3-4 0,2 3 0,1 1 0,-1 2 0,-3 1 0,1 2 0,-4-1 0,-4 4 38,3 5 1,-9 4 0,3 8-1,-4 6 337,-4 5 0,2-2 0,-4 2 0,-1 1-200,1 1 1,0 1-1,-3 1 1,2-1-111,-2 0 0,-1 1 0,0-1 0,2 0 35,0 1 0,4-6 0,-2-2-24,1-2 1,2-10-132,3-6 0,1-6 1,2-12-1,5-4-18,2-2 1,1-8 0,2-4 0,0 1-29,2 0 0,5 6 0,-3-5 0,2 2-46,0 1 0,-4 10 1,2 2-1,-1 5-195,-2 3 1,-1 2 0,1 2 6,1 3 0,0 2 1,-4 5 334,0 0 0,1 0 0,-1 0 0,-4-2 0,1-1 0,-5 1-12,5-1 0,-6 0 371,2-1 1,-3 4-46,-1 0 0,0 5 0,0 7 0,0-1-31,0 0 1,0 1 0,-1 3 0,-1 4-132,-2 2 0,-1 3 1,2 1-1,0 2-232,0 1 0,1-1 0,-1 1 0,-1 1-391,2-1 1,1-7 0,1 1-1,0-5-1101,0-3 1572,0-7 0,5-2 0,1-5 0</inkml:trace>
  <inkml:trace contextRef="#ctx0" brushRef="#br0" timeOffset="1682">1567 549 7823,'0'11'0,"0"0"99,0 1 1,0-5 0,0 0-731,0 2-214,0-4 845,0 5 0,-5-9 0,-2 4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8:27.967"/>
    </inkml:context>
    <inkml:brush xml:id="br0">
      <inkml:brushProperty name="width" value="0.06" units="cm"/>
      <inkml:brushProperty name="height" value="0.06" units="cm"/>
    </inkml:brush>
  </inkml:definitions>
  <inkml:trace contextRef="#ctx0" brushRef="#br0">57 168 7763,'-11'4'54,"0"0"0,3 3 1,2-2-1,0 1 166,-1 3 1,5 1 0,-2 2-1,3 4-78,1 7 1,0 2 0,0 7 0,0 4-430,0 3 1,0 2-1,0 2 1,1-2-374,3-4 0,-3-3 0,4-5 660,0-7 0,1-10 0,6-7 0</inkml:trace>
  <inkml:trace contextRef="#ctx0" brushRef="#br0" timeOffset="240">113 90 7763,'-10'-11'17,"6"3"1,-7 2-1,1 1 1,0 3-495,4 0 1,2 2 177,8 0 0,2 5 1,5 1 298,0 1 0,6 8 0,0-3 0</inkml:trace>
  <inkml:trace contextRef="#ctx0" brushRef="#br0" timeOffset="437">392 0 7763,'-16'5'0,"3"2"0,-5 4 0,2 1 132,2 3 1,2-1-1,1 4 1,1 4 180,2 2 1,3 0-1,5 2 1,0-1-229,0 1 0,2-5 0,1 4 0,4 0-112,-1-1 1,4-3 0,-3-1 0,3 1 31,1-1 0,-4-1 1,-4 3-1,-1-1-192,-2 1 1,0-5-1,-2 7 1,-1-2 100,-5-2 1,-2-4-1,-1 2 1,-1-2-64,-3-2 1,2-6 0,-2-1 0,2-2 44,-2-3 1,6-1 0,-2-2-258,1-3 0,5 2 0,1-6 1,4 0 360,4-2 0,-2-3 0,6-2 0,4 3 0,6-4 0</inkml:trace>
  <inkml:trace contextRef="#ctx0" brushRef="#br0" timeOffset="713">639 23 7763,'-12'0'248,"1"1"0,-1 3-27,-3 3 0,2 3 0,-2 1 0,3 2-137,1 2 1,0-2-1,1 6 1,2 2-12,5 4 1,1-4-1,2 4 1,2 1-127,1 1 1,4-1 0,4 3-1,0-2-22,0-2 0,-3 0 1,-2-1-1,0 1 47,0-1 1,-3-6 0,0 4-1,-3-2-138,-3-3 0,0 0 0,-4-7 100,-2-3 1,-1 2-1,-2-6 1,-2 0-121,-1-2 0,0-1 0,4 0 0,0-1-56,0-3 0,1 2 0,2-6 0,4-2 0,2-2 242,-2-3 0,3-5 0,-4 3 0</inkml:trace>
  <inkml:trace contextRef="#ctx0" brushRef="#br0" timeOffset="1047">661 280 7763,'-5'11'234,"2"4"1,-4 0 0,0 0-207,0 1 0,1 1 0,4 6 1,-2-1 21,1 1 0,2-1 1,2 0-1,2-1-139,1-2 0,4-1 0,0-6 0,3-1 14,4-5 0,-3-3 0,4-4 0,-1-3 37,0-4 0,1-3 0,-2-4 0,1-5 4,-1-4 0,-2-1 0,-1-4 0,0 2 62,1 2 0,-5 1 1,-1 2-1,1 1 122,-1 2 1,-4 3-1,2 5 87,-3 0 1,-1 6-1,0 5-38,0 6 0,0 9 0,0 2 0,0 2-310,0-1 0,4 1 0,0 2-126,-2-2 1,-1 1-1,1-4 1,0 0-1,3 0-379,1-2 0,-2-2-561,4 0 1177,-1-6 0,4-1 0,0-5 0</inkml:trace>
  <inkml:trace contextRef="#ctx0" brushRef="#br0" timeOffset="1615">1052 336 7852,'12'0'96,"-1"0"1,-4 0 0,1-1 0,0-2 48,2-1 0,-2-4 0,-1 0 0,2-2-146,1-1 0,1 0 0,-1-1 0,-1-2-51,-2-1 0,-4 0 0,0 4 120,-1 0 0,-7 1 0,-3 2 0,-2 5 59,-1 1 0,-4 7 0,0 4 0,0 5-47,-1 4 1,4 3-1,-3 3 1,4 2-81,3 4 1,-1-1-1,6-1 1,-1 1-197,-1-1 0,5-3 1,-1 0-1,5-4-104,2-2 1,2-10-1,7-2 1,4-6-83,2-5 1,-2-8 0,-1-9 0,2-5 381,1-3 0,-2-1 0,-2-3 0,0-1 0,-4 1 0,0-1 0,-2 2 0,0 1 0,0 1 0,0 5 0,1-1 0,-2 2 31,-3 2 1,2 1 257,-6 2 1,0 8 0,-6 9 95,0 4 1,-2 4 0,2 7 0,0 2-124,0 3 1,2 3 0,1 2 0,0 0-68,0 4 1,0-4 0,0 3 0,0-2-212,0-2 0,0-3 0,1-3 0,2-2-991,0-4 587,1-7 0,-4 1 1,-1-8 152,-3-3 1,-2-2-1,-5 0 1,-2 3 238,-2 1 1,3 2 0,-3 3 0,1 1 68,-1 3 0,3 7 1,-3 7-1,4 5 291,3 3 0,0-1 0,4 3-150,1 0 1,3 1-1,4-2 1,4-4-1,2-3-116,1-5 1,0-6-1,1-3 1,2-2-12,1-6 0,4-4 0,-4-10 0,-1-6-1024,3-7 0,-4-1 969,6-3 0,-5-3 0,2-9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8:27.232"/>
    </inkml:context>
    <inkml:brush xml:id="br0">
      <inkml:brushProperty name="width" value="0.06" units="cm"/>
      <inkml:brushProperty name="height" value="0.06" units="cm"/>
    </inkml:brush>
  </inkml:definitions>
  <inkml:trace contextRef="#ctx0" brushRef="#br0">202 157 7782,'-5'-6'0,"-3"2"-7,-1 3 1,-3 1-1,1 0 1,0 0 120,0 0 1,0 5 0,-2 2 0,0 3 141,-2 2 0,0 4 0,4 1 0,-1 2-205,1-1 0,0 2 1,1 4-1,3 0 4,3-3 0,3-3 1,2 1-1,3-4-229,3-3 0,4-5 0,3-4 0,2-3-85,1-3 1,3-9 0,5-8 0,1-4-33,-1-6 1,-1-3 0,-2 0-1,0-2 251,1-2 0,-2 6 0,-2-3 0,-4 4 99,-3 6 1,-6 2-17,-2 11 1,-4 6 0,-4 6-1,-3 9 223,-3 8 0,-1 3 0,-1 3 0,1 0 0,1 3-221,3-3 1,-2 0 0,5-2 0,2 1 42,1-1 0,2-5 1,3 0-1,3-4-81,3-2 1,6 2-8,3-9 0,2-1 0,1-3 0</inkml:trace>
  <inkml:trace contextRef="#ctx0" brushRef="#br0" timeOffset="263">638 1 7782,'-12'0'0,"-2"0"0,-1 1 310,1 3 1,1-2 0,0 6-1,1 0-126,2 2 1,3 5 0,-1 1 0,4 2-80,3 2 0,7 2 0,4 4 1,5 4-132,3 2 0,-4 2 0,4-1 0,-2 2 38,-2 2 1,-2-2-1,-2 2 1,-2-2-181,-5-1 1,-4-4-1,-5-2 1,-7-2 99,-3-5 1,-4-3 0,-5-8 0,-2-3-212,-1-3 0,1-3 0,-1-2 0,-1-3 279,1-3 0,3-3 0,-2-1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9:05.119"/>
    </inkml:context>
    <inkml:brush xml:id="br0">
      <inkml:brushProperty name="width" value="0.06" units="cm"/>
      <inkml:brushProperty name="height" value="0.06" units="cm"/>
    </inkml:brush>
  </inkml:definitions>
  <inkml:trace contextRef="#ctx0" brushRef="#br0">26 32 7983,'-2'-11'400,"-2"3"1,2-2 0,-5 7-29,1 5 0,2 5 1,4 9-1,1 6-269,3 6 0,3-1 0,6 7 0,-1 0-766,1 2 1,-1 1-1,2-1 1,1-3-774,1-4 1436,1-3 0,1 4 0,1 2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9:05.436"/>
    </inkml:context>
    <inkml:brush xml:id="br0">
      <inkml:brushProperty name="width" value="0.06" units="cm"/>
      <inkml:brushProperty name="height" value="0.06" units="cm"/>
    </inkml:brush>
  </inkml:definitions>
  <inkml:trace contextRef="#ctx0" brushRef="#br0">0 137 7983,'0'-9'0,"0"1"360,0-2 0,6 5 1,2-1-1,4 2-94,5 0 1,3-1 0,9 2 0,6-1-210,5 1 1,0 0 0,4 1 0,0-3-285,0 3 1,-4-4 0,0 2 0,-4 1 365,-3 2 1,-11 1-140,-1 0 0,-6 0 0,-3 0 0</inkml:trace>
  <inkml:trace contextRef="#ctx0" brushRef="#br0" timeOffset="182">397 112 8333,'-11'45'0,"0"4"592,-1 2 0,6-2 0,-5 8 1,3 2-470,1 6 0,4-9 0,-1 9 1,3-7-16,1-6 0,0-5 0,1-6 0,3-5-327,4-8 0,3-10 0,3-3 0,1-4-1362,2-3 0,-1-6 1581,-3-2 0,5-11 0,1-9 0</inkml:trace>
  <inkml:trace contextRef="#ctx0" brushRef="#br0" timeOffset="783">571 137 7792,'0'12'246,"0"0"1,0 1 0,0 1 241,0 2 0,0 3 1,-2 8-1,0 3-224,-3 7 0,1 6 0,4 7 0,0 2-110,0 6 0,0-7 0,0 4 0,0-8-164,0-4 0,4-12 0,2-9 0,-1-5 34,1-6 0,4-7 0,-4-1 0,3-7-395,-1-9 1,-1-5 0,3-8 0,-2-3 115,1-4 0,-2 0 1,2-3 254,0-2 1,2-1-1,2 5 1,-1 3 0,0 2 237,1 2 0,-1 9 0,1-2-40,-1 9 0,-4 7 0,-1 10 1,-1 6-227,-3 8 1,-2 4 0,-1 4 0,0 2-330,0 2 0,0 0 0,0 1 0,-1-4-617,-4-3 0,4-7 1,-3-2 604,3-4 1,2-6 0,2-4 368,1-6 0,5-5 0,0-7 0,2-2 14,1 2 1,2 0 0,1 0 0,3-2 231,1 2 1,-1 4 0,6 1 0,2-2 243,0-2 0,4 3 0,-1-7 0,0 0-57,2-2 1,-5 0 0,1 0-248,-5-2 1,-4-2 0,-5 0 0,-2-1-8,-3 0 1,-7 10 0,-6 2 0,-3 2-6,-6 0 0,0 4 1,-5 3-60,1 3 0,1 2 0,3 2 0,-1 3 0,0 2-132,4 6 1,-1 1 0,5 8-1,0 5 55,3 2 0,2-1 0,2 4 0,0 2-296,0 0 0,0 7 0,0-2 0,2-3-417,2-3 1,3-6-1,4-1-803,-3-4 1,3-7 1477,-3-8 0,3-8 0,2-7 0</inkml:trace>
  <inkml:trace contextRef="#ctx0" brushRef="#br0" timeOffset="1083">1253 447 7770,'0'12'89,"1"-4"1,3-1 199,5-1 1,-2-2-1,1-4 1,1 0-348,2 0 0,3-1 1,1-4-1,3-3-281,2-3 1,-2-3 0,4-2 0,2-5-2,3-2 1,-8-2 0,6 0 0,-2 0 234,1 1 0,-4-1 0,-1 0 0,-2 0 765,-6 0-268,1 11 1,-12 5 0,0 14-1,-6 8 1,-5 7 710,-2 8 0,1 9 0,-1 9-859,1 2 0,0 10 0,-1 2 1,1 1-1,-1 2-279,1 1 1,0-8-1,0 4 1,1-5-483,-1-3 0,7-13 0,-8 1-1020,2-7 1,0-6 1536,-1-6 0,-6-3 0,-2-6 0</inkml:trace>
  <inkml:trace contextRef="#ctx0" brushRef="#br0" timeOffset="7980">1737 546 7681,'-40'32'-283,"5"-5"0,6-5-313,6-5 0,10-10 596,1-7 0,8-11 0,-2-9 0</inkml:trace>
  <inkml:trace contextRef="#ctx0" brushRef="#br0" timeOffset="8264">1823 335 7681,'0'13'473,"-1"-1"0,-2 0 248,-1 1 1,1-6 0,8-5-472,3-4 0,10-5 0,5-7 0,6-3-192,3-3 0,5-5 0,6-3 0,1-2-890,3-2 1,-2-2-1,3-6 832,3-1 0,7-12 0,-1 2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9:07.018"/>
    </inkml:context>
    <inkml:brush xml:id="br0">
      <inkml:brushProperty name="width" value="0.06" units="cm"/>
      <inkml:brushProperty name="height" value="0.06" units="cm"/>
    </inkml:brush>
  </inkml:definitions>
  <inkml:trace contextRef="#ctx0" brushRef="#br0">137 137 7389,'0'-18'-185,"0"3"0,0-6 0,0 0 746,0 2 1,-6 1-1,-2 7-122,-3 3 0,-1 2 0,-1 6 0,1 2-191,-1 2 0,1 8 1,0 9-1,1 4-55,2 4 0,0 2 0,5 7-158,1-1 1,1 4 0,2 0 0,0-1 0,0-1-111,0-2 1,2-5 0,2-5 0,4-5-303,3-5 0,3-7 0,1-5 0,3-3 109,1-8 1,-3-15 0,2-9 220,-1-9 0,-3-9 0,4-7 0,-1 1 0,-2 2 152,-4 4 0,1 6 1,-3 2 8,2 6 0,0 16 1,-2 14-1,-1 11 263,2 8 1,-3 10 0,1 8 0,2 3-434,1 1 0,1 2 1,-1 0-302,-2 3 0,2-1 0,-4-5 0,1-3 1,-1-5-2240,-2-6 2596,5-4 0,-9-28 0,5-5 0</inkml:trace>
  <inkml:trace contextRef="#ctx0" brushRef="#br0" timeOffset="317">397 75 9766,'0'13'361,"0"4"1,2 4 0,1 8 0,2 5-95,2 6 0,-3 4 1,4 6-1,1-1-131,-3 1 0,6-10 1,-6-4-1,1-6-103,-3-6 1,2-8 54,-2-12 0,4-8 1,-4-17-1,1-9-471,0-9 0,-2-6 0,4-7 1,0-3 20,0-2 0,1 9 0,4 0 279,1 3 1,-2 7 0,-2 9 0,0 10 148,0 8 0,-2 8 0,1 11 0,1 9 154,-2 5 1,-1 4 0,-3 3-209,1 4 0,2 5 0,-3 2 0,1-1 0,-2 2-244,0 2 0,-1-6 0,2 2-440,1-3 0,0 0 0,-4-10 1,2-6-211,2-4 1,-3-12 881,3-13 0,-8-7 0,-3-3 0</inkml:trace>
  <inkml:trace contextRef="#ctx0" brushRef="#br0" timeOffset="667">707 99 7681,'0'13'322,"0"-1"1,0-3 0,0-1-1,0 3 207,0 4 1,0-1 0,2 4 0,1 0-175,1 2 0,4 4 1,-2 1-1,0-1-303,4 1 0,-3 1 0,0 2 0,0 1 41,0-2 0,-3-6 0,3-4 55,-2-4 1,-1-7-1,-4-6-500,0-7 0,4-15 0,1-6 1,-3-5 130,0-4 1,2 3 0,1-8-1,1 4 161,-1 1 1,5 5 0,-3 4 140,0 6 1,4 2 0,-3 6 0,3 4 101,2 3 0,-1 4 0,-1 9-139,-3 6 1,3 6 0,-4 8 0,1 2 0,-1 2-116,-1 2 0,-1-3 0,-2 3-316,1-2 0,0 3 0,-2-3 1,0 1-482,3-1 1,0-2 0,-1-9 274,5-7 0,-3-8 593,3-12 0,-7-6 0,4-10 0</inkml:trace>
  <inkml:trace contextRef="#ctx0" brushRef="#br0" timeOffset="916">1067 137 7681,'-1'12'387,"-3"1"0,2-5 0,-2 1 0,3 5 92,1 6 0,0 0 0,0 4 0,0 3-232,0 3 1,5 4-1,4 0 1,3-2-238,5-3 0,-2-11 1,4 2-1,0-5-182,1-2 0,-5-8 0,1-5 1,-2-7-12,-2-4 1,-1-8 0,-1-4 0,-3-6-107,-1-3 1,-2 4 0,-6 0 0,-2 1-53,-4 3 1,1 3 0,-1 2-1,-2 1-284,-1 3 1,-1 1 357,-1 1 1,1 2 0,1 2 0,1 2 266,2 1 0,5 2 0,-8-1 0,4-2 0</inkml:trace>
  <inkml:trace contextRef="#ctx0" brushRef="#br0" timeOffset="1217">1228 87 7681,'6'12'160,"-5"1"0,3-1 1,-1 2 317,1 3 1,-1-2 0,4 5 0,0 3-185,0 0 1,-3 2 0,4 0-1,2-1-361,1 1 1,1-1 0,2-4 0,1-3 21,2-3 1,-1-8-1,-3-1 1,-1-4-316,0-1 0,1-12 0,-2-8 0,-1-7 30,-2-5 0,-5-1 1,1-4-1,-3 0 261,-1-1 1,0 9-1,0 3 1,-1 3 945,-3 5-687,2 3 0,-3 13 0,5 8 1,0 6-204,0 5 1,1 6-1,2 1 1,2 3-289,2 1 0,0-2 1,3-3-1,-3-1-158,-2-1 0,3-6 0,-3 2 0,-1-5 459,1-4 0,-3-2 0,3-6 0,-5 0 0</inkml:trace>
  <inkml:trace contextRef="#ctx0" brushRef="#br0" timeOffset="1550">1551 62 7412,'5'13'309,"-3"-5"0,2 0 0,-1 2 152,1 1 1,-3 4-1,5 4 1,-2 6-303,0 1 1,4 6 0,-2 1 0,-1 3-155,1 1 0,2-5 0,-4-5 0,-1-3 383,-2-3-631,5-6 0,-5-14 1,3-13-1,-2-10 50,-2-7 0,0-3 1,0-5-1,0 0 112,0-1 1,4 5-1,0 3 1,0 1 193,2 1 0,-1 11 1,5-4 163,-2 6 0,0 4 0,5 4 0,-2 7-199,-3 7 0,3 5 1,-4 3-183,0 2 0,0 9 0,-4 0 0,1 3 1,-2 1-39,0-2 0,2 0 0,0-1-432,-1 2 0,0-1 0,-1-8 0,2-3-1006,-1-3 1580,-1-8 0,3-6 0,2-6 0</inkml:trace>
  <inkml:trace contextRef="#ctx0" brushRef="#br0" timeOffset="1966">1935 50 8339,'-11'1'262,"3"3"1,-1-1 0,3 4 0,0 0-130,1 0 1,-3-3 0,4 4 0,1 2-145,1 1 1,2 1-1,0 1 1,0 0-13,0 4 1,0-3 0,2 2-320,2-2 1,-1-1-1,5-2 1,0-2 104,-1-1 0,4-5 1,-3 1-1,3-2 1,2-2 206,-1 0 0,2-2 0,0-2 0,1-4 179,0-3 0,-8-1 1,5-1-1,-1 1 12,0-1 1,2 1 0,-2 0 0,-1-1 80,-2 1 0,-5-5 0,1-1-266,-3-1 1,-1 8 106,0-1 0,-5 7 1,-4 1-1,-2 3-27,-1 1 0,-1 1 0,1 5 0,0 5 286,-1 4 1,2 6 0,2-3 0,2 1-52,1 3 0,2 1 0,5 2 0,4 1 0,4 2-161,6 1 0,6 0 0,8-6 0,4-2-625,3-5 1,1-7 0,0-7-38,1-4 0,-3-7 0,0-9 0,-3-6 0,-2-8 532,-3-4 0,-6-1 0,-3 0 0</inkml:trace>
  <inkml:trace contextRef="#ctx0" brushRef="#br0" timeOffset="2317">199 1278 7681,'0'12'201,"1"2"1,2 1 8,1 2 0,2 6 0,-4 1 1,3 3-365,-3 1 1,4-2 0,-2-1 0,-1 0-445,-2-1 0,-1-4-451,0-4 1049,0-19 0,0-5 0,0-17 0</inkml:trace>
  <inkml:trace contextRef="#ctx0" brushRef="#br0" timeOffset="2448">249 1017 8023,'0'-12'-134,"0"5"1,0 3-1,0 8-163,0 4 0,0-1 0,1 0 1,3-1 296,4-4 0,-2 0 0,10 3 0,-2 2 0</inkml:trace>
  <inkml:trace contextRef="#ctx0" brushRef="#br0" timeOffset="2582">472 980 7681,'0'24'202,"4"-4"0,0 9 1,0-1-18,2 1 1,-5 2-1,5 5 1,-2-1-101,0-2 1,0-4-1,-4 2 1,0 1 64,0 0 1,0-5-1,0 1 1,0-6-1336,0-5 1185,-5-4 0,-2 0 0,-6-1 0</inkml:trace>
  <inkml:trace contextRef="#ctx0" brushRef="#br0" timeOffset="2716">373 1352 7681,'6'-12'150,"0"4"0,-5 1 1,3 0 170,5 0 0,3 3 1,5-3-1,3 0-208,4 0 1,2-1 0,3-5 0,4 1-419,3 0 0,2 3 0,1 1 1,1-2 304,0-1 0,-4-1 0,7 0 0</inkml:trace>
  <inkml:trace contextRef="#ctx0" brushRef="#br0" timeOffset="3449">1340 1191 7681,'0'-14'40,"0"-2"1,0 6 157,0-2 1,0 9-1,0 3 41,0 7 0,0 9 1,1 6-1,4 5-52,3 2 1,-1 5 0,0-1 0,0 3-3,-1 1 0,-1 2 0,1-1-97,0-1 1,2 6-1,-4-8 1,-1-2-1,-2-2 150,-1-3 1,0-7-403,0-5 1,-5-8 0,-3-6-2,-3-9 0,2-8 0,1-14 1,-1-4-1,-1-4 35,2-5 0,1-2 0,4-6 0,-1 0 58,1-4 1,2 1-1,2-2 1,3 3-3,4 4 0,5 6 0,2 2 0,3 6 118,1 5 0,1 12 1,0 6-1,-2 4 49,0 5 1,-8 6 0,2 4 0,-2 5-30,-3 3 1,-2 3-1,-5 8 1,0 1 265,0 6 1,-1-3 0,-3 2 0,-5 2-213,-2 1 0,-2-3 1,-3-3-482,0-4 1,-1 5-1,4-9 1,-3-2-788,0 0 1,-1-5 226,5-7 0,1-8 923,3-8 0,2-3 0,6-2 0</inkml:trace>
  <inkml:trace contextRef="#ctx0" brushRef="#br0" timeOffset="3749">1650 1203 7681,'13'2'0,"-1"1"0,0 1 167,1-2 0,-1 0 0,1-2 0,-1-2 365,0-2 0,1-4 0,-1-8 0,1-5-322,-1-3 0,-5 0 1,-3-1-1,-3 0-189,-1 0 1,0 0 0,-2 1 0,-5 0 41,-6 3 1,-2 4-1,1 6 1,-1 2-128,-1 5 1,-2 3 0,3 3 0,-2 7 150,2 7 1,5 8 0,3 5 0,1 4 30,-1 3 0,4 2 1,-1 4-1,2 2-233,2 0 0,6 0 0,2-6 0,3 0-248,2-7 1,-1-3 0,0-6-64,1-6 0,1-5 0,1-12 0,1-4 0,-1-8-443,-1-6 1,-1-6-1,-2-4 869,-3-4 0,3-3 0,-4-6 0,5-3 0</inkml:trace>
  <inkml:trace contextRef="#ctx0" brushRef="#br0" timeOffset="4149">1836 1017 7859,'7'6'754,"-3"2"1,-1 3-475,1 2 0,-2 4 0,3 4 1,-1 3 111,0 0 0,2 3 0,-3 0 1,1 3-198,-2 2 0,4-3 0,-2 1 1,-1-2-76,-2-5 0,-1-5 0,0 2 0,0-2 790,0-3-561,0-7 0,0-4-228,0-8 1,0-3 0,0-5 0,0-2 0,0-1-22,0-2 0,0-6 1,0-1-1,0-3-59,0-1 0,0-2 0,0 1 1,0 1-681,0 2 1,4 6-1,2 0-200,1 2 1,-3 2-1,4 5 1,2 1-259,1 2 0,1 5 0,1 0 718,-1 6 1,-4 3-1,1 3 1,0 0 378,2 0 0,-2 2 0,-1 2 0,0-1 110,-1 0 1,4 1 0,-4-1 0,1 1 606,0-1 1,-3 0-1,1 1 1,0 1 114,-3 2 0,2-2 0,-1 4 0,-1-2-398,-1 1 1,-1 1-1,2-3-370,1 2 1,0-1 0,-4-4-1512,0 1 0,0-8 15,0-5 0,0-6 1,0-11 1431,0-4 0,5-2 0,2-2 0</inkml:trace>
  <inkml:trace contextRef="#ctx0" brushRef="#br0" timeOffset="4281">2221 993 6302,'0'12'767,"-2"-1"1,0-1-443,-3-2 1,1-4-1,3 4 1,-2 2-756,-1 1 1,0-3-1,4 1-165,0 0 0,0-2 595,0 1 0,0 1 0,0 3 0</inkml:trace>
  <inkml:trace contextRef="#ctx0" brushRef="#br0" timeOffset="4834">2283 1179 7681,'7'26'0,"-3"3"0,-3 2 0,-1 5 0,0-1 0,0-2 0,0-6 0,2 2 0,0-4 1959,2-4 1,2-5 0,-2-7-1610,4-5 1,3-4 0,2-4 0,-1-6-205,1-5 0,-1-6 1,0-6-1,-1-2-437,-2 1 1,0 2 0,-5 1 0,-1 0-420,-1 0 1,-2 6-1,0 1 414,0 0 1,-2 6 0,-1-2 0,-2 4 0,-1 1-147,1-2 1,-5 3 0,2 1-15,-3 1 0,-1-4 0,-1 4 0,2-3-19,3 1 1,1 0 0,4-5 474,-1 1 0,0 0 0,4-1 0,0 1 0,1-2 0,3-3 0,3 2 0,6-4 0,1 0 28,2-1 0,-2 5 0,2 0 1,-2 4 577,-1 3 1,-1 5-162,0-1 0,-1 8 1,-1 6-1,-3 6 298,-2 9 0,4 5 0,-4 8 0,2-1 0,1 1-190,-1 4 0,3-4 0,-5 2 1,2-4-521,3-3 0,-3-9 0,0 0 1,-2-2 1,-2-2 1,3-6 0,-4-8-583,-3 0 0,0-2 0,-8-4-44,0 0 1,-6 0 0,-3 0 0,0 0 291,0 0 1,-3 0 0,5 0 0,0 0 332,3 0 1,-4 0 0,1 0 105,0 0 1,8 1 0,4 4 380,3 3 1,6 3-1,3 0 1,3-1-393,2-2 1,-1-4-1,1 3-464,-1-2 1,0-1 0,1-4 0,-1 0-1,1-1-216,-1-3 0,0-4 0,1-7 0,-1-3-1613,1-2 2164,-1 0 0,0-11 0,1 0 0</inkml:trace>
  <inkml:trace contextRef="#ctx0" brushRef="#br0" timeOffset="4964">2655 1166 7681,'0'25'157,"0"0"1,0 0 0,0-1 0,0 1 600,0 0 0,0-4 0,0-2 0,0 0-320,0 1 1,0-5 0,0 1-1241,0-2 0,0-8 1,0-6-2405,0-7 3206,0-10 0,5-2 0,2-6 0</inkml:trace>
  <inkml:trace contextRef="#ctx0" brushRef="#br0" timeOffset="5098">2680 955 8057,'4'-12'0,"0"0"2276,-1-1-2138,-2 6 1,-1 3-168,0 8 1,-4-1-783,0 5 1,1-1-1,7 3 811,4-2 0,3 0 0,2 5 0</inkml:trace>
  <inkml:trace contextRef="#ctx0" brushRef="#br0" timeOffset="5299">2891 869 8603,'-13'8'0,"1"0"603,-1 2 0,1 2 0,0 5 1,-1 3-217,1 4 1,-1-2 0,2 1 0,3 5-36,4 2 0,-2-1 0,2 3 1,1-1-443,2 1 0,2-3 1,4 3-1,3-3-622,3-6 1,1-2 0,1-7 0,0-2-207,4-5 0,-2-4 0,4-3 0,1-2 918,-1-2 0,-7-7 0,2-7 0,-3-1 0,9-2 0,-7-4 0</inkml:trace>
  <inkml:trace contextRef="#ctx0" brushRef="#br0" timeOffset="5548">2953 1030 8503,'-6'-8'0,"-2"1"598,-3 1 1,2 2-1,1 5 1,-1 3-157,-2 5 0,-2 2 0,2 1 0,1 1-104,2-1 1,1 5 0,-1 0 0,4 1-417,3 0 0,1 0 1,1-4-1,3 0-450,4-3 0,5-3 0,3 0 0,5-4-106,2-2 1,-2-4 0,0-3-1,-1-6 251,0-4 1,2-6 0,-6 5 0,-1 0 536,-1 3 1,-7 0-1,-1 2 349,-1 3 0,-5 2 1,0 9-415,-7 5 1,-4 2-1,-1 9 1,-1 1-631,1-1 0,4-4 0,1 2 0,1-4 541,4 0 0,-5-1 0,0 1 0</inkml:trace>
  <inkml:trace contextRef="#ctx0" brushRef="#br0" timeOffset="5731">3188 720 8971,'-12'5'1912,"4"-2"1,1 5-1305,1 2 1,-2 6 0,4 5 0,1 4-695,2 4 0,1 4 1,1 8-1,2 6-417,1 5 0,4 1 0,-2 3 1,-1-1-327,1-2 0,2-9 0,-4-8 1,0-10-1983,2-8 2811,-5-10 0,10-13 0,-4-9 0</inkml:trace>
  <inkml:trace contextRef="#ctx0" brushRef="#br0" timeOffset="6132">3300 744 9627,'0'13'776,"0"-1"0,0 1 0,0 0-494,0 4 0,-4-2 0,0 6 0,-1 2-66,0 5 0,4 2 0,-4 5 0,4-4-1270,1 0 1,0-2 0,0-6-1,0-2-79,0-5 0,6-8 1,2-5 1123,3-6 0,1-8 0,1-6 0,-1-3 218,0-2 1,1 3 0,-2 0 0,-1 1 427,-2 3 0,0 1 1,3 1-124,-3 1 0,3 0 1,-2-1-1,3 1-739,5-1 0,-8 5 0,4 0-327,-2-2 1,0-1 0,0-1-1,-2 1 1,-2 1 97,-1 2 0,2 0 0,-4-5 0,-1 1 493,-2-1 0,-1 5 1,2 1 207,2 2 1,-3 2 0,3 8 0,-2 9 759,-2 10 1,-4 9 0,-2 12-1,1 10-341,-1 9 1,-2 6-1,4 9 1,0 5-641,-2 5 1,5-8-1,-3 2 1,2 0-171,2 0 0,0-13 0,-1 2 0,-2-15-1532,-1-11 0,0-21 1676,4-9 0,-6-10 0,-1-1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9:14.648"/>
    </inkml:context>
    <inkml:brush xml:id="br0">
      <inkml:brushProperty name="width" value="0.06" units="cm"/>
      <inkml:brushProperty name="height" value="0.06" units="cm"/>
    </inkml:brush>
  </inkml:definitions>
  <inkml:trace contextRef="#ctx0" brushRef="#br0">111 162 5977,'12'-13'0</inkml:trace>
  <inkml:trace contextRef="#ctx0" brushRef="#br0" timeOffset="418">173 112 7437,'0'-12'-1196,"0"-1"1565,0 1 0,-2 1 1,0 1-1,-3 2-140,3-2 1,0 3 0,1 0 0,-2 0 165,-1 1 1,-1 3-226,0-1 1,-1 2 0,-7 5 0,1 5-1,-2 12 37,-3 10 0,0 7 0,-4 16 0,4 7-27,4 6 0,6 7 0,2 7 1,5 6-237,5 2 1,7-9-1,9 3 1,5-2-197,7-5 0,-3-23 1,9-9-1,-1-13-289,1-11 1,-2-12 0,6-11-112,-4-11 0,5-17 652,-7-5 0,8-14 0,-1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49:22.797"/>
    </inkml:context>
    <inkml:brush xml:id="br0">
      <inkml:brushProperty name="width" value="0.06" units="cm"/>
      <inkml:brushProperty name="height" value="0.06" units="cm"/>
    </inkml:brush>
  </inkml:definitions>
  <inkml:trace contextRef="#ctx0" brushRef="#br0">38 1003 8261,'-8'0'-37,"0"0"1,3-1-1,-1-3 102,0-4 1,2-9 0,4-5 0,1-5-33,3-7 0,5-17 1,6-11-1,3-9 0,2-11 5,7 0 0,-3 3 0,5 2 1,-1 4 37,1 3 1,-3 10 0,2 5-20,-6 11 0,0 6 0,-6 14 0,-1 9-40,-1 8 0,-3 13 0,-2 9 0,-5 11 59,-3 10 1,-1 13 0,0 4-1,0 2 1,0 3-57,0-3 0,0-4 0,-1 5 0,-2 1-73,-1-1 1,-5-7-1,4-1 1,-2-3 85,-3 0 0,4-6 0,-1 1-35,1-5 1,1-6 1,0-8 0,-1 2 0,-7-4 0</inkml:trace>
  <inkml:trace contextRef="#ctx0" brushRef="#br0" timeOffset="148">150 681 8302,'0'-8'-387,"0"-1"0,1 7 0,3-2 1,6 2 325,5 2 0,4 0 0,5 0 0,-1 0-197,2 0 258,-8 0 0,17 0 0,-8 0 0</inkml:trace>
  <inkml:trace contextRef="#ctx0" brushRef="#br0" timeOffset="248">621 594 7717,'-12'0'-373,"5"0"1,1-5 0,6-2-1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3.800"/>
    </inkml:context>
    <inkml:brush xml:id="br0">
      <inkml:brushProperty name="width" value="0.06" units="cm"/>
      <inkml:brushProperty name="height" value="0.06" units="cm"/>
    </inkml:brush>
  </inkml:definitions>
  <inkml:trace contextRef="#ctx0" brushRef="#br0">6 48 8331,'0'-10'-402,"0"-1"982,0 0 1,-2 4 718,-1-1 0,3 7-849,0 1 0,1 6 1,5 9-1,0 4-51,0 5 0,-2 10 0,2 9 0,0 10-239,0 10 0,-4 4 0,2 14-403,-3 5 1,-1 3 0,0-5-1,0-9-349,0-6 1,0-5 0,0-13 0,0-7 0,0-8-475,0-9 1,0-7 1065,0-6 0,0-7 0,0-2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4.249"/>
    </inkml:context>
    <inkml:brush xml:id="br0">
      <inkml:brushProperty name="width" value="0.06" units="cm"/>
      <inkml:brushProperty name="height" value="0.06" units="cm"/>
    </inkml:brush>
  </inkml:definitions>
  <inkml:trace contextRef="#ctx0" brushRef="#br0">0 152 8331,'0'11'174,"0"0"0,0-1 334,0 1 0,0 0 0,0 1 0,0 1 0,1 3-164,3 1 0,-2 2 1,6 5-1,0 1-296,2-1 1,4 3 0,1-3 0,-1-3-124,2-1 0,-3-7 0,4 0 0,-1-4 135,1-6 0,-2-3 0,2-3 0,-1-7-239,1-7 1,-2-7-1,1-11 1,0-4-308,-3-7 0,-1-1 0,-2-11-2171,-3 3 2657,3 1 0,-9 5 0,4 1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5.332"/>
    </inkml:context>
    <inkml:brush xml:id="br0">
      <inkml:brushProperty name="width" value="0.06" units="cm"/>
      <inkml:brushProperty name="height" value="0.06" units="cm"/>
    </inkml:brush>
  </inkml:definitions>
  <inkml:trace contextRef="#ctx0" brushRef="#br0">40 148 8014,'-6'-5'-277,"-3"3"1,5-4 823,-2 1 0,2 1 732,-3 4-1058,4 0 0,2 6 0,6 5 1,0 7 34,0 6 1,3 9 0,-2 5-195,0 1 1,0 10-1,-4-1 1,2 2 0,-2 3-164,0 0 1,-2-7 0,-2-5-1,0-6 16,-2-8 1,-3-11-1,2-7 1,1-4 14,-1-6 0,1-10 0,4-10 0,0-9-87,0-9 1,1-3 0,3-12 0,3-5 92,3-3 0,2-3 0,1 2 0,4 3 108,3 2 1,0 15 0,5 1 0,-2 10 85,-2 6 0,-3 13 0,0 7 0,0 8-27,-1 9 1,-1 7 0,-5 9 4,-1 2 1,0 9 0,-3-2 0,-2 5 46,0 2 1,-4 4-1,3 1 1,-3-1-1,-1-1-56,0-4 1,0-6-1,0-2 1,0-6-6,0-2 0,-1-12-247,-3 0 1,3-9 0,-3-11 0,4-7-43,4-6 1,-2-6 0,6-11 0,0-7 42,2-6 1,0-1 0,1-7 0,1 4 27,3 3 1,-2 8 0,4 2 0,0 8 273,-1 8 1,-2 13 0,0 5 0,-2 8 27,-1 9 0,-4 6 0,-1 8 0,-1 4-180,-3 2 1,3 3-1,-1 1 1,-1 1-323,2-1 1,-4-1 0,4 0 0,-1-1-500,-1-6 1,5-4 0,-4-5-831,2-4 1653,-3-1 0,6-3 0,-3 1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5.649"/>
    </inkml:context>
    <inkml:brush xml:id="br0">
      <inkml:brushProperty name="width" value="0.06" units="cm"/>
      <inkml:brushProperty name="height" value="0.06" units="cm"/>
    </inkml:brush>
  </inkml:definitions>
  <inkml:trace contextRef="#ctx0" brushRef="#br0">23 102 8426,'-6'5'163,"0"0"0,3 3 1,0 1 10,0 3 1,2 4-1,2 6 1,2 4 331,0 2 1,7 4-1,-1 0 1,5 1-544,-1-1 1,0-1-1,0-3 1,3-8-120,1-8 0,-3-6 1,3-7-1,0-4-71,0-5 1,-3-16-1,3-10 1,-1-6 112,-3-5 0,-1 2 1,-3-3-1,0 2 221,-2 4 0,-1 9 0,1 3 0,-2 6 303,0 7 1,-4 10-1,3 8-181,-3 9 1,-5 6-1,1 7 1,0 2-1,1 4-234,-2 2 1,3-1 0,-3 1 0,3 3-471,1 0 1,0-4 0,0-4 0,0-1-1108,0-1 1,4-7 1581,-1 5 0,6-13 0,-3 1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5.949"/>
    </inkml:context>
    <inkml:brush xml:id="br0">
      <inkml:brushProperty name="width" value="0.06" units="cm"/>
      <inkml:brushProperty name="height" value="0.06" units="cm"/>
    </inkml:brush>
  </inkml:definitions>
  <inkml:trace contextRef="#ctx0" brushRef="#br0">131 16 8192,'0'-7'347,"0"0"1,0 6-1,0 1 1,1 6-212,3 3 0,-2 7 1,5 2-1,3 4-24,3 3 0,-1-1 0,1 3 0,-3 2-29,-3 3 0,-1-5 0,1 8 1,-3 0 118,-3-1 0,-3-4 1,-4-4-1,-6-2 102,-4-3 1,-2-3-1,-2-2-250,2-5 1,-5-5 0,4-6 0,-1 0 0,1-1-515,2-3 0,2-2 0,5-4-1669,3-1 0,2-5 2129,5-2 0,0-2 0,0-2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6.131"/>
    </inkml:context>
    <inkml:brush xml:id="br0">
      <inkml:brushProperty name="width" value="0.06" units="cm"/>
      <inkml:brushProperty name="height" value="0.06" units="cm"/>
    </inkml:brush>
  </inkml:definitions>
  <inkml:trace contextRef="#ctx0" brushRef="#br0">66 0 7847,'-4'26'0,"0"-1"0,-4-4 0,2 8 0,0 1 430,2 2 0,3-2 0,1 1 0,0 4-336,0 2 1,0-1 0,0 4 0,-1 1-670,-3 1 1,3-7 0,-2-4-1,0-5 575,0-5 0,-3-4 0,-5-7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6.247"/>
    </inkml:context>
    <inkml:brush xml:id="br0">
      <inkml:brushProperty name="width" value="0.06" units="cm"/>
      <inkml:brushProperty name="height" value="0.06" units="cm"/>
    </inkml:brush>
  </inkml:definitions>
  <inkml:trace contextRef="#ctx0" brushRef="#br0">0 120 7847,'1'-6'264,"2"1"173,0 0 0,6 3 0,-1-4 1,6 0-163,4 0 0,3-2 1,4-2-1,5-1-432,5 0 157,-1 0 0,8-5 0,-3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6.948"/>
    </inkml:context>
    <inkml:brush xml:id="br0">
      <inkml:brushProperty name="width" value="0.06" units="cm"/>
      <inkml:brushProperty name="height" value="0.06" units="cm"/>
    </inkml:brush>
  </inkml:definitions>
  <inkml:trace contextRef="#ctx0" brushRef="#br0">54 21 7916,'-1'-7'282,"-3"0"80,3 4 1,-4 0 0,5 7-1,0 7 1,0 6-31,0 4 1,1 6 0,2 4 0,0 5-273,0 3 1,-3 1-1,-3 3-36,0 0 0,-6-1 1,3-1-1,-1-4 0,1-2-240,1-4 1,-2-14 0,3-5-60,2-8 0,2-8 0,4-10 0,4-5 139,5-5 0,2 0 0,5-4 0,4 1 32,3 3 0,-2 5 0,2 2 0,1 2 93,0 2 0,-1 4 0,2 3 0,-5 1 279,-4 3 0,-5 6 1,-5 4-1,-3 4 209,-3 2 1,-8 7 0,-4-1 0,-6 4-79,-4 0 0,-3 0 0,-3-1 1,-3 0-133,0-3 1,1-1 0,-1-1-781,0-4 0,0-2 0,4-2 0,4-3 0,2-4-2026,3-1 1,7-4 2538,4-1 0,6-3 0,3-5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7.197"/>
    </inkml:context>
    <inkml:brush xml:id="br0">
      <inkml:brushProperty name="width" value="0.06" units="cm"/>
      <inkml:brushProperty name="height" value="0.06" units="cm"/>
    </inkml:brush>
  </inkml:definitions>
  <inkml:trace contextRef="#ctx0" brushRef="#br0">140 271 7847,'18'-10'0,"2"-1"245,-1 0 0,-1-1 0,0-1 0,-4-3 113,-2-1 1,-2 4-1,-2-3 1,-2 2 14,-1-1 0,-2-4 0,-7 2 0,-3-1-229,-3 0 1,-5 5 0,-3-1 0,-3 3-165,0 4 0,-2 2 0,-1 6 0,-2 4-67,2 6 1,2 2 0,2 7-1,3 6 117,3 4 0,8 0 0,-4 7 0,4 0 150,4 3 0,6 0 0,3 0 1,5 1-373,6-3 1,1-7 0,10-6 0,2-5-708,4-6 1,2-9-1,4-4 899,-1-7 0,4-11 0,6-11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7.864"/>
    </inkml:context>
    <inkml:brush xml:id="br0">
      <inkml:brushProperty name="width" value="0.06" units="cm"/>
      <inkml:brushProperty name="height" value="0.06" units="cm"/>
    </inkml:brush>
  </inkml:definitions>
  <inkml:trace contextRef="#ctx0" brushRef="#br0">366 141 7847,'0'-24'0,"-2"0"224,-1 0 1,0 7 0,-4-2 0,-1 4 214,-2 6 1,-1 5-1,0 0-165,1 3 1,0 4 0,2 4-1,0 7-98,0 5 0,2 8 1,0 2-1,1 2 1,3 1-79,1 1 1,1-3-1,1 0 1,2 1-202,5-1 0,0-3 0,0-1 1,0-1 2,0-1 0,2-2 0,-1 5 0,-2-2 99,-3-1 1,-3-6 0,-2 6 0,-4 0 51,-6-1 1,-2-5 0,-7-5-154,-3-5 0,-6 1 0,0-6 0,-1 0 0,0-2-413,1-1 1,5 0 0,0 0 0,4-1-825,2-3 0,9 2 1339,2-5 0,14-5 0,5-5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8.021"/>
    </inkml:context>
    <inkml:brush xml:id="br0">
      <inkml:brushProperty name="width" value="0.06" units="cm"/>
      <inkml:brushProperty name="height" value="0.06" units="cm"/>
    </inkml:brush>
  </inkml:definitions>
  <inkml:trace contextRef="#ctx0" brushRef="#br0">55 1 7847,'0'12'338,"0"2"0,0-1 0,0 5 0,0 3-216,0 3 1,-5 4-1,-1 4 1,-1 2-161,-1 2 0,1-6 0,-2 1 0,1-3-1237,5-4 1,2-9 1274,1-7 0,0-8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8.146"/>
    </inkml:context>
    <inkml:brush xml:id="br0">
      <inkml:brushProperty name="width" value="0.06" units="cm"/>
      <inkml:brushProperty name="height" value="0.06" units="cm"/>
    </inkml:brush>
  </inkml:definitions>
  <inkml:trace contextRef="#ctx0" brushRef="#br0">12 22 7847,'0'-11'0,"-2"5"800,-1 2-941,2 3 1,-4 6-1,5 3 1,1 4-408,3 3 1,2 1-1,4-3 548,1 1 0,5 5 0,1-2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8.465"/>
    </inkml:context>
    <inkml:brush xml:id="br0">
      <inkml:brushProperty name="width" value="0.06" units="cm"/>
      <inkml:brushProperty name="height" value="0.06" units="cm"/>
    </inkml:brush>
  </inkml:definitions>
  <inkml:trace contextRef="#ctx0" brushRef="#br0">184 1 7847,'-10'0'344,"-1"1"0,-1 1 0,-1 3 136,-2 1 1,1 1 0,3 3 0,0-1-237,0 2 1,4-2 0,1 5 0,1-2-136,3-1 0,2 0 0,5 0-313,6-1 0,1-4 0,6-2 0,1-3-167,1-1 0,1 0 1,-2 0 182,-1 0 1,0 0 0,4 1-1,-2 3 1,-2 3 290,-4 3 0,-2 2 0,-2 2 0,-3 7 86,-3 6 1,-3 3-1,-2 10 1,-4 1 230,-6 1 0,-4-2 1,-7-2-1,-1-1-115,-2-2 0,2-6 1,-2-6-1,1-6-450,-1-6 0,2-8 1,-1 0-1,3-6-3,3-4 0,5-4 1,0-3-1,4-4-1075,6-3 1,2-2 0,1-1 0,1-3 1222,2-4 0,8 1 0,6-8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8.914"/>
    </inkml:context>
    <inkml:brush xml:id="br0">
      <inkml:brushProperty name="width" value="0.06" units="cm"/>
      <inkml:brushProperty name="height" value="0.06" units="cm"/>
    </inkml:brush>
  </inkml:definitions>
  <inkml:trace contextRef="#ctx0" brushRef="#br0">11 0 7847,'0'16'221,"0"1"1,0 1 299,0 0 0,0 0 0,0 4 0,0-1 26,0 1 1,0 0-1,-1-1 1,-2 1-387,0-1 0,-1 1 0,4-1 0,0-3-774,0-4 369,0-2 1,5-8-1,2-7-40,3-6 1,-3-9-1,0 0 1,2-3-93,0-1 0,2 2 0,-1 1 0,-2 2 264,-1 1 1,-1 2-1,3 4 1,-2 2 129,1 1 1,-2 1-1,1-2 1,2 5 66,0 2 0,0 1 0,2 0 19,4 0 1,0 3 0,0 2 0,1 0-83,2 0 1,-1 2-1,1-4 1,1 0 112,2-2 0,-3-1 0,-2 0 0,0-1-5,-3-3 0,-4-2 1,-3-5-1,-1 1-111,-3-1 1,-2-4 0,-4 0 0,-4-1 146,-5 0 1,-1 6 0,-2 4 26,0 1 0,-2 2 0,2 8 0,1 5-6,-1 3 1,2 10-1,3 0 1,1 2-159,3 1 0,2 3 1,5-2-1,0-1 0,0 2-700,0-1 0,5-7 1,2-2-58,3-5 1,5-7-1,5-5 1,1-8-1,3-11 728,0-8 0,-2-8 0,7-6 0,0-4 0,3-10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9.163"/>
    </inkml:context>
    <inkml:brush xml:id="br0">
      <inkml:brushProperty name="width" value="0.06" units="cm"/>
      <inkml:brushProperty name="height" value="0.06" units="cm"/>
    </inkml:brush>
  </inkml:definitions>
  <inkml:trace contextRef="#ctx0" brushRef="#br0">152 5 7579,'0'-4'-161,"0"5"1055,0 8 1,0 7-1,0 6 1,0 0-369,0 4 1,0 1-1,2 6 1,0-1-510,2 1 1,0-8 0,-1-2 0,0-2-348,0-1 1,-2-10 0,-2 1-117,-3-1 1,-2-4-1,-6 0 1,-2-1 228,-4-3 0,1 3 0,0 0 0,0 1 371,0 2 0,4-2 0,-1 1 0,3 2 168,4 0 1,2 2-1,5 0-366,0 0 0,5-1 1,3-3-1,4-4-326,3-1 1,4-2-1,-1 0 1,2-2-902,2-1 1,0-4 1270,-1-8 0,1-2 0,-1-4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9.296"/>
    </inkml:context>
    <inkml:brush xml:id="br0">
      <inkml:brushProperty name="width" value="0.06" units="cm"/>
      <inkml:brushProperty name="height" value="0.06" units="cm"/>
    </inkml:brush>
  </inkml:definitions>
  <inkml:trace contextRef="#ctx0" brushRef="#br0">185 1 7847,'-4'11'488,"-1"-1"0,-1 2 361,-2 3 1,-3 2 0,-2 4 0,-2 3-383,2 5 0,0 1 1,0 10-1,-2 1-732,2 1 0,1 1 0,2-2 1,2-3-679,1-1 943,4-11 0,-6 5 0,3-9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09.999"/>
    </inkml:context>
    <inkml:brush xml:id="br0">
      <inkml:brushProperty name="width" value="0.06" units="cm"/>
      <inkml:brushProperty name="height" value="0.06" units="cm"/>
    </inkml:brush>
  </inkml:definitions>
  <inkml:trace contextRef="#ctx0" brushRef="#br0">195 87 7905,'-1'-11'771,"-2"0"-573,-5 0 1,-1-3 0,-2-1 0,0 3-5,0 4 0,-1 3 0,-1 5 307,-1 0 0,-4 10 1,3 7-1,1 8 1,-1 9-169,1 3 1,3-1-1,5 2-283,1 0 1,2 2 0,4-1 0,4-1-371,5-2 0,6-4 1,7-6-1,1-7 1,2-5-229,2-8 1,1-5 0,3-6 286,1-6 0,-2-9 0,-1-10 1,-3-4-1,-3-3 161,-4-2 0,-6 7 0,0-3 0,-6 0 456,-4 2 1,-9 4 0,-6 5-1,-7 3-110,-6 3 0,1 9 0,-2-1 0,2 4 382,1 4 1,6 5 0,0 4 0,3 3-614,2 1 0,-1 0 0,8-1-268,2 1 1,1 0 0,2-1 0,3-2 0,3-2-2451,2-1 1,6-1 2702,-1-4 0,5 4 0,-2 2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0.531"/>
    </inkml:context>
    <inkml:brush xml:id="br0">
      <inkml:brushProperty name="width" value="0.06" units="cm"/>
      <inkml:brushProperty name="height" value="0.06" units="cm"/>
    </inkml:brush>
  </inkml:definitions>
  <inkml:trace contextRef="#ctx0" brushRef="#br0">270 76 7628,'0'-16'-155,"-4"4"1,-1-2 0,-1 3 661,-2 4 0,-3-2 1,-3 6-1,-4 0-123,-3 2 1,0 10 0,-1 3 0,-1 4 86,-2 7 1,6 4-1,-2 6 1,5 2-309,2 1 1,6 5-1,2-2 1,1 1-192,3 4 0,9-7 0,5 5 0,5-3 3,6-5 0,-1-4 1,7-3-1,1-4-1296,2-6 0,0-5 0,0-5 1321,1-4 0,4-11 0,2-4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0.796"/>
    </inkml:context>
    <inkml:brush xml:id="br0">
      <inkml:brushProperty name="width" value="0.06" units="cm"/>
      <inkml:brushProperty name="height" value="0.06" units="cm"/>
    </inkml:brush>
  </inkml:definitions>
  <inkml:trace contextRef="#ctx0" brushRef="#br0">195 1 6541,'-21'0'0,"0"0"725,3 0 1,-2 1 0,4 3-1,2 4-333,3 5 0,4 4 0,0 6 0,3 3-204,3 7 1,7-3 0,3 5 0,6-1-129,2 0 1,-3-4 0,3-2-1,0-2-54,0-2 1,-4-1 0,0-1 0,-5-1-12,-4 1 0,-3 0 0,-1-1 0,-2 1-302,-5 0 0,-2-1 0,-9 0 0,-1-2-398,-2-1 1,0-5 0,-1 0-1,1-3 705,-1-3 0,0-4 0,1 1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1.413"/>
    </inkml:context>
    <inkml:brush xml:id="br0">
      <inkml:brushProperty name="width" value="0.06" units="cm"/>
      <inkml:brushProperty name="height" value="0.06" units="cm"/>
    </inkml:brush>
  </inkml:definitions>
  <inkml:trace contextRef="#ctx0" brushRef="#br0">213 65 7827,'-11'-17'205,"0"3"0,0 2 1,0 2-1,-1 3 161,-2 3 0,2 3 0,-3 2 1,2 3-110,-1 3 0,2 8 1,-2 3-1,6 2-214,4 2 1,3 3 0,1 1 0,0 1 78,0-1 0,3 0 1,3-5-1,4 1-325,3-1 0,-1-3 0,-2-1 0,1-1 23,0-3 1,-4 0 0,-1 1 180,-1 0 0,-1 4 0,-6-4 1,-2 0-1,-6-1-102,-3 1 1,-5-2-1,2 2 1,0-5-237,1-2 0,-1-3 0,3 2-2268,-1-1 2605,4-2 0,10-7 0,6-2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1.680"/>
    </inkml:context>
    <inkml:brush xml:id="br0">
      <inkml:brushProperty name="width" value="0.06" units="cm"/>
      <inkml:brushProperty name="height" value="0.06" units="cm"/>
    </inkml:brush>
  </inkml:definitions>
  <inkml:trace contextRef="#ctx0" brushRef="#br0">108 1 8071,'-15'12'300,"1"2"1,-4 1 0,3 5 0,2 3 18,1 0 1,5 1 0,1 1-1,1 3 51,3-1 1,6 0-1,6-7 1,4-2-139,3-3 1,1-8 0,4-4 0,0-1-494,-1-2 1,1-6 0,-2-5 0,-2-5 147,-3-1 1,-4-3-1,-4 2 1,-4-2 216,-1-2 0,-4 0 0,-1 2 0,-4 1-59,-3 1 1,-6 3-1,-2-2 1,-1 2-245,1 1 1,-1 6 0,3 2 0,1 0-1026,-1 0 0,2 4 0,3-2 484,0 3 0,6 1 740,5 0 0,5 5 0,6 1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2.163"/>
    </inkml:context>
    <inkml:brush xml:id="br0">
      <inkml:brushProperty name="width" value="0.06" units="cm"/>
      <inkml:brushProperty name="height" value="0.06" units="cm"/>
    </inkml:brush>
  </inkml:definitions>
  <inkml:trace contextRef="#ctx0" brushRef="#br0">1 0 7827,'0'7'0,"0"0"0,1 3 192,3 3 0,-3 1 0,3 4 0,-3 1 446,-1 1 1,0 2-1,0 0 1,0 0-315,0 4 1,1-4-1,1 4 1,2-3-316,-2-2 0,0-3 0,-1-1 0,1-1-439,2-3 0,1-5 176,-2-1 0,3-9 0,4-3 1,-2-7-106,-1-6 1,1-7 0,3-4 0,-2-2 158,-2-2 1,4 0 0,-2-1-1,1 2 160,0 4 0,-2 4 0,3 4 0,0 2 58,0 3 1,-4 8 0,0 4 280,2 6 1,-4 8-1,-1 7 1,0 3 208,0 5 1,-1-2 0,-3 3-295,0 0 0,1 0 0,2-3 0,0-2 1,0 0 23,-2-3 1,-1-5-153,0 1 1,1-4 0,2-5-245,0-6 0,2-10 1,-3-8-1,3-4 38,1-3 0,0 1 1,3-4-1,-2 2 164,1 2 1,-2 1 0,1 1 0,2 1 40,1-1 0,0 9 0,2 2 65,3 1 1,-7 6-1,3 1 1,-3 6-281,-2 4 1,3 6-1,-4 3-179,1 1 1,-3 1-1,3 3 1,0 1-674,0 0 0,-2-2 0,3-1 0,0-2 982,-1-1 0,4-3 0,-3-6 0,8 3 0,1-4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2.429"/>
    </inkml:context>
    <inkml:brush xml:id="br0">
      <inkml:brushProperty name="width" value="0.06" units="cm"/>
      <inkml:brushProperty name="height" value="0.06" units="cm"/>
    </inkml:brush>
  </inkml:definitions>
  <inkml:trace contextRef="#ctx0" brushRef="#br0">1 259 7827,'4'11'556,"-1"-5"176,4-2 1,0-3 0,4-1-447,0 0 1,1-6-1,1-4 1,2-5-269,-2-6 1,-1 2 0,-3-6 0,0 1 46,-2-2 1,-5 4-1,2-4 1,-3 3-168,-1 2 0,-5 4 0,-3 4 0,-4 4 154,-2 6 0,-2 3 1,3 5-1,-2 5 108,2 7 1,5 10 0,2 4 0,0 5 8,0 2 0,3-5 0,0 1 0,1-2-426,2-2 0,5-1 0,2-2 1,4-5-871,4-6 1,-2-9 0,5-3 0,1-3 1126,2-1 0,0-5 0,1-1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2.696"/>
    </inkml:context>
    <inkml:brush xml:id="br0">
      <inkml:brushProperty name="width" value="0.06" units="cm"/>
      <inkml:brushProperty name="height" value="0.06" units="cm"/>
    </inkml:brush>
  </inkml:definitions>
  <inkml:trace contextRef="#ctx0" brushRef="#br0">141 0 8043,'-18'1'239,"0"3"1,3 2 0,-1 6-1,0 2 94,3 4 0,1 3 1,1 2-1,1 2 403,3 4 1,2-2 0,5 1 0,1-2-627,3-2 1,2-4 0,5-5-1,1-1-318,2-5 1,2-5 0,3-1 0,-1-4-266,1-6 0,-2-1 1,0-10-1,-1-2 205,-3 0 0,-1-5 0,-2-1 0,-3 1 112,-4-1 0,-1 3 0,-2-2 0,-2 2 20,-1 1 0,-2 5 0,-3 4 0,0 3-274,0 3 1,-2 5 0,0-2 0,-1 4 409,0 4 0,5-2 0,2 5 0,-2 6 0,0 3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3.263"/>
    </inkml:context>
    <inkml:brush xml:id="br0">
      <inkml:brushProperty name="width" value="0.06" units="cm"/>
      <inkml:brushProperty name="height" value="0.06" units="cm"/>
    </inkml:brush>
  </inkml:definitions>
  <inkml:trace contextRef="#ctx0" brushRef="#br0">22 18 8185,'-3'10'1911,"-1"2"-1626,2 3 0,0-2 0,1 4 0,-1 1 106,-2 2 0,1 1 1,3 6-1,0 1-241,0 0 1,0-1-1,0 2 1,0-4-215,0-2 0,0-5 0,1-2-121,2-4 0,3-5 0,4-10 14,-3-5 0,3-7 1,-3-7-1,3-6 68,0-3 1,-2-2-1,-1-2-10,1-1 1,2 1 0,1 5 0,0 3 145,-1 4 0,0 1 0,-2 7 0,0 3 57,0 4 1,-2 9-1,0 10 1,-1 7-228,-3 6 1,3 0 0,-1 5-1,-2 1-367,-1 1 1,0-2 0,2-1-1,0-2-373,0-2 1,-1-5-1,2-2 877,3-1 0,3-7 0,1-5 0,-2-9 0,0-4 0,-1-5 0,3 0-152,2-2 1,1 4 0,-3-2-1,0 2 460,0 1 1,0 4-1,1 1 1,1 0 249,1 0 1,2 2 0,-3-3-1,3-2-60,1 0 0,-4-2 0,0 0-340,-4 0 1,-1 1-1,-3-1 1,0 0-1,-2 0-100,-4 0 0,-4 4 1,-7 1-1,-2 0-92,-4 0 0,0 4 0,-3-1 0,-2 6 161,1 4 1,2 7-1,3 3 1,2 1 148,2 0 0,1 1 1,2 5-1,3 2 112,3-2 0,4 0 1,5-1-430,6-2 1,4 2 0,7-10 0,1-3-1023,2-5 1,2-4 0,3-3 0,-3-4 1062,0-5 0,8-12 0,-2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3.894"/>
    </inkml:context>
    <inkml:brush xml:id="br0">
      <inkml:brushProperty name="width" value="0.06" units="cm"/>
      <inkml:brushProperty name="height" value="0.06" units="cm"/>
    </inkml:brush>
  </inkml:definitions>
  <inkml:trace contextRef="#ctx0" brushRef="#br0">303 43 7827,'-11'-8'240,"0"1"1,1 4-1,-2-3 1,-2 0 282,0 0 1,-5 3-1,1 0 1,-3 3-64,0 3 0,-1 4 0,0 8 0,1 3-361,-1 2 0,2 3 0,2 1 0,4 4-25,6 3 0,3-3 0,5 7 0,1-1-686,3 0 1,7 3 0,7-1 0,3-2-336,5-4 1,1-5 0,6-7-1,-1-4 947,1-6 0,-1-3 0,1-5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4.178"/>
    </inkml:context>
    <inkml:brush xml:id="br0">
      <inkml:brushProperty name="width" value="0.06" units="cm"/>
      <inkml:brushProperty name="height" value="0.06" units="cm"/>
    </inkml:brush>
  </inkml:definitions>
  <inkml:trace contextRef="#ctx0" brushRef="#br0">185 0 7827,'-22'0'355,"2"0"0,-1 0 135,0 0 1,5 0-1,-5 1 1,3 2 45,2 0 0,6 6 0,0-2 1,4 3-405,4 1 0,1 1 1,3 2-1,4 4-201,5 2 0,7 2 0,0-2 0,2 0-70,2-2 0,0-9 0,-1 1 0,1-4-83,0-4 1,-1 0 0,0-4 0,-2-1 72,-1-4 0,-5-3 0,0-1 0,-3 0 497,-3 1 1,-4 2 532,0 1 0,-3 5-1158,-3-2 1,-2 4-1,-2 4 1,2 3-362,0 3 0,4 4 1,-3 0-1,3 1 217,1 0 1,0-3 0,1 2-1669,3-6 2089,2-3 0,5-10 0,-1-1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4.444"/>
    </inkml:context>
    <inkml:brush xml:id="br0">
      <inkml:brushProperty name="width" value="0.06" units="cm"/>
      <inkml:brushProperty name="height" value="0.06" units="cm"/>
    </inkml:brush>
  </inkml:definitions>
  <inkml:trace contextRef="#ctx0" brushRef="#br0">1 0 8602,'6'11'654,"-1"0"1,-5 1-139,0 2 1,0-1 0,0 4 0,0 1-221,0 3 1,0-2 0,0 7-1,0 0-204,0-1 0,0 1 1,0-3-1,0 0 121,0-3 1,0-5-194,0-1 0,0-8 0,0-7-365,0-9 1,4-6 0,4-10 0,1-3 76,2-2 0,4-1 0,-1 1 0,0 2 149,2 3 1,-4 7 0,2 4-1,0 1 85,0 5 1,-1 8-1,4 4 1,-1 10-10,-3 7 1,-1 6 0,-1 3 0,-2 2-436,-1 2 1,-2-1-1,-4 1 1,2-1-1982,-2 0 2459,-6-9 0,-2 7 0,-4-7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4.777"/>
    </inkml:context>
    <inkml:brush xml:id="br0">
      <inkml:brushProperty name="width" value="0.06" units="cm"/>
      <inkml:brushProperty name="height" value="0.06" units="cm"/>
    </inkml:brush>
  </inkml:definitions>
  <inkml:trace contextRef="#ctx0" brushRef="#br0">141 9 7573,'0'-6'439,"5"4"0,2 9 0,4 7-97,4 6 0,-3 3 0,2 2 0,-2 5-17,-1 5 1,-1 2-1,-3 3 1,-4-3-153,-1 0 0,-4-3 1,-1 1-1,-6-5-276,-4-5 1,-4-3 0,-4-6-1,-2-5-478,-2-6 1,2-5-1,-2-5 1,3-6-425,4-5 1,2-11-1,7-4 1005,1-4 0,-1-6 0,3 3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4.912"/>
    </inkml:context>
    <inkml:brush xml:id="br0">
      <inkml:brushProperty name="width" value="0.06" units="cm"/>
      <inkml:brushProperty name="height" value="0.06" units="cm"/>
    </inkml:brush>
  </inkml:definitions>
  <inkml:trace contextRef="#ctx0" brushRef="#br0">1 65 7827,'10'-10'208,"1"-2"0,0 0 1,0 0-84,0 2 1,-1 6 0,1 1-128,0 2 0,0 5 0,-1 5 0,-2 3-420,-1 2 0,0 2 0,4-3 1,0 3 421,0 1 0,0-4 0,-1 2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5.204"/>
    </inkml:context>
    <inkml:brush xml:id="br0">
      <inkml:brushProperty name="width" value="0.06" units="cm"/>
      <inkml:brushProperty name="height" value="0.06" units="cm"/>
    </inkml:brush>
  </inkml:definitions>
  <inkml:trace contextRef="#ctx0" brushRef="#br0">44 1 7827,'-5'10'0,"-1"1"0,-1 0 378,0 0 1,1 4 0,-2 2 0,5 1 235,1 0 0,2 2 0,0 4 0,2 1-539,1-1 0,3-1 1,6-2-1,2 0-130,0-3 1,5-3 0,-2-4 0,1-1-136,0-3 0,0-3 0,3-8 0,-2-4 28,-1-5 1,-5-4-1,1-6 1,-2-1 133,-1-1 0,-5-5 0,-2 2 0,-3 0 160,-1 3 0,0 3 0,0 4 1,0 4 391,0 2 0,-5 6-404,-2 2 1,1 11-1,0 5 1,1 3-634,3 1 1,1 3 0,1-1 0,0 2-263,0 2 0,1-4 0,2-2 0,3-3-626,0-4 1401,4 0 0,1 2 0,6-1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5.410"/>
    </inkml:context>
    <inkml:brush xml:id="br0">
      <inkml:brushProperty name="width" value="0.06" units="cm"/>
      <inkml:brushProperty name="height" value="0.06" units="cm"/>
    </inkml:brush>
  </inkml:definitions>
  <inkml:trace contextRef="#ctx0" brushRef="#br0">76 5 7470,'2'-4'603,"1"4"1,2 6 0,3 7 0,0 4-252,0 3 1,2-1 0,0 8-1,0-2 13,-3 0 1,2 5-1,-6-2 1,0 1-7,-2 0 0,-1-4 1,0 1-1,-2 0-204,-6-2 1,0-8 0,-9 5 0,0-4-830,0-4 0,-1-2 1,-2-4-1,2-3-349,4-3 1,3-4 0,3-3-1,5-6-1031,2-3 2054,1-3 0,4-9 0,2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5.569"/>
    </inkml:context>
    <inkml:brush xml:id="br0">
      <inkml:brushProperty name="width" value="0.06" units="cm"/>
      <inkml:brushProperty name="height" value="0.06" units="cm"/>
    </inkml:brush>
  </inkml:definitions>
  <inkml:trace contextRef="#ctx0" brushRef="#br0">32 0 8174,'8'0'984,"-2"1"1,-1 4-576,-3 6 0,-1 1 0,0 7 0,2 4-396,0 5 1,1 1 0,-5 1 0,-2 2-634,0 2 0,-6-3 1,3 3-1,-1-7 620,0-5 0,-5-8 0,-5 2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5.716"/>
    </inkml:context>
    <inkml:brush xml:id="br0">
      <inkml:brushProperty name="width" value="0.06" units="cm"/>
      <inkml:brushProperty name="height" value="0.06" units="cm"/>
    </inkml:brush>
  </inkml:definitions>
  <inkml:trace contextRef="#ctx0" brushRef="#br0">0 98 7827,'11'-6'586,"-4"0"1,0 4 0,2-3-206,0-1 0,3 2 1,2-3-1,1-1-595,2-2 0,1 3 0,4 0 0,-1-2-731,1-1 0,-4 4 0,-1 3 945,-2 2 0,0 5 0,-4 2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6.311"/>
    </inkml:context>
    <inkml:brush xml:id="br0">
      <inkml:brushProperty name="width" value="0.06" units="cm"/>
      <inkml:brushProperty name="height" value="0.06" units="cm"/>
    </inkml:brush>
  </inkml:definitions>
  <inkml:trace contextRef="#ctx0" brushRef="#br0">1 75 7835,'0'-17'0,"1"2"247,3-1 1,-2 8 0,5-2 33,2 4 1,0 4 0,2 5 0,-1 6 193,-3 4 0,3 5 0,-4 7 0,1 4-247,0 2 0,-3 2 0,2-1 0,0 2-80,0 2 1,-4-6 0,2 3 0,-3-3-110,-1-3 1,-1 0 0,-3-7-285,-3-2 0,1-3 0,-1-9 67,-2-6 1,4-6 0,1-9 0,0-4-101,0-5 0,1-5 0,4-6 0,3-2 190,3-2 0,-1 5 0,2-2 1,3 2 96,2 1 1,3 6-1,-2 3 1,4 6-1,3 7 1,0 5 0,1 7 0,-1 4 158,-3 6 0,1 6 1,-5 8-1,-1 4 59,-1 2 1,-4 3-1,-1-1 1,0 1-99,-1-3 0,-1-4 0,-5-1 0,0-3 3,0-6 0,0-8-100,0-2 0,0-9 0,0-3 0,0-7-96,0-6 1,0-6-1,0-2 37,0-2 1,0-1 0,0-2 0,1 2 0,3 3 9,3-1 1,-1 9 0,1 0 0,2 6 34,0 5 0,2 2 0,-1 8 1,-2 3 164,-1 4 1,-3 10 0,2 0-1,0 5-181,0 3 0,-2-3 0,2 3 0,0-1-513,0 1 1,-3-4 0,4 0-245,2-5 1,-1 1 0,2-7 0,-1-4-1,3-4-743,0-4 1498,0-5 0,4-17 0,1-8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6.544"/>
    </inkml:context>
    <inkml:brush xml:id="br0">
      <inkml:brushProperty name="width" value="0.06" units="cm"/>
      <inkml:brushProperty name="height" value="0.06" units="cm"/>
    </inkml:brush>
  </inkml:definitions>
  <inkml:trace contextRef="#ctx0" brushRef="#br0">76 11 7827,'-10'0'0,"-1"1"0,1 3 0,2 4 772,1 6 0,3 0 0,-2 6 0,1 4-77,3 3 0,1 2 0,1 2 0,1-1-579,2-1 0,3-6 0,5-2 1,1-5-158,3-4 0,-3-6 0,2-2 0,-2-4-78,-1-4 1,-4-3-1,-1-6 1,-1-3-192,-3-1 1,0-1-1,-4-4 1,-1 1 55,-4-1 0,-3 5 1,-1 2-1,-1 0-252,-2 1 0,4-1 1,-2 5-1,1-1-62,3 0 1,-1 4-1,0 0 127,2-2 0,2 0 441,5-2 0,0-5 0,0-1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6.844"/>
    </inkml:context>
    <inkml:brush xml:id="br0">
      <inkml:brushProperty name="width" value="0.06" units="cm"/>
      <inkml:brushProperty name="height" value="0.06" units="cm"/>
    </inkml:brush>
  </inkml:definitions>
  <inkml:trace contextRef="#ctx0" brushRef="#br0">87 0 8505,'8'5'486,"-1"2"0,-4 3 0,5 2 1,0 2 21,2 5 0,0 1 0,1 3 0,0 1-12,0 1 0,1 2 1,1-3-1,2 1-146,-2-1 0,-2-6 1,-3-4-809,-1-2 1,-6-6 151,-1-2 0,-6-4 0,-8-2 1,-4-2 102,-3 2 1,-1-1 0,-1 1-1,-1-2 76,0 2 1,7 2 0,-4 3 0,3 5 190,2 1 0,6 2 1,0 1-1,4 1 397,4 2 1,1 4-1,2-1 1,3 1-307,3-1 1,4-1 0,2-4 0,2 0-321,2-3 1,-2 1 0,2-5 0,-1 0-55,1-3 1,-2-1-1,1-4 1,0-2-3747,-3-7 3965,-1-5 0,4-5 0,1-1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094"/>
    </inkml:context>
    <inkml:brush xml:id="br0">
      <inkml:brushProperty name="width" value="0.06" units="cm"/>
      <inkml:brushProperty name="height" value="0.06" units="cm"/>
    </inkml:brush>
  </inkml:definitions>
  <inkml:trace contextRef="#ctx0" brushRef="#br0">22 192 7827,'0'18'379,"0"0"0,-1 0 0,-1 4 0,-2-1 132,2 1 1,-3-4 0,1 0-1,2 0-191,1-1-426,1-1 0,1-13 0,3-6 0,2-12-1027,0-8 1,2-1 0,-4-5-1,-2-1 1119,-1-1 1,-1-1 0,0 0 0,0 4 49,0 2 0,0 3 0,0 2 1,0 0 271,0 3 0,0 3 0,-1 4 1091,-3 0-1510,3 5 1,-2 5 0,6 6 0,4 1-562,3 2 0,1-2 672,0 1 0,4 5 0,2 5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294"/>
    </inkml:context>
    <inkml:brush xml:id="br0">
      <inkml:brushProperty name="width" value="0.06" units="cm"/>
      <inkml:brushProperty name="height" value="0.06" units="cm"/>
    </inkml:brush>
  </inkml:definitions>
  <inkml:trace contextRef="#ctx0" brushRef="#br0">152 33 7827,'-16'-7'0,"0"1"0,2 1 307,-1 3 1,1-3 0,3 1 0,0 2 694,0 1 1,0 1 0,2 1 0,2 4-343,3 6 1,3 2-1,1 7 1,0 4-580,0 3 1,0 2 0,0 4 0,0 3-459,0 4 0,3 2 0,1 0 1,0 0 62,0 1 1,-2-6-1,1 1 1,-2-7-1423,-1-6 0,0-7 0,-1-4 1736,-2-6 0,-8-3 0,-6-5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462"/>
    </inkml:context>
    <inkml:brush xml:id="br0">
      <inkml:brushProperty name="width" value="0.06" units="cm"/>
      <inkml:brushProperty name="height" value="0.06" units="cm"/>
    </inkml:brush>
  </inkml:definitions>
  <inkml:trace contextRef="#ctx0" brushRef="#br0">0 109 7827,'0'-8'1563,"0"1"1,0 0-1065,0-4 0,0 4 0,1 1 0,2 0-135,0 0 0,6 2 0,-2-2 0,3 1-664,0 3 1,1-3-1,0 2 1,0-1-3488,0-1 3787,0 4 0,4-9 0,2 4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631"/>
    </inkml:context>
    <inkml:brush xml:id="br0">
      <inkml:brushProperty name="width" value="0.06" units="cm"/>
      <inkml:brushProperty name="height" value="0.06" units="cm"/>
    </inkml:brush>
  </inkml:definitions>
  <inkml:trace contextRef="#ctx0" brushRef="#br0">0 76 8009,'0'11'316,"0"0"0,1-4 1,3-1-153,3-1 0,3-1 0,2-4 0,1 0-520,2 0 0,4-5 1,-2-3-1,1-4-372,0-3 0,-4-4 728,4 1 0,0-3 0,4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791"/>
    </inkml:context>
    <inkml:brush xml:id="br0">
      <inkml:brushProperty name="width" value="0.06" units="cm"/>
      <inkml:brushProperty name="height" value="0.06" units="cm"/>
    </inkml:brush>
  </inkml:definitions>
  <inkml:trace contextRef="#ctx0" brushRef="#br0">162 0 8034,'-6'5'458,"-2"1"0,3 6 0,-1 3 340,-2 3 0,2 3 0,-1 5 0,-1 4-401,2 4 0,-3 9 1,2 3-1,-2 1-557,2 1 1,-1-7 0,3 0 0,0-6-1639,0-7 1,-3-8 1797,0-2 0,-6-5 0,-3 3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7.959"/>
    </inkml:context>
    <inkml:brush xml:id="br0">
      <inkml:brushProperty name="width" value="0.06" units="cm"/>
      <inkml:brushProperty name="height" value="0.06" units="cm"/>
    </inkml:brush>
  </inkml:definitions>
  <inkml:trace contextRef="#ctx0" brushRef="#br0">32 17 7827,'-8'-6'1008,"1"1"172,-1 0 0,3 6-701,1 3 1,4 7 0,4 11 0,4 5-305,6 5 0,-2 7 0,2 6 0,-1 4-647,2 0 0,-3-7 0,2 0 0,-3-4-791,-4-3 1,2-6 0,-6-5 1262,0-5 0,-7-8 0,-2-6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8.131"/>
    </inkml:context>
    <inkml:brush xml:id="br0">
      <inkml:brushProperty name="width" value="0.06" units="cm"/>
      <inkml:brushProperty name="height" value="0.06" units="cm"/>
    </inkml:brush>
  </inkml:definitions>
  <inkml:trace contextRef="#ctx0" brushRef="#br0">0 152 11767,'12'-3'903,"3"-2"1,4 0-1163,5 0 1,8-3 0,7 1-1,1-4-733,-1-4 1,0 3 0,0-3 0,-3 0 991,-2 1 0,-6-5 0,-2 2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8.661"/>
    </inkml:context>
    <inkml:brush xml:id="br0">
      <inkml:brushProperty name="width" value="0.06" units="cm"/>
      <inkml:brushProperty name="height" value="0.06" units="cm"/>
    </inkml:brush>
  </inkml:definitions>
  <inkml:trace contextRef="#ctx0" brushRef="#br0">33 1 8216,'-2'11'653,"-1"-1"0,0 2 0,-3 3 0,2 3-267,1 2 1,-2 6-1,2 0 1,0 2 209,2 2 1,1 1 0,0 0 0,0-1-467,0-1 1,0-4 0,0 3-1,1-1-156,3-3 1,-3-3 0,4-3 0,-1-3-158,-1-3 0,2-6-310,-1-3 0,-2-3 0,4-3 0,-1-6 253,-3-4 0,3-4 0,0-4 1,1-2 23,2-3 1,1 4 0,-1-4 300,-1 4 0,1-2 0,2 1 0,1 3 0,-1 4 74,-3 2 1,3 6-1,-3 2 45,2 1 0,-1 8 1,-1 6-1,0 7-148,-1 4 0,3-1 0,-5 7 0,2-3-85,3-2 0,0 1 0,2-2 0,0-1-1,0 0 1,0-10 0,1 1 0,1-3-94,1-1 0,1-5 0,-4-1 86,-1-6 0,1-5 0,0-3 0,-1-4 0,-2-4 19,-1-3 1,-4 2 0,0-2 0,-2 1-107,-1-1 1,-4 5 0,-4 0 159,-1 3 0,-6 4 0,0 5 1,-1 2-1,1 1 97,1 2 0,2 8 1,1 5-1,2 4 307,2 3 0,2 2 0,5 5-172,0 2 0,5 4 1,2-2-1,2 2-333,2-1 0,4-2 1,0-6-1,2 0-248,2-3 1,2-4-1,0-7 1,1-3-1,1-4-1301,2-4 1,3-3 0,3-7 1613,-2-4 0,2-3 0,-3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9.044"/>
    </inkml:context>
    <inkml:brush xml:id="br0">
      <inkml:brushProperty name="width" value="0.06" units="cm"/>
      <inkml:brushProperty name="height" value="0.06" units="cm"/>
    </inkml:brush>
  </inkml:definitions>
  <inkml:trace contextRef="#ctx0" brushRef="#br0">195 0 8347,'-4'11'0,"1"0"896,0 0 1,-1 1 0,0 2 0,1 5-390,2 5 1,2 5 0,3 6-1,5 3-164,4 5 1,0-6-1,4 4 1,-2-5-189,-1-5 1,-2-11-1,-2-3-323,1-7 0,-5-7 0,-3-6-47,-6-4 0,-4 1 0,-6-2 0,-3 0-25,-1-2 1,-1 1-1,-3 2 1,-1 2 101,0 0 1,1 4 0,-1-2 0,1 5 98,-1 1 0,4 6 0,1-2 0,1 2 394,3 2 1,6 1 0,3 1 0,3 2 28,1-2 0,1 0 0,3-1 1,3 0-470,3-2 1,4-3-1,2 2 1,0-3-728,-1-2 0,3 0 0,-2-4 1,-1 0-724,1 0 1,0 0 0,-3 0 1534,1 0 0,6-5 0,-4-1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9.293"/>
    </inkml:context>
    <inkml:brush xml:id="br0">
      <inkml:brushProperty name="width" value="0.06" units="cm"/>
      <inkml:brushProperty name="height" value="0.06" units="cm"/>
    </inkml:brush>
  </inkml:definitions>
  <inkml:trace contextRef="#ctx0" brushRef="#br0">0 227 8113,'10'1'0,"-2"2"683,-1 0 1,0 1 0,4-5 0,0-3-221,0-3 0,0-6 0,0-3 0,-1-2-265,1-5 1,-4 2 0,-1-6 0,-1 2-35,-2 0 0,-2 3 0,-2 7 0,-3 3 198,-3 6 1,-3 3-1,-1 4 1,1 4 78,-1 6 0,0 5 1,0 6-1,0 2-109,0 2 0,4 4 0,1-1 0,1 2-615,3 1 0,1 0 0,1-2 0,0-3-765,0 0 1,3-3 0,2-6 0,2-5 93,5-5 1,1-3 0,5-6-1,1-4-667,1-6 1,-2-8 1620,0-6 0,-5-10 0,3 1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9.476"/>
    </inkml:context>
    <inkml:brush xml:id="br0">
      <inkml:brushProperty name="width" value="0.06" units="cm"/>
      <inkml:brushProperty name="height" value="0.06" units="cm"/>
    </inkml:brush>
  </inkml:definitions>
  <inkml:trace contextRef="#ctx0" brushRef="#br0">0 59 7827,'0'-21'1223,"0"3"-398,0 3 0,1 11 0,2 8 1,1 9-465,2 6 1,2 9 0,4 3-1,1 5-189,1 2 0,1 0 0,-4 3 0,-1 1-359,1-1 0,-4-4 0,-1 0 0,-1-1-568,-2-1 1,-2-10 0,-4 0 0,-3-7 754,-4-2 0,-8-9 0,1 3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19.894"/>
    </inkml:context>
    <inkml:brush xml:id="br0">
      <inkml:brushProperty name="width" value="0.06" units="cm"/>
      <inkml:brushProperty name="height" value="0.06" units="cm"/>
    </inkml:brush>
  </inkml:definitions>
  <inkml:trace contextRef="#ctx0" brushRef="#br0">1 279 7827,'7'-7'1317,"0"-1"0,0 5 1,5-4-1095,3-2 1,-2 4-1,4 1 1,0-1-610,0-2 1,1 1-1,3-2 1,2 0-501,2-2 0,-4-2 1,2-1-1,-1-2 458,1-2 1,-6-1-1,4-3 1,-5 2 427,-2 1 0,-4 1 0,-2-1 0,-5 4 0,-3 6 0,-3 6 804,-5 4 0,-5 8 0,0 6 1,2-1 233,3 1 0,1 3 0,-4-1 0,1 4-351,3 3 0,-2-4 1,6 3-1,0 0-368,2-2 0,1 1 0,0-1 1,0 0-299,0-1 0,5-4 0,2-3 0,3-3-61,1-4 0,1-2 1,1-6-1,3-4-319,0-6 1,-1-8-1,0-7 1,0-2 2,-2-2 1,-7-1 0,4-2 410,-4 1 1,1 4-1,-2 3 1,0 3 704,-1 4-647,0 8 0,-4 10 0,0 8 0,0 5 0,0 5-557,0 3 0,0-2 1,0 0-1,0 3-724,0 1 1,1-7 0,2 5-1,1-4-2003,2-4 3171,-3-6 0,6 3 0,-3-4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20.118"/>
    </inkml:context>
    <inkml:brush xml:id="br0">
      <inkml:brushProperty name="width" value="0.06" units="cm"/>
      <inkml:brushProperty name="height" value="0.06" units="cm"/>
    </inkml:brush>
  </inkml:definitions>
  <inkml:trace contextRef="#ctx0" brushRef="#br0">1 0 9551,'6'11'0,"-3"1"0,-1 2 0,-2 2 908,0 5 1,0-2-1,0 6 1,0-1-563,0 2 1,0-2-1,1 2 1,1-2-1020,2-3 1,3-11-1,-2 0 1,1-4-1613,2-4 0,-3-6 2285,-1-7 0,2-10 0,0-6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20.163"/>
    </inkml:context>
    <inkml:brush xml:id="br0">
      <inkml:brushProperty name="width" value="0.06" units="cm"/>
      <inkml:brushProperty name="height" value="0.06" units="cm"/>
    </inkml:brush>
  </inkml:definitions>
  <inkml:trace contextRef="#ctx0" brushRef="#br0">33 22 7827,'-5'-6'300,"-2"2"-1611,2 3 1311,1 1 0,-1-5 0,-1-1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20.469"/>
    </inkml:context>
    <inkml:brush xml:id="br0">
      <inkml:brushProperty name="width" value="0.06" units="cm"/>
      <inkml:brushProperty name="height" value="0.06" units="cm"/>
    </inkml:brush>
  </inkml:definitions>
  <inkml:trace contextRef="#ctx0" brushRef="#br0">33 0 7827,'-6'33'1022,"0"-5"1,3 1 0,-2 0 4,-1-1 0,4 3 0,-2-3 0,3 1-670,1-1 0,0-2 0,0 1 0,0 1-253,0 0 0,0-4 1,0 1-1,1-4-1432,3-3 1,1-6-1,3-5 1,-1-4-3036,2-4 4363,-4-4 0,4-11 0,-3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20.654"/>
    </inkml:context>
    <inkml:brush xml:id="br0">
      <inkml:brushProperty name="width" value="0.06" units="cm"/>
      <inkml:brushProperty name="height" value="0.06" units="cm"/>
    </inkml:brush>
  </inkml:definitions>
  <inkml:trace contextRef="#ctx0" brushRef="#br0">1 0 9771,'0'11'843,"0"0"1,0 0-1,0 1 1,1 2-448,3 4 1,-1 5-1,7 3 1,2 6 286,0 1 1,3 0 0,0 5-1,-1 1-286,2-1 1,-4-7-1,2 2 1,-3-3-176,-4-2 0,-2-2 1,-5-6-1,0-2-532,0-3 0,-1-3 1,-3-1-1,-3 0-317,-2-1 0,-2-2 0,0-2 1,-1 0-1566,-3 0 0,2 0 2192,-5 1 0,0-2 0,-3-5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09:50:20.829"/>
    </inkml:context>
    <inkml:brush xml:id="br0">
      <inkml:brushProperty name="width" value="0.06" units="cm"/>
      <inkml:brushProperty name="height" value="0.06" units="cm"/>
    </inkml:brush>
  </inkml:definitions>
  <inkml:trace contextRef="#ctx0" brushRef="#br0">22 1 10375,'-6'1'3465,"2"3"-4490,3 3 1025,1-2 0,-5 4 0,-1-3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5T10:05:08.417"/>
    </inkml:context>
    <inkml:brush xml:id="br0">
      <inkml:brushProperty name="width" value="0.06" units="cm"/>
      <inkml:brushProperty name="height" value="0.06" units="cm"/>
    </inkml:brush>
  </inkml:definitions>
  <inkml:trace contextRef="#ctx0" brushRef="#br0">358 142 7795,'1'-6'99,"1"0"180,1-1 0,1 2 1,-2-1 198,1-1 1,0 2 1484,-3-1-1555,0 4 0,0-1 1,-1 6-1,-2 4-269,-3 4 1,-3 4 0,-2 5 0,-2 3-37,-1 3 1,-2-3-1,-5 7-44,0 2 1,-4 3-1,1 5 1,-1 1-1,-1 1-1,-1 0 0,5-6 0,-4 1 1,3-3 65,3-6 1,5-7 0,3-7 461,2-1-591,5-5 1,5-4 0,6-4-1,3 1 57,3 2 1,3 3 0,6 5-1,3 2-134,2 1 0,5-1 0,1 1 0,2-1 144,2-2 1,-4-1-1,8-1-40,1 0 1,1-1 0,1-1 0,-3-2 0,-1-1-59,-1-2 0,-7-1 1,1-1-1,-6 0-49,-4 0 1,-7 0-267,-3 0 306,-2 0 0,-6 0 1,-4-1-1,-5-3 104,-3-5 0,-2-1 1,-1-6-102,-2-3 0,-3-3 1,1-6-1,-2 0 1,-2-3 3,-2-5 0,-3-1 0,-5-5 0,-2-2-63,-1-3 0,-1 3 0,-3-2 1,0 0-76,0 3 1,0 3 0,0-1 68,3 1 0,2 2 0,5 5 0,2 5 38,3 6 0,3 3 0,3 10 0,4 5 236,4 5 1,2 6-1,3 7 1,-1 7-12,1 7 0,2 3 1,3 12-1,3 3 47,2 4 1,2 2 0,2 4 0,3 4-9,2 3 0,4 3 1,1 4-1,1-3-87,2-3 0,-3-11 0,0-3 1,-1-6-27,1-5 0,-1-13 0,-4-6 0,-1-5-46,-1-4 0,-4-5 1,0-5-1,-3-5-12,-2-5 0,-4-10 0,1-3 1,-2-7 122,-1-7 1,0-6-1,0-9-142,0-6 0,-3-9 0,-1-5 0,0-2 1,-1-2-181,0 2 0,-1 9 0,-2 1 1,1 10-463,1 6 0,-1 16 1,-4 6-1,-1 7-916,1 8 1,-2 4-1,1 7 1553,1 2 0,-4 10 0,1 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smtClean="0">
                <a:latin typeface="Times New Roman" pitchFamily="18" charset="0"/>
              </a:defRPr>
            </a:lvl1pPr>
          </a:lstStyle>
          <a:p>
            <a:pPr>
              <a:defRPr/>
            </a:pPr>
            <a:endParaRPr lang="en-US"/>
          </a:p>
        </p:txBody>
      </p:sp>
      <p:sp>
        <p:nvSpPr>
          <p:cNvPr id="983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smtClean="0">
                <a:latin typeface="Times New Roman" pitchFamily="18" charset="0"/>
              </a:defRPr>
            </a:lvl1pPr>
          </a:lstStyle>
          <a:p>
            <a:pPr>
              <a:defRPr/>
            </a:pPr>
            <a:endParaRPr lang="en-US"/>
          </a:p>
        </p:txBody>
      </p:sp>
      <p:sp>
        <p:nvSpPr>
          <p:cNvPr id="2765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983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83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smtClean="0">
                <a:latin typeface="Times New Roman" pitchFamily="18" charset="0"/>
              </a:defRPr>
            </a:lvl1pPr>
          </a:lstStyle>
          <a:p>
            <a:pPr>
              <a:defRPr/>
            </a:pPr>
            <a:endParaRPr lang="en-US"/>
          </a:p>
        </p:txBody>
      </p:sp>
      <p:sp>
        <p:nvSpPr>
          <p:cNvPr id="983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atin typeface="Times New Roman" pitchFamily="18" charset="0"/>
              </a:defRPr>
            </a:lvl1pPr>
          </a:lstStyle>
          <a:p>
            <a:pPr>
              <a:defRPr/>
            </a:pPr>
            <a:fld id="{57C2F54B-C96C-4BC3-A1C9-0690152BC6EC}" type="slidenum">
              <a:rPr lang="en-US"/>
              <a:pPr>
                <a:defRPr/>
              </a:pPr>
              <a:t>‹#›</a:t>
            </a:fld>
            <a:endParaRPr lang="en-US"/>
          </a:p>
        </p:txBody>
      </p:sp>
    </p:spTree>
    <p:extLst>
      <p:ext uri="{BB962C8B-B14F-4D97-AF65-F5344CB8AC3E}">
        <p14:creationId xmlns:p14="http://schemas.microsoft.com/office/powerpoint/2010/main" val="249862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70389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2014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481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957C4F5-E8D4-4DEE-8611-0156B8F58791}" type="slidenum">
              <a:rPr lang="en-US"/>
              <a:pPr/>
              <a:t>8</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537841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6D6A553B-5D05-4C19-B306-8EE8F7B95CCE}" type="slidenum">
              <a:rPr lang="en-US"/>
              <a:pPr/>
              <a:t>9</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805646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1D1F81D7-2BD1-4099-973F-B821E20FB7F4}" type="slidenum">
              <a:rPr lang="en-US"/>
              <a:pPr/>
              <a:t>10</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149318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775AFABF-46F4-4FB2-93F6-E94B59DFFCBB}" type="slidenum">
              <a:rPr lang="en-US"/>
              <a:pPr/>
              <a:t>23</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715862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FB0FA2-B5BD-4CDF-A20B-54785D55F374}" type="slidenum">
              <a:rPr lang="en-US"/>
              <a:pPr/>
              <a:t>27</a:t>
            </a:fld>
            <a:endParaRPr lang="en-US"/>
          </a:p>
        </p:txBody>
      </p:sp>
      <p:sp>
        <p:nvSpPr>
          <p:cNvPr id="240642" name="Rectangle 2"/>
          <p:cNvSpPr>
            <a:spLocks noGrp="1" noRot="1" noChangeAspect="1" noChangeArrowheads="1" noTextEdit="1"/>
          </p:cNvSpPr>
          <p:nvPr>
            <p:ph type="sldImg"/>
          </p:nvPr>
        </p:nvSpPr>
        <p:spPr>
          <a:xfrm>
            <a:off x="90488" y="744538"/>
            <a:ext cx="6616700" cy="3722687"/>
          </a:xfrm>
          <a:ln/>
        </p:spPr>
      </p:sp>
      <p:sp>
        <p:nvSpPr>
          <p:cNvPr id="240643" name="Rectangle 3"/>
          <p:cNvSpPr>
            <a:spLocks noGrp="1" noChangeArrowheads="1"/>
          </p:cNvSpPr>
          <p:nvPr>
            <p:ph type="body" idx="1"/>
          </p:nvPr>
        </p:nvSpPr>
        <p:spPr/>
        <p:txBody>
          <a:bodyPr/>
          <a:lstStyle/>
          <a:p>
            <a:r>
              <a:rPr lang="en-US" dirty="0"/>
              <a:t>In the real</a:t>
            </a:r>
            <a:r>
              <a:rPr lang="en-US" baseline="0" dirty="0"/>
              <a:t> standard, SSL also supports client-end authentication. However, since most users do not have public key certificates, client-end authentication is not practical. </a:t>
            </a:r>
            <a:endParaRPr lang="en-US" dirty="0"/>
          </a:p>
        </p:txBody>
      </p:sp>
    </p:spTree>
    <p:extLst>
      <p:ext uri="{BB962C8B-B14F-4D97-AF65-F5344CB8AC3E}">
        <p14:creationId xmlns:p14="http://schemas.microsoft.com/office/powerpoint/2010/main" val="3942378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3C8B3C7-F319-40B0-BC6F-58A2AADBDD19}" type="slidenum">
              <a:rPr lang="en-US" smtClean="0"/>
              <a:pPr/>
              <a:t>30</a:t>
            </a:fld>
            <a:endParaRPr lang="en-US"/>
          </a:p>
        </p:txBody>
      </p:sp>
    </p:spTree>
    <p:extLst>
      <p:ext uri="{BB962C8B-B14F-4D97-AF65-F5344CB8AC3E}">
        <p14:creationId xmlns:p14="http://schemas.microsoft.com/office/powerpoint/2010/main" val="1991068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SSL/TLS sessions can be used when communicating with the client and the server.</a:t>
            </a:r>
          </a:p>
          <a:p>
            <a:r>
              <a:rPr lang="en-US" dirty="0"/>
              <a:t>The SSL sessions can be useful as it provides for encryption, data integrity and authentication for the client. We can verify that the data is indeed coming from the client. The SSL would work in a way where first, the server would send its own Public key to the client. The public key is part of its certificate. Once the client has received the public key, it will then generate a random key and use the public key to encrypt the random key. It will then send the encrypted value to the server. The server would decrypt the key and the key will be used for HMAC and Encryption purposes. This prevents data being stolen by eavesdroppers as the data will be hidden in a way where one would not be able to tell, preventing eavesdropper during </a:t>
            </a:r>
            <a:r>
              <a:rPr lang="en-US" dirty="0" err="1"/>
              <a:t>wifi</a:t>
            </a:r>
            <a:r>
              <a:rPr lang="en-US" dirty="0"/>
              <a:t>-logins.</a:t>
            </a:r>
          </a:p>
          <a:p>
            <a:endParaRPr lang="en-US" dirty="0"/>
          </a:p>
          <a:p>
            <a:r>
              <a:rPr lang="en-US" dirty="0"/>
              <a:t>Companies should not use a self-signed (root CA) for its </a:t>
            </a:r>
            <a:r>
              <a:rPr lang="en-US" dirty="0" err="1"/>
              <a:t>wifi</a:t>
            </a:r>
            <a:r>
              <a:rPr lang="en-US" dirty="0"/>
              <a:t> access points as it undermines trust in users. Users might not trust the companies as CAs and it also poses a security threat.</a:t>
            </a:r>
          </a:p>
        </p:txBody>
      </p:sp>
      <p:sp>
        <p:nvSpPr>
          <p:cNvPr id="4" name="Slide Number Placeholder 3"/>
          <p:cNvSpPr>
            <a:spLocks noGrp="1"/>
          </p:cNvSpPr>
          <p:nvPr>
            <p:ph type="sldNum" sz="quarter" idx="5"/>
          </p:nvPr>
        </p:nvSpPr>
        <p:spPr/>
        <p:txBody>
          <a:bodyPr/>
          <a:lstStyle/>
          <a:p>
            <a:fld id="{1CFD4FAC-B258-624A-81B3-9D14B0086038}" type="slidenum">
              <a:rPr lang="en-US" smtClean="0"/>
              <a:t>33</a:t>
            </a:fld>
            <a:endParaRPr lang="en-US"/>
          </a:p>
        </p:txBody>
      </p:sp>
    </p:spTree>
    <p:extLst>
      <p:ext uri="{BB962C8B-B14F-4D97-AF65-F5344CB8AC3E}">
        <p14:creationId xmlns:p14="http://schemas.microsoft.com/office/powerpoint/2010/main" val="33676082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14400" y="2514601"/>
            <a:ext cx="10363200" cy="701675"/>
          </a:xfrm>
        </p:spPr>
        <p:txBody>
          <a:bodyPr/>
          <a:lstStyle>
            <a:lvl1pPr algn="ctr">
              <a:defRPr sz="4000"/>
            </a:lvl1pPr>
          </a:lstStyle>
          <a:p>
            <a:r>
              <a:rPr lang="en-GB"/>
              <a:t>Click to edit Master title style</a:t>
            </a:r>
            <a:endParaRPr lang="en-US"/>
          </a:p>
        </p:txBody>
      </p:sp>
      <p:sp>
        <p:nvSpPr>
          <p:cNvPr id="5123" name="Rectangle 3"/>
          <p:cNvSpPr>
            <a:spLocks noGrp="1" noChangeArrowheads="1"/>
          </p:cNvSpPr>
          <p:nvPr>
            <p:ph type="subTitle" idx="1"/>
          </p:nvPr>
        </p:nvSpPr>
        <p:spPr>
          <a:xfrm>
            <a:off x="1828800" y="3886200"/>
            <a:ext cx="8534400" cy="519113"/>
          </a:xfrm>
        </p:spPr>
        <p:txBody>
          <a:bodyPr/>
          <a:lstStyle>
            <a:lvl1pPr marL="0" indent="0" algn="ctr">
              <a:buFontTx/>
              <a:buNone/>
              <a:defRPr sz="2800" b="1"/>
            </a:lvl1pPr>
          </a:lstStyle>
          <a:p>
            <a:r>
              <a:rPr lang="en-GB"/>
              <a:t>Click to edit Master subtitle style</a:t>
            </a:r>
            <a:endParaRPr lang="en-US"/>
          </a:p>
        </p:txBody>
      </p:sp>
      <p:sp>
        <p:nvSpPr>
          <p:cNvPr id="5124" name="Rectangle 4"/>
          <p:cNvSpPr>
            <a:spLocks noGrp="1" noChangeArrowheads="1"/>
          </p:cNvSpPr>
          <p:nvPr>
            <p:ph type="dt" sz="half" idx="2"/>
          </p:nvPr>
        </p:nvSpPr>
        <p:spPr>
          <a:xfrm>
            <a:off x="609600" y="6477000"/>
            <a:ext cx="1727200" cy="381000"/>
          </a:xfrm>
        </p:spPr>
        <p:txBody>
          <a:bodyPr/>
          <a:lstStyle>
            <a:lvl1pPr>
              <a:defRPr/>
            </a:lvl1pPr>
          </a:lstStyle>
          <a:p>
            <a:endParaRPr lang="en-US"/>
          </a:p>
        </p:txBody>
      </p:sp>
      <p:sp>
        <p:nvSpPr>
          <p:cNvPr id="5125" name="Rectangle 5"/>
          <p:cNvSpPr>
            <a:spLocks noGrp="1" noChangeArrowheads="1"/>
          </p:cNvSpPr>
          <p:nvPr>
            <p:ph type="ftr" sz="quarter" idx="3"/>
          </p:nvPr>
        </p:nvSpPr>
        <p:spPr>
          <a:xfrm>
            <a:off x="2336800" y="6477000"/>
            <a:ext cx="5892800" cy="381000"/>
          </a:xfrm>
        </p:spPr>
        <p:txBody>
          <a:bodyPr/>
          <a:lstStyle>
            <a:lvl1pPr>
              <a:defRPr/>
            </a:lvl1pPr>
          </a:lstStyle>
          <a:p>
            <a:pPr>
              <a:defRPr/>
            </a:pPr>
            <a:endParaRPr lang="en-US"/>
          </a:p>
        </p:txBody>
      </p:sp>
      <p:sp>
        <p:nvSpPr>
          <p:cNvPr id="5126" name="Rectangle 6"/>
          <p:cNvSpPr>
            <a:spLocks noGrp="1" noChangeArrowheads="1"/>
          </p:cNvSpPr>
          <p:nvPr>
            <p:ph type="sldNum" sz="quarter" idx="4"/>
          </p:nvPr>
        </p:nvSpPr>
        <p:spPr>
          <a:xfrm>
            <a:off x="8737600" y="6477000"/>
            <a:ext cx="2844800" cy="381000"/>
          </a:xfrm>
        </p:spPr>
        <p:txBody>
          <a:bodyPr/>
          <a:lstStyle>
            <a:lvl1pPr>
              <a:defRPr sz="1400"/>
            </a:lvl1pPr>
          </a:lstStyle>
          <a:p>
            <a:pPr>
              <a:defRPr/>
            </a:pPr>
            <a:fld id="{B576E1FE-D46A-4A89-B895-6FD4B80B8B24}" type="slidenum">
              <a:rPr lang="en-US" smtClean="0"/>
              <a:pPr>
                <a:defRPr/>
              </a:pPr>
              <a:t>‹#›</a:t>
            </a:fld>
            <a:endParaRPr lang="en-US"/>
          </a:p>
        </p:txBody>
      </p:sp>
      <p:pic>
        <p:nvPicPr>
          <p:cNvPr id="5141" name="Picture 21" descr="FOS_H"/>
          <p:cNvPicPr>
            <a:picLocks noChangeAspect="1" noChangeArrowheads="1"/>
          </p:cNvPicPr>
          <p:nvPr/>
        </p:nvPicPr>
        <p:blipFill>
          <a:blip r:embed="rId2"/>
          <a:srcRect/>
          <a:stretch>
            <a:fillRect/>
          </a:stretch>
        </p:blipFill>
        <p:spPr bwMode="auto">
          <a:xfrm>
            <a:off x="10668000" y="104777"/>
            <a:ext cx="1303866" cy="657223"/>
          </a:xfrm>
          <a:prstGeom prst="rect">
            <a:avLst/>
          </a:prstGeom>
          <a:noFill/>
          <a:ln w="9525">
            <a:noFill/>
            <a:miter lim="800000"/>
            <a:headEnd/>
            <a:tailEnd/>
          </a:ln>
        </p:spPr>
      </p:pic>
      <p:pic>
        <p:nvPicPr>
          <p:cNvPr id="9" name="Picture 8">
            <a:extLst>
              <a:ext uri="{FF2B5EF4-FFF2-40B4-BE49-F238E27FC236}">
                <a16:creationId xmlns:a16="http://schemas.microsoft.com/office/drawing/2014/main" id="{FB0985AD-1335-CF45-9AA3-8F5CD4EE4DCB}"/>
              </a:ext>
            </a:extLst>
          </p:cNvPr>
          <p:cNvPicPr>
            <a:picLocks noChangeAspect="1"/>
          </p:cNvPicPr>
          <p:nvPr userDrawn="1"/>
        </p:nvPicPr>
        <p:blipFill>
          <a:blip r:embed="rId3"/>
          <a:stretch>
            <a:fillRect/>
          </a:stretch>
        </p:blipFill>
        <p:spPr>
          <a:xfrm>
            <a:off x="0" y="131259"/>
            <a:ext cx="1828800" cy="59000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6D7DA8A-A668-4056-92C5-6EB6B12BA1D4}"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295400"/>
            <a:ext cx="5384800" cy="20005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3345ED67-E93A-4804-92A9-55796F95E253}"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22972"/>
            <a:ext cx="10972800" cy="646331"/>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713210"/>
            <a:ext cx="5386917"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175432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713210"/>
            <a:ext cx="5389033" cy="46166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175432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E5A60613-45D4-49D6-8C59-602846983704}"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EB177263-22BF-46FA-AAAE-E0DB7B5AB5E9}"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44608154-32BB-4934-BCDE-DDE4206D08E4}"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53134"/>
            <a:ext cx="10363200" cy="646331"/>
          </a:xfrm>
        </p:spPr>
        <p:txBody>
          <a:bodyPr/>
          <a:lstStyle/>
          <a:p>
            <a:r>
              <a:rPr lang="en-US"/>
              <a:t>Click to edit Master title style</a:t>
            </a:r>
          </a:p>
        </p:txBody>
      </p:sp>
      <p:sp>
        <p:nvSpPr>
          <p:cNvPr id="3" name="Text Placeholder 2"/>
          <p:cNvSpPr>
            <a:spLocks noGrp="1"/>
          </p:cNvSpPr>
          <p:nvPr>
            <p:ph type="body" sz="half" idx="1"/>
          </p:nvPr>
        </p:nvSpPr>
        <p:spPr>
          <a:xfrm>
            <a:off x="914400" y="1447800"/>
            <a:ext cx="5080000" cy="2776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47800"/>
            <a:ext cx="5080000" cy="2776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914400" y="6248400"/>
            <a:ext cx="3048000" cy="457200"/>
          </a:xfrm>
          <a:prstGeom prst="rect">
            <a:avLst/>
          </a:prstGeom>
          <a:ln/>
        </p:spPr>
        <p:txBody>
          <a:bodyPr/>
          <a:lstStyle>
            <a:lvl1pPr>
              <a:defRPr/>
            </a:lvl1pPr>
          </a:lstStyle>
          <a:p>
            <a:pPr>
              <a:defRPr/>
            </a:pPr>
            <a:r>
              <a:rPr lang="en-US"/>
              <a:t>© Yingjiu Li 2007</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E143E2E-C669-4605-8125-2EED450D8257}" type="slidenum">
              <a:rPr lang="en-US"/>
              <a:pPr>
                <a:defRPr/>
              </a:pPr>
              <a:t>‹#›</a:t>
            </a:fld>
            <a:endParaRPr lang="en-US"/>
          </a:p>
        </p:txBody>
      </p:sp>
    </p:spTree>
    <p:extLst>
      <p:ext uri="{BB962C8B-B14F-4D97-AF65-F5344CB8AC3E}">
        <p14:creationId xmlns:p14="http://schemas.microsoft.com/office/powerpoint/2010/main" val="432349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86666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480868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6629400"/>
            <a:ext cx="12192000" cy="228600"/>
          </a:xfrm>
          <a:prstGeom prst="rect">
            <a:avLst/>
          </a:prstGeom>
          <a:solidFill>
            <a:srgbClr val="C69200"/>
          </a:solidFill>
          <a:ln w="9525">
            <a:noFill/>
            <a:miter lim="800000"/>
            <a:headEnd/>
            <a:tailEnd/>
          </a:ln>
          <a:effectLst/>
        </p:spPr>
        <p:txBody>
          <a:bodyPr wrap="none" anchor="ctr"/>
          <a:lstStyle/>
          <a:p>
            <a:pPr algn="ctr"/>
            <a:endParaRPr lang="en-US">
              <a:solidFill>
                <a:srgbClr val="115DA3"/>
              </a:solidFill>
            </a:endParaRPr>
          </a:p>
        </p:txBody>
      </p:sp>
      <p:sp>
        <p:nvSpPr>
          <p:cNvPr id="1026" name="Rectangle 2"/>
          <p:cNvSpPr>
            <a:spLocks noGrp="1" noChangeArrowheads="1"/>
          </p:cNvSpPr>
          <p:nvPr>
            <p:ph type="title"/>
          </p:nvPr>
        </p:nvSpPr>
        <p:spPr bwMode="auto">
          <a:xfrm>
            <a:off x="508000" y="288925"/>
            <a:ext cx="11074400" cy="6413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GB"/>
              <a:t>Click to edit Master title style</a:t>
            </a:r>
            <a:endParaRPr lang="en-US"/>
          </a:p>
        </p:txBody>
      </p:sp>
      <p:sp>
        <p:nvSpPr>
          <p:cNvPr id="1027" name="Rectangle 3"/>
          <p:cNvSpPr>
            <a:spLocks noGrp="1" noChangeArrowheads="1"/>
          </p:cNvSpPr>
          <p:nvPr>
            <p:ph type="body" idx="1"/>
          </p:nvPr>
        </p:nvSpPr>
        <p:spPr bwMode="auto">
          <a:xfrm>
            <a:off x="609600" y="1295400"/>
            <a:ext cx="10972800" cy="228370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28" name="Rectangle 4"/>
          <p:cNvSpPr>
            <a:spLocks noGrp="1" noChangeArrowheads="1"/>
          </p:cNvSpPr>
          <p:nvPr>
            <p:ph type="dt" sz="half" idx="2"/>
          </p:nvPr>
        </p:nvSpPr>
        <p:spPr bwMode="auto">
          <a:xfrm>
            <a:off x="609600" y="6553200"/>
            <a:ext cx="152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a:lvl1pPr>
          </a:lstStyle>
          <a:p>
            <a:endParaRPr lang="en-US" dirty="0"/>
          </a:p>
        </p:txBody>
      </p:sp>
      <p:sp>
        <p:nvSpPr>
          <p:cNvPr id="1029" name="Rectangle 5"/>
          <p:cNvSpPr>
            <a:spLocks noGrp="1" noChangeArrowheads="1"/>
          </p:cNvSpPr>
          <p:nvPr>
            <p:ph type="ftr" sz="quarter" idx="3"/>
          </p:nvPr>
        </p:nvSpPr>
        <p:spPr bwMode="auto">
          <a:xfrm>
            <a:off x="2235200" y="6553200"/>
            <a:ext cx="7010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a:lvl1pPr>
          </a:lstStyle>
          <a:p>
            <a:pPr>
              <a:defRPr/>
            </a:pPr>
            <a:endParaRPr lang="en-US"/>
          </a:p>
        </p:txBody>
      </p:sp>
      <p:sp>
        <p:nvSpPr>
          <p:cNvPr id="1030" name="Rectangle 6"/>
          <p:cNvSpPr>
            <a:spLocks noGrp="1" noChangeArrowheads="1"/>
          </p:cNvSpPr>
          <p:nvPr>
            <p:ph type="sldNum" sz="quarter" idx="4"/>
          </p:nvPr>
        </p:nvSpPr>
        <p:spPr bwMode="auto">
          <a:xfrm>
            <a:off x="10278533" y="6629400"/>
            <a:ext cx="172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800"/>
            </a:lvl1pPr>
          </a:lstStyle>
          <a:p>
            <a:pPr>
              <a:defRPr/>
            </a:pPr>
            <a:fld id="{2864FEDC-6772-4B18-8481-29DFFB590646}" type="slidenum">
              <a:rPr lang="en-US" smtClean="0"/>
              <a:pPr>
                <a:defRPr/>
              </a:pPr>
              <a:t>‹#›</a:t>
            </a:fld>
            <a:endParaRPr lang="en-US"/>
          </a:p>
        </p:txBody>
      </p:sp>
      <p:pic>
        <p:nvPicPr>
          <p:cNvPr id="2" name="Picture 1">
            <a:extLst>
              <a:ext uri="{FF2B5EF4-FFF2-40B4-BE49-F238E27FC236}">
                <a16:creationId xmlns:a16="http://schemas.microsoft.com/office/drawing/2014/main" id="{D2B0DA44-52F5-3B47-8B8F-48A32E22FA62}"/>
              </a:ext>
            </a:extLst>
          </p:cNvPr>
          <p:cNvPicPr>
            <a:picLocks noChangeAspect="1"/>
          </p:cNvPicPr>
          <p:nvPr userDrawn="1"/>
        </p:nvPicPr>
        <p:blipFill>
          <a:blip r:embed="rId11"/>
          <a:stretch>
            <a:fillRect/>
          </a:stretch>
        </p:blipFill>
        <p:spPr>
          <a:xfrm>
            <a:off x="0" y="6185767"/>
            <a:ext cx="1313574" cy="405533"/>
          </a:xfrm>
          <a:prstGeom prst="rect">
            <a:avLst/>
          </a:prstGeom>
        </p:spPr>
      </p:pic>
      <p:pic>
        <p:nvPicPr>
          <p:cNvPr id="3" name="Picture 2">
            <a:extLst>
              <a:ext uri="{FF2B5EF4-FFF2-40B4-BE49-F238E27FC236}">
                <a16:creationId xmlns:a16="http://schemas.microsoft.com/office/drawing/2014/main" id="{AAE2EE86-B917-D94E-9C50-F466D837933F}"/>
              </a:ext>
            </a:extLst>
          </p:cNvPr>
          <p:cNvPicPr>
            <a:picLocks noChangeAspect="1"/>
          </p:cNvPicPr>
          <p:nvPr userDrawn="1"/>
        </p:nvPicPr>
        <p:blipFill>
          <a:blip r:embed="rId12"/>
          <a:stretch>
            <a:fillRect/>
          </a:stretch>
        </p:blipFill>
        <p:spPr>
          <a:xfrm>
            <a:off x="10969522" y="6185767"/>
            <a:ext cx="1273277" cy="512238"/>
          </a:xfrm>
          <a:prstGeom prst="rect">
            <a:avLst/>
          </a:prstGeom>
        </p:spPr>
      </p:pic>
      <p:sp>
        <p:nvSpPr>
          <p:cNvPr id="5" name="TextBox 4">
            <a:extLst>
              <a:ext uri="{FF2B5EF4-FFF2-40B4-BE49-F238E27FC236}">
                <a16:creationId xmlns:a16="http://schemas.microsoft.com/office/drawing/2014/main" id="{2147FF41-1C11-DEB0-3AD7-123BDC619E04}"/>
              </a:ext>
            </a:extLst>
          </p:cNvPr>
          <p:cNvSpPr txBox="1"/>
          <p:nvPr userDrawn="1">
            <p:extLst>
              <p:ext uri="{1162E1C5-73C7-4A58-AE30-91384D911F3F}">
                <p184:classification xmlns:p184="http://schemas.microsoft.com/office/powerpoint/2018/4/main" val="hdr"/>
              </p:ext>
            </p:extLst>
          </p:nvPr>
        </p:nvSpPr>
        <p:spPr>
          <a:xfrm>
            <a:off x="5480050" y="6350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2" r:id="rId7"/>
    <p:sldLayoutId id="2147483683" r:id="rId8"/>
    <p:sldLayoutId id="2147483684" r:id="rId9"/>
  </p:sldLayoutIdLst>
  <p:hf hdr="0" ftr="0" dt="0"/>
  <p:txStyles>
    <p:titleStyle>
      <a:lvl1pPr algn="l" rtl="0" eaLnBrk="1" fontAlgn="base" hangingPunct="1">
        <a:spcBef>
          <a:spcPct val="0"/>
        </a:spcBef>
        <a:spcAft>
          <a:spcPct val="0"/>
        </a:spcAft>
        <a:defRPr sz="3600" b="1">
          <a:solidFill>
            <a:srgbClr val="C69200"/>
          </a:solidFill>
          <a:latin typeface="+mj-lt"/>
          <a:ea typeface="+mj-ea"/>
          <a:cs typeface="+mj-cs"/>
        </a:defRPr>
      </a:lvl1pPr>
      <a:lvl2pPr algn="l" rtl="0" eaLnBrk="1" fontAlgn="base" hangingPunct="1">
        <a:spcBef>
          <a:spcPct val="0"/>
        </a:spcBef>
        <a:spcAft>
          <a:spcPct val="0"/>
        </a:spcAft>
        <a:defRPr sz="3600" b="1">
          <a:solidFill>
            <a:srgbClr val="C69200"/>
          </a:solidFill>
          <a:latin typeface="Arial" charset="0"/>
        </a:defRPr>
      </a:lvl2pPr>
      <a:lvl3pPr algn="l" rtl="0" eaLnBrk="1" fontAlgn="base" hangingPunct="1">
        <a:spcBef>
          <a:spcPct val="0"/>
        </a:spcBef>
        <a:spcAft>
          <a:spcPct val="0"/>
        </a:spcAft>
        <a:defRPr sz="3600" b="1">
          <a:solidFill>
            <a:srgbClr val="C69200"/>
          </a:solidFill>
          <a:latin typeface="Arial" charset="0"/>
        </a:defRPr>
      </a:lvl3pPr>
      <a:lvl4pPr algn="l" rtl="0" eaLnBrk="1" fontAlgn="base" hangingPunct="1">
        <a:spcBef>
          <a:spcPct val="0"/>
        </a:spcBef>
        <a:spcAft>
          <a:spcPct val="0"/>
        </a:spcAft>
        <a:defRPr sz="3600" b="1">
          <a:solidFill>
            <a:srgbClr val="C69200"/>
          </a:solidFill>
          <a:latin typeface="Arial" charset="0"/>
        </a:defRPr>
      </a:lvl4pPr>
      <a:lvl5pPr algn="l" rtl="0" eaLnBrk="1" fontAlgn="base" hangingPunct="1">
        <a:spcBef>
          <a:spcPct val="0"/>
        </a:spcBef>
        <a:spcAft>
          <a:spcPct val="0"/>
        </a:spcAft>
        <a:defRPr sz="3600" b="1">
          <a:solidFill>
            <a:srgbClr val="C69200"/>
          </a:solidFill>
          <a:latin typeface="Arial" charset="0"/>
        </a:defRPr>
      </a:lvl5pPr>
      <a:lvl6pPr marL="457200" algn="l" rtl="0" eaLnBrk="1" fontAlgn="base" hangingPunct="1">
        <a:spcBef>
          <a:spcPct val="0"/>
        </a:spcBef>
        <a:spcAft>
          <a:spcPct val="0"/>
        </a:spcAft>
        <a:defRPr sz="3600" b="1">
          <a:solidFill>
            <a:srgbClr val="C69200"/>
          </a:solidFill>
          <a:latin typeface="Arial" charset="0"/>
        </a:defRPr>
      </a:lvl6pPr>
      <a:lvl7pPr marL="914400" algn="l" rtl="0" eaLnBrk="1" fontAlgn="base" hangingPunct="1">
        <a:spcBef>
          <a:spcPct val="0"/>
        </a:spcBef>
        <a:spcAft>
          <a:spcPct val="0"/>
        </a:spcAft>
        <a:defRPr sz="3600" b="1">
          <a:solidFill>
            <a:srgbClr val="C69200"/>
          </a:solidFill>
          <a:latin typeface="Arial" charset="0"/>
        </a:defRPr>
      </a:lvl7pPr>
      <a:lvl8pPr marL="1371600" algn="l" rtl="0" eaLnBrk="1" fontAlgn="base" hangingPunct="1">
        <a:spcBef>
          <a:spcPct val="0"/>
        </a:spcBef>
        <a:spcAft>
          <a:spcPct val="0"/>
        </a:spcAft>
        <a:defRPr sz="3600" b="1">
          <a:solidFill>
            <a:srgbClr val="C69200"/>
          </a:solidFill>
          <a:latin typeface="Arial" charset="0"/>
        </a:defRPr>
      </a:lvl8pPr>
      <a:lvl9pPr marL="1828800" algn="l" rtl="0" eaLnBrk="1" fontAlgn="base" hangingPunct="1">
        <a:spcBef>
          <a:spcPct val="0"/>
        </a:spcBef>
        <a:spcAft>
          <a:spcPct val="0"/>
        </a:spcAft>
        <a:defRPr sz="3600" b="1">
          <a:solidFill>
            <a:srgbClr val="C69200"/>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5.png"/><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3.png"/><Relationship Id="rId18" Type="http://schemas.openxmlformats.org/officeDocument/2006/relationships/customXml" Target="../ink/ink10.xml"/><Relationship Id="rId3" Type="http://schemas.openxmlformats.org/officeDocument/2006/relationships/image" Target="../media/image8.png"/><Relationship Id="rId21" Type="http://schemas.openxmlformats.org/officeDocument/2006/relationships/image" Target="../media/image17.png"/><Relationship Id="rId7" Type="http://schemas.openxmlformats.org/officeDocument/2006/relationships/image" Target="../media/image10.png"/><Relationship Id="rId12" Type="http://schemas.openxmlformats.org/officeDocument/2006/relationships/customXml" Target="../ink/ink7.xml"/><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customXml" Target="../ink/ink9.xml"/><Relationship Id="rId20" Type="http://schemas.openxmlformats.org/officeDocument/2006/relationships/customXml" Target="../ink/ink11.xml"/><Relationship Id="rId1" Type="http://schemas.openxmlformats.org/officeDocument/2006/relationships/slideLayout" Target="../slideLayouts/slideLayout8.xml"/><Relationship Id="rId6" Type="http://schemas.openxmlformats.org/officeDocument/2006/relationships/customXml" Target="../ink/ink4.xml"/><Relationship Id="rId11" Type="http://schemas.openxmlformats.org/officeDocument/2006/relationships/image" Target="../media/image12.png"/><Relationship Id="rId5" Type="http://schemas.openxmlformats.org/officeDocument/2006/relationships/image" Target="../media/image9.wmf"/><Relationship Id="rId15" Type="http://schemas.openxmlformats.org/officeDocument/2006/relationships/image" Target="../media/image14.png"/><Relationship Id="rId23" Type="http://schemas.openxmlformats.org/officeDocument/2006/relationships/image" Target="../media/image18.png"/><Relationship Id="rId10" Type="http://schemas.openxmlformats.org/officeDocument/2006/relationships/customXml" Target="../ink/ink6.xml"/><Relationship Id="rId19"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1.png"/><Relationship Id="rId14" Type="http://schemas.openxmlformats.org/officeDocument/2006/relationships/customXml" Target="../ink/ink8.xml"/><Relationship Id="rId22" Type="http://schemas.openxmlformats.org/officeDocument/2006/relationships/customXml" Target="../ink/ink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9.wmf"/><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17" Type="http://schemas.openxmlformats.org/officeDocument/2006/relationships/customXml" Target="../ink/ink69.xml"/><Relationship Id="rId21" Type="http://schemas.openxmlformats.org/officeDocument/2006/relationships/customXml" Target="../ink/ink21.xml"/><Relationship Id="rId42" Type="http://schemas.openxmlformats.org/officeDocument/2006/relationships/image" Target="../media/image38.png"/><Relationship Id="rId63" Type="http://schemas.openxmlformats.org/officeDocument/2006/relationships/customXml" Target="../ink/ink42.xml"/><Relationship Id="rId84" Type="http://schemas.openxmlformats.org/officeDocument/2006/relationships/image" Target="../media/image59.png"/><Relationship Id="rId138" Type="http://schemas.openxmlformats.org/officeDocument/2006/relationships/image" Target="../media/image86.png"/><Relationship Id="rId107" Type="http://schemas.openxmlformats.org/officeDocument/2006/relationships/customXml" Target="../ink/ink64.xml"/><Relationship Id="rId11" Type="http://schemas.openxmlformats.org/officeDocument/2006/relationships/customXml" Target="../ink/ink16.xml"/><Relationship Id="rId32" Type="http://schemas.openxmlformats.org/officeDocument/2006/relationships/image" Target="../media/image33.png"/><Relationship Id="rId53" Type="http://schemas.openxmlformats.org/officeDocument/2006/relationships/customXml" Target="../ink/ink37.xml"/><Relationship Id="rId74" Type="http://schemas.openxmlformats.org/officeDocument/2006/relationships/image" Target="../media/image54.png"/><Relationship Id="rId128" Type="http://schemas.openxmlformats.org/officeDocument/2006/relationships/image" Target="../media/image81.png"/><Relationship Id="rId149" Type="http://schemas.openxmlformats.org/officeDocument/2006/relationships/customXml" Target="../ink/ink85.xml"/><Relationship Id="rId5" Type="http://schemas.openxmlformats.org/officeDocument/2006/relationships/customXml" Target="../ink/ink13.xml"/><Relationship Id="rId95" Type="http://schemas.openxmlformats.org/officeDocument/2006/relationships/customXml" Target="../ink/ink58.xml"/><Relationship Id="rId22" Type="http://schemas.openxmlformats.org/officeDocument/2006/relationships/image" Target="../media/image28.png"/><Relationship Id="rId27" Type="http://schemas.openxmlformats.org/officeDocument/2006/relationships/customXml" Target="../ink/ink24.xml"/><Relationship Id="rId43" Type="http://schemas.openxmlformats.org/officeDocument/2006/relationships/customXml" Target="../ink/ink32.xml"/><Relationship Id="rId48" Type="http://schemas.openxmlformats.org/officeDocument/2006/relationships/image" Target="../media/image41.png"/><Relationship Id="rId64" Type="http://schemas.openxmlformats.org/officeDocument/2006/relationships/image" Target="../media/image49.png"/><Relationship Id="rId69" Type="http://schemas.openxmlformats.org/officeDocument/2006/relationships/customXml" Target="../ink/ink45.xml"/><Relationship Id="rId113" Type="http://schemas.openxmlformats.org/officeDocument/2006/relationships/customXml" Target="../ink/ink67.xml"/><Relationship Id="rId118" Type="http://schemas.openxmlformats.org/officeDocument/2006/relationships/image" Target="../media/image76.png"/><Relationship Id="rId134" Type="http://schemas.openxmlformats.org/officeDocument/2006/relationships/image" Target="../media/image84.png"/><Relationship Id="rId139" Type="http://schemas.openxmlformats.org/officeDocument/2006/relationships/customXml" Target="../ink/ink80.xml"/><Relationship Id="rId80" Type="http://schemas.openxmlformats.org/officeDocument/2006/relationships/image" Target="../media/image57.png"/><Relationship Id="rId85" Type="http://schemas.openxmlformats.org/officeDocument/2006/relationships/customXml" Target="../ink/ink53.xml"/><Relationship Id="rId150" Type="http://schemas.openxmlformats.org/officeDocument/2006/relationships/image" Target="../media/image92.png"/><Relationship Id="rId12" Type="http://schemas.openxmlformats.org/officeDocument/2006/relationships/image" Target="../media/image23.png"/><Relationship Id="rId17" Type="http://schemas.openxmlformats.org/officeDocument/2006/relationships/customXml" Target="../ink/ink19.xml"/><Relationship Id="rId33" Type="http://schemas.openxmlformats.org/officeDocument/2006/relationships/customXml" Target="../ink/ink27.xml"/><Relationship Id="rId38" Type="http://schemas.openxmlformats.org/officeDocument/2006/relationships/image" Target="../media/image36.png"/><Relationship Id="rId59" Type="http://schemas.openxmlformats.org/officeDocument/2006/relationships/customXml" Target="../ink/ink40.xml"/><Relationship Id="rId103" Type="http://schemas.openxmlformats.org/officeDocument/2006/relationships/customXml" Target="../ink/ink62.xml"/><Relationship Id="rId108" Type="http://schemas.openxmlformats.org/officeDocument/2006/relationships/image" Target="../media/image71.png"/><Relationship Id="rId124" Type="http://schemas.openxmlformats.org/officeDocument/2006/relationships/image" Target="../media/image79.png"/><Relationship Id="rId129" Type="http://schemas.openxmlformats.org/officeDocument/2006/relationships/customXml" Target="../ink/ink75.xml"/><Relationship Id="rId54" Type="http://schemas.openxmlformats.org/officeDocument/2006/relationships/image" Target="../media/image44.png"/><Relationship Id="rId70" Type="http://schemas.openxmlformats.org/officeDocument/2006/relationships/image" Target="../media/image52.png"/><Relationship Id="rId75" Type="http://schemas.openxmlformats.org/officeDocument/2006/relationships/customXml" Target="../ink/ink48.xml"/><Relationship Id="rId91" Type="http://schemas.openxmlformats.org/officeDocument/2006/relationships/customXml" Target="../ink/ink56.xml"/><Relationship Id="rId96" Type="http://schemas.openxmlformats.org/officeDocument/2006/relationships/image" Target="../media/image65.png"/><Relationship Id="rId140" Type="http://schemas.openxmlformats.org/officeDocument/2006/relationships/image" Target="../media/image87.png"/><Relationship Id="rId145"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image" Target="../media/image20.png"/><Relationship Id="rId23" Type="http://schemas.openxmlformats.org/officeDocument/2006/relationships/customXml" Target="../ink/ink22.xml"/><Relationship Id="rId28" Type="http://schemas.openxmlformats.org/officeDocument/2006/relationships/image" Target="../media/image31.png"/><Relationship Id="rId49" Type="http://schemas.openxmlformats.org/officeDocument/2006/relationships/customXml" Target="../ink/ink35.xml"/><Relationship Id="rId114" Type="http://schemas.openxmlformats.org/officeDocument/2006/relationships/image" Target="../media/image74.png"/><Relationship Id="rId119" Type="http://schemas.openxmlformats.org/officeDocument/2006/relationships/customXml" Target="../ink/ink70.xml"/><Relationship Id="rId44" Type="http://schemas.openxmlformats.org/officeDocument/2006/relationships/image" Target="../media/image39.png"/><Relationship Id="rId60" Type="http://schemas.openxmlformats.org/officeDocument/2006/relationships/image" Target="../media/image47.png"/><Relationship Id="rId65" Type="http://schemas.openxmlformats.org/officeDocument/2006/relationships/customXml" Target="../ink/ink43.xml"/><Relationship Id="rId81" Type="http://schemas.openxmlformats.org/officeDocument/2006/relationships/customXml" Target="../ink/ink51.xml"/><Relationship Id="rId86" Type="http://schemas.openxmlformats.org/officeDocument/2006/relationships/image" Target="../media/image60.png"/><Relationship Id="rId130" Type="http://schemas.openxmlformats.org/officeDocument/2006/relationships/image" Target="../media/image82.png"/><Relationship Id="rId135" Type="http://schemas.openxmlformats.org/officeDocument/2006/relationships/customXml" Target="../ink/ink78.xml"/><Relationship Id="rId151" Type="http://schemas.openxmlformats.org/officeDocument/2006/relationships/customXml" Target="../ink/ink86.xml"/><Relationship Id="rId13" Type="http://schemas.openxmlformats.org/officeDocument/2006/relationships/customXml" Target="../ink/ink17.xml"/><Relationship Id="rId18" Type="http://schemas.openxmlformats.org/officeDocument/2006/relationships/image" Target="../media/image26.png"/><Relationship Id="rId39" Type="http://schemas.openxmlformats.org/officeDocument/2006/relationships/customXml" Target="../ink/ink30.xml"/><Relationship Id="rId109" Type="http://schemas.openxmlformats.org/officeDocument/2006/relationships/customXml" Target="../ink/ink65.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38.xml"/><Relationship Id="rId76" Type="http://schemas.openxmlformats.org/officeDocument/2006/relationships/image" Target="../media/image55.png"/><Relationship Id="rId97" Type="http://schemas.openxmlformats.org/officeDocument/2006/relationships/customXml" Target="../ink/ink59.xml"/><Relationship Id="rId104" Type="http://schemas.openxmlformats.org/officeDocument/2006/relationships/image" Target="../media/image69.png"/><Relationship Id="rId120" Type="http://schemas.openxmlformats.org/officeDocument/2006/relationships/image" Target="../media/image77.png"/><Relationship Id="rId125" Type="http://schemas.openxmlformats.org/officeDocument/2006/relationships/customXml" Target="../ink/ink73.xml"/><Relationship Id="rId141" Type="http://schemas.openxmlformats.org/officeDocument/2006/relationships/customXml" Target="../ink/ink81.xml"/><Relationship Id="rId146" Type="http://schemas.openxmlformats.org/officeDocument/2006/relationships/image" Target="../media/image90.png"/><Relationship Id="rId7" Type="http://schemas.openxmlformats.org/officeDocument/2006/relationships/customXml" Target="../ink/ink14.xml"/><Relationship Id="rId71" Type="http://schemas.openxmlformats.org/officeDocument/2006/relationships/customXml" Target="../ink/ink46.xml"/><Relationship Id="rId92" Type="http://schemas.openxmlformats.org/officeDocument/2006/relationships/image" Target="../media/image63.png"/><Relationship Id="rId2" Type="http://schemas.openxmlformats.org/officeDocument/2006/relationships/notesSlide" Target="../notesSlides/notesSlide4.xml"/><Relationship Id="rId29" Type="http://schemas.openxmlformats.org/officeDocument/2006/relationships/customXml" Target="../ink/ink25.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33.xml"/><Relationship Id="rId66" Type="http://schemas.openxmlformats.org/officeDocument/2006/relationships/image" Target="../media/image50.png"/><Relationship Id="rId87" Type="http://schemas.openxmlformats.org/officeDocument/2006/relationships/customXml" Target="../ink/ink54.xml"/><Relationship Id="rId110" Type="http://schemas.openxmlformats.org/officeDocument/2006/relationships/image" Target="../media/image72.png"/><Relationship Id="rId115" Type="http://schemas.openxmlformats.org/officeDocument/2006/relationships/customXml" Target="../ink/ink68.xml"/><Relationship Id="rId131" Type="http://schemas.openxmlformats.org/officeDocument/2006/relationships/customXml" Target="../ink/ink76.xml"/><Relationship Id="rId136" Type="http://schemas.openxmlformats.org/officeDocument/2006/relationships/image" Target="../media/image85.png"/><Relationship Id="rId61" Type="http://schemas.openxmlformats.org/officeDocument/2006/relationships/customXml" Target="../ink/ink41.xml"/><Relationship Id="rId82" Type="http://schemas.openxmlformats.org/officeDocument/2006/relationships/image" Target="../media/image58.png"/><Relationship Id="rId152" Type="http://schemas.openxmlformats.org/officeDocument/2006/relationships/image" Target="../media/image93.png"/><Relationship Id="rId19" Type="http://schemas.openxmlformats.org/officeDocument/2006/relationships/customXml" Target="../ink/ink20.xml"/><Relationship Id="rId14" Type="http://schemas.openxmlformats.org/officeDocument/2006/relationships/image" Target="../media/image24.png"/><Relationship Id="rId30" Type="http://schemas.openxmlformats.org/officeDocument/2006/relationships/image" Target="../media/image32.png"/><Relationship Id="rId35" Type="http://schemas.openxmlformats.org/officeDocument/2006/relationships/customXml" Target="../ink/ink28.xml"/><Relationship Id="rId56" Type="http://schemas.openxmlformats.org/officeDocument/2006/relationships/image" Target="../media/image45.png"/><Relationship Id="rId77" Type="http://schemas.openxmlformats.org/officeDocument/2006/relationships/customXml" Target="../ink/ink49.xml"/><Relationship Id="rId100" Type="http://schemas.openxmlformats.org/officeDocument/2006/relationships/image" Target="../media/image67.png"/><Relationship Id="rId105" Type="http://schemas.openxmlformats.org/officeDocument/2006/relationships/customXml" Target="../ink/ink63.xml"/><Relationship Id="rId126" Type="http://schemas.openxmlformats.org/officeDocument/2006/relationships/image" Target="../media/image80.png"/><Relationship Id="rId147" Type="http://schemas.openxmlformats.org/officeDocument/2006/relationships/customXml" Target="../ink/ink84.xml"/><Relationship Id="rId8" Type="http://schemas.openxmlformats.org/officeDocument/2006/relationships/image" Target="../media/image21.png"/><Relationship Id="rId51" Type="http://schemas.openxmlformats.org/officeDocument/2006/relationships/customXml" Target="../ink/ink36.xml"/><Relationship Id="rId72" Type="http://schemas.openxmlformats.org/officeDocument/2006/relationships/image" Target="../media/image53.png"/><Relationship Id="rId93" Type="http://schemas.openxmlformats.org/officeDocument/2006/relationships/customXml" Target="../ink/ink57.xml"/><Relationship Id="rId98" Type="http://schemas.openxmlformats.org/officeDocument/2006/relationships/image" Target="../media/image66.png"/><Relationship Id="rId121" Type="http://schemas.openxmlformats.org/officeDocument/2006/relationships/customXml" Target="../ink/ink71.xml"/><Relationship Id="rId142" Type="http://schemas.openxmlformats.org/officeDocument/2006/relationships/image" Target="../media/image88.png"/><Relationship Id="rId3" Type="http://schemas.openxmlformats.org/officeDocument/2006/relationships/hyperlink" Target="http://www.ietf.org/html.charters/pkix-charter.html" TargetMode="External"/><Relationship Id="rId25" Type="http://schemas.openxmlformats.org/officeDocument/2006/relationships/customXml" Target="../ink/ink23.xml"/><Relationship Id="rId46" Type="http://schemas.openxmlformats.org/officeDocument/2006/relationships/image" Target="../media/image40.png"/><Relationship Id="rId67" Type="http://schemas.openxmlformats.org/officeDocument/2006/relationships/customXml" Target="../ink/ink44.xml"/><Relationship Id="rId116" Type="http://schemas.openxmlformats.org/officeDocument/2006/relationships/image" Target="../media/image75.png"/><Relationship Id="rId137" Type="http://schemas.openxmlformats.org/officeDocument/2006/relationships/customXml" Target="../ink/ink79.xml"/><Relationship Id="rId20" Type="http://schemas.openxmlformats.org/officeDocument/2006/relationships/image" Target="../media/image27.png"/><Relationship Id="rId41" Type="http://schemas.openxmlformats.org/officeDocument/2006/relationships/customXml" Target="../ink/ink31.xml"/><Relationship Id="rId62" Type="http://schemas.openxmlformats.org/officeDocument/2006/relationships/image" Target="../media/image48.png"/><Relationship Id="rId83" Type="http://schemas.openxmlformats.org/officeDocument/2006/relationships/customXml" Target="../ink/ink52.xml"/><Relationship Id="rId88" Type="http://schemas.openxmlformats.org/officeDocument/2006/relationships/image" Target="../media/image61.png"/><Relationship Id="rId111" Type="http://schemas.openxmlformats.org/officeDocument/2006/relationships/customXml" Target="../ink/ink66.xml"/><Relationship Id="rId132" Type="http://schemas.openxmlformats.org/officeDocument/2006/relationships/image" Target="../media/image83.png"/><Relationship Id="rId15" Type="http://schemas.openxmlformats.org/officeDocument/2006/relationships/customXml" Target="../ink/ink18.xml"/><Relationship Id="rId36" Type="http://schemas.openxmlformats.org/officeDocument/2006/relationships/image" Target="../media/image35.png"/><Relationship Id="rId57" Type="http://schemas.openxmlformats.org/officeDocument/2006/relationships/customXml" Target="../ink/ink39.xml"/><Relationship Id="rId106" Type="http://schemas.openxmlformats.org/officeDocument/2006/relationships/image" Target="../media/image70.png"/><Relationship Id="rId127" Type="http://schemas.openxmlformats.org/officeDocument/2006/relationships/customXml" Target="../ink/ink74.xml"/><Relationship Id="rId10" Type="http://schemas.openxmlformats.org/officeDocument/2006/relationships/image" Target="../media/image22.png"/><Relationship Id="rId31" Type="http://schemas.openxmlformats.org/officeDocument/2006/relationships/customXml" Target="../ink/ink26.xml"/><Relationship Id="rId52" Type="http://schemas.openxmlformats.org/officeDocument/2006/relationships/image" Target="../media/image43.png"/><Relationship Id="rId73" Type="http://schemas.openxmlformats.org/officeDocument/2006/relationships/customXml" Target="../ink/ink47.xml"/><Relationship Id="rId78" Type="http://schemas.openxmlformats.org/officeDocument/2006/relationships/image" Target="../media/image56.png"/><Relationship Id="rId94" Type="http://schemas.openxmlformats.org/officeDocument/2006/relationships/image" Target="../media/image64.png"/><Relationship Id="rId99" Type="http://schemas.openxmlformats.org/officeDocument/2006/relationships/customXml" Target="../ink/ink60.xml"/><Relationship Id="rId101" Type="http://schemas.openxmlformats.org/officeDocument/2006/relationships/customXml" Target="../ink/ink61.xml"/><Relationship Id="rId122" Type="http://schemas.openxmlformats.org/officeDocument/2006/relationships/image" Target="../media/image78.png"/><Relationship Id="rId143" Type="http://schemas.openxmlformats.org/officeDocument/2006/relationships/customXml" Target="../ink/ink82.xml"/><Relationship Id="rId148" Type="http://schemas.openxmlformats.org/officeDocument/2006/relationships/image" Target="../media/image91.png"/><Relationship Id="rId4" Type="http://schemas.openxmlformats.org/officeDocument/2006/relationships/image" Target="../media/image19.png"/><Relationship Id="rId9" Type="http://schemas.openxmlformats.org/officeDocument/2006/relationships/customXml" Target="../ink/ink15.xml"/><Relationship Id="rId26" Type="http://schemas.openxmlformats.org/officeDocument/2006/relationships/image" Target="../media/image30.png"/><Relationship Id="rId47" Type="http://schemas.openxmlformats.org/officeDocument/2006/relationships/customXml" Target="../ink/ink34.xml"/><Relationship Id="rId68" Type="http://schemas.openxmlformats.org/officeDocument/2006/relationships/image" Target="../media/image51.png"/><Relationship Id="rId89" Type="http://schemas.openxmlformats.org/officeDocument/2006/relationships/customXml" Target="../ink/ink55.xml"/><Relationship Id="rId112" Type="http://schemas.openxmlformats.org/officeDocument/2006/relationships/image" Target="../media/image73.png"/><Relationship Id="rId133" Type="http://schemas.openxmlformats.org/officeDocument/2006/relationships/customXml" Target="../ink/ink77.xml"/><Relationship Id="rId16" Type="http://schemas.openxmlformats.org/officeDocument/2006/relationships/image" Target="../media/image25.png"/><Relationship Id="rId37" Type="http://schemas.openxmlformats.org/officeDocument/2006/relationships/customXml" Target="../ink/ink29.xml"/><Relationship Id="rId58" Type="http://schemas.openxmlformats.org/officeDocument/2006/relationships/image" Target="../media/image46.png"/><Relationship Id="rId79" Type="http://schemas.openxmlformats.org/officeDocument/2006/relationships/customXml" Target="../ink/ink50.xml"/><Relationship Id="rId102" Type="http://schemas.openxmlformats.org/officeDocument/2006/relationships/image" Target="../media/image68.png"/><Relationship Id="rId123" Type="http://schemas.openxmlformats.org/officeDocument/2006/relationships/customXml" Target="../ink/ink72.xml"/><Relationship Id="rId144" Type="http://schemas.openxmlformats.org/officeDocument/2006/relationships/image" Target="../media/image89.png"/><Relationship Id="rId90" Type="http://schemas.openxmlformats.org/officeDocument/2006/relationships/image" Target="../media/image62.png"/></Relationships>
</file>

<file path=ppt/slides/_rels/slide9.xml.rels><?xml version="1.0" encoding="UTF-8" standalone="yes"?>
<Relationships xmlns="http://schemas.openxmlformats.org/package/2006/relationships"><Relationship Id="rId8" Type="http://schemas.openxmlformats.org/officeDocument/2006/relationships/customXml" Target="../ink/ink89.xml"/><Relationship Id="rId13"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6.png"/><Relationship Id="rId12" Type="http://schemas.openxmlformats.org/officeDocument/2006/relationships/customXml" Target="../ink/ink9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88.xml"/><Relationship Id="rId11" Type="http://schemas.openxmlformats.org/officeDocument/2006/relationships/image" Target="../media/image98.png"/><Relationship Id="rId5" Type="http://schemas.openxmlformats.org/officeDocument/2006/relationships/image" Target="../media/image95.png"/><Relationship Id="rId15" Type="http://schemas.openxmlformats.org/officeDocument/2006/relationships/image" Target="../media/image100.png"/><Relationship Id="rId10" Type="http://schemas.openxmlformats.org/officeDocument/2006/relationships/customXml" Target="../ink/ink90.xml"/><Relationship Id="rId4" Type="http://schemas.openxmlformats.org/officeDocument/2006/relationships/customXml" Target="../ink/ink87.xml"/><Relationship Id="rId9" Type="http://schemas.openxmlformats.org/officeDocument/2006/relationships/image" Target="../media/image97.png"/><Relationship Id="rId14" Type="http://schemas.openxmlformats.org/officeDocument/2006/relationships/customXml" Target="../ink/ink92.xml"/></Relationships>
</file>

<file path=ppt/slides/_rels/slide10.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customXml" Target="../ink/ink93.xml"/><Relationship Id="rId7" Type="http://schemas.openxmlformats.org/officeDocument/2006/relationships/customXml" Target="../ink/ink95.xml"/><Relationship Id="rId12"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customXml" Target="../ink/ink97.xml"/><Relationship Id="rId5" Type="http://schemas.openxmlformats.org/officeDocument/2006/relationships/customXml" Target="../ink/ink94.xml"/><Relationship Id="rId10" Type="http://schemas.openxmlformats.org/officeDocument/2006/relationships/image" Target="../media/image104.png"/><Relationship Id="rId4" Type="http://schemas.openxmlformats.org/officeDocument/2006/relationships/image" Target="../media/image101.png"/><Relationship Id="rId9" Type="http://schemas.openxmlformats.org/officeDocument/2006/relationships/customXml" Target="../ink/ink9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customXml" Target="../ink/ink106.xml"/><Relationship Id="rId26" Type="http://schemas.openxmlformats.org/officeDocument/2006/relationships/customXml" Target="../ink/ink110.xml"/><Relationship Id="rId3" Type="http://schemas.openxmlformats.org/officeDocument/2006/relationships/image" Target="../media/image106.png"/><Relationship Id="rId21" Type="http://schemas.openxmlformats.org/officeDocument/2006/relationships/image" Target="../media/image115.png"/><Relationship Id="rId7" Type="http://schemas.openxmlformats.org/officeDocument/2006/relationships/image" Target="../media/image108.png"/><Relationship Id="rId12" Type="http://schemas.openxmlformats.org/officeDocument/2006/relationships/customXml" Target="../ink/ink103.xml"/><Relationship Id="rId17" Type="http://schemas.openxmlformats.org/officeDocument/2006/relationships/image" Target="../media/image113.png"/><Relationship Id="rId25" Type="http://schemas.openxmlformats.org/officeDocument/2006/relationships/image" Target="../media/image117.png"/><Relationship Id="rId33" Type="http://schemas.openxmlformats.org/officeDocument/2006/relationships/image" Target="../media/image121.png"/><Relationship Id="rId2" Type="http://schemas.openxmlformats.org/officeDocument/2006/relationships/customXml" Target="../ink/ink98.xml"/><Relationship Id="rId16" Type="http://schemas.openxmlformats.org/officeDocument/2006/relationships/customXml" Target="../ink/ink105.xml"/><Relationship Id="rId20" Type="http://schemas.openxmlformats.org/officeDocument/2006/relationships/customXml" Target="../ink/ink107.xml"/><Relationship Id="rId29"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customXml" Target="../ink/ink100.xml"/><Relationship Id="rId11" Type="http://schemas.openxmlformats.org/officeDocument/2006/relationships/image" Target="../media/image110.png"/><Relationship Id="rId24" Type="http://schemas.openxmlformats.org/officeDocument/2006/relationships/customXml" Target="../ink/ink109.xml"/><Relationship Id="rId32" Type="http://schemas.openxmlformats.org/officeDocument/2006/relationships/customXml" Target="../ink/ink113.xml"/><Relationship Id="rId5" Type="http://schemas.openxmlformats.org/officeDocument/2006/relationships/image" Target="../media/image107.png"/><Relationship Id="rId15" Type="http://schemas.openxmlformats.org/officeDocument/2006/relationships/image" Target="../media/image112.png"/><Relationship Id="rId23" Type="http://schemas.openxmlformats.org/officeDocument/2006/relationships/image" Target="../media/image116.png"/><Relationship Id="rId28" Type="http://schemas.openxmlformats.org/officeDocument/2006/relationships/customXml" Target="../ink/ink111.xml"/><Relationship Id="rId10" Type="http://schemas.openxmlformats.org/officeDocument/2006/relationships/customXml" Target="../ink/ink102.xml"/><Relationship Id="rId19" Type="http://schemas.openxmlformats.org/officeDocument/2006/relationships/image" Target="../media/image114.png"/><Relationship Id="rId31" Type="http://schemas.openxmlformats.org/officeDocument/2006/relationships/image" Target="../media/image120.png"/><Relationship Id="rId4" Type="http://schemas.openxmlformats.org/officeDocument/2006/relationships/customXml" Target="../ink/ink99.xml"/><Relationship Id="rId9" Type="http://schemas.openxmlformats.org/officeDocument/2006/relationships/image" Target="../media/image109.png"/><Relationship Id="rId14" Type="http://schemas.openxmlformats.org/officeDocument/2006/relationships/customXml" Target="../ink/ink104.xml"/><Relationship Id="rId22" Type="http://schemas.openxmlformats.org/officeDocument/2006/relationships/customXml" Target="../ink/ink108.xml"/><Relationship Id="rId27" Type="http://schemas.openxmlformats.org/officeDocument/2006/relationships/image" Target="../media/image118.png"/><Relationship Id="rId30" Type="http://schemas.openxmlformats.org/officeDocument/2006/relationships/customXml" Target="../ink/ink112.xml"/><Relationship Id="rId8" Type="http://schemas.openxmlformats.org/officeDocument/2006/relationships/customXml" Target="../ink/ink101.xml"/></Relationships>
</file>

<file path=ppt/slides/_rels/slide1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customXml" Target="../ink/ink114.xml"/><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customXml" Target="../ink/ink1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customXml" Target="../ink/ink119.xml"/><Relationship Id="rId3" Type="http://schemas.openxmlformats.org/officeDocument/2006/relationships/image" Target="../media/image124.png"/><Relationship Id="rId7" Type="http://schemas.openxmlformats.org/officeDocument/2006/relationships/image" Target="../media/image126.png"/><Relationship Id="rId2" Type="http://schemas.openxmlformats.org/officeDocument/2006/relationships/customXml" Target="../ink/ink116.xml"/><Relationship Id="rId1" Type="http://schemas.openxmlformats.org/officeDocument/2006/relationships/slideLayout" Target="../slideLayouts/slideLayout7.xml"/><Relationship Id="rId6" Type="http://schemas.openxmlformats.org/officeDocument/2006/relationships/customXml" Target="../ink/ink118.xml"/><Relationship Id="rId11" Type="http://schemas.openxmlformats.org/officeDocument/2006/relationships/image" Target="../media/image128.png"/><Relationship Id="rId5" Type="http://schemas.openxmlformats.org/officeDocument/2006/relationships/image" Target="../media/image125.png"/><Relationship Id="rId10" Type="http://schemas.openxmlformats.org/officeDocument/2006/relationships/customXml" Target="../ink/ink120.xml"/><Relationship Id="rId4" Type="http://schemas.openxmlformats.org/officeDocument/2006/relationships/customXml" Target="../ink/ink117.xml"/><Relationship Id="rId9" Type="http://schemas.openxmlformats.org/officeDocument/2006/relationships/image" Target="../media/image1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customXml" Target="../ink/ink12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3" Type="http://schemas.openxmlformats.org/officeDocument/2006/relationships/customXml" Target="../ink/ink127.xml"/><Relationship Id="rId18" Type="http://schemas.openxmlformats.org/officeDocument/2006/relationships/image" Target="../media/image138.png"/><Relationship Id="rId26" Type="http://schemas.openxmlformats.org/officeDocument/2006/relationships/image" Target="../media/image142.png"/><Relationship Id="rId39" Type="http://schemas.openxmlformats.org/officeDocument/2006/relationships/customXml" Target="../ink/ink140.xml"/><Relationship Id="rId21" Type="http://schemas.openxmlformats.org/officeDocument/2006/relationships/customXml" Target="../ink/ink131.xml"/><Relationship Id="rId34" Type="http://schemas.openxmlformats.org/officeDocument/2006/relationships/image" Target="../media/image146.png"/><Relationship Id="rId42" Type="http://schemas.openxmlformats.org/officeDocument/2006/relationships/image" Target="../media/image150.png"/><Relationship Id="rId47" Type="http://schemas.openxmlformats.org/officeDocument/2006/relationships/customXml" Target="../ink/ink144.xml"/><Relationship Id="rId50" Type="http://schemas.openxmlformats.org/officeDocument/2006/relationships/image" Target="../media/image154.png"/><Relationship Id="rId7" Type="http://schemas.openxmlformats.org/officeDocument/2006/relationships/customXml" Target="../ink/ink124.xml"/><Relationship Id="rId2" Type="http://schemas.openxmlformats.org/officeDocument/2006/relationships/image" Target="../media/image7.png"/><Relationship Id="rId16" Type="http://schemas.openxmlformats.org/officeDocument/2006/relationships/image" Target="../media/image137.png"/><Relationship Id="rId29" Type="http://schemas.openxmlformats.org/officeDocument/2006/relationships/customXml" Target="../ink/ink135.xml"/><Relationship Id="rId11" Type="http://schemas.openxmlformats.org/officeDocument/2006/relationships/customXml" Target="../ink/ink126.xml"/><Relationship Id="rId24" Type="http://schemas.openxmlformats.org/officeDocument/2006/relationships/image" Target="../media/image141.png"/><Relationship Id="rId32" Type="http://schemas.openxmlformats.org/officeDocument/2006/relationships/image" Target="../media/image145.png"/><Relationship Id="rId37" Type="http://schemas.openxmlformats.org/officeDocument/2006/relationships/customXml" Target="../ink/ink139.xml"/><Relationship Id="rId40" Type="http://schemas.openxmlformats.org/officeDocument/2006/relationships/image" Target="../media/image149.png"/><Relationship Id="rId45" Type="http://schemas.openxmlformats.org/officeDocument/2006/relationships/customXml" Target="../ink/ink143.xml"/><Relationship Id="rId5" Type="http://schemas.openxmlformats.org/officeDocument/2006/relationships/customXml" Target="../ink/ink123.xml"/><Relationship Id="rId15" Type="http://schemas.openxmlformats.org/officeDocument/2006/relationships/customXml" Target="../ink/ink128.xml"/><Relationship Id="rId23" Type="http://schemas.openxmlformats.org/officeDocument/2006/relationships/customXml" Target="../ink/ink132.xml"/><Relationship Id="rId28" Type="http://schemas.openxmlformats.org/officeDocument/2006/relationships/image" Target="../media/image143.png"/><Relationship Id="rId36" Type="http://schemas.openxmlformats.org/officeDocument/2006/relationships/image" Target="../media/image147.png"/><Relationship Id="rId49" Type="http://schemas.openxmlformats.org/officeDocument/2006/relationships/customXml" Target="../ink/ink145.xml"/><Relationship Id="rId10" Type="http://schemas.openxmlformats.org/officeDocument/2006/relationships/image" Target="../media/image134.png"/><Relationship Id="rId19" Type="http://schemas.openxmlformats.org/officeDocument/2006/relationships/customXml" Target="../ink/ink130.xml"/><Relationship Id="rId31" Type="http://schemas.openxmlformats.org/officeDocument/2006/relationships/customXml" Target="../ink/ink136.xml"/><Relationship Id="rId44" Type="http://schemas.openxmlformats.org/officeDocument/2006/relationships/image" Target="../media/image151.png"/><Relationship Id="rId4" Type="http://schemas.openxmlformats.org/officeDocument/2006/relationships/image" Target="../media/image131.png"/><Relationship Id="rId9" Type="http://schemas.openxmlformats.org/officeDocument/2006/relationships/customXml" Target="../ink/ink125.xml"/><Relationship Id="rId14" Type="http://schemas.openxmlformats.org/officeDocument/2006/relationships/image" Target="../media/image136.png"/><Relationship Id="rId22" Type="http://schemas.openxmlformats.org/officeDocument/2006/relationships/image" Target="../media/image140.png"/><Relationship Id="rId27" Type="http://schemas.openxmlformats.org/officeDocument/2006/relationships/customXml" Target="../ink/ink134.xml"/><Relationship Id="rId30" Type="http://schemas.openxmlformats.org/officeDocument/2006/relationships/image" Target="../media/image144.png"/><Relationship Id="rId35" Type="http://schemas.openxmlformats.org/officeDocument/2006/relationships/customXml" Target="../ink/ink138.xml"/><Relationship Id="rId43" Type="http://schemas.openxmlformats.org/officeDocument/2006/relationships/customXml" Target="../ink/ink142.xml"/><Relationship Id="rId48" Type="http://schemas.openxmlformats.org/officeDocument/2006/relationships/image" Target="../media/image153.png"/><Relationship Id="rId8" Type="http://schemas.openxmlformats.org/officeDocument/2006/relationships/image" Target="../media/image133.png"/><Relationship Id="rId3" Type="http://schemas.openxmlformats.org/officeDocument/2006/relationships/customXml" Target="../ink/ink122.xml"/><Relationship Id="rId12" Type="http://schemas.openxmlformats.org/officeDocument/2006/relationships/image" Target="../media/image135.png"/><Relationship Id="rId17" Type="http://schemas.openxmlformats.org/officeDocument/2006/relationships/customXml" Target="../ink/ink129.xml"/><Relationship Id="rId25" Type="http://schemas.openxmlformats.org/officeDocument/2006/relationships/customXml" Target="../ink/ink133.xml"/><Relationship Id="rId33" Type="http://schemas.openxmlformats.org/officeDocument/2006/relationships/customXml" Target="../ink/ink137.xml"/><Relationship Id="rId38" Type="http://schemas.openxmlformats.org/officeDocument/2006/relationships/image" Target="../media/image148.png"/><Relationship Id="rId46" Type="http://schemas.openxmlformats.org/officeDocument/2006/relationships/image" Target="../media/image152.png"/><Relationship Id="rId20" Type="http://schemas.openxmlformats.org/officeDocument/2006/relationships/image" Target="../media/image139.png"/><Relationship Id="rId41" Type="http://schemas.openxmlformats.org/officeDocument/2006/relationships/customXml" Target="../ink/ink141.xml"/><Relationship Id="rId1" Type="http://schemas.openxmlformats.org/officeDocument/2006/relationships/slideLayout" Target="../slideLayouts/slideLayout2.xml"/><Relationship Id="rId6" Type="http://schemas.openxmlformats.org/officeDocument/2006/relationships/image" Target="../media/image132.png"/></Relationships>
</file>

<file path=ppt/slides/_rels/slide20.xml.rels><?xml version="1.0" encoding="UTF-8" standalone="yes"?>
<Relationships xmlns="http://schemas.openxmlformats.org/package/2006/relationships"><Relationship Id="rId26" Type="http://schemas.openxmlformats.org/officeDocument/2006/relationships/customXml" Target="../ink/ink154.xml"/><Relationship Id="rId21" Type="http://schemas.openxmlformats.org/officeDocument/2006/relationships/image" Target="../media/image165.png"/><Relationship Id="rId34" Type="http://schemas.openxmlformats.org/officeDocument/2006/relationships/customXml" Target="../ink/ink158.xml"/><Relationship Id="rId42" Type="http://schemas.openxmlformats.org/officeDocument/2006/relationships/customXml" Target="../ink/ink162.xml"/><Relationship Id="rId47" Type="http://schemas.openxmlformats.org/officeDocument/2006/relationships/image" Target="../media/image178.png"/><Relationship Id="rId50" Type="http://schemas.openxmlformats.org/officeDocument/2006/relationships/customXml" Target="../ink/ink166.xml"/><Relationship Id="rId55" Type="http://schemas.openxmlformats.org/officeDocument/2006/relationships/image" Target="../media/image182.png"/><Relationship Id="rId63" Type="http://schemas.openxmlformats.org/officeDocument/2006/relationships/image" Target="../media/image186.png"/><Relationship Id="rId7" Type="http://schemas.openxmlformats.org/officeDocument/2006/relationships/image" Target="../media/image157.svg"/><Relationship Id="rId2" Type="http://schemas.openxmlformats.org/officeDocument/2006/relationships/image" Target="../media/image130.png"/><Relationship Id="rId16" Type="http://schemas.openxmlformats.org/officeDocument/2006/relationships/customXml" Target="../ink/ink149.xml"/><Relationship Id="rId29" Type="http://schemas.openxmlformats.org/officeDocument/2006/relationships/image" Target="../media/image169.png"/><Relationship Id="rId11" Type="http://schemas.openxmlformats.org/officeDocument/2006/relationships/image" Target="../media/image160.png"/><Relationship Id="rId24" Type="http://schemas.openxmlformats.org/officeDocument/2006/relationships/customXml" Target="../ink/ink153.xml"/><Relationship Id="rId32" Type="http://schemas.openxmlformats.org/officeDocument/2006/relationships/customXml" Target="../ink/ink157.xml"/><Relationship Id="rId37" Type="http://schemas.openxmlformats.org/officeDocument/2006/relationships/image" Target="../media/image173.png"/><Relationship Id="rId40" Type="http://schemas.openxmlformats.org/officeDocument/2006/relationships/customXml" Target="../ink/ink161.xml"/><Relationship Id="rId45" Type="http://schemas.openxmlformats.org/officeDocument/2006/relationships/image" Target="../media/image177.png"/><Relationship Id="rId53" Type="http://schemas.openxmlformats.org/officeDocument/2006/relationships/image" Target="../media/image181.png"/><Relationship Id="rId58" Type="http://schemas.openxmlformats.org/officeDocument/2006/relationships/customXml" Target="../ink/ink170.xml"/><Relationship Id="rId66" Type="http://schemas.openxmlformats.org/officeDocument/2006/relationships/customXml" Target="../ink/ink174.xml"/><Relationship Id="rId5" Type="http://schemas.openxmlformats.org/officeDocument/2006/relationships/hyperlink" Target="https://en.wikipedia.org/wiki/Mercury_Browser" TargetMode="External"/><Relationship Id="rId61" Type="http://schemas.openxmlformats.org/officeDocument/2006/relationships/image" Target="../media/image185.png"/><Relationship Id="rId19" Type="http://schemas.openxmlformats.org/officeDocument/2006/relationships/image" Target="../media/image164.png"/><Relationship Id="rId14" Type="http://schemas.openxmlformats.org/officeDocument/2006/relationships/customXml" Target="../ink/ink148.xml"/><Relationship Id="rId22" Type="http://schemas.openxmlformats.org/officeDocument/2006/relationships/customXml" Target="../ink/ink152.xml"/><Relationship Id="rId27" Type="http://schemas.openxmlformats.org/officeDocument/2006/relationships/image" Target="../media/image168.png"/><Relationship Id="rId30" Type="http://schemas.openxmlformats.org/officeDocument/2006/relationships/customXml" Target="../ink/ink156.xml"/><Relationship Id="rId35" Type="http://schemas.openxmlformats.org/officeDocument/2006/relationships/image" Target="../media/image172.png"/><Relationship Id="rId43" Type="http://schemas.openxmlformats.org/officeDocument/2006/relationships/image" Target="../media/image176.png"/><Relationship Id="rId48" Type="http://schemas.openxmlformats.org/officeDocument/2006/relationships/customXml" Target="../ink/ink165.xml"/><Relationship Id="rId56" Type="http://schemas.openxmlformats.org/officeDocument/2006/relationships/customXml" Target="../ink/ink169.xml"/><Relationship Id="rId64" Type="http://schemas.openxmlformats.org/officeDocument/2006/relationships/customXml" Target="../ink/ink173.xml"/><Relationship Id="rId8" Type="http://schemas.openxmlformats.org/officeDocument/2006/relationships/image" Target="../media/image158.png"/><Relationship Id="rId51" Type="http://schemas.openxmlformats.org/officeDocument/2006/relationships/image" Target="../media/image180.png"/><Relationship Id="rId3" Type="http://schemas.openxmlformats.org/officeDocument/2006/relationships/hyperlink" Target="https://stackoverflow.com/questions/23439339/three-js-technique-for-turning-a-transparent-png-into-a-3d-card-with-the-geo" TargetMode="External"/><Relationship Id="rId12" Type="http://schemas.openxmlformats.org/officeDocument/2006/relationships/customXml" Target="../ink/ink147.xml"/><Relationship Id="rId17" Type="http://schemas.openxmlformats.org/officeDocument/2006/relationships/image" Target="../media/image163.png"/><Relationship Id="rId25" Type="http://schemas.openxmlformats.org/officeDocument/2006/relationships/image" Target="../media/image167.png"/><Relationship Id="rId33" Type="http://schemas.openxmlformats.org/officeDocument/2006/relationships/image" Target="../media/image171.png"/><Relationship Id="rId38" Type="http://schemas.openxmlformats.org/officeDocument/2006/relationships/customXml" Target="../ink/ink160.xml"/><Relationship Id="rId46" Type="http://schemas.openxmlformats.org/officeDocument/2006/relationships/customXml" Target="../ink/ink164.xml"/><Relationship Id="rId59" Type="http://schemas.openxmlformats.org/officeDocument/2006/relationships/image" Target="../media/image184.png"/><Relationship Id="rId67" Type="http://schemas.openxmlformats.org/officeDocument/2006/relationships/image" Target="../media/image188.png"/><Relationship Id="rId20" Type="http://schemas.openxmlformats.org/officeDocument/2006/relationships/customXml" Target="../ink/ink151.xml"/><Relationship Id="rId41" Type="http://schemas.openxmlformats.org/officeDocument/2006/relationships/image" Target="../media/image175.png"/><Relationship Id="rId54" Type="http://schemas.openxmlformats.org/officeDocument/2006/relationships/customXml" Target="../ink/ink168.xml"/><Relationship Id="rId62" Type="http://schemas.openxmlformats.org/officeDocument/2006/relationships/customXml" Target="../ink/ink172.xml"/><Relationship Id="rId1" Type="http://schemas.openxmlformats.org/officeDocument/2006/relationships/slideLayout" Target="../slideLayouts/slideLayout2.xml"/><Relationship Id="rId6" Type="http://schemas.openxmlformats.org/officeDocument/2006/relationships/image" Target="../media/image156.png"/><Relationship Id="rId15" Type="http://schemas.openxmlformats.org/officeDocument/2006/relationships/image" Target="../media/image162.png"/><Relationship Id="rId23" Type="http://schemas.openxmlformats.org/officeDocument/2006/relationships/image" Target="../media/image166.png"/><Relationship Id="rId28" Type="http://schemas.openxmlformats.org/officeDocument/2006/relationships/customXml" Target="../ink/ink155.xml"/><Relationship Id="rId36" Type="http://schemas.openxmlformats.org/officeDocument/2006/relationships/customXml" Target="../ink/ink159.xml"/><Relationship Id="rId49" Type="http://schemas.openxmlformats.org/officeDocument/2006/relationships/image" Target="../media/image179.png"/><Relationship Id="rId57" Type="http://schemas.openxmlformats.org/officeDocument/2006/relationships/image" Target="../media/image183.png"/><Relationship Id="rId10" Type="http://schemas.openxmlformats.org/officeDocument/2006/relationships/customXml" Target="../ink/ink146.xml"/><Relationship Id="rId31" Type="http://schemas.openxmlformats.org/officeDocument/2006/relationships/image" Target="../media/image170.png"/><Relationship Id="rId44" Type="http://schemas.openxmlformats.org/officeDocument/2006/relationships/customXml" Target="../ink/ink163.xml"/><Relationship Id="rId52" Type="http://schemas.openxmlformats.org/officeDocument/2006/relationships/customXml" Target="../ink/ink167.xml"/><Relationship Id="rId60" Type="http://schemas.openxmlformats.org/officeDocument/2006/relationships/customXml" Target="../ink/ink171.xml"/><Relationship Id="rId65" Type="http://schemas.openxmlformats.org/officeDocument/2006/relationships/image" Target="../media/image187.png"/><Relationship Id="rId4" Type="http://schemas.openxmlformats.org/officeDocument/2006/relationships/image" Target="../media/image155.png"/><Relationship Id="rId9" Type="http://schemas.openxmlformats.org/officeDocument/2006/relationships/hyperlink" Target="https://commons.wikimedia.org/wiki/File:Application-certificate.svg" TargetMode="External"/><Relationship Id="rId13" Type="http://schemas.openxmlformats.org/officeDocument/2006/relationships/image" Target="../media/image161.png"/><Relationship Id="rId18" Type="http://schemas.openxmlformats.org/officeDocument/2006/relationships/customXml" Target="../ink/ink150.xml"/><Relationship Id="rId39" Type="http://schemas.openxmlformats.org/officeDocument/2006/relationships/image" Target="../media/image17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3" Type="http://schemas.openxmlformats.org/officeDocument/2006/relationships/customXml" Target="../ink/ink180.xml"/><Relationship Id="rId18" Type="http://schemas.openxmlformats.org/officeDocument/2006/relationships/image" Target="../media/image196.png"/><Relationship Id="rId26" Type="http://schemas.openxmlformats.org/officeDocument/2006/relationships/image" Target="../media/image200.png"/><Relationship Id="rId39" Type="http://schemas.openxmlformats.org/officeDocument/2006/relationships/customXml" Target="../ink/ink193.xml"/><Relationship Id="rId21" Type="http://schemas.openxmlformats.org/officeDocument/2006/relationships/customXml" Target="../ink/ink184.xml"/><Relationship Id="rId34" Type="http://schemas.openxmlformats.org/officeDocument/2006/relationships/image" Target="../media/image204.png"/><Relationship Id="rId42" Type="http://schemas.openxmlformats.org/officeDocument/2006/relationships/image" Target="../media/image208.png"/><Relationship Id="rId7" Type="http://schemas.openxmlformats.org/officeDocument/2006/relationships/customXml" Target="../ink/ink177.xml"/><Relationship Id="rId2" Type="http://schemas.openxmlformats.org/officeDocument/2006/relationships/notesSlide" Target="../notesSlides/notesSlide7.xml"/><Relationship Id="rId16" Type="http://schemas.openxmlformats.org/officeDocument/2006/relationships/image" Target="../media/image195.png"/><Relationship Id="rId29" Type="http://schemas.openxmlformats.org/officeDocument/2006/relationships/customXml" Target="../ink/ink188.xml"/><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customXml" Target="../ink/ink179.xml"/><Relationship Id="rId24" Type="http://schemas.openxmlformats.org/officeDocument/2006/relationships/image" Target="../media/image199.png"/><Relationship Id="rId32" Type="http://schemas.openxmlformats.org/officeDocument/2006/relationships/image" Target="../media/image203.png"/><Relationship Id="rId37" Type="http://schemas.openxmlformats.org/officeDocument/2006/relationships/customXml" Target="../ink/ink192.xml"/><Relationship Id="rId40" Type="http://schemas.openxmlformats.org/officeDocument/2006/relationships/image" Target="../media/image207.png"/><Relationship Id="rId45" Type="http://schemas.openxmlformats.org/officeDocument/2006/relationships/customXml" Target="../ink/ink196.xml"/><Relationship Id="rId5" Type="http://schemas.openxmlformats.org/officeDocument/2006/relationships/customXml" Target="../ink/ink176.xml"/><Relationship Id="rId15" Type="http://schemas.openxmlformats.org/officeDocument/2006/relationships/customXml" Target="../ink/ink181.xml"/><Relationship Id="rId23" Type="http://schemas.openxmlformats.org/officeDocument/2006/relationships/customXml" Target="../ink/ink185.xml"/><Relationship Id="rId28" Type="http://schemas.openxmlformats.org/officeDocument/2006/relationships/image" Target="../media/image201.png"/><Relationship Id="rId36" Type="http://schemas.openxmlformats.org/officeDocument/2006/relationships/image" Target="../media/image205.png"/><Relationship Id="rId10" Type="http://schemas.openxmlformats.org/officeDocument/2006/relationships/image" Target="../media/image192.png"/><Relationship Id="rId19" Type="http://schemas.openxmlformats.org/officeDocument/2006/relationships/customXml" Target="../ink/ink183.xml"/><Relationship Id="rId31" Type="http://schemas.openxmlformats.org/officeDocument/2006/relationships/customXml" Target="../ink/ink189.xml"/><Relationship Id="rId44" Type="http://schemas.openxmlformats.org/officeDocument/2006/relationships/image" Target="../media/image209.png"/><Relationship Id="rId4" Type="http://schemas.openxmlformats.org/officeDocument/2006/relationships/image" Target="../media/image189.png"/><Relationship Id="rId9" Type="http://schemas.openxmlformats.org/officeDocument/2006/relationships/customXml" Target="../ink/ink178.xml"/><Relationship Id="rId14" Type="http://schemas.openxmlformats.org/officeDocument/2006/relationships/image" Target="../media/image194.png"/><Relationship Id="rId22" Type="http://schemas.openxmlformats.org/officeDocument/2006/relationships/image" Target="../media/image198.png"/><Relationship Id="rId27" Type="http://schemas.openxmlformats.org/officeDocument/2006/relationships/customXml" Target="../ink/ink187.xml"/><Relationship Id="rId30" Type="http://schemas.openxmlformats.org/officeDocument/2006/relationships/image" Target="../media/image202.png"/><Relationship Id="rId35" Type="http://schemas.openxmlformats.org/officeDocument/2006/relationships/customXml" Target="../ink/ink191.xml"/><Relationship Id="rId43" Type="http://schemas.openxmlformats.org/officeDocument/2006/relationships/customXml" Target="../ink/ink195.xml"/><Relationship Id="rId8" Type="http://schemas.openxmlformats.org/officeDocument/2006/relationships/image" Target="../media/image191.png"/><Relationship Id="rId3" Type="http://schemas.openxmlformats.org/officeDocument/2006/relationships/customXml" Target="../ink/ink175.xml"/><Relationship Id="rId12" Type="http://schemas.openxmlformats.org/officeDocument/2006/relationships/image" Target="../media/image193.png"/><Relationship Id="rId17" Type="http://schemas.openxmlformats.org/officeDocument/2006/relationships/customXml" Target="../ink/ink182.xml"/><Relationship Id="rId25" Type="http://schemas.openxmlformats.org/officeDocument/2006/relationships/customXml" Target="../ink/ink186.xml"/><Relationship Id="rId33" Type="http://schemas.openxmlformats.org/officeDocument/2006/relationships/customXml" Target="../ink/ink190.xml"/><Relationship Id="rId38" Type="http://schemas.openxmlformats.org/officeDocument/2006/relationships/image" Target="../media/image206.png"/><Relationship Id="rId46" Type="http://schemas.openxmlformats.org/officeDocument/2006/relationships/image" Target="../media/image210.png"/><Relationship Id="rId20" Type="http://schemas.openxmlformats.org/officeDocument/2006/relationships/image" Target="../media/image197.png"/><Relationship Id="rId41" Type="http://schemas.openxmlformats.org/officeDocument/2006/relationships/customXml" Target="../ink/ink194.xml"/></Relationships>
</file>

<file path=ppt/slides/_rels/slide24.xml.rels><?xml version="1.0" encoding="UTF-8" standalone="yes"?>
<Relationships xmlns="http://schemas.openxmlformats.org/package/2006/relationships"><Relationship Id="rId26" Type="http://schemas.openxmlformats.org/officeDocument/2006/relationships/customXml" Target="../ink/ink209.xml"/><Relationship Id="rId117" Type="http://schemas.openxmlformats.org/officeDocument/2006/relationships/image" Target="../media/image268.png"/><Relationship Id="rId21" Type="http://schemas.openxmlformats.org/officeDocument/2006/relationships/image" Target="../media/image220.png"/><Relationship Id="rId42" Type="http://schemas.openxmlformats.org/officeDocument/2006/relationships/customXml" Target="../ink/ink217.xml"/><Relationship Id="rId47" Type="http://schemas.openxmlformats.org/officeDocument/2006/relationships/image" Target="../media/image233.png"/><Relationship Id="rId63" Type="http://schemas.openxmlformats.org/officeDocument/2006/relationships/image" Target="../media/image241.png"/><Relationship Id="rId68" Type="http://schemas.openxmlformats.org/officeDocument/2006/relationships/customXml" Target="../ink/ink230.xml"/><Relationship Id="rId84" Type="http://schemas.openxmlformats.org/officeDocument/2006/relationships/customXml" Target="../ink/ink238.xml"/><Relationship Id="rId89" Type="http://schemas.openxmlformats.org/officeDocument/2006/relationships/image" Target="../media/image254.png"/><Relationship Id="rId112" Type="http://schemas.openxmlformats.org/officeDocument/2006/relationships/customXml" Target="../ink/ink252.xml"/><Relationship Id="rId16" Type="http://schemas.openxmlformats.org/officeDocument/2006/relationships/customXml" Target="../ink/ink204.xml"/><Relationship Id="rId107" Type="http://schemas.openxmlformats.org/officeDocument/2006/relationships/image" Target="../media/image263.png"/><Relationship Id="rId11" Type="http://schemas.openxmlformats.org/officeDocument/2006/relationships/image" Target="../media/image215.png"/><Relationship Id="rId32" Type="http://schemas.openxmlformats.org/officeDocument/2006/relationships/customXml" Target="../ink/ink212.xml"/><Relationship Id="rId37" Type="http://schemas.openxmlformats.org/officeDocument/2006/relationships/image" Target="../media/image228.png"/><Relationship Id="rId53" Type="http://schemas.openxmlformats.org/officeDocument/2006/relationships/image" Target="../media/image236.png"/><Relationship Id="rId58" Type="http://schemas.openxmlformats.org/officeDocument/2006/relationships/customXml" Target="../ink/ink225.xml"/><Relationship Id="rId74" Type="http://schemas.openxmlformats.org/officeDocument/2006/relationships/customXml" Target="../ink/ink233.xml"/><Relationship Id="rId79" Type="http://schemas.openxmlformats.org/officeDocument/2006/relationships/image" Target="../media/image249.png"/><Relationship Id="rId102" Type="http://schemas.openxmlformats.org/officeDocument/2006/relationships/customXml" Target="../ink/ink247.xml"/><Relationship Id="rId5" Type="http://schemas.openxmlformats.org/officeDocument/2006/relationships/image" Target="../media/image212.png"/><Relationship Id="rId90" Type="http://schemas.openxmlformats.org/officeDocument/2006/relationships/customXml" Target="../ink/ink241.xml"/><Relationship Id="rId95" Type="http://schemas.openxmlformats.org/officeDocument/2006/relationships/image" Target="../media/image257.png"/><Relationship Id="rId22" Type="http://schemas.openxmlformats.org/officeDocument/2006/relationships/customXml" Target="../ink/ink207.xml"/><Relationship Id="rId27" Type="http://schemas.openxmlformats.org/officeDocument/2006/relationships/image" Target="../media/image223.png"/><Relationship Id="rId43" Type="http://schemas.openxmlformats.org/officeDocument/2006/relationships/image" Target="../media/image231.png"/><Relationship Id="rId48" Type="http://schemas.openxmlformats.org/officeDocument/2006/relationships/customXml" Target="../ink/ink220.xml"/><Relationship Id="rId64" Type="http://schemas.openxmlformats.org/officeDocument/2006/relationships/customXml" Target="../ink/ink228.xml"/><Relationship Id="rId69" Type="http://schemas.openxmlformats.org/officeDocument/2006/relationships/image" Target="../media/image244.png"/><Relationship Id="rId113" Type="http://schemas.openxmlformats.org/officeDocument/2006/relationships/image" Target="../media/image266.png"/><Relationship Id="rId118" Type="http://schemas.openxmlformats.org/officeDocument/2006/relationships/customXml" Target="../ink/ink255.xml"/><Relationship Id="rId80" Type="http://schemas.openxmlformats.org/officeDocument/2006/relationships/customXml" Target="../ink/ink236.xml"/><Relationship Id="rId85" Type="http://schemas.openxmlformats.org/officeDocument/2006/relationships/image" Target="../media/image252.png"/><Relationship Id="rId12" Type="http://schemas.openxmlformats.org/officeDocument/2006/relationships/customXml" Target="../ink/ink202.xml"/><Relationship Id="rId17" Type="http://schemas.openxmlformats.org/officeDocument/2006/relationships/image" Target="../media/image218.png"/><Relationship Id="rId33" Type="http://schemas.openxmlformats.org/officeDocument/2006/relationships/image" Target="../media/image226.png"/><Relationship Id="rId38" Type="http://schemas.openxmlformats.org/officeDocument/2006/relationships/customXml" Target="../ink/ink215.xml"/><Relationship Id="rId59" Type="http://schemas.openxmlformats.org/officeDocument/2006/relationships/image" Target="../media/image239.png"/><Relationship Id="rId103" Type="http://schemas.openxmlformats.org/officeDocument/2006/relationships/image" Target="../media/image261.png"/><Relationship Id="rId108" Type="http://schemas.openxmlformats.org/officeDocument/2006/relationships/customXml" Target="../ink/ink250.xml"/><Relationship Id="rId54" Type="http://schemas.openxmlformats.org/officeDocument/2006/relationships/customXml" Target="../ink/ink223.xml"/><Relationship Id="rId70" Type="http://schemas.openxmlformats.org/officeDocument/2006/relationships/customXml" Target="../ink/ink231.xml"/><Relationship Id="rId75" Type="http://schemas.openxmlformats.org/officeDocument/2006/relationships/image" Target="../media/image247.png"/><Relationship Id="rId91" Type="http://schemas.openxmlformats.org/officeDocument/2006/relationships/image" Target="../media/image255.png"/><Relationship Id="rId96" Type="http://schemas.openxmlformats.org/officeDocument/2006/relationships/customXml" Target="../ink/ink244.xml"/><Relationship Id="rId1" Type="http://schemas.openxmlformats.org/officeDocument/2006/relationships/slideLayout" Target="../slideLayouts/slideLayout3.xml"/><Relationship Id="rId6" Type="http://schemas.openxmlformats.org/officeDocument/2006/relationships/customXml" Target="../ink/ink199.xml"/><Relationship Id="rId23" Type="http://schemas.openxmlformats.org/officeDocument/2006/relationships/image" Target="../media/image221.png"/><Relationship Id="rId28" Type="http://schemas.openxmlformats.org/officeDocument/2006/relationships/customXml" Target="../ink/ink210.xml"/><Relationship Id="rId49" Type="http://schemas.openxmlformats.org/officeDocument/2006/relationships/image" Target="../media/image234.png"/><Relationship Id="rId114" Type="http://schemas.openxmlformats.org/officeDocument/2006/relationships/customXml" Target="../ink/ink253.xml"/><Relationship Id="rId119" Type="http://schemas.openxmlformats.org/officeDocument/2006/relationships/image" Target="../media/image269.png"/><Relationship Id="rId10" Type="http://schemas.openxmlformats.org/officeDocument/2006/relationships/customXml" Target="../ink/ink201.xml"/><Relationship Id="rId31" Type="http://schemas.openxmlformats.org/officeDocument/2006/relationships/image" Target="../media/image225.png"/><Relationship Id="rId44" Type="http://schemas.openxmlformats.org/officeDocument/2006/relationships/customXml" Target="../ink/ink218.xml"/><Relationship Id="rId52" Type="http://schemas.openxmlformats.org/officeDocument/2006/relationships/customXml" Target="../ink/ink222.xml"/><Relationship Id="rId60" Type="http://schemas.openxmlformats.org/officeDocument/2006/relationships/customXml" Target="../ink/ink226.xml"/><Relationship Id="rId65" Type="http://schemas.openxmlformats.org/officeDocument/2006/relationships/image" Target="../media/image242.png"/><Relationship Id="rId73" Type="http://schemas.openxmlformats.org/officeDocument/2006/relationships/image" Target="../media/image246.png"/><Relationship Id="rId78" Type="http://schemas.openxmlformats.org/officeDocument/2006/relationships/customXml" Target="../ink/ink235.xml"/><Relationship Id="rId81" Type="http://schemas.openxmlformats.org/officeDocument/2006/relationships/image" Target="../media/image250.png"/><Relationship Id="rId86" Type="http://schemas.openxmlformats.org/officeDocument/2006/relationships/customXml" Target="../ink/ink239.xml"/><Relationship Id="rId94" Type="http://schemas.openxmlformats.org/officeDocument/2006/relationships/customXml" Target="../ink/ink243.xml"/><Relationship Id="rId99" Type="http://schemas.openxmlformats.org/officeDocument/2006/relationships/image" Target="../media/image259.png"/><Relationship Id="rId101" Type="http://schemas.openxmlformats.org/officeDocument/2006/relationships/image" Target="../media/image260.png"/><Relationship Id="rId4" Type="http://schemas.openxmlformats.org/officeDocument/2006/relationships/customXml" Target="../ink/ink198.xml"/><Relationship Id="rId9" Type="http://schemas.openxmlformats.org/officeDocument/2006/relationships/image" Target="../media/image214.png"/><Relationship Id="rId13" Type="http://schemas.openxmlformats.org/officeDocument/2006/relationships/image" Target="../media/image216.png"/><Relationship Id="rId18" Type="http://schemas.openxmlformats.org/officeDocument/2006/relationships/customXml" Target="../ink/ink205.xml"/><Relationship Id="rId39" Type="http://schemas.openxmlformats.org/officeDocument/2006/relationships/image" Target="../media/image229.png"/><Relationship Id="rId109" Type="http://schemas.openxmlformats.org/officeDocument/2006/relationships/image" Target="../media/image264.png"/><Relationship Id="rId34" Type="http://schemas.openxmlformats.org/officeDocument/2006/relationships/customXml" Target="../ink/ink213.xml"/><Relationship Id="rId50" Type="http://schemas.openxmlformats.org/officeDocument/2006/relationships/customXml" Target="../ink/ink221.xml"/><Relationship Id="rId55" Type="http://schemas.openxmlformats.org/officeDocument/2006/relationships/image" Target="../media/image237.png"/><Relationship Id="rId76" Type="http://schemas.openxmlformats.org/officeDocument/2006/relationships/customXml" Target="../ink/ink234.xml"/><Relationship Id="rId97" Type="http://schemas.openxmlformats.org/officeDocument/2006/relationships/image" Target="../media/image258.png"/><Relationship Id="rId104" Type="http://schemas.openxmlformats.org/officeDocument/2006/relationships/customXml" Target="../ink/ink248.xml"/><Relationship Id="rId7" Type="http://schemas.openxmlformats.org/officeDocument/2006/relationships/image" Target="../media/image213.png"/><Relationship Id="rId71" Type="http://schemas.openxmlformats.org/officeDocument/2006/relationships/image" Target="../media/image245.png"/><Relationship Id="rId92" Type="http://schemas.openxmlformats.org/officeDocument/2006/relationships/customXml" Target="../ink/ink242.xml"/><Relationship Id="rId2" Type="http://schemas.openxmlformats.org/officeDocument/2006/relationships/customXml" Target="../ink/ink197.xml"/><Relationship Id="rId29" Type="http://schemas.openxmlformats.org/officeDocument/2006/relationships/image" Target="../media/image224.png"/><Relationship Id="rId24" Type="http://schemas.openxmlformats.org/officeDocument/2006/relationships/customXml" Target="../ink/ink208.xml"/><Relationship Id="rId40" Type="http://schemas.openxmlformats.org/officeDocument/2006/relationships/customXml" Target="../ink/ink216.xml"/><Relationship Id="rId45" Type="http://schemas.openxmlformats.org/officeDocument/2006/relationships/image" Target="../media/image232.png"/><Relationship Id="rId66" Type="http://schemas.openxmlformats.org/officeDocument/2006/relationships/customXml" Target="../ink/ink229.xml"/><Relationship Id="rId87" Type="http://schemas.openxmlformats.org/officeDocument/2006/relationships/image" Target="../media/image253.png"/><Relationship Id="rId110" Type="http://schemas.openxmlformats.org/officeDocument/2006/relationships/customXml" Target="../ink/ink251.xml"/><Relationship Id="rId115" Type="http://schemas.openxmlformats.org/officeDocument/2006/relationships/image" Target="../media/image267.png"/><Relationship Id="rId61" Type="http://schemas.openxmlformats.org/officeDocument/2006/relationships/image" Target="../media/image240.png"/><Relationship Id="rId82" Type="http://schemas.openxmlformats.org/officeDocument/2006/relationships/customXml" Target="../ink/ink237.xml"/><Relationship Id="rId19" Type="http://schemas.openxmlformats.org/officeDocument/2006/relationships/image" Target="../media/image219.png"/><Relationship Id="rId14" Type="http://schemas.openxmlformats.org/officeDocument/2006/relationships/customXml" Target="../ink/ink203.xml"/><Relationship Id="rId30" Type="http://schemas.openxmlformats.org/officeDocument/2006/relationships/customXml" Target="../ink/ink211.xml"/><Relationship Id="rId35" Type="http://schemas.openxmlformats.org/officeDocument/2006/relationships/image" Target="../media/image227.png"/><Relationship Id="rId56" Type="http://schemas.openxmlformats.org/officeDocument/2006/relationships/customXml" Target="../ink/ink224.xml"/><Relationship Id="rId77" Type="http://schemas.openxmlformats.org/officeDocument/2006/relationships/image" Target="../media/image248.png"/><Relationship Id="rId100" Type="http://schemas.openxmlformats.org/officeDocument/2006/relationships/customXml" Target="../ink/ink246.xml"/><Relationship Id="rId105" Type="http://schemas.openxmlformats.org/officeDocument/2006/relationships/image" Target="../media/image262.png"/><Relationship Id="rId8" Type="http://schemas.openxmlformats.org/officeDocument/2006/relationships/customXml" Target="../ink/ink200.xml"/><Relationship Id="rId51" Type="http://schemas.openxmlformats.org/officeDocument/2006/relationships/image" Target="../media/image235.png"/><Relationship Id="rId72" Type="http://schemas.openxmlformats.org/officeDocument/2006/relationships/customXml" Target="../ink/ink232.xml"/><Relationship Id="rId93" Type="http://schemas.openxmlformats.org/officeDocument/2006/relationships/image" Target="../media/image256.png"/><Relationship Id="rId98" Type="http://schemas.openxmlformats.org/officeDocument/2006/relationships/customXml" Target="../ink/ink245.xml"/><Relationship Id="rId3" Type="http://schemas.openxmlformats.org/officeDocument/2006/relationships/image" Target="../media/image211.png"/><Relationship Id="rId25" Type="http://schemas.openxmlformats.org/officeDocument/2006/relationships/image" Target="../media/image222.png"/><Relationship Id="rId46" Type="http://schemas.openxmlformats.org/officeDocument/2006/relationships/customXml" Target="../ink/ink219.xml"/><Relationship Id="rId67" Type="http://schemas.openxmlformats.org/officeDocument/2006/relationships/image" Target="../media/image243.png"/><Relationship Id="rId116" Type="http://schemas.openxmlformats.org/officeDocument/2006/relationships/customXml" Target="../ink/ink254.xml"/><Relationship Id="rId20" Type="http://schemas.openxmlformats.org/officeDocument/2006/relationships/customXml" Target="../ink/ink206.xml"/><Relationship Id="rId41" Type="http://schemas.openxmlformats.org/officeDocument/2006/relationships/image" Target="../media/image230.png"/><Relationship Id="rId62" Type="http://schemas.openxmlformats.org/officeDocument/2006/relationships/customXml" Target="../ink/ink227.xml"/><Relationship Id="rId83" Type="http://schemas.openxmlformats.org/officeDocument/2006/relationships/image" Target="../media/image251.png"/><Relationship Id="rId88" Type="http://schemas.openxmlformats.org/officeDocument/2006/relationships/customXml" Target="../ink/ink240.xml"/><Relationship Id="rId111" Type="http://schemas.openxmlformats.org/officeDocument/2006/relationships/image" Target="../media/image265.png"/><Relationship Id="rId15" Type="http://schemas.openxmlformats.org/officeDocument/2006/relationships/image" Target="../media/image217.png"/><Relationship Id="rId36" Type="http://schemas.openxmlformats.org/officeDocument/2006/relationships/customXml" Target="../ink/ink214.xml"/><Relationship Id="rId57" Type="http://schemas.openxmlformats.org/officeDocument/2006/relationships/image" Target="../media/image238.png"/><Relationship Id="rId106" Type="http://schemas.openxmlformats.org/officeDocument/2006/relationships/customXml" Target="../ink/ink24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hyperlink" Target="https://stackoverflow.com/questions/23439339/three-js-technique-for-turning-a-transparent-png-into-a-3d-card-with-the-geo" TargetMode="External"/><Relationship Id="rId7" Type="http://schemas.openxmlformats.org/officeDocument/2006/relationships/image" Target="../media/image157.sv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hyperlink" Target="https://en.wikipedia.org/wiki/Mercury_Browser" TargetMode="External"/><Relationship Id="rId4" Type="http://schemas.openxmlformats.org/officeDocument/2006/relationships/image" Target="../media/image155.png"/><Relationship Id="rId9" Type="http://schemas.openxmlformats.org/officeDocument/2006/relationships/hyperlink" Target="https://commons.wikimedia.org/wiki/File:Application-certificate.svg"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70.png"/><Relationship Id="rId7" Type="http://schemas.openxmlformats.org/officeDocument/2006/relationships/image" Target="../media/image274.png"/><Relationship Id="rId2" Type="http://schemas.openxmlformats.org/officeDocument/2006/relationships/image" Target="../media/image159.png"/><Relationship Id="rId1" Type="http://schemas.openxmlformats.org/officeDocument/2006/relationships/slideLayout" Target="../slideLayouts/slideLayout9.xml"/><Relationship Id="rId6" Type="http://schemas.openxmlformats.org/officeDocument/2006/relationships/image" Target="../media/image273.png"/><Relationship Id="rId5" Type="http://schemas.openxmlformats.org/officeDocument/2006/relationships/image" Target="../media/image272.png"/><Relationship Id="rId4" Type="http://schemas.openxmlformats.org/officeDocument/2006/relationships/image" Target="../media/image27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customXml" Target="../ink/ink25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23392" y="2080609"/>
            <a:ext cx="10585176" cy="1569660"/>
          </a:xfrm>
        </p:spPr>
        <p:txBody>
          <a:bodyPr/>
          <a:lstStyle/>
          <a:p>
            <a:pPr eaLnBrk="1" hangingPunct="1"/>
            <a:r>
              <a:rPr lang="en-US" sz="4800" dirty="0"/>
              <a:t>CS440 Foundation of Cybersecurity</a:t>
            </a:r>
          </a:p>
        </p:txBody>
      </p:sp>
      <p:sp>
        <p:nvSpPr>
          <p:cNvPr id="2" name="Subtitle 1"/>
          <p:cNvSpPr>
            <a:spLocks noGrp="1"/>
          </p:cNvSpPr>
          <p:nvPr>
            <p:ph type="subTitle" idx="1"/>
          </p:nvPr>
        </p:nvSpPr>
        <p:spPr/>
        <p:txBody>
          <a:bodyPr/>
          <a:lstStyle/>
          <a:p>
            <a:r>
              <a:rPr lang="en-US" dirty="0"/>
              <a:t>Week 5: Public Key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492" y="70946"/>
            <a:ext cx="8305800" cy="641350"/>
          </a:xfrm>
        </p:spPr>
        <p:txBody>
          <a:bodyPr/>
          <a:lstStyle/>
          <a:p>
            <a:r>
              <a:rPr lang="en-US" dirty="0"/>
              <a:t>Recap of Week 4</a:t>
            </a:r>
          </a:p>
        </p:txBody>
      </p:sp>
      <p:sp>
        <p:nvSpPr>
          <p:cNvPr id="3" name="Content Placeholder 2"/>
          <p:cNvSpPr>
            <a:spLocks noGrp="1"/>
          </p:cNvSpPr>
          <p:nvPr>
            <p:ph idx="1"/>
          </p:nvPr>
        </p:nvSpPr>
        <p:spPr>
          <a:xfrm>
            <a:off x="759492" y="980728"/>
            <a:ext cx="10737108" cy="4093428"/>
          </a:xfrm>
        </p:spPr>
        <p:txBody>
          <a:bodyPr/>
          <a:lstStyle/>
          <a:p>
            <a:r>
              <a:rPr lang="en-US" sz="2400" dirty="0"/>
              <a:t>Integrity: to detect whether data is modified by an unauthorized entity</a:t>
            </a:r>
          </a:p>
          <a:p>
            <a:r>
              <a:rPr lang="en-US" sz="2400" dirty="0"/>
              <a:t>High level idea: message + tag with two principles: (1) tag is generated using a secret; (2) tag is closely bound to message.</a:t>
            </a:r>
          </a:p>
          <a:p>
            <a:r>
              <a:rPr lang="en-US" sz="2400" dirty="0"/>
              <a:t>Symmetric key based solution:</a:t>
            </a:r>
          </a:p>
          <a:p>
            <a:pPr lvl="1"/>
            <a:r>
              <a:rPr lang="en-US" sz="2000" dirty="0"/>
              <a:t>HMAC: use a hash function with a key. Understand the three properties of a hash function.</a:t>
            </a:r>
          </a:p>
          <a:p>
            <a:r>
              <a:rPr lang="en-US" sz="2400" dirty="0"/>
              <a:t>Asymmetric key based solution:</a:t>
            </a:r>
          </a:p>
          <a:p>
            <a:pPr lvl="1"/>
            <a:r>
              <a:rPr lang="en-US" sz="2000" dirty="0"/>
              <a:t>RSA signatures. Remember the steps of signing and verification.</a:t>
            </a:r>
            <a:endParaRPr lang="en-US" sz="2400" dirty="0"/>
          </a:p>
          <a:p>
            <a:r>
              <a:rPr lang="en-US" sz="2400" dirty="0"/>
              <a:t>Understand how to compare HMAC with RSA signatures</a:t>
            </a:r>
          </a:p>
          <a:p>
            <a:r>
              <a:rPr lang="en-US" sz="2400" dirty="0"/>
              <a:t>Understand how to use RSA signatures and RSA encryption.</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2</a:t>
            </a:fld>
            <a:endParaRPr lang="en-US"/>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F451368F-0442-C9F9-5C20-614F16DF2C08}"/>
                  </a:ext>
                </a:extLst>
              </p14:cNvPr>
              <p14:cNvContentPartPr/>
              <p14:nvPr/>
            </p14:nvContentPartPr>
            <p14:xfrm>
              <a:off x="8845218" y="3940128"/>
              <a:ext cx="959760" cy="476280"/>
            </p14:xfrm>
          </p:contentPart>
        </mc:Choice>
        <mc:Fallback xmlns="">
          <p:pic>
            <p:nvPicPr>
              <p:cNvPr id="16" name="Ink 15">
                <a:extLst>
                  <a:ext uri="{FF2B5EF4-FFF2-40B4-BE49-F238E27FC236}">
                    <a16:creationId xmlns:a16="http://schemas.microsoft.com/office/drawing/2014/main" id="{F451368F-0442-C9F9-5C20-614F16DF2C08}"/>
                  </a:ext>
                </a:extLst>
              </p:cNvPr>
              <p:cNvPicPr/>
              <p:nvPr/>
            </p:nvPicPr>
            <p:blipFill>
              <a:blip r:embed="rId3"/>
              <a:stretch>
                <a:fillRect/>
              </a:stretch>
            </p:blipFill>
            <p:spPr>
              <a:xfrm>
                <a:off x="8834778" y="3929328"/>
                <a:ext cx="98100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6" name="Ink 25">
                <a:extLst>
                  <a:ext uri="{FF2B5EF4-FFF2-40B4-BE49-F238E27FC236}">
                    <a16:creationId xmlns:a16="http://schemas.microsoft.com/office/drawing/2014/main" id="{F23A1B8D-C931-76E0-EE8F-47775FFAE6F8}"/>
                  </a:ext>
                </a:extLst>
              </p14:cNvPr>
              <p14:cNvContentPartPr/>
              <p14:nvPr/>
            </p14:nvContentPartPr>
            <p14:xfrm>
              <a:off x="9116196" y="4460240"/>
              <a:ext cx="671400" cy="199440"/>
            </p14:xfrm>
          </p:contentPart>
        </mc:Choice>
        <mc:Fallback xmlns="">
          <p:pic>
            <p:nvPicPr>
              <p:cNvPr id="26" name="Ink 25">
                <a:extLst>
                  <a:ext uri="{FF2B5EF4-FFF2-40B4-BE49-F238E27FC236}">
                    <a16:creationId xmlns:a16="http://schemas.microsoft.com/office/drawing/2014/main" id="{F23A1B8D-C931-76E0-EE8F-47775FFAE6F8}"/>
                  </a:ext>
                </a:extLst>
              </p:cNvPr>
              <p:cNvPicPr/>
              <p:nvPr/>
            </p:nvPicPr>
            <p:blipFill>
              <a:blip r:embed="rId5"/>
              <a:stretch>
                <a:fillRect/>
              </a:stretch>
            </p:blipFill>
            <p:spPr>
              <a:xfrm>
                <a:off x="9105396" y="4449440"/>
                <a:ext cx="6926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2" name="Ink 71">
                <a:extLst>
                  <a:ext uri="{FF2B5EF4-FFF2-40B4-BE49-F238E27FC236}">
                    <a16:creationId xmlns:a16="http://schemas.microsoft.com/office/drawing/2014/main" id="{0D7608B9-E986-2C4E-D8CD-2D4F034CE0B0}"/>
                  </a:ext>
                </a:extLst>
              </p14:cNvPr>
              <p14:cNvContentPartPr/>
              <p14:nvPr/>
            </p14:nvContentPartPr>
            <p14:xfrm>
              <a:off x="2403181" y="5154473"/>
              <a:ext cx="2756880" cy="1342019"/>
            </p14:xfrm>
          </p:contentPart>
        </mc:Choice>
        <mc:Fallback xmlns="">
          <p:pic>
            <p:nvPicPr>
              <p:cNvPr id="72" name="Ink 71">
                <a:extLst>
                  <a:ext uri="{FF2B5EF4-FFF2-40B4-BE49-F238E27FC236}">
                    <a16:creationId xmlns:a16="http://schemas.microsoft.com/office/drawing/2014/main" id="{0D7608B9-E986-2C4E-D8CD-2D4F034CE0B0}"/>
                  </a:ext>
                </a:extLst>
              </p:cNvPr>
              <p:cNvPicPr/>
              <p:nvPr/>
            </p:nvPicPr>
            <p:blipFill>
              <a:blip r:embed="rId7"/>
              <a:stretch>
                <a:fillRect/>
              </a:stretch>
            </p:blipFill>
            <p:spPr>
              <a:xfrm>
                <a:off x="2392741" y="5144033"/>
                <a:ext cx="2778120" cy="1363258"/>
              </a:xfrm>
              <a:prstGeom prst="rect">
                <a:avLst/>
              </a:prstGeom>
            </p:spPr>
          </p:pic>
        </mc:Fallback>
      </mc:AlternateContent>
    </p:spTree>
    <p:extLst>
      <p:ext uri="{BB962C8B-B14F-4D97-AF65-F5344CB8AC3E}">
        <p14:creationId xmlns:p14="http://schemas.microsoft.com/office/powerpoint/2010/main" val="2459907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522430" y="1268760"/>
            <a:ext cx="11190194" cy="3736407"/>
          </a:xfrm>
        </p:spPr>
        <p:txBody>
          <a:bodyPr/>
          <a:lstStyle/>
          <a:p>
            <a:r>
              <a:rPr lang="en-US" dirty="0"/>
              <a:t>Introduction of the concept of certificates and Public Key Infrastructure (PKI).</a:t>
            </a:r>
          </a:p>
          <a:p>
            <a:r>
              <a:rPr lang="en-US" dirty="0"/>
              <a:t>Four important procedures.</a:t>
            </a:r>
          </a:p>
          <a:p>
            <a:pPr lvl="1"/>
            <a:r>
              <a:rPr lang="en-US" dirty="0"/>
              <a:t>certificate request generation (by public key owner)</a:t>
            </a:r>
          </a:p>
          <a:p>
            <a:pPr lvl="1"/>
            <a:r>
              <a:rPr lang="en-US" dirty="0"/>
              <a:t>certificate issuance (by CA)</a:t>
            </a:r>
          </a:p>
          <a:p>
            <a:pPr lvl="1"/>
            <a:r>
              <a:rPr lang="en-US" dirty="0"/>
              <a:t>certificate verification (by verifier)</a:t>
            </a:r>
          </a:p>
          <a:p>
            <a:pPr lvl="1"/>
            <a:r>
              <a:rPr lang="en-US" dirty="0"/>
              <a:t>certificate revocation (by CA)</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3</a:t>
            </a:fld>
            <a:endParaRPr lang="en-US"/>
          </a:p>
        </p:txBody>
      </p:sp>
    </p:spTree>
    <p:extLst>
      <p:ext uri="{BB962C8B-B14F-4D97-AF65-F5344CB8AC3E}">
        <p14:creationId xmlns:p14="http://schemas.microsoft.com/office/powerpoint/2010/main" val="206128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Consider Hybrid Encryption</a:t>
            </a:r>
          </a:p>
        </p:txBody>
      </p:sp>
      <p:sp>
        <p:nvSpPr>
          <p:cNvPr id="4" name="Text Placeholder 3">
            <a:extLst>
              <a:ext uri="{FF2B5EF4-FFF2-40B4-BE49-F238E27FC236}">
                <a16:creationId xmlns:a16="http://schemas.microsoft.com/office/drawing/2014/main" id="{CE8B21B4-BDD8-9940-8CE5-DAF64F653F33}"/>
              </a:ext>
            </a:extLst>
          </p:cNvPr>
          <p:cNvSpPr>
            <a:spLocks noGrp="1"/>
          </p:cNvSpPr>
          <p:nvPr>
            <p:ph type="body" idx="11"/>
          </p:nvPr>
        </p:nvSpPr>
        <p:spPr/>
        <p:txBody>
          <a:bodyPr/>
          <a:lstStyle/>
          <a:p>
            <a:endParaRPr lang="en-US"/>
          </a:p>
        </p:txBody>
      </p:sp>
      <p:pic>
        <p:nvPicPr>
          <p:cNvPr id="28" name="Picture 27">
            <a:extLst>
              <a:ext uri="{FF2B5EF4-FFF2-40B4-BE49-F238E27FC236}">
                <a16:creationId xmlns:a16="http://schemas.microsoft.com/office/drawing/2014/main" id="{826CB157-F202-3A46-B1A2-D57D3DCCFCC6}"/>
              </a:ext>
            </a:extLst>
          </p:cNvPr>
          <p:cNvPicPr>
            <a:picLocks noChangeAspect="1"/>
          </p:cNvPicPr>
          <p:nvPr/>
        </p:nvPicPr>
        <p:blipFill>
          <a:blip r:embed="rId2" cstate="print"/>
          <a:stretch>
            <a:fillRect/>
          </a:stretch>
        </p:blipFill>
        <p:spPr>
          <a:xfrm>
            <a:off x="2476500" y="1973262"/>
            <a:ext cx="1143000" cy="1287162"/>
          </a:xfrm>
          <a:prstGeom prst="rect">
            <a:avLst/>
          </a:prstGeom>
        </p:spPr>
      </p:pic>
      <p:sp>
        <p:nvSpPr>
          <p:cNvPr id="29" name="TextBox 28">
            <a:extLst>
              <a:ext uri="{FF2B5EF4-FFF2-40B4-BE49-F238E27FC236}">
                <a16:creationId xmlns:a16="http://schemas.microsoft.com/office/drawing/2014/main" id="{912F48EC-2361-774D-8B06-858B8C82A191}"/>
              </a:ext>
            </a:extLst>
          </p:cNvPr>
          <p:cNvSpPr txBox="1"/>
          <p:nvPr/>
        </p:nvSpPr>
        <p:spPr>
          <a:xfrm>
            <a:off x="2628900" y="1439862"/>
            <a:ext cx="86398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Alice</a:t>
            </a:r>
          </a:p>
        </p:txBody>
      </p:sp>
      <p:pic>
        <p:nvPicPr>
          <p:cNvPr id="30" name="Picture 29">
            <a:extLst>
              <a:ext uri="{FF2B5EF4-FFF2-40B4-BE49-F238E27FC236}">
                <a16:creationId xmlns:a16="http://schemas.microsoft.com/office/drawing/2014/main" id="{46F0E430-FD97-0142-B61A-CABD851BF2EA}"/>
              </a:ext>
            </a:extLst>
          </p:cNvPr>
          <p:cNvPicPr>
            <a:picLocks noChangeAspect="1"/>
          </p:cNvPicPr>
          <p:nvPr/>
        </p:nvPicPr>
        <p:blipFill>
          <a:blip r:embed="rId3" cstate="print"/>
          <a:stretch>
            <a:fillRect/>
          </a:stretch>
        </p:blipFill>
        <p:spPr>
          <a:xfrm>
            <a:off x="8801100" y="2049462"/>
            <a:ext cx="914400" cy="1082842"/>
          </a:xfrm>
          <a:prstGeom prst="rect">
            <a:avLst/>
          </a:prstGeom>
        </p:spPr>
      </p:pic>
      <p:sp>
        <p:nvSpPr>
          <p:cNvPr id="31" name="TextBox 30">
            <a:extLst>
              <a:ext uri="{FF2B5EF4-FFF2-40B4-BE49-F238E27FC236}">
                <a16:creationId xmlns:a16="http://schemas.microsoft.com/office/drawing/2014/main" id="{00BA6CAC-D291-464F-8F7C-EB6A86136ECA}"/>
              </a:ext>
            </a:extLst>
          </p:cNvPr>
          <p:cNvSpPr txBox="1"/>
          <p:nvPr/>
        </p:nvSpPr>
        <p:spPr>
          <a:xfrm>
            <a:off x="8953500" y="1516062"/>
            <a:ext cx="69772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Bob</a:t>
            </a:r>
          </a:p>
        </p:txBody>
      </p:sp>
      <p:sp>
        <p:nvSpPr>
          <p:cNvPr id="32" name="Rectangle 31">
            <a:extLst>
              <a:ext uri="{FF2B5EF4-FFF2-40B4-BE49-F238E27FC236}">
                <a16:creationId xmlns:a16="http://schemas.microsoft.com/office/drawing/2014/main" id="{FF11B4E4-8BA7-A444-8199-6F2E6222B7E2}"/>
              </a:ext>
            </a:extLst>
          </p:cNvPr>
          <p:cNvSpPr/>
          <p:nvPr/>
        </p:nvSpPr>
        <p:spPr>
          <a:xfrm>
            <a:off x="4457700" y="2278062"/>
            <a:ext cx="3657600" cy="838200"/>
          </a:xfrm>
          <a:prstGeom prst="rect">
            <a:avLst/>
          </a:prstGeom>
          <a:gradFill rotWithShape="1">
            <a:gsLst>
              <a:gs pos="0">
                <a:srgbClr val="2D2DB9">
                  <a:shade val="51000"/>
                  <a:satMod val="130000"/>
                </a:srgbClr>
              </a:gs>
              <a:gs pos="80000">
                <a:srgbClr val="2D2DB9">
                  <a:shade val="93000"/>
                  <a:satMod val="130000"/>
                </a:srgbClr>
              </a:gs>
              <a:gs pos="100000">
                <a:srgbClr val="2D2DB9">
                  <a:shade val="94000"/>
                  <a:satMod val="135000"/>
                </a:srgbClr>
              </a:gs>
            </a:gsLst>
            <a:lin ang="16200000" scaled="0"/>
          </a:gradFill>
          <a:ln w="9525" cap="flat" cmpd="sng" algn="ctr">
            <a:solidFill>
              <a:srgbClr val="2D2DB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2000" dirty="0">
                <a:solidFill>
                  <a:srgbClr val="FFFFFF"/>
                </a:solidFill>
                <a:latin typeface="Times New Roman"/>
              </a:rPr>
              <a:t>C1=AES-CBC(k, M), </a:t>
            </a:r>
          </a:p>
          <a:p>
            <a:pPr algn="ctr" defTabSz="914400" fontAlgn="base">
              <a:spcBef>
                <a:spcPct val="0"/>
              </a:spcBef>
              <a:spcAft>
                <a:spcPct val="0"/>
              </a:spcAft>
              <a:defRPr/>
            </a:pPr>
            <a:r>
              <a:rPr lang="en-US" sz="2000" dirty="0">
                <a:solidFill>
                  <a:srgbClr val="FFFFFF"/>
                </a:solidFill>
                <a:latin typeface="Times New Roman"/>
              </a:rPr>
              <a:t>C2=RSA(</a:t>
            </a:r>
            <a:r>
              <a:rPr lang="en-US" sz="2000" dirty="0" err="1">
                <a:solidFill>
                  <a:srgbClr val="FFFFFF"/>
                </a:solidFill>
                <a:latin typeface="Times New Roman"/>
              </a:rPr>
              <a:t>PK</a:t>
            </a:r>
            <a:r>
              <a:rPr lang="en-US" sz="2000" baseline="-25000" dirty="0" err="1">
                <a:solidFill>
                  <a:srgbClr val="FFFFFF"/>
                </a:solidFill>
                <a:latin typeface="Times New Roman"/>
              </a:rPr>
              <a:t>Alice</a:t>
            </a:r>
            <a:r>
              <a:rPr lang="en-US" sz="2000" dirty="0">
                <a:solidFill>
                  <a:srgbClr val="FFFFFF"/>
                </a:solidFill>
                <a:latin typeface="Times New Roman"/>
              </a:rPr>
              <a:t>, k)</a:t>
            </a:r>
          </a:p>
        </p:txBody>
      </p:sp>
      <p:cxnSp>
        <p:nvCxnSpPr>
          <p:cNvPr id="33" name="Straight Arrow Connector 32">
            <a:extLst>
              <a:ext uri="{FF2B5EF4-FFF2-40B4-BE49-F238E27FC236}">
                <a16:creationId xmlns:a16="http://schemas.microsoft.com/office/drawing/2014/main" id="{8397A840-C0B9-DE46-A964-9E430576C2E3}"/>
              </a:ext>
            </a:extLst>
          </p:cNvPr>
          <p:cNvCxnSpPr/>
          <p:nvPr/>
        </p:nvCxnSpPr>
        <p:spPr>
          <a:xfrm flipH="1">
            <a:off x="4686300" y="3192462"/>
            <a:ext cx="3429000" cy="0"/>
          </a:xfrm>
          <a:prstGeom prst="straightConnector1">
            <a:avLst/>
          </a:prstGeom>
          <a:noFill/>
          <a:ln w="25400" cap="flat" cmpd="sng" algn="ctr">
            <a:solidFill>
              <a:srgbClr val="00CC99"/>
            </a:solidFill>
            <a:prstDash val="solid"/>
            <a:tailEnd type="arrow"/>
          </a:ln>
          <a:effectLst>
            <a:outerShdw blurRad="40000" dist="20000" dir="5400000" rotWithShape="0">
              <a:srgbClr val="000000">
                <a:alpha val="38000"/>
              </a:srgbClr>
            </a:outerShdw>
          </a:effectLst>
        </p:spPr>
      </p:cxnSp>
      <p:sp>
        <p:nvSpPr>
          <p:cNvPr id="34" name="TextBox 33">
            <a:extLst>
              <a:ext uri="{FF2B5EF4-FFF2-40B4-BE49-F238E27FC236}">
                <a16:creationId xmlns:a16="http://schemas.microsoft.com/office/drawing/2014/main" id="{8229AFF6-F3EE-CA4C-8299-F7CF424CB8FC}"/>
              </a:ext>
            </a:extLst>
          </p:cNvPr>
          <p:cNvSpPr txBox="1"/>
          <p:nvPr/>
        </p:nvSpPr>
        <p:spPr>
          <a:xfrm>
            <a:off x="5067300" y="1740197"/>
            <a:ext cx="237917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hybrid encryption</a:t>
            </a:r>
          </a:p>
        </p:txBody>
      </p:sp>
      <p:sp>
        <p:nvSpPr>
          <p:cNvPr id="35" name="Rectangle 34">
            <a:extLst>
              <a:ext uri="{FF2B5EF4-FFF2-40B4-BE49-F238E27FC236}">
                <a16:creationId xmlns:a16="http://schemas.microsoft.com/office/drawing/2014/main" id="{665883B4-DE18-F64C-B06A-E3EFAB4EDCD2}"/>
              </a:ext>
            </a:extLst>
          </p:cNvPr>
          <p:cNvSpPr/>
          <p:nvPr/>
        </p:nvSpPr>
        <p:spPr>
          <a:xfrm>
            <a:off x="4229100" y="4030662"/>
            <a:ext cx="4191000" cy="1905000"/>
          </a:xfrm>
          <a:prstGeom prst="rect">
            <a:avLst/>
          </a:prstGeom>
          <a:solidFill>
            <a:srgbClr val="AAE2CA"/>
          </a:solidFill>
          <a:ln w="25400" cap="flat" cmpd="sng" algn="ctr">
            <a:solidFill>
              <a:srgbClr val="808080"/>
            </a:solidFill>
            <a:prstDash val="solid"/>
          </a:ln>
          <a:effectLst/>
        </p:spPr>
        <p:txBody>
          <a:bodyPr rtlCol="0" anchor="ctr"/>
          <a:lstStyle/>
          <a:p>
            <a:pPr algn="ctr" defTabSz="914400" fontAlgn="base">
              <a:spcBef>
                <a:spcPct val="0"/>
              </a:spcBef>
              <a:spcAft>
                <a:spcPct val="0"/>
              </a:spcAft>
              <a:defRPr/>
            </a:pPr>
            <a:r>
              <a:rPr lang="en-US" sz="2400" b="1" dirty="0">
                <a:solidFill>
                  <a:srgbClr val="000000"/>
                </a:solidFill>
                <a:latin typeface="Times New Roman"/>
              </a:rPr>
              <a:t>Public Key Directory</a:t>
            </a:r>
          </a:p>
          <a:p>
            <a:pPr algn="ctr" defTabSz="914400" fontAlgn="base">
              <a:spcBef>
                <a:spcPct val="0"/>
              </a:spcBef>
              <a:spcAft>
                <a:spcPct val="0"/>
              </a:spcAft>
              <a:defRPr/>
            </a:pPr>
            <a:r>
              <a:rPr lang="en-US" sz="2400" b="1" dirty="0">
                <a:solidFill>
                  <a:srgbClr val="3333CC"/>
                </a:solidFill>
                <a:latin typeface="Times New Roman"/>
              </a:rPr>
              <a:t>Alice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Alice</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Bob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Bob</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Charlie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Charlie</a:t>
            </a:r>
            <a:endParaRPr lang="en-US" sz="2400" b="1" baseline="-25000" dirty="0">
              <a:solidFill>
                <a:srgbClr val="3333CC"/>
              </a:solidFill>
              <a:latin typeface="Times New Roman"/>
            </a:endParaRPr>
          </a:p>
          <a:p>
            <a:pPr algn="ctr" defTabSz="914400" fontAlgn="base">
              <a:spcBef>
                <a:spcPct val="0"/>
              </a:spcBef>
              <a:spcAft>
                <a:spcPct val="0"/>
              </a:spcAft>
              <a:defRPr/>
            </a:pPr>
            <a:endParaRPr lang="en-US" sz="2400" baseline="-25000" dirty="0">
              <a:solidFill>
                <a:srgbClr val="FFFFFF"/>
              </a:solidFill>
              <a:latin typeface="Times New Roman"/>
            </a:endParaRPr>
          </a:p>
        </p:txBody>
      </p:sp>
      <p:sp>
        <p:nvSpPr>
          <p:cNvPr id="36" name="Freeform 35">
            <a:extLst>
              <a:ext uri="{FF2B5EF4-FFF2-40B4-BE49-F238E27FC236}">
                <a16:creationId xmlns:a16="http://schemas.microsoft.com/office/drawing/2014/main" id="{C5B66FF4-86A5-A845-AB15-3554D1670633}"/>
              </a:ext>
            </a:extLst>
          </p:cNvPr>
          <p:cNvSpPr/>
          <p:nvPr/>
        </p:nvSpPr>
        <p:spPr>
          <a:xfrm>
            <a:off x="7429501" y="3192462"/>
            <a:ext cx="1905000" cy="1556657"/>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
        <p:nvSpPr>
          <p:cNvPr id="37" name="Freeform 36">
            <a:extLst>
              <a:ext uri="{FF2B5EF4-FFF2-40B4-BE49-F238E27FC236}">
                <a16:creationId xmlns:a16="http://schemas.microsoft.com/office/drawing/2014/main" id="{6D205EF9-2D8D-D74E-AC3E-C025D9DF9EAE}"/>
              </a:ext>
            </a:extLst>
          </p:cNvPr>
          <p:cNvSpPr/>
          <p:nvPr/>
        </p:nvSpPr>
        <p:spPr>
          <a:xfrm rot="5605455">
            <a:off x="3505556" y="2820487"/>
            <a:ext cx="1199168" cy="2304858"/>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Tree>
    <p:extLst>
      <p:ext uri="{BB962C8B-B14F-4D97-AF65-F5344CB8AC3E}">
        <p14:creationId xmlns:p14="http://schemas.microsoft.com/office/powerpoint/2010/main" val="216279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500"/>
                                        <p:tgtEl>
                                          <p:spTgt spid="32"/>
                                        </p:tgtEl>
                                        <p:attrNameLst>
                                          <p:attrName>ppt_y</p:attrName>
                                        </p:attrNameLst>
                                      </p:cBhvr>
                                      <p:tavLst>
                                        <p:tav tm="0">
                                          <p:val>
                                            <p:strVal val="#ppt_y+#ppt_h*1.125000"/>
                                          </p:val>
                                        </p:tav>
                                        <p:tav tm="100000">
                                          <p:val>
                                            <p:strVal val="#ppt_y"/>
                                          </p:val>
                                        </p:tav>
                                      </p:tavLst>
                                    </p:anim>
                                    <p:animEffect transition="in" filter="wipe(up)">
                                      <p:cBhvr>
                                        <p:cTn id="28" dur="500"/>
                                        <p:tgtEl>
                                          <p:spTgt spid="32"/>
                                        </p:tgtEl>
                                      </p:cBhvr>
                                    </p:animEffect>
                                  </p:childTnLst>
                                </p:cTn>
                              </p:par>
                              <p:par>
                                <p:cTn id="29" presetID="12" presetClass="entr" presetSubtype="4"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p:tgtEl>
                                          <p:spTgt spid="33"/>
                                        </p:tgtEl>
                                        <p:attrNameLst>
                                          <p:attrName>ppt_y</p:attrName>
                                        </p:attrNameLst>
                                      </p:cBhvr>
                                      <p:tavLst>
                                        <p:tav tm="0">
                                          <p:val>
                                            <p:strVal val="#ppt_y+#ppt_h*1.125000"/>
                                          </p:val>
                                        </p:tav>
                                        <p:tav tm="100000">
                                          <p:val>
                                            <p:strVal val="#ppt_y"/>
                                          </p:val>
                                        </p:tav>
                                      </p:tavLst>
                                    </p:anim>
                                    <p:animEffect transition="in" filter="wipe(up)">
                                      <p:cBhvr>
                                        <p:cTn id="32" dur="500"/>
                                        <p:tgtEl>
                                          <p:spTgt spid="33"/>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2" grpId="0" animBg="1"/>
      <p:bldP spid="34" grpId="0"/>
      <p:bldP spid="36" grpId="0" animBg="1"/>
      <p:bldP spid="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The Challenge</a:t>
            </a:r>
          </a:p>
        </p:txBody>
      </p:sp>
      <p:sp>
        <p:nvSpPr>
          <p:cNvPr id="4" name="Text Placeholder 3">
            <a:extLst>
              <a:ext uri="{FF2B5EF4-FFF2-40B4-BE49-F238E27FC236}">
                <a16:creationId xmlns:a16="http://schemas.microsoft.com/office/drawing/2014/main" id="{D0D14A00-6747-D247-A33E-8491D82C5689}"/>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4C4CC0F5-F79E-EB45-A8F3-DBD947CEE5D7}"/>
              </a:ext>
            </a:extLst>
          </p:cNvPr>
          <p:cNvSpPr>
            <a:spLocks noGrp="1"/>
          </p:cNvSpPr>
          <p:nvPr>
            <p:ph idx="1"/>
          </p:nvPr>
        </p:nvSpPr>
        <p:spPr>
          <a:xfrm>
            <a:off x="513349" y="1037178"/>
            <a:ext cx="10840451" cy="501011"/>
          </a:xfrm>
        </p:spPr>
        <p:txBody>
          <a:bodyPr/>
          <a:lstStyle/>
          <a:p>
            <a:r>
              <a:rPr lang="en-US" sz="2200" dirty="0">
                <a:ea typeface="Helvetica Neue" panose="02000503000000020004" pitchFamily="2" charset="0"/>
                <a:cs typeface="Helvetica Neue" panose="02000503000000020004" pitchFamily="2" charset="0"/>
              </a:rPr>
              <a:t>What Will Go Wrong if </a:t>
            </a:r>
            <a:r>
              <a:rPr lang="en-US" sz="2200" dirty="0">
                <a:solidFill>
                  <a:srgbClr val="FF0000"/>
                </a:solidFill>
                <a:ea typeface="Helvetica Neue" panose="02000503000000020004" pitchFamily="2" charset="0"/>
                <a:cs typeface="Helvetica Neue" panose="02000503000000020004" pitchFamily="2" charset="0"/>
              </a:rPr>
              <a:t>Mallory Replaces Alice’s Public Key </a:t>
            </a:r>
            <a:r>
              <a:rPr lang="en-US" sz="2200" dirty="0">
                <a:ea typeface="Helvetica Neue" panose="02000503000000020004" pitchFamily="2" charset="0"/>
                <a:cs typeface="Helvetica Neue" panose="02000503000000020004" pitchFamily="2" charset="0"/>
              </a:rPr>
              <a:t>with Hers? </a:t>
            </a:r>
          </a:p>
          <a:p>
            <a:endParaRPr lang="en-US" dirty="0"/>
          </a:p>
        </p:txBody>
      </p:sp>
      <p:pic>
        <p:nvPicPr>
          <p:cNvPr id="48" name="Picture 47">
            <a:extLst>
              <a:ext uri="{FF2B5EF4-FFF2-40B4-BE49-F238E27FC236}">
                <a16:creationId xmlns:a16="http://schemas.microsoft.com/office/drawing/2014/main" id="{D493EC56-F83F-4F4B-9A8C-EF232B6310D1}"/>
              </a:ext>
            </a:extLst>
          </p:cNvPr>
          <p:cNvPicPr>
            <a:picLocks noChangeAspect="1"/>
          </p:cNvPicPr>
          <p:nvPr/>
        </p:nvPicPr>
        <p:blipFill>
          <a:blip r:embed="rId3" cstate="print"/>
          <a:stretch>
            <a:fillRect/>
          </a:stretch>
        </p:blipFill>
        <p:spPr>
          <a:xfrm>
            <a:off x="9024106" y="2012974"/>
            <a:ext cx="914400" cy="1082842"/>
          </a:xfrm>
          <a:prstGeom prst="rect">
            <a:avLst/>
          </a:prstGeom>
        </p:spPr>
      </p:pic>
      <p:sp>
        <p:nvSpPr>
          <p:cNvPr id="49" name="TextBox 48">
            <a:extLst>
              <a:ext uri="{FF2B5EF4-FFF2-40B4-BE49-F238E27FC236}">
                <a16:creationId xmlns:a16="http://schemas.microsoft.com/office/drawing/2014/main" id="{40C24EC9-7758-5041-9082-0B6AE78809AD}"/>
              </a:ext>
            </a:extLst>
          </p:cNvPr>
          <p:cNvSpPr txBox="1"/>
          <p:nvPr/>
        </p:nvSpPr>
        <p:spPr>
          <a:xfrm>
            <a:off x="9252706" y="1479574"/>
            <a:ext cx="69772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Bob</a:t>
            </a:r>
          </a:p>
        </p:txBody>
      </p:sp>
      <p:sp>
        <p:nvSpPr>
          <p:cNvPr id="50" name="Rectangle 49">
            <a:extLst>
              <a:ext uri="{FF2B5EF4-FFF2-40B4-BE49-F238E27FC236}">
                <a16:creationId xmlns:a16="http://schemas.microsoft.com/office/drawing/2014/main" id="{64CB7520-BB71-7142-A171-42980090B4E7}"/>
              </a:ext>
            </a:extLst>
          </p:cNvPr>
          <p:cNvSpPr/>
          <p:nvPr/>
        </p:nvSpPr>
        <p:spPr>
          <a:xfrm>
            <a:off x="4680706" y="4298974"/>
            <a:ext cx="4191000" cy="1905000"/>
          </a:xfrm>
          <a:prstGeom prst="rect">
            <a:avLst/>
          </a:prstGeom>
          <a:solidFill>
            <a:srgbClr val="AAE2CA"/>
          </a:solidFill>
          <a:ln w="25400" cap="flat" cmpd="sng" algn="ctr">
            <a:solidFill>
              <a:srgbClr val="808080"/>
            </a:solidFill>
            <a:prstDash val="solid"/>
          </a:ln>
          <a:effectLst/>
        </p:spPr>
        <p:txBody>
          <a:bodyPr rtlCol="0" anchor="ctr"/>
          <a:lstStyle/>
          <a:p>
            <a:pPr algn="ctr" defTabSz="914400" fontAlgn="base">
              <a:spcBef>
                <a:spcPct val="0"/>
              </a:spcBef>
              <a:spcAft>
                <a:spcPct val="0"/>
              </a:spcAft>
              <a:defRPr/>
            </a:pPr>
            <a:r>
              <a:rPr lang="en-US" sz="2400" b="1" dirty="0">
                <a:solidFill>
                  <a:srgbClr val="000000"/>
                </a:solidFill>
                <a:latin typeface="Times New Roman"/>
              </a:rPr>
              <a:t>Public Key Directory</a:t>
            </a:r>
          </a:p>
          <a:p>
            <a:pPr algn="ctr" defTabSz="914400" fontAlgn="base">
              <a:spcBef>
                <a:spcPct val="0"/>
              </a:spcBef>
              <a:spcAft>
                <a:spcPct val="0"/>
              </a:spcAft>
              <a:defRPr/>
            </a:pPr>
            <a:r>
              <a:rPr lang="en-US" sz="2400" b="1" dirty="0">
                <a:solidFill>
                  <a:srgbClr val="3333CC"/>
                </a:solidFill>
                <a:latin typeface="Times New Roman"/>
              </a:rPr>
              <a:t>Alice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Alice</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Bob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Bob</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Charlie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Charlie</a:t>
            </a:r>
            <a:endParaRPr lang="en-US" sz="2400" b="1" baseline="-25000" dirty="0">
              <a:solidFill>
                <a:srgbClr val="3333CC"/>
              </a:solidFill>
              <a:latin typeface="Times New Roman"/>
            </a:endParaRPr>
          </a:p>
          <a:p>
            <a:pPr algn="ctr" defTabSz="914400" fontAlgn="base">
              <a:spcBef>
                <a:spcPct val="0"/>
              </a:spcBef>
              <a:spcAft>
                <a:spcPct val="0"/>
              </a:spcAft>
              <a:defRPr/>
            </a:pPr>
            <a:endParaRPr lang="en-US" sz="2400" baseline="-25000" dirty="0">
              <a:solidFill>
                <a:srgbClr val="FFFFFF"/>
              </a:solidFill>
              <a:latin typeface="Times New Roman"/>
            </a:endParaRPr>
          </a:p>
        </p:txBody>
      </p:sp>
      <p:sp>
        <p:nvSpPr>
          <p:cNvPr id="51" name="TextBox 50">
            <a:extLst>
              <a:ext uri="{FF2B5EF4-FFF2-40B4-BE49-F238E27FC236}">
                <a16:creationId xmlns:a16="http://schemas.microsoft.com/office/drawing/2014/main" id="{2E09C35F-CC5A-5247-BDB5-17044A97FA58}"/>
              </a:ext>
            </a:extLst>
          </p:cNvPr>
          <p:cNvSpPr txBox="1"/>
          <p:nvPr/>
        </p:nvSpPr>
        <p:spPr>
          <a:xfrm>
            <a:off x="6509507" y="4710398"/>
            <a:ext cx="1319592" cy="461665"/>
          </a:xfrm>
          <a:prstGeom prst="rect">
            <a:avLst/>
          </a:prstGeom>
          <a:solidFill>
            <a:srgbClr val="AAE2CA"/>
          </a:solidFill>
        </p:spPr>
        <p:txBody>
          <a:bodyPr wrap="none" rtlCol="0">
            <a:spAutoFit/>
          </a:bodyPr>
          <a:lstStyle/>
          <a:p>
            <a:pPr defTabSz="914400" fontAlgn="base">
              <a:spcBef>
                <a:spcPct val="0"/>
              </a:spcBef>
              <a:spcAft>
                <a:spcPct val="0"/>
              </a:spcAft>
              <a:defRPr/>
            </a:pPr>
            <a:r>
              <a:rPr lang="en-US" sz="2400" b="1" dirty="0" err="1">
                <a:solidFill>
                  <a:srgbClr val="C00000"/>
                </a:solidFill>
                <a:latin typeface="Times New Roman" pitchFamily="18" charset="0"/>
              </a:rPr>
              <a:t>PK</a:t>
            </a:r>
            <a:r>
              <a:rPr lang="en-US" sz="2400" b="1" baseline="-25000" dirty="0" err="1">
                <a:solidFill>
                  <a:srgbClr val="C00000"/>
                </a:solidFill>
                <a:latin typeface="Times New Roman" pitchFamily="18" charset="0"/>
              </a:rPr>
              <a:t>Mallory</a:t>
            </a:r>
            <a:endParaRPr lang="en-US" sz="2400" b="1" baseline="-25000" dirty="0">
              <a:solidFill>
                <a:srgbClr val="C00000"/>
              </a:solidFill>
              <a:latin typeface="Times New Roman" pitchFamily="18" charset="0"/>
            </a:endParaRPr>
          </a:p>
        </p:txBody>
      </p:sp>
      <p:pic>
        <p:nvPicPr>
          <p:cNvPr id="52" name="Picture 51">
            <a:extLst>
              <a:ext uri="{FF2B5EF4-FFF2-40B4-BE49-F238E27FC236}">
                <a16:creationId xmlns:a16="http://schemas.microsoft.com/office/drawing/2014/main" id="{BE21872F-EE30-A34E-B5E9-9B48F5AB2FF6}"/>
              </a:ext>
            </a:extLst>
          </p:cNvPr>
          <p:cNvPicPr>
            <a:picLocks noChangeAspect="1"/>
          </p:cNvPicPr>
          <p:nvPr/>
        </p:nvPicPr>
        <p:blipFill>
          <a:blip r:embed="rId4" cstate="print"/>
          <a:stretch>
            <a:fillRect/>
          </a:stretch>
        </p:blipFill>
        <p:spPr>
          <a:xfrm>
            <a:off x="2623306" y="2241574"/>
            <a:ext cx="1143000" cy="1287162"/>
          </a:xfrm>
          <a:prstGeom prst="rect">
            <a:avLst/>
          </a:prstGeom>
        </p:spPr>
      </p:pic>
      <p:sp>
        <p:nvSpPr>
          <p:cNvPr id="53" name="TextBox 52">
            <a:extLst>
              <a:ext uri="{FF2B5EF4-FFF2-40B4-BE49-F238E27FC236}">
                <a16:creationId xmlns:a16="http://schemas.microsoft.com/office/drawing/2014/main" id="{9BD5B082-F7F0-A24B-8299-7B1CB7E35E25}"/>
              </a:ext>
            </a:extLst>
          </p:cNvPr>
          <p:cNvSpPr txBox="1"/>
          <p:nvPr/>
        </p:nvSpPr>
        <p:spPr>
          <a:xfrm>
            <a:off x="2775706" y="1708174"/>
            <a:ext cx="86398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Alice</a:t>
            </a:r>
          </a:p>
        </p:txBody>
      </p:sp>
      <p:sp>
        <p:nvSpPr>
          <p:cNvPr id="54" name="TextBox 53">
            <a:extLst>
              <a:ext uri="{FF2B5EF4-FFF2-40B4-BE49-F238E27FC236}">
                <a16:creationId xmlns:a16="http://schemas.microsoft.com/office/drawing/2014/main" id="{FE6CBBBB-D028-9C42-B0DA-2F6D95973808}"/>
              </a:ext>
            </a:extLst>
          </p:cNvPr>
          <p:cNvSpPr txBox="1"/>
          <p:nvPr/>
        </p:nvSpPr>
        <p:spPr>
          <a:xfrm>
            <a:off x="2623306" y="3994174"/>
            <a:ext cx="1295400" cy="461665"/>
          </a:xfrm>
          <a:prstGeom prst="rect">
            <a:avLst/>
          </a:prstGeom>
          <a:solidFill>
            <a:srgbClr val="AAE2CA"/>
          </a:solidFill>
        </p:spPr>
        <p:txBody>
          <a:bodyPr wrap="squar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Mallory</a:t>
            </a:r>
          </a:p>
        </p:txBody>
      </p:sp>
      <p:pic>
        <p:nvPicPr>
          <p:cNvPr id="55" name="Picture 4">
            <a:extLst>
              <a:ext uri="{FF2B5EF4-FFF2-40B4-BE49-F238E27FC236}">
                <a16:creationId xmlns:a16="http://schemas.microsoft.com/office/drawing/2014/main" id="{75BD48EC-9631-2B4C-932D-90BE13DBE19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18506" y="4451374"/>
            <a:ext cx="1873250" cy="1552575"/>
          </a:xfrm>
          <a:prstGeom prst="rect">
            <a:avLst/>
          </a:prstGeom>
          <a:solidFill>
            <a:srgbClr val="AAE2C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6" name="Rectangle 55">
            <a:extLst>
              <a:ext uri="{FF2B5EF4-FFF2-40B4-BE49-F238E27FC236}">
                <a16:creationId xmlns:a16="http://schemas.microsoft.com/office/drawing/2014/main" id="{468C1382-8A8D-4A48-8997-121E17F49E45}"/>
              </a:ext>
            </a:extLst>
          </p:cNvPr>
          <p:cNvSpPr/>
          <p:nvPr/>
        </p:nvSpPr>
        <p:spPr>
          <a:xfrm>
            <a:off x="4756906" y="2317774"/>
            <a:ext cx="3657600" cy="838200"/>
          </a:xfrm>
          <a:prstGeom prst="rect">
            <a:avLst/>
          </a:prstGeom>
          <a:solidFill>
            <a:schemeClr val="accent2"/>
          </a:solidFill>
          <a:ln w="9525" cap="flat" cmpd="sng" algn="ctr">
            <a:solidFill>
              <a:srgbClr val="2D2DB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2000" dirty="0">
                <a:solidFill>
                  <a:srgbClr val="FFFFFF"/>
                </a:solidFill>
                <a:latin typeface="Times New Roman"/>
              </a:rPr>
              <a:t>C1=AES-CBC(k, M), </a:t>
            </a:r>
          </a:p>
          <a:p>
            <a:pPr algn="ctr" defTabSz="914400" fontAlgn="base">
              <a:spcBef>
                <a:spcPct val="0"/>
              </a:spcBef>
              <a:spcAft>
                <a:spcPct val="0"/>
              </a:spcAft>
              <a:defRPr/>
            </a:pPr>
            <a:r>
              <a:rPr lang="en-US" sz="2000" dirty="0">
                <a:solidFill>
                  <a:srgbClr val="FFFFFF"/>
                </a:solidFill>
                <a:latin typeface="Times New Roman"/>
              </a:rPr>
              <a:t>C2=RSA(</a:t>
            </a:r>
            <a:r>
              <a:rPr lang="en-US" sz="2000" dirty="0" err="1">
                <a:solidFill>
                  <a:srgbClr val="FFFFFF"/>
                </a:solidFill>
                <a:latin typeface="Times New Roman"/>
              </a:rPr>
              <a:t>PK</a:t>
            </a:r>
            <a:r>
              <a:rPr lang="en-US" sz="2000" baseline="-25000" dirty="0" err="1">
                <a:solidFill>
                  <a:srgbClr val="FFFFFF"/>
                </a:solidFill>
                <a:latin typeface="Times New Roman"/>
              </a:rPr>
              <a:t>Alice</a:t>
            </a:r>
            <a:r>
              <a:rPr lang="en-US" sz="2000" dirty="0">
                <a:solidFill>
                  <a:srgbClr val="FFFFFF"/>
                </a:solidFill>
                <a:latin typeface="Times New Roman"/>
              </a:rPr>
              <a:t>,   k)</a:t>
            </a:r>
          </a:p>
        </p:txBody>
      </p:sp>
      <p:cxnSp>
        <p:nvCxnSpPr>
          <p:cNvPr id="57" name="Straight Arrow Connector 56">
            <a:extLst>
              <a:ext uri="{FF2B5EF4-FFF2-40B4-BE49-F238E27FC236}">
                <a16:creationId xmlns:a16="http://schemas.microsoft.com/office/drawing/2014/main" id="{F32E7501-1248-F84F-8E24-AD7198D248C3}"/>
              </a:ext>
            </a:extLst>
          </p:cNvPr>
          <p:cNvCxnSpPr/>
          <p:nvPr/>
        </p:nvCxnSpPr>
        <p:spPr>
          <a:xfrm flipH="1">
            <a:off x="4985506" y="3232174"/>
            <a:ext cx="3429000" cy="0"/>
          </a:xfrm>
          <a:prstGeom prst="straightConnector1">
            <a:avLst/>
          </a:prstGeom>
          <a:noFill/>
          <a:ln w="25400" cap="flat" cmpd="sng" algn="ctr">
            <a:solidFill>
              <a:srgbClr val="00CC99"/>
            </a:solidFill>
            <a:prstDash val="solid"/>
            <a:tailEnd type="arrow"/>
          </a:ln>
          <a:effectLst>
            <a:outerShdw blurRad="40000" dist="20000" dir="5400000" rotWithShape="0">
              <a:srgbClr val="000000">
                <a:alpha val="38000"/>
              </a:srgbClr>
            </a:outerShdw>
          </a:effectLst>
        </p:spPr>
      </p:cxnSp>
      <p:sp>
        <p:nvSpPr>
          <p:cNvPr id="58" name="TextBox 57">
            <a:extLst>
              <a:ext uri="{FF2B5EF4-FFF2-40B4-BE49-F238E27FC236}">
                <a16:creationId xmlns:a16="http://schemas.microsoft.com/office/drawing/2014/main" id="{FA5E522A-070D-5A4C-8CB6-BE693D34E39F}"/>
              </a:ext>
            </a:extLst>
          </p:cNvPr>
          <p:cNvSpPr txBox="1"/>
          <p:nvPr/>
        </p:nvSpPr>
        <p:spPr>
          <a:xfrm>
            <a:off x="5366506" y="1779909"/>
            <a:ext cx="237917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hybrid encryption</a:t>
            </a:r>
          </a:p>
        </p:txBody>
      </p:sp>
      <p:sp>
        <p:nvSpPr>
          <p:cNvPr id="60" name="TextBox 59">
            <a:extLst>
              <a:ext uri="{FF2B5EF4-FFF2-40B4-BE49-F238E27FC236}">
                <a16:creationId xmlns:a16="http://schemas.microsoft.com/office/drawing/2014/main" id="{0F16D802-7ACC-EC42-AB45-F50847934291}"/>
              </a:ext>
            </a:extLst>
          </p:cNvPr>
          <p:cNvSpPr txBox="1"/>
          <p:nvPr/>
        </p:nvSpPr>
        <p:spPr>
          <a:xfrm>
            <a:off x="5366506" y="2750195"/>
            <a:ext cx="2493183" cy="400110"/>
          </a:xfrm>
          <a:prstGeom prst="rect">
            <a:avLst/>
          </a:prstGeom>
          <a:solidFill>
            <a:schemeClr val="bg1">
              <a:lumMod val="75000"/>
            </a:schemeClr>
          </a:solidFill>
        </p:spPr>
        <p:txBody>
          <a:bodyPr wrap="none" rtlCol="0">
            <a:spAutoFit/>
          </a:bodyPr>
          <a:lstStyle/>
          <a:p>
            <a:pPr defTabSz="914400" fontAlgn="base">
              <a:spcBef>
                <a:spcPct val="0"/>
              </a:spcBef>
              <a:spcAft>
                <a:spcPct val="0"/>
              </a:spcAft>
              <a:defRPr/>
            </a:pPr>
            <a:r>
              <a:rPr lang="en-US" sz="2000" b="1" dirty="0">
                <a:solidFill>
                  <a:srgbClr val="FFFFFF"/>
                </a:solidFill>
                <a:latin typeface="Times New Roman" pitchFamily="18" charset="0"/>
              </a:rPr>
              <a:t>C2=RSA(</a:t>
            </a:r>
            <a:r>
              <a:rPr lang="en-US" sz="2000" b="1" dirty="0" err="1">
                <a:solidFill>
                  <a:srgbClr val="C00000"/>
                </a:solidFill>
                <a:latin typeface="Times New Roman" pitchFamily="18" charset="0"/>
              </a:rPr>
              <a:t>PK</a:t>
            </a:r>
            <a:r>
              <a:rPr lang="en-US" sz="2000" b="1" baseline="-25000" dirty="0" err="1">
                <a:solidFill>
                  <a:srgbClr val="C00000"/>
                </a:solidFill>
                <a:latin typeface="Times New Roman" pitchFamily="18" charset="0"/>
              </a:rPr>
              <a:t>Mallory</a:t>
            </a:r>
            <a:r>
              <a:rPr lang="en-US" sz="2000" b="1" baseline="-25000" dirty="0">
                <a:solidFill>
                  <a:srgbClr val="C00000"/>
                </a:solidFill>
                <a:latin typeface="Times New Roman" pitchFamily="18" charset="0"/>
              </a:rPr>
              <a:t>, </a:t>
            </a:r>
            <a:r>
              <a:rPr lang="en-US" sz="2000" b="1" dirty="0">
                <a:solidFill>
                  <a:srgbClr val="FFFFFF"/>
                </a:solidFill>
                <a:latin typeface="Times New Roman" pitchFamily="18" charset="0"/>
              </a:rPr>
              <a:t>k)</a:t>
            </a:r>
          </a:p>
        </p:txBody>
      </p:sp>
      <p:sp>
        <p:nvSpPr>
          <p:cNvPr id="61" name="Freeform 60">
            <a:extLst>
              <a:ext uri="{FF2B5EF4-FFF2-40B4-BE49-F238E27FC236}">
                <a16:creationId xmlns:a16="http://schemas.microsoft.com/office/drawing/2014/main" id="{8907FD29-D89A-9A43-8CA4-FE39AD0AACFD}"/>
              </a:ext>
            </a:extLst>
          </p:cNvPr>
          <p:cNvSpPr/>
          <p:nvPr/>
        </p:nvSpPr>
        <p:spPr>
          <a:xfrm>
            <a:off x="8033507" y="3232174"/>
            <a:ext cx="1447800" cy="1709057"/>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r>
              <a:rPr lang="en-US" sz="2400" dirty="0">
                <a:solidFill>
                  <a:srgbClr val="000000"/>
                </a:solidFill>
                <a:latin typeface="Times New Roman"/>
              </a:rPr>
              <a:t>               </a:t>
            </a:r>
          </a:p>
        </p:txBody>
      </p:sp>
      <p:sp>
        <p:nvSpPr>
          <p:cNvPr id="62" name="Freeform 61">
            <a:extLst>
              <a:ext uri="{FF2B5EF4-FFF2-40B4-BE49-F238E27FC236}">
                <a16:creationId xmlns:a16="http://schemas.microsoft.com/office/drawing/2014/main" id="{52FBF9C1-6B69-D64B-94BF-423664E718DF}"/>
              </a:ext>
            </a:extLst>
          </p:cNvPr>
          <p:cNvSpPr/>
          <p:nvPr/>
        </p:nvSpPr>
        <p:spPr>
          <a:xfrm rot="5605455" flipH="1">
            <a:off x="4571283" y="4410228"/>
            <a:ext cx="676044" cy="1638949"/>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5121C5C-D5D7-31C6-4B9A-CFA00A1946B9}"/>
                  </a:ext>
                </a:extLst>
              </p14:cNvPr>
              <p14:cNvContentPartPr/>
              <p14:nvPr/>
            </p14:nvContentPartPr>
            <p14:xfrm>
              <a:off x="798172" y="1717571"/>
              <a:ext cx="650520" cy="728280"/>
            </p14:xfrm>
          </p:contentPart>
        </mc:Choice>
        <mc:Fallback xmlns="">
          <p:pic>
            <p:nvPicPr>
              <p:cNvPr id="8" name="Ink 7">
                <a:extLst>
                  <a:ext uri="{FF2B5EF4-FFF2-40B4-BE49-F238E27FC236}">
                    <a16:creationId xmlns:a16="http://schemas.microsoft.com/office/drawing/2014/main" id="{75121C5C-D5D7-31C6-4B9A-CFA00A1946B9}"/>
                  </a:ext>
                </a:extLst>
              </p:cNvPr>
              <p:cNvPicPr/>
              <p:nvPr/>
            </p:nvPicPr>
            <p:blipFill>
              <a:blip r:embed="rId7"/>
              <a:stretch>
                <a:fillRect/>
              </a:stretch>
            </p:blipFill>
            <p:spPr>
              <a:xfrm>
                <a:off x="787372" y="1706771"/>
                <a:ext cx="671760" cy="74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2FF050BB-523E-D6D4-210E-1825581416DB}"/>
                  </a:ext>
                </a:extLst>
              </p14:cNvPr>
              <p14:cNvContentPartPr/>
              <p14:nvPr/>
            </p14:nvContentPartPr>
            <p14:xfrm>
              <a:off x="1113892" y="2023211"/>
              <a:ext cx="93600" cy="124560"/>
            </p14:xfrm>
          </p:contentPart>
        </mc:Choice>
        <mc:Fallback xmlns="">
          <p:pic>
            <p:nvPicPr>
              <p:cNvPr id="13" name="Ink 12">
                <a:extLst>
                  <a:ext uri="{FF2B5EF4-FFF2-40B4-BE49-F238E27FC236}">
                    <a16:creationId xmlns:a16="http://schemas.microsoft.com/office/drawing/2014/main" id="{2FF050BB-523E-D6D4-210E-1825581416DB}"/>
                  </a:ext>
                </a:extLst>
              </p:cNvPr>
              <p:cNvPicPr/>
              <p:nvPr/>
            </p:nvPicPr>
            <p:blipFill>
              <a:blip r:embed="rId9"/>
              <a:stretch>
                <a:fillRect/>
              </a:stretch>
            </p:blipFill>
            <p:spPr>
              <a:xfrm>
                <a:off x="1103092" y="2012411"/>
                <a:ext cx="1148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CA533A64-C36D-2476-DD3F-789451978FAD}"/>
                  </a:ext>
                </a:extLst>
              </p14:cNvPr>
              <p14:cNvContentPartPr/>
              <p14:nvPr/>
            </p14:nvContentPartPr>
            <p14:xfrm>
              <a:off x="1044052" y="2173331"/>
              <a:ext cx="262080" cy="150480"/>
            </p14:xfrm>
          </p:contentPart>
        </mc:Choice>
        <mc:Fallback xmlns="">
          <p:pic>
            <p:nvPicPr>
              <p:cNvPr id="14" name="Ink 13">
                <a:extLst>
                  <a:ext uri="{FF2B5EF4-FFF2-40B4-BE49-F238E27FC236}">
                    <a16:creationId xmlns:a16="http://schemas.microsoft.com/office/drawing/2014/main" id="{CA533A64-C36D-2476-DD3F-789451978FAD}"/>
                  </a:ext>
                </a:extLst>
              </p:cNvPr>
              <p:cNvPicPr/>
              <p:nvPr/>
            </p:nvPicPr>
            <p:blipFill>
              <a:blip r:embed="rId11"/>
              <a:stretch>
                <a:fillRect/>
              </a:stretch>
            </p:blipFill>
            <p:spPr>
              <a:xfrm>
                <a:off x="1033252" y="2162891"/>
                <a:ext cx="2833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EE9B30BE-5627-2B58-F540-5C681B0D46F5}"/>
                  </a:ext>
                </a:extLst>
              </p14:cNvPr>
              <p14:cNvContentPartPr/>
              <p14:nvPr/>
            </p14:nvContentPartPr>
            <p14:xfrm>
              <a:off x="911932" y="1841771"/>
              <a:ext cx="365760" cy="243360"/>
            </p14:xfrm>
          </p:contentPart>
        </mc:Choice>
        <mc:Fallback xmlns="">
          <p:pic>
            <p:nvPicPr>
              <p:cNvPr id="21" name="Ink 20">
                <a:extLst>
                  <a:ext uri="{FF2B5EF4-FFF2-40B4-BE49-F238E27FC236}">
                    <a16:creationId xmlns:a16="http://schemas.microsoft.com/office/drawing/2014/main" id="{EE9B30BE-5627-2B58-F540-5C681B0D46F5}"/>
                  </a:ext>
                </a:extLst>
              </p:cNvPr>
              <p:cNvPicPr/>
              <p:nvPr/>
            </p:nvPicPr>
            <p:blipFill>
              <a:blip r:embed="rId13"/>
              <a:stretch>
                <a:fillRect/>
              </a:stretch>
            </p:blipFill>
            <p:spPr>
              <a:xfrm>
                <a:off x="901132" y="1831331"/>
                <a:ext cx="3870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8E44A95A-D46F-B5E5-4F65-58ACD73F2867}"/>
                  </a:ext>
                </a:extLst>
              </p14:cNvPr>
              <p14:cNvContentPartPr/>
              <p14:nvPr/>
            </p14:nvContentPartPr>
            <p14:xfrm>
              <a:off x="1398652" y="1707131"/>
              <a:ext cx="47160" cy="171360"/>
            </p14:xfrm>
          </p:contentPart>
        </mc:Choice>
        <mc:Fallback xmlns="">
          <p:pic>
            <p:nvPicPr>
              <p:cNvPr id="25" name="Ink 24">
                <a:extLst>
                  <a:ext uri="{FF2B5EF4-FFF2-40B4-BE49-F238E27FC236}">
                    <a16:creationId xmlns:a16="http://schemas.microsoft.com/office/drawing/2014/main" id="{8E44A95A-D46F-B5E5-4F65-58ACD73F2867}"/>
                  </a:ext>
                </a:extLst>
              </p:cNvPr>
              <p:cNvPicPr/>
              <p:nvPr/>
            </p:nvPicPr>
            <p:blipFill>
              <a:blip r:embed="rId15"/>
              <a:stretch>
                <a:fillRect/>
              </a:stretch>
            </p:blipFill>
            <p:spPr>
              <a:xfrm>
                <a:off x="1388212" y="1696331"/>
                <a:ext cx="684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77E7C967-0030-6A0C-4E06-98080A37B560}"/>
                  </a:ext>
                </a:extLst>
              </p14:cNvPr>
              <p14:cNvContentPartPr/>
              <p14:nvPr/>
            </p14:nvContentPartPr>
            <p14:xfrm>
              <a:off x="733012" y="2051651"/>
              <a:ext cx="80640" cy="104040"/>
            </p14:xfrm>
          </p:contentPart>
        </mc:Choice>
        <mc:Fallback xmlns="">
          <p:pic>
            <p:nvPicPr>
              <p:cNvPr id="28" name="Ink 27">
                <a:extLst>
                  <a:ext uri="{FF2B5EF4-FFF2-40B4-BE49-F238E27FC236}">
                    <a16:creationId xmlns:a16="http://schemas.microsoft.com/office/drawing/2014/main" id="{77E7C967-0030-6A0C-4E06-98080A37B560}"/>
                  </a:ext>
                </a:extLst>
              </p:cNvPr>
              <p:cNvPicPr/>
              <p:nvPr/>
            </p:nvPicPr>
            <p:blipFill>
              <a:blip r:embed="rId17"/>
              <a:stretch>
                <a:fillRect/>
              </a:stretch>
            </p:blipFill>
            <p:spPr>
              <a:xfrm>
                <a:off x="722212" y="2041211"/>
                <a:ext cx="1018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2" name="Ink 31">
                <a:extLst>
                  <a:ext uri="{FF2B5EF4-FFF2-40B4-BE49-F238E27FC236}">
                    <a16:creationId xmlns:a16="http://schemas.microsoft.com/office/drawing/2014/main" id="{2C090782-1DBF-B227-B95A-F548DD32E4C8}"/>
                  </a:ext>
                </a:extLst>
              </p14:cNvPr>
              <p14:cNvContentPartPr/>
              <p14:nvPr/>
            </p14:nvContentPartPr>
            <p14:xfrm>
              <a:off x="814372" y="1562771"/>
              <a:ext cx="538200" cy="429120"/>
            </p14:xfrm>
          </p:contentPart>
        </mc:Choice>
        <mc:Fallback xmlns="">
          <p:pic>
            <p:nvPicPr>
              <p:cNvPr id="32" name="Ink 31">
                <a:extLst>
                  <a:ext uri="{FF2B5EF4-FFF2-40B4-BE49-F238E27FC236}">
                    <a16:creationId xmlns:a16="http://schemas.microsoft.com/office/drawing/2014/main" id="{2C090782-1DBF-B227-B95A-F548DD32E4C8}"/>
                  </a:ext>
                </a:extLst>
              </p:cNvPr>
              <p:cNvPicPr/>
              <p:nvPr/>
            </p:nvPicPr>
            <p:blipFill>
              <a:blip r:embed="rId19"/>
              <a:stretch>
                <a:fillRect/>
              </a:stretch>
            </p:blipFill>
            <p:spPr>
              <a:xfrm>
                <a:off x="803932" y="1552331"/>
                <a:ext cx="55944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7" name="Ink 36">
                <a:extLst>
                  <a:ext uri="{FF2B5EF4-FFF2-40B4-BE49-F238E27FC236}">
                    <a16:creationId xmlns:a16="http://schemas.microsoft.com/office/drawing/2014/main" id="{7EADCD67-88B5-8989-25DA-FB38175A2FD7}"/>
                  </a:ext>
                </a:extLst>
              </p14:cNvPr>
              <p14:cNvContentPartPr/>
              <p14:nvPr/>
            </p14:nvContentPartPr>
            <p14:xfrm>
              <a:off x="9753247" y="3068673"/>
              <a:ext cx="99720" cy="189720"/>
            </p14:xfrm>
          </p:contentPart>
        </mc:Choice>
        <mc:Fallback xmlns="">
          <p:pic>
            <p:nvPicPr>
              <p:cNvPr id="37" name="Ink 36">
                <a:extLst>
                  <a:ext uri="{FF2B5EF4-FFF2-40B4-BE49-F238E27FC236}">
                    <a16:creationId xmlns:a16="http://schemas.microsoft.com/office/drawing/2014/main" id="{7EADCD67-88B5-8989-25DA-FB38175A2FD7}"/>
                  </a:ext>
                </a:extLst>
              </p:cNvPr>
              <p:cNvPicPr/>
              <p:nvPr/>
            </p:nvPicPr>
            <p:blipFill>
              <a:blip r:embed="rId21"/>
              <a:stretch>
                <a:fillRect/>
              </a:stretch>
            </p:blipFill>
            <p:spPr>
              <a:xfrm>
                <a:off x="9742807" y="3057873"/>
                <a:ext cx="1209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2" name="Ink 91">
                <a:extLst>
                  <a:ext uri="{FF2B5EF4-FFF2-40B4-BE49-F238E27FC236}">
                    <a16:creationId xmlns:a16="http://schemas.microsoft.com/office/drawing/2014/main" id="{C2E27E6F-EE2E-DD9F-6314-3539CFDC6389}"/>
                  </a:ext>
                </a:extLst>
              </p14:cNvPr>
              <p14:cNvContentPartPr/>
              <p14:nvPr/>
            </p14:nvContentPartPr>
            <p14:xfrm>
              <a:off x="9758647" y="3347949"/>
              <a:ext cx="748080" cy="1032480"/>
            </p14:xfrm>
          </p:contentPart>
        </mc:Choice>
        <mc:Fallback xmlns="">
          <p:pic>
            <p:nvPicPr>
              <p:cNvPr id="92" name="Ink 91">
                <a:extLst>
                  <a:ext uri="{FF2B5EF4-FFF2-40B4-BE49-F238E27FC236}">
                    <a16:creationId xmlns:a16="http://schemas.microsoft.com/office/drawing/2014/main" id="{C2E27E6F-EE2E-DD9F-6314-3539CFDC6389}"/>
                  </a:ext>
                </a:extLst>
              </p:cNvPr>
              <p:cNvPicPr/>
              <p:nvPr/>
            </p:nvPicPr>
            <p:blipFill>
              <a:blip r:embed="rId23"/>
              <a:stretch>
                <a:fillRect/>
              </a:stretch>
            </p:blipFill>
            <p:spPr>
              <a:xfrm>
                <a:off x="9747847" y="3337509"/>
                <a:ext cx="769320" cy="1053720"/>
              </a:xfrm>
              <a:prstGeom prst="rect">
                <a:avLst/>
              </a:prstGeom>
            </p:spPr>
          </p:pic>
        </mc:Fallback>
      </mc:AlternateContent>
    </p:spTree>
    <p:extLst>
      <p:ext uri="{BB962C8B-B14F-4D97-AF65-F5344CB8AC3E}">
        <p14:creationId xmlns:p14="http://schemas.microsoft.com/office/powerpoint/2010/main" val="302308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ppt_x"/>
                                          </p:val>
                                        </p:tav>
                                        <p:tav tm="100000">
                                          <p:val>
                                            <p:strVal val="#ppt_x"/>
                                          </p:val>
                                        </p:tav>
                                      </p:tavLst>
                                    </p:anim>
                                    <p:anim calcmode="lin" valueType="num">
                                      <p:cBhvr additive="base">
                                        <p:cTn id="1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fill="hold"/>
                                        <p:tgtEl>
                                          <p:spTgt spid="62"/>
                                        </p:tgtEl>
                                        <p:attrNameLst>
                                          <p:attrName>ppt_x</p:attrName>
                                        </p:attrNameLst>
                                      </p:cBhvr>
                                      <p:tavLst>
                                        <p:tav tm="0">
                                          <p:val>
                                            <p:strVal val="#ppt_x"/>
                                          </p:val>
                                        </p:tav>
                                        <p:tav tm="100000">
                                          <p:val>
                                            <p:strVal val="#ppt_x"/>
                                          </p:val>
                                        </p:tav>
                                      </p:tavLst>
                                    </p:anim>
                                    <p:anim calcmode="lin" valueType="num">
                                      <p:cBhvr additive="base">
                                        <p:cTn id="18" dur="500" fill="hold"/>
                                        <p:tgtEl>
                                          <p:spTgt spid="6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anim calcmode="lin" valueType="num">
                                      <p:cBhvr additive="base">
                                        <p:cTn id="21" dur="500" fill="hold"/>
                                        <p:tgtEl>
                                          <p:spTgt spid="51"/>
                                        </p:tgtEl>
                                        <p:attrNameLst>
                                          <p:attrName>ppt_x</p:attrName>
                                        </p:attrNameLst>
                                      </p:cBhvr>
                                      <p:tavLst>
                                        <p:tav tm="0">
                                          <p:val>
                                            <p:strVal val="#ppt_x"/>
                                          </p:val>
                                        </p:tav>
                                        <p:tav tm="100000">
                                          <p:val>
                                            <p:strVal val="#ppt_x"/>
                                          </p:val>
                                        </p:tav>
                                      </p:tavLst>
                                    </p:anim>
                                    <p:anim calcmode="lin" valueType="num">
                                      <p:cBhvr additive="base">
                                        <p:cTn id="22"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ppt_x"/>
                                          </p:val>
                                        </p:tav>
                                        <p:tav tm="100000">
                                          <p:val>
                                            <p:strVal val="#ppt_x"/>
                                          </p:val>
                                        </p:tav>
                                      </p:tavLst>
                                    </p:anim>
                                    <p:anim calcmode="lin" valueType="num">
                                      <p:cBhvr additive="base">
                                        <p:cTn id="2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0"/>
                                        </p:tgtEl>
                                        <p:attrNameLst>
                                          <p:attrName>style.visibility</p:attrName>
                                        </p:attrNameLst>
                                      </p:cBhvr>
                                      <p:to>
                                        <p:strVal val="visible"/>
                                      </p:to>
                                    </p:set>
                                    <p:anim calcmode="lin" valueType="num">
                                      <p:cBhvr additive="base">
                                        <p:cTn id="33" dur="500" fill="hold"/>
                                        <p:tgtEl>
                                          <p:spTgt spid="60"/>
                                        </p:tgtEl>
                                        <p:attrNameLst>
                                          <p:attrName>ppt_x</p:attrName>
                                        </p:attrNameLst>
                                      </p:cBhvr>
                                      <p:tavLst>
                                        <p:tav tm="0">
                                          <p:val>
                                            <p:strVal val="#ppt_x"/>
                                          </p:val>
                                        </p:tav>
                                        <p:tav tm="100000">
                                          <p:val>
                                            <p:strVal val="#ppt_x"/>
                                          </p:val>
                                        </p:tav>
                                      </p:tavLst>
                                    </p:anim>
                                    <p:anim calcmode="lin" valueType="num">
                                      <p:cBhvr additive="base">
                                        <p:cTn id="34"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4" grpId="0" animBg="1"/>
      <p:bldP spid="60" grpId="0" animBg="1"/>
      <p:bldP spid="61" grpId="0" animBg="1"/>
      <p:bldP spid="6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Consider Digital Signing</a:t>
            </a:r>
          </a:p>
        </p:txBody>
      </p:sp>
      <p:sp>
        <p:nvSpPr>
          <p:cNvPr id="4" name="Text Placeholder 3">
            <a:extLst>
              <a:ext uri="{FF2B5EF4-FFF2-40B4-BE49-F238E27FC236}">
                <a16:creationId xmlns:a16="http://schemas.microsoft.com/office/drawing/2014/main" id="{BC07D6FA-1371-4542-BE45-C99145F02CD7}"/>
              </a:ext>
            </a:extLst>
          </p:cNvPr>
          <p:cNvSpPr>
            <a:spLocks noGrp="1"/>
          </p:cNvSpPr>
          <p:nvPr>
            <p:ph type="body" idx="11"/>
          </p:nvPr>
        </p:nvSpPr>
        <p:spPr/>
        <p:txBody>
          <a:bodyPr/>
          <a:lstStyle/>
          <a:p>
            <a:endParaRPr lang="en-US"/>
          </a:p>
        </p:txBody>
      </p:sp>
      <p:pic>
        <p:nvPicPr>
          <p:cNvPr id="34" name="Picture 33">
            <a:extLst>
              <a:ext uri="{FF2B5EF4-FFF2-40B4-BE49-F238E27FC236}">
                <a16:creationId xmlns:a16="http://schemas.microsoft.com/office/drawing/2014/main" id="{3251EB6B-3C81-F347-B119-D469DD988420}"/>
              </a:ext>
            </a:extLst>
          </p:cNvPr>
          <p:cNvPicPr>
            <a:picLocks noChangeAspect="1"/>
          </p:cNvPicPr>
          <p:nvPr/>
        </p:nvPicPr>
        <p:blipFill>
          <a:blip r:embed="rId3" cstate="print"/>
          <a:stretch>
            <a:fillRect/>
          </a:stretch>
        </p:blipFill>
        <p:spPr>
          <a:xfrm>
            <a:off x="2508636" y="1792742"/>
            <a:ext cx="1143000" cy="1287162"/>
          </a:xfrm>
          <a:prstGeom prst="rect">
            <a:avLst/>
          </a:prstGeom>
        </p:spPr>
      </p:pic>
      <p:pic>
        <p:nvPicPr>
          <p:cNvPr id="35" name="Picture 34">
            <a:extLst>
              <a:ext uri="{FF2B5EF4-FFF2-40B4-BE49-F238E27FC236}">
                <a16:creationId xmlns:a16="http://schemas.microsoft.com/office/drawing/2014/main" id="{3BFB6C37-259F-B34B-877F-61B87209E069}"/>
              </a:ext>
            </a:extLst>
          </p:cNvPr>
          <p:cNvPicPr>
            <a:picLocks noChangeAspect="1"/>
          </p:cNvPicPr>
          <p:nvPr/>
        </p:nvPicPr>
        <p:blipFill>
          <a:blip r:embed="rId4" cstate="print"/>
          <a:stretch>
            <a:fillRect/>
          </a:stretch>
        </p:blipFill>
        <p:spPr>
          <a:xfrm>
            <a:off x="8757036" y="1868942"/>
            <a:ext cx="914400" cy="1082842"/>
          </a:xfrm>
          <a:prstGeom prst="rect">
            <a:avLst/>
          </a:prstGeom>
        </p:spPr>
      </p:pic>
      <p:sp>
        <p:nvSpPr>
          <p:cNvPr id="45" name="Rectangle 44">
            <a:extLst>
              <a:ext uri="{FF2B5EF4-FFF2-40B4-BE49-F238E27FC236}">
                <a16:creationId xmlns:a16="http://schemas.microsoft.com/office/drawing/2014/main" id="{ABBCB804-09FA-4A45-BFC9-3A773A8CFDC8}"/>
              </a:ext>
            </a:extLst>
          </p:cNvPr>
          <p:cNvSpPr/>
          <p:nvPr/>
        </p:nvSpPr>
        <p:spPr>
          <a:xfrm>
            <a:off x="4642236" y="2173742"/>
            <a:ext cx="1981200" cy="838200"/>
          </a:xfrm>
          <a:prstGeom prst="rect">
            <a:avLst/>
          </a:prstGeom>
          <a:gradFill rotWithShape="1">
            <a:gsLst>
              <a:gs pos="0">
                <a:srgbClr val="2D2DB9">
                  <a:shade val="51000"/>
                  <a:satMod val="130000"/>
                </a:srgbClr>
              </a:gs>
              <a:gs pos="80000">
                <a:srgbClr val="2D2DB9">
                  <a:shade val="93000"/>
                  <a:satMod val="130000"/>
                </a:srgbClr>
              </a:gs>
              <a:gs pos="100000">
                <a:srgbClr val="2D2DB9">
                  <a:shade val="94000"/>
                  <a:satMod val="135000"/>
                </a:srgbClr>
              </a:gs>
            </a:gsLst>
            <a:lin ang="16200000" scaled="0"/>
          </a:gradFill>
          <a:ln w="9525" cap="flat" cmpd="sng" algn="ctr">
            <a:solidFill>
              <a:srgbClr val="2D2DB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2400" dirty="0">
                <a:solidFill>
                  <a:srgbClr val="FFFFFF"/>
                </a:solidFill>
                <a:latin typeface="Times New Roman"/>
              </a:rPr>
              <a:t>Hi, meet me at 2PM, …</a:t>
            </a:r>
          </a:p>
        </p:txBody>
      </p:sp>
      <p:sp>
        <p:nvSpPr>
          <p:cNvPr id="46" name="Oval 45">
            <a:extLst>
              <a:ext uri="{FF2B5EF4-FFF2-40B4-BE49-F238E27FC236}">
                <a16:creationId xmlns:a16="http://schemas.microsoft.com/office/drawing/2014/main" id="{13D9CE5A-F72E-F447-A200-13F77A7EBDA0}"/>
              </a:ext>
            </a:extLst>
          </p:cNvPr>
          <p:cNvSpPr/>
          <p:nvPr/>
        </p:nvSpPr>
        <p:spPr>
          <a:xfrm>
            <a:off x="6623436" y="2173742"/>
            <a:ext cx="838200" cy="838200"/>
          </a:xfrm>
          <a:prstGeom prst="ellipse">
            <a:avLst/>
          </a:prstGeom>
          <a:solidFill>
            <a:srgbClr val="FF0000"/>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3200" dirty="0">
                <a:solidFill>
                  <a:srgbClr val="FFFFFF"/>
                </a:solidFill>
                <a:latin typeface="Times New Roman"/>
              </a:rPr>
              <a:t>s</a:t>
            </a:r>
          </a:p>
        </p:txBody>
      </p:sp>
      <p:sp>
        <p:nvSpPr>
          <p:cNvPr id="37" name="TextBox 36">
            <a:extLst>
              <a:ext uri="{FF2B5EF4-FFF2-40B4-BE49-F238E27FC236}">
                <a16:creationId xmlns:a16="http://schemas.microsoft.com/office/drawing/2014/main" id="{86E5EBAC-CF62-484D-841C-038584F4B595}"/>
              </a:ext>
            </a:extLst>
          </p:cNvPr>
          <p:cNvSpPr txBox="1"/>
          <p:nvPr/>
        </p:nvSpPr>
        <p:spPr>
          <a:xfrm>
            <a:off x="2661036" y="1348550"/>
            <a:ext cx="86398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Alice</a:t>
            </a:r>
          </a:p>
        </p:txBody>
      </p:sp>
      <p:sp>
        <p:nvSpPr>
          <p:cNvPr id="38" name="TextBox 37">
            <a:extLst>
              <a:ext uri="{FF2B5EF4-FFF2-40B4-BE49-F238E27FC236}">
                <a16:creationId xmlns:a16="http://schemas.microsoft.com/office/drawing/2014/main" id="{2AD0F08C-F4E5-A247-93C8-B3CD7B1025E4}"/>
              </a:ext>
            </a:extLst>
          </p:cNvPr>
          <p:cNvSpPr txBox="1"/>
          <p:nvPr/>
        </p:nvSpPr>
        <p:spPr>
          <a:xfrm>
            <a:off x="8985636" y="1335542"/>
            <a:ext cx="69772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Bob</a:t>
            </a:r>
          </a:p>
        </p:txBody>
      </p:sp>
      <p:sp>
        <p:nvSpPr>
          <p:cNvPr id="39" name="TextBox 38">
            <a:extLst>
              <a:ext uri="{FF2B5EF4-FFF2-40B4-BE49-F238E27FC236}">
                <a16:creationId xmlns:a16="http://schemas.microsoft.com/office/drawing/2014/main" id="{81A31D96-6BBD-1A46-9999-AF13C314910B}"/>
              </a:ext>
            </a:extLst>
          </p:cNvPr>
          <p:cNvSpPr txBox="1"/>
          <p:nvPr/>
        </p:nvSpPr>
        <p:spPr>
          <a:xfrm>
            <a:off x="4947036" y="1716542"/>
            <a:ext cx="122731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message</a:t>
            </a:r>
          </a:p>
        </p:txBody>
      </p:sp>
      <p:sp>
        <p:nvSpPr>
          <p:cNvPr id="40" name="TextBox 39">
            <a:extLst>
              <a:ext uri="{FF2B5EF4-FFF2-40B4-BE49-F238E27FC236}">
                <a16:creationId xmlns:a16="http://schemas.microsoft.com/office/drawing/2014/main" id="{80FC278B-FF4E-3947-91A8-36B8E45ECA92}"/>
              </a:ext>
            </a:extLst>
          </p:cNvPr>
          <p:cNvSpPr txBox="1"/>
          <p:nvPr/>
        </p:nvSpPr>
        <p:spPr>
          <a:xfrm>
            <a:off x="6699636" y="1411742"/>
            <a:ext cx="1124802" cy="707886"/>
          </a:xfrm>
          <a:prstGeom prst="rect">
            <a:avLst/>
          </a:prstGeom>
          <a:noFill/>
        </p:spPr>
        <p:txBody>
          <a:bodyPr wrap="none" rtlCol="0">
            <a:spAutoFit/>
          </a:bodyPr>
          <a:lstStyle/>
          <a:p>
            <a:pPr defTabSz="914400" fontAlgn="base">
              <a:spcBef>
                <a:spcPct val="0"/>
              </a:spcBef>
              <a:spcAft>
                <a:spcPct val="0"/>
              </a:spcAft>
              <a:defRPr/>
            </a:pPr>
            <a:r>
              <a:rPr lang="en-US" sz="2000" dirty="0">
                <a:solidFill>
                  <a:sysClr val="windowText" lastClr="000000"/>
                </a:solidFill>
                <a:latin typeface="Times New Roman" pitchFamily="18" charset="0"/>
              </a:rPr>
              <a:t>RSA </a:t>
            </a:r>
          </a:p>
          <a:p>
            <a:pPr defTabSz="914400" fontAlgn="base">
              <a:spcBef>
                <a:spcPct val="0"/>
              </a:spcBef>
              <a:spcAft>
                <a:spcPct val="0"/>
              </a:spcAft>
              <a:defRPr/>
            </a:pPr>
            <a:r>
              <a:rPr lang="en-US" sz="2000" dirty="0">
                <a:solidFill>
                  <a:sysClr val="windowText" lastClr="000000"/>
                </a:solidFill>
                <a:latin typeface="Times New Roman" pitchFamily="18" charset="0"/>
              </a:rPr>
              <a:t>signature</a:t>
            </a:r>
          </a:p>
        </p:txBody>
      </p:sp>
      <p:cxnSp>
        <p:nvCxnSpPr>
          <p:cNvPr id="41" name="Straight Arrow Connector 40">
            <a:extLst>
              <a:ext uri="{FF2B5EF4-FFF2-40B4-BE49-F238E27FC236}">
                <a16:creationId xmlns:a16="http://schemas.microsoft.com/office/drawing/2014/main" id="{D8EF5625-2BD4-AB4E-ABFB-4CC089DEC32B}"/>
              </a:ext>
            </a:extLst>
          </p:cNvPr>
          <p:cNvCxnSpPr/>
          <p:nvPr/>
        </p:nvCxnSpPr>
        <p:spPr>
          <a:xfrm>
            <a:off x="4261236" y="3164342"/>
            <a:ext cx="3810000" cy="0"/>
          </a:xfrm>
          <a:prstGeom prst="straightConnector1">
            <a:avLst/>
          </a:prstGeom>
          <a:noFill/>
          <a:ln w="25400" cap="flat" cmpd="sng" algn="ctr">
            <a:solidFill>
              <a:srgbClr val="00CC99"/>
            </a:solidFill>
            <a:prstDash val="solid"/>
            <a:tailEnd type="arrow"/>
          </a:ln>
          <a:effectLst>
            <a:outerShdw blurRad="40000" dist="20000" dir="5400000" rotWithShape="0">
              <a:srgbClr val="000000">
                <a:alpha val="38000"/>
              </a:srgbClr>
            </a:outerShdw>
          </a:effectLst>
        </p:spPr>
      </p:cxnSp>
      <p:sp>
        <p:nvSpPr>
          <p:cNvPr id="42" name="Rectangle 41">
            <a:extLst>
              <a:ext uri="{FF2B5EF4-FFF2-40B4-BE49-F238E27FC236}">
                <a16:creationId xmlns:a16="http://schemas.microsoft.com/office/drawing/2014/main" id="{84AF66EC-9E7A-C842-AD17-95CD1B21C0BC}"/>
              </a:ext>
            </a:extLst>
          </p:cNvPr>
          <p:cNvSpPr/>
          <p:nvPr/>
        </p:nvSpPr>
        <p:spPr>
          <a:xfrm>
            <a:off x="3880236" y="4002542"/>
            <a:ext cx="4191000" cy="1905000"/>
          </a:xfrm>
          <a:prstGeom prst="rect">
            <a:avLst/>
          </a:prstGeom>
          <a:solidFill>
            <a:srgbClr val="AAE2CA"/>
          </a:solidFill>
          <a:ln w="25400" cap="flat" cmpd="sng" algn="ctr">
            <a:solidFill>
              <a:srgbClr val="808080"/>
            </a:solidFill>
            <a:prstDash val="solid"/>
          </a:ln>
          <a:effectLst/>
        </p:spPr>
        <p:txBody>
          <a:bodyPr rtlCol="0" anchor="ctr"/>
          <a:lstStyle/>
          <a:p>
            <a:pPr algn="ctr" defTabSz="914400" fontAlgn="base">
              <a:spcBef>
                <a:spcPct val="0"/>
              </a:spcBef>
              <a:spcAft>
                <a:spcPct val="0"/>
              </a:spcAft>
              <a:defRPr/>
            </a:pPr>
            <a:r>
              <a:rPr lang="en-US" sz="2400" b="1" dirty="0">
                <a:solidFill>
                  <a:srgbClr val="000000"/>
                </a:solidFill>
                <a:latin typeface="Times New Roman"/>
              </a:rPr>
              <a:t>Public Key Directory</a:t>
            </a:r>
          </a:p>
          <a:p>
            <a:pPr algn="ctr" defTabSz="914400" fontAlgn="base">
              <a:spcBef>
                <a:spcPct val="0"/>
              </a:spcBef>
              <a:spcAft>
                <a:spcPct val="0"/>
              </a:spcAft>
              <a:defRPr/>
            </a:pPr>
            <a:r>
              <a:rPr lang="en-US" sz="2400" b="1" dirty="0">
                <a:solidFill>
                  <a:srgbClr val="3333CC"/>
                </a:solidFill>
                <a:latin typeface="Times New Roman"/>
              </a:rPr>
              <a:t>Alice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Alice</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Bob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Bob</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Charlie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Charlie</a:t>
            </a:r>
            <a:endParaRPr lang="en-US" sz="2400" b="1" baseline="-25000" dirty="0">
              <a:solidFill>
                <a:srgbClr val="3333CC"/>
              </a:solidFill>
              <a:latin typeface="Times New Roman"/>
            </a:endParaRPr>
          </a:p>
          <a:p>
            <a:pPr algn="ctr" defTabSz="914400" fontAlgn="base">
              <a:spcBef>
                <a:spcPct val="0"/>
              </a:spcBef>
              <a:spcAft>
                <a:spcPct val="0"/>
              </a:spcAft>
              <a:defRPr/>
            </a:pPr>
            <a:endParaRPr lang="en-US" sz="2400" baseline="-25000" dirty="0">
              <a:solidFill>
                <a:srgbClr val="FFFFFF"/>
              </a:solidFill>
              <a:latin typeface="Times New Roman"/>
            </a:endParaRPr>
          </a:p>
        </p:txBody>
      </p:sp>
      <p:sp>
        <p:nvSpPr>
          <p:cNvPr id="43" name="Freeform 42">
            <a:extLst>
              <a:ext uri="{FF2B5EF4-FFF2-40B4-BE49-F238E27FC236}">
                <a16:creationId xmlns:a16="http://schemas.microsoft.com/office/drawing/2014/main" id="{4E8F0466-850F-2D42-AF0F-8F0729EA4308}"/>
              </a:ext>
            </a:extLst>
          </p:cNvPr>
          <p:cNvSpPr/>
          <p:nvPr/>
        </p:nvSpPr>
        <p:spPr>
          <a:xfrm>
            <a:off x="7069750" y="3044599"/>
            <a:ext cx="2181497" cy="1632857"/>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
        <p:nvSpPr>
          <p:cNvPr id="44" name="Freeform 43">
            <a:extLst>
              <a:ext uri="{FF2B5EF4-FFF2-40B4-BE49-F238E27FC236}">
                <a16:creationId xmlns:a16="http://schemas.microsoft.com/office/drawing/2014/main" id="{F0E4E27A-755E-C943-A3D4-87B62B40085A}"/>
              </a:ext>
            </a:extLst>
          </p:cNvPr>
          <p:cNvSpPr/>
          <p:nvPr/>
        </p:nvSpPr>
        <p:spPr>
          <a:xfrm rot="5605455">
            <a:off x="3227152" y="2932481"/>
            <a:ext cx="1439249" cy="1937542"/>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Tree>
    <p:extLst>
      <p:ext uri="{BB962C8B-B14F-4D97-AF65-F5344CB8AC3E}">
        <p14:creationId xmlns:p14="http://schemas.microsoft.com/office/powerpoint/2010/main" val="156603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3"/>
                                        </p:tgtEl>
                                        <p:attrNameLst>
                                          <p:attrName>style.visibility</p:attrName>
                                        </p:attrNameLst>
                                      </p:cBhvr>
                                      <p:to>
                                        <p:strVal val="visible"/>
                                      </p:to>
                                    </p:set>
                                    <p:anim calcmode="lin" valueType="num">
                                      <p:cBhvr additive="base">
                                        <p:cTn id="41" dur="500" fill="hold"/>
                                        <p:tgtEl>
                                          <p:spTgt spid="43"/>
                                        </p:tgtEl>
                                        <p:attrNameLst>
                                          <p:attrName>ppt_x</p:attrName>
                                        </p:attrNameLst>
                                      </p:cBhvr>
                                      <p:tavLst>
                                        <p:tav tm="0">
                                          <p:val>
                                            <p:strVal val="#ppt_x"/>
                                          </p:val>
                                        </p:tav>
                                        <p:tav tm="100000">
                                          <p:val>
                                            <p:strVal val="#ppt_x"/>
                                          </p:val>
                                        </p:tav>
                                      </p:tavLst>
                                    </p:anim>
                                    <p:anim calcmode="lin" valueType="num">
                                      <p:cBhvr additive="base">
                                        <p:cTn id="4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37" grpId="0"/>
      <p:bldP spid="38" grpId="0"/>
      <p:bldP spid="39" grpId="0"/>
      <p:bldP spid="40" grpId="0"/>
      <p:bldP spid="42" grpId="0" animBg="1"/>
      <p:bldP spid="43" grpId="0" animBg="1"/>
      <p:bldP spid="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The Challenge</a:t>
            </a:r>
          </a:p>
        </p:txBody>
      </p:sp>
      <p:sp>
        <p:nvSpPr>
          <p:cNvPr id="6" name="Text Placeholder 5">
            <a:extLst>
              <a:ext uri="{FF2B5EF4-FFF2-40B4-BE49-F238E27FC236}">
                <a16:creationId xmlns:a16="http://schemas.microsoft.com/office/drawing/2014/main" id="{0E05E13E-750A-A547-9806-D8B2EAE7FF33}"/>
              </a:ext>
            </a:extLst>
          </p:cNvPr>
          <p:cNvSpPr>
            <a:spLocks noGrp="1"/>
          </p:cNvSpPr>
          <p:nvPr>
            <p:ph type="body" idx="11"/>
          </p:nvPr>
        </p:nvSpPr>
        <p:spPr/>
        <p:txBody>
          <a:bodyPr/>
          <a:lstStyle/>
          <a:p>
            <a:endParaRPr lang="en-US"/>
          </a:p>
        </p:txBody>
      </p:sp>
      <p:pic>
        <p:nvPicPr>
          <p:cNvPr id="45" name="Picture 44">
            <a:extLst>
              <a:ext uri="{FF2B5EF4-FFF2-40B4-BE49-F238E27FC236}">
                <a16:creationId xmlns:a16="http://schemas.microsoft.com/office/drawing/2014/main" id="{6E553B34-D923-BD49-B495-5BE34EDA919C}"/>
              </a:ext>
            </a:extLst>
          </p:cNvPr>
          <p:cNvPicPr>
            <a:picLocks noChangeAspect="1"/>
          </p:cNvPicPr>
          <p:nvPr/>
        </p:nvPicPr>
        <p:blipFill>
          <a:blip r:embed="rId3" cstate="print"/>
          <a:stretch>
            <a:fillRect/>
          </a:stretch>
        </p:blipFill>
        <p:spPr>
          <a:xfrm>
            <a:off x="8634762" y="2157123"/>
            <a:ext cx="914400" cy="1082842"/>
          </a:xfrm>
          <a:prstGeom prst="rect">
            <a:avLst/>
          </a:prstGeom>
        </p:spPr>
      </p:pic>
      <p:grpSp>
        <p:nvGrpSpPr>
          <p:cNvPr id="46" name="Group 6">
            <a:extLst>
              <a:ext uri="{FF2B5EF4-FFF2-40B4-BE49-F238E27FC236}">
                <a16:creationId xmlns:a16="http://schemas.microsoft.com/office/drawing/2014/main" id="{FBD74EE8-BAC1-5944-91FC-6EE04D7B8D43}"/>
              </a:ext>
            </a:extLst>
          </p:cNvPr>
          <p:cNvGrpSpPr/>
          <p:nvPr/>
        </p:nvGrpSpPr>
        <p:grpSpPr>
          <a:xfrm>
            <a:off x="4519962" y="2461923"/>
            <a:ext cx="2819400" cy="838200"/>
            <a:chOff x="3048000" y="4800600"/>
            <a:chExt cx="2819400" cy="838200"/>
          </a:xfrm>
        </p:grpSpPr>
        <p:sp>
          <p:nvSpPr>
            <p:cNvPr id="59" name="Rectangle 58">
              <a:extLst>
                <a:ext uri="{FF2B5EF4-FFF2-40B4-BE49-F238E27FC236}">
                  <a16:creationId xmlns:a16="http://schemas.microsoft.com/office/drawing/2014/main" id="{A7BD9C8D-E8DE-0549-8E53-CB77660B87A9}"/>
                </a:ext>
              </a:extLst>
            </p:cNvPr>
            <p:cNvSpPr/>
            <p:nvPr/>
          </p:nvSpPr>
          <p:spPr>
            <a:xfrm>
              <a:off x="3048000" y="4800600"/>
              <a:ext cx="1981200" cy="838200"/>
            </a:xfrm>
            <a:prstGeom prst="rect">
              <a:avLst/>
            </a:prstGeom>
            <a:gradFill rotWithShape="1">
              <a:gsLst>
                <a:gs pos="0">
                  <a:srgbClr val="2D2DB9">
                    <a:shade val="51000"/>
                    <a:satMod val="130000"/>
                  </a:srgbClr>
                </a:gs>
                <a:gs pos="80000">
                  <a:srgbClr val="2D2DB9">
                    <a:shade val="93000"/>
                    <a:satMod val="130000"/>
                  </a:srgbClr>
                </a:gs>
                <a:gs pos="100000">
                  <a:srgbClr val="2D2DB9">
                    <a:shade val="94000"/>
                    <a:satMod val="135000"/>
                  </a:srgbClr>
                </a:gs>
              </a:gsLst>
              <a:lin ang="16200000" scaled="0"/>
            </a:gradFill>
            <a:ln w="9525" cap="flat" cmpd="sng" algn="ctr">
              <a:solidFill>
                <a:srgbClr val="2D2DB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2400" dirty="0">
                  <a:solidFill>
                    <a:srgbClr val="FFFFFF"/>
                  </a:solidFill>
                  <a:latin typeface="Times New Roman"/>
                </a:rPr>
                <a:t>Hi, meet me at 2PM, …</a:t>
              </a:r>
            </a:p>
          </p:txBody>
        </p:sp>
        <p:sp>
          <p:nvSpPr>
            <p:cNvPr id="60" name="Oval 59">
              <a:extLst>
                <a:ext uri="{FF2B5EF4-FFF2-40B4-BE49-F238E27FC236}">
                  <a16:creationId xmlns:a16="http://schemas.microsoft.com/office/drawing/2014/main" id="{7BC5437F-61D8-8049-A13B-4F7F2EC9EFB1}"/>
                </a:ext>
              </a:extLst>
            </p:cNvPr>
            <p:cNvSpPr/>
            <p:nvPr/>
          </p:nvSpPr>
          <p:spPr>
            <a:xfrm>
              <a:off x="5029200" y="4800600"/>
              <a:ext cx="838200" cy="838200"/>
            </a:xfrm>
            <a:prstGeom prst="ellipse">
              <a:avLst/>
            </a:prstGeom>
            <a:solidFill>
              <a:srgbClr val="FF0000"/>
            </a:solidFill>
            <a:ln w="9525" cap="flat" cmpd="sng" algn="ctr">
              <a:no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3200" dirty="0">
                  <a:solidFill>
                    <a:srgbClr val="FFFFFF"/>
                  </a:solidFill>
                  <a:latin typeface="Times New Roman"/>
                </a:rPr>
                <a:t>s</a:t>
              </a:r>
            </a:p>
          </p:txBody>
        </p:sp>
      </p:grpSp>
      <p:sp>
        <p:nvSpPr>
          <p:cNvPr id="47" name="TextBox 46">
            <a:extLst>
              <a:ext uri="{FF2B5EF4-FFF2-40B4-BE49-F238E27FC236}">
                <a16:creationId xmlns:a16="http://schemas.microsoft.com/office/drawing/2014/main" id="{48A9E0FA-A523-A244-9150-AF686A03D38B}"/>
              </a:ext>
            </a:extLst>
          </p:cNvPr>
          <p:cNvSpPr txBox="1"/>
          <p:nvPr/>
        </p:nvSpPr>
        <p:spPr>
          <a:xfrm>
            <a:off x="8863362" y="1623723"/>
            <a:ext cx="697727"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Bob</a:t>
            </a:r>
          </a:p>
        </p:txBody>
      </p:sp>
      <p:sp>
        <p:nvSpPr>
          <p:cNvPr id="48" name="TextBox 47">
            <a:extLst>
              <a:ext uri="{FF2B5EF4-FFF2-40B4-BE49-F238E27FC236}">
                <a16:creationId xmlns:a16="http://schemas.microsoft.com/office/drawing/2014/main" id="{FBBF6BAF-8AC9-BC44-94B2-775BF04B923E}"/>
              </a:ext>
            </a:extLst>
          </p:cNvPr>
          <p:cNvSpPr txBox="1"/>
          <p:nvPr/>
        </p:nvSpPr>
        <p:spPr>
          <a:xfrm>
            <a:off x="4824762" y="2004723"/>
            <a:ext cx="122731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message</a:t>
            </a:r>
          </a:p>
        </p:txBody>
      </p:sp>
      <p:sp>
        <p:nvSpPr>
          <p:cNvPr id="49" name="TextBox 48">
            <a:extLst>
              <a:ext uri="{FF2B5EF4-FFF2-40B4-BE49-F238E27FC236}">
                <a16:creationId xmlns:a16="http://schemas.microsoft.com/office/drawing/2014/main" id="{0AC90094-48FC-6647-A829-C5411D07D14C}"/>
              </a:ext>
            </a:extLst>
          </p:cNvPr>
          <p:cNvSpPr txBox="1"/>
          <p:nvPr/>
        </p:nvSpPr>
        <p:spPr>
          <a:xfrm>
            <a:off x="6577362" y="1699923"/>
            <a:ext cx="1124802" cy="707886"/>
          </a:xfrm>
          <a:prstGeom prst="rect">
            <a:avLst/>
          </a:prstGeom>
          <a:noFill/>
        </p:spPr>
        <p:txBody>
          <a:bodyPr wrap="none" rtlCol="0">
            <a:spAutoFit/>
          </a:bodyPr>
          <a:lstStyle/>
          <a:p>
            <a:pPr defTabSz="914400" fontAlgn="base">
              <a:spcBef>
                <a:spcPct val="0"/>
              </a:spcBef>
              <a:spcAft>
                <a:spcPct val="0"/>
              </a:spcAft>
              <a:defRPr/>
            </a:pPr>
            <a:r>
              <a:rPr lang="en-US" sz="2000" dirty="0">
                <a:solidFill>
                  <a:sysClr val="windowText" lastClr="000000"/>
                </a:solidFill>
                <a:latin typeface="Times New Roman" pitchFamily="18" charset="0"/>
              </a:rPr>
              <a:t>RSA </a:t>
            </a:r>
          </a:p>
          <a:p>
            <a:pPr defTabSz="914400" fontAlgn="base">
              <a:spcBef>
                <a:spcPct val="0"/>
              </a:spcBef>
              <a:spcAft>
                <a:spcPct val="0"/>
              </a:spcAft>
              <a:defRPr/>
            </a:pPr>
            <a:r>
              <a:rPr lang="en-US" sz="2000" dirty="0">
                <a:solidFill>
                  <a:sysClr val="windowText" lastClr="000000"/>
                </a:solidFill>
                <a:latin typeface="Times New Roman" pitchFamily="18" charset="0"/>
              </a:rPr>
              <a:t>signature</a:t>
            </a:r>
          </a:p>
        </p:txBody>
      </p:sp>
      <p:cxnSp>
        <p:nvCxnSpPr>
          <p:cNvPr id="50" name="Straight Arrow Connector 49">
            <a:extLst>
              <a:ext uri="{FF2B5EF4-FFF2-40B4-BE49-F238E27FC236}">
                <a16:creationId xmlns:a16="http://schemas.microsoft.com/office/drawing/2014/main" id="{BB99A044-3480-CD4A-8A82-CA42582368BE}"/>
              </a:ext>
            </a:extLst>
          </p:cNvPr>
          <p:cNvCxnSpPr/>
          <p:nvPr/>
        </p:nvCxnSpPr>
        <p:spPr>
          <a:xfrm>
            <a:off x="4138962" y="3452523"/>
            <a:ext cx="3810000" cy="0"/>
          </a:xfrm>
          <a:prstGeom prst="straightConnector1">
            <a:avLst/>
          </a:prstGeom>
          <a:noFill/>
          <a:ln w="25400" cap="flat" cmpd="sng" algn="ctr">
            <a:solidFill>
              <a:srgbClr val="00CC99"/>
            </a:solidFill>
            <a:prstDash val="solid"/>
            <a:tailEnd type="arrow"/>
          </a:ln>
          <a:effectLst>
            <a:outerShdw blurRad="40000" dist="20000" dir="5400000" rotWithShape="0">
              <a:srgbClr val="000000">
                <a:alpha val="38000"/>
              </a:srgbClr>
            </a:outerShdw>
          </a:effectLst>
        </p:spPr>
      </p:cxnSp>
      <p:sp>
        <p:nvSpPr>
          <p:cNvPr id="51" name="Rectangle 50">
            <a:extLst>
              <a:ext uri="{FF2B5EF4-FFF2-40B4-BE49-F238E27FC236}">
                <a16:creationId xmlns:a16="http://schemas.microsoft.com/office/drawing/2014/main" id="{4C8E0585-6B02-D24A-BC16-E2473D4DD447}"/>
              </a:ext>
            </a:extLst>
          </p:cNvPr>
          <p:cNvSpPr/>
          <p:nvPr/>
        </p:nvSpPr>
        <p:spPr>
          <a:xfrm>
            <a:off x="3757962" y="4290723"/>
            <a:ext cx="4191000" cy="1905000"/>
          </a:xfrm>
          <a:prstGeom prst="rect">
            <a:avLst/>
          </a:prstGeom>
          <a:solidFill>
            <a:srgbClr val="AAE2CA"/>
          </a:solidFill>
          <a:ln w="25400" cap="flat" cmpd="sng" algn="ctr">
            <a:solidFill>
              <a:srgbClr val="808080"/>
            </a:solidFill>
            <a:prstDash val="solid"/>
          </a:ln>
          <a:effectLst/>
        </p:spPr>
        <p:txBody>
          <a:bodyPr rtlCol="0" anchor="ctr"/>
          <a:lstStyle/>
          <a:p>
            <a:pPr algn="ctr" defTabSz="914400" fontAlgn="base">
              <a:spcBef>
                <a:spcPct val="0"/>
              </a:spcBef>
              <a:spcAft>
                <a:spcPct val="0"/>
              </a:spcAft>
              <a:defRPr/>
            </a:pPr>
            <a:r>
              <a:rPr lang="en-US" sz="2400" b="1" dirty="0">
                <a:solidFill>
                  <a:srgbClr val="000000"/>
                </a:solidFill>
                <a:latin typeface="Times New Roman"/>
              </a:rPr>
              <a:t>Public Key Directory</a:t>
            </a:r>
          </a:p>
          <a:p>
            <a:pPr algn="ctr" defTabSz="914400" fontAlgn="base">
              <a:spcBef>
                <a:spcPct val="0"/>
              </a:spcBef>
              <a:spcAft>
                <a:spcPct val="0"/>
              </a:spcAft>
              <a:defRPr/>
            </a:pPr>
            <a:r>
              <a:rPr lang="en-US" sz="2400" b="1" dirty="0">
                <a:solidFill>
                  <a:srgbClr val="3333CC"/>
                </a:solidFill>
                <a:latin typeface="Times New Roman"/>
              </a:rPr>
              <a:t>Alice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Alice</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Bob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Bob</a:t>
            </a:r>
            <a:endParaRPr lang="en-US" sz="2400" b="1" baseline="-25000" dirty="0">
              <a:solidFill>
                <a:srgbClr val="3333CC"/>
              </a:solidFill>
              <a:latin typeface="Times New Roman"/>
              <a:sym typeface="Wingdings" pitchFamily="2" charset="2"/>
            </a:endParaRPr>
          </a:p>
          <a:p>
            <a:pPr algn="ctr" defTabSz="914400" fontAlgn="base">
              <a:spcBef>
                <a:spcPct val="0"/>
              </a:spcBef>
              <a:spcAft>
                <a:spcPct val="0"/>
              </a:spcAft>
              <a:defRPr/>
            </a:pPr>
            <a:r>
              <a:rPr lang="en-US" sz="2400" b="1" dirty="0">
                <a:solidFill>
                  <a:srgbClr val="3333CC"/>
                </a:solidFill>
                <a:latin typeface="Times New Roman"/>
              </a:rPr>
              <a:t>Charlie  </a:t>
            </a:r>
            <a:r>
              <a:rPr lang="en-US" sz="2400" b="1" dirty="0">
                <a:solidFill>
                  <a:srgbClr val="3333CC"/>
                </a:solidFill>
                <a:latin typeface="Times New Roman"/>
                <a:sym typeface="Wingdings" pitchFamily="2" charset="2"/>
              </a:rPr>
              <a:t></a:t>
            </a:r>
            <a:r>
              <a:rPr lang="en-US" sz="2400" b="1" dirty="0" err="1">
                <a:solidFill>
                  <a:srgbClr val="3333CC"/>
                </a:solidFill>
                <a:latin typeface="Times New Roman"/>
                <a:sym typeface="Wingdings" pitchFamily="2" charset="2"/>
              </a:rPr>
              <a:t>PK</a:t>
            </a:r>
            <a:r>
              <a:rPr lang="en-US" sz="2400" b="1" baseline="-25000" dirty="0" err="1">
                <a:solidFill>
                  <a:srgbClr val="3333CC"/>
                </a:solidFill>
                <a:latin typeface="Times New Roman"/>
                <a:sym typeface="Wingdings" pitchFamily="2" charset="2"/>
              </a:rPr>
              <a:t>Charlie</a:t>
            </a:r>
            <a:endParaRPr lang="en-US" sz="2400" b="1" baseline="-25000" dirty="0">
              <a:solidFill>
                <a:srgbClr val="3333CC"/>
              </a:solidFill>
              <a:latin typeface="Times New Roman"/>
            </a:endParaRPr>
          </a:p>
          <a:p>
            <a:pPr algn="ctr" defTabSz="914400" fontAlgn="base">
              <a:spcBef>
                <a:spcPct val="0"/>
              </a:spcBef>
              <a:spcAft>
                <a:spcPct val="0"/>
              </a:spcAft>
              <a:defRPr/>
            </a:pPr>
            <a:endParaRPr lang="en-US" sz="2400" baseline="-25000" dirty="0">
              <a:solidFill>
                <a:srgbClr val="FFFFFF"/>
              </a:solidFill>
              <a:latin typeface="Times New Roman"/>
            </a:endParaRPr>
          </a:p>
        </p:txBody>
      </p:sp>
      <p:sp>
        <p:nvSpPr>
          <p:cNvPr id="52" name="TextBox 51">
            <a:extLst>
              <a:ext uri="{FF2B5EF4-FFF2-40B4-BE49-F238E27FC236}">
                <a16:creationId xmlns:a16="http://schemas.microsoft.com/office/drawing/2014/main" id="{AB1EC255-9B19-794F-A9C8-C642EED29388}"/>
              </a:ext>
            </a:extLst>
          </p:cNvPr>
          <p:cNvSpPr txBox="1"/>
          <p:nvPr/>
        </p:nvSpPr>
        <p:spPr>
          <a:xfrm>
            <a:off x="5917566" y="4755897"/>
            <a:ext cx="1319592" cy="461665"/>
          </a:xfrm>
          <a:prstGeom prst="rect">
            <a:avLst/>
          </a:prstGeom>
          <a:solidFill>
            <a:srgbClr val="AAE2CA"/>
          </a:solidFill>
        </p:spPr>
        <p:txBody>
          <a:bodyPr wrap="none" rtlCol="0">
            <a:spAutoFit/>
          </a:bodyPr>
          <a:lstStyle/>
          <a:p>
            <a:pPr defTabSz="914400" fontAlgn="base">
              <a:spcBef>
                <a:spcPct val="0"/>
              </a:spcBef>
              <a:spcAft>
                <a:spcPct val="0"/>
              </a:spcAft>
              <a:defRPr/>
            </a:pPr>
            <a:r>
              <a:rPr lang="en-US" sz="2400" b="1" dirty="0" err="1">
                <a:solidFill>
                  <a:srgbClr val="C00000"/>
                </a:solidFill>
                <a:latin typeface="Times New Roman" pitchFamily="18" charset="0"/>
              </a:rPr>
              <a:t>PK</a:t>
            </a:r>
            <a:r>
              <a:rPr lang="en-US" sz="2400" b="1" baseline="-25000" dirty="0" err="1">
                <a:solidFill>
                  <a:srgbClr val="C00000"/>
                </a:solidFill>
                <a:latin typeface="Times New Roman" pitchFamily="18" charset="0"/>
              </a:rPr>
              <a:t>Mallory</a:t>
            </a:r>
            <a:endParaRPr lang="en-US" sz="2400" b="1" baseline="-25000" dirty="0">
              <a:solidFill>
                <a:srgbClr val="C00000"/>
              </a:solidFill>
              <a:latin typeface="Times New Roman" pitchFamily="18" charset="0"/>
            </a:endParaRPr>
          </a:p>
        </p:txBody>
      </p:sp>
      <p:pic>
        <p:nvPicPr>
          <p:cNvPr id="53" name="Picture 52">
            <a:extLst>
              <a:ext uri="{FF2B5EF4-FFF2-40B4-BE49-F238E27FC236}">
                <a16:creationId xmlns:a16="http://schemas.microsoft.com/office/drawing/2014/main" id="{8CE925D7-5883-5E41-AD35-574966EC6AA4}"/>
              </a:ext>
            </a:extLst>
          </p:cNvPr>
          <p:cNvPicPr>
            <a:picLocks noChangeAspect="1"/>
          </p:cNvPicPr>
          <p:nvPr/>
        </p:nvPicPr>
        <p:blipFill>
          <a:blip r:embed="rId4" cstate="print"/>
          <a:stretch>
            <a:fillRect/>
          </a:stretch>
        </p:blipFill>
        <p:spPr>
          <a:xfrm>
            <a:off x="2233962" y="2385723"/>
            <a:ext cx="1143000" cy="1287162"/>
          </a:xfrm>
          <a:prstGeom prst="rect">
            <a:avLst/>
          </a:prstGeom>
        </p:spPr>
      </p:pic>
      <p:sp>
        <p:nvSpPr>
          <p:cNvPr id="54" name="TextBox 53">
            <a:extLst>
              <a:ext uri="{FF2B5EF4-FFF2-40B4-BE49-F238E27FC236}">
                <a16:creationId xmlns:a16="http://schemas.microsoft.com/office/drawing/2014/main" id="{63F980CF-4A5D-344F-95DB-CFC9C0549C62}"/>
              </a:ext>
            </a:extLst>
          </p:cNvPr>
          <p:cNvSpPr txBox="1"/>
          <p:nvPr/>
        </p:nvSpPr>
        <p:spPr>
          <a:xfrm>
            <a:off x="2386362" y="1852323"/>
            <a:ext cx="863989" cy="461665"/>
          </a:xfrm>
          <a:prstGeom prst="rect">
            <a:avLst/>
          </a:prstGeom>
          <a:noFill/>
        </p:spPr>
        <p:txBody>
          <a:bodyPr wrap="non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Alice</a:t>
            </a:r>
          </a:p>
        </p:txBody>
      </p:sp>
      <p:sp>
        <p:nvSpPr>
          <p:cNvPr id="57" name="Freeform 56">
            <a:extLst>
              <a:ext uri="{FF2B5EF4-FFF2-40B4-BE49-F238E27FC236}">
                <a16:creationId xmlns:a16="http://schemas.microsoft.com/office/drawing/2014/main" id="{92F9603B-62A7-1E4D-A2C4-CD17EA3CBE40}"/>
              </a:ext>
            </a:extLst>
          </p:cNvPr>
          <p:cNvSpPr/>
          <p:nvPr/>
        </p:nvSpPr>
        <p:spPr>
          <a:xfrm>
            <a:off x="6947476" y="3332780"/>
            <a:ext cx="2181497" cy="1632857"/>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
        <p:nvSpPr>
          <p:cNvPr id="7" name="TextBox 6">
            <a:extLst>
              <a:ext uri="{FF2B5EF4-FFF2-40B4-BE49-F238E27FC236}">
                <a16:creationId xmlns:a16="http://schemas.microsoft.com/office/drawing/2014/main" id="{953252C5-E5FF-D54A-9807-919819767D30}"/>
              </a:ext>
            </a:extLst>
          </p:cNvPr>
          <p:cNvSpPr txBox="1"/>
          <p:nvPr/>
        </p:nvSpPr>
        <p:spPr>
          <a:xfrm>
            <a:off x="513349" y="1046976"/>
            <a:ext cx="9270738"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Arial Nova" panose="020B0504020202020204" pitchFamily="34" charset="0"/>
                <a:ea typeface="Helvetica Neue" panose="02000503000000020004" pitchFamily="2" charset="0"/>
                <a:cs typeface="Helvetica Neue" panose="02000503000000020004" pitchFamily="2" charset="0"/>
              </a:rPr>
              <a:t>What if </a:t>
            </a:r>
            <a:r>
              <a:rPr lang="en-US" sz="2200" dirty="0">
                <a:solidFill>
                  <a:srgbClr val="FF0000"/>
                </a:solidFill>
                <a:latin typeface="Arial Nova" panose="020B0504020202020204" pitchFamily="34" charset="0"/>
                <a:ea typeface="Helvetica Neue" panose="02000503000000020004" pitchFamily="2" charset="0"/>
                <a:cs typeface="Helvetica Neue" panose="02000503000000020004" pitchFamily="2" charset="0"/>
              </a:rPr>
              <a:t>Mallory replaces Alice’s public key </a:t>
            </a:r>
            <a:r>
              <a:rPr lang="en-US" sz="2200" dirty="0">
                <a:latin typeface="Arial Nova" panose="020B0504020202020204" pitchFamily="34" charset="0"/>
                <a:ea typeface="Helvetica Neue" panose="02000503000000020004" pitchFamily="2" charset="0"/>
                <a:cs typeface="Helvetica Neue" panose="02000503000000020004" pitchFamily="2" charset="0"/>
              </a:rPr>
              <a:t>with Mallory’s public key? </a:t>
            </a:r>
          </a:p>
        </p:txBody>
      </p:sp>
      <p:sp>
        <p:nvSpPr>
          <p:cNvPr id="8" name="TextBox 7">
            <a:extLst>
              <a:ext uri="{FF2B5EF4-FFF2-40B4-BE49-F238E27FC236}">
                <a16:creationId xmlns:a16="http://schemas.microsoft.com/office/drawing/2014/main" id="{95D1846B-E056-2264-1036-E4175394623B}"/>
              </a:ext>
            </a:extLst>
          </p:cNvPr>
          <p:cNvSpPr txBox="1"/>
          <p:nvPr/>
        </p:nvSpPr>
        <p:spPr>
          <a:xfrm>
            <a:off x="1563124" y="4183763"/>
            <a:ext cx="1295400" cy="461665"/>
          </a:xfrm>
          <a:prstGeom prst="rect">
            <a:avLst/>
          </a:prstGeom>
          <a:solidFill>
            <a:srgbClr val="AAE2CA"/>
          </a:solidFill>
        </p:spPr>
        <p:txBody>
          <a:bodyPr wrap="square" rtlCol="0">
            <a:spAutoFit/>
          </a:bodyPr>
          <a:lstStyle/>
          <a:p>
            <a:pPr defTabSz="914400" fontAlgn="base">
              <a:spcBef>
                <a:spcPct val="0"/>
              </a:spcBef>
              <a:spcAft>
                <a:spcPct val="0"/>
              </a:spcAft>
              <a:defRPr/>
            </a:pPr>
            <a:r>
              <a:rPr lang="en-US" sz="2400" dirty="0">
                <a:solidFill>
                  <a:sysClr val="windowText" lastClr="000000"/>
                </a:solidFill>
                <a:latin typeface="Times New Roman" pitchFamily="18" charset="0"/>
              </a:rPr>
              <a:t>Mallory</a:t>
            </a:r>
          </a:p>
        </p:txBody>
      </p:sp>
      <p:pic>
        <p:nvPicPr>
          <p:cNvPr id="9" name="Picture 4">
            <a:extLst>
              <a:ext uri="{FF2B5EF4-FFF2-40B4-BE49-F238E27FC236}">
                <a16:creationId xmlns:a16="http://schemas.microsoft.com/office/drawing/2014/main" id="{F045EDAD-8044-9A9D-0056-CFD0E32E329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58324" y="4640963"/>
            <a:ext cx="1873250" cy="1552575"/>
          </a:xfrm>
          <a:prstGeom prst="rect">
            <a:avLst/>
          </a:prstGeom>
          <a:solidFill>
            <a:srgbClr val="AAE2C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Freeform 9">
            <a:extLst>
              <a:ext uri="{FF2B5EF4-FFF2-40B4-BE49-F238E27FC236}">
                <a16:creationId xmlns:a16="http://schemas.microsoft.com/office/drawing/2014/main" id="{0D88C754-E52F-1C07-7F94-246C7CEF05CA}"/>
              </a:ext>
            </a:extLst>
          </p:cNvPr>
          <p:cNvSpPr/>
          <p:nvPr/>
        </p:nvSpPr>
        <p:spPr>
          <a:xfrm rot="5605455" flipH="1">
            <a:off x="3704001" y="4357934"/>
            <a:ext cx="558099" cy="1672605"/>
          </a:xfrm>
          <a:custGeom>
            <a:avLst/>
            <a:gdLst>
              <a:gd name="connsiteX0" fmla="*/ 0 w 2181497"/>
              <a:gd name="connsiteY0" fmla="*/ 1632857 h 1632857"/>
              <a:gd name="connsiteX1" fmla="*/ 1593669 w 2181497"/>
              <a:gd name="connsiteY1" fmla="*/ 953589 h 1632857"/>
              <a:gd name="connsiteX2" fmla="*/ 2181497 w 2181497"/>
              <a:gd name="connsiteY2" fmla="*/ 0 h 1632857"/>
            </a:gdLst>
            <a:ahLst/>
            <a:cxnLst>
              <a:cxn ang="0">
                <a:pos x="connsiteX0" y="connsiteY0"/>
              </a:cxn>
              <a:cxn ang="0">
                <a:pos x="connsiteX1" y="connsiteY1"/>
              </a:cxn>
              <a:cxn ang="0">
                <a:pos x="connsiteX2" y="connsiteY2"/>
              </a:cxn>
            </a:cxnLst>
            <a:rect l="l" t="t" r="r" b="b"/>
            <a:pathLst>
              <a:path w="2181497" h="1632857">
                <a:moveTo>
                  <a:pt x="0" y="1632857"/>
                </a:moveTo>
                <a:cubicBezTo>
                  <a:pt x="615043" y="1429294"/>
                  <a:pt x="1230086" y="1225732"/>
                  <a:pt x="1593669" y="953589"/>
                </a:cubicBezTo>
                <a:cubicBezTo>
                  <a:pt x="1957252" y="681446"/>
                  <a:pt x="2069374" y="340723"/>
                  <a:pt x="2181497" y="0"/>
                </a:cubicBezTo>
              </a:path>
            </a:pathLst>
          </a:custGeom>
          <a:noFill/>
          <a:ln w="31750" cap="flat" cmpd="sng" algn="ctr">
            <a:solidFill>
              <a:srgbClr val="C00000"/>
            </a:solidFill>
            <a:prstDash val="dash"/>
            <a:headEnd type="none"/>
            <a:tailEnd type="triangle"/>
          </a:ln>
          <a:effectLst/>
        </p:spPr>
        <p:txBody>
          <a:bodyPr rtlCol="0" anchor="ctr"/>
          <a:lstStyle/>
          <a:p>
            <a:pPr algn="ctr" defTabSz="914400" fontAlgn="base">
              <a:spcBef>
                <a:spcPct val="0"/>
              </a:spcBef>
              <a:spcAft>
                <a:spcPct val="0"/>
              </a:spcAft>
              <a:defRPr/>
            </a:pPr>
            <a:endParaRPr lang="en-US" sz="2400">
              <a:solidFill>
                <a:srgbClr val="000000"/>
              </a:solidFill>
              <a:latin typeface="Times New Roman"/>
            </a:endParaRPr>
          </a:p>
        </p:txBody>
      </p:sp>
    </p:spTree>
    <p:extLst>
      <p:ext uri="{BB962C8B-B14F-4D97-AF65-F5344CB8AC3E}">
        <p14:creationId xmlns:p14="http://schemas.microsoft.com/office/powerpoint/2010/main" val="358922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fill="hold"/>
                                        <p:tgtEl>
                                          <p:spTgt spid="52"/>
                                        </p:tgtEl>
                                        <p:attrNameLst>
                                          <p:attrName>ppt_x</p:attrName>
                                        </p:attrNameLst>
                                      </p:cBhvr>
                                      <p:tavLst>
                                        <p:tav tm="0">
                                          <p:val>
                                            <p:strVal val="#ppt_x"/>
                                          </p:val>
                                        </p:tav>
                                        <p:tav tm="100000">
                                          <p:val>
                                            <p:strVal val="#ppt_x"/>
                                          </p:val>
                                        </p:tav>
                                      </p:tavLst>
                                    </p:anim>
                                    <p:anim calcmode="lin" valueType="num">
                                      <p:cBhvr additive="base">
                                        <p:cTn id="2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anim calcmode="lin" valueType="num">
                                      <p:cBhvr additive="base">
                                        <p:cTn id="29" dur="500" fill="hold"/>
                                        <p:tgtEl>
                                          <p:spTgt spid="57"/>
                                        </p:tgtEl>
                                        <p:attrNameLst>
                                          <p:attrName>ppt_x</p:attrName>
                                        </p:attrNameLst>
                                      </p:cBhvr>
                                      <p:tavLst>
                                        <p:tav tm="0">
                                          <p:val>
                                            <p:strVal val="#ppt_x"/>
                                          </p:val>
                                        </p:tav>
                                        <p:tav tm="100000">
                                          <p:val>
                                            <p:strVal val="#ppt_x"/>
                                          </p:val>
                                        </p:tav>
                                      </p:tavLst>
                                    </p:anim>
                                    <p:anim calcmode="lin" valueType="num">
                                      <p:cBhvr additive="base">
                                        <p:cTn id="3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7" grpId="0" animBg="1"/>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a:xfrm>
            <a:off x="761871" y="348164"/>
            <a:ext cx="8305800" cy="641350"/>
          </a:xfrm>
        </p:spPr>
        <p:txBody>
          <a:bodyPr/>
          <a:lstStyle/>
          <a:p>
            <a:pPr eaLnBrk="1" hangingPunct="1"/>
            <a:r>
              <a:rPr lang="en-US" dirty="0"/>
              <a:t>Public key certificate and PKI</a:t>
            </a:r>
          </a:p>
        </p:txBody>
      </p:sp>
      <p:sp>
        <p:nvSpPr>
          <p:cNvPr id="14341" name="Rectangle 3"/>
          <p:cNvSpPr>
            <a:spLocks noGrp="1" noChangeArrowheads="1"/>
          </p:cNvSpPr>
          <p:nvPr>
            <p:ph idx="1"/>
          </p:nvPr>
        </p:nvSpPr>
        <p:spPr>
          <a:xfrm>
            <a:off x="761871" y="1484784"/>
            <a:ext cx="10873208" cy="4659737"/>
          </a:xfrm>
        </p:spPr>
        <p:txBody>
          <a:bodyPr/>
          <a:lstStyle/>
          <a:p>
            <a:pPr eaLnBrk="1" hangingPunct="1"/>
            <a:r>
              <a:rPr lang="en-US" sz="2800" b="1" dirty="0"/>
              <a:t>Public key certificate</a:t>
            </a:r>
            <a:r>
              <a:rPr lang="en-US" sz="2800" dirty="0"/>
              <a:t>: </a:t>
            </a:r>
          </a:p>
          <a:p>
            <a:pPr lvl="1"/>
            <a:r>
              <a:rPr lang="en-US" sz="2400" dirty="0"/>
              <a:t>a digital token issued by an (trusted) </a:t>
            </a:r>
            <a:r>
              <a:rPr lang="en-US" sz="2400" u="sng" dirty="0">
                <a:highlight>
                  <a:srgbClr val="FFFF00"/>
                </a:highlight>
              </a:rPr>
              <a:t>authority</a:t>
            </a:r>
            <a:r>
              <a:rPr lang="en-US" sz="2400" dirty="0"/>
              <a:t> to certify the </a:t>
            </a:r>
            <a:r>
              <a:rPr lang="en-US" sz="2400" dirty="0">
                <a:highlight>
                  <a:srgbClr val="FFFF00"/>
                </a:highlight>
              </a:rPr>
              <a:t>ownership of a public key</a:t>
            </a:r>
            <a:r>
              <a:rPr lang="en-US" sz="2400" dirty="0"/>
              <a:t>. </a:t>
            </a:r>
          </a:p>
          <a:p>
            <a:pPr eaLnBrk="1" hangingPunct="1"/>
            <a:r>
              <a:rPr lang="en-US" sz="2800" b="1" dirty="0"/>
              <a:t>Public Key Infrastructure</a:t>
            </a:r>
          </a:p>
          <a:p>
            <a:pPr lvl="1" eaLnBrk="1" hangingPunct="1"/>
            <a:r>
              <a:rPr lang="en-US" sz="2400" dirty="0"/>
              <a:t>A set of policies, procedures, and products used to implement public key cryptosystem in a large setting. </a:t>
            </a:r>
            <a:r>
              <a:rPr lang="en-US" sz="2400" dirty="0">
                <a:hlinkClick r:id="rId3"/>
              </a:rPr>
              <a:t>http://www.ietf.org/html.charters/pkix-charter.html</a:t>
            </a:r>
            <a:r>
              <a:rPr lang="en-US" sz="2400" dirty="0"/>
              <a:t> </a:t>
            </a:r>
          </a:p>
          <a:p>
            <a:pPr lvl="1"/>
            <a:r>
              <a:rPr lang="en-US" sz="2400" b="1" dirty="0"/>
              <a:t>Core idea:</a:t>
            </a:r>
            <a:r>
              <a:rPr lang="en-US" sz="2400" dirty="0"/>
              <a:t> Certificate Authority (CA) issues certificates to public-key holders.</a:t>
            </a:r>
          </a:p>
          <a:p>
            <a:pPr lvl="1" eaLnBrk="1" hangingPunct="1"/>
            <a:r>
              <a:rPr lang="en-US" sz="2400" b="1" dirty="0"/>
              <a:t>X.509 standard</a:t>
            </a:r>
            <a:r>
              <a:rPr lang="en-US" sz="2400" dirty="0"/>
              <a:t>: A widely used standard for defining and managing digital certificates.</a:t>
            </a:r>
          </a:p>
        </p:txBody>
      </p:sp>
      <p:sp>
        <p:nvSpPr>
          <p:cNvPr id="14339" name="Slide Number Placeholder 5"/>
          <p:cNvSpPr>
            <a:spLocks noGrp="1"/>
          </p:cNvSpPr>
          <p:nvPr>
            <p:ph type="sldNum" sz="quarter" idx="12"/>
          </p:nvPr>
        </p:nvSpPr>
        <p:spPr>
          <a:noFill/>
        </p:spPr>
        <p:txBody>
          <a:bodyPr/>
          <a:lstStyle/>
          <a:p>
            <a:fld id="{72907ADD-9313-4148-ADDD-38EFFE38D902}" type="slidenum">
              <a:rPr lang="en-US"/>
              <a:pPr/>
              <a:t>8</a:t>
            </a:fld>
            <a:endParaRPr lang="en-US"/>
          </a:p>
        </p:txBody>
      </p:sp>
      <p:pic>
        <p:nvPicPr>
          <p:cNvPr id="2" name="Picture 1">
            <a:extLst>
              <a:ext uri="{FF2B5EF4-FFF2-40B4-BE49-F238E27FC236}">
                <a16:creationId xmlns:a16="http://schemas.microsoft.com/office/drawing/2014/main" id="{5DDB6035-582E-EDFB-9EDB-4915BA60DC1D}"/>
              </a:ext>
            </a:extLst>
          </p:cNvPr>
          <p:cNvPicPr>
            <a:picLocks noChangeAspect="1"/>
          </p:cNvPicPr>
          <p:nvPr/>
        </p:nvPicPr>
        <p:blipFill>
          <a:blip r:embed="rId4"/>
          <a:stretch>
            <a:fillRect/>
          </a:stretch>
        </p:blipFill>
        <p:spPr>
          <a:xfrm>
            <a:off x="9041130" y="220656"/>
            <a:ext cx="2377739" cy="1756950"/>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6EF0940D-D7F8-78AB-0509-30ED1C2FEE70}"/>
                  </a:ext>
                </a:extLst>
              </p14:cNvPr>
              <p14:cNvContentPartPr/>
              <p14:nvPr/>
            </p14:nvContentPartPr>
            <p14:xfrm>
              <a:off x="3386807" y="2562615"/>
              <a:ext cx="66240" cy="11160"/>
            </p14:xfrm>
          </p:contentPart>
        </mc:Choice>
        <mc:Fallback xmlns="">
          <p:pic>
            <p:nvPicPr>
              <p:cNvPr id="3" name="Ink 2">
                <a:extLst>
                  <a:ext uri="{FF2B5EF4-FFF2-40B4-BE49-F238E27FC236}">
                    <a16:creationId xmlns:a16="http://schemas.microsoft.com/office/drawing/2014/main" id="{6EF0940D-D7F8-78AB-0509-30ED1C2FEE70}"/>
                  </a:ext>
                </a:extLst>
              </p:cNvPr>
              <p:cNvPicPr/>
              <p:nvPr/>
            </p:nvPicPr>
            <p:blipFill>
              <a:blip r:embed="rId6"/>
              <a:stretch>
                <a:fillRect/>
              </a:stretch>
            </p:blipFill>
            <p:spPr>
              <a:xfrm>
                <a:off x="3376367" y="2552175"/>
                <a:ext cx="874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95D55955-EC38-94D8-85EF-F999B49F95A3}"/>
                  </a:ext>
                </a:extLst>
              </p14:cNvPr>
              <p14:cNvContentPartPr/>
              <p14:nvPr/>
            </p14:nvContentPartPr>
            <p14:xfrm>
              <a:off x="3535127" y="2486655"/>
              <a:ext cx="106920" cy="170640"/>
            </p14:xfrm>
          </p:contentPart>
        </mc:Choice>
        <mc:Fallback xmlns="">
          <p:pic>
            <p:nvPicPr>
              <p:cNvPr id="4" name="Ink 3">
                <a:extLst>
                  <a:ext uri="{FF2B5EF4-FFF2-40B4-BE49-F238E27FC236}">
                    <a16:creationId xmlns:a16="http://schemas.microsoft.com/office/drawing/2014/main" id="{95D55955-EC38-94D8-85EF-F999B49F95A3}"/>
                  </a:ext>
                </a:extLst>
              </p:cNvPr>
              <p:cNvPicPr/>
              <p:nvPr/>
            </p:nvPicPr>
            <p:blipFill>
              <a:blip r:embed="rId8"/>
              <a:stretch>
                <a:fillRect/>
              </a:stretch>
            </p:blipFill>
            <p:spPr>
              <a:xfrm>
                <a:off x="3524327" y="2476215"/>
                <a:ext cx="1281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B8D29A84-8FD0-E65F-7319-74298D324CC1}"/>
                  </a:ext>
                </a:extLst>
              </p14:cNvPr>
              <p14:cNvContentPartPr/>
              <p14:nvPr/>
            </p14:nvContentPartPr>
            <p14:xfrm>
              <a:off x="3606047" y="2537055"/>
              <a:ext cx="93600" cy="75240"/>
            </p14:xfrm>
          </p:contentPart>
        </mc:Choice>
        <mc:Fallback xmlns="">
          <p:pic>
            <p:nvPicPr>
              <p:cNvPr id="5" name="Ink 4">
                <a:extLst>
                  <a:ext uri="{FF2B5EF4-FFF2-40B4-BE49-F238E27FC236}">
                    <a16:creationId xmlns:a16="http://schemas.microsoft.com/office/drawing/2014/main" id="{B8D29A84-8FD0-E65F-7319-74298D324CC1}"/>
                  </a:ext>
                </a:extLst>
              </p:cNvPr>
              <p:cNvPicPr/>
              <p:nvPr/>
            </p:nvPicPr>
            <p:blipFill>
              <a:blip r:embed="rId10"/>
              <a:stretch>
                <a:fillRect/>
              </a:stretch>
            </p:blipFill>
            <p:spPr>
              <a:xfrm>
                <a:off x="3595247" y="2526615"/>
                <a:ext cx="1148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2A070218-2249-C9BA-BBB3-B4BEF6F29D10}"/>
                  </a:ext>
                </a:extLst>
              </p14:cNvPr>
              <p14:cNvContentPartPr/>
              <p14:nvPr/>
            </p14:nvContentPartPr>
            <p14:xfrm>
              <a:off x="3715487" y="2513655"/>
              <a:ext cx="140040" cy="108000"/>
            </p14:xfrm>
          </p:contentPart>
        </mc:Choice>
        <mc:Fallback xmlns="">
          <p:pic>
            <p:nvPicPr>
              <p:cNvPr id="6" name="Ink 5">
                <a:extLst>
                  <a:ext uri="{FF2B5EF4-FFF2-40B4-BE49-F238E27FC236}">
                    <a16:creationId xmlns:a16="http://schemas.microsoft.com/office/drawing/2014/main" id="{2A070218-2249-C9BA-BBB3-B4BEF6F29D10}"/>
                  </a:ext>
                </a:extLst>
              </p:cNvPr>
              <p:cNvPicPr/>
              <p:nvPr/>
            </p:nvPicPr>
            <p:blipFill>
              <a:blip r:embed="rId12"/>
              <a:stretch>
                <a:fillRect/>
              </a:stretch>
            </p:blipFill>
            <p:spPr>
              <a:xfrm>
                <a:off x="3705047" y="2503215"/>
                <a:ext cx="1612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Ink 6">
                <a:extLst>
                  <a:ext uri="{FF2B5EF4-FFF2-40B4-BE49-F238E27FC236}">
                    <a16:creationId xmlns:a16="http://schemas.microsoft.com/office/drawing/2014/main" id="{8C3AC4DA-B703-7CA5-9360-42A0064CF293}"/>
                  </a:ext>
                </a:extLst>
              </p14:cNvPr>
              <p14:cNvContentPartPr/>
              <p14:nvPr/>
            </p14:nvContentPartPr>
            <p14:xfrm>
              <a:off x="3954167" y="2450655"/>
              <a:ext cx="24840" cy="197280"/>
            </p14:xfrm>
          </p:contentPart>
        </mc:Choice>
        <mc:Fallback xmlns="">
          <p:pic>
            <p:nvPicPr>
              <p:cNvPr id="7" name="Ink 6">
                <a:extLst>
                  <a:ext uri="{FF2B5EF4-FFF2-40B4-BE49-F238E27FC236}">
                    <a16:creationId xmlns:a16="http://schemas.microsoft.com/office/drawing/2014/main" id="{8C3AC4DA-B703-7CA5-9360-42A0064CF293}"/>
                  </a:ext>
                </a:extLst>
              </p:cNvPr>
              <p:cNvPicPr/>
              <p:nvPr/>
            </p:nvPicPr>
            <p:blipFill>
              <a:blip r:embed="rId14"/>
              <a:stretch>
                <a:fillRect/>
              </a:stretch>
            </p:blipFill>
            <p:spPr>
              <a:xfrm>
                <a:off x="3943367" y="2440215"/>
                <a:ext cx="460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Ink 7">
                <a:extLst>
                  <a:ext uri="{FF2B5EF4-FFF2-40B4-BE49-F238E27FC236}">
                    <a16:creationId xmlns:a16="http://schemas.microsoft.com/office/drawing/2014/main" id="{EB55DD70-471B-B47D-56CD-D87B3D8E4883}"/>
                  </a:ext>
                </a:extLst>
              </p14:cNvPr>
              <p14:cNvContentPartPr/>
              <p14:nvPr/>
            </p14:nvContentPartPr>
            <p14:xfrm>
              <a:off x="3940127" y="2529855"/>
              <a:ext cx="77040" cy="52560"/>
            </p14:xfrm>
          </p:contentPart>
        </mc:Choice>
        <mc:Fallback xmlns="">
          <p:pic>
            <p:nvPicPr>
              <p:cNvPr id="8" name="Ink 7">
                <a:extLst>
                  <a:ext uri="{FF2B5EF4-FFF2-40B4-BE49-F238E27FC236}">
                    <a16:creationId xmlns:a16="http://schemas.microsoft.com/office/drawing/2014/main" id="{EB55DD70-471B-B47D-56CD-D87B3D8E4883}"/>
                  </a:ext>
                </a:extLst>
              </p:cNvPr>
              <p:cNvPicPr/>
              <p:nvPr/>
            </p:nvPicPr>
            <p:blipFill>
              <a:blip r:embed="rId16"/>
              <a:stretch>
                <a:fillRect/>
              </a:stretch>
            </p:blipFill>
            <p:spPr>
              <a:xfrm>
                <a:off x="3929327" y="2519415"/>
                <a:ext cx="982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9C7510EA-ADBB-FEEF-5A88-86DC0F2819AD}"/>
                  </a:ext>
                </a:extLst>
              </p14:cNvPr>
              <p14:cNvContentPartPr/>
              <p14:nvPr/>
            </p14:nvContentPartPr>
            <p14:xfrm>
              <a:off x="4013927" y="2464335"/>
              <a:ext cx="77040" cy="140400"/>
            </p14:xfrm>
          </p:contentPart>
        </mc:Choice>
        <mc:Fallback xmlns="">
          <p:pic>
            <p:nvPicPr>
              <p:cNvPr id="9" name="Ink 8">
                <a:extLst>
                  <a:ext uri="{FF2B5EF4-FFF2-40B4-BE49-F238E27FC236}">
                    <a16:creationId xmlns:a16="http://schemas.microsoft.com/office/drawing/2014/main" id="{9C7510EA-ADBB-FEEF-5A88-86DC0F2819AD}"/>
                  </a:ext>
                </a:extLst>
              </p:cNvPr>
              <p:cNvPicPr/>
              <p:nvPr/>
            </p:nvPicPr>
            <p:blipFill>
              <a:blip r:embed="rId18"/>
              <a:stretch>
                <a:fillRect/>
              </a:stretch>
            </p:blipFill>
            <p:spPr>
              <a:xfrm>
                <a:off x="4003487" y="2453535"/>
                <a:ext cx="982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 name="Ink 9">
                <a:extLst>
                  <a:ext uri="{FF2B5EF4-FFF2-40B4-BE49-F238E27FC236}">
                    <a16:creationId xmlns:a16="http://schemas.microsoft.com/office/drawing/2014/main" id="{EFCFED9E-8D83-EA61-AEDD-60E7F27370E3}"/>
                  </a:ext>
                </a:extLst>
              </p14:cNvPr>
              <p14:cNvContentPartPr/>
              <p14:nvPr/>
            </p14:nvContentPartPr>
            <p14:xfrm>
              <a:off x="4107167" y="2494215"/>
              <a:ext cx="8280" cy="72720"/>
            </p14:xfrm>
          </p:contentPart>
        </mc:Choice>
        <mc:Fallback xmlns="">
          <p:pic>
            <p:nvPicPr>
              <p:cNvPr id="10" name="Ink 9">
                <a:extLst>
                  <a:ext uri="{FF2B5EF4-FFF2-40B4-BE49-F238E27FC236}">
                    <a16:creationId xmlns:a16="http://schemas.microsoft.com/office/drawing/2014/main" id="{EFCFED9E-8D83-EA61-AEDD-60E7F27370E3}"/>
                  </a:ext>
                </a:extLst>
              </p:cNvPr>
              <p:cNvPicPr/>
              <p:nvPr/>
            </p:nvPicPr>
            <p:blipFill>
              <a:blip r:embed="rId20"/>
              <a:stretch>
                <a:fillRect/>
              </a:stretch>
            </p:blipFill>
            <p:spPr>
              <a:xfrm>
                <a:off x="4096367" y="2483775"/>
                <a:ext cx="295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 name="Ink 10">
                <a:extLst>
                  <a:ext uri="{FF2B5EF4-FFF2-40B4-BE49-F238E27FC236}">
                    <a16:creationId xmlns:a16="http://schemas.microsoft.com/office/drawing/2014/main" id="{66D1A2DF-B964-DC82-FF8B-70C696688792}"/>
                  </a:ext>
                </a:extLst>
              </p14:cNvPr>
              <p14:cNvContentPartPr/>
              <p14:nvPr/>
            </p14:nvContentPartPr>
            <p14:xfrm>
              <a:off x="4112567" y="2458575"/>
              <a:ext cx="5760" cy="14040"/>
            </p14:xfrm>
          </p:contentPart>
        </mc:Choice>
        <mc:Fallback xmlns="">
          <p:pic>
            <p:nvPicPr>
              <p:cNvPr id="11" name="Ink 10">
                <a:extLst>
                  <a:ext uri="{FF2B5EF4-FFF2-40B4-BE49-F238E27FC236}">
                    <a16:creationId xmlns:a16="http://schemas.microsoft.com/office/drawing/2014/main" id="{66D1A2DF-B964-DC82-FF8B-70C696688792}"/>
                  </a:ext>
                </a:extLst>
              </p:cNvPr>
              <p:cNvPicPr/>
              <p:nvPr/>
            </p:nvPicPr>
            <p:blipFill>
              <a:blip r:embed="rId22"/>
              <a:stretch>
                <a:fillRect/>
              </a:stretch>
            </p:blipFill>
            <p:spPr>
              <a:xfrm>
                <a:off x="4101767" y="2448135"/>
                <a:ext cx="270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 name="Ink 11">
                <a:extLst>
                  <a:ext uri="{FF2B5EF4-FFF2-40B4-BE49-F238E27FC236}">
                    <a16:creationId xmlns:a16="http://schemas.microsoft.com/office/drawing/2014/main" id="{CD98057F-16F0-E7D9-5AA9-79B9269BB3F1}"/>
                  </a:ext>
                </a:extLst>
              </p14:cNvPr>
              <p14:cNvContentPartPr/>
              <p14:nvPr/>
            </p14:nvContentPartPr>
            <p14:xfrm>
              <a:off x="4131647" y="2442735"/>
              <a:ext cx="112680" cy="148680"/>
            </p14:xfrm>
          </p:contentPart>
        </mc:Choice>
        <mc:Fallback xmlns="">
          <p:pic>
            <p:nvPicPr>
              <p:cNvPr id="12" name="Ink 11">
                <a:extLst>
                  <a:ext uri="{FF2B5EF4-FFF2-40B4-BE49-F238E27FC236}">
                    <a16:creationId xmlns:a16="http://schemas.microsoft.com/office/drawing/2014/main" id="{CD98057F-16F0-E7D9-5AA9-79B9269BB3F1}"/>
                  </a:ext>
                </a:extLst>
              </p:cNvPr>
              <p:cNvPicPr/>
              <p:nvPr/>
            </p:nvPicPr>
            <p:blipFill>
              <a:blip r:embed="rId24"/>
              <a:stretch>
                <a:fillRect/>
              </a:stretch>
            </p:blipFill>
            <p:spPr>
              <a:xfrm>
                <a:off x="4121207" y="2432295"/>
                <a:ext cx="1339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 name="Ink 12">
                <a:extLst>
                  <a:ext uri="{FF2B5EF4-FFF2-40B4-BE49-F238E27FC236}">
                    <a16:creationId xmlns:a16="http://schemas.microsoft.com/office/drawing/2014/main" id="{B378A769-FBA2-F33E-7D08-4B67C1ADB789}"/>
                  </a:ext>
                </a:extLst>
              </p14:cNvPr>
              <p14:cNvContentPartPr/>
              <p14:nvPr/>
            </p14:nvContentPartPr>
            <p14:xfrm>
              <a:off x="4246847" y="2447775"/>
              <a:ext cx="30600" cy="131040"/>
            </p14:xfrm>
          </p:contentPart>
        </mc:Choice>
        <mc:Fallback xmlns="">
          <p:pic>
            <p:nvPicPr>
              <p:cNvPr id="13" name="Ink 12">
                <a:extLst>
                  <a:ext uri="{FF2B5EF4-FFF2-40B4-BE49-F238E27FC236}">
                    <a16:creationId xmlns:a16="http://schemas.microsoft.com/office/drawing/2014/main" id="{B378A769-FBA2-F33E-7D08-4B67C1ADB789}"/>
                  </a:ext>
                </a:extLst>
              </p:cNvPr>
              <p:cNvPicPr/>
              <p:nvPr/>
            </p:nvPicPr>
            <p:blipFill>
              <a:blip r:embed="rId26"/>
              <a:stretch>
                <a:fillRect/>
              </a:stretch>
            </p:blipFill>
            <p:spPr>
              <a:xfrm>
                <a:off x="4236047" y="2436975"/>
                <a:ext cx="518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 name="Ink 13">
                <a:extLst>
                  <a:ext uri="{FF2B5EF4-FFF2-40B4-BE49-F238E27FC236}">
                    <a16:creationId xmlns:a16="http://schemas.microsoft.com/office/drawing/2014/main" id="{606790CD-F450-C618-1DC0-C48B2675BA6C}"/>
                  </a:ext>
                </a:extLst>
              </p14:cNvPr>
              <p14:cNvContentPartPr/>
              <p14:nvPr/>
            </p14:nvContentPartPr>
            <p14:xfrm>
              <a:off x="4274207" y="2448855"/>
              <a:ext cx="96120" cy="127800"/>
            </p14:xfrm>
          </p:contentPart>
        </mc:Choice>
        <mc:Fallback xmlns="">
          <p:pic>
            <p:nvPicPr>
              <p:cNvPr id="14" name="Ink 13">
                <a:extLst>
                  <a:ext uri="{FF2B5EF4-FFF2-40B4-BE49-F238E27FC236}">
                    <a16:creationId xmlns:a16="http://schemas.microsoft.com/office/drawing/2014/main" id="{606790CD-F450-C618-1DC0-C48B2675BA6C}"/>
                  </a:ext>
                </a:extLst>
              </p:cNvPr>
              <p:cNvPicPr/>
              <p:nvPr/>
            </p:nvPicPr>
            <p:blipFill>
              <a:blip r:embed="rId28"/>
              <a:stretch>
                <a:fillRect/>
              </a:stretch>
            </p:blipFill>
            <p:spPr>
              <a:xfrm>
                <a:off x="4263407" y="2438415"/>
                <a:ext cx="1173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B927235D-0DCE-677C-E3A1-18C62E3D5CB5}"/>
                  </a:ext>
                </a:extLst>
              </p14:cNvPr>
              <p14:cNvContentPartPr/>
              <p14:nvPr/>
            </p14:nvContentPartPr>
            <p14:xfrm>
              <a:off x="4512167" y="2494215"/>
              <a:ext cx="66240" cy="128520"/>
            </p14:xfrm>
          </p:contentPart>
        </mc:Choice>
        <mc:Fallback xmlns="">
          <p:pic>
            <p:nvPicPr>
              <p:cNvPr id="15" name="Ink 14">
                <a:extLst>
                  <a:ext uri="{FF2B5EF4-FFF2-40B4-BE49-F238E27FC236}">
                    <a16:creationId xmlns:a16="http://schemas.microsoft.com/office/drawing/2014/main" id="{B927235D-0DCE-677C-E3A1-18C62E3D5CB5}"/>
                  </a:ext>
                </a:extLst>
              </p:cNvPr>
              <p:cNvPicPr/>
              <p:nvPr/>
            </p:nvPicPr>
            <p:blipFill>
              <a:blip r:embed="rId30"/>
              <a:stretch>
                <a:fillRect/>
              </a:stretch>
            </p:blipFill>
            <p:spPr>
              <a:xfrm>
                <a:off x="4501727" y="2483775"/>
                <a:ext cx="874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1322BDB8-A167-419C-1709-95374EF4469B}"/>
                  </a:ext>
                </a:extLst>
              </p14:cNvPr>
              <p14:cNvContentPartPr/>
              <p14:nvPr/>
            </p14:nvContentPartPr>
            <p14:xfrm>
              <a:off x="4619087" y="2485935"/>
              <a:ext cx="41400" cy="175680"/>
            </p14:xfrm>
          </p:contentPart>
        </mc:Choice>
        <mc:Fallback xmlns="">
          <p:pic>
            <p:nvPicPr>
              <p:cNvPr id="16" name="Ink 15">
                <a:extLst>
                  <a:ext uri="{FF2B5EF4-FFF2-40B4-BE49-F238E27FC236}">
                    <a16:creationId xmlns:a16="http://schemas.microsoft.com/office/drawing/2014/main" id="{1322BDB8-A167-419C-1709-95374EF4469B}"/>
                  </a:ext>
                </a:extLst>
              </p:cNvPr>
              <p:cNvPicPr/>
              <p:nvPr/>
            </p:nvPicPr>
            <p:blipFill>
              <a:blip r:embed="rId32"/>
              <a:stretch>
                <a:fillRect/>
              </a:stretch>
            </p:blipFill>
            <p:spPr>
              <a:xfrm>
                <a:off x="4608647" y="2475495"/>
                <a:ext cx="626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7" name="Ink 16">
                <a:extLst>
                  <a:ext uri="{FF2B5EF4-FFF2-40B4-BE49-F238E27FC236}">
                    <a16:creationId xmlns:a16="http://schemas.microsoft.com/office/drawing/2014/main" id="{0B22FEBB-0C0D-8B89-59E4-A4E03E83D5DB}"/>
                  </a:ext>
                </a:extLst>
              </p14:cNvPr>
              <p14:cNvContentPartPr/>
              <p14:nvPr/>
            </p14:nvContentPartPr>
            <p14:xfrm>
              <a:off x="4591727" y="2560095"/>
              <a:ext cx="93600" cy="38520"/>
            </p14:xfrm>
          </p:contentPart>
        </mc:Choice>
        <mc:Fallback xmlns="">
          <p:pic>
            <p:nvPicPr>
              <p:cNvPr id="17" name="Ink 16">
                <a:extLst>
                  <a:ext uri="{FF2B5EF4-FFF2-40B4-BE49-F238E27FC236}">
                    <a16:creationId xmlns:a16="http://schemas.microsoft.com/office/drawing/2014/main" id="{0B22FEBB-0C0D-8B89-59E4-A4E03E83D5DB}"/>
                  </a:ext>
                </a:extLst>
              </p:cNvPr>
              <p:cNvPicPr/>
              <p:nvPr/>
            </p:nvPicPr>
            <p:blipFill>
              <a:blip r:embed="rId34"/>
              <a:stretch>
                <a:fillRect/>
              </a:stretch>
            </p:blipFill>
            <p:spPr>
              <a:xfrm>
                <a:off x="4580927" y="2549295"/>
                <a:ext cx="1148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 name="Ink 17">
                <a:extLst>
                  <a:ext uri="{FF2B5EF4-FFF2-40B4-BE49-F238E27FC236}">
                    <a16:creationId xmlns:a16="http://schemas.microsoft.com/office/drawing/2014/main" id="{BC7F5D55-FC18-D0D8-826B-85D49F66D13F}"/>
                  </a:ext>
                </a:extLst>
              </p14:cNvPr>
              <p14:cNvContentPartPr/>
              <p14:nvPr/>
            </p14:nvContentPartPr>
            <p14:xfrm>
              <a:off x="4775327" y="2547495"/>
              <a:ext cx="8640" cy="75960"/>
            </p14:xfrm>
          </p:contentPart>
        </mc:Choice>
        <mc:Fallback xmlns="">
          <p:pic>
            <p:nvPicPr>
              <p:cNvPr id="18" name="Ink 17">
                <a:extLst>
                  <a:ext uri="{FF2B5EF4-FFF2-40B4-BE49-F238E27FC236}">
                    <a16:creationId xmlns:a16="http://schemas.microsoft.com/office/drawing/2014/main" id="{BC7F5D55-FC18-D0D8-826B-85D49F66D13F}"/>
                  </a:ext>
                </a:extLst>
              </p:cNvPr>
              <p:cNvPicPr/>
              <p:nvPr/>
            </p:nvPicPr>
            <p:blipFill>
              <a:blip r:embed="rId36"/>
              <a:stretch>
                <a:fillRect/>
              </a:stretch>
            </p:blipFill>
            <p:spPr>
              <a:xfrm>
                <a:off x="4764527" y="2537055"/>
                <a:ext cx="29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9" name="Ink 18">
                <a:extLst>
                  <a:ext uri="{FF2B5EF4-FFF2-40B4-BE49-F238E27FC236}">
                    <a16:creationId xmlns:a16="http://schemas.microsoft.com/office/drawing/2014/main" id="{7F743BB9-9E45-4852-52BF-228C33929147}"/>
                  </a:ext>
                </a:extLst>
              </p14:cNvPr>
              <p14:cNvContentPartPr/>
              <p14:nvPr/>
            </p14:nvContentPartPr>
            <p14:xfrm>
              <a:off x="4791527" y="2505375"/>
              <a:ext cx="8640" cy="14040"/>
            </p14:xfrm>
          </p:contentPart>
        </mc:Choice>
        <mc:Fallback xmlns="">
          <p:pic>
            <p:nvPicPr>
              <p:cNvPr id="19" name="Ink 18">
                <a:extLst>
                  <a:ext uri="{FF2B5EF4-FFF2-40B4-BE49-F238E27FC236}">
                    <a16:creationId xmlns:a16="http://schemas.microsoft.com/office/drawing/2014/main" id="{7F743BB9-9E45-4852-52BF-228C33929147}"/>
                  </a:ext>
                </a:extLst>
              </p:cNvPr>
              <p:cNvPicPr/>
              <p:nvPr/>
            </p:nvPicPr>
            <p:blipFill>
              <a:blip r:embed="rId38"/>
              <a:stretch>
                <a:fillRect/>
              </a:stretch>
            </p:blipFill>
            <p:spPr>
              <a:xfrm>
                <a:off x="4781087" y="2494575"/>
                <a:ext cx="298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0" name="Ink 19">
                <a:extLst>
                  <a:ext uri="{FF2B5EF4-FFF2-40B4-BE49-F238E27FC236}">
                    <a16:creationId xmlns:a16="http://schemas.microsoft.com/office/drawing/2014/main" id="{C91E3E81-F37C-D274-D12E-FE6EA3DB3142}"/>
                  </a:ext>
                </a:extLst>
              </p14:cNvPr>
              <p14:cNvContentPartPr/>
              <p14:nvPr/>
            </p14:nvContentPartPr>
            <p14:xfrm>
              <a:off x="4838327" y="2491695"/>
              <a:ext cx="19080" cy="153720"/>
            </p14:xfrm>
          </p:contentPart>
        </mc:Choice>
        <mc:Fallback xmlns="">
          <p:pic>
            <p:nvPicPr>
              <p:cNvPr id="20" name="Ink 19">
                <a:extLst>
                  <a:ext uri="{FF2B5EF4-FFF2-40B4-BE49-F238E27FC236}">
                    <a16:creationId xmlns:a16="http://schemas.microsoft.com/office/drawing/2014/main" id="{C91E3E81-F37C-D274-D12E-FE6EA3DB3142}"/>
                  </a:ext>
                </a:extLst>
              </p:cNvPr>
              <p:cNvPicPr/>
              <p:nvPr/>
            </p:nvPicPr>
            <p:blipFill>
              <a:blip r:embed="rId40"/>
              <a:stretch>
                <a:fillRect/>
              </a:stretch>
            </p:blipFill>
            <p:spPr>
              <a:xfrm>
                <a:off x="4827527" y="2480895"/>
                <a:ext cx="403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1" name="Ink 20">
                <a:extLst>
                  <a:ext uri="{FF2B5EF4-FFF2-40B4-BE49-F238E27FC236}">
                    <a16:creationId xmlns:a16="http://schemas.microsoft.com/office/drawing/2014/main" id="{76081BCF-7CE9-D8F3-312B-B85421FC8B2A}"/>
                  </a:ext>
                </a:extLst>
              </p14:cNvPr>
              <p14:cNvContentPartPr/>
              <p14:nvPr/>
            </p14:nvContentPartPr>
            <p14:xfrm>
              <a:off x="4811327" y="2548935"/>
              <a:ext cx="101160" cy="60480"/>
            </p14:xfrm>
          </p:contentPart>
        </mc:Choice>
        <mc:Fallback xmlns="">
          <p:pic>
            <p:nvPicPr>
              <p:cNvPr id="21" name="Ink 20">
                <a:extLst>
                  <a:ext uri="{FF2B5EF4-FFF2-40B4-BE49-F238E27FC236}">
                    <a16:creationId xmlns:a16="http://schemas.microsoft.com/office/drawing/2014/main" id="{76081BCF-7CE9-D8F3-312B-B85421FC8B2A}"/>
                  </a:ext>
                </a:extLst>
              </p:cNvPr>
              <p:cNvPicPr/>
              <p:nvPr/>
            </p:nvPicPr>
            <p:blipFill>
              <a:blip r:embed="rId42"/>
              <a:stretch>
                <a:fillRect/>
              </a:stretch>
            </p:blipFill>
            <p:spPr>
              <a:xfrm>
                <a:off x="4800887" y="2538495"/>
                <a:ext cx="1224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2" name="Ink 21">
                <a:extLst>
                  <a:ext uri="{FF2B5EF4-FFF2-40B4-BE49-F238E27FC236}">
                    <a16:creationId xmlns:a16="http://schemas.microsoft.com/office/drawing/2014/main" id="{49E4FAA8-04B8-151A-FDB9-A312A502E6ED}"/>
                  </a:ext>
                </a:extLst>
              </p14:cNvPr>
              <p14:cNvContentPartPr/>
              <p14:nvPr/>
            </p14:nvContentPartPr>
            <p14:xfrm>
              <a:off x="5041007" y="2505735"/>
              <a:ext cx="120600" cy="95040"/>
            </p14:xfrm>
          </p:contentPart>
        </mc:Choice>
        <mc:Fallback xmlns="">
          <p:pic>
            <p:nvPicPr>
              <p:cNvPr id="22" name="Ink 21">
                <a:extLst>
                  <a:ext uri="{FF2B5EF4-FFF2-40B4-BE49-F238E27FC236}">
                    <a16:creationId xmlns:a16="http://schemas.microsoft.com/office/drawing/2014/main" id="{49E4FAA8-04B8-151A-FDB9-A312A502E6ED}"/>
                  </a:ext>
                </a:extLst>
              </p:cNvPr>
              <p:cNvPicPr/>
              <p:nvPr/>
            </p:nvPicPr>
            <p:blipFill>
              <a:blip r:embed="rId44"/>
              <a:stretch>
                <a:fillRect/>
              </a:stretch>
            </p:blipFill>
            <p:spPr>
              <a:xfrm>
                <a:off x="5030567" y="2495295"/>
                <a:ext cx="1418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3" name="Ink 22">
                <a:extLst>
                  <a:ext uri="{FF2B5EF4-FFF2-40B4-BE49-F238E27FC236}">
                    <a16:creationId xmlns:a16="http://schemas.microsoft.com/office/drawing/2014/main" id="{B676DA6F-B32D-3191-DF66-77FB14550921}"/>
                  </a:ext>
                </a:extLst>
              </p14:cNvPr>
              <p14:cNvContentPartPr/>
              <p14:nvPr/>
            </p14:nvContentPartPr>
            <p14:xfrm>
              <a:off x="5147567" y="2478015"/>
              <a:ext cx="74160" cy="174960"/>
            </p14:xfrm>
          </p:contentPart>
        </mc:Choice>
        <mc:Fallback xmlns="">
          <p:pic>
            <p:nvPicPr>
              <p:cNvPr id="23" name="Ink 22">
                <a:extLst>
                  <a:ext uri="{FF2B5EF4-FFF2-40B4-BE49-F238E27FC236}">
                    <a16:creationId xmlns:a16="http://schemas.microsoft.com/office/drawing/2014/main" id="{B676DA6F-B32D-3191-DF66-77FB14550921}"/>
                  </a:ext>
                </a:extLst>
              </p:cNvPr>
              <p:cNvPicPr/>
              <p:nvPr/>
            </p:nvPicPr>
            <p:blipFill>
              <a:blip r:embed="rId46"/>
              <a:stretch>
                <a:fillRect/>
              </a:stretch>
            </p:blipFill>
            <p:spPr>
              <a:xfrm>
                <a:off x="5136767" y="2467215"/>
                <a:ext cx="954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4" name="Ink 23">
                <a:extLst>
                  <a:ext uri="{FF2B5EF4-FFF2-40B4-BE49-F238E27FC236}">
                    <a16:creationId xmlns:a16="http://schemas.microsoft.com/office/drawing/2014/main" id="{4539AB9C-2BF5-1BC9-22F7-DAD6DC345871}"/>
                  </a:ext>
                </a:extLst>
              </p14:cNvPr>
              <p14:cNvContentPartPr/>
              <p14:nvPr/>
            </p14:nvContentPartPr>
            <p14:xfrm>
              <a:off x="4230287" y="2773575"/>
              <a:ext cx="16920" cy="99000"/>
            </p14:xfrm>
          </p:contentPart>
        </mc:Choice>
        <mc:Fallback xmlns="">
          <p:pic>
            <p:nvPicPr>
              <p:cNvPr id="24" name="Ink 23">
                <a:extLst>
                  <a:ext uri="{FF2B5EF4-FFF2-40B4-BE49-F238E27FC236}">
                    <a16:creationId xmlns:a16="http://schemas.microsoft.com/office/drawing/2014/main" id="{4539AB9C-2BF5-1BC9-22F7-DAD6DC345871}"/>
                  </a:ext>
                </a:extLst>
              </p:cNvPr>
              <p:cNvPicPr/>
              <p:nvPr/>
            </p:nvPicPr>
            <p:blipFill>
              <a:blip r:embed="rId48"/>
              <a:stretch>
                <a:fillRect/>
              </a:stretch>
            </p:blipFill>
            <p:spPr>
              <a:xfrm>
                <a:off x="4219487" y="2763135"/>
                <a:ext cx="381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5" name="Ink 24">
                <a:extLst>
                  <a:ext uri="{FF2B5EF4-FFF2-40B4-BE49-F238E27FC236}">
                    <a16:creationId xmlns:a16="http://schemas.microsoft.com/office/drawing/2014/main" id="{1A8F1C7F-D7E3-FFFE-9146-6069A11724A6}"/>
                  </a:ext>
                </a:extLst>
              </p14:cNvPr>
              <p14:cNvContentPartPr/>
              <p14:nvPr/>
            </p14:nvContentPartPr>
            <p14:xfrm>
              <a:off x="4238567" y="2727135"/>
              <a:ext cx="8640" cy="3240"/>
            </p14:xfrm>
          </p:contentPart>
        </mc:Choice>
        <mc:Fallback xmlns="">
          <p:pic>
            <p:nvPicPr>
              <p:cNvPr id="25" name="Ink 24">
                <a:extLst>
                  <a:ext uri="{FF2B5EF4-FFF2-40B4-BE49-F238E27FC236}">
                    <a16:creationId xmlns:a16="http://schemas.microsoft.com/office/drawing/2014/main" id="{1A8F1C7F-D7E3-FFFE-9146-6069A11724A6}"/>
                  </a:ext>
                </a:extLst>
              </p:cNvPr>
              <p:cNvPicPr/>
              <p:nvPr/>
            </p:nvPicPr>
            <p:blipFill>
              <a:blip r:embed="rId50"/>
              <a:stretch>
                <a:fillRect/>
              </a:stretch>
            </p:blipFill>
            <p:spPr>
              <a:xfrm>
                <a:off x="4227767" y="2716335"/>
                <a:ext cx="298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6" name="Ink 25">
                <a:extLst>
                  <a:ext uri="{FF2B5EF4-FFF2-40B4-BE49-F238E27FC236}">
                    <a16:creationId xmlns:a16="http://schemas.microsoft.com/office/drawing/2014/main" id="{CCBB0B72-AED4-545E-4F90-5989D8AA0869}"/>
                  </a:ext>
                </a:extLst>
              </p14:cNvPr>
              <p14:cNvContentPartPr/>
              <p14:nvPr/>
            </p14:nvContentPartPr>
            <p14:xfrm>
              <a:off x="4301567" y="2718855"/>
              <a:ext cx="14040" cy="150840"/>
            </p14:xfrm>
          </p:contentPart>
        </mc:Choice>
        <mc:Fallback xmlns="">
          <p:pic>
            <p:nvPicPr>
              <p:cNvPr id="26" name="Ink 25">
                <a:extLst>
                  <a:ext uri="{FF2B5EF4-FFF2-40B4-BE49-F238E27FC236}">
                    <a16:creationId xmlns:a16="http://schemas.microsoft.com/office/drawing/2014/main" id="{CCBB0B72-AED4-545E-4F90-5989D8AA0869}"/>
                  </a:ext>
                </a:extLst>
              </p:cNvPr>
              <p:cNvPicPr/>
              <p:nvPr/>
            </p:nvPicPr>
            <p:blipFill>
              <a:blip r:embed="rId52"/>
              <a:stretch>
                <a:fillRect/>
              </a:stretch>
            </p:blipFill>
            <p:spPr>
              <a:xfrm>
                <a:off x="4290767" y="2708055"/>
                <a:ext cx="352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7" name="Ink 26">
                <a:extLst>
                  <a:ext uri="{FF2B5EF4-FFF2-40B4-BE49-F238E27FC236}">
                    <a16:creationId xmlns:a16="http://schemas.microsoft.com/office/drawing/2014/main" id="{83C992F4-FEEE-3141-BCE2-7420464BC11E}"/>
                  </a:ext>
                </a:extLst>
              </p14:cNvPr>
              <p14:cNvContentPartPr/>
              <p14:nvPr/>
            </p14:nvContentPartPr>
            <p14:xfrm>
              <a:off x="4274207" y="2781855"/>
              <a:ext cx="87840" cy="46800"/>
            </p14:xfrm>
          </p:contentPart>
        </mc:Choice>
        <mc:Fallback xmlns="">
          <p:pic>
            <p:nvPicPr>
              <p:cNvPr id="27" name="Ink 26">
                <a:extLst>
                  <a:ext uri="{FF2B5EF4-FFF2-40B4-BE49-F238E27FC236}">
                    <a16:creationId xmlns:a16="http://schemas.microsoft.com/office/drawing/2014/main" id="{83C992F4-FEEE-3141-BCE2-7420464BC11E}"/>
                  </a:ext>
                </a:extLst>
              </p:cNvPr>
              <p:cNvPicPr/>
              <p:nvPr/>
            </p:nvPicPr>
            <p:blipFill>
              <a:blip r:embed="rId54"/>
              <a:stretch>
                <a:fillRect/>
              </a:stretch>
            </p:blipFill>
            <p:spPr>
              <a:xfrm>
                <a:off x="4263407" y="2771055"/>
                <a:ext cx="10908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8" name="Ink 27">
                <a:extLst>
                  <a:ext uri="{FF2B5EF4-FFF2-40B4-BE49-F238E27FC236}">
                    <a16:creationId xmlns:a16="http://schemas.microsoft.com/office/drawing/2014/main" id="{9079328E-41B9-7778-21FF-1E6774D83EA7}"/>
                  </a:ext>
                </a:extLst>
              </p14:cNvPr>
              <p14:cNvContentPartPr/>
              <p14:nvPr/>
            </p14:nvContentPartPr>
            <p14:xfrm>
              <a:off x="4452047" y="2773575"/>
              <a:ext cx="11160" cy="107280"/>
            </p14:xfrm>
          </p:contentPart>
        </mc:Choice>
        <mc:Fallback xmlns="">
          <p:pic>
            <p:nvPicPr>
              <p:cNvPr id="28" name="Ink 27">
                <a:extLst>
                  <a:ext uri="{FF2B5EF4-FFF2-40B4-BE49-F238E27FC236}">
                    <a16:creationId xmlns:a16="http://schemas.microsoft.com/office/drawing/2014/main" id="{9079328E-41B9-7778-21FF-1E6774D83EA7}"/>
                  </a:ext>
                </a:extLst>
              </p:cNvPr>
              <p:cNvPicPr/>
              <p:nvPr/>
            </p:nvPicPr>
            <p:blipFill>
              <a:blip r:embed="rId56"/>
              <a:stretch>
                <a:fillRect/>
              </a:stretch>
            </p:blipFill>
            <p:spPr>
              <a:xfrm>
                <a:off x="4441607" y="2763135"/>
                <a:ext cx="324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9" name="Ink 28">
                <a:extLst>
                  <a:ext uri="{FF2B5EF4-FFF2-40B4-BE49-F238E27FC236}">
                    <a16:creationId xmlns:a16="http://schemas.microsoft.com/office/drawing/2014/main" id="{FF9DD98A-653A-ECFE-8033-96E30F43C179}"/>
                  </a:ext>
                </a:extLst>
              </p14:cNvPr>
              <p14:cNvContentPartPr/>
              <p14:nvPr/>
            </p14:nvContentPartPr>
            <p14:xfrm>
              <a:off x="4450607" y="2732535"/>
              <a:ext cx="12960" cy="5760"/>
            </p14:xfrm>
          </p:contentPart>
        </mc:Choice>
        <mc:Fallback xmlns="">
          <p:pic>
            <p:nvPicPr>
              <p:cNvPr id="29" name="Ink 28">
                <a:extLst>
                  <a:ext uri="{FF2B5EF4-FFF2-40B4-BE49-F238E27FC236}">
                    <a16:creationId xmlns:a16="http://schemas.microsoft.com/office/drawing/2014/main" id="{FF9DD98A-653A-ECFE-8033-96E30F43C179}"/>
                  </a:ext>
                </a:extLst>
              </p:cNvPr>
              <p:cNvPicPr/>
              <p:nvPr/>
            </p:nvPicPr>
            <p:blipFill>
              <a:blip r:embed="rId58"/>
              <a:stretch>
                <a:fillRect/>
              </a:stretch>
            </p:blipFill>
            <p:spPr>
              <a:xfrm>
                <a:off x="4439807" y="2721735"/>
                <a:ext cx="342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0" name="Ink 29">
                <a:extLst>
                  <a:ext uri="{FF2B5EF4-FFF2-40B4-BE49-F238E27FC236}">
                    <a16:creationId xmlns:a16="http://schemas.microsoft.com/office/drawing/2014/main" id="{9048285C-E7AB-DE97-971E-6B435C3D82F5}"/>
                  </a:ext>
                </a:extLst>
              </p14:cNvPr>
              <p14:cNvContentPartPr/>
              <p14:nvPr/>
            </p14:nvContentPartPr>
            <p14:xfrm>
              <a:off x="4504247" y="2727135"/>
              <a:ext cx="49680" cy="140040"/>
            </p14:xfrm>
          </p:contentPart>
        </mc:Choice>
        <mc:Fallback xmlns="">
          <p:pic>
            <p:nvPicPr>
              <p:cNvPr id="30" name="Ink 29">
                <a:extLst>
                  <a:ext uri="{FF2B5EF4-FFF2-40B4-BE49-F238E27FC236}">
                    <a16:creationId xmlns:a16="http://schemas.microsoft.com/office/drawing/2014/main" id="{9048285C-E7AB-DE97-971E-6B435C3D82F5}"/>
                  </a:ext>
                </a:extLst>
              </p:cNvPr>
              <p:cNvPicPr/>
              <p:nvPr/>
            </p:nvPicPr>
            <p:blipFill>
              <a:blip r:embed="rId60"/>
              <a:stretch>
                <a:fillRect/>
              </a:stretch>
            </p:blipFill>
            <p:spPr>
              <a:xfrm>
                <a:off x="4493447" y="2716335"/>
                <a:ext cx="709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1" name="Ink 30">
                <a:extLst>
                  <a:ext uri="{FF2B5EF4-FFF2-40B4-BE49-F238E27FC236}">
                    <a16:creationId xmlns:a16="http://schemas.microsoft.com/office/drawing/2014/main" id="{F48771A9-21C7-9D17-C0C9-DE37ED438C6C}"/>
                  </a:ext>
                </a:extLst>
              </p14:cNvPr>
              <p14:cNvContentPartPr/>
              <p14:nvPr/>
            </p14:nvContentPartPr>
            <p14:xfrm>
              <a:off x="4684967" y="2766735"/>
              <a:ext cx="74160" cy="40320"/>
            </p14:xfrm>
          </p:contentPart>
        </mc:Choice>
        <mc:Fallback xmlns="">
          <p:pic>
            <p:nvPicPr>
              <p:cNvPr id="31" name="Ink 30">
                <a:extLst>
                  <a:ext uri="{FF2B5EF4-FFF2-40B4-BE49-F238E27FC236}">
                    <a16:creationId xmlns:a16="http://schemas.microsoft.com/office/drawing/2014/main" id="{F48771A9-21C7-9D17-C0C9-DE37ED438C6C}"/>
                  </a:ext>
                </a:extLst>
              </p:cNvPr>
              <p:cNvPicPr/>
              <p:nvPr/>
            </p:nvPicPr>
            <p:blipFill>
              <a:blip r:embed="rId62"/>
              <a:stretch>
                <a:fillRect/>
              </a:stretch>
            </p:blipFill>
            <p:spPr>
              <a:xfrm>
                <a:off x="4674167" y="2755935"/>
                <a:ext cx="954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2" name="Ink 31">
                <a:extLst>
                  <a:ext uri="{FF2B5EF4-FFF2-40B4-BE49-F238E27FC236}">
                    <a16:creationId xmlns:a16="http://schemas.microsoft.com/office/drawing/2014/main" id="{4C55B4F6-7B74-1988-ED5A-172C70498D2F}"/>
                  </a:ext>
                </a:extLst>
              </p14:cNvPr>
              <p14:cNvContentPartPr/>
              <p14:nvPr/>
            </p14:nvContentPartPr>
            <p14:xfrm>
              <a:off x="4745087" y="2762775"/>
              <a:ext cx="30600" cy="120960"/>
            </p14:xfrm>
          </p:contentPart>
        </mc:Choice>
        <mc:Fallback xmlns="">
          <p:pic>
            <p:nvPicPr>
              <p:cNvPr id="32" name="Ink 31">
                <a:extLst>
                  <a:ext uri="{FF2B5EF4-FFF2-40B4-BE49-F238E27FC236}">
                    <a16:creationId xmlns:a16="http://schemas.microsoft.com/office/drawing/2014/main" id="{4C55B4F6-7B74-1988-ED5A-172C70498D2F}"/>
                  </a:ext>
                </a:extLst>
              </p:cNvPr>
              <p:cNvPicPr/>
              <p:nvPr/>
            </p:nvPicPr>
            <p:blipFill>
              <a:blip r:embed="rId64"/>
              <a:stretch>
                <a:fillRect/>
              </a:stretch>
            </p:blipFill>
            <p:spPr>
              <a:xfrm>
                <a:off x="4734287" y="2751975"/>
                <a:ext cx="51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3" name="Ink 32">
                <a:extLst>
                  <a:ext uri="{FF2B5EF4-FFF2-40B4-BE49-F238E27FC236}">
                    <a16:creationId xmlns:a16="http://schemas.microsoft.com/office/drawing/2014/main" id="{34EFA1A1-3CBF-2DA8-9F58-D95719BC52A5}"/>
                  </a:ext>
                </a:extLst>
              </p14:cNvPr>
              <p14:cNvContentPartPr/>
              <p14:nvPr/>
            </p14:nvContentPartPr>
            <p14:xfrm>
              <a:off x="4796927" y="2778975"/>
              <a:ext cx="54360" cy="87840"/>
            </p14:xfrm>
          </p:contentPart>
        </mc:Choice>
        <mc:Fallback xmlns="">
          <p:pic>
            <p:nvPicPr>
              <p:cNvPr id="33" name="Ink 32">
                <a:extLst>
                  <a:ext uri="{FF2B5EF4-FFF2-40B4-BE49-F238E27FC236}">
                    <a16:creationId xmlns:a16="http://schemas.microsoft.com/office/drawing/2014/main" id="{34EFA1A1-3CBF-2DA8-9F58-D95719BC52A5}"/>
                  </a:ext>
                </a:extLst>
              </p:cNvPr>
              <p:cNvPicPr/>
              <p:nvPr/>
            </p:nvPicPr>
            <p:blipFill>
              <a:blip r:embed="rId66"/>
              <a:stretch>
                <a:fillRect/>
              </a:stretch>
            </p:blipFill>
            <p:spPr>
              <a:xfrm>
                <a:off x="4786487" y="2768535"/>
                <a:ext cx="75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4" name="Ink 33">
                <a:extLst>
                  <a:ext uri="{FF2B5EF4-FFF2-40B4-BE49-F238E27FC236}">
                    <a16:creationId xmlns:a16="http://schemas.microsoft.com/office/drawing/2014/main" id="{CDF55F82-B209-8D55-A307-EA28ABBEC9A8}"/>
                  </a:ext>
                </a:extLst>
              </p14:cNvPr>
              <p14:cNvContentPartPr/>
              <p14:nvPr/>
            </p14:nvContentPartPr>
            <p14:xfrm>
              <a:off x="4862807" y="2773575"/>
              <a:ext cx="82440" cy="63360"/>
            </p14:xfrm>
          </p:contentPart>
        </mc:Choice>
        <mc:Fallback xmlns="">
          <p:pic>
            <p:nvPicPr>
              <p:cNvPr id="34" name="Ink 33">
                <a:extLst>
                  <a:ext uri="{FF2B5EF4-FFF2-40B4-BE49-F238E27FC236}">
                    <a16:creationId xmlns:a16="http://schemas.microsoft.com/office/drawing/2014/main" id="{CDF55F82-B209-8D55-A307-EA28ABBEC9A8}"/>
                  </a:ext>
                </a:extLst>
              </p:cNvPr>
              <p:cNvPicPr/>
              <p:nvPr/>
            </p:nvPicPr>
            <p:blipFill>
              <a:blip r:embed="rId68"/>
              <a:stretch>
                <a:fillRect/>
              </a:stretch>
            </p:blipFill>
            <p:spPr>
              <a:xfrm>
                <a:off x="4852007" y="2763135"/>
                <a:ext cx="1036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5" name="Ink 34">
                <a:extLst>
                  <a:ext uri="{FF2B5EF4-FFF2-40B4-BE49-F238E27FC236}">
                    <a16:creationId xmlns:a16="http://schemas.microsoft.com/office/drawing/2014/main" id="{C2AD5590-ED8E-4556-588D-A46F8E9FD018}"/>
                  </a:ext>
                </a:extLst>
              </p14:cNvPr>
              <p14:cNvContentPartPr/>
              <p14:nvPr/>
            </p14:nvContentPartPr>
            <p14:xfrm>
              <a:off x="4947767" y="2778975"/>
              <a:ext cx="55080" cy="107280"/>
            </p14:xfrm>
          </p:contentPart>
        </mc:Choice>
        <mc:Fallback xmlns="">
          <p:pic>
            <p:nvPicPr>
              <p:cNvPr id="35" name="Ink 34">
                <a:extLst>
                  <a:ext uri="{FF2B5EF4-FFF2-40B4-BE49-F238E27FC236}">
                    <a16:creationId xmlns:a16="http://schemas.microsoft.com/office/drawing/2014/main" id="{C2AD5590-ED8E-4556-588D-A46F8E9FD018}"/>
                  </a:ext>
                </a:extLst>
              </p:cNvPr>
              <p:cNvPicPr/>
              <p:nvPr/>
            </p:nvPicPr>
            <p:blipFill>
              <a:blip r:embed="rId70"/>
              <a:stretch>
                <a:fillRect/>
              </a:stretch>
            </p:blipFill>
            <p:spPr>
              <a:xfrm>
                <a:off x="4936967" y="2768535"/>
                <a:ext cx="763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6" name="Ink 35">
                <a:extLst>
                  <a:ext uri="{FF2B5EF4-FFF2-40B4-BE49-F238E27FC236}">
                    <a16:creationId xmlns:a16="http://schemas.microsoft.com/office/drawing/2014/main" id="{78BCA769-EF1F-D2D8-070A-E5A8ED266EDF}"/>
                  </a:ext>
                </a:extLst>
              </p14:cNvPr>
              <p14:cNvContentPartPr/>
              <p14:nvPr/>
            </p14:nvContentPartPr>
            <p14:xfrm>
              <a:off x="5099687" y="2776455"/>
              <a:ext cx="78120" cy="115200"/>
            </p14:xfrm>
          </p:contentPart>
        </mc:Choice>
        <mc:Fallback xmlns="">
          <p:pic>
            <p:nvPicPr>
              <p:cNvPr id="36" name="Ink 35">
                <a:extLst>
                  <a:ext uri="{FF2B5EF4-FFF2-40B4-BE49-F238E27FC236}">
                    <a16:creationId xmlns:a16="http://schemas.microsoft.com/office/drawing/2014/main" id="{78BCA769-EF1F-D2D8-070A-E5A8ED266EDF}"/>
                  </a:ext>
                </a:extLst>
              </p:cNvPr>
              <p:cNvPicPr/>
              <p:nvPr/>
            </p:nvPicPr>
            <p:blipFill>
              <a:blip r:embed="rId72"/>
              <a:stretch>
                <a:fillRect/>
              </a:stretch>
            </p:blipFill>
            <p:spPr>
              <a:xfrm>
                <a:off x="5089247" y="2766015"/>
                <a:ext cx="99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7" name="Ink 36">
                <a:extLst>
                  <a:ext uri="{FF2B5EF4-FFF2-40B4-BE49-F238E27FC236}">
                    <a16:creationId xmlns:a16="http://schemas.microsoft.com/office/drawing/2014/main" id="{CC673BD1-F625-FF5E-EC14-F9A2B609567B}"/>
                  </a:ext>
                </a:extLst>
              </p14:cNvPr>
              <p14:cNvContentPartPr/>
              <p14:nvPr/>
            </p14:nvContentPartPr>
            <p14:xfrm>
              <a:off x="5099687" y="2872215"/>
              <a:ext cx="113760" cy="30600"/>
            </p14:xfrm>
          </p:contentPart>
        </mc:Choice>
        <mc:Fallback xmlns="">
          <p:pic>
            <p:nvPicPr>
              <p:cNvPr id="37" name="Ink 36">
                <a:extLst>
                  <a:ext uri="{FF2B5EF4-FFF2-40B4-BE49-F238E27FC236}">
                    <a16:creationId xmlns:a16="http://schemas.microsoft.com/office/drawing/2014/main" id="{CC673BD1-F625-FF5E-EC14-F9A2B609567B}"/>
                  </a:ext>
                </a:extLst>
              </p:cNvPr>
              <p:cNvPicPr/>
              <p:nvPr/>
            </p:nvPicPr>
            <p:blipFill>
              <a:blip r:embed="rId74"/>
              <a:stretch>
                <a:fillRect/>
              </a:stretch>
            </p:blipFill>
            <p:spPr>
              <a:xfrm>
                <a:off x="5089247" y="2861415"/>
                <a:ext cx="1350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8" name="Ink 37">
                <a:extLst>
                  <a:ext uri="{FF2B5EF4-FFF2-40B4-BE49-F238E27FC236}">
                    <a16:creationId xmlns:a16="http://schemas.microsoft.com/office/drawing/2014/main" id="{488B792D-D29A-EA8F-AB48-22CA5BB52827}"/>
                  </a:ext>
                </a:extLst>
              </p14:cNvPr>
              <p14:cNvContentPartPr/>
              <p14:nvPr/>
            </p14:nvContentPartPr>
            <p14:xfrm>
              <a:off x="5213447" y="2784375"/>
              <a:ext cx="68760" cy="107280"/>
            </p14:xfrm>
          </p:contentPart>
        </mc:Choice>
        <mc:Fallback xmlns="">
          <p:pic>
            <p:nvPicPr>
              <p:cNvPr id="38" name="Ink 37">
                <a:extLst>
                  <a:ext uri="{FF2B5EF4-FFF2-40B4-BE49-F238E27FC236}">
                    <a16:creationId xmlns:a16="http://schemas.microsoft.com/office/drawing/2014/main" id="{488B792D-D29A-EA8F-AB48-22CA5BB52827}"/>
                  </a:ext>
                </a:extLst>
              </p:cNvPr>
              <p:cNvPicPr/>
              <p:nvPr/>
            </p:nvPicPr>
            <p:blipFill>
              <a:blip r:embed="rId76"/>
              <a:stretch>
                <a:fillRect/>
              </a:stretch>
            </p:blipFill>
            <p:spPr>
              <a:xfrm>
                <a:off x="5202647" y="2773935"/>
                <a:ext cx="900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9" name="Ink 38">
                <a:extLst>
                  <a:ext uri="{FF2B5EF4-FFF2-40B4-BE49-F238E27FC236}">
                    <a16:creationId xmlns:a16="http://schemas.microsoft.com/office/drawing/2014/main" id="{F3911837-1B2B-7AC6-61D8-07EF49B06847}"/>
                  </a:ext>
                </a:extLst>
              </p14:cNvPr>
              <p14:cNvContentPartPr/>
              <p14:nvPr/>
            </p14:nvContentPartPr>
            <p14:xfrm>
              <a:off x="5322887" y="2839455"/>
              <a:ext cx="11160" cy="27720"/>
            </p14:xfrm>
          </p:contentPart>
        </mc:Choice>
        <mc:Fallback xmlns="">
          <p:pic>
            <p:nvPicPr>
              <p:cNvPr id="39" name="Ink 38">
                <a:extLst>
                  <a:ext uri="{FF2B5EF4-FFF2-40B4-BE49-F238E27FC236}">
                    <a16:creationId xmlns:a16="http://schemas.microsoft.com/office/drawing/2014/main" id="{F3911837-1B2B-7AC6-61D8-07EF49B06847}"/>
                  </a:ext>
                </a:extLst>
              </p:cNvPr>
              <p:cNvPicPr/>
              <p:nvPr/>
            </p:nvPicPr>
            <p:blipFill>
              <a:blip r:embed="rId78"/>
              <a:stretch>
                <a:fillRect/>
              </a:stretch>
            </p:blipFill>
            <p:spPr>
              <a:xfrm>
                <a:off x="5312087" y="2828655"/>
                <a:ext cx="324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4338" name="Ink 14337">
                <a:extLst>
                  <a:ext uri="{FF2B5EF4-FFF2-40B4-BE49-F238E27FC236}">
                    <a16:creationId xmlns:a16="http://schemas.microsoft.com/office/drawing/2014/main" id="{9192F156-0B83-B9CE-7B0F-1A6050BB322A}"/>
                  </a:ext>
                </a:extLst>
              </p14:cNvPr>
              <p14:cNvContentPartPr/>
              <p14:nvPr/>
            </p14:nvContentPartPr>
            <p14:xfrm>
              <a:off x="5505395" y="2905123"/>
              <a:ext cx="3672360" cy="402480"/>
            </p14:xfrm>
          </p:contentPart>
        </mc:Choice>
        <mc:Fallback xmlns="">
          <p:pic>
            <p:nvPicPr>
              <p:cNvPr id="14338" name="Ink 14337">
                <a:extLst>
                  <a:ext uri="{FF2B5EF4-FFF2-40B4-BE49-F238E27FC236}">
                    <a16:creationId xmlns:a16="http://schemas.microsoft.com/office/drawing/2014/main" id="{9192F156-0B83-B9CE-7B0F-1A6050BB322A}"/>
                  </a:ext>
                </a:extLst>
              </p:cNvPr>
              <p:cNvPicPr/>
              <p:nvPr/>
            </p:nvPicPr>
            <p:blipFill>
              <a:blip r:embed="rId80"/>
              <a:stretch>
                <a:fillRect/>
              </a:stretch>
            </p:blipFill>
            <p:spPr>
              <a:xfrm>
                <a:off x="5491354" y="2894323"/>
                <a:ext cx="3697202"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4342" name="Ink 14341">
                <a:extLst>
                  <a:ext uri="{FF2B5EF4-FFF2-40B4-BE49-F238E27FC236}">
                    <a16:creationId xmlns:a16="http://schemas.microsoft.com/office/drawing/2014/main" id="{14546012-A535-FBA8-6FBF-F0AEB7969C79}"/>
                  </a:ext>
                </a:extLst>
              </p14:cNvPr>
              <p14:cNvContentPartPr/>
              <p14:nvPr/>
            </p14:nvContentPartPr>
            <p14:xfrm>
              <a:off x="4639155" y="5783599"/>
              <a:ext cx="34920" cy="115560"/>
            </p14:xfrm>
          </p:contentPart>
        </mc:Choice>
        <mc:Fallback xmlns="">
          <p:pic>
            <p:nvPicPr>
              <p:cNvPr id="14342" name="Ink 14341">
                <a:extLst>
                  <a:ext uri="{FF2B5EF4-FFF2-40B4-BE49-F238E27FC236}">
                    <a16:creationId xmlns:a16="http://schemas.microsoft.com/office/drawing/2014/main" id="{14546012-A535-FBA8-6FBF-F0AEB7969C79}"/>
                  </a:ext>
                </a:extLst>
              </p:cNvPr>
              <p:cNvPicPr/>
              <p:nvPr/>
            </p:nvPicPr>
            <p:blipFill>
              <a:blip r:embed="rId82"/>
              <a:stretch>
                <a:fillRect/>
              </a:stretch>
            </p:blipFill>
            <p:spPr>
              <a:xfrm>
                <a:off x="4628715" y="5772799"/>
                <a:ext cx="561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4343" name="Ink 14342">
                <a:extLst>
                  <a:ext uri="{FF2B5EF4-FFF2-40B4-BE49-F238E27FC236}">
                    <a16:creationId xmlns:a16="http://schemas.microsoft.com/office/drawing/2014/main" id="{30759B47-2BD2-B948-EBE7-154DA87FC498}"/>
                  </a:ext>
                </a:extLst>
              </p14:cNvPr>
              <p14:cNvContentPartPr/>
              <p14:nvPr/>
            </p14:nvContentPartPr>
            <p14:xfrm>
              <a:off x="4544475" y="5993479"/>
              <a:ext cx="19440" cy="196200"/>
            </p14:xfrm>
          </p:contentPart>
        </mc:Choice>
        <mc:Fallback xmlns="">
          <p:pic>
            <p:nvPicPr>
              <p:cNvPr id="14343" name="Ink 14342">
                <a:extLst>
                  <a:ext uri="{FF2B5EF4-FFF2-40B4-BE49-F238E27FC236}">
                    <a16:creationId xmlns:a16="http://schemas.microsoft.com/office/drawing/2014/main" id="{30759B47-2BD2-B948-EBE7-154DA87FC498}"/>
                  </a:ext>
                </a:extLst>
              </p:cNvPr>
              <p:cNvPicPr/>
              <p:nvPr/>
            </p:nvPicPr>
            <p:blipFill>
              <a:blip r:embed="rId84"/>
              <a:stretch>
                <a:fillRect/>
              </a:stretch>
            </p:blipFill>
            <p:spPr>
              <a:xfrm>
                <a:off x="4534035" y="5982679"/>
                <a:ext cx="406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4344" name="Ink 14343">
                <a:extLst>
                  <a:ext uri="{FF2B5EF4-FFF2-40B4-BE49-F238E27FC236}">
                    <a16:creationId xmlns:a16="http://schemas.microsoft.com/office/drawing/2014/main" id="{C881E7C6-6B19-313C-6230-161A122DF1C2}"/>
                  </a:ext>
                </a:extLst>
              </p14:cNvPr>
              <p14:cNvContentPartPr/>
              <p14:nvPr/>
            </p14:nvContentPartPr>
            <p14:xfrm>
              <a:off x="4544475" y="6069079"/>
              <a:ext cx="104400" cy="60480"/>
            </p14:xfrm>
          </p:contentPart>
        </mc:Choice>
        <mc:Fallback xmlns="">
          <p:pic>
            <p:nvPicPr>
              <p:cNvPr id="14344" name="Ink 14343">
                <a:extLst>
                  <a:ext uri="{FF2B5EF4-FFF2-40B4-BE49-F238E27FC236}">
                    <a16:creationId xmlns:a16="http://schemas.microsoft.com/office/drawing/2014/main" id="{C881E7C6-6B19-313C-6230-161A122DF1C2}"/>
                  </a:ext>
                </a:extLst>
              </p:cNvPr>
              <p:cNvPicPr/>
              <p:nvPr/>
            </p:nvPicPr>
            <p:blipFill>
              <a:blip r:embed="rId86"/>
              <a:stretch>
                <a:fillRect/>
              </a:stretch>
            </p:blipFill>
            <p:spPr>
              <a:xfrm>
                <a:off x="4534035" y="6058279"/>
                <a:ext cx="1256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4345" name="Ink 14344">
                <a:extLst>
                  <a:ext uri="{FF2B5EF4-FFF2-40B4-BE49-F238E27FC236}">
                    <a16:creationId xmlns:a16="http://schemas.microsoft.com/office/drawing/2014/main" id="{1528E8F4-D989-0576-03F2-462755E1757B}"/>
                  </a:ext>
                </a:extLst>
              </p14:cNvPr>
              <p14:cNvContentPartPr/>
              <p14:nvPr/>
            </p14:nvContentPartPr>
            <p14:xfrm>
              <a:off x="4658235" y="6028039"/>
              <a:ext cx="41400" cy="160920"/>
            </p14:xfrm>
          </p:contentPart>
        </mc:Choice>
        <mc:Fallback xmlns="">
          <p:pic>
            <p:nvPicPr>
              <p:cNvPr id="14345" name="Ink 14344">
                <a:extLst>
                  <a:ext uri="{FF2B5EF4-FFF2-40B4-BE49-F238E27FC236}">
                    <a16:creationId xmlns:a16="http://schemas.microsoft.com/office/drawing/2014/main" id="{1528E8F4-D989-0576-03F2-462755E1757B}"/>
                  </a:ext>
                </a:extLst>
              </p:cNvPr>
              <p:cNvPicPr/>
              <p:nvPr/>
            </p:nvPicPr>
            <p:blipFill>
              <a:blip r:embed="rId88"/>
              <a:stretch>
                <a:fillRect/>
              </a:stretch>
            </p:blipFill>
            <p:spPr>
              <a:xfrm>
                <a:off x="4647795" y="6017239"/>
                <a:ext cx="626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4346" name="Ink 14345">
                <a:extLst>
                  <a:ext uri="{FF2B5EF4-FFF2-40B4-BE49-F238E27FC236}">
                    <a16:creationId xmlns:a16="http://schemas.microsoft.com/office/drawing/2014/main" id="{474E9AD8-80A2-D725-5D0A-71C6C04DE18C}"/>
                  </a:ext>
                </a:extLst>
              </p14:cNvPr>
              <p14:cNvContentPartPr/>
              <p14:nvPr/>
            </p14:nvContentPartPr>
            <p14:xfrm>
              <a:off x="4715115" y="6056479"/>
              <a:ext cx="73080" cy="130320"/>
            </p14:xfrm>
          </p:contentPart>
        </mc:Choice>
        <mc:Fallback xmlns="">
          <p:pic>
            <p:nvPicPr>
              <p:cNvPr id="14346" name="Ink 14345">
                <a:extLst>
                  <a:ext uri="{FF2B5EF4-FFF2-40B4-BE49-F238E27FC236}">
                    <a16:creationId xmlns:a16="http://schemas.microsoft.com/office/drawing/2014/main" id="{474E9AD8-80A2-D725-5D0A-71C6C04DE18C}"/>
                  </a:ext>
                </a:extLst>
              </p:cNvPr>
              <p:cNvPicPr/>
              <p:nvPr/>
            </p:nvPicPr>
            <p:blipFill>
              <a:blip r:embed="rId90"/>
              <a:stretch>
                <a:fillRect/>
              </a:stretch>
            </p:blipFill>
            <p:spPr>
              <a:xfrm>
                <a:off x="4704315" y="6045679"/>
                <a:ext cx="943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4347" name="Ink 14346">
                <a:extLst>
                  <a:ext uri="{FF2B5EF4-FFF2-40B4-BE49-F238E27FC236}">
                    <a16:creationId xmlns:a16="http://schemas.microsoft.com/office/drawing/2014/main" id="{08285191-30A2-D548-4914-8DDFF6822C63}"/>
                  </a:ext>
                </a:extLst>
              </p14:cNvPr>
              <p14:cNvContentPartPr/>
              <p14:nvPr/>
            </p14:nvContentPartPr>
            <p14:xfrm>
              <a:off x="4784595" y="6028039"/>
              <a:ext cx="145440" cy="151560"/>
            </p14:xfrm>
          </p:contentPart>
        </mc:Choice>
        <mc:Fallback xmlns="">
          <p:pic>
            <p:nvPicPr>
              <p:cNvPr id="14347" name="Ink 14346">
                <a:extLst>
                  <a:ext uri="{FF2B5EF4-FFF2-40B4-BE49-F238E27FC236}">
                    <a16:creationId xmlns:a16="http://schemas.microsoft.com/office/drawing/2014/main" id="{08285191-30A2-D548-4914-8DDFF6822C63}"/>
                  </a:ext>
                </a:extLst>
              </p:cNvPr>
              <p:cNvPicPr/>
              <p:nvPr/>
            </p:nvPicPr>
            <p:blipFill>
              <a:blip r:embed="rId92"/>
              <a:stretch>
                <a:fillRect/>
              </a:stretch>
            </p:blipFill>
            <p:spPr>
              <a:xfrm>
                <a:off x="4773795" y="6017239"/>
                <a:ext cx="1666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4348" name="Ink 14347">
                <a:extLst>
                  <a:ext uri="{FF2B5EF4-FFF2-40B4-BE49-F238E27FC236}">
                    <a16:creationId xmlns:a16="http://schemas.microsoft.com/office/drawing/2014/main" id="{C97B6532-E5C8-7ACE-08BB-925BE0D77AE4}"/>
                  </a:ext>
                </a:extLst>
              </p14:cNvPr>
              <p14:cNvContentPartPr/>
              <p14:nvPr/>
            </p14:nvContentPartPr>
            <p14:xfrm>
              <a:off x="5065395" y="5983759"/>
              <a:ext cx="19440" cy="192600"/>
            </p14:xfrm>
          </p:contentPart>
        </mc:Choice>
        <mc:Fallback xmlns="">
          <p:pic>
            <p:nvPicPr>
              <p:cNvPr id="14348" name="Ink 14347">
                <a:extLst>
                  <a:ext uri="{FF2B5EF4-FFF2-40B4-BE49-F238E27FC236}">
                    <a16:creationId xmlns:a16="http://schemas.microsoft.com/office/drawing/2014/main" id="{C97B6532-E5C8-7ACE-08BB-925BE0D77AE4}"/>
                  </a:ext>
                </a:extLst>
              </p:cNvPr>
              <p:cNvPicPr/>
              <p:nvPr/>
            </p:nvPicPr>
            <p:blipFill>
              <a:blip r:embed="rId94"/>
              <a:stretch>
                <a:fillRect/>
              </a:stretch>
            </p:blipFill>
            <p:spPr>
              <a:xfrm>
                <a:off x="5054955" y="5973319"/>
                <a:ext cx="406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4349" name="Ink 14348">
                <a:extLst>
                  <a:ext uri="{FF2B5EF4-FFF2-40B4-BE49-F238E27FC236}">
                    <a16:creationId xmlns:a16="http://schemas.microsoft.com/office/drawing/2014/main" id="{42E99AF7-B4A2-7AA4-2FCD-F72676F41789}"/>
                  </a:ext>
                </a:extLst>
              </p14:cNvPr>
              <p14:cNvContentPartPr/>
              <p14:nvPr/>
            </p14:nvContentPartPr>
            <p14:xfrm>
              <a:off x="5062155" y="6040999"/>
              <a:ext cx="164160" cy="90360"/>
            </p14:xfrm>
          </p:contentPart>
        </mc:Choice>
        <mc:Fallback xmlns="">
          <p:pic>
            <p:nvPicPr>
              <p:cNvPr id="14349" name="Ink 14348">
                <a:extLst>
                  <a:ext uri="{FF2B5EF4-FFF2-40B4-BE49-F238E27FC236}">
                    <a16:creationId xmlns:a16="http://schemas.microsoft.com/office/drawing/2014/main" id="{42E99AF7-B4A2-7AA4-2FCD-F72676F41789}"/>
                  </a:ext>
                </a:extLst>
              </p:cNvPr>
              <p:cNvPicPr/>
              <p:nvPr/>
            </p:nvPicPr>
            <p:blipFill>
              <a:blip r:embed="rId96"/>
              <a:stretch>
                <a:fillRect/>
              </a:stretch>
            </p:blipFill>
            <p:spPr>
              <a:xfrm>
                <a:off x="5051715" y="6030199"/>
                <a:ext cx="1854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4350" name="Ink 14349">
                <a:extLst>
                  <a:ext uri="{FF2B5EF4-FFF2-40B4-BE49-F238E27FC236}">
                    <a16:creationId xmlns:a16="http://schemas.microsoft.com/office/drawing/2014/main" id="{339CFA30-5ED7-B641-26B7-93F71DB20995}"/>
                  </a:ext>
                </a:extLst>
              </p14:cNvPr>
              <p14:cNvContentPartPr/>
              <p14:nvPr/>
            </p14:nvContentPartPr>
            <p14:xfrm>
              <a:off x="5387235" y="6034159"/>
              <a:ext cx="3600" cy="114120"/>
            </p14:xfrm>
          </p:contentPart>
        </mc:Choice>
        <mc:Fallback xmlns="">
          <p:pic>
            <p:nvPicPr>
              <p:cNvPr id="14350" name="Ink 14349">
                <a:extLst>
                  <a:ext uri="{FF2B5EF4-FFF2-40B4-BE49-F238E27FC236}">
                    <a16:creationId xmlns:a16="http://schemas.microsoft.com/office/drawing/2014/main" id="{339CFA30-5ED7-B641-26B7-93F71DB20995}"/>
                  </a:ext>
                </a:extLst>
              </p:cNvPr>
              <p:cNvPicPr/>
              <p:nvPr/>
            </p:nvPicPr>
            <p:blipFill>
              <a:blip r:embed="rId98"/>
              <a:stretch>
                <a:fillRect/>
              </a:stretch>
            </p:blipFill>
            <p:spPr>
              <a:xfrm>
                <a:off x="5376795" y="6023719"/>
                <a:ext cx="248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4351" name="Ink 14350">
                <a:extLst>
                  <a:ext uri="{FF2B5EF4-FFF2-40B4-BE49-F238E27FC236}">
                    <a16:creationId xmlns:a16="http://schemas.microsoft.com/office/drawing/2014/main" id="{5A0458E4-32D2-B8C6-FC62-4936A45F5991}"/>
                  </a:ext>
                </a:extLst>
              </p14:cNvPr>
              <p14:cNvContentPartPr/>
              <p14:nvPr/>
            </p14:nvContentPartPr>
            <p14:xfrm>
              <a:off x="5390475" y="6012199"/>
              <a:ext cx="360" cy="12960"/>
            </p14:xfrm>
          </p:contentPart>
        </mc:Choice>
        <mc:Fallback xmlns="">
          <p:pic>
            <p:nvPicPr>
              <p:cNvPr id="14351" name="Ink 14350">
                <a:extLst>
                  <a:ext uri="{FF2B5EF4-FFF2-40B4-BE49-F238E27FC236}">
                    <a16:creationId xmlns:a16="http://schemas.microsoft.com/office/drawing/2014/main" id="{5A0458E4-32D2-B8C6-FC62-4936A45F5991}"/>
                  </a:ext>
                </a:extLst>
              </p:cNvPr>
              <p:cNvPicPr/>
              <p:nvPr/>
            </p:nvPicPr>
            <p:blipFill>
              <a:blip r:embed="rId100"/>
              <a:stretch>
                <a:fillRect/>
              </a:stretch>
            </p:blipFill>
            <p:spPr>
              <a:xfrm>
                <a:off x="5380035" y="6001759"/>
                <a:ext cx="216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4352" name="Ink 14351">
                <a:extLst>
                  <a:ext uri="{FF2B5EF4-FFF2-40B4-BE49-F238E27FC236}">
                    <a16:creationId xmlns:a16="http://schemas.microsoft.com/office/drawing/2014/main" id="{55D57B89-FA90-EC3F-8CC2-9FE3EB875220}"/>
                  </a:ext>
                </a:extLst>
              </p14:cNvPr>
              <p14:cNvContentPartPr/>
              <p14:nvPr/>
            </p14:nvContentPartPr>
            <p14:xfrm>
              <a:off x="5450595" y="5996719"/>
              <a:ext cx="123480" cy="154080"/>
            </p14:xfrm>
          </p:contentPart>
        </mc:Choice>
        <mc:Fallback xmlns="">
          <p:pic>
            <p:nvPicPr>
              <p:cNvPr id="14352" name="Ink 14351">
                <a:extLst>
                  <a:ext uri="{FF2B5EF4-FFF2-40B4-BE49-F238E27FC236}">
                    <a16:creationId xmlns:a16="http://schemas.microsoft.com/office/drawing/2014/main" id="{55D57B89-FA90-EC3F-8CC2-9FE3EB875220}"/>
                  </a:ext>
                </a:extLst>
              </p:cNvPr>
              <p:cNvPicPr/>
              <p:nvPr/>
            </p:nvPicPr>
            <p:blipFill>
              <a:blip r:embed="rId102"/>
              <a:stretch>
                <a:fillRect/>
              </a:stretch>
            </p:blipFill>
            <p:spPr>
              <a:xfrm>
                <a:off x="5439795" y="5986279"/>
                <a:ext cx="1447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4353" name="Ink 14352">
                <a:extLst>
                  <a:ext uri="{FF2B5EF4-FFF2-40B4-BE49-F238E27FC236}">
                    <a16:creationId xmlns:a16="http://schemas.microsoft.com/office/drawing/2014/main" id="{3092E136-2FC4-AB9D-615F-1163B9628897}"/>
                  </a:ext>
                </a:extLst>
              </p14:cNvPr>
              <p14:cNvContentPartPr/>
              <p14:nvPr/>
            </p14:nvContentPartPr>
            <p14:xfrm>
              <a:off x="5598915" y="5986999"/>
              <a:ext cx="73080" cy="200520"/>
            </p14:xfrm>
          </p:contentPart>
        </mc:Choice>
        <mc:Fallback xmlns="">
          <p:pic>
            <p:nvPicPr>
              <p:cNvPr id="14353" name="Ink 14352">
                <a:extLst>
                  <a:ext uri="{FF2B5EF4-FFF2-40B4-BE49-F238E27FC236}">
                    <a16:creationId xmlns:a16="http://schemas.microsoft.com/office/drawing/2014/main" id="{3092E136-2FC4-AB9D-615F-1163B9628897}"/>
                  </a:ext>
                </a:extLst>
              </p:cNvPr>
              <p:cNvPicPr/>
              <p:nvPr/>
            </p:nvPicPr>
            <p:blipFill>
              <a:blip r:embed="rId104"/>
              <a:stretch>
                <a:fillRect/>
              </a:stretch>
            </p:blipFill>
            <p:spPr>
              <a:xfrm>
                <a:off x="5588115" y="5976199"/>
                <a:ext cx="943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4354" name="Ink 14353">
                <a:extLst>
                  <a:ext uri="{FF2B5EF4-FFF2-40B4-BE49-F238E27FC236}">
                    <a16:creationId xmlns:a16="http://schemas.microsoft.com/office/drawing/2014/main" id="{E63737A1-AB8C-4266-DD33-2ACA4F15AB24}"/>
                  </a:ext>
                </a:extLst>
              </p14:cNvPr>
              <p14:cNvContentPartPr/>
              <p14:nvPr/>
            </p14:nvContentPartPr>
            <p14:xfrm>
              <a:off x="5677755" y="5961799"/>
              <a:ext cx="28800" cy="139320"/>
            </p14:xfrm>
          </p:contentPart>
        </mc:Choice>
        <mc:Fallback xmlns="">
          <p:pic>
            <p:nvPicPr>
              <p:cNvPr id="14354" name="Ink 14353">
                <a:extLst>
                  <a:ext uri="{FF2B5EF4-FFF2-40B4-BE49-F238E27FC236}">
                    <a16:creationId xmlns:a16="http://schemas.microsoft.com/office/drawing/2014/main" id="{E63737A1-AB8C-4266-DD33-2ACA4F15AB24}"/>
                  </a:ext>
                </a:extLst>
              </p:cNvPr>
              <p:cNvPicPr/>
              <p:nvPr/>
            </p:nvPicPr>
            <p:blipFill>
              <a:blip r:embed="rId106"/>
              <a:stretch>
                <a:fillRect/>
              </a:stretch>
            </p:blipFill>
            <p:spPr>
              <a:xfrm>
                <a:off x="5666955" y="5950999"/>
                <a:ext cx="500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4355" name="Ink 14354">
                <a:extLst>
                  <a:ext uri="{FF2B5EF4-FFF2-40B4-BE49-F238E27FC236}">
                    <a16:creationId xmlns:a16="http://schemas.microsoft.com/office/drawing/2014/main" id="{BA37F389-8234-8091-4C75-DB37C1902703}"/>
                  </a:ext>
                </a:extLst>
              </p14:cNvPr>
              <p14:cNvContentPartPr/>
              <p14:nvPr/>
            </p14:nvContentPartPr>
            <p14:xfrm>
              <a:off x="5737515" y="5968279"/>
              <a:ext cx="57240" cy="159120"/>
            </p14:xfrm>
          </p:contentPart>
        </mc:Choice>
        <mc:Fallback xmlns="">
          <p:pic>
            <p:nvPicPr>
              <p:cNvPr id="14355" name="Ink 14354">
                <a:extLst>
                  <a:ext uri="{FF2B5EF4-FFF2-40B4-BE49-F238E27FC236}">
                    <a16:creationId xmlns:a16="http://schemas.microsoft.com/office/drawing/2014/main" id="{BA37F389-8234-8091-4C75-DB37C1902703}"/>
                  </a:ext>
                </a:extLst>
              </p:cNvPr>
              <p:cNvPicPr/>
              <p:nvPr/>
            </p:nvPicPr>
            <p:blipFill>
              <a:blip r:embed="rId108"/>
              <a:stretch>
                <a:fillRect/>
              </a:stretch>
            </p:blipFill>
            <p:spPr>
              <a:xfrm>
                <a:off x="5727075" y="5957839"/>
                <a:ext cx="784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4356" name="Ink 14355">
                <a:extLst>
                  <a:ext uri="{FF2B5EF4-FFF2-40B4-BE49-F238E27FC236}">
                    <a16:creationId xmlns:a16="http://schemas.microsoft.com/office/drawing/2014/main" id="{033708B3-CDCB-9819-FC12-4FF12EC95C16}"/>
                  </a:ext>
                </a:extLst>
              </p14:cNvPr>
              <p14:cNvContentPartPr/>
              <p14:nvPr/>
            </p14:nvContentPartPr>
            <p14:xfrm>
              <a:off x="5806995" y="5988079"/>
              <a:ext cx="104400" cy="132120"/>
            </p14:xfrm>
          </p:contentPart>
        </mc:Choice>
        <mc:Fallback xmlns="">
          <p:pic>
            <p:nvPicPr>
              <p:cNvPr id="14356" name="Ink 14355">
                <a:extLst>
                  <a:ext uri="{FF2B5EF4-FFF2-40B4-BE49-F238E27FC236}">
                    <a16:creationId xmlns:a16="http://schemas.microsoft.com/office/drawing/2014/main" id="{033708B3-CDCB-9819-FC12-4FF12EC95C16}"/>
                  </a:ext>
                </a:extLst>
              </p:cNvPr>
              <p:cNvPicPr/>
              <p:nvPr/>
            </p:nvPicPr>
            <p:blipFill>
              <a:blip r:embed="rId110"/>
              <a:stretch>
                <a:fillRect/>
              </a:stretch>
            </p:blipFill>
            <p:spPr>
              <a:xfrm>
                <a:off x="5796555" y="5977279"/>
                <a:ext cx="1256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4357" name="Ink 14356">
                <a:extLst>
                  <a:ext uri="{FF2B5EF4-FFF2-40B4-BE49-F238E27FC236}">
                    <a16:creationId xmlns:a16="http://schemas.microsoft.com/office/drawing/2014/main" id="{73546600-0B1E-0063-0CCB-BF63D2A29FE2}"/>
                  </a:ext>
                </a:extLst>
              </p14:cNvPr>
              <p14:cNvContentPartPr/>
              <p14:nvPr/>
            </p14:nvContentPartPr>
            <p14:xfrm>
              <a:off x="5942715" y="5962519"/>
              <a:ext cx="47880" cy="149400"/>
            </p14:xfrm>
          </p:contentPart>
        </mc:Choice>
        <mc:Fallback xmlns="">
          <p:pic>
            <p:nvPicPr>
              <p:cNvPr id="14357" name="Ink 14356">
                <a:extLst>
                  <a:ext uri="{FF2B5EF4-FFF2-40B4-BE49-F238E27FC236}">
                    <a16:creationId xmlns:a16="http://schemas.microsoft.com/office/drawing/2014/main" id="{73546600-0B1E-0063-0CCB-BF63D2A29FE2}"/>
                  </a:ext>
                </a:extLst>
              </p:cNvPr>
              <p:cNvPicPr/>
              <p:nvPr/>
            </p:nvPicPr>
            <p:blipFill>
              <a:blip r:embed="rId112"/>
              <a:stretch>
                <a:fillRect/>
              </a:stretch>
            </p:blipFill>
            <p:spPr>
              <a:xfrm>
                <a:off x="5932275" y="5951719"/>
                <a:ext cx="691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4358" name="Ink 14357">
                <a:extLst>
                  <a:ext uri="{FF2B5EF4-FFF2-40B4-BE49-F238E27FC236}">
                    <a16:creationId xmlns:a16="http://schemas.microsoft.com/office/drawing/2014/main" id="{07D32454-706B-429A-22E9-3EC47402E2E9}"/>
                  </a:ext>
                </a:extLst>
              </p14:cNvPr>
              <p14:cNvContentPartPr/>
              <p14:nvPr/>
            </p14:nvContentPartPr>
            <p14:xfrm>
              <a:off x="5990235" y="5939119"/>
              <a:ext cx="145440" cy="174960"/>
            </p14:xfrm>
          </p:contentPart>
        </mc:Choice>
        <mc:Fallback xmlns="">
          <p:pic>
            <p:nvPicPr>
              <p:cNvPr id="14358" name="Ink 14357">
                <a:extLst>
                  <a:ext uri="{FF2B5EF4-FFF2-40B4-BE49-F238E27FC236}">
                    <a16:creationId xmlns:a16="http://schemas.microsoft.com/office/drawing/2014/main" id="{07D32454-706B-429A-22E9-3EC47402E2E9}"/>
                  </a:ext>
                </a:extLst>
              </p:cNvPr>
              <p:cNvPicPr/>
              <p:nvPr/>
            </p:nvPicPr>
            <p:blipFill>
              <a:blip r:embed="rId114"/>
              <a:stretch>
                <a:fillRect/>
              </a:stretch>
            </p:blipFill>
            <p:spPr>
              <a:xfrm>
                <a:off x="5979435" y="5928319"/>
                <a:ext cx="1666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4359" name="Ink 14358">
                <a:extLst>
                  <a:ext uri="{FF2B5EF4-FFF2-40B4-BE49-F238E27FC236}">
                    <a16:creationId xmlns:a16="http://schemas.microsoft.com/office/drawing/2014/main" id="{6037A12B-14D2-21CA-9F2E-E547F436A708}"/>
                  </a:ext>
                </a:extLst>
              </p14:cNvPr>
              <p14:cNvContentPartPr/>
              <p14:nvPr/>
            </p14:nvContentPartPr>
            <p14:xfrm>
              <a:off x="6094275" y="6008959"/>
              <a:ext cx="88560" cy="44640"/>
            </p14:xfrm>
          </p:contentPart>
        </mc:Choice>
        <mc:Fallback xmlns="">
          <p:pic>
            <p:nvPicPr>
              <p:cNvPr id="14359" name="Ink 14358">
                <a:extLst>
                  <a:ext uri="{FF2B5EF4-FFF2-40B4-BE49-F238E27FC236}">
                    <a16:creationId xmlns:a16="http://schemas.microsoft.com/office/drawing/2014/main" id="{6037A12B-14D2-21CA-9F2E-E547F436A708}"/>
                  </a:ext>
                </a:extLst>
              </p:cNvPr>
              <p:cNvPicPr/>
              <p:nvPr/>
            </p:nvPicPr>
            <p:blipFill>
              <a:blip r:embed="rId116"/>
              <a:stretch>
                <a:fillRect/>
              </a:stretch>
            </p:blipFill>
            <p:spPr>
              <a:xfrm>
                <a:off x="6083835" y="5998519"/>
                <a:ext cx="1098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4360" name="Ink 14359">
                <a:extLst>
                  <a:ext uri="{FF2B5EF4-FFF2-40B4-BE49-F238E27FC236}">
                    <a16:creationId xmlns:a16="http://schemas.microsoft.com/office/drawing/2014/main" id="{62437CC7-6C94-00E0-B551-18BF30F61B7F}"/>
                  </a:ext>
                </a:extLst>
              </p14:cNvPr>
              <p14:cNvContentPartPr/>
              <p14:nvPr/>
            </p14:nvContentPartPr>
            <p14:xfrm>
              <a:off x="6305595" y="5940919"/>
              <a:ext cx="85680" cy="182520"/>
            </p14:xfrm>
          </p:contentPart>
        </mc:Choice>
        <mc:Fallback xmlns="">
          <p:pic>
            <p:nvPicPr>
              <p:cNvPr id="14360" name="Ink 14359">
                <a:extLst>
                  <a:ext uri="{FF2B5EF4-FFF2-40B4-BE49-F238E27FC236}">
                    <a16:creationId xmlns:a16="http://schemas.microsoft.com/office/drawing/2014/main" id="{62437CC7-6C94-00E0-B551-18BF30F61B7F}"/>
                  </a:ext>
                </a:extLst>
              </p:cNvPr>
              <p:cNvPicPr/>
              <p:nvPr/>
            </p:nvPicPr>
            <p:blipFill>
              <a:blip r:embed="rId118"/>
              <a:stretch>
                <a:fillRect/>
              </a:stretch>
            </p:blipFill>
            <p:spPr>
              <a:xfrm>
                <a:off x="6295155" y="5930479"/>
                <a:ext cx="1069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4361" name="Ink 14360">
                <a:extLst>
                  <a:ext uri="{FF2B5EF4-FFF2-40B4-BE49-F238E27FC236}">
                    <a16:creationId xmlns:a16="http://schemas.microsoft.com/office/drawing/2014/main" id="{68EFAA15-6D5E-4C63-E3BB-CA876BC831A0}"/>
                  </a:ext>
                </a:extLst>
              </p14:cNvPr>
              <p14:cNvContentPartPr/>
              <p14:nvPr/>
            </p14:nvContentPartPr>
            <p14:xfrm>
              <a:off x="6384795" y="5958559"/>
              <a:ext cx="255960" cy="176400"/>
            </p14:xfrm>
          </p:contentPart>
        </mc:Choice>
        <mc:Fallback xmlns="">
          <p:pic>
            <p:nvPicPr>
              <p:cNvPr id="14361" name="Ink 14360">
                <a:extLst>
                  <a:ext uri="{FF2B5EF4-FFF2-40B4-BE49-F238E27FC236}">
                    <a16:creationId xmlns:a16="http://schemas.microsoft.com/office/drawing/2014/main" id="{68EFAA15-6D5E-4C63-E3BB-CA876BC831A0}"/>
                  </a:ext>
                </a:extLst>
              </p:cNvPr>
              <p:cNvPicPr/>
              <p:nvPr/>
            </p:nvPicPr>
            <p:blipFill>
              <a:blip r:embed="rId120"/>
              <a:stretch>
                <a:fillRect/>
              </a:stretch>
            </p:blipFill>
            <p:spPr>
              <a:xfrm>
                <a:off x="6373995" y="5948119"/>
                <a:ext cx="2772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4362" name="Ink 14361">
                <a:extLst>
                  <a:ext uri="{FF2B5EF4-FFF2-40B4-BE49-F238E27FC236}">
                    <a16:creationId xmlns:a16="http://schemas.microsoft.com/office/drawing/2014/main" id="{B3505592-DEB9-218F-0088-D4FC5492C263}"/>
                  </a:ext>
                </a:extLst>
              </p14:cNvPr>
              <p14:cNvContentPartPr/>
              <p14:nvPr/>
            </p14:nvContentPartPr>
            <p14:xfrm>
              <a:off x="6681435" y="5986999"/>
              <a:ext cx="230760" cy="200520"/>
            </p14:xfrm>
          </p:contentPart>
        </mc:Choice>
        <mc:Fallback xmlns="">
          <p:pic>
            <p:nvPicPr>
              <p:cNvPr id="14362" name="Ink 14361">
                <a:extLst>
                  <a:ext uri="{FF2B5EF4-FFF2-40B4-BE49-F238E27FC236}">
                    <a16:creationId xmlns:a16="http://schemas.microsoft.com/office/drawing/2014/main" id="{B3505592-DEB9-218F-0088-D4FC5492C263}"/>
                  </a:ext>
                </a:extLst>
              </p:cNvPr>
              <p:cNvPicPr/>
              <p:nvPr/>
            </p:nvPicPr>
            <p:blipFill>
              <a:blip r:embed="rId122"/>
              <a:stretch>
                <a:fillRect/>
              </a:stretch>
            </p:blipFill>
            <p:spPr>
              <a:xfrm>
                <a:off x="6670635" y="5976199"/>
                <a:ext cx="2520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4363" name="Ink 14362">
                <a:extLst>
                  <a:ext uri="{FF2B5EF4-FFF2-40B4-BE49-F238E27FC236}">
                    <a16:creationId xmlns:a16="http://schemas.microsoft.com/office/drawing/2014/main" id="{48807691-CCEA-BA2D-AD57-B12D218B5BD5}"/>
                  </a:ext>
                </a:extLst>
              </p14:cNvPr>
              <p14:cNvContentPartPr/>
              <p14:nvPr/>
            </p14:nvContentPartPr>
            <p14:xfrm>
              <a:off x="6902115" y="5979439"/>
              <a:ext cx="79200" cy="215640"/>
            </p14:xfrm>
          </p:contentPart>
        </mc:Choice>
        <mc:Fallback xmlns="">
          <p:pic>
            <p:nvPicPr>
              <p:cNvPr id="14363" name="Ink 14362">
                <a:extLst>
                  <a:ext uri="{FF2B5EF4-FFF2-40B4-BE49-F238E27FC236}">
                    <a16:creationId xmlns:a16="http://schemas.microsoft.com/office/drawing/2014/main" id="{48807691-CCEA-BA2D-AD57-B12D218B5BD5}"/>
                  </a:ext>
                </a:extLst>
              </p:cNvPr>
              <p:cNvPicPr/>
              <p:nvPr/>
            </p:nvPicPr>
            <p:blipFill>
              <a:blip r:embed="rId124"/>
              <a:stretch>
                <a:fillRect/>
              </a:stretch>
            </p:blipFill>
            <p:spPr>
              <a:xfrm>
                <a:off x="6891675" y="5968639"/>
                <a:ext cx="1004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4364" name="Ink 14363">
                <a:extLst>
                  <a:ext uri="{FF2B5EF4-FFF2-40B4-BE49-F238E27FC236}">
                    <a16:creationId xmlns:a16="http://schemas.microsoft.com/office/drawing/2014/main" id="{6E0281F7-9E6A-FC08-ABC4-EB57AF1B026A}"/>
                  </a:ext>
                </a:extLst>
              </p14:cNvPr>
              <p14:cNvContentPartPr/>
              <p14:nvPr/>
            </p14:nvContentPartPr>
            <p14:xfrm>
              <a:off x="6993915" y="6072319"/>
              <a:ext cx="16200" cy="72000"/>
            </p14:xfrm>
          </p:contentPart>
        </mc:Choice>
        <mc:Fallback xmlns="">
          <p:pic>
            <p:nvPicPr>
              <p:cNvPr id="14364" name="Ink 14363">
                <a:extLst>
                  <a:ext uri="{FF2B5EF4-FFF2-40B4-BE49-F238E27FC236}">
                    <a16:creationId xmlns:a16="http://schemas.microsoft.com/office/drawing/2014/main" id="{6E0281F7-9E6A-FC08-ABC4-EB57AF1B026A}"/>
                  </a:ext>
                </a:extLst>
              </p:cNvPr>
              <p:cNvPicPr/>
              <p:nvPr/>
            </p:nvPicPr>
            <p:blipFill>
              <a:blip r:embed="rId126"/>
              <a:stretch>
                <a:fillRect/>
              </a:stretch>
            </p:blipFill>
            <p:spPr>
              <a:xfrm>
                <a:off x="6983115" y="6061519"/>
                <a:ext cx="37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4365" name="Ink 14364">
                <a:extLst>
                  <a:ext uri="{FF2B5EF4-FFF2-40B4-BE49-F238E27FC236}">
                    <a16:creationId xmlns:a16="http://schemas.microsoft.com/office/drawing/2014/main" id="{02E78191-857C-5825-3158-326584A646C7}"/>
                  </a:ext>
                </a:extLst>
              </p14:cNvPr>
              <p14:cNvContentPartPr/>
              <p14:nvPr/>
            </p14:nvContentPartPr>
            <p14:xfrm>
              <a:off x="7014435" y="6037399"/>
              <a:ext cx="17640" cy="12960"/>
            </p14:xfrm>
          </p:contentPart>
        </mc:Choice>
        <mc:Fallback xmlns="">
          <p:pic>
            <p:nvPicPr>
              <p:cNvPr id="14365" name="Ink 14364">
                <a:extLst>
                  <a:ext uri="{FF2B5EF4-FFF2-40B4-BE49-F238E27FC236}">
                    <a16:creationId xmlns:a16="http://schemas.microsoft.com/office/drawing/2014/main" id="{02E78191-857C-5825-3158-326584A646C7}"/>
                  </a:ext>
                </a:extLst>
              </p:cNvPr>
              <p:cNvPicPr/>
              <p:nvPr/>
            </p:nvPicPr>
            <p:blipFill>
              <a:blip r:embed="rId128"/>
              <a:stretch>
                <a:fillRect/>
              </a:stretch>
            </p:blipFill>
            <p:spPr>
              <a:xfrm>
                <a:off x="7003995" y="6026959"/>
                <a:ext cx="388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4366" name="Ink 14365">
                <a:extLst>
                  <a:ext uri="{FF2B5EF4-FFF2-40B4-BE49-F238E27FC236}">
                    <a16:creationId xmlns:a16="http://schemas.microsoft.com/office/drawing/2014/main" id="{98EA6329-91BE-66A4-E58D-64DBB78AB1B8}"/>
                  </a:ext>
                </a:extLst>
              </p14:cNvPr>
              <p14:cNvContentPartPr/>
              <p14:nvPr/>
            </p14:nvContentPartPr>
            <p14:xfrm>
              <a:off x="7034955" y="6031279"/>
              <a:ext cx="139320" cy="124920"/>
            </p14:xfrm>
          </p:contentPart>
        </mc:Choice>
        <mc:Fallback xmlns="">
          <p:pic>
            <p:nvPicPr>
              <p:cNvPr id="14366" name="Ink 14365">
                <a:extLst>
                  <a:ext uri="{FF2B5EF4-FFF2-40B4-BE49-F238E27FC236}">
                    <a16:creationId xmlns:a16="http://schemas.microsoft.com/office/drawing/2014/main" id="{98EA6329-91BE-66A4-E58D-64DBB78AB1B8}"/>
                  </a:ext>
                </a:extLst>
              </p:cNvPr>
              <p:cNvPicPr/>
              <p:nvPr/>
            </p:nvPicPr>
            <p:blipFill>
              <a:blip r:embed="rId130"/>
              <a:stretch>
                <a:fillRect/>
              </a:stretch>
            </p:blipFill>
            <p:spPr>
              <a:xfrm>
                <a:off x="7024155" y="6020479"/>
                <a:ext cx="1605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4367" name="Ink 14366">
                <a:extLst>
                  <a:ext uri="{FF2B5EF4-FFF2-40B4-BE49-F238E27FC236}">
                    <a16:creationId xmlns:a16="http://schemas.microsoft.com/office/drawing/2014/main" id="{CD12FF5C-4988-B7DD-62E4-EC2EB06A0586}"/>
                  </a:ext>
                </a:extLst>
              </p14:cNvPr>
              <p14:cNvContentPartPr/>
              <p14:nvPr/>
            </p14:nvContentPartPr>
            <p14:xfrm>
              <a:off x="7211715" y="6081679"/>
              <a:ext cx="28800" cy="199080"/>
            </p14:xfrm>
          </p:contentPart>
        </mc:Choice>
        <mc:Fallback xmlns="">
          <p:pic>
            <p:nvPicPr>
              <p:cNvPr id="14367" name="Ink 14366">
                <a:extLst>
                  <a:ext uri="{FF2B5EF4-FFF2-40B4-BE49-F238E27FC236}">
                    <a16:creationId xmlns:a16="http://schemas.microsoft.com/office/drawing/2014/main" id="{CD12FF5C-4988-B7DD-62E4-EC2EB06A0586}"/>
                  </a:ext>
                </a:extLst>
              </p:cNvPr>
              <p:cNvPicPr/>
              <p:nvPr/>
            </p:nvPicPr>
            <p:blipFill>
              <a:blip r:embed="rId132"/>
              <a:stretch>
                <a:fillRect/>
              </a:stretch>
            </p:blipFill>
            <p:spPr>
              <a:xfrm>
                <a:off x="7200915" y="6070879"/>
                <a:ext cx="500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4368" name="Ink 14367">
                <a:extLst>
                  <a:ext uri="{FF2B5EF4-FFF2-40B4-BE49-F238E27FC236}">
                    <a16:creationId xmlns:a16="http://schemas.microsoft.com/office/drawing/2014/main" id="{1A55D008-33B6-1CA2-BA84-A07DDD788A76}"/>
                  </a:ext>
                </a:extLst>
              </p14:cNvPr>
              <p14:cNvContentPartPr/>
              <p14:nvPr/>
            </p14:nvContentPartPr>
            <p14:xfrm>
              <a:off x="5381115" y="6343759"/>
              <a:ext cx="88560" cy="162360"/>
            </p14:xfrm>
          </p:contentPart>
        </mc:Choice>
        <mc:Fallback xmlns="">
          <p:pic>
            <p:nvPicPr>
              <p:cNvPr id="14368" name="Ink 14367">
                <a:extLst>
                  <a:ext uri="{FF2B5EF4-FFF2-40B4-BE49-F238E27FC236}">
                    <a16:creationId xmlns:a16="http://schemas.microsoft.com/office/drawing/2014/main" id="{1A55D008-33B6-1CA2-BA84-A07DDD788A76}"/>
                  </a:ext>
                </a:extLst>
              </p:cNvPr>
              <p:cNvPicPr/>
              <p:nvPr/>
            </p:nvPicPr>
            <p:blipFill>
              <a:blip r:embed="rId134"/>
              <a:stretch>
                <a:fillRect/>
              </a:stretch>
            </p:blipFill>
            <p:spPr>
              <a:xfrm>
                <a:off x="5370315" y="6332959"/>
                <a:ext cx="1098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4369" name="Ink 14368">
                <a:extLst>
                  <a:ext uri="{FF2B5EF4-FFF2-40B4-BE49-F238E27FC236}">
                    <a16:creationId xmlns:a16="http://schemas.microsoft.com/office/drawing/2014/main" id="{B58D3C1A-327E-8025-B0B1-3025C67F4A4B}"/>
                  </a:ext>
                </a:extLst>
              </p14:cNvPr>
              <p14:cNvContentPartPr/>
              <p14:nvPr/>
            </p14:nvContentPartPr>
            <p14:xfrm>
              <a:off x="5485515" y="6337279"/>
              <a:ext cx="123120" cy="104040"/>
            </p14:xfrm>
          </p:contentPart>
        </mc:Choice>
        <mc:Fallback xmlns="">
          <p:pic>
            <p:nvPicPr>
              <p:cNvPr id="14369" name="Ink 14368">
                <a:extLst>
                  <a:ext uri="{FF2B5EF4-FFF2-40B4-BE49-F238E27FC236}">
                    <a16:creationId xmlns:a16="http://schemas.microsoft.com/office/drawing/2014/main" id="{B58D3C1A-327E-8025-B0B1-3025C67F4A4B}"/>
                  </a:ext>
                </a:extLst>
              </p:cNvPr>
              <p:cNvPicPr/>
              <p:nvPr/>
            </p:nvPicPr>
            <p:blipFill>
              <a:blip r:embed="rId136"/>
              <a:stretch>
                <a:fillRect/>
              </a:stretch>
            </p:blipFill>
            <p:spPr>
              <a:xfrm>
                <a:off x="5475075" y="6326839"/>
                <a:ext cx="1443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4370" name="Ink 14369">
                <a:extLst>
                  <a:ext uri="{FF2B5EF4-FFF2-40B4-BE49-F238E27FC236}">
                    <a16:creationId xmlns:a16="http://schemas.microsoft.com/office/drawing/2014/main" id="{C7EF5049-1982-CF3B-69F1-81B79376E62B}"/>
                  </a:ext>
                </a:extLst>
              </p14:cNvPr>
              <p14:cNvContentPartPr/>
              <p14:nvPr/>
            </p14:nvContentPartPr>
            <p14:xfrm>
              <a:off x="5620875" y="6282199"/>
              <a:ext cx="44640" cy="128880"/>
            </p14:xfrm>
          </p:contentPart>
        </mc:Choice>
        <mc:Fallback xmlns="">
          <p:pic>
            <p:nvPicPr>
              <p:cNvPr id="14370" name="Ink 14369">
                <a:extLst>
                  <a:ext uri="{FF2B5EF4-FFF2-40B4-BE49-F238E27FC236}">
                    <a16:creationId xmlns:a16="http://schemas.microsoft.com/office/drawing/2014/main" id="{C7EF5049-1982-CF3B-69F1-81B79376E62B}"/>
                  </a:ext>
                </a:extLst>
              </p:cNvPr>
              <p:cNvPicPr/>
              <p:nvPr/>
            </p:nvPicPr>
            <p:blipFill>
              <a:blip r:embed="rId138"/>
              <a:stretch>
                <a:fillRect/>
              </a:stretch>
            </p:blipFill>
            <p:spPr>
              <a:xfrm>
                <a:off x="5610435" y="6271759"/>
                <a:ext cx="658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4371" name="Ink 14370">
                <a:extLst>
                  <a:ext uri="{FF2B5EF4-FFF2-40B4-BE49-F238E27FC236}">
                    <a16:creationId xmlns:a16="http://schemas.microsoft.com/office/drawing/2014/main" id="{950FA407-5E6C-C202-0D4D-D012CBFAA9C4}"/>
                  </a:ext>
                </a:extLst>
              </p14:cNvPr>
              <p14:cNvContentPartPr/>
              <p14:nvPr/>
            </p14:nvContentPartPr>
            <p14:xfrm>
              <a:off x="5696475" y="6280399"/>
              <a:ext cx="117000" cy="157320"/>
            </p14:xfrm>
          </p:contentPart>
        </mc:Choice>
        <mc:Fallback xmlns="">
          <p:pic>
            <p:nvPicPr>
              <p:cNvPr id="14371" name="Ink 14370">
                <a:extLst>
                  <a:ext uri="{FF2B5EF4-FFF2-40B4-BE49-F238E27FC236}">
                    <a16:creationId xmlns:a16="http://schemas.microsoft.com/office/drawing/2014/main" id="{950FA407-5E6C-C202-0D4D-D012CBFAA9C4}"/>
                  </a:ext>
                </a:extLst>
              </p:cNvPr>
              <p:cNvPicPr/>
              <p:nvPr/>
            </p:nvPicPr>
            <p:blipFill>
              <a:blip r:embed="rId140"/>
              <a:stretch>
                <a:fillRect/>
              </a:stretch>
            </p:blipFill>
            <p:spPr>
              <a:xfrm>
                <a:off x="5686035" y="6269959"/>
                <a:ext cx="1382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4372" name="Ink 14371">
                <a:extLst>
                  <a:ext uri="{FF2B5EF4-FFF2-40B4-BE49-F238E27FC236}">
                    <a16:creationId xmlns:a16="http://schemas.microsoft.com/office/drawing/2014/main" id="{EAF2F594-8FCC-0134-228D-73E99510DBB7}"/>
                  </a:ext>
                </a:extLst>
              </p14:cNvPr>
              <p14:cNvContentPartPr/>
              <p14:nvPr/>
            </p14:nvContentPartPr>
            <p14:xfrm>
              <a:off x="5826075" y="6258439"/>
              <a:ext cx="88200" cy="208800"/>
            </p14:xfrm>
          </p:contentPart>
        </mc:Choice>
        <mc:Fallback xmlns="">
          <p:pic>
            <p:nvPicPr>
              <p:cNvPr id="14372" name="Ink 14371">
                <a:extLst>
                  <a:ext uri="{FF2B5EF4-FFF2-40B4-BE49-F238E27FC236}">
                    <a16:creationId xmlns:a16="http://schemas.microsoft.com/office/drawing/2014/main" id="{EAF2F594-8FCC-0134-228D-73E99510DBB7}"/>
                  </a:ext>
                </a:extLst>
              </p:cNvPr>
              <p:cNvPicPr/>
              <p:nvPr/>
            </p:nvPicPr>
            <p:blipFill>
              <a:blip r:embed="rId142"/>
              <a:stretch>
                <a:fillRect/>
              </a:stretch>
            </p:blipFill>
            <p:spPr>
              <a:xfrm>
                <a:off x="5815275" y="6247639"/>
                <a:ext cx="10944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4373" name="Ink 14372">
                <a:extLst>
                  <a:ext uri="{FF2B5EF4-FFF2-40B4-BE49-F238E27FC236}">
                    <a16:creationId xmlns:a16="http://schemas.microsoft.com/office/drawing/2014/main" id="{03E207D8-DC70-1A05-4180-3BCFB7CE4D97}"/>
                  </a:ext>
                </a:extLst>
              </p14:cNvPr>
              <p14:cNvContentPartPr/>
              <p14:nvPr/>
            </p14:nvContentPartPr>
            <p14:xfrm>
              <a:off x="5923995" y="6331519"/>
              <a:ext cx="38160" cy="106560"/>
            </p14:xfrm>
          </p:contentPart>
        </mc:Choice>
        <mc:Fallback xmlns="">
          <p:pic>
            <p:nvPicPr>
              <p:cNvPr id="14373" name="Ink 14372">
                <a:extLst>
                  <a:ext uri="{FF2B5EF4-FFF2-40B4-BE49-F238E27FC236}">
                    <a16:creationId xmlns:a16="http://schemas.microsoft.com/office/drawing/2014/main" id="{03E207D8-DC70-1A05-4180-3BCFB7CE4D97}"/>
                  </a:ext>
                </a:extLst>
              </p:cNvPr>
              <p:cNvPicPr/>
              <p:nvPr/>
            </p:nvPicPr>
            <p:blipFill>
              <a:blip r:embed="rId144"/>
              <a:stretch>
                <a:fillRect/>
              </a:stretch>
            </p:blipFill>
            <p:spPr>
              <a:xfrm>
                <a:off x="5913195" y="6320719"/>
                <a:ext cx="59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4374" name="Ink 14373">
                <a:extLst>
                  <a:ext uri="{FF2B5EF4-FFF2-40B4-BE49-F238E27FC236}">
                    <a16:creationId xmlns:a16="http://schemas.microsoft.com/office/drawing/2014/main" id="{07FA23AE-A380-392C-BB5C-04E4518D9E6E}"/>
                  </a:ext>
                </a:extLst>
              </p14:cNvPr>
              <p14:cNvContentPartPr/>
              <p14:nvPr/>
            </p14:nvContentPartPr>
            <p14:xfrm>
              <a:off x="5993835" y="6318559"/>
              <a:ext cx="47520" cy="100800"/>
            </p14:xfrm>
          </p:contentPart>
        </mc:Choice>
        <mc:Fallback xmlns="">
          <p:pic>
            <p:nvPicPr>
              <p:cNvPr id="14374" name="Ink 14373">
                <a:extLst>
                  <a:ext uri="{FF2B5EF4-FFF2-40B4-BE49-F238E27FC236}">
                    <a16:creationId xmlns:a16="http://schemas.microsoft.com/office/drawing/2014/main" id="{07FA23AE-A380-392C-BB5C-04E4518D9E6E}"/>
                  </a:ext>
                </a:extLst>
              </p:cNvPr>
              <p:cNvPicPr/>
              <p:nvPr/>
            </p:nvPicPr>
            <p:blipFill>
              <a:blip r:embed="rId146"/>
              <a:stretch>
                <a:fillRect/>
              </a:stretch>
            </p:blipFill>
            <p:spPr>
              <a:xfrm>
                <a:off x="5983035" y="6307759"/>
                <a:ext cx="687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4375" name="Ink 14374">
                <a:extLst>
                  <a:ext uri="{FF2B5EF4-FFF2-40B4-BE49-F238E27FC236}">
                    <a16:creationId xmlns:a16="http://schemas.microsoft.com/office/drawing/2014/main" id="{3F4DD13B-AB3D-49D1-DEFE-1EE6497EEE03}"/>
                  </a:ext>
                </a:extLst>
              </p14:cNvPr>
              <p14:cNvContentPartPr/>
              <p14:nvPr/>
            </p14:nvContentPartPr>
            <p14:xfrm>
              <a:off x="6072315" y="6258799"/>
              <a:ext cx="44640" cy="216000"/>
            </p14:xfrm>
          </p:contentPart>
        </mc:Choice>
        <mc:Fallback xmlns="">
          <p:pic>
            <p:nvPicPr>
              <p:cNvPr id="14375" name="Ink 14374">
                <a:extLst>
                  <a:ext uri="{FF2B5EF4-FFF2-40B4-BE49-F238E27FC236}">
                    <a16:creationId xmlns:a16="http://schemas.microsoft.com/office/drawing/2014/main" id="{3F4DD13B-AB3D-49D1-DEFE-1EE6497EEE03}"/>
                  </a:ext>
                </a:extLst>
              </p:cNvPr>
              <p:cNvPicPr/>
              <p:nvPr/>
            </p:nvPicPr>
            <p:blipFill>
              <a:blip r:embed="rId148"/>
              <a:stretch>
                <a:fillRect/>
              </a:stretch>
            </p:blipFill>
            <p:spPr>
              <a:xfrm>
                <a:off x="6061515" y="6247999"/>
                <a:ext cx="658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4376" name="Ink 14375">
                <a:extLst>
                  <a:ext uri="{FF2B5EF4-FFF2-40B4-BE49-F238E27FC236}">
                    <a16:creationId xmlns:a16="http://schemas.microsoft.com/office/drawing/2014/main" id="{772DCD0F-8C89-076C-72EB-A47767D61FF2}"/>
                  </a:ext>
                </a:extLst>
              </p14:cNvPr>
              <p14:cNvContentPartPr/>
              <p14:nvPr/>
            </p14:nvContentPartPr>
            <p14:xfrm>
              <a:off x="6135315" y="6318559"/>
              <a:ext cx="44640" cy="79200"/>
            </p14:xfrm>
          </p:contentPart>
        </mc:Choice>
        <mc:Fallback xmlns="">
          <p:pic>
            <p:nvPicPr>
              <p:cNvPr id="14376" name="Ink 14375">
                <a:extLst>
                  <a:ext uri="{FF2B5EF4-FFF2-40B4-BE49-F238E27FC236}">
                    <a16:creationId xmlns:a16="http://schemas.microsoft.com/office/drawing/2014/main" id="{772DCD0F-8C89-076C-72EB-A47767D61FF2}"/>
                  </a:ext>
                </a:extLst>
              </p:cNvPr>
              <p:cNvPicPr/>
              <p:nvPr/>
            </p:nvPicPr>
            <p:blipFill>
              <a:blip r:embed="rId150"/>
              <a:stretch>
                <a:fillRect/>
              </a:stretch>
            </p:blipFill>
            <p:spPr>
              <a:xfrm>
                <a:off x="6124875" y="6307759"/>
                <a:ext cx="6588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4377" name="Ink 14376">
                <a:extLst>
                  <a:ext uri="{FF2B5EF4-FFF2-40B4-BE49-F238E27FC236}">
                    <a16:creationId xmlns:a16="http://schemas.microsoft.com/office/drawing/2014/main" id="{ED9D3836-DC08-08E1-D4BE-182A143751BC}"/>
                  </a:ext>
                </a:extLst>
              </p14:cNvPr>
              <p14:cNvContentPartPr/>
              <p14:nvPr/>
            </p14:nvContentPartPr>
            <p14:xfrm>
              <a:off x="6236475" y="6378319"/>
              <a:ext cx="9720" cy="23760"/>
            </p14:xfrm>
          </p:contentPart>
        </mc:Choice>
        <mc:Fallback xmlns="">
          <p:pic>
            <p:nvPicPr>
              <p:cNvPr id="14377" name="Ink 14376">
                <a:extLst>
                  <a:ext uri="{FF2B5EF4-FFF2-40B4-BE49-F238E27FC236}">
                    <a16:creationId xmlns:a16="http://schemas.microsoft.com/office/drawing/2014/main" id="{ED9D3836-DC08-08E1-D4BE-182A143751BC}"/>
                  </a:ext>
                </a:extLst>
              </p:cNvPr>
              <p:cNvPicPr/>
              <p:nvPr/>
            </p:nvPicPr>
            <p:blipFill>
              <a:blip r:embed="rId152"/>
              <a:stretch>
                <a:fillRect/>
              </a:stretch>
            </p:blipFill>
            <p:spPr>
              <a:xfrm>
                <a:off x="6225675" y="6367879"/>
                <a:ext cx="30960" cy="45000"/>
              </a:xfrm>
              <a:prstGeom prst="rect">
                <a:avLst/>
              </a:prstGeom>
            </p:spPr>
          </p:pic>
        </mc:Fallback>
      </mc:AlternateContent>
    </p:spTree>
    <p:extLst>
      <p:ext uri="{BB962C8B-B14F-4D97-AF65-F5344CB8AC3E}">
        <p14:creationId xmlns:p14="http://schemas.microsoft.com/office/powerpoint/2010/main" val="190445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191344" y="78840"/>
            <a:ext cx="4536504" cy="1200329"/>
          </a:xfrm>
        </p:spPr>
        <p:txBody>
          <a:bodyPr/>
          <a:lstStyle/>
          <a:p>
            <a:pPr eaLnBrk="1" hangingPunct="1"/>
            <a:r>
              <a:rPr lang="en-US" dirty="0"/>
              <a:t>Example: SMU’s Certificate</a:t>
            </a:r>
          </a:p>
        </p:txBody>
      </p:sp>
      <p:sp>
        <p:nvSpPr>
          <p:cNvPr id="9219" name="Slide Number Placeholder 5"/>
          <p:cNvSpPr>
            <a:spLocks noGrp="1"/>
          </p:cNvSpPr>
          <p:nvPr>
            <p:ph type="sldNum" sz="quarter" idx="12"/>
          </p:nvPr>
        </p:nvSpPr>
        <p:spPr>
          <a:noFill/>
        </p:spPr>
        <p:txBody>
          <a:bodyPr/>
          <a:lstStyle/>
          <a:p>
            <a:fld id="{0DEE8461-C10A-4538-99EF-DB8723BBDFB0}" type="slidenum">
              <a:rPr lang="en-US"/>
              <a:pPr/>
              <a:t>9</a:t>
            </a:fld>
            <a:endParaRPr lang="en-US"/>
          </a:p>
        </p:txBody>
      </p:sp>
      <p:pic>
        <p:nvPicPr>
          <p:cNvPr id="6" name="Picture 5">
            <a:extLst>
              <a:ext uri="{FF2B5EF4-FFF2-40B4-BE49-F238E27FC236}">
                <a16:creationId xmlns:a16="http://schemas.microsoft.com/office/drawing/2014/main" id="{0BAE3289-32A4-092F-33BB-B25B643DE95C}"/>
              </a:ext>
            </a:extLst>
          </p:cNvPr>
          <p:cNvPicPr>
            <a:picLocks noChangeAspect="1"/>
          </p:cNvPicPr>
          <p:nvPr/>
        </p:nvPicPr>
        <p:blipFill>
          <a:blip r:embed="rId3"/>
          <a:stretch>
            <a:fillRect/>
          </a:stretch>
        </p:blipFill>
        <p:spPr>
          <a:xfrm>
            <a:off x="4768500" y="0"/>
            <a:ext cx="5391307" cy="6858000"/>
          </a:xfrm>
          <a:prstGeom prst="rect">
            <a:avLst/>
          </a:prstGeom>
        </p:spPr>
      </p:pic>
      <p:sp>
        <p:nvSpPr>
          <p:cNvPr id="2" name="TextBox 1">
            <a:extLst>
              <a:ext uri="{FF2B5EF4-FFF2-40B4-BE49-F238E27FC236}">
                <a16:creationId xmlns:a16="http://schemas.microsoft.com/office/drawing/2014/main" id="{AF05311F-408B-3106-74D9-4D8B2991CDE7}"/>
              </a:ext>
            </a:extLst>
          </p:cNvPr>
          <p:cNvSpPr txBox="1"/>
          <p:nvPr/>
        </p:nvSpPr>
        <p:spPr>
          <a:xfrm>
            <a:off x="263352" y="4293096"/>
            <a:ext cx="4464496" cy="646331"/>
          </a:xfrm>
          <a:prstGeom prst="rect">
            <a:avLst/>
          </a:prstGeom>
          <a:noFill/>
          <a:ln w="25400">
            <a:noFill/>
          </a:ln>
        </p:spPr>
        <p:txBody>
          <a:bodyPr wrap="square" rtlCol="0">
            <a:spAutoFit/>
          </a:bodyPr>
          <a:lstStyle/>
          <a:p>
            <a:pPr algn="l"/>
            <a:r>
              <a:rPr lang="en-US" dirty="0"/>
              <a:t>Find the certificate of www.google.com</a:t>
            </a:r>
          </a:p>
          <a:p>
            <a:pPr algn="l"/>
            <a:r>
              <a:rPr lang="en-US" dirty="0"/>
              <a:t>Who is the issuer?</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C1D13FF-3B22-6852-2109-5CEA7D944F47}"/>
                  </a:ext>
                </a:extLst>
              </p14:cNvPr>
              <p14:cNvContentPartPr/>
              <p14:nvPr/>
            </p14:nvContentPartPr>
            <p14:xfrm>
              <a:off x="4343114" y="1040961"/>
              <a:ext cx="733680" cy="4873680"/>
            </p14:xfrm>
          </p:contentPart>
        </mc:Choice>
        <mc:Fallback xmlns="">
          <p:pic>
            <p:nvPicPr>
              <p:cNvPr id="5" name="Ink 4">
                <a:extLst>
                  <a:ext uri="{FF2B5EF4-FFF2-40B4-BE49-F238E27FC236}">
                    <a16:creationId xmlns:a16="http://schemas.microsoft.com/office/drawing/2014/main" id="{AC1D13FF-3B22-6852-2109-5CEA7D944F47}"/>
                  </a:ext>
                </a:extLst>
              </p:cNvPr>
              <p:cNvPicPr/>
              <p:nvPr/>
            </p:nvPicPr>
            <p:blipFill>
              <a:blip r:embed="rId5"/>
              <a:stretch>
                <a:fillRect/>
              </a:stretch>
            </p:blipFill>
            <p:spPr>
              <a:xfrm>
                <a:off x="4332314" y="1030521"/>
                <a:ext cx="754920" cy="489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8D8B105B-096C-72A6-A89E-9D207BBD44C2}"/>
                  </a:ext>
                </a:extLst>
              </p14:cNvPr>
              <p14:cNvContentPartPr/>
              <p14:nvPr/>
            </p14:nvContentPartPr>
            <p14:xfrm>
              <a:off x="2974754" y="2811081"/>
              <a:ext cx="942480" cy="796680"/>
            </p14:xfrm>
          </p:contentPart>
        </mc:Choice>
        <mc:Fallback xmlns="">
          <p:pic>
            <p:nvPicPr>
              <p:cNvPr id="26" name="Ink 25">
                <a:extLst>
                  <a:ext uri="{FF2B5EF4-FFF2-40B4-BE49-F238E27FC236}">
                    <a16:creationId xmlns:a16="http://schemas.microsoft.com/office/drawing/2014/main" id="{8D8B105B-096C-72A6-A89E-9D207BBD44C2}"/>
                  </a:ext>
                </a:extLst>
              </p:cNvPr>
              <p:cNvPicPr/>
              <p:nvPr/>
            </p:nvPicPr>
            <p:blipFill>
              <a:blip r:embed="rId7"/>
              <a:stretch>
                <a:fillRect/>
              </a:stretch>
            </p:blipFill>
            <p:spPr>
              <a:xfrm>
                <a:off x="2963954" y="2800276"/>
                <a:ext cx="963720" cy="81793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Ink 26">
                <a:extLst>
                  <a:ext uri="{FF2B5EF4-FFF2-40B4-BE49-F238E27FC236}">
                    <a16:creationId xmlns:a16="http://schemas.microsoft.com/office/drawing/2014/main" id="{64AD9EAA-E8A9-4AC5-2AFB-C7D91C252229}"/>
                  </a:ext>
                </a:extLst>
              </p14:cNvPr>
              <p14:cNvContentPartPr/>
              <p14:nvPr/>
            </p14:nvContentPartPr>
            <p14:xfrm>
              <a:off x="3182834" y="2300241"/>
              <a:ext cx="233640" cy="277920"/>
            </p14:xfrm>
          </p:contentPart>
        </mc:Choice>
        <mc:Fallback xmlns="">
          <p:pic>
            <p:nvPicPr>
              <p:cNvPr id="27" name="Ink 26">
                <a:extLst>
                  <a:ext uri="{FF2B5EF4-FFF2-40B4-BE49-F238E27FC236}">
                    <a16:creationId xmlns:a16="http://schemas.microsoft.com/office/drawing/2014/main" id="{64AD9EAA-E8A9-4AC5-2AFB-C7D91C252229}"/>
                  </a:ext>
                </a:extLst>
              </p:cNvPr>
              <p:cNvPicPr/>
              <p:nvPr/>
            </p:nvPicPr>
            <p:blipFill>
              <a:blip r:embed="rId9"/>
              <a:stretch>
                <a:fillRect/>
              </a:stretch>
            </p:blipFill>
            <p:spPr>
              <a:xfrm>
                <a:off x="3172378" y="2289801"/>
                <a:ext cx="254913"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94C1C192-CB00-F98D-F821-FD934C945572}"/>
                  </a:ext>
                </a:extLst>
              </p14:cNvPr>
              <p14:cNvContentPartPr/>
              <p14:nvPr/>
            </p14:nvContentPartPr>
            <p14:xfrm>
              <a:off x="3096434" y="1725321"/>
              <a:ext cx="657360" cy="401760"/>
            </p14:xfrm>
          </p:contentPart>
        </mc:Choice>
        <mc:Fallback xmlns="">
          <p:pic>
            <p:nvPicPr>
              <p:cNvPr id="28" name="Ink 27">
                <a:extLst>
                  <a:ext uri="{FF2B5EF4-FFF2-40B4-BE49-F238E27FC236}">
                    <a16:creationId xmlns:a16="http://schemas.microsoft.com/office/drawing/2014/main" id="{94C1C192-CB00-F98D-F821-FD934C945572}"/>
                  </a:ext>
                </a:extLst>
              </p:cNvPr>
              <p:cNvPicPr/>
              <p:nvPr/>
            </p:nvPicPr>
            <p:blipFill>
              <a:blip r:embed="rId11"/>
              <a:stretch>
                <a:fillRect/>
              </a:stretch>
            </p:blipFill>
            <p:spPr>
              <a:xfrm>
                <a:off x="3085628" y="1714531"/>
                <a:ext cx="678612" cy="42298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7" name="Ink 36">
                <a:extLst>
                  <a:ext uri="{FF2B5EF4-FFF2-40B4-BE49-F238E27FC236}">
                    <a16:creationId xmlns:a16="http://schemas.microsoft.com/office/drawing/2014/main" id="{E81A0493-CB4B-6626-0E25-159939506A96}"/>
                  </a:ext>
                </a:extLst>
              </p14:cNvPr>
              <p14:cNvContentPartPr/>
              <p14:nvPr/>
            </p14:nvContentPartPr>
            <p14:xfrm>
              <a:off x="7288274" y="1690401"/>
              <a:ext cx="1329120" cy="367560"/>
            </p14:xfrm>
          </p:contentPart>
        </mc:Choice>
        <mc:Fallback xmlns="">
          <p:pic>
            <p:nvPicPr>
              <p:cNvPr id="37" name="Ink 36">
                <a:extLst>
                  <a:ext uri="{FF2B5EF4-FFF2-40B4-BE49-F238E27FC236}">
                    <a16:creationId xmlns:a16="http://schemas.microsoft.com/office/drawing/2014/main" id="{E81A0493-CB4B-6626-0E25-159939506A96}"/>
                  </a:ext>
                </a:extLst>
              </p:cNvPr>
              <p:cNvPicPr/>
              <p:nvPr/>
            </p:nvPicPr>
            <p:blipFill>
              <a:blip r:embed="rId13"/>
              <a:stretch>
                <a:fillRect/>
              </a:stretch>
            </p:blipFill>
            <p:spPr>
              <a:xfrm>
                <a:off x="7277474" y="1679951"/>
                <a:ext cx="1350360" cy="388821"/>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224" name="Ink 9223">
                <a:extLst>
                  <a:ext uri="{FF2B5EF4-FFF2-40B4-BE49-F238E27FC236}">
                    <a16:creationId xmlns:a16="http://schemas.microsoft.com/office/drawing/2014/main" id="{8E758DEF-04E0-16F6-D332-C250C93F4282}"/>
                  </a:ext>
                </a:extLst>
              </p14:cNvPr>
              <p14:cNvContentPartPr/>
              <p14:nvPr/>
            </p14:nvContentPartPr>
            <p14:xfrm>
              <a:off x="2763818" y="842480"/>
              <a:ext cx="1233360" cy="650520"/>
            </p14:xfrm>
          </p:contentPart>
        </mc:Choice>
        <mc:Fallback xmlns="">
          <p:pic>
            <p:nvPicPr>
              <p:cNvPr id="9224" name="Ink 9223">
                <a:extLst>
                  <a:ext uri="{FF2B5EF4-FFF2-40B4-BE49-F238E27FC236}">
                    <a16:creationId xmlns:a16="http://schemas.microsoft.com/office/drawing/2014/main" id="{8E758DEF-04E0-16F6-D332-C250C93F4282}"/>
                  </a:ext>
                </a:extLst>
              </p:cNvPr>
              <p:cNvPicPr/>
              <p:nvPr/>
            </p:nvPicPr>
            <p:blipFill>
              <a:blip r:embed="rId15"/>
              <a:stretch>
                <a:fillRect/>
              </a:stretch>
            </p:blipFill>
            <p:spPr>
              <a:xfrm>
                <a:off x="2753015" y="832040"/>
                <a:ext cx="1254606" cy="671760"/>
              </a:xfrm>
              <a:prstGeom prst="rect">
                <a:avLst/>
              </a:prstGeom>
            </p:spPr>
          </p:pic>
        </mc:Fallback>
      </mc:AlternateContent>
    </p:spTree>
    <p:extLst>
      <p:ext uri="{BB962C8B-B14F-4D97-AF65-F5344CB8AC3E}">
        <p14:creationId xmlns:p14="http://schemas.microsoft.com/office/powerpoint/2010/main" val="2236615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479376" y="188640"/>
            <a:ext cx="8610600" cy="707886"/>
          </a:xfrm>
        </p:spPr>
        <p:txBody>
          <a:bodyPr/>
          <a:lstStyle/>
          <a:p>
            <a:pPr eaLnBrk="1" hangingPunct="1"/>
            <a:r>
              <a:rPr lang="en-US" sz="4000" dirty="0"/>
              <a:t>Public key certificate contents</a:t>
            </a:r>
          </a:p>
        </p:txBody>
      </p:sp>
      <p:sp>
        <p:nvSpPr>
          <p:cNvPr id="8197" name="Rectangle 3"/>
          <p:cNvSpPr>
            <a:spLocks noGrp="1" noChangeArrowheads="1"/>
          </p:cNvSpPr>
          <p:nvPr>
            <p:ph idx="1"/>
          </p:nvPr>
        </p:nvSpPr>
        <p:spPr>
          <a:xfrm>
            <a:off x="695400" y="1124744"/>
            <a:ext cx="9361040" cy="5029069"/>
          </a:xfrm>
        </p:spPr>
        <p:txBody>
          <a:bodyPr/>
          <a:lstStyle/>
          <a:p>
            <a:pPr eaLnBrk="1" hangingPunct="1"/>
            <a:r>
              <a:rPr lang="en-US" sz="2800" dirty="0"/>
              <a:t>Mandatory components in a public key certificate</a:t>
            </a:r>
          </a:p>
          <a:p>
            <a:pPr lvl="1" eaLnBrk="1" hangingPunct="1"/>
            <a:r>
              <a:rPr lang="en-US" sz="2400" dirty="0">
                <a:solidFill>
                  <a:srgbClr val="008000"/>
                </a:solidFill>
              </a:rPr>
              <a:t>the subject identifier:</a:t>
            </a:r>
            <a:r>
              <a:rPr lang="en-US" sz="2400" dirty="0">
                <a:solidFill>
                  <a:schemeClr val="tx2">
                    <a:lumMod val="95000"/>
                    <a:lumOff val="5000"/>
                  </a:schemeClr>
                </a:solidFill>
              </a:rPr>
              <a:t> the public key owner’s identity which the certificate is issued to.</a:t>
            </a:r>
          </a:p>
          <a:p>
            <a:pPr lvl="1" eaLnBrk="1" hangingPunct="1"/>
            <a:r>
              <a:rPr lang="en-US" sz="2400" dirty="0">
                <a:solidFill>
                  <a:srgbClr val="008000"/>
                </a:solidFill>
              </a:rPr>
              <a:t>the issuer’s identifier:</a:t>
            </a:r>
            <a:r>
              <a:rPr lang="en-US" sz="2400" dirty="0">
                <a:solidFill>
                  <a:srgbClr val="FF0000"/>
                </a:solidFill>
              </a:rPr>
              <a:t> </a:t>
            </a:r>
            <a:r>
              <a:rPr lang="en-US" sz="2400" dirty="0">
                <a:solidFill>
                  <a:schemeClr val="tx2">
                    <a:lumMod val="95000"/>
                    <a:lumOff val="5000"/>
                  </a:schemeClr>
                </a:solidFill>
              </a:rPr>
              <a:t>the Certification Authority (CA) ’s identity</a:t>
            </a:r>
          </a:p>
          <a:p>
            <a:pPr lvl="1" eaLnBrk="1" hangingPunct="1"/>
            <a:r>
              <a:rPr lang="en-US" sz="2400" dirty="0">
                <a:solidFill>
                  <a:srgbClr val="008000"/>
                </a:solidFill>
              </a:rPr>
              <a:t>the public key info:</a:t>
            </a:r>
            <a:r>
              <a:rPr lang="en-US" sz="2400" dirty="0">
                <a:solidFill>
                  <a:srgbClr val="FF0000"/>
                </a:solidFill>
              </a:rPr>
              <a:t> </a:t>
            </a:r>
            <a:r>
              <a:rPr lang="en-US" sz="2400" dirty="0">
                <a:solidFill>
                  <a:srgbClr val="0D0D0D"/>
                </a:solidFill>
              </a:rPr>
              <a:t>the certified public key (</a:t>
            </a:r>
            <a:r>
              <a:rPr lang="en-US" sz="2400" dirty="0" err="1">
                <a:solidFill>
                  <a:srgbClr val="0D0D0D"/>
                </a:solidFill>
              </a:rPr>
              <a:t>n,e</a:t>
            </a:r>
            <a:r>
              <a:rPr lang="en-US" sz="2400" dirty="0">
                <a:solidFill>
                  <a:srgbClr val="0D0D0D"/>
                </a:solidFill>
              </a:rPr>
              <a:t>) </a:t>
            </a:r>
          </a:p>
          <a:p>
            <a:pPr lvl="1" eaLnBrk="1" hangingPunct="1"/>
            <a:r>
              <a:rPr lang="en-US" sz="2400" dirty="0">
                <a:solidFill>
                  <a:srgbClr val="008000"/>
                </a:solidFill>
              </a:rPr>
              <a:t>validity period:</a:t>
            </a:r>
            <a:r>
              <a:rPr lang="en-US" sz="2400" dirty="0">
                <a:solidFill>
                  <a:srgbClr val="FF0000"/>
                </a:solidFill>
              </a:rPr>
              <a:t> </a:t>
            </a:r>
            <a:r>
              <a:rPr lang="en-US" sz="2400" dirty="0">
                <a:solidFill>
                  <a:srgbClr val="0D0D0D"/>
                </a:solidFill>
              </a:rPr>
              <a:t>for how long</a:t>
            </a:r>
          </a:p>
          <a:p>
            <a:pPr lvl="1" eaLnBrk="1" hangingPunct="1"/>
            <a:r>
              <a:rPr lang="en-US" sz="2400" dirty="0">
                <a:solidFill>
                  <a:srgbClr val="008000"/>
                </a:solidFill>
              </a:rPr>
              <a:t>CA’s signature:</a:t>
            </a:r>
            <a:r>
              <a:rPr lang="en-US" sz="2400" dirty="0">
                <a:solidFill>
                  <a:srgbClr val="FF0000"/>
                </a:solidFill>
              </a:rPr>
              <a:t> </a:t>
            </a:r>
            <a:r>
              <a:rPr lang="en-US" sz="2400" dirty="0">
                <a:solidFill>
                  <a:srgbClr val="0D0D0D"/>
                </a:solidFill>
              </a:rPr>
              <a:t>to show the genuineness of the certificate. </a:t>
            </a:r>
            <a:r>
              <a:rPr lang="en-US" sz="2400" dirty="0">
                <a:solidFill>
                  <a:srgbClr val="C00000"/>
                </a:solidFill>
              </a:rPr>
              <a:t>(The signature is computed upon the whole certificate data.)</a:t>
            </a:r>
          </a:p>
          <a:p>
            <a:endParaRPr lang="en-US" sz="2800" dirty="0">
              <a:solidFill>
                <a:srgbClr val="0D0D0D"/>
              </a:solidFill>
            </a:endParaRPr>
          </a:p>
          <a:p>
            <a:r>
              <a:rPr lang="en-US" sz="2800" dirty="0">
                <a:solidFill>
                  <a:srgbClr val="0D0D0D"/>
                </a:solidFill>
              </a:rPr>
              <a:t>See details from SMU’s certificate (and in lab exercise). </a:t>
            </a:r>
          </a:p>
          <a:p>
            <a:pPr marL="0" indent="0">
              <a:buNone/>
            </a:pPr>
            <a:endParaRPr lang="en-US" sz="2800" dirty="0">
              <a:solidFill>
                <a:srgbClr val="0D0D0D"/>
              </a:solidFill>
            </a:endParaRPr>
          </a:p>
        </p:txBody>
      </p:sp>
      <p:sp>
        <p:nvSpPr>
          <p:cNvPr id="8195" name="Slide Number Placeholder 5"/>
          <p:cNvSpPr>
            <a:spLocks noGrp="1"/>
          </p:cNvSpPr>
          <p:nvPr>
            <p:ph type="sldNum" sz="quarter" idx="12"/>
          </p:nvPr>
        </p:nvSpPr>
        <p:spPr>
          <a:noFill/>
        </p:spPr>
        <p:txBody>
          <a:bodyPr/>
          <a:lstStyle/>
          <a:p>
            <a:fld id="{79771504-F045-43BA-8BAC-48BE0DC27D2D}" type="slidenum">
              <a:rPr lang="en-US"/>
              <a:pPr/>
              <a:t>10</a:t>
            </a:fld>
            <a:endParaRPr lang="en-US"/>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F24413AA-B8D3-FC9A-B6C0-384ED85B7D70}"/>
                  </a:ext>
                </a:extLst>
              </p14:cNvPr>
              <p14:cNvContentPartPr/>
              <p14:nvPr/>
            </p14:nvContentPartPr>
            <p14:xfrm>
              <a:off x="4617267" y="2146777"/>
              <a:ext cx="771120" cy="292680"/>
            </p14:xfrm>
          </p:contentPart>
        </mc:Choice>
        <mc:Fallback xmlns="">
          <p:pic>
            <p:nvPicPr>
              <p:cNvPr id="9" name="Ink 8">
                <a:extLst>
                  <a:ext uri="{FF2B5EF4-FFF2-40B4-BE49-F238E27FC236}">
                    <a16:creationId xmlns:a16="http://schemas.microsoft.com/office/drawing/2014/main" id="{F24413AA-B8D3-FC9A-B6C0-384ED85B7D70}"/>
                  </a:ext>
                </a:extLst>
              </p:cNvPr>
              <p:cNvPicPr/>
              <p:nvPr/>
            </p:nvPicPr>
            <p:blipFill>
              <a:blip r:embed="rId4"/>
              <a:stretch>
                <a:fillRect/>
              </a:stretch>
            </p:blipFill>
            <p:spPr>
              <a:xfrm>
                <a:off x="4606467" y="2135977"/>
                <a:ext cx="79236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4FC8394F-A203-9D9B-0F65-6CACDF67D64E}"/>
                  </a:ext>
                </a:extLst>
              </p14:cNvPr>
              <p14:cNvContentPartPr/>
              <p14:nvPr/>
            </p14:nvContentPartPr>
            <p14:xfrm>
              <a:off x="10049183" y="2481521"/>
              <a:ext cx="836640" cy="226440"/>
            </p14:xfrm>
          </p:contentPart>
        </mc:Choice>
        <mc:Fallback xmlns="">
          <p:pic>
            <p:nvPicPr>
              <p:cNvPr id="19" name="Ink 18">
                <a:extLst>
                  <a:ext uri="{FF2B5EF4-FFF2-40B4-BE49-F238E27FC236}">
                    <a16:creationId xmlns:a16="http://schemas.microsoft.com/office/drawing/2014/main" id="{4FC8394F-A203-9D9B-0F65-6CACDF67D64E}"/>
                  </a:ext>
                </a:extLst>
              </p:cNvPr>
              <p:cNvPicPr/>
              <p:nvPr/>
            </p:nvPicPr>
            <p:blipFill>
              <a:blip r:embed="rId6"/>
              <a:stretch>
                <a:fillRect/>
              </a:stretch>
            </p:blipFill>
            <p:spPr>
              <a:xfrm>
                <a:off x="10038743" y="2471081"/>
                <a:ext cx="8578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7" name="Ink 56">
                <a:extLst>
                  <a:ext uri="{FF2B5EF4-FFF2-40B4-BE49-F238E27FC236}">
                    <a16:creationId xmlns:a16="http://schemas.microsoft.com/office/drawing/2014/main" id="{FBECD084-ADA4-33C8-600A-E1FC458A0CC0}"/>
                  </a:ext>
                </a:extLst>
              </p14:cNvPr>
              <p14:cNvContentPartPr/>
              <p14:nvPr/>
            </p14:nvContentPartPr>
            <p14:xfrm>
              <a:off x="511282" y="4088820"/>
              <a:ext cx="2222640" cy="967680"/>
            </p14:xfrm>
          </p:contentPart>
        </mc:Choice>
        <mc:Fallback xmlns="">
          <p:pic>
            <p:nvPicPr>
              <p:cNvPr id="57" name="Ink 56">
                <a:extLst>
                  <a:ext uri="{FF2B5EF4-FFF2-40B4-BE49-F238E27FC236}">
                    <a16:creationId xmlns:a16="http://schemas.microsoft.com/office/drawing/2014/main" id="{FBECD084-ADA4-33C8-600A-E1FC458A0CC0}"/>
                  </a:ext>
                </a:extLst>
              </p:cNvPr>
              <p:cNvPicPr/>
              <p:nvPr/>
            </p:nvPicPr>
            <p:blipFill>
              <a:blip r:embed="rId8"/>
              <a:stretch>
                <a:fillRect/>
              </a:stretch>
            </p:blipFill>
            <p:spPr>
              <a:xfrm>
                <a:off x="500842" y="4078380"/>
                <a:ext cx="2243880" cy="988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249" name="Ink 8248">
                <a:extLst>
                  <a:ext uri="{FF2B5EF4-FFF2-40B4-BE49-F238E27FC236}">
                    <a16:creationId xmlns:a16="http://schemas.microsoft.com/office/drawing/2014/main" id="{9316F05A-2E4F-7BE5-847B-E0E16AC1DBD1}"/>
                  </a:ext>
                </a:extLst>
              </p14:cNvPr>
              <p14:cNvContentPartPr/>
              <p14:nvPr/>
            </p14:nvContentPartPr>
            <p14:xfrm>
              <a:off x="9453812" y="3690986"/>
              <a:ext cx="1451520" cy="1823760"/>
            </p14:xfrm>
          </p:contentPart>
        </mc:Choice>
        <mc:Fallback xmlns="">
          <p:pic>
            <p:nvPicPr>
              <p:cNvPr id="8249" name="Ink 8248">
                <a:extLst>
                  <a:ext uri="{FF2B5EF4-FFF2-40B4-BE49-F238E27FC236}">
                    <a16:creationId xmlns:a16="http://schemas.microsoft.com/office/drawing/2014/main" id="{9316F05A-2E4F-7BE5-847B-E0E16AC1DBD1}"/>
                  </a:ext>
                </a:extLst>
              </p:cNvPr>
              <p:cNvPicPr/>
              <p:nvPr/>
            </p:nvPicPr>
            <p:blipFill>
              <a:blip r:embed="rId10"/>
              <a:stretch>
                <a:fillRect/>
              </a:stretch>
            </p:blipFill>
            <p:spPr>
              <a:xfrm>
                <a:off x="9443012" y="3680184"/>
                <a:ext cx="1472760" cy="184500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289" name="Ink 8288">
                <a:extLst>
                  <a:ext uri="{FF2B5EF4-FFF2-40B4-BE49-F238E27FC236}">
                    <a16:creationId xmlns:a16="http://schemas.microsoft.com/office/drawing/2014/main" id="{F5264C3F-3C7C-E598-A796-5C6E46633C6C}"/>
                  </a:ext>
                </a:extLst>
              </p14:cNvPr>
              <p14:cNvContentPartPr/>
              <p14:nvPr/>
            </p14:nvContentPartPr>
            <p14:xfrm>
              <a:off x="8349607" y="5655349"/>
              <a:ext cx="1233360" cy="594360"/>
            </p14:xfrm>
          </p:contentPart>
        </mc:Choice>
        <mc:Fallback xmlns="">
          <p:pic>
            <p:nvPicPr>
              <p:cNvPr id="8289" name="Ink 8288">
                <a:extLst>
                  <a:ext uri="{FF2B5EF4-FFF2-40B4-BE49-F238E27FC236}">
                    <a16:creationId xmlns:a16="http://schemas.microsoft.com/office/drawing/2014/main" id="{F5264C3F-3C7C-E598-A796-5C6E46633C6C}"/>
                  </a:ext>
                </a:extLst>
              </p:cNvPr>
              <p:cNvPicPr/>
              <p:nvPr/>
            </p:nvPicPr>
            <p:blipFill>
              <a:blip r:embed="rId12"/>
              <a:stretch>
                <a:fillRect/>
              </a:stretch>
            </p:blipFill>
            <p:spPr>
              <a:xfrm>
                <a:off x="8338807" y="5644549"/>
                <a:ext cx="1254600" cy="615600"/>
              </a:xfrm>
              <a:prstGeom prst="rect">
                <a:avLst/>
              </a:prstGeom>
            </p:spPr>
          </p:pic>
        </mc:Fallback>
      </mc:AlternateContent>
    </p:spTree>
    <p:extLst>
      <p:ext uri="{BB962C8B-B14F-4D97-AF65-F5344CB8AC3E}">
        <p14:creationId xmlns:p14="http://schemas.microsoft.com/office/powerpoint/2010/main" val="2978575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623392" y="1196752"/>
            <a:ext cx="10513168" cy="4167295"/>
          </a:xfrm>
        </p:spPr>
        <p:txBody>
          <a:bodyPr/>
          <a:lstStyle/>
          <a:p>
            <a:r>
              <a:rPr lang="en-US" dirty="0">
                <a:solidFill>
                  <a:srgbClr val="D9D9D9"/>
                </a:solidFill>
              </a:rPr>
              <a:t>Introduction of the concept of certificates and Public Key Infrastructure (PKI)</a:t>
            </a:r>
          </a:p>
          <a:p>
            <a:r>
              <a:rPr lang="en-US" dirty="0"/>
              <a:t>Four important algorithms</a:t>
            </a:r>
          </a:p>
          <a:p>
            <a:pPr lvl="1"/>
            <a:r>
              <a:rPr lang="en-US" dirty="0"/>
              <a:t>certificate request algorithms (by public key owner and CA)</a:t>
            </a:r>
          </a:p>
          <a:p>
            <a:pPr lvl="1"/>
            <a:r>
              <a:rPr lang="en-US" dirty="0">
                <a:solidFill>
                  <a:srgbClr val="D9D9D9"/>
                </a:solidFill>
              </a:rPr>
              <a:t>certificate issuance algorithm (by CA)</a:t>
            </a:r>
          </a:p>
          <a:p>
            <a:pPr lvl="1"/>
            <a:r>
              <a:rPr lang="en-US" dirty="0">
                <a:solidFill>
                  <a:srgbClr val="D9D9D9"/>
                </a:solidFill>
              </a:rPr>
              <a:t>certificate verification algorithm (by verifier)</a:t>
            </a:r>
          </a:p>
          <a:p>
            <a:pPr lvl="1"/>
            <a:r>
              <a:rPr lang="en-US" dirty="0">
                <a:solidFill>
                  <a:srgbClr val="D9D9D9"/>
                </a:solidFill>
              </a:rPr>
              <a:t>certificate revocation algorithm (by CA)</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11</a:t>
            </a:fld>
            <a:endParaRPr lang="en-US"/>
          </a:p>
        </p:txBody>
      </p:sp>
    </p:spTree>
    <p:extLst>
      <p:ext uri="{BB962C8B-B14F-4D97-AF65-F5344CB8AC3E}">
        <p14:creationId xmlns:p14="http://schemas.microsoft.com/office/powerpoint/2010/main" val="756237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96850"/>
            <a:ext cx="8305800" cy="641350"/>
          </a:xfrm>
        </p:spPr>
        <p:txBody>
          <a:bodyPr/>
          <a:lstStyle/>
          <a:p>
            <a:r>
              <a:rPr lang="en-US" dirty="0"/>
              <a:t>Certification Request</a:t>
            </a:r>
          </a:p>
        </p:txBody>
      </p:sp>
      <p:sp>
        <p:nvSpPr>
          <p:cNvPr id="3" name="Content Placeholder 2"/>
          <p:cNvSpPr>
            <a:spLocks noGrp="1"/>
          </p:cNvSpPr>
          <p:nvPr>
            <p:ph idx="1"/>
          </p:nvPr>
        </p:nvSpPr>
        <p:spPr>
          <a:xfrm>
            <a:off x="623392" y="1035164"/>
            <a:ext cx="10657184" cy="2283702"/>
          </a:xfrm>
        </p:spPr>
        <p:txBody>
          <a:bodyPr/>
          <a:lstStyle/>
          <a:p>
            <a:r>
              <a:rPr lang="en-US" dirty="0"/>
              <a:t>Alice has generated her RSA key (</a:t>
            </a:r>
            <a:r>
              <a:rPr lang="en-US" dirty="0" err="1"/>
              <a:t>n,e,d</a:t>
            </a:r>
            <a:r>
              <a:rPr lang="en-US" dirty="0"/>
              <a:t>).</a:t>
            </a:r>
          </a:p>
          <a:p>
            <a:r>
              <a:rPr lang="en-US" dirty="0"/>
              <a:t>Alice wants the CA to certify her (</a:t>
            </a:r>
            <a:r>
              <a:rPr lang="en-US" dirty="0" err="1"/>
              <a:t>n,e</a:t>
            </a:r>
            <a:r>
              <a:rPr lang="en-US" dirty="0"/>
              <a:t>).</a:t>
            </a:r>
          </a:p>
          <a:p>
            <a:pPr lvl="1"/>
            <a:r>
              <a:rPr lang="en-US" dirty="0"/>
              <a:t>namely to get a certificate on (</a:t>
            </a:r>
            <a:r>
              <a:rPr lang="en-US" dirty="0" err="1"/>
              <a:t>n,e</a:t>
            </a:r>
            <a:r>
              <a:rPr lang="en-US" dirty="0"/>
              <a:t>).</a:t>
            </a:r>
          </a:p>
          <a:p>
            <a:r>
              <a:rPr lang="en-US" dirty="0"/>
              <a:t>What should Alice send to CA?</a:t>
            </a:r>
          </a:p>
        </p:txBody>
      </p:sp>
      <p:sp>
        <p:nvSpPr>
          <p:cNvPr id="4" name="Slide Number Placeholder 3"/>
          <p:cNvSpPr>
            <a:spLocks noGrp="1"/>
          </p:cNvSpPr>
          <p:nvPr>
            <p:ph type="sldNum" sz="quarter" idx="12"/>
          </p:nvPr>
        </p:nvSpPr>
        <p:spPr/>
        <p:txBody>
          <a:bodyPr/>
          <a:lstStyle/>
          <a:p>
            <a:pPr>
              <a:defRPr/>
            </a:pPr>
            <a:fld id="{33869BCE-D170-4E8E-8001-31554DBA6AA7}" type="slidenum">
              <a:rPr lang="en-US" smtClean="0"/>
              <a:pPr>
                <a:defRPr/>
              </a:pPr>
              <a:t>12</a:t>
            </a:fld>
            <a:endParaRPr lang="en-US"/>
          </a:p>
        </p:txBody>
      </p:sp>
      <p:sp>
        <p:nvSpPr>
          <p:cNvPr id="6" name="TextBox 5"/>
          <p:cNvSpPr txBox="1"/>
          <p:nvPr/>
        </p:nvSpPr>
        <p:spPr>
          <a:xfrm>
            <a:off x="767408" y="3539135"/>
            <a:ext cx="10225136" cy="1569660"/>
          </a:xfrm>
          <a:prstGeom prst="rect">
            <a:avLst/>
          </a:prstGeom>
          <a:noFill/>
        </p:spPr>
        <p:txBody>
          <a:bodyPr wrap="square" rtlCol="0">
            <a:spAutoFit/>
          </a:bodyPr>
          <a:lstStyle/>
          <a:p>
            <a:r>
              <a:rPr lang="en-US" sz="2400" b="1" dirty="0">
                <a:solidFill>
                  <a:srgbClr val="C00000"/>
                </a:solidFill>
                <a:latin typeface="+mn-lt"/>
              </a:rPr>
              <a:t>CA’s concern (besides verifying Alice’s identity): </a:t>
            </a:r>
          </a:p>
          <a:p>
            <a:r>
              <a:rPr lang="en-US" sz="2400" dirty="0">
                <a:latin typeface="+mn-lt"/>
              </a:rPr>
              <a:t>    I know she is Alice after checking her identity card. But, how do I know </a:t>
            </a:r>
            <a:r>
              <a:rPr lang="en-US" sz="2400" dirty="0">
                <a:solidFill>
                  <a:srgbClr val="0000FF"/>
                </a:solidFill>
                <a:latin typeface="+mn-lt"/>
              </a:rPr>
              <a:t>(</a:t>
            </a:r>
            <a:r>
              <a:rPr lang="en-US" sz="2400" dirty="0" err="1">
                <a:solidFill>
                  <a:srgbClr val="0000FF"/>
                </a:solidFill>
                <a:latin typeface="+mn-lt"/>
              </a:rPr>
              <a:t>n,e</a:t>
            </a:r>
            <a:r>
              <a:rPr lang="en-US" sz="2400" dirty="0">
                <a:solidFill>
                  <a:srgbClr val="0000FF"/>
                </a:solidFill>
                <a:latin typeface="+mn-lt"/>
              </a:rPr>
              <a:t>) </a:t>
            </a:r>
            <a:r>
              <a:rPr lang="en-US" sz="2400" dirty="0">
                <a:latin typeface="+mn-lt"/>
              </a:rPr>
              <a:t>are indeed her public key? Can Alice can convince me that she knows the corresponding </a:t>
            </a:r>
            <a:r>
              <a:rPr lang="en-US" sz="2400" dirty="0">
                <a:solidFill>
                  <a:srgbClr val="0000FF"/>
                </a:solidFill>
                <a:latin typeface="+mn-lt"/>
              </a:rPr>
              <a:t>d</a:t>
            </a:r>
            <a:r>
              <a:rPr lang="en-US" sz="2400" dirty="0">
                <a:latin typeface="+mn-lt"/>
              </a:rPr>
              <a:t>?</a:t>
            </a:r>
          </a:p>
        </p:txBody>
      </p:sp>
      <p:sp>
        <p:nvSpPr>
          <p:cNvPr id="7" name="TextBox 6"/>
          <p:cNvSpPr txBox="1"/>
          <p:nvPr/>
        </p:nvSpPr>
        <p:spPr>
          <a:xfrm>
            <a:off x="767408" y="5229200"/>
            <a:ext cx="10081119" cy="1200329"/>
          </a:xfrm>
          <a:prstGeom prst="rect">
            <a:avLst/>
          </a:prstGeom>
          <a:noFill/>
        </p:spPr>
        <p:txBody>
          <a:bodyPr wrap="square" rtlCol="0">
            <a:spAutoFit/>
          </a:bodyPr>
          <a:lstStyle/>
          <a:p>
            <a:r>
              <a:rPr lang="en-US" sz="2400" b="1" dirty="0">
                <a:solidFill>
                  <a:srgbClr val="C00000"/>
                </a:solidFill>
                <a:latin typeface="+mj-lt"/>
              </a:rPr>
              <a:t>Alice’s concern:</a:t>
            </a:r>
          </a:p>
          <a:p>
            <a:r>
              <a:rPr lang="en-US" sz="2400" dirty="0">
                <a:latin typeface="+mj-lt"/>
              </a:rPr>
              <a:t>    Even though CA is an authority,  I don’t </a:t>
            </a:r>
            <a:r>
              <a:rPr lang="en-US" sz="2400" dirty="0" err="1">
                <a:latin typeface="+mj-lt"/>
              </a:rPr>
              <a:t>wanna</a:t>
            </a:r>
            <a:r>
              <a:rPr lang="en-US" sz="2400" dirty="0">
                <a:latin typeface="+mj-lt"/>
              </a:rPr>
              <a:t> tell him my private key. I should be the only person in the world who knows my private key!</a:t>
            </a:r>
          </a:p>
        </p:txBody>
      </p:sp>
      <mc:AlternateContent xmlns:mc="http://schemas.openxmlformats.org/markup-compatibility/2006" xmlns:p14="http://schemas.microsoft.com/office/powerpoint/2010/main">
        <mc:Choice Requires="p14">
          <p:contentPart p14:bwMode="auto" r:id="rId2">
            <p14:nvContentPartPr>
              <p14:cNvPr id="44" name="Ink 43">
                <a:extLst>
                  <a:ext uri="{FF2B5EF4-FFF2-40B4-BE49-F238E27FC236}">
                    <a16:creationId xmlns:a16="http://schemas.microsoft.com/office/drawing/2014/main" id="{17A509BC-63BB-DF80-9BED-133A09AD35C9}"/>
                  </a:ext>
                </a:extLst>
              </p14:cNvPr>
              <p14:cNvContentPartPr/>
              <p14:nvPr/>
            </p14:nvContentPartPr>
            <p14:xfrm>
              <a:off x="7717105" y="723383"/>
              <a:ext cx="1762560" cy="622440"/>
            </p14:xfrm>
          </p:contentPart>
        </mc:Choice>
        <mc:Fallback xmlns="">
          <p:pic>
            <p:nvPicPr>
              <p:cNvPr id="44" name="Ink 43">
                <a:extLst>
                  <a:ext uri="{FF2B5EF4-FFF2-40B4-BE49-F238E27FC236}">
                    <a16:creationId xmlns:a16="http://schemas.microsoft.com/office/drawing/2014/main" id="{17A509BC-63BB-DF80-9BED-133A09AD35C9}"/>
                  </a:ext>
                </a:extLst>
              </p:cNvPr>
              <p:cNvPicPr/>
              <p:nvPr/>
            </p:nvPicPr>
            <p:blipFill>
              <a:blip r:embed="rId3"/>
              <a:stretch>
                <a:fillRect/>
              </a:stretch>
            </p:blipFill>
            <p:spPr>
              <a:xfrm>
                <a:off x="7706305" y="712589"/>
                <a:ext cx="1783800" cy="64366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5" name="Ink 44">
                <a:extLst>
                  <a:ext uri="{FF2B5EF4-FFF2-40B4-BE49-F238E27FC236}">
                    <a16:creationId xmlns:a16="http://schemas.microsoft.com/office/drawing/2014/main" id="{921D2C83-9B2B-F898-6608-3085DE7A4CAB}"/>
                  </a:ext>
                </a:extLst>
              </p14:cNvPr>
              <p14:cNvContentPartPr/>
              <p14:nvPr/>
            </p14:nvContentPartPr>
            <p14:xfrm>
              <a:off x="8370865" y="318743"/>
              <a:ext cx="563760" cy="304920"/>
            </p14:xfrm>
          </p:contentPart>
        </mc:Choice>
        <mc:Fallback xmlns="">
          <p:pic>
            <p:nvPicPr>
              <p:cNvPr id="45" name="Ink 44">
                <a:extLst>
                  <a:ext uri="{FF2B5EF4-FFF2-40B4-BE49-F238E27FC236}">
                    <a16:creationId xmlns:a16="http://schemas.microsoft.com/office/drawing/2014/main" id="{921D2C83-9B2B-F898-6608-3085DE7A4CAB}"/>
                  </a:ext>
                </a:extLst>
              </p:cNvPr>
              <p:cNvPicPr/>
              <p:nvPr/>
            </p:nvPicPr>
            <p:blipFill>
              <a:blip r:embed="rId5"/>
              <a:stretch>
                <a:fillRect/>
              </a:stretch>
            </p:blipFill>
            <p:spPr>
              <a:xfrm>
                <a:off x="8360425" y="308303"/>
                <a:ext cx="58500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6" name="Ink 45">
                <a:extLst>
                  <a:ext uri="{FF2B5EF4-FFF2-40B4-BE49-F238E27FC236}">
                    <a16:creationId xmlns:a16="http://schemas.microsoft.com/office/drawing/2014/main" id="{87CA7B3F-91F9-B63A-2BB3-1B3C1E0FB7BC}"/>
                  </a:ext>
                </a:extLst>
              </p14:cNvPr>
              <p14:cNvContentPartPr/>
              <p14:nvPr/>
            </p14:nvContentPartPr>
            <p14:xfrm>
              <a:off x="7312465" y="342503"/>
              <a:ext cx="906840" cy="291240"/>
            </p14:xfrm>
          </p:contentPart>
        </mc:Choice>
        <mc:Fallback xmlns="">
          <p:pic>
            <p:nvPicPr>
              <p:cNvPr id="46" name="Ink 45">
                <a:extLst>
                  <a:ext uri="{FF2B5EF4-FFF2-40B4-BE49-F238E27FC236}">
                    <a16:creationId xmlns:a16="http://schemas.microsoft.com/office/drawing/2014/main" id="{87CA7B3F-91F9-B63A-2BB3-1B3C1E0FB7BC}"/>
                  </a:ext>
                </a:extLst>
              </p:cNvPr>
              <p:cNvPicPr/>
              <p:nvPr/>
            </p:nvPicPr>
            <p:blipFill>
              <a:blip r:embed="rId7"/>
              <a:stretch>
                <a:fillRect/>
              </a:stretch>
            </p:blipFill>
            <p:spPr>
              <a:xfrm>
                <a:off x="7302025" y="332063"/>
                <a:ext cx="92808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1" name="Ink 70">
                <a:extLst>
                  <a:ext uri="{FF2B5EF4-FFF2-40B4-BE49-F238E27FC236}">
                    <a16:creationId xmlns:a16="http://schemas.microsoft.com/office/drawing/2014/main" id="{E79F2BDD-B09C-E2C1-0E16-BD707EE1B374}"/>
                  </a:ext>
                </a:extLst>
              </p14:cNvPr>
              <p14:cNvContentPartPr/>
              <p14:nvPr/>
            </p14:nvContentPartPr>
            <p14:xfrm>
              <a:off x="8549785" y="1905623"/>
              <a:ext cx="972360" cy="374040"/>
            </p14:xfrm>
          </p:contentPart>
        </mc:Choice>
        <mc:Fallback xmlns="">
          <p:pic>
            <p:nvPicPr>
              <p:cNvPr id="71" name="Ink 70">
                <a:extLst>
                  <a:ext uri="{FF2B5EF4-FFF2-40B4-BE49-F238E27FC236}">
                    <a16:creationId xmlns:a16="http://schemas.microsoft.com/office/drawing/2014/main" id="{E79F2BDD-B09C-E2C1-0E16-BD707EE1B374}"/>
                  </a:ext>
                </a:extLst>
              </p:cNvPr>
              <p:cNvPicPr/>
              <p:nvPr/>
            </p:nvPicPr>
            <p:blipFill>
              <a:blip r:embed="rId9"/>
              <a:stretch>
                <a:fillRect/>
              </a:stretch>
            </p:blipFill>
            <p:spPr>
              <a:xfrm>
                <a:off x="8539345" y="1895173"/>
                <a:ext cx="993600" cy="3953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2" name="Ink 71">
                <a:extLst>
                  <a:ext uri="{FF2B5EF4-FFF2-40B4-BE49-F238E27FC236}">
                    <a16:creationId xmlns:a16="http://schemas.microsoft.com/office/drawing/2014/main" id="{252DAC9B-C30C-7E4A-C9E3-F1DA6DC5F3EF}"/>
                  </a:ext>
                </a:extLst>
              </p14:cNvPr>
              <p14:cNvContentPartPr/>
              <p14:nvPr/>
            </p14:nvContentPartPr>
            <p14:xfrm>
              <a:off x="10342585" y="1532303"/>
              <a:ext cx="374040" cy="315360"/>
            </p14:xfrm>
          </p:contentPart>
        </mc:Choice>
        <mc:Fallback xmlns="">
          <p:pic>
            <p:nvPicPr>
              <p:cNvPr id="72" name="Ink 71">
                <a:extLst>
                  <a:ext uri="{FF2B5EF4-FFF2-40B4-BE49-F238E27FC236}">
                    <a16:creationId xmlns:a16="http://schemas.microsoft.com/office/drawing/2014/main" id="{252DAC9B-C30C-7E4A-C9E3-F1DA6DC5F3EF}"/>
                  </a:ext>
                </a:extLst>
              </p:cNvPr>
              <p:cNvPicPr/>
              <p:nvPr/>
            </p:nvPicPr>
            <p:blipFill>
              <a:blip r:embed="rId11"/>
              <a:stretch>
                <a:fillRect/>
              </a:stretch>
            </p:blipFill>
            <p:spPr>
              <a:xfrm>
                <a:off x="10331775" y="1521863"/>
                <a:ext cx="3953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3" name="Ink 72">
                <a:extLst>
                  <a:ext uri="{FF2B5EF4-FFF2-40B4-BE49-F238E27FC236}">
                    <a16:creationId xmlns:a16="http://schemas.microsoft.com/office/drawing/2014/main" id="{4D7FEB44-886B-CC85-B57E-F51C99913D46}"/>
                  </a:ext>
                </a:extLst>
              </p14:cNvPr>
              <p14:cNvContentPartPr/>
              <p14:nvPr/>
            </p14:nvContentPartPr>
            <p14:xfrm>
              <a:off x="8573545" y="1511063"/>
              <a:ext cx="1602000" cy="262080"/>
            </p14:xfrm>
          </p:contentPart>
        </mc:Choice>
        <mc:Fallback xmlns="">
          <p:pic>
            <p:nvPicPr>
              <p:cNvPr id="73" name="Ink 72">
                <a:extLst>
                  <a:ext uri="{FF2B5EF4-FFF2-40B4-BE49-F238E27FC236}">
                    <a16:creationId xmlns:a16="http://schemas.microsoft.com/office/drawing/2014/main" id="{4D7FEB44-886B-CC85-B57E-F51C99913D46}"/>
                  </a:ext>
                </a:extLst>
              </p:cNvPr>
              <p:cNvPicPr/>
              <p:nvPr/>
            </p:nvPicPr>
            <p:blipFill>
              <a:blip r:embed="rId13"/>
              <a:stretch>
                <a:fillRect/>
              </a:stretch>
            </p:blipFill>
            <p:spPr>
              <a:xfrm>
                <a:off x="8563105" y="1500609"/>
                <a:ext cx="1623240" cy="28334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1" name="Ink 90">
                <a:extLst>
                  <a:ext uri="{FF2B5EF4-FFF2-40B4-BE49-F238E27FC236}">
                    <a16:creationId xmlns:a16="http://schemas.microsoft.com/office/drawing/2014/main" id="{B15618A1-A72F-6060-683A-0CADEC60AC0E}"/>
                  </a:ext>
                </a:extLst>
              </p14:cNvPr>
              <p14:cNvContentPartPr/>
              <p14:nvPr/>
            </p14:nvContentPartPr>
            <p14:xfrm>
              <a:off x="8491105" y="1948463"/>
              <a:ext cx="2509200" cy="750960"/>
            </p14:xfrm>
          </p:contentPart>
        </mc:Choice>
        <mc:Fallback xmlns="">
          <p:pic>
            <p:nvPicPr>
              <p:cNvPr id="91" name="Ink 90">
                <a:extLst>
                  <a:ext uri="{FF2B5EF4-FFF2-40B4-BE49-F238E27FC236}">
                    <a16:creationId xmlns:a16="http://schemas.microsoft.com/office/drawing/2014/main" id="{B15618A1-A72F-6060-683A-0CADEC60AC0E}"/>
                  </a:ext>
                </a:extLst>
              </p:cNvPr>
              <p:cNvPicPr/>
              <p:nvPr/>
            </p:nvPicPr>
            <p:blipFill>
              <a:blip r:embed="rId15"/>
              <a:stretch>
                <a:fillRect/>
              </a:stretch>
            </p:blipFill>
            <p:spPr>
              <a:xfrm>
                <a:off x="8480305" y="1938018"/>
                <a:ext cx="2530440" cy="77221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3" name="Ink 122">
                <a:extLst>
                  <a:ext uri="{FF2B5EF4-FFF2-40B4-BE49-F238E27FC236}">
                    <a16:creationId xmlns:a16="http://schemas.microsoft.com/office/drawing/2014/main" id="{D711FD21-0A18-B577-D74C-3AE9D6AFF203}"/>
                  </a:ext>
                </a:extLst>
              </p14:cNvPr>
              <p14:cNvContentPartPr/>
              <p14:nvPr/>
            </p14:nvContentPartPr>
            <p14:xfrm>
              <a:off x="8269345" y="3446063"/>
              <a:ext cx="1120680" cy="252720"/>
            </p14:xfrm>
          </p:contentPart>
        </mc:Choice>
        <mc:Fallback xmlns="">
          <p:pic>
            <p:nvPicPr>
              <p:cNvPr id="123" name="Ink 122">
                <a:extLst>
                  <a:ext uri="{FF2B5EF4-FFF2-40B4-BE49-F238E27FC236}">
                    <a16:creationId xmlns:a16="http://schemas.microsoft.com/office/drawing/2014/main" id="{D711FD21-0A18-B577-D74C-3AE9D6AFF203}"/>
                  </a:ext>
                </a:extLst>
              </p:cNvPr>
              <p:cNvPicPr/>
              <p:nvPr/>
            </p:nvPicPr>
            <p:blipFill>
              <a:blip r:embed="rId17"/>
              <a:stretch>
                <a:fillRect/>
              </a:stretch>
            </p:blipFill>
            <p:spPr>
              <a:xfrm>
                <a:off x="8258905" y="3435623"/>
                <a:ext cx="11419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4" name="Ink 123">
                <a:extLst>
                  <a:ext uri="{FF2B5EF4-FFF2-40B4-BE49-F238E27FC236}">
                    <a16:creationId xmlns:a16="http://schemas.microsoft.com/office/drawing/2014/main" id="{E73F4B7B-5461-CE8A-4CE1-FE826E20F3F7}"/>
                  </a:ext>
                </a:extLst>
              </p14:cNvPr>
              <p14:cNvContentPartPr/>
              <p14:nvPr/>
            </p14:nvContentPartPr>
            <p14:xfrm>
              <a:off x="7779385" y="3453983"/>
              <a:ext cx="338400" cy="209160"/>
            </p14:xfrm>
          </p:contentPart>
        </mc:Choice>
        <mc:Fallback xmlns="">
          <p:pic>
            <p:nvPicPr>
              <p:cNvPr id="124" name="Ink 123">
                <a:extLst>
                  <a:ext uri="{FF2B5EF4-FFF2-40B4-BE49-F238E27FC236}">
                    <a16:creationId xmlns:a16="http://schemas.microsoft.com/office/drawing/2014/main" id="{E73F4B7B-5461-CE8A-4CE1-FE826E20F3F7}"/>
                  </a:ext>
                </a:extLst>
              </p:cNvPr>
              <p:cNvPicPr/>
              <p:nvPr/>
            </p:nvPicPr>
            <p:blipFill>
              <a:blip r:embed="rId19"/>
              <a:stretch>
                <a:fillRect/>
              </a:stretch>
            </p:blipFill>
            <p:spPr>
              <a:xfrm>
                <a:off x="7768585" y="3443183"/>
                <a:ext cx="3596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5" name="Ink 124">
                <a:extLst>
                  <a:ext uri="{FF2B5EF4-FFF2-40B4-BE49-F238E27FC236}">
                    <a16:creationId xmlns:a16="http://schemas.microsoft.com/office/drawing/2014/main" id="{81F1089C-FD67-1786-8874-0AD9E8DDA339}"/>
                  </a:ext>
                </a:extLst>
              </p14:cNvPr>
              <p14:cNvContentPartPr/>
              <p14:nvPr/>
            </p14:nvContentPartPr>
            <p14:xfrm>
              <a:off x="8631865" y="3069503"/>
              <a:ext cx="801000" cy="252000"/>
            </p14:xfrm>
          </p:contentPart>
        </mc:Choice>
        <mc:Fallback xmlns="">
          <p:pic>
            <p:nvPicPr>
              <p:cNvPr id="125" name="Ink 124">
                <a:extLst>
                  <a:ext uri="{FF2B5EF4-FFF2-40B4-BE49-F238E27FC236}">
                    <a16:creationId xmlns:a16="http://schemas.microsoft.com/office/drawing/2014/main" id="{81F1089C-FD67-1786-8874-0AD9E8DDA339}"/>
                  </a:ext>
                </a:extLst>
              </p:cNvPr>
              <p:cNvPicPr/>
              <p:nvPr/>
            </p:nvPicPr>
            <p:blipFill>
              <a:blip r:embed="rId21"/>
              <a:stretch>
                <a:fillRect/>
              </a:stretch>
            </p:blipFill>
            <p:spPr>
              <a:xfrm>
                <a:off x="8621420" y="3059063"/>
                <a:ext cx="82225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6" name="Ink 125">
                <a:extLst>
                  <a:ext uri="{FF2B5EF4-FFF2-40B4-BE49-F238E27FC236}">
                    <a16:creationId xmlns:a16="http://schemas.microsoft.com/office/drawing/2014/main" id="{314D4954-A85C-5E41-951C-C04BCF0BD7B4}"/>
                  </a:ext>
                </a:extLst>
              </p14:cNvPr>
              <p14:cNvContentPartPr/>
              <p14:nvPr/>
            </p14:nvContentPartPr>
            <p14:xfrm>
              <a:off x="8059465" y="3049343"/>
              <a:ext cx="416160" cy="275760"/>
            </p14:xfrm>
          </p:contentPart>
        </mc:Choice>
        <mc:Fallback xmlns="">
          <p:pic>
            <p:nvPicPr>
              <p:cNvPr id="126" name="Ink 125">
                <a:extLst>
                  <a:ext uri="{FF2B5EF4-FFF2-40B4-BE49-F238E27FC236}">
                    <a16:creationId xmlns:a16="http://schemas.microsoft.com/office/drawing/2014/main" id="{314D4954-A85C-5E41-951C-C04BCF0BD7B4}"/>
                  </a:ext>
                </a:extLst>
              </p:cNvPr>
              <p:cNvPicPr/>
              <p:nvPr/>
            </p:nvPicPr>
            <p:blipFill>
              <a:blip r:embed="rId23"/>
              <a:stretch>
                <a:fillRect/>
              </a:stretch>
            </p:blipFill>
            <p:spPr>
              <a:xfrm>
                <a:off x="8048674" y="3038903"/>
                <a:ext cx="437382"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7" name="Ink 126">
                <a:extLst>
                  <a:ext uri="{FF2B5EF4-FFF2-40B4-BE49-F238E27FC236}">
                    <a16:creationId xmlns:a16="http://schemas.microsoft.com/office/drawing/2014/main" id="{354933E7-5EA7-9979-508E-2017E681D98D}"/>
                  </a:ext>
                </a:extLst>
              </p14:cNvPr>
              <p14:cNvContentPartPr/>
              <p14:nvPr/>
            </p14:nvContentPartPr>
            <p14:xfrm>
              <a:off x="7678225" y="2956103"/>
              <a:ext cx="206640" cy="264960"/>
            </p14:xfrm>
          </p:contentPart>
        </mc:Choice>
        <mc:Fallback xmlns="">
          <p:pic>
            <p:nvPicPr>
              <p:cNvPr id="127" name="Ink 126">
                <a:extLst>
                  <a:ext uri="{FF2B5EF4-FFF2-40B4-BE49-F238E27FC236}">
                    <a16:creationId xmlns:a16="http://schemas.microsoft.com/office/drawing/2014/main" id="{354933E7-5EA7-9979-508E-2017E681D98D}"/>
                  </a:ext>
                </a:extLst>
              </p:cNvPr>
              <p:cNvPicPr/>
              <p:nvPr/>
            </p:nvPicPr>
            <p:blipFill>
              <a:blip r:embed="rId25"/>
              <a:stretch>
                <a:fillRect/>
              </a:stretch>
            </p:blipFill>
            <p:spPr>
              <a:xfrm>
                <a:off x="7667425" y="2945303"/>
                <a:ext cx="22788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8" name="Ink 127">
                <a:extLst>
                  <a:ext uri="{FF2B5EF4-FFF2-40B4-BE49-F238E27FC236}">
                    <a16:creationId xmlns:a16="http://schemas.microsoft.com/office/drawing/2014/main" id="{07E7E557-D5A5-0B75-9B6A-212033AC3DD5}"/>
                  </a:ext>
                </a:extLst>
              </p14:cNvPr>
              <p14:cNvContentPartPr/>
              <p14:nvPr/>
            </p14:nvContentPartPr>
            <p14:xfrm>
              <a:off x="7010785" y="2901383"/>
              <a:ext cx="508320" cy="364680"/>
            </p14:xfrm>
          </p:contentPart>
        </mc:Choice>
        <mc:Fallback xmlns="">
          <p:pic>
            <p:nvPicPr>
              <p:cNvPr id="128" name="Ink 127">
                <a:extLst>
                  <a:ext uri="{FF2B5EF4-FFF2-40B4-BE49-F238E27FC236}">
                    <a16:creationId xmlns:a16="http://schemas.microsoft.com/office/drawing/2014/main" id="{07E7E557-D5A5-0B75-9B6A-212033AC3DD5}"/>
                  </a:ext>
                </a:extLst>
              </p:cNvPr>
              <p:cNvPicPr/>
              <p:nvPr/>
            </p:nvPicPr>
            <p:blipFill>
              <a:blip r:embed="rId27"/>
              <a:stretch>
                <a:fillRect/>
              </a:stretch>
            </p:blipFill>
            <p:spPr>
              <a:xfrm>
                <a:off x="7000345" y="2890943"/>
                <a:ext cx="5295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0" name="Ink 139">
                <a:extLst>
                  <a:ext uri="{FF2B5EF4-FFF2-40B4-BE49-F238E27FC236}">
                    <a16:creationId xmlns:a16="http://schemas.microsoft.com/office/drawing/2014/main" id="{79762EB3-7BC4-907D-B619-70061CD0A0E2}"/>
                  </a:ext>
                </a:extLst>
              </p14:cNvPr>
              <p14:cNvContentPartPr/>
              <p14:nvPr/>
            </p14:nvContentPartPr>
            <p14:xfrm>
              <a:off x="8331421" y="3733785"/>
              <a:ext cx="957240" cy="232560"/>
            </p14:xfrm>
          </p:contentPart>
        </mc:Choice>
        <mc:Fallback xmlns="">
          <p:pic>
            <p:nvPicPr>
              <p:cNvPr id="140" name="Ink 139">
                <a:extLst>
                  <a:ext uri="{FF2B5EF4-FFF2-40B4-BE49-F238E27FC236}">
                    <a16:creationId xmlns:a16="http://schemas.microsoft.com/office/drawing/2014/main" id="{79762EB3-7BC4-907D-B619-70061CD0A0E2}"/>
                  </a:ext>
                </a:extLst>
              </p:cNvPr>
              <p:cNvPicPr/>
              <p:nvPr/>
            </p:nvPicPr>
            <p:blipFill>
              <a:blip r:embed="rId29"/>
              <a:stretch>
                <a:fillRect/>
              </a:stretch>
            </p:blipFill>
            <p:spPr>
              <a:xfrm>
                <a:off x="8320981" y="3723345"/>
                <a:ext cx="9784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9" name="Ink 158">
                <a:extLst>
                  <a:ext uri="{FF2B5EF4-FFF2-40B4-BE49-F238E27FC236}">
                    <a16:creationId xmlns:a16="http://schemas.microsoft.com/office/drawing/2014/main" id="{69D20C06-0894-FD53-0DC9-A47024433A87}"/>
                  </a:ext>
                </a:extLst>
              </p14:cNvPr>
              <p14:cNvContentPartPr/>
              <p14:nvPr/>
            </p14:nvContentPartPr>
            <p14:xfrm>
              <a:off x="5734538" y="4762437"/>
              <a:ext cx="1243080" cy="681120"/>
            </p14:xfrm>
          </p:contentPart>
        </mc:Choice>
        <mc:Fallback xmlns="">
          <p:pic>
            <p:nvPicPr>
              <p:cNvPr id="159" name="Ink 158">
                <a:extLst>
                  <a:ext uri="{FF2B5EF4-FFF2-40B4-BE49-F238E27FC236}">
                    <a16:creationId xmlns:a16="http://schemas.microsoft.com/office/drawing/2014/main" id="{69D20C06-0894-FD53-0DC9-A47024433A87}"/>
                  </a:ext>
                </a:extLst>
              </p:cNvPr>
              <p:cNvPicPr/>
              <p:nvPr/>
            </p:nvPicPr>
            <p:blipFill>
              <a:blip r:embed="rId31"/>
              <a:stretch>
                <a:fillRect/>
              </a:stretch>
            </p:blipFill>
            <p:spPr>
              <a:xfrm>
                <a:off x="5724098" y="4751991"/>
                <a:ext cx="1264320" cy="702371"/>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6" name="Ink 175">
                <a:extLst>
                  <a:ext uri="{FF2B5EF4-FFF2-40B4-BE49-F238E27FC236}">
                    <a16:creationId xmlns:a16="http://schemas.microsoft.com/office/drawing/2014/main" id="{EFF5BE87-5720-A6ED-F45F-6AAB2A6E3259}"/>
                  </a:ext>
                </a:extLst>
              </p14:cNvPr>
              <p14:cNvContentPartPr/>
              <p14:nvPr/>
            </p14:nvContentPartPr>
            <p14:xfrm>
              <a:off x="6315938" y="5064837"/>
              <a:ext cx="1790280" cy="632520"/>
            </p14:xfrm>
          </p:contentPart>
        </mc:Choice>
        <mc:Fallback xmlns="">
          <p:pic>
            <p:nvPicPr>
              <p:cNvPr id="176" name="Ink 175">
                <a:extLst>
                  <a:ext uri="{FF2B5EF4-FFF2-40B4-BE49-F238E27FC236}">
                    <a16:creationId xmlns:a16="http://schemas.microsoft.com/office/drawing/2014/main" id="{EFF5BE87-5720-A6ED-F45F-6AAB2A6E3259}"/>
                  </a:ext>
                </a:extLst>
              </p:cNvPr>
              <p:cNvPicPr/>
              <p:nvPr/>
            </p:nvPicPr>
            <p:blipFill>
              <a:blip r:embed="rId33"/>
              <a:stretch>
                <a:fillRect/>
              </a:stretch>
            </p:blipFill>
            <p:spPr>
              <a:xfrm>
                <a:off x="6305496" y="5054397"/>
                <a:ext cx="1811524" cy="653760"/>
              </a:xfrm>
              <a:prstGeom prst="rect">
                <a:avLst/>
              </a:prstGeom>
            </p:spPr>
          </p:pic>
        </mc:Fallback>
      </mc:AlternateContent>
    </p:spTree>
    <p:extLst>
      <p:ext uri="{BB962C8B-B14F-4D97-AF65-F5344CB8AC3E}">
        <p14:creationId xmlns:p14="http://schemas.microsoft.com/office/powerpoint/2010/main" val="237127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760" y="239983"/>
            <a:ext cx="9144000" cy="584776"/>
          </a:xfrm>
        </p:spPr>
        <p:txBody>
          <a:bodyPr/>
          <a:lstStyle/>
          <a:p>
            <a:r>
              <a:rPr lang="en-US" sz="3200" dirty="0"/>
              <a:t>Certification Request Generation Algorithm</a:t>
            </a:r>
          </a:p>
        </p:txBody>
      </p:sp>
      <p:sp>
        <p:nvSpPr>
          <p:cNvPr id="3" name="Content Placeholder 2"/>
          <p:cNvSpPr>
            <a:spLocks noGrp="1"/>
          </p:cNvSpPr>
          <p:nvPr>
            <p:ph idx="1"/>
          </p:nvPr>
        </p:nvSpPr>
        <p:spPr>
          <a:xfrm>
            <a:off x="639760" y="1196752"/>
            <a:ext cx="11233248" cy="5115246"/>
          </a:xfrm>
        </p:spPr>
        <p:txBody>
          <a:bodyPr/>
          <a:lstStyle/>
          <a:p>
            <a:pPr marL="0" indent="0">
              <a:buNone/>
            </a:pPr>
            <a:r>
              <a:rPr lang="en-US" sz="2400" dirty="0"/>
              <a:t>Alice's RSA public key </a:t>
            </a:r>
            <a:r>
              <a:rPr lang="en-US" sz="2400" dirty="0">
                <a:solidFill>
                  <a:srgbClr val="FF0000"/>
                </a:solidFill>
              </a:rPr>
              <a:t>(</a:t>
            </a:r>
            <a:r>
              <a:rPr lang="en-US" sz="2400" dirty="0" err="1">
                <a:solidFill>
                  <a:srgbClr val="FF0000"/>
                </a:solidFill>
              </a:rPr>
              <a:t>n,e</a:t>
            </a:r>
            <a:r>
              <a:rPr lang="en-US" sz="2400" dirty="0">
                <a:solidFill>
                  <a:srgbClr val="FF0000"/>
                </a:solidFill>
              </a:rPr>
              <a:t>)</a:t>
            </a:r>
            <a:r>
              <a:rPr lang="en-US" sz="2400" dirty="0"/>
              <a:t> and private key </a:t>
            </a:r>
            <a:r>
              <a:rPr lang="en-US" sz="2400" dirty="0">
                <a:solidFill>
                  <a:srgbClr val="FF0000"/>
                </a:solidFill>
              </a:rPr>
              <a:t>d</a:t>
            </a:r>
            <a:r>
              <a:rPr lang="en-US" sz="2400" dirty="0"/>
              <a:t>. </a:t>
            </a:r>
          </a:p>
          <a:p>
            <a:r>
              <a:rPr lang="en-US" sz="2400" dirty="0"/>
              <a:t>Alice’s certificate request is Alice’s signature  on her public key using her private key.</a:t>
            </a:r>
          </a:p>
          <a:p>
            <a:pPr marL="914400" lvl="1" indent="-457200">
              <a:buFont typeface="+mj-lt"/>
              <a:buAutoNum type="arabicPeriod"/>
            </a:pPr>
            <a:r>
              <a:rPr lang="en-US" sz="2400" dirty="0"/>
              <a:t>Let </a:t>
            </a:r>
            <a:r>
              <a:rPr lang="en-US" sz="2400" dirty="0">
                <a:solidFill>
                  <a:srgbClr val="FF0000"/>
                </a:solidFill>
              </a:rPr>
              <a:t>M</a:t>
            </a:r>
            <a:r>
              <a:rPr lang="en-US" sz="2400" dirty="0"/>
              <a:t> be the message consisting of </a:t>
            </a:r>
            <a:r>
              <a:rPr lang="en-US" sz="2400" dirty="0">
                <a:solidFill>
                  <a:srgbClr val="FF0000"/>
                </a:solidFill>
              </a:rPr>
              <a:t>n</a:t>
            </a:r>
            <a:r>
              <a:rPr lang="en-US" sz="2400" dirty="0"/>
              <a:t> and </a:t>
            </a:r>
            <a:r>
              <a:rPr lang="en-US" sz="2400" dirty="0">
                <a:solidFill>
                  <a:srgbClr val="FF0000"/>
                </a:solidFill>
              </a:rPr>
              <a:t>e</a:t>
            </a:r>
            <a:r>
              <a:rPr lang="en-US" sz="2400" dirty="0"/>
              <a:t>.</a:t>
            </a:r>
          </a:p>
          <a:p>
            <a:pPr marL="914400" lvl="1" indent="-457200">
              <a:buFont typeface="+mj-lt"/>
              <a:buAutoNum type="arabicPeriod"/>
            </a:pPr>
            <a:r>
              <a:rPr lang="en-US" sz="2400" dirty="0"/>
              <a:t>Alice signs </a:t>
            </a:r>
            <a:r>
              <a:rPr lang="en-US" sz="2400" dirty="0">
                <a:solidFill>
                  <a:srgbClr val="FF0000"/>
                </a:solidFill>
              </a:rPr>
              <a:t>M</a:t>
            </a:r>
            <a:r>
              <a:rPr lang="en-US" sz="2400" dirty="0"/>
              <a:t> to get a signature </a:t>
            </a:r>
            <a:r>
              <a:rPr lang="en-US" sz="2400" dirty="0">
                <a:solidFill>
                  <a:srgbClr val="FF0000"/>
                </a:solidFill>
              </a:rPr>
              <a:t>s</a:t>
            </a:r>
          </a:p>
          <a:p>
            <a:pPr marL="914400" lvl="1" indent="-457200">
              <a:buFont typeface="+mj-lt"/>
              <a:buAutoNum type="arabicPeriod"/>
            </a:pPr>
            <a:r>
              <a:rPr lang="en-US" sz="2400" dirty="0"/>
              <a:t>Alice sends (</a:t>
            </a:r>
            <a:r>
              <a:rPr lang="en-US" sz="2400" dirty="0">
                <a:solidFill>
                  <a:srgbClr val="FF0000"/>
                </a:solidFill>
              </a:rPr>
              <a:t>M,s</a:t>
            </a:r>
            <a:r>
              <a:rPr lang="en-US" sz="2400" dirty="0"/>
              <a:t>) to CA as her certificate request.</a:t>
            </a:r>
          </a:p>
          <a:p>
            <a:r>
              <a:rPr lang="en-US" sz="2400" dirty="0"/>
              <a:t>To verify Alice's request (</a:t>
            </a:r>
            <a:r>
              <a:rPr lang="en-US" sz="2400" dirty="0">
                <a:solidFill>
                  <a:srgbClr val="FF0000"/>
                </a:solidFill>
              </a:rPr>
              <a:t>M,s</a:t>
            </a:r>
            <a:r>
              <a:rPr lang="en-US" sz="2400" dirty="0"/>
              <a:t>), CA</a:t>
            </a:r>
            <a:endParaRPr lang="en-US" sz="2800" dirty="0"/>
          </a:p>
          <a:p>
            <a:pPr marL="914400" lvl="1" indent="-457200">
              <a:buFont typeface="+mj-lt"/>
              <a:buAutoNum type="arabicPeriod"/>
            </a:pPr>
            <a:r>
              <a:rPr lang="en-US" sz="2400" dirty="0"/>
              <a:t>extracts (</a:t>
            </a:r>
            <a:r>
              <a:rPr lang="en-US" sz="2400" dirty="0" err="1">
                <a:solidFill>
                  <a:srgbClr val="FF0000"/>
                </a:solidFill>
              </a:rPr>
              <a:t>n,e</a:t>
            </a:r>
            <a:r>
              <a:rPr lang="en-US" sz="2400" dirty="0"/>
              <a:t>) from </a:t>
            </a:r>
            <a:r>
              <a:rPr lang="en-US" sz="2400" dirty="0">
                <a:solidFill>
                  <a:srgbClr val="FF0000"/>
                </a:solidFill>
              </a:rPr>
              <a:t>M</a:t>
            </a:r>
          </a:p>
          <a:p>
            <a:pPr marL="914400" lvl="1" indent="-457200">
              <a:buFont typeface="+mj-lt"/>
              <a:buAutoNum type="arabicPeriod"/>
            </a:pPr>
            <a:r>
              <a:rPr lang="en-US" sz="2400" dirty="0"/>
              <a:t>verifies (</a:t>
            </a:r>
            <a:r>
              <a:rPr lang="en-US" sz="2400" dirty="0">
                <a:solidFill>
                  <a:srgbClr val="FF0000"/>
                </a:solidFill>
              </a:rPr>
              <a:t>M,s</a:t>
            </a:r>
            <a:r>
              <a:rPr lang="en-US" sz="2400" dirty="0"/>
              <a:t>) using (</a:t>
            </a:r>
            <a:r>
              <a:rPr lang="en-US" sz="2400" dirty="0" err="1">
                <a:solidFill>
                  <a:srgbClr val="FF0000"/>
                </a:solidFill>
              </a:rPr>
              <a:t>n,e</a:t>
            </a:r>
            <a:r>
              <a:rPr lang="en-US" sz="2400" dirty="0"/>
              <a:t>). </a:t>
            </a:r>
          </a:p>
          <a:p>
            <a:pPr marL="914400" lvl="1" indent="-457200">
              <a:buFont typeface="+mj-lt"/>
              <a:buAutoNum type="arabicPeriod"/>
            </a:pPr>
            <a:r>
              <a:rPr lang="en-US" sz="2400" dirty="0"/>
              <a:t>If the signature (</a:t>
            </a:r>
            <a:r>
              <a:rPr lang="en-US" sz="2400" dirty="0">
                <a:solidFill>
                  <a:srgbClr val="FF0000"/>
                </a:solidFill>
              </a:rPr>
              <a:t>M,s</a:t>
            </a:r>
            <a:r>
              <a:rPr lang="en-US" sz="2400" dirty="0"/>
              <a:t>) is valid, the request is approved</a:t>
            </a:r>
          </a:p>
          <a:p>
            <a:pPr lvl="2"/>
            <a:r>
              <a:rPr lang="en-US" sz="2000" dirty="0"/>
              <a:t>CA is convinced Alice knows </a:t>
            </a:r>
            <a:r>
              <a:rPr lang="en-US" sz="2000" dirty="0">
                <a:solidFill>
                  <a:srgbClr val="FF0000"/>
                </a:solidFill>
              </a:rPr>
              <a:t>d</a:t>
            </a:r>
            <a:r>
              <a:rPr lang="en-US" sz="2000" dirty="0"/>
              <a:t>. Otherwise she cannot sign.</a:t>
            </a:r>
          </a:p>
        </p:txBody>
      </p:sp>
      <p:sp>
        <p:nvSpPr>
          <p:cNvPr id="4" name="Slide Number Placeholder 3"/>
          <p:cNvSpPr>
            <a:spLocks noGrp="1"/>
          </p:cNvSpPr>
          <p:nvPr>
            <p:ph type="sldNum" sz="quarter" idx="12"/>
          </p:nvPr>
        </p:nvSpPr>
        <p:spPr/>
        <p:txBody>
          <a:bodyPr/>
          <a:lstStyle/>
          <a:p>
            <a:pPr>
              <a:defRPr/>
            </a:pPr>
            <a:fld id="{33869BCE-D170-4E8E-8001-31554DBA6AA7}" type="slidenum">
              <a:rPr lang="en-US" smtClean="0"/>
              <a:pPr>
                <a:defRPr/>
              </a:pPr>
              <a:t>13</a:t>
            </a:fld>
            <a:endParaRPr lang="en-US"/>
          </a:p>
        </p:txBody>
      </p:sp>
      <mc:AlternateContent xmlns:mc="http://schemas.openxmlformats.org/markup-compatibility/2006" xmlns:p14="http://schemas.microsoft.com/office/powerpoint/2010/main">
        <mc:Choice Requires="p14">
          <p:contentPart p14:bwMode="auto" r:id="rId2">
            <p14:nvContentPartPr>
              <p14:cNvPr id="29" name="Ink 28">
                <a:extLst>
                  <a:ext uri="{FF2B5EF4-FFF2-40B4-BE49-F238E27FC236}">
                    <a16:creationId xmlns:a16="http://schemas.microsoft.com/office/drawing/2014/main" id="{4F53ADDA-83D6-06B2-8A76-7F60774E8627}"/>
                  </a:ext>
                </a:extLst>
              </p14:cNvPr>
              <p14:cNvContentPartPr/>
              <p14:nvPr/>
            </p14:nvContentPartPr>
            <p14:xfrm>
              <a:off x="5832202" y="4517519"/>
              <a:ext cx="1317600" cy="641880"/>
            </p14:xfrm>
          </p:contentPart>
        </mc:Choice>
        <mc:Fallback xmlns="">
          <p:pic>
            <p:nvPicPr>
              <p:cNvPr id="29" name="Ink 28">
                <a:extLst>
                  <a:ext uri="{FF2B5EF4-FFF2-40B4-BE49-F238E27FC236}">
                    <a16:creationId xmlns:a16="http://schemas.microsoft.com/office/drawing/2014/main" id="{4F53ADDA-83D6-06B2-8A76-7F60774E8627}"/>
                  </a:ext>
                </a:extLst>
              </p:cNvPr>
              <p:cNvPicPr/>
              <p:nvPr/>
            </p:nvPicPr>
            <p:blipFill>
              <a:blip r:embed="rId3"/>
              <a:stretch>
                <a:fillRect/>
              </a:stretch>
            </p:blipFill>
            <p:spPr>
              <a:xfrm>
                <a:off x="5821405" y="4507079"/>
                <a:ext cx="1338834" cy="663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6F06F66C-F73B-834E-C9FE-ACFF7CCBAC20}"/>
                  </a:ext>
                </a:extLst>
              </p14:cNvPr>
              <p14:cNvContentPartPr/>
              <p14:nvPr/>
            </p14:nvContentPartPr>
            <p14:xfrm>
              <a:off x="4966042" y="4598519"/>
              <a:ext cx="691200" cy="224640"/>
            </p14:xfrm>
          </p:contentPart>
        </mc:Choice>
        <mc:Fallback xmlns="">
          <p:pic>
            <p:nvPicPr>
              <p:cNvPr id="30" name="Ink 29">
                <a:extLst>
                  <a:ext uri="{FF2B5EF4-FFF2-40B4-BE49-F238E27FC236}">
                    <a16:creationId xmlns:a16="http://schemas.microsoft.com/office/drawing/2014/main" id="{6F06F66C-F73B-834E-C9FE-ACFF7CCBAC20}"/>
                  </a:ext>
                </a:extLst>
              </p:cNvPr>
              <p:cNvPicPr/>
              <p:nvPr/>
            </p:nvPicPr>
            <p:blipFill>
              <a:blip r:embed="rId5"/>
              <a:stretch>
                <a:fillRect/>
              </a:stretch>
            </p:blipFill>
            <p:spPr>
              <a:xfrm>
                <a:off x="4955248" y="4587719"/>
                <a:ext cx="712429" cy="245880"/>
              </a:xfrm>
              <a:prstGeom prst="rect">
                <a:avLst/>
              </a:prstGeom>
            </p:spPr>
          </p:pic>
        </mc:Fallback>
      </mc:AlternateContent>
    </p:spTree>
    <p:extLst>
      <p:ext uri="{BB962C8B-B14F-4D97-AF65-F5344CB8AC3E}">
        <p14:creationId xmlns:p14="http://schemas.microsoft.com/office/powerpoint/2010/main" val="2146636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623392" y="1345352"/>
            <a:ext cx="10585176" cy="4167295"/>
          </a:xfrm>
        </p:spPr>
        <p:txBody>
          <a:bodyPr/>
          <a:lstStyle/>
          <a:p>
            <a:r>
              <a:rPr lang="en-US" dirty="0">
                <a:solidFill>
                  <a:srgbClr val="D9D9D9"/>
                </a:solidFill>
              </a:rPr>
              <a:t>Introduction of the concept of certificates and Public Key Infrastructure (PKI)</a:t>
            </a:r>
          </a:p>
          <a:p>
            <a:r>
              <a:rPr lang="en-US" dirty="0"/>
              <a:t>Four important algorithms</a:t>
            </a:r>
          </a:p>
          <a:p>
            <a:pPr lvl="1"/>
            <a:r>
              <a:rPr lang="en-US" dirty="0">
                <a:solidFill>
                  <a:srgbClr val="D9D9D9"/>
                </a:solidFill>
              </a:rPr>
              <a:t>certificate request generation algorithm (by public key owner)</a:t>
            </a:r>
          </a:p>
          <a:p>
            <a:pPr lvl="1"/>
            <a:r>
              <a:rPr lang="en-US" dirty="0"/>
              <a:t>certificate issuance algorithm (by CA)</a:t>
            </a:r>
          </a:p>
          <a:p>
            <a:pPr lvl="1"/>
            <a:r>
              <a:rPr lang="en-US" dirty="0">
                <a:solidFill>
                  <a:srgbClr val="D9D9D9"/>
                </a:solidFill>
              </a:rPr>
              <a:t>certificate verification algorithm (by verifier)</a:t>
            </a:r>
          </a:p>
          <a:p>
            <a:pPr lvl="1"/>
            <a:r>
              <a:rPr lang="en-US" dirty="0">
                <a:solidFill>
                  <a:srgbClr val="D9D9D9"/>
                </a:solidFill>
              </a:rPr>
              <a:t>certificate revocation algorithm (by CA)</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14</a:t>
            </a:fld>
            <a:endParaRPr lang="en-US"/>
          </a:p>
        </p:txBody>
      </p:sp>
    </p:spTree>
    <p:extLst>
      <p:ext uri="{BB962C8B-B14F-4D97-AF65-F5344CB8AC3E}">
        <p14:creationId xmlns:p14="http://schemas.microsoft.com/office/powerpoint/2010/main" val="866157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911424" y="188640"/>
            <a:ext cx="7772400" cy="646331"/>
          </a:xfrm>
        </p:spPr>
        <p:txBody>
          <a:bodyPr/>
          <a:lstStyle/>
          <a:p>
            <a:pPr eaLnBrk="1" hangingPunct="1"/>
            <a:r>
              <a:rPr lang="en-US" altLang="zh-CN" dirty="0">
                <a:ea typeface="宋体" pitchFamily="2" charset="-122"/>
              </a:rPr>
              <a:t>Certificate Issuance</a:t>
            </a:r>
            <a:endParaRPr lang="en-US" dirty="0"/>
          </a:p>
        </p:txBody>
      </p:sp>
      <p:sp>
        <p:nvSpPr>
          <p:cNvPr id="404483" name="Rectangle 3"/>
          <p:cNvSpPr>
            <a:spLocks noGrp="1" noChangeArrowheads="1"/>
          </p:cNvSpPr>
          <p:nvPr>
            <p:ph type="body" sz="half" idx="1"/>
          </p:nvPr>
        </p:nvSpPr>
        <p:spPr>
          <a:xfrm>
            <a:off x="942567" y="1171315"/>
            <a:ext cx="10657184" cy="3600986"/>
          </a:xfrm>
        </p:spPr>
        <p:txBody>
          <a:bodyPr/>
          <a:lstStyle/>
          <a:p>
            <a:pPr marL="514350" indent="-514350">
              <a:buFont typeface="+mj-lt"/>
              <a:buAutoNum type="arabicPeriod"/>
            </a:pPr>
            <a:r>
              <a:rPr lang="en-US" altLang="zh-CN" sz="2800" dirty="0">
                <a:ea typeface="宋体" pitchFamily="2" charset="-122"/>
              </a:rPr>
              <a:t>CA checks Alice’s identity and verifies Alice’s request using the public key being signed. </a:t>
            </a:r>
          </a:p>
          <a:p>
            <a:pPr marL="514350" indent="-514350">
              <a:buFont typeface="+mj-lt"/>
              <a:buAutoNum type="arabicPeriod"/>
            </a:pPr>
            <a:r>
              <a:rPr lang="en-US" altLang="zh-CN" sz="2800" dirty="0">
                <a:ea typeface="宋体" pitchFamily="2" charset="-122"/>
              </a:rPr>
              <a:t>If both are correct, CA issues a certificate for Alice’s public key in the following steps:</a:t>
            </a:r>
          </a:p>
          <a:p>
            <a:pPr marL="914400" lvl="1" indent="-514350">
              <a:buFont typeface="+mj-lt"/>
              <a:buAutoNum type="alphaLcParenR"/>
            </a:pPr>
            <a:r>
              <a:rPr lang="en-US" altLang="zh-CN" sz="2400" dirty="0">
                <a:ea typeface="宋体" pitchFamily="2" charset="-122"/>
              </a:rPr>
              <a:t>Construct the certificate body consisting of the elements defined by the X.509 PKI standard (key elements explained in Slide 10). </a:t>
            </a:r>
          </a:p>
          <a:p>
            <a:pPr marL="914400" lvl="1" indent="-514350">
              <a:buFont typeface="+mj-lt"/>
              <a:buAutoNum type="alphaLcParenR"/>
            </a:pPr>
            <a:r>
              <a:rPr lang="en-US" altLang="zh-CN" sz="2400" dirty="0">
                <a:ea typeface="宋体" pitchFamily="2" charset="-122"/>
              </a:rPr>
              <a:t>Sign the certificate body with CA's private key. </a:t>
            </a:r>
          </a:p>
          <a:p>
            <a:pPr marL="914400" lvl="1" indent="-514350">
              <a:buFont typeface="+mj-lt"/>
              <a:buAutoNum type="alphaLcParenR"/>
            </a:pPr>
            <a:r>
              <a:rPr lang="en-US" altLang="zh-CN" sz="2400" dirty="0">
                <a:ea typeface="宋体" pitchFamily="2" charset="-122"/>
              </a:rPr>
              <a:t>Alice's certificate = </a:t>
            </a:r>
            <a:r>
              <a:rPr lang="en-US" altLang="zh-CN" sz="2400" dirty="0">
                <a:solidFill>
                  <a:srgbClr val="0000FF"/>
                </a:solidFill>
                <a:ea typeface="宋体" pitchFamily="2" charset="-122"/>
              </a:rPr>
              <a:t>certificate body </a:t>
            </a:r>
            <a:r>
              <a:rPr lang="en-US" altLang="zh-CN" sz="2400" dirty="0">
                <a:ea typeface="宋体" pitchFamily="2" charset="-122"/>
              </a:rPr>
              <a:t>+ </a:t>
            </a:r>
            <a:r>
              <a:rPr lang="en-US" altLang="zh-CN" sz="2400" dirty="0">
                <a:solidFill>
                  <a:srgbClr val="0000FF"/>
                </a:solidFill>
                <a:ea typeface="宋体" pitchFamily="2" charset="-122"/>
              </a:rPr>
              <a:t>CA's signature</a:t>
            </a:r>
          </a:p>
        </p:txBody>
      </p:sp>
      <p:sp>
        <p:nvSpPr>
          <p:cNvPr id="7171" name="Slide Number Placeholder 6"/>
          <p:cNvSpPr>
            <a:spLocks noGrp="1"/>
          </p:cNvSpPr>
          <p:nvPr>
            <p:ph type="sldNum" sz="quarter" idx="12"/>
          </p:nvPr>
        </p:nvSpPr>
        <p:spPr>
          <a:noFill/>
        </p:spPr>
        <p:txBody>
          <a:bodyPr/>
          <a:lstStyle/>
          <a:p>
            <a:fld id="{57F54E09-F763-4BA9-B944-4ADF01285109}" type="slidenum">
              <a:rPr lang="en-US"/>
              <a:pPr/>
              <a:t>15</a:t>
            </a:fld>
            <a:endParaRPr lang="en-US"/>
          </a:p>
        </p:txBody>
      </p:sp>
      <p:sp>
        <p:nvSpPr>
          <p:cNvPr id="2" name="TextBox 1"/>
          <p:cNvSpPr txBox="1"/>
          <p:nvPr/>
        </p:nvSpPr>
        <p:spPr>
          <a:xfrm>
            <a:off x="1127448" y="5384835"/>
            <a:ext cx="972108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marL="0" lvl="1"/>
            <a:r>
              <a:rPr lang="en-US" altLang="zh-CN" sz="2400" dirty="0">
                <a:solidFill>
                  <a:schemeClr val="bg1"/>
                </a:solidFill>
                <a:ea typeface="宋体" pitchFamily="2" charset="-122"/>
              </a:rPr>
              <a:t>Alice's certificate is a document signed by CA upon Alice's public key and Alice's identity, as well as other important information.</a:t>
            </a:r>
            <a:endParaRPr lang="en-US" sz="2400" dirty="0">
              <a:solidFill>
                <a:schemeClr val="bg1"/>
              </a:solidFill>
            </a:endParaRP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FF8F5E55-61E4-A173-4EE5-8AA2EA59DB24}"/>
                  </a:ext>
                </a:extLst>
              </p14:cNvPr>
              <p14:cNvContentPartPr/>
              <p14:nvPr/>
            </p14:nvContentPartPr>
            <p14:xfrm>
              <a:off x="6475623" y="490516"/>
              <a:ext cx="1105920" cy="231480"/>
            </p14:xfrm>
          </p:contentPart>
        </mc:Choice>
        <mc:Fallback xmlns="">
          <p:pic>
            <p:nvPicPr>
              <p:cNvPr id="14" name="Ink 13">
                <a:extLst>
                  <a:ext uri="{FF2B5EF4-FFF2-40B4-BE49-F238E27FC236}">
                    <a16:creationId xmlns:a16="http://schemas.microsoft.com/office/drawing/2014/main" id="{FF8F5E55-61E4-A173-4EE5-8AA2EA59DB24}"/>
                  </a:ext>
                </a:extLst>
              </p:cNvPr>
              <p:cNvPicPr/>
              <p:nvPr/>
            </p:nvPicPr>
            <p:blipFill>
              <a:blip r:embed="rId3"/>
              <a:stretch>
                <a:fillRect/>
              </a:stretch>
            </p:blipFill>
            <p:spPr>
              <a:xfrm>
                <a:off x="6465183" y="479716"/>
                <a:ext cx="11271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93CA224D-AD9F-C997-0370-D557DB443D95}"/>
                  </a:ext>
                </a:extLst>
              </p14:cNvPr>
              <p14:cNvContentPartPr/>
              <p14:nvPr/>
            </p14:nvContentPartPr>
            <p14:xfrm>
              <a:off x="6744543" y="852676"/>
              <a:ext cx="167760" cy="437040"/>
            </p14:xfrm>
          </p:contentPart>
        </mc:Choice>
        <mc:Fallback xmlns="">
          <p:pic>
            <p:nvPicPr>
              <p:cNvPr id="15" name="Ink 14">
                <a:extLst>
                  <a:ext uri="{FF2B5EF4-FFF2-40B4-BE49-F238E27FC236}">
                    <a16:creationId xmlns:a16="http://schemas.microsoft.com/office/drawing/2014/main" id="{93CA224D-AD9F-C997-0370-D557DB443D95}"/>
                  </a:ext>
                </a:extLst>
              </p:cNvPr>
              <p:cNvPicPr/>
              <p:nvPr/>
            </p:nvPicPr>
            <p:blipFill>
              <a:blip r:embed="rId5"/>
              <a:stretch>
                <a:fillRect/>
              </a:stretch>
            </p:blipFill>
            <p:spPr>
              <a:xfrm>
                <a:off x="6734103" y="842227"/>
                <a:ext cx="189000" cy="45829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Ink 24">
                <a:extLst>
                  <a:ext uri="{FF2B5EF4-FFF2-40B4-BE49-F238E27FC236}">
                    <a16:creationId xmlns:a16="http://schemas.microsoft.com/office/drawing/2014/main" id="{66DB9EBC-C4F0-4365-17A6-B1E8FA03A32D}"/>
                  </a:ext>
                </a:extLst>
              </p14:cNvPr>
              <p14:cNvContentPartPr/>
              <p14:nvPr/>
            </p14:nvContentPartPr>
            <p14:xfrm>
              <a:off x="7685230" y="487440"/>
              <a:ext cx="730080" cy="370080"/>
            </p14:xfrm>
          </p:contentPart>
        </mc:Choice>
        <mc:Fallback xmlns="">
          <p:pic>
            <p:nvPicPr>
              <p:cNvPr id="25" name="Ink 24">
                <a:extLst>
                  <a:ext uri="{FF2B5EF4-FFF2-40B4-BE49-F238E27FC236}">
                    <a16:creationId xmlns:a16="http://schemas.microsoft.com/office/drawing/2014/main" id="{66DB9EBC-C4F0-4365-17A6-B1E8FA03A32D}"/>
                  </a:ext>
                </a:extLst>
              </p:cNvPr>
              <p:cNvPicPr/>
              <p:nvPr/>
            </p:nvPicPr>
            <p:blipFill>
              <a:blip r:embed="rId7"/>
              <a:stretch>
                <a:fillRect/>
              </a:stretch>
            </p:blipFill>
            <p:spPr>
              <a:xfrm>
                <a:off x="7674430" y="477000"/>
                <a:ext cx="75132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Ink 32">
                <a:extLst>
                  <a:ext uri="{FF2B5EF4-FFF2-40B4-BE49-F238E27FC236}">
                    <a16:creationId xmlns:a16="http://schemas.microsoft.com/office/drawing/2014/main" id="{809260E9-5F81-9A39-6228-D0DB96F7F438}"/>
                  </a:ext>
                </a:extLst>
              </p14:cNvPr>
              <p14:cNvContentPartPr/>
              <p14:nvPr/>
            </p14:nvContentPartPr>
            <p14:xfrm>
              <a:off x="7097350" y="893880"/>
              <a:ext cx="769320" cy="267480"/>
            </p14:xfrm>
          </p:contentPart>
        </mc:Choice>
        <mc:Fallback xmlns="">
          <p:pic>
            <p:nvPicPr>
              <p:cNvPr id="33" name="Ink 32">
                <a:extLst>
                  <a:ext uri="{FF2B5EF4-FFF2-40B4-BE49-F238E27FC236}">
                    <a16:creationId xmlns:a16="http://schemas.microsoft.com/office/drawing/2014/main" id="{809260E9-5F81-9A39-6228-D0DB96F7F438}"/>
                  </a:ext>
                </a:extLst>
              </p:cNvPr>
              <p:cNvPicPr/>
              <p:nvPr/>
            </p:nvPicPr>
            <p:blipFill>
              <a:blip r:embed="rId9"/>
              <a:stretch>
                <a:fillRect/>
              </a:stretch>
            </p:blipFill>
            <p:spPr>
              <a:xfrm>
                <a:off x="7086910" y="883426"/>
                <a:ext cx="790560" cy="28874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4" name="Ink 33">
                <a:extLst>
                  <a:ext uri="{FF2B5EF4-FFF2-40B4-BE49-F238E27FC236}">
                    <a16:creationId xmlns:a16="http://schemas.microsoft.com/office/drawing/2014/main" id="{0972AB43-3DBA-F35C-3E17-EBE83583468C}"/>
                  </a:ext>
                </a:extLst>
              </p14:cNvPr>
              <p14:cNvContentPartPr/>
              <p14:nvPr/>
            </p14:nvContentPartPr>
            <p14:xfrm>
              <a:off x="3286780" y="1565127"/>
              <a:ext cx="2415240" cy="78480"/>
            </p14:xfrm>
          </p:contentPart>
        </mc:Choice>
        <mc:Fallback xmlns="">
          <p:pic>
            <p:nvPicPr>
              <p:cNvPr id="34" name="Ink 33">
                <a:extLst>
                  <a:ext uri="{FF2B5EF4-FFF2-40B4-BE49-F238E27FC236}">
                    <a16:creationId xmlns:a16="http://schemas.microsoft.com/office/drawing/2014/main" id="{0972AB43-3DBA-F35C-3E17-EBE83583468C}"/>
                  </a:ext>
                </a:extLst>
              </p:cNvPr>
              <p:cNvPicPr/>
              <p:nvPr/>
            </p:nvPicPr>
            <p:blipFill>
              <a:blip r:embed="rId11"/>
              <a:stretch>
                <a:fillRect/>
              </a:stretch>
            </p:blipFill>
            <p:spPr>
              <a:xfrm>
                <a:off x="3276340" y="1554327"/>
                <a:ext cx="2436480" cy="99720"/>
              </a:xfrm>
              <a:prstGeom prst="rect">
                <a:avLst/>
              </a:prstGeom>
            </p:spPr>
          </p:pic>
        </mc:Fallback>
      </mc:AlternateContent>
    </p:spTree>
    <p:extLst>
      <p:ext uri="{BB962C8B-B14F-4D97-AF65-F5344CB8AC3E}">
        <p14:creationId xmlns:p14="http://schemas.microsoft.com/office/powerpoint/2010/main" val="337154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623392" y="1345352"/>
            <a:ext cx="10801200" cy="4167295"/>
          </a:xfrm>
        </p:spPr>
        <p:txBody>
          <a:bodyPr/>
          <a:lstStyle/>
          <a:p>
            <a:r>
              <a:rPr lang="en-US" dirty="0">
                <a:solidFill>
                  <a:srgbClr val="D9D9D9"/>
                </a:solidFill>
              </a:rPr>
              <a:t>Introduction of the concept of certificates and Public Key Infrastructure (PKI)</a:t>
            </a:r>
          </a:p>
          <a:p>
            <a:r>
              <a:rPr lang="en-US" dirty="0"/>
              <a:t>Four important algorithms</a:t>
            </a:r>
          </a:p>
          <a:p>
            <a:pPr lvl="1"/>
            <a:r>
              <a:rPr lang="en-US" dirty="0">
                <a:solidFill>
                  <a:srgbClr val="D9D9D9"/>
                </a:solidFill>
              </a:rPr>
              <a:t>certificate request generation algorithm (by public key owner)</a:t>
            </a:r>
          </a:p>
          <a:p>
            <a:pPr lvl="1"/>
            <a:r>
              <a:rPr lang="en-US" dirty="0">
                <a:solidFill>
                  <a:srgbClr val="D9D9D9"/>
                </a:solidFill>
              </a:rPr>
              <a:t>certificate issuance algorithm (by CA)</a:t>
            </a:r>
          </a:p>
          <a:p>
            <a:pPr lvl="1"/>
            <a:r>
              <a:rPr lang="en-US" dirty="0"/>
              <a:t>certificate verification algorithm (by verifier)</a:t>
            </a:r>
          </a:p>
          <a:p>
            <a:pPr lvl="1"/>
            <a:r>
              <a:rPr lang="en-US" dirty="0">
                <a:solidFill>
                  <a:srgbClr val="D9D9D9"/>
                </a:solidFill>
              </a:rPr>
              <a:t>certificate revocation algorithm (by CA)</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16</a:t>
            </a:fld>
            <a:endParaRPr lang="en-US"/>
          </a:p>
        </p:txBody>
      </p:sp>
    </p:spTree>
    <p:extLst>
      <p:ext uri="{BB962C8B-B14F-4D97-AF65-F5344CB8AC3E}">
        <p14:creationId xmlns:p14="http://schemas.microsoft.com/office/powerpoint/2010/main" val="773421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911424" y="75736"/>
            <a:ext cx="8305800" cy="641350"/>
          </a:xfrm>
        </p:spPr>
        <p:txBody>
          <a:bodyPr/>
          <a:lstStyle/>
          <a:p>
            <a:pPr eaLnBrk="1" hangingPunct="1"/>
            <a:r>
              <a:rPr lang="en-US" dirty="0"/>
              <a:t>Certificate Verification</a:t>
            </a:r>
          </a:p>
        </p:txBody>
      </p:sp>
      <p:sp>
        <p:nvSpPr>
          <p:cNvPr id="10245" name="Rectangle 3"/>
          <p:cNvSpPr>
            <a:spLocks noGrp="1" noChangeArrowheads="1"/>
          </p:cNvSpPr>
          <p:nvPr>
            <p:ph idx="1"/>
          </p:nvPr>
        </p:nvSpPr>
        <p:spPr>
          <a:xfrm>
            <a:off x="911424" y="1124744"/>
            <a:ext cx="10508976" cy="4598182"/>
          </a:xfrm>
        </p:spPr>
        <p:txBody>
          <a:bodyPr/>
          <a:lstStyle/>
          <a:p>
            <a:r>
              <a:rPr lang="en-US" sz="2400" dirty="0"/>
              <a:t>A public key certificate is publicly verifiable, i.e. it can be verified by anyone.</a:t>
            </a:r>
          </a:p>
          <a:p>
            <a:pPr eaLnBrk="1" hangingPunct="1"/>
            <a:r>
              <a:rPr lang="en-US" sz="2400" dirty="0"/>
              <a:t>A user obtains a web server's certificate, either by receiving it from the server or retrieving it from some directory.</a:t>
            </a:r>
          </a:p>
          <a:p>
            <a:pPr eaLnBrk="1" hangingPunct="1"/>
            <a:r>
              <a:rPr lang="en-US" sz="2400" dirty="0"/>
              <a:t>To verify Alice’s certificate, Bob runs the following steps:</a:t>
            </a:r>
          </a:p>
          <a:p>
            <a:pPr marL="914400" lvl="1" indent="-457200">
              <a:buFont typeface="+mj-lt"/>
              <a:buAutoNum type="arabicPeriod"/>
            </a:pPr>
            <a:r>
              <a:rPr lang="en-US" sz="2400" dirty="0"/>
              <a:t>If it has expired, return false; otherwise, </a:t>
            </a:r>
          </a:p>
          <a:p>
            <a:pPr marL="914400" lvl="1" indent="-457200">
              <a:buFont typeface="+mj-lt"/>
              <a:buAutoNum type="arabicPeriod"/>
            </a:pPr>
            <a:r>
              <a:rPr lang="en-US" sz="2400" dirty="0"/>
              <a:t>verify the signature of the certificate with the certificate body using CA’s public key. If invalid, return false; </a:t>
            </a:r>
          </a:p>
          <a:p>
            <a:pPr marL="914400" lvl="1" indent="-457200">
              <a:buFont typeface="+mj-lt"/>
              <a:buAutoNum type="arabicPeriod"/>
            </a:pPr>
            <a:r>
              <a:rPr lang="en-US" sz="2400" dirty="0"/>
              <a:t>verify whether CA’s public key in use is trusted. If positive, return true; otherwise return false.</a:t>
            </a:r>
          </a:p>
          <a:p>
            <a:pPr marL="1200150" lvl="2" indent="-342900"/>
            <a:r>
              <a:rPr lang="en-US" u="sng" dirty="0">
                <a:solidFill>
                  <a:srgbClr val="C00000"/>
                </a:solidFill>
              </a:rPr>
              <a:t>How to verify CA’s public key???</a:t>
            </a:r>
          </a:p>
        </p:txBody>
      </p:sp>
      <p:sp>
        <p:nvSpPr>
          <p:cNvPr id="10243" name="Slide Number Placeholder 5"/>
          <p:cNvSpPr>
            <a:spLocks noGrp="1"/>
          </p:cNvSpPr>
          <p:nvPr>
            <p:ph type="sldNum" sz="quarter" idx="12"/>
          </p:nvPr>
        </p:nvSpPr>
        <p:spPr>
          <a:noFill/>
        </p:spPr>
        <p:txBody>
          <a:bodyPr/>
          <a:lstStyle/>
          <a:p>
            <a:fld id="{8038607C-8A7D-46E7-9B2A-B6771D6A9D2B}" type="slidenum">
              <a:rPr lang="en-US"/>
              <a:pPr/>
              <a:t>17</a:t>
            </a:fld>
            <a:endParaRPr lang="en-US"/>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511A93EF-34C2-A2F2-03C3-43CD53916EB4}"/>
                  </a:ext>
                </a:extLst>
              </p14:cNvPr>
              <p14:cNvContentPartPr/>
              <p14:nvPr/>
            </p14:nvContentPartPr>
            <p14:xfrm>
              <a:off x="4988134" y="4858154"/>
              <a:ext cx="1058760" cy="304200"/>
            </p14:xfrm>
          </p:contentPart>
        </mc:Choice>
        <mc:Fallback xmlns="">
          <p:pic>
            <p:nvPicPr>
              <p:cNvPr id="9" name="Ink 8">
                <a:extLst>
                  <a:ext uri="{FF2B5EF4-FFF2-40B4-BE49-F238E27FC236}">
                    <a16:creationId xmlns:a16="http://schemas.microsoft.com/office/drawing/2014/main" id="{511A93EF-34C2-A2F2-03C3-43CD53916EB4}"/>
                  </a:ext>
                </a:extLst>
              </p:cNvPr>
              <p:cNvPicPr/>
              <p:nvPr/>
            </p:nvPicPr>
            <p:blipFill>
              <a:blip r:embed="rId3"/>
              <a:stretch>
                <a:fillRect/>
              </a:stretch>
            </p:blipFill>
            <p:spPr>
              <a:xfrm>
                <a:off x="4977694" y="4847714"/>
                <a:ext cx="1080000" cy="325440"/>
              </a:xfrm>
              <a:prstGeom prst="rect">
                <a:avLst/>
              </a:prstGeom>
            </p:spPr>
          </p:pic>
        </mc:Fallback>
      </mc:AlternateContent>
    </p:spTree>
    <p:extLst>
      <p:ext uri="{BB962C8B-B14F-4D97-AF65-F5344CB8AC3E}">
        <p14:creationId xmlns:p14="http://schemas.microsoft.com/office/powerpoint/2010/main" val="57612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424" y="51411"/>
            <a:ext cx="8305800" cy="646331"/>
          </a:xfrm>
        </p:spPr>
        <p:txBody>
          <a:bodyPr/>
          <a:lstStyle/>
          <a:p>
            <a:r>
              <a:rPr lang="en-US" dirty="0"/>
              <a:t>Certification chain</a:t>
            </a:r>
          </a:p>
        </p:txBody>
      </p:sp>
      <p:sp>
        <p:nvSpPr>
          <p:cNvPr id="3" name="Content Placeholder 2"/>
          <p:cNvSpPr>
            <a:spLocks noGrp="1"/>
          </p:cNvSpPr>
          <p:nvPr>
            <p:ph idx="1"/>
          </p:nvPr>
        </p:nvSpPr>
        <p:spPr>
          <a:xfrm>
            <a:off x="914400" y="1022729"/>
            <a:ext cx="9790112" cy="3440942"/>
          </a:xfrm>
        </p:spPr>
        <p:txBody>
          <a:bodyPr/>
          <a:lstStyle/>
          <a:p>
            <a:r>
              <a:rPr lang="en-US" dirty="0"/>
              <a:t>Alice’s CA is certified by another CA.</a:t>
            </a:r>
          </a:p>
          <a:p>
            <a:r>
              <a:rPr lang="en-US" dirty="0"/>
              <a:t>Alice’s CA’s CA is certified by another CA.</a:t>
            </a:r>
          </a:p>
          <a:p>
            <a:r>
              <a:rPr lang="en-US" dirty="0"/>
              <a:t>Alice’s CA’s CA’s CA is certified by …</a:t>
            </a:r>
          </a:p>
          <a:p>
            <a:r>
              <a:rPr lang="en-US" dirty="0"/>
              <a:t> …..</a:t>
            </a:r>
          </a:p>
          <a:p>
            <a:r>
              <a:rPr lang="en-US" dirty="0"/>
              <a:t> </a:t>
            </a:r>
          </a:p>
        </p:txBody>
      </p:sp>
      <p:sp>
        <p:nvSpPr>
          <p:cNvPr id="4" name="Slide Number Placeholder 3"/>
          <p:cNvSpPr>
            <a:spLocks noGrp="1"/>
          </p:cNvSpPr>
          <p:nvPr>
            <p:ph type="sldNum" sz="quarter" idx="12"/>
          </p:nvPr>
        </p:nvSpPr>
        <p:spPr/>
        <p:txBody>
          <a:bodyPr/>
          <a:lstStyle/>
          <a:p>
            <a:pPr>
              <a:defRPr/>
            </a:pPr>
            <a:fld id="{33869BCE-D170-4E8E-8001-31554DBA6AA7}" type="slidenum">
              <a:rPr lang="en-US" smtClean="0"/>
              <a:pPr>
                <a:defRPr/>
              </a:pPr>
              <a:t>18</a:t>
            </a:fld>
            <a:endParaRPr lang="en-US"/>
          </a:p>
        </p:txBody>
      </p:sp>
      <p:pic>
        <p:nvPicPr>
          <p:cNvPr id="7" name="Picture 2"/>
          <p:cNvPicPr>
            <a:picLocks noChangeAspect="1" noChangeArrowheads="1"/>
          </p:cNvPicPr>
          <p:nvPr/>
        </p:nvPicPr>
        <p:blipFill>
          <a:blip r:embed="rId2"/>
          <a:srcRect/>
          <a:stretch>
            <a:fillRect/>
          </a:stretch>
        </p:blipFill>
        <p:spPr bwMode="auto">
          <a:xfrm>
            <a:off x="1740996" y="4147067"/>
            <a:ext cx="1547208" cy="1524000"/>
          </a:xfrm>
          <a:prstGeom prst="rect">
            <a:avLst/>
          </a:prstGeom>
          <a:noFill/>
          <a:ln w="9525">
            <a:noFill/>
            <a:miter lim="800000"/>
            <a:headEnd/>
            <a:tailEnd/>
          </a:ln>
          <a:effectLst/>
        </p:spPr>
      </p:pic>
      <p:sp>
        <p:nvSpPr>
          <p:cNvPr id="8" name="TextBox 7"/>
          <p:cNvSpPr txBox="1"/>
          <p:nvPr/>
        </p:nvSpPr>
        <p:spPr>
          <a:xfrm>
            <a:off x="3791744" y="4724401"/>
            <a:ext cx="6192688" cy="523220"/>
          </a:xfrm>
          <a:prstGeom prst="rect">
            <a:avLst/>
          </a:prstGeom>
          <a:noFill/>
        </p:spPr>
        <p:txBody>
          <a:bodyPr wrap="square" rtlCol="0">
            <a:spAutoFit/>
          </a:bodyPr>
          <a:lstStyle/>
          <a:p>
            <a:r>
              <a:rPr lang="en-US" sz="2800" b="1" dirty="0"/>
              <a:t>This must be ended at some CA!!</a:t>
            </a:r>
          </a:p>
        </p:txBody>
      </p:sp>
    </p:spTree>
    <p:extLst>
      <p:ext uri="{BB962C8B-B14F-4D97-AF65-F5344CB8AC3E}">
        <p14:creationId xmlns:p14="http://schemas.microsoft.com/office/powerpoint/2010/main" val="350763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Certification Chain</a:t>
            </a:r>
          </a:p>
        </p:txBody>
      </p:sp>
      <p:sp>
        <p:nvSpPr>
          <p:cNvPr id="4" name="Slide Number Placeholder 3"/>
          <p:cNvSpPr>
            <a:spLocks noGrp="1"/>
          </p:cNvSpPr>
          <p:nvPr>
            <p:ph type="sldNum" sz="quarter" idx="12"/>
          </p:nvPr>
        </p:nvSpPr>
        <p:spPr>
          <a:xfrm>
            <a:off x="10272464" y="6629400"/>
            <a:ext cx="1905000" cy="228600"/>
          </a:xfrm>
        </p:spPr>
        <p:txBody>
          <a:bodyPr/>
          <a:lstStyle/>
          <a:p>
            <a:pPr>
              <a:defRPr/>
            </a:pPr>
            <a:fld id="{33869BCE-D170-4E8E-8001-31554DBA6AA7}" type="slidenum">
              <a:rPr lang="en-US" smtClean="0"/>
              <a:pPr>
                <a:defRPr/>
              </a:pPr>
              <a:t>19</a:t>
            </a:fld>
            <a:endParaRPr lang="en-US" dirty="0"/>
          </a:p>
        </p:txBody>
      </p:sp>
      <p:pic>
        <p:nvPicPr>
          <p:cNvPr id="5" name="Picture 4"/>
          <p:cNvPicPr>
            <a:picLocks noChangeAspect="1"/>
          </p:cNvPicPr>
          <p:nvPr/>
        </p:nvPicPr>
        <p:blipFill>
          <a:blip r:embed="rId2"/>
          <a:stretch>
            <a:fillRect/>
          </a:stretch>
        </p:blipFill>
        <p:spPr>
          <a:xfrm>
            <a:off x="1522448" y="5469925"/>
            <a:ext cx="990600" cy="1115540"/>
          </a:xfrm>
          <a:prstGeom prst="rect">
            <a:avLst/>
          </a:prstGeom>
        </p:spPr>
      </p:pic>
      <p:sp>
        <p:nvSpPr>
          <p:cNvPr id="7" name="TextBox 6"/>
          <p:cNvSpPr txBox="1"/>
          <p:nvPr/>
        </p:nvSpPr>
        <p:spPr>
          <a:xfrm>
            <a:off x="1281697" y="4306327"/>
            <a:ext cx="1415772" cy="461665"/>
          </a:xfrm>
          <a:prstGeom prst="rect">
            <a:avLst/>
          </a:prstGeom>
          <a:noFill/>
        </p:spPr>
        <p:txBody>
          <a:bodyPr wrap="none" rtlCol="0">
            <a:spAutoFit/>
          </a:bodyPr>
          <a:lstStyle/>
          <a:p>
            <a:r>
              <a:rPr lang="en-US" sz="2400" dirty="0"/>
              <a:t>SCIS CA</a:t>
            </a:r>
          </a:p>
        </p:txBody>
      </p:sp>
      <p:sp>
        <p:nvSpPr>
          <p:cNvPr id="8" name="TextBox 7"/>
          <p:cNvSpPr txBox="1"/>
          <p:nvPr/>
        </p:nvSpPr>
        <p:spPr>
          <a:xfrm>
            <a:off x="1298528" y="2908214"/>
            <a:ext cx="1382110" cy="461665"/>
          </a:xfrm>
          <a:prstGeom prst="rect">
            <a:avLst/>
          </a:prstGeom>
          <a:noFill/>
        </p:spPr>
        <p:txBody>
          <a:bodyPr wrap="none" rtlCol="0">
            <a:spAutoFit/>
          </a:bodyPr>
          <a:lstStyle/>
          <a:p>
            <a:r>
              <a:rPr lang="en-US" sz="2400" dirty="0"/>
              <a:t>SMU CA</a:t>
            </a:r>
          </a:p>
        </p:txBody>
      </p:sp>
      <p:sp>
        <p:nvSpPr>
          <p:cNvPr id="9" name="TextBox 8"/>
          <p:cNvSpPr txBox="1"/>
          <p:nvPr/>
        </p:nvSpPr>
        <p:spPr>
          <a:xfrm>
            <a:off x="1195937" y="1617280"/>
            <a:ext cx="1398140" cy="461665"/>
          </a:xfrm>
          <a:prstGeom prst="rect">
            <a:avLst/>
          </a:prstGeom>
          <a:noFill/>
        </p:spPr>
        <p:txBody>
          <a:bodyPr wrap="none" rtlCol="0">
            <a:spAutoFit/>
          </a:bodyPr>
          <a:lstStyle/>
          <a:p>
            <a:r>
              <a:rPr lang="en-US" sz="2400" dirty="0"/>
              <a:t>MOE CA</a:t>
            </a:r>
          </a:p>
        </p:txBody>
      </p:sp>
      <p:cxnSp>
        <p:nvCxnSpPr>
          <p:cNvPr id="20" name="Straight Arrow Connector 19"/>
          <p:cNvCxnSpPr>
            <a:stCxn id="8" idx="2"/>
            <a:endCxn id="7" idx="0"/>
          </p:cNvCxnSpPr>
          <p:nvPr/>
        </p:nvCxnSpPr>
        <p:spPr>
          <a:xfrm>
            <a:off x="1989583" y="3369879"/>
            <a:ext cx="0" cy="936448"/>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a:off x="1976924" y="4767992"/>
            <a:ext cx="0" cy="533400"/>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cxnSpLocks/>
            <a:stCxn id="9" idx="2"/>
          </p:cNvCxnSpPr>
          <p:nvPr/>
        </p:nvCxnSpPr>
        <p:spPr>
          <a:xfrm>
            <a:off x="1895007" y="2078945"/>
            <a:ext cx="0" cy="788513"/>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262737" y="4741480"/>
            <a:ext cx="800219" cy="369332"/>
          </a:xfrm>
          <a:prstGeom prst="rect">
            <a:avLst/>
          </a:prstGeom>
          <a:noFill/>
        </p:spPr>
        <p:txBody>
          <a:bodyPr wrap="none" rtlCol="0">
            <a:spAutoFit/>
          </a:bodyPr>
          <a:lstStyle/>
          <a:p>
            <a:r>
              <a:rPr lang="en-US" dirty="0"/>
              <a:t>certify</a:t>
            </a:r>
          </a:p>
        </p:txBody>
      </p:sp>
      <p:sp>
        <p:nvSpPr>
          <p:cNvPr id="28" name="TextBox 27"/>
          <p:cNvSpPr txBox="1"/>
          <p:nvPr/>
        </p:nvSpPr>
        <p:spPr>
          <a:xfrm>
            <a:off x="2262737" y="3670215"/>
            <a:ext cx="800219" cy="369332"/>
          </a:xfrm>
          <a:prstGeom prst="rect">
            <a:avLst/>
          </a:prstGeom>
          <a:noFill/>
        </p:spPr>
        <p:txBody>
          <a:bodyPr wrap="none" rtlCol="0">
            <a:spAutoFit/>
          </a:bodyPr>
          <a:lstStyle/>
          <a:p>
            <a:r>
              <a:rPr lang="en-US" dirty="0"/>
              <a:t>certify</a:t>
            </a:r>
          </a:p>
        </p:txBody>
      </p:sp>
      <p:sp>
        <p:nvSpPr>
          <p:cNvPr id="29" name="TextBox 28"/>
          <p:cNvSpPr txBox="1"/>
          <p:nvPr/>
        </p:nvSpPr>
        <p:spPr>
          <a:xfrm>
            <a:off x="2262737" y="2379280"/>
            <a:ext cx="800219" cy="369332"/>
          </a:xfrm>
          <a:prstGeom prst="rect">
            <a:avLst/>
          </a:prstGeom>
          <a:noFill/>
        </p:spPr>
        <p:txBody>
          <a:bodyPr wrap="none" rtlCol="0">
            <a:spAutoFit/>
          </a:bodyPr>
          <a:lstStyle/>
          <a:p>
            <a:r>
              <a:rPr lang="en-US" dirty="0"/>
              <a:t>certify</a:t>
            </a:r>
          </a:p>
        </p:txBody>
      </p:sp>
      <p:sp>
        <p:nvSpPr>
          <p:cNvPr id="32" name="Freeform 31"/>
          <p:cNvSpPr/>
          <p:nvPr/>
        </p:nvSpPr>
        <p:spPr>
          <a:xfrm rot="16200000">
            <a:off x="1701883" y="952500"/>
            <a:ext cx="604155" cy="832756"/>
          </a:xfrm>
          <a:custGeom>
            <a:avLst/>
            <a:gdLst>
              <a:gd name="connsiteX0" fmla="*/ 11239 w 1292534"/>
              <a:gd name="connsiteY0" fmla="*/ 484571 h 934270"/>
              <a:gd name="connsiteX1" fmla="*/ 606884 w 1292534"/>
              <a:gd name="connsiteY1" fmla="*/ 934091 h 934270"/>
              <a:gd name="connsiteX2" fmla="*/ 1292438 w 1292534"/>
              <a:gd name="connsiteY2" fmla="*/ 439619 h 934270"/>
              <a:gd name="connsiteX3" fmla="*/ 651839 w 1292534"/>
              <a:gd name="connsiteY3" fmla="*/ 1336 h 934270"/>
              <a:gd name="connsiteX4" fmla="*/ 0 w 1292534"/>
              <a:gd name="connsiteY4" fmla="*/ 293524 h 934270"/>
              <a:gd name="connsiteX5" fmla="*/ 0 w 1292534"/>
              <a:gd name="connsiteY5" fmla="*/ 293524 h 934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2534" h="934270">
                <a:moveTo>
                  <a:pt x="11239" y="484571"/>
                </a:moveTo>
                <a:cubicBezTo>
                  <a:pt x="202295" y="713077"/>
                  <a:pt x="393351" y="941583"/>
                  <a:pt x="606884" y="934091"/>
                </a:cubicBezTo>
                <a:cubicBezTo>
                  <a:pt x="820417" y="926599"/>
                  <a:pt x="1284946" y="595078"/>
                  <a:pt x="1292438" y="439619"/>
                </a:cubicBezTo>
                <a:cubicBezTo>
                  <a:pt x="1299930" y="284160"/>
                  <a:pt x="867245" y="25685"/>
                  <a:pt x="651839" y="1336"/>
                </a:cubicBezTo>
                <a:cubicBezTo>
                  <a:pt x="436433" y="-23013"/>
                  <a:pt x="0" y="293524"/>
                  <a:pt x="0" y="293524"/>
                </a:cubicBezTo>
                <a:lnTo>
                  <a:pt x="0" y="293524"/>
                </a:lnTo>
              </a:path>
            </a:pathLst>
          </a:custGeom>
          <a:ln w="38100">
            <a:solidFill>
              <a:schemeClr val="accent2"/>
            </a:solidFill>
            <a:headEnd type="none"/>
            <a:tailEnd type="triangle"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TextBox 32"/>
          <p:cNvSpPr txBox="1"/>
          <p:nvPr/>
        </p:nvSpPr>
        <p:spPr>
          <a:xfrm>
            <a:off x="2346894" y="990601"/>
            <a:ext cx="1236236" cy="369332"/>
          </a:xfrm>
          <a:prstGeom prst="rect">
            <a:avLst/>
          </a:prstGeom>
          <a:noFill/>
        </p:spPr>
        <p:txBody>
          <a:bodyPr wrap="none" rtlCol="0">
            <a:spAutoFit/>
          </a:bodyPr>
          <a:lstStyle/>
          <a:p>
            <a:r>
              <a:rPr lang="en-US" dirty="0"/>
              <a:t>self-certify</a:t>
            </a:r>
          </a:p>
        </p:txBody>
      </p:sp>
      <p:sp>
        <p:nvSpPr>
          <p:cNvPr id="34" name="TextBox 33"/>
          <p:cNvSpPr txBox="1"/>
          <p:nvPr/>
        </p:nvSpPr>
        <p:spPr>
          <a:xfrm>
            <a:off x="3850814" y="1123104"/>
            <a:ext cx="7933817" cy="2308324"/>
          </a:xfrm>
          <a:prstGeom prst="rect">
            <a:avLst/>
          </a:prstGeom>
          <a:noFill/>
        </p:spPr>
        <p:txBody>
          <a:bodyPr wrap="square" rtlCol="0">
            <a:spAutoFit/>
          </a:bodyPr>
          <a:lstStyle/>
          <a:p>
            <a:r>
              <a:rPr lang="en-US" sz="2400" b="1" dirty="0"/>
              <a:t>Self-certify: </a:t>
            </a:r>
          </a:p>
          <a:p>
            <a:pPr marL="342900" indent="-342900">
              <a:buFont typeface="Arial"/>
              <a:buChar char="•"/>
            </a:pPr>
            <a:r>
              <a:rPr lang="en-US" sz="2400" dirty="0"/>
              <a:t>A CA can self-certify itself by signing its own public key using its private key.</a:t>
            </a:r>
          </a:p>
          <a:p>
            <a:pPr marL="342900" indent="-342900">
              <a:buFont typeface="Arial"/>
              <a:buChar char="•"/>
            </a:pPr>
            <a:r>
              <a:rPr lang="en-US" sz="2400" dirty="0"/>
              <a:t>Such a CA is called </a:t>
            </a:r>
            <a:r>
              <a:rPr lang="en-US" sz="2400" b="1" i="1" dirty="0"/>
              <a:t>root</a:t>
            </a:r>
            <a:r>
              <a:rPr lang="en-US" sz="2400" dirty="0"/>
              <a:t> CA. A root CA’s certificate is called a </a:t>
            </a:r>
            <a:r>
              <a:rPr lang="en-US" sz="2400" b="1" i="1" dirty="0"/>
              <a:t>self-signed</a:t>
            </a:r>
            <a:r>
              <a:rPr lang="en-US" sz="2400" dirty="0"/>
              <a:t> certificate.</a:t>
            </a:r>
          </a:p>
          <a:p>
            <a:pPr marL="342900" indent="-342900">
              <a:buFont typeface="Arial"/>
              <a:buChar char="•"/>
            </a:pPr>
            <a:r>
              <a:rPr lang="en-US" sz="2400" dirty="0"/>
              <a:t>Demo: Examples of root CAs in browsers.</a:t>
            </a:r>
          </a:p>
        </p:txBody>
      </p:sp>
      <p:sp>
        <p:nvSpPr>
          <p:cNvPr id="35" name="TextBox 34"/>
          <p:cNvSpPr txBox="1"/>
          <p:nvPr/>
        </p:nvSpPr>
        <p:spPr>
          <a:xfrm>
            <a:off x="407368" y="5796862"/>
            <a:ext cx="853119" cy="461665"/>
          </a:xfrm>
          <a:prstGeom prst="rect">
            <a:avLst/>
          </a:prstGeom>
          <a:noFill/>
        </p:spPr>
        <p:txBody>
          <a:bodyPr wrap="none" rtlCol="0">
            <a:spAutoFit/>
          </a:bodyPr>
          <a:lstStyle/>
          <a:p>
            <a:r>
              <a:rPr lang="en-US" sz="2400" dirty="0"/>
              <a:t>Alice</a:t>
            </a:r>
            <a:endParaRPr lang="en-US" dirty="0"/>
          </a:p>
        </p:txBody>
      </p:sp>
      <p:sp>
        <p:nvSpPr>
          <p:cNvPr id="36" name="TextBox 35"/>
          <p:cNvSpPr txBox="1"/>
          <p:nvPr/>
        </p:nvSpPr>
        <p:spPr>
          <a:xfrm>
            <a:off x="4077115" y="4141316"/>
            <a:ext cx="7262158" cy="1569660"/>
          </a:xfrm>
          <a:prstGeom prst="rect">
            <a:avLst/>
          </a:prstGeom>
          <a:noFill/>
        </p:spPr>
        <p:txBody>
          <a:bodyPr wrap="square" rtlCol="0">
            <a:spAutoFit/>
          </a:bodyPr>
          <a:lstStyle/>
          <a:p>
            <a:r>
              <a:rPr lang="en-US" sz="2400" u="sng" dirty="0"/>
              <a:t>To verify Alice’s certificate</a:t>
            </a:r>
            <a:r>
              <a:rPr lang="en-US" sz="2400" dirty="0"/>
              <a:t>, </a:t>
            </a:r>
          </a:p>
          <a:p>
            <a:pPr marL="342900" indent="-342900">
              <a:buFont typeface="Arial"/>
              <a:buChar char="•"/>
            </a:pPr>
            <a:r>
              <a:rPr lang="en-US" sz="2400" dirty="0"/>
              <a:t>Bob verifies all certificates along the chain (bottom-up), until he reaches the root CA.</a:t>
            </a:r>
          </a:p>
          <a:p>
            <a:pPr marL="342900" indent="-342900">
              <a:buFont typeface="Arial"/>
              <a:buChar char="•"/>
            </a:pPr>
            <a:r>
              <a:rPr lang="en-US" sz="2400" dirty="0"/>
              <a:t>Then, he </a:t>
            </a:r>
            <a:r>
              <a:rPr lang="en-US" sz="2400" b="1" u="sng" dirty="0"/>
              <a:t>decides</a:t>
            </a:r>
            <a:r>
              <a:rPr lang="en-US" sz="2400" dirty="0"/>
              <a:t> whether the root CA is trusted!</a:t>
            </a:r>
          </a:p>
        </p:txBody>
      </p:sp>
      <p:cxnSp>
        <p:nvCxnSpPr>
          <p:cNvPr id="38" name="Straight Arrow Connector 37"/>
          <p:cNvCxnSpPr>
            <a:stCxn id="8" idx="2"/>
          </p:cNvCxnSpPr>
          <p:nvPr/>
        </p:nvCxnSpPr>
        <p:spPr>
          <a:xfrm flipH="1">
            <a:off x="1282784" y="3369879"/>
            <a:ext cx="706799" cy="592521"/>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8" idx="2"/>
          </p:cNvCxnSpPr>
          <p:nvPr/>
        </p:nvCxnSpPr>
        <p:spPr>
          <a:xfrm flipH="1">
            <a:off x="977984" y="3369879"/>
            <a:ext cx="1011599" cy="287721"/>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9" idx="2"/>
          </p:cNvCxnSpPr>
          <p:nvPr/>
        </p:nvCxnSpPr>
        <p:spPr>
          <a:xfrm flipH="1">
            <a:off x="1511384" y="2078945"/>
            <a:ext cx="383623" cy="588055"/>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9" idx="2"/>
          </p:cNvCxnSpPr>
          <p:nvPr/>
        </p:nvCxnSpPr>
        <p:spPr>
          <a:xfrm flipH="1">
            <a:off x="977984" y="2078945"/>
            <a:ext cx="917023" cy="435655"/>
          </a:xfrm>
          <a:prstGeom prst="straightConnector1">
            <a:avLst/>
          </a:prstGeom>
          <a:ln>
            <a:solidFill>
              <a:srgbClr val="333399"/>
            </a:solidFill>
            <a:tailEnd type="arrow"/>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43" name="Ink 42">
                <a:extLst>
                  <a:ext uri="{FF2B5EF4-FFF2-40B4-BE49-F238E27FC236}">
                    <a16:creationId xmlns:a16="http://schemas.microsoft.com/office/drawing/2014/main" id="{2C8D70C9-6BB6-A430-D4F9-01CC41470DE8}"/>
                  </a:ext>
                </a:extLst>
              </p14:cNvPr>
              <p14:cNvContentPartPr/>
              <p14:nvPr/>
            </p14:nvContentPartPr>
            <p14:xfrm>
              <a:off x="2811846" y="1389289"/>
              <a:ext cx="665640" cy="526680"/>
            </p14:xfrm>
          </p:contentPart>
        </mc:Choice>
        <mc:Fallback xmlns="">
          <p:pic>
            <p:nvPicPr>
              <p:cNvPr id="43" name="Ink 42">
                <a:extLst>
                  <a:ext uri="{FF2B5EF4-FFF2-40B4-BE49-F238E27FC236}">
                    <a16:creationId xmlns:a16="http://schemas.microsoft.com/office/drawing/2014/main" id="{2C8D70C9-6BB6-A430-D4F9-01CC41470DE8}"/>
                  </a:ext>
                </a:extLst>
              </p:cNvPr>
              <p:cNvPicPr/>
              <p:nvPr/>
            </p:nvPicPr>
            <p:blipFill>
              <a:blip r:embed="rId4"/>
              <a:stretch>
                <a:fillRect/>
              </a:stretch>
            </p:blipFill>
            <p:spPr>
              <a:xfrm>
                <a:off x="2801046" y="1378842"/>
                <a:ext cx="686880" cy="54793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4" name="Ink 93">
                <a:extLst>
                  <a:ext uri="{FF2B5EF4-FFF2-40B4-BE49-F238E27FC236}">
                    <a16:creationId xmlns:a16="http://schemas.microsoft.com/office/drawing/2014/main" id="{BA6A4F38-2912-330D-DDE9-B7D984837A92}"/>
                  </a:ext>
                </a:extLst>
              </p14:cNvPr>
              <p14:cNvContentPartPr/>
              <p14:nvPr/>
            </p14:nvContentPartPr>
            <p14:xfrm>
              <a:off x="2843266" y="4478730"/>
              <a:ext cx="884160" cy="1834920"/>
            </p14:xfrm>
          </p:contentPart>
        </mc:Choice>
        <mc:Fallback xmlns="">
          <p:pic>
            <p:nvPicPr>
              <p:cNvPr id="94" name="Ink 93">
                <a:extLst>
                  <a:ext uri="{FF2B5EF4-FFF2-40B4-BE49-F238E27FC236}">
                    <a16:creationId xmlns:a16="http://schemas.microsoft.com/office/drawing/2014/main" id="{BA6A4F38-2912-330D-DDE9-B7D984837A92}"/>
                  </a:ext>
                </a:extLst>
              </p:cNvPr>
              <p:cNvPicPr/>
              <p:nvPr/>
            </p:nvPicPr>
            <p:blipFill>
              <a:blip r:embed="rId6"/>
              <a:stretch>
                <a:fillRect/>
              </a:stretch>
            </p:blipFill>
            <p:spPr>
              <a:xfrm>
                <a:off x="2832822" y="4468290"/>
                <a:ext cx="905409" cy="1856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5" name="Ink 94">
                <a:extLst>
                  <a:ext uri="{FF2B5EF4-FFF2-40B4-BE49-F238E27FC236}">
                    <a16:creationId xmlns:a16="http://schemas.microsoft.com/office/drawing/2014/main" id="{AFE28819-211C-1E71-32A7-A18138585960}"/>
                  </a:ext>
                </a:extLst>
              </p14:cNvPr>
              <p14:cNvContentPartPr/>
              <p14:nvPr/>
            </p14:nvContentPartPr>
            <p14:xfrm>
              <a:off x="966674" y="4584445"/>
              <a:ext cx="145800" cy="48960"/>
            </p14:xfrm>
          </p:contentPart>
        </mc:Choice>
        <mc:Fallback xmlns="">
          <p:pic>
            <p:nvPicPr>
              <p:cNvPr id="95" name="Ink 94">
                <a:extLst>
                  <a:ext uri="{FF2B5EF4-FFF2-40B4-BE49-F238E27FC236}">
                    <a16:creationId xmlns:a16="http://schemas.microsoft.com/office/drawing/2014/main" id="{AFE28819-211C-1E71-32A7-A18138585960}"/>
                  </a:ext>
                </a:extLst>
              </p:cNvPr>
              <p:cNvPicPr/>
              <p:nvPr/>
            </p:nvPicPr>
            <p:blipFill>
              <a:blip r:embed="rId8"/>
              <a:stretch>
                <a:fillRect/>
              </a:stretch>
            </p:blipFill>
            <p:spPr>
              <a:xfrm>
                <a:off x="955874" y="4573645"/>
                <a:ext cx="1670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2" name="Ink 121">
                <a:extLst>
                  <a:ext uri="{FF2B5EF4-FFF2-40B4-BE49-F238E27FC236}">
                    <a16:creationId xmlns:a16="http://schemas.microsoft.com/office/drawing/2014/main" id="{F0CD2A1E-4A31-D4F5-41F7-04B78E1DC1D7}"/>
                  </a:ext>
                </a:extLst>
              </p14:cNvPr>
              <p14:cNvContentPartPr/>
              <p14:nvPr/>
            </p14:nvContentPartPr>
            <p14:xfrm>
              <a:off x="186914" y="3069925"/>
              <a:ext cx="856440" cy="537480"/>
            </p14:xfrm>
          </p:contentPart>
        </mc:Choice>
        <mc:Fallback xmlns="">
          <p:pic>
            <p:nvPicPr>
              <p:cNvPr id="122" name="Ink 121">
                <a:extLst>
                  <a:ext uri="{FF2B5EF4-FFF2-40B4-BE49-F238E27FC236}">
                    <a16:creationId xmlns:a16="http://schemas.microsoft.com/office/drawing/2014/main" id="{F0CD2A1E-4A31-D4F5-41F7-04B78E1DC1D7}"/>
                  </a:ext>
                </a:extLst>
              </p:cNvPr>
              <p:cNvPicPr/>
              <p:nvPr/>
            </p:nvPicPr>
            <p:blipFill>
              <a:blip r:embed="rId10"/>
              <a:stretch>
                <a:fillRect/>
              </a:stretch>
            </p:blipFill>
            <p:spPr>
              <a:xfrm>
                <a:off x="176474" y="3059485"/>
                <a:ext cx="87768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3" name="Ink 122">
                <a:extLst>
                  <a:ext uri="{FF2B5EF4-FFF2-40B4-BE49-F238E27FC236}">
                    <a16:creationId xmlns:a16="http://schemas.microsoft.com/office/drawing/2014/main" id="{A2B3B86E-DB23-9885-D442-BC15AA8AA4BD}"/>
                  </a:ext>
                </a:extLst>
              </p14:cNvPr>
              <p14:cNvContentPartPr/>
              <p14:nvPr/>
            </p14:nvContentPartPr>
            <p14:xfrm>
              <a:off x="519554" y="4745365"/>
              <a:ext cx="655200" cy="379800"/>
            </p14:xfrm>
          </p:contentPart>
        </mc:Choice>
        <mc:Fallback xmlns="">
          <p:pic>
            <p:nvPicPr>
              <p:cNvPr id="123" name="Ink 122">
                <a:extLst>
                  <a:ext uri="{FF2B5EF4-FFF2-40B4-BE49-F238E27FC236}">
                    <a16:creationId xmlns:a16="http://schemas.microsoft.com/office/drawing/2014/main" id="{A2B3B86E-DB23-9885-D442-BC15AA8AA4BD}"/>
                  </a:ext>
                </a:extLst>
              </p:cNvPr>
              <p:cNvPicPr/>
              <p:nvPr/>
            </p:nvPicPr>
            <p:blipFill>
              <a:blip r:embed="rId12"/>
              <a:stretch>
                <a:fillRect/>
              </a:stretch>
            </p:blipFill>
            <p:spPr>
              <a:xfrm>
                <a:off x="509114" y="4734575"/>
                <a:ext cx="676440" cy="4010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3" name="Ink 142">
                <a:extLst>
                  <a:ext uri="{FF2B5EF4-FFF2-40B4-BE49-F238E27FC236}">
                    <a16:creationId xmlns:a16="http://schemas.microsoft.com/office/drawing/2014/main" id="{EAEA9EF1-F66D-74D7-696A-83FD7A0F4192}"/>
                  </a:ext>
                </a:extLst>
              </p14:cNvPr>
              <p14:cNvContentPartPr/>
              <p14:nvPr/>
            </p14:nvContentPartPr>
            <p14:xfrm>
              <a:off x="232274" y="1243754"/>
              <a:ext cx="939240" cy="679680"/>
            </p14:xfrm>
          </p:contentPart>
        </mc:Choice>
        <mc:Fallback xmlns="">
          <p:pic>
            <p:nvPicPr>
              <p:cNvPr id="143" name="Ink 142">
                <a:extLst>
                  <a:ext uri="{FF2B5EF4-FFF2-40B4-BE49-F238E27FC236}">
                    <a16:creationId xmlns:a16="http://schemas.microsoft.com/office/drawing/2014/main" id="{EAEA9EF1-F66D-74D7-696A-83FD7A0F4192}"/>
                  </a:ext>
                </a:extLst>
              </p:cNvPr>
              <p:cNvPicPr/>
              <p:nvPr/>
            </p:nvPicPr>
            <p:blipFill>
              <a:blip r:embed="rId14"/>
              <a:stretch>
                <a:fillRect/>
              </a:stretch>
            </p:blipFill>
            <p:spPr>
              <a:xfrm>
                <a:off x="221830" y="1233314"/>
                <a:ext cx="960488"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7" name="Ink 156">
                <a:extLst>
                  <a:ext uri="{FF2B5EF4-FFF2-40B4-BE49-F238E27FC236}">
                    <a16:creationId xmlns:a16="http://schemas.microsoft.com/office/drawing/2014/main" id="{586FF03D-C7D5-3A9A-FBD6-4C77285D31C4}"/>
                  </a:ext>
                </a:extLst>
              </p14:cNvPr>
              <p14:cNvContentPartPr/>
              <p14:nvPr/>
            </p14:nvContentPartPr>
            <p14:xfrm>
              <a:off x="530960" y="5107611"/>
              <a:ext cx="730080" cy="207000"/>
            </p14:xfrm>
          </p:contentPart>
        </mc:Choice>
        <mc:Fallback xmlns="">
          <p:pic>
            <p:nvPicPr>
              <p:cNvPr id="157" name="Ink 156">
                <a:extLst>
                  <a:ext uri="{FF2B5EF4-FFF2-40B4-BE49-F238E27FC236}">
                    <a16:creationId xmlns:a16="http://schemas.microsoft.com/office/drawing/2014/main" id="{586FF03D-C7D5-3A9A-FBD6-4C77285D31C4}"/>
                  </a:ext>
                </a:extLst>
              </p:cNvPr>
              <p:cNvPicPr/>
              <p:nvPr/>
            </p:nvPicPr>
            <p:blipFill>
              <a:blip r:embed="rId16"/>
              <a:stretch>
                <a:fillRect/>
              </a:stretch>
            </p:blipFill>
            <p:spPr>
              <a:xfrm>
                <a:off x="520160" y="5097153"/>
                <a:ext cx="751320" cy="228277"/>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9" name="Ink 168">
                <a:extLst>
                  <a:ext uri="{FF2B5EF4-FFF2-40B4-BE49-F238E27FC236}">
                    <a16:creationId xmlns:a16="http://schemas.microsoft.com/office/drawing/2014/main" id="{02A7146A-6FED-1F45-C274-04046DDFBCCC}"/>
                  </a:ext>
                </a:extLst>
              </p14:cNvPr>
              <p14:cNvContentPartPr/>
              <p14:nvPr/>
            </p14:nvContentPartPr>
            <p14:xfrm>
              <a:off x="625640" y="5303811"/>
              <a:ext cx="536040" cy="200880"/>
            </p14:xfrm>
          </p:contentPart>
        </mc:Choice>
        <mc:Fallback xmlns="">
          <p:pic>
            <p:nvPicPr>
              <p:cNvPr id="169" name="Ink 168">
                <a:extLst>
                  <a:ext uri="{FF2B5EF4-FFF2-40B4-BE49-F238E27FC236}">
                    <a16:creationId xmlns:a16="http://schemas.microsoft.com/office/drawing/2014/main" id="{02A7146A-6FED-1F45-C274-04046DDFBCCC}"/>
                  </a:ext>
                </a:extLst>
              </p:cNvPr>
              <p:cNvPicPr/>
              <p:nvPr/>
            </p:nvPicPr>
            <p:blipFill>
              <a:blip r:embed="rId18"/>
              <a:stretch>
                <a:fillRect/>
              </a:stretch>
            </p:blipFill>
            <p:spPr>
              <a:xfrm>
                <a:off x="614840" y="5293011"/>
                <a:ext cx="5572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6" name="Ink 185">
                <a:extLst>
                  <a:ext uri="{FF2B5EF4-FFF2-40B4-BE49-F238E27FC236}">
                    <a16:creationId xmlns:a16="http://schemas.microsoft.com/office/drawing/2014/main" id="{6981FCA2-4A07-3745-CEAB-71A6CE19DE3F}"/>
                  </a:ext>
                </a:extLst>
              </p14:cNvPr>
              <p14:cNvContentPartPr/>
              <p14:nvPr/>
            </p14:nvContentPartPr>
            <p14:xfrm>
              <a:off x="1506752" y="81720"/>
              <a:ext cx="592200" cy="236880"/>
            </p14:xfrm>
          </p:contentPart>
        </mc:Choice>
        <mc:Fallback xmlns="">
          <p:pic>
            <p:nvPicPr>
              <p:cNvPr id="186" name="Ink 185">
                <a:extLst>
                  <a:ext uri="{FF2B5EF4-FFF2-40B4-BE49-F238E27FC236}">
                    <a16:creationId xmlns:a16="http://schemas.microsoft.com/office/drawing/2014/main" id="{6981FCA2-4A07-3745-CEAB-71A6CE19DE3F}"/>
                  </a:ext>
                </a:extLst>
              </p:cNvPr>
              <p:cNvPicPr/>
              <p:nvPr/>
            </p:nvPicPr>
            <p:blipFill>
              <a:blip r:embed="rId20"/>
              <a:stretch>
                <a:fillRect/>
              </a:stretch>
            </p:blipFill>
            <p:spPr>
              <a:xfrm>
                <a:off x="1496306" y="71296"/>
                <a:ext cx="613453" cy="25808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7" name="Ink 186">
                <a:extLst>
                  <a:ext uri="{FF2B5EF4-FFF2-40B4-BE49-F238E27FC236}">
                    <a16:creationId xmlns:a16="http://schemas.microsoft.com/office/drawing/2014/main" id="{B57CAB79-0BB6-5B6B-D7B2-D23BBB177523}"/>
                  </a:ext>
                </a:extLst>
              </p14:cNvPr>
              <p14:cNvContentPartPr/>
              <p14:nvPr/>
            </p14:nvContentPartPr>
            <p14:xfrm>
              <a:off x="936872" y="108360"/>
              <a:ext cx="410040" cy="208440"/>
            </p14:xfrm>
          </p:contentPart>
        </mc:Choice>
        <mc:Fallback xmlns="">
          <p:pic>
            <p:nvPicPr>
              <p:cNvPr id="187" name="Ink 186">
                <a:extLst>
                  <a:ext uri="{FF2B5EF4-FFF2-40B4-BE49-F238E27FC236}">
                    <a16:creationId xmlns:a16="http://schemas.microsoft.com/office/drawing/2014/main" id="{B57CAB79-0BB6-5B6B-D7B2-D23BBB177523}"/>
                  </a:ext>
                </a:extLst>
              </p:cNvPr>
              <p:cNvPicPr/>
              <p:nvPr/>
            </p:nvPicPr>
            <p:blipFill>
              <a:blip r:embed="rId22"/>
              <a:stretch>
                <a:fillRect/>
              </a:stretch>
            </p:blipFill>
            <p:spPr>
              <a:xfrm>
                <a:off x="926072" y="97560"/>
                <a:ext cx="43128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8" name="Ink 187">
                <a:extLst>
                  <a:ext uri="{FF2B5EF4-FFF2-40B4-BE49-F238E27FC236}">
                    <a16:creationId xmlns:a16="http://schemas.microsoft.com/office/drawing/2014/main" id="{08BE4925-E22C-3F3F-4FC7-F5FFB4A65769}"/>
                  </a:ext>
                </a:extLst>
              </p14:cNvPr>
              <p14:cNvContentPartPr/>
              <p14:nvPr/>
            </p14:nvContentPartPr>
            <p14:xfrm>
              <a:off x="327752" y="78120"/>
              <a:ext cx="459720" cy="1140840"/>
            </p14:xfrm>
          </p:contentPart>
        </mc:Choice>
        <mc:Fallback xmlns="">
          <p:pic>
            <p:nvPicPr>
              <p:cNvPr id="188" name="Ink 187">
                <a:extLst>
                  <a:ext uri="{FF2B5EF4-FFF2-40B4-BE49-F238E27FC236}">
                    <a16:creationId xmlns:a16="http://schemas.microsoft.com/office/drawing/2014/main" id="{08BE4925-E22C-3F3F-4FC7-F5FFB4A65769}"/>
                  </a:ext>
                </a:extLst>
              </p:cNvPr>
              <p:cNvPicPr/>
              <p:nvPr/>
            </p:nvPicPr>
            <p:blipFill>
              <a:blip r:embed="rId24"/>
              <a:stretch>
                <a:fillRect/>
              </a:stretch>
            </p:blipFill>
            <p:spPr>
              <a:xfrm>
                <a:off x="316960" y="67677"/>
                <a:ext cx="480943" cy="1162087"/>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2" name="Ink 191">
                <a:extLst>
                  <a:ext uri="{FF2B5EF4-FFF2-40B4-BE49-F238E27FC236}">
                    <a16:creationId xmlns:a16="http://schemas.microsoft.com/office/drawing/2014/main" id="{C2BEBB87-7878-485E-797B-8AF817081862}"/>
                  </a:ext>
                </a:extLst>
              </p14:cNvPr>
              <p14:cNvContentPartPr/>
              <p14:nvPr/>
            </p14:nvContentPartPr>
            <p14:xfrm>
              <a:off x="2215952" y="133200"/>
              <a:ext cx="456480" cy="230040"/>
            </p14:xfrm>
          </p:contentPart>
        </mc:Choice>
        <mc:Fallback xmlns="">
          <p:pic>
            <p:nvPicPr>
              <p:cNvPr id="192" name="Ink 191">
                <a:extLst>
                  <a:ext uri="{FF2B5EF4-FFF2-40B4-BE49-F238E27FC236}">
                    <a16:creationId xmlns:a16="http://schemas.microsoft.com/office/drawing/2014/main" id="{C2BEBB87-7878-485E-797B-8AF817081862}"/>
                  </a:ext>
                </a:extLst>
              </p:cNvPr>
              <p:cNvPicPr/>
              <p:nvPr/>
            </p:nvPicPr>
            <p:blipFill>
              <a:blip r:embed="rId26"/>
              <a:stretch>
                <a:fillRect/>
              </a:stretch>
            </p:blipFill>
            <p:spPr>
              <a:xfrm>
                <a:off x="2205152" y="122760"/>
                <a:ext cx="4777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5" name="Ink 204">
                <a:extLst>
                  <a:ext uri="{FF2B5EF4-FFF2-40B4-BE49-F238E27FC236}">
                    <a16:creationId xmlns:a16="http://schemas.microsoft.com/office/drawing/2014/main" id="{7A6D5C9D-EA26-A9DA-9252-A78CA11EDB92}"/>
                  </a:ext>
                </a:extLst>
              </p14:cNvPr>
              <p14:cNvContentPartPr/>
              <p14:nvPr/>
            </p14:nvContentPartPr>
            <p14:xfrm>
              <a:off x="4289021" y="181080"/>
              <a:ext cx="288000" cy="128880"/>
            </p14:xfrm>
          </p:contentPart>
        </mc:Choice>
        <mc:Fallback xmlns="">
          <p:pic>
            <p:nvPicPr>
              <p:cNvPr id="205" name="Ink 204">
                <a:extLst>
                  <a:ext uri="{FF2B5EF4-FFF2-40B4-BE49-F238E27FC236}">
                    <a16:creationId xmlns:a16="http://schemas.microsoft.com/office/drawing/2014/main" id="{7A6D5C9D-EA26-A9DA-9252-A78CA11EDB92}"/>
                  </a:ext>
                </a:extLst>
              </p:cNvPr>
              <p:cNvPicPr/>
              <p:nvPr/>
            </p:nvPicPr>
            <p:blipFill>
              <a:blip r:embed="rId28"/>
              <a:stretch>
                <a:fillRect/>
              </a:stretch>
            </p:blipFill>
            <p:spPr>
              <a:xfrm>
                <a:off x="4278568" y="170640"/>
                <a:ext cx="309267"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6" name="Ink 205">
                <a:extLst>
                  <a:ext uri="{FF2B5EF4-FFF2-40B4-BE49-F238E27FC236}">
                    <a16:creationId xmlns:a16="http://schemas.microsoft.com/office/drawing/2014/main" id="{EE35C537-91CE-96FF-46FB-B479B2EB706D}"/>
                  </a:ext>
                </a:extLst>
              </p14:cNvPr>
              <p14:cNvContentPartPr/>
              <p14:nvPr/>
            </p14:nvContentPartPr>
            <p14:xfrm>
              <a:off x="2801141" y="150480"/>
              <a:ext cx="1327680" cy="256680"/>
            </p14:xfrm>
          </p:contentPart>
        </mc:Choice>
        <mc:Fallback xmlns="">
          <p:pic>
            <p:nvPicPr>
              <p:cNvPr id="206" name="Ink 205">
                <a:extLst>
                  <a:ext uri="{FF2B5EF4-FFF2-40B4-BE49-F238E27FC236}">
                    <a16:creationId xmlns:a16="http://schemas.microsoft.com/office/drawing/2014/main" id="{EE35C537-91CE-96FF-46FB-B479B2EB706D}"/>
                  </a:ext>
                </a:extLst>
              </p:cNvPr>
              <p:cNvPicPr/>
              <p:nvPr/>
            </p:nvPicPr>
            <p:blipFill>
              <a:blip r:embed="rId30"/>
              <a:stretch>
                <a:fillRect/>
              </a:stretch>
            </p:blipFill>
            <p:spPr>
              <a:xfrm>
                <a:off x="2790701" y="139695"/>
                <a:ext cx="1348920" cy="27789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2" name="Ink 211">
                <a:extLst>
                  <a:ext uri="{FF2B5EF4-FFF2-40B4-BE49-F238E27FC236}">
                    <a16:creationId xmlns:a16="http://schemas.microsoft.com/office/drawing/2014/main" id="{09F1A950-F70B-A83A-C316-47F70C29392D}"/>
                  </a:ext>
                </a:extLst>
              </p14:cNvPr>
              <p14:cNvContentPartPr/>
              <p14:nvPr/>
            </p14:nvContentPartPr>
            <p14:xfrm>
              <a:off x="4738661" y="186480"/>
              <a:ext cx="443880" cy="222120"/>
            </p14:xfrm>
          </p:contentPart>
        </mc:Choice>
        <mc:Fallback xmlns="">
          <p:pic>
            <p:nvPicPr>
              <p:cNvPr id="212" name="Ink 211">
                <a:extLst>
                  <a:ext uri="{FF2B5EF4-FFF2-40B4-BE49-F238E27FC236}">
                    <a16:creationId xmlns:a16="http://schemas.microsoft.com/office/drawing/2014/main" id="{09F1A950-F70B-A83A-C316-47F70C29392D}"/>
                  </a:ext>
                </a:extLst>
              </p:cNvPr>
              <p:cNvPicPr/>
              <p:nvPr/>
            </p:nvPicPr>
            <p:blipFill>
              <a:blip r:embed="rId32"/>
              <a:stretch>
                <a:fillRect/>
              </a:stretch>
            </p:blipFill>
            <p:spPr>
              <a:xfrm>
                <a:off x="4728213" y="175697"/>
                <a:ext cx="465137" cy="24332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8" name="Ink 227">
                <a:extLst>
                  <a:ext uri="{FF2B5EF4-FFF2-40B4-BE49-F238E27FC236}">
                    <a16:creationId xmlns:a16="http://schemas.microsoft.com/office/drawing/2014/main" id="{4DFFB6D6-8497-CEAE-EF7C-5F5170CC8392}"/>
                  </a:ext>
                </a:extLst>
              </p14:cNvPr>
              <p14:cNvContentPartPr/>
              <p14:nvPr/>
            </p14:nvContentPartPr>
            <p14:xfrm>
              <a:off x="5214594" y="820800"/>
              <a:ext cx="624600" cy="178200"/>
            </p14:xfrm>
          </p:contentPart>
        </mc:Choice>
        <mc:Fallback xmlns="">
          <p:pic>
            <p:nvPicPr>
              <p:cNvPr id="228" name="Ink 227">
                <a:extLst>
                  <a:ext uri="{FF2B5EF4-FFF2-40B4-BE49-F238E27FC236}">
                    <a16:creationId xmlns:a16="http://schemas.microsoft.com/office/drawing/2014/main" id="{4DFFB6D6-8497-CEAE-EF7C-5F5170CC8392}"/>
                  </a:ext>
                </a:extLst>
              </p:cNvPr>
              <p:cNvPicPr/>
              <p:nvPr/>
            </p:nvPicPr>
            <p:blipFill>
              <a:blip r:embed="rId34"/>
              <a:stretch>
                <a:fillRect/>
              </a:stretch>
            </p:blipFill>
            <p:spPr>
              <a:xfrm>
                <a:off x="5204148" y="810000"/>
                <a:ext cx="645852"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9" name="Ink 228">
                <a:extLst>
                  <a:ext uri="{FF2B5EF4-FFF2-40B4-BE49-F238E27FC236}">
                    <a16:creationId xmlns:a16="http://schemas.microsoft.com/office/drawing/2014/main" id="{E84D85F7-FE97-1460-E8D2-5B9A76AC0145}"/>
                  </a:ext>
                </a:extLst>
              </p14:cNvPr>
              <p14:cNvContentPartPr/>
              <p14:nvPr/>
            </p14:nvContentPartPr>
            <p14:xfrm>
              <a:off x="5075994" y="527040"/>
              <a:ext cx="550800" cy="201600"/>
            </p14:xfrm>
          </p:contentPart>
        </mc:Choice>
        <mc:Fallback xmlns="">
          <p:pic>
            <p:nvPicPr>
              <p:cNvPr id="229" name="Ink 228">
                <a:extLst>
                  <a:ext uri="{FF2B5EF4-FFF2-40B4-BE49-F238E27FC236}">
                    <a16:creationId xmlns:a16="http://schemas.microsoft.com/office/drawing/2014/main" id="{E84D85F7-FE97-1460-E8D2-5B9A76AC0145}"/>
                  </a:ext>
                </a:extLst>
              </p:cNvPr>
              <p:cNvPicPr/>
              <p:nvPr/>
            </p:nvPicPr>
            <p:blipFill>
              <a:blip r:embed="rId36"/>
              <a:stretch>
                <a:fillRect/>
              </a:stretch>
            </p:blipFill>
            <p:spPr>
              <a:xfrm>
                <a:off x="5065201" y="516259"/>
                <a:ext cx="572026" cy="222802"/>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0" name="Ink 229">
                <a:extLst>
                  <a:ext uri="{FF2B5EF4-FFF2-40B4-BE49-F238E27FC236}">
                    <a16:creationId xmlns:a16="http://schemas.microsoft.com/office/drawing/2014/main" id="{ADE1AEE1-EF2A-7068-EF60-656AA551F4AB}"/>
                  </a:ext>
                </a:extLst>
              </p14:cNvPr>
              <p14:cNvContentPartPr/>
              <p14:nvPr/>
            </p14:nvContentPartPr>
            <p14:xfrm>
              <a:off x="5417994" y="263520"/>
              <a:ext cx="273960" cy="180360"/>
            </p14:xfrm>
          </p:contentPart>
        </mc:Choice>
        <mc:Fallback xmlns="">
          <p:pic>
            <p:nvPicPr>
              <p:cNvPr id="230" name="Ink 229">
                <a:extLst>
                  <a:ext uri="{FF2B5EF4-FFF2-40B4-BE49-F238E27FC236}">
                    <a16:creationId xmlns:a16="http://schemas.microsoft.com/office/drawing/2014/main" id="{ADE1AEE1-EF2A-7068-EF60-656AA551F4AB}"/>
                  </a:ext>
                </a:extLst>
              </p:cNvPr>
              <p:cNvPicPr/>
              <p:nvPr/>
            </p:nvPicPr>
            <p:blipFill>
              <a:blip r:embed="rId38"/>
              <a:stretch>
                <a:fillRect/>
              </a:stretch>
            </p:blipFill>
            <p:spPr>
              <a:xfrm>
                <a:off x="5407194" y="253080"/>
                <a:ext cx="2952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4" name="Ink 233">
                <a:extLst>
                  <a:ext uri="{FF2B5EF4-FFF2-40B4-BE49-F238E27FC236}">
                    <a16:creationId xmlns:a16="http://schemas.microsoft.com/office/drawing/2014/main" id="{9DB78F15-8C11-4B4B-01C8-D7C7011EA148}"/>
                  </a:ext>
                </a:extLst>
              </p14:cNvPr>
              <p14:cNvContentPartPr/>
              <p14:nvPr/>
            </p14:nvContentPartPr>
            <p14:xfrm>
              <a:off x="5907234" y="844920"/>
              <a:ext cx="441360" cy="154080"/>
            </p14:xfrm>
          </p:contentPart>
        </mc:Choice>
        <mc:Fallback xmlns="">
          <p:pic>
            <p:nvPicPr>
              <p:cNvPr id="234" name="Ink 233">
                <a:extLst>
                  <a:ext uri="{FF2B5EF4-FFF2-40B4-BE49-F238E27FC236}">
                    <a16:creationId xmlns:a16="http://schemas.microsoft.com/office/drawing/2014/main" id="{9DB78F15-8C11-4B4B-01C8-D7C7011EA148}"/>
                  </a:ext>
                </a:extLst>
              </p:cNvPr>
              <p:cNvPicPr/>
              <p:nvPr/>
            </p:nvPicPr>
            <p:blipFill>
              <a:blip r:embed="rId40"/>
              <a:stretch>
                <a:fillRect/>
              </a:stretch>
            </p:blipFill>
            <p:spPr>
              <a:xfrm>
                <a:off x="5896443" y="834480"/>
                <a:ext cx="462583"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6" name="Ink 265">
                <a:extLst>
                  <a:ext uri="{FF2B5EF4-FFF2-40B4-BE49-F238E27FC236}">
                    <a16:creationId xmlns:a16="http://schemas.microsoft.com/office/drawing/2014/main" id="{682BA5C9-B73A-B5FF-03C6-8F2B76DFFA5E}"/>
                  </a:ext>
                </a:extLst>
              </p14:cNvPr>
              <p14:cNvContentPartPr/>
              <p14:nvPr/>
            </p14:nvContentPartPr>
            <p14:xfrm>
              <a:off x="6606393" y="260640"/>
              <a:ext cx="884520" cy="499320"/>
            </p14:xfrm>
          </p:contentPart>
        </mc:Choice>
        <mc:Fallback xmlns="">
          <p:pic>
            <p:nvPicPr>
              <p:cNvPr id="266" name="Ink 265">
                <a:extLst>
                  <a:ext uri="{FF2B5EF4-FFF2-40B4-BE49-F238E27FC236}">
                    <a16:creationId xmlns:a16="http://schemas.microsoft.com/office/drawing/2014/main" id="{682BA5C9-B73A-B5FF-03C6-8F2B76DFFA5E}"/>
                  </a:ext>
                </a:extLst>
              </p:cNvPr>
              <p:cNvPicPr/>
              <p:nvPr/>
            </p:nvPicPr>
            <p:blipFill>
              <a:blip r:embed="rId42"/>
              <a:stretch>
                <a:fillRect/>
              </a:stretch>
            </p:blipFill>
            <p:spPr>
              <a:xfrm>
                <a:off x="6595593" y="250192"/>
                <a:ext cx="905760" cy="520575"/>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7" name="Ink 296">
                <a:extLst>
                  <a:ext uri="{FF2B5EF4-FFF2-40B4-BE49-F238E27FC236}">
                    <a16:creationId xmlns:a16="http://schemas.microsoft.com/office/drawing/2014/main" id="{6FC00759-3C2D-8726-3CBD-3AD3D9A13FD0}"/>
                  </a:ext>
                </a:extLst>
              </p14:cNvPr>
              <p14:cNvContentPartPr/>
              <p14:nvPr/>
            </p14:nvContentPartPr>
            <p14:xfrm>
              <a:off x="6654633" y="880200"/>
              <a:ext cx="963000" cy="664920"/>
            </p14:xfrm>
          </p:contentPart>
        </mc:Choice>
        <mc:Fallback xmlns="">
          <p:pic>
            <p:nvPicPr>
              <p:cNvPr id="297" name="Ink 296">
                <a:extLst>
                  <a:ext uri="{FF2B5EF4-FFF2-40B4-BE49-F238E27FC236}">
                    <a16:creationId xmlns:a16="http://schemas.microsoft.com/office/drawing/2014/main" id="{6FC00759-3C2D-8726-3CBD-3AD3D9A13FD0}"/>
                  </a:ext>
                </a:extLst>
              </p:cNvPr>
              <p:cNvPicPr/>
              <p:nvPr/>
            </p:nvPicPr>
            <p:blipFill>
              <a:blip r:embed="rId44"/>
              <a:stretch>
                <a:fillRect/>
              </a:stretch>
            </p:blipFill>
            <p:spPr>
              <a:xfrm>
                <a:off x="6643837" y="869400"/>
                <a:ext cx="984232" cy="6861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3" name="Ink 352">
                <a:extLst>
                  <a:ext uri="{FF2B5EF4-FFF2-40B4-BE49-F238E27FC236}">
                    <a16:creationId xmlns:a16="http://schemas.microsoft.com/office/drawing/2014/main" id="{2C083E33-B961-58D6-3FBC-49B59430531B}"/>
                  </a:ext>
                </a:extLst>
              </p14:cNvPr>
              <p14:cNvContentPartPr/>
              <p14:nvPr/>
            </p14:nvContentPartPr>
            <p14:xfrm>
              <a:off x="3734785" y="3431069"/>
              <a:ext cx="1945800" cy="785520"/>
            </p14:xfrm>
          </p:contentPart>
        </mc:Choice>
        <mc:Fallback xmlns="">
          <p:pic>
            <p:nvPicPr>
              <p:cNvPr id="353" name="Ink 352">
                <a:extLst>
                  <a:ext uri="{FF2B5EF4-FFF2-40B4-BE49-F238E27FC236}">
                    <a16:creationId xmlns:a16="http://schemas.microsoft.com/office/drawing/2014/main" id="{2C083E33-B961-58D6-3FBC-49B59430531B}"/>
                  </a:ext>
                </a:extLst>
              </p:cNvPr>
              <p:cNvPicPr/>
              <p:nvPr/>
            </p:nvPicPr>
            <p:blipFill>
              <a:blip r:embed="rId46"/>
              <a:stretch>
                <a:fillRect/>
              </a:stretch>
            </p:blipFill>
            <p:spPr>
              <a:xfrm>
                <a:off x="3724345" y="3420629"/>
                <a:ext cx="1967040" cy="806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67" name="Ink 366">
                <a:extLst>
                  <a:ext uri="{FF2B5EF4-FFF2-40B4-BE49-F238E27FC236}">
                    <a16:creationId xmlns:a16="http://schemas.microsoft.com/office/drawing/2014/main" id="{17672856-9266-3209-D7D1-2E616B8D769D}"/>
                  </a:ext>
                </a:extLst>
              </p14:cNvPr>
              <p14:cNvContentPartPr/>
              <p14:nvPr/>
            </p14:nvContentPartPr>
            <p14:xfrm>
              <a:off x="6213789" y="3953869"/>
              <a:ext cx="646560" cy="204840"/>
            </p14:xfrm>
          </p:contentPart>
        </mc:Choice>
        <mc:Fallback xmlns="">
          <p:pic>
            <p:nvPicPr>
              <p:cNvPr id="367" name="Ink 366">
                <a:extLst>
                  <a:ext uri="{FF2B5EF4-FFF2-40B4-BE49-F238E27FC236}">
                    <a16:creationId xmlns:a16="http://schemas.microsoft.com/office/drawing/2014/main" id="{17672856-9266-3209-D7D1-2E616B8D769D}"/>
                  </a:ext>
                </a:extLst>
              </p:cNvPr>
              <p:cNvPicPr/>
              <p:nvPr/>
            </p:nvPicPr>
            <p:blipFill>
              <a:blip r:embed="rId48"/>
              <a:stretch>
                <a:fillRect/>
              </a:stretch>
            </p:blipFill>
            <p:spPr>
              <a:xfrm>
                <a:off x="6203349" y="3943069"/>
                <a:ext cx="6678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8" name="Ink 367">
                <a:extLst>
                  <a:ext uri="{FF2B5EF4-FFF2-40B4-BE49-F238E27FC236}">
                    <a16:creationId xmlns:a16="http://schemas.microsoft.com/office/drawing/2014/main" id="{62DC2BAC-F947-5FBE-5346-A1CAE4B22B2D}"/>
                  </a:ext>
                </a:extLst>
              </p14:cNvPr>
              <p14:cNvContentPartPr/>
              <p14:nvPr/>
            </p14:nvContentPartPr>
            <p14:xfrm>
              <a:off x="5821029" y="3962149"/>
              <a:ext cx="243000" cy="182880"/>
            </p14:xfrm>
          </p:contentPart>
        </mc:Choice>
        <mc:Fallback xmlns="">
          <p:pic>
            <p:nvPicPr>
              <p:cNvPr id="368" name="Ink 367">
                <a:extLst>
                  <a:ext uri="{FF2B5EF4-FFF2-40B4-BE49-F238E27FC236}">
                    <a16:creationId xmlns:a16="http://schemas.microsoft.com/office/drawing/2014/main" id="{62DC2BAC-F947-5FBE-5346-A1CAE4B22B2D}"/>
                  </a:ext>
                </a:extLst>
              </p:cNvPr>
              <p:cNvPicPr/>
              <p:nvPr/>
            </p:nvPicPr>
            <p:blipFill>
              <a:blip r:embed="rId50"/>
              <a:stretch>
                <a:fillRect/>
              </a:stretch>
            </p:blipFill>
            <p:spPr>
              <a:xfrm>
                <a:off x="5810574" y="3951709"/>
                <a:ext cx="264272" cy="204120"/>
              </a:xfrm>
              <a:prstGeom prst="rect">
                <a:avLst/>
              </a:prstGeom>
            </p:spPr>
          </p:pic>
        </mc:Fallback>
      </mc:AlternateContent>
    </p:spTree>
    <p:extLst>
      <p:ext uri="{BB962C8B-B14F-4D97-AF65-F5344CB8AC3E}">
        <p14:creationId xmlns:p14="http://schemas.microsoft.com/office/powerpoint/2010/main" val="171684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196A-23A1-3640-AD72-FBBCCF65ADDC}"/>
              </a:ext>
            </a:extLst>
          </p:cNvPr>
          <p:cNvSpPr>
            <a:spLocks noGrp="1"/>
          </p:cNvSpPr>
          <p:nvPr>
            <p:ph type="title"/>
          </p:nvPr>
        </p:nvSpPr>
        <p:spPr>
          <a:xfrm>
            <a:off x="335360" y="115528"/>
            <a:ext cx="11074400" cy="641350"/>
          </a:xfrm>
        </p:spPr>
        <p:txBody>
          <a:bodyPr/>
          <a:lstStyle/>
          <a:p>
            <a:r>
              <a:rPr lang="en-US" dirty="0"/>
              <a:t>Use of Certificate in Internet</a:t>
            </a:r>
          </a:p>
        </p:txBody>
      </p:sp>
      <p:sp>
        <p:nvSpPr>
          <p:cNvPr id="4" name="Slide Number Placeholder 3">
            <a:extLst>
              <a:ext uri="{FF2B5EF4-FFF2-40B4-BE49-F238E27FC236}">
                <a16:creationId xmlns:a16="http://schemas.microsoft.com/office/drawing/2014/main" id="{8C48BD27-54F5-C444-BAD1-91926F5E6B9E}"/>
              </a:ext>
            </a:extLst>
          </p:cNvPr>
          <p:cNvSpPr>
            <a:spLocks noGrp="1"/>
          </p:cNvSpPr>
          <p:nvPr>
            <p:ph type="sldNum" sz="quarter" idx="12"/>
          </p:nvPr>
        </p:nvSpPr>
        <p:spPr>
          <a:xfrm>
            <a:off x="10464800" y="6645412"/>
            <a:ext cx="1727200" cy="228600"/>
          </a:xfrm>
        </p:spPr>
        <p:txBody>
          <a:bodyPr/>
          <a:lstStyle/>
          <a:p>
            <a:pPr>
              <a:defRPr/>
            </a:pPr>
            <a:fld id="{36D7DA8A-A668-4056-92C5-6EB6B12BA1D4}" type="slidenum">
              <a:rPr lang="en-US" smtClean="0"/>
              <a:pPr>
                <a:defRPr/>
              </a:pPr>
              <a:t>20</a:t>
            </a:fld>
            <a:endParaRPr lang="en-US"/>
          </a:p>
        </p:txBody>
      </p:sp>
      <p:pic>
        <p:nvPicPr>
          <p:cNvPr id="6" name="Picture 5">
            <a:extLst>
              <a:ext uri="{FF2B5EF4-FFF2-40B4-BE49-F238E27FC236}">
                <a16:creationId xmlns:a16="http://schemas.microsoft.com/office/drawing/2014/main" id="{F670AA25-0C66-0948-88F9-EC56FA6D878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08000" y="1078607"/>
            <a:ext cx="1555552" cy="1555552"/>
          </a:xfrm>
          <a:prstGeom prst="rect">
            <a:avLst/>
          </a:prstGeom>
        </p:spPr>
      </p:pic>
      <p:pic>
        <p:nvPicPr>
          <p:cNvPr id="9" name="Picture 8" descr="Logo, icon&#10;&#10;Description automatically generated">
            <a:extLst>
              <a:ext uri="{FF2B5EF4-FFF2-40B4-BE49-F238E27FC236}">
                <a16:creationId xmlns:a16="http://schemas.microsoft.com/office/drawing/2014/main" id="{5C76C9AD-3549-154B-962D-AFF7994E6C7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618296" y="1013575"/>
            <a:ext cx="1685616" cy="1685616"/>
          </a:xfrm>
          <a:prstGeom prst="rect">
            <a:avLst/>
          </a:prstGeom>
        </p:spPr>
      </p:pic>
      <p:pic>
        <p:nvPicPr>
          <p:cNvPr id="16" name="Graphic 15" descr="Computer outline">
            <a:extLst>
              <a:ext uri="{FF2B5EF4-FFF2-40B4-BE49-F238E27FC236}">
                <a16:creationId xmlns:a16="http://schemas.microsoft.com/office/drawing/2014/main" id="{45F9153B-FA1D-8F4C-9D60-AAFAA87B61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96400" y="764704"/>
            <a:ext cx="2183358" cy="2183358"/>
          </a:xfrm>
          <a:prstGeom prst="rect">
            <a:avLst/>
          </a:prstGeom>
        </p:spPr>
      </p:pic>
      <p:cxnSp>
        <p:nvCxnSpPr>
          <p:cNvPr id="20" name="Straight Arrow Connector 19">
            <a:extLst>
              <a:ext uri="{FF2B5EF4-FFF2-40B4-BE49-F238E27FC236}">
                <a16:creationId xmlns:a16="http://schemas.microsoft.com/office/drawing/2014/main" id="{10604D56-6956-FD43-A334-B2C715FA5B30}"/>
              </a:ext>
            </a:extLst>
          </p:cNvPr>
          <p:cNvCxnSpPr>
            <a:stCxn id="6" idx="3"/>
            <a:endCxn id="9" idx="1"/>
          </p:cNvCxnSpPr>
          <p:nvPr/>
        </p:nvCxnSpPr>
        <p:spPr>
          <a:xfrm>
            <a:off x="2063552" y="1856383"/>
            <a:ext cx="155474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4DE4711-2C5D-364E-B983-614AC55DE3EC}"/>
              </a:ext>
            </a:extLst>
          </p:cNvPr>
          <p:cNvSpPr txBox="1"/>
          <p:nvPr/>
        </p:nvSpPr>
        <p:spPr>
          <a:xfrm>
            <a:off x="1953404" y="1474742"/>
            <a:ext cx="1608197" cy="369332"/>
          </a:xfrm>
          <a:prstGeom prst="rect">
            <a:avLst/>
          </a:prstGeom>
          <a:noFill/>
        </p:spPr>
        <p:txBody>
          <a:bodyPr wrap="none" rtlCol="0">
            <a:spAutoFit/>
          </a:bodyPr>
          <a:lstStyle/>
          <a:p>
            <a:r>
              <a:rPr lang="en-US" dirty="0" err="1"/>
              <a:t>www.abc.com</a:t>
            </a:r>
            <a:endParaRPr lang="en-US" dirty="0"/>
          </a:p>
        </p:txBody>
      </p:sp>
      <p:cxnSp>
        <p:nvCxnSpPr>
          <p:cNvPr id="23" name="Straight Arrow Connector 22">
            <a:extLst>
              <a:ext uri="{FF2B5EF4-FFF2-40B4-BE49-F238E27FC236}">
                <a16:creationId xmlns:a16="http://schemas.microsoft.com/office/drawing/2014/main" id="{DD8560A6-B680-4E4E-B115-7DCB8F837F59}"/>
              </a:ext>
            </a:extLst>
          </p:cNvPr>
          <p:cNvCxnSpPr>
            <a:cxnSpLocks/>
            <a:stCxn id="9" idx="3"/>
            <a:endCxn id="16" idx="1"/>
          </p:cNvCxnSpPr>
          <p:nvPr/>
        </p:nvCxnSpPr>
        <p:spPr>
          <a:xfrm>
            <a:off x="5303912" y="1856383"/>
            <a:ext cx="43924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4FA92CE-6F59-C34C-9B35-F8710421B0B6}"/>
              </a:ext>
            </a:extLst>
          </p:cNvPr>
          <p:cNvSpPr txBox="1"/>
          <p:nvPr/>
        </p:nvSpPr>
        <p:spPr>
          <a:xfrm>
            <a:off x="6264809" y="1474742"/>
            <a:ext cx="2480166" cy="369332"/>
          </a:xfrm>
          <a:prstGeom prst="rect">
            <a:avLst/>
          </a:prstGeom>
          <a:noFill/>
        </p:spPr>
        <p:txBody>
          <a:bodyPr wrap="none" rtlCol="0">
            <a:spAutoFit/>
          </a:bodyPr>
          <a:lstStyle/>
          <a:p>
            <a:r>
              <a:rPr lang="en-US" dirty="0"/>
              <a:t>Request for Certificate</a:t>
            </a:r>
          </a:p>
        </p:txBody>
      </p:sp>
      <p:cxnSp>
        <p:nvCxnSpPr>
          <p:cNvPr id="28" name="Straight Arrow Connector 27">
            <a:extLst>
              <a:ext uri="{FF2B5EF4-FFF2-40B4-BE49-F238E27FC236}">
                <a16:creationId xmlns:a16="http://schemas.microsoft.com/office/drawing/2014/main" id="{37B25932-1D32-2943-B601-C85C2E286C30}"/>
              </a:ext>
            </a:extLst>
          </p:cNvPr>
          <p:cNvCxnSpPr/>
          <p:nvPr/>
        </p:nvCxnSpPr>
        <p:spPr>
          <a:xfrm flipH="1">
            <a:off x="5303912" y="2060848"/>
            <a:ext cx="43924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Vertical Scroll 28">
            <a:extLst>
              <a:ext uri="{FF2B5EF4-FFF2-40B4-BE49-F238E27FC236}">
                <a16:creationId xmlns:a16="http://schemas.microsoft.com/office/drawing/2014/main" id="{47AF0600-9FF3-BE44-A238-F957E6BB3901}"/>
              </a:ext>
            </a:extLst>
          </p:cNvPr>
          <p:cNvSpPr/>
          <p:nvPr/>
        </p:nvSpPr>
        <p:spPr>
          <a:xfrm>
            <a:off x="6858656" y="2132856"/>
            <a:ext cx="2088232" cy="1296144"/>
          </a:xfrm>
          <a:prstGeom prst="verticalScroll">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www.abc.com</a:t>
            </a:r>
            <a:endParaRPr lang="en-US" dirty="0">
              <a:solidFill>
                <a:schemeClr val="tx1"/>
              </a:solidFill>
            </a:endParaRPr>
          </a:p>
        </p:txBody>
      </p:sp>
      <p:pic>
        <p:nvPicPr>
          <p:cNvPr id="34" name="Picture 33" descr="A picture containing cookie cutter, light, vector graphics&#10;&#10;Description automatically generated">
            <a:extLst>
              <a:ext uri="{FF2B5EF4-FFF2-40B4-BE49-F238E27FC236}">
                <a16:creationId xmlns:a16="http://schemas.microsoft.com/office/drawing/2014/main" id="{ECD207EA-5C3A-7247-BF2A-73E47425B2AD}"/>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8184233" y="3020070"/>
            <a:ext cx="762656" cy="762656"/>
          </a:xfrm>
          <a:prstGeom prst="rect">
            <a:avLst/>
          </a:prstGeom>
        </p:spPr>
      </p:pic>
      <p:sp>
        <p:nvSpPr>
          <p:cNvPr id="36" name="TextBox 35">
            <a:extLst>
              <a:ext uri="{FF2B5EF4-FFF2-40B4-BE49-F238E27FC236}">
                <a16:creationId xmlns:a16="http://schemas.microsoft.com/office/drawing/2014/main" id="{5A42BD51-9D56-264A-979A-FCF0E9C7BC65}"/>
              </a:ext>
            </a:extLst>
          </p:cNvPr>
          <p:cNvSpPr txBox="1"/>
          <p:nvPr/>
        </p:nvSpPr>
        <p:spPr>
          <a:xfrm>
            <a:off x="2801320" y="2524235"/>
            <a:ext cx="1458476" cy="1754326"/>
          </a:xfrm>
          <a:prstGeom prst="rect">
            <a:avLst/>
          </a:prstGeom>
          <a:solidFill>
            <a:srgbClr val="92D050"/>
          </a:solidFill>
          <a:ln w="25400">
            <a:solidFill>
              <a:schemeClr val="tx1"/>
            </a:solidFill>
          </a:ln>
          <a:effectLst>
            <a:outerShdw blurRad="50800" dist="38100" dir="2700000" algn="tl" rotWithShape="0">
              <a:prstClr val="black">
                <a:alpha val="40000"/>
              </a:prstClr>
            </a:outerShdw>
          </a:effectLst>
        </p:spPr>
        <p:txBody>
          <a:bodyPr wrap="none" rtlCol="0">
            <a:spAutoFit/>
          </a:bodyPr>
          <a:lstStyle/>
          <a:p>
            <a:r>
              <a:rPr lang="en-US" dirty="0">
                <a:highlight>
                  <a:srgbClr val="FFFF00"/>
                </a:highlight>
              </a:rPr>
              <a:t>Trusted CAs</a:t>
            </a:r>
          </a:p>
          <a:p>
            <a:r>
              <a:rPr lang="en-US" dirty="0"/>
              <a:t>1. …</a:t>
            </a:r>
          </a:p>
          <a:p>
            <a:r>
              <a:rPr lang="en-US" dirty="0"/>
              <a:t>2. …</a:t>
            </a:r>
          </a:p>
          <a:p>
            <a:r>
              <a:rPr lang="en-US" dirty="0"/>
              <a:t>3.…</a:t>
            </a:r>
          </a:p>
          <a:p>
            <a:r>
              <a:rPr lang="en-US" dirty="0"/>
              <a:t>4. …</a:t>
            </a:r>
          </a:p>
          <a:p>
            <a:r>
              <a:rPr lang="en-US" dirty="0"/>
              <a:t>….</a:t>
            </a:r>
          </a:p>
        </p:txBody>
      </p:sp>
      <p:sp>
        <p:nvSpPr>
          <p:cNvPr id="43" name="TextBox 42">
            <a:extLst>
              <a:ext uri="{FF2B5EF4-FFF2-40B4-BE49-F238E27FC236}">
                <a16:creationId xmlns:a16="http://schemas.microsoft.com/office/drawing/2014/main" id="{75BB1D1F-1102-2A41-ABCD-D657DBE572AE}"/>
              </a:ext>
            </a:extLst>
          </p:cNvPr>
          <p:cNvSpPr txBox="1"/>
          <p:nvPr/>
        </p:nvSpPr>
        <p:spPr>
          <a:xfrm>
            <a:off x="5240957" y="2211178"/>
            <a:ext cx="1736373" cy="369332"/>
          </a:xfrm>
          <a:prstGeom prst="rect">
            <a:avLst/>
          </a:prstGeom>
          <a:noFill/>
          <a:ln w="25400">
            <a:noFill/>
          </a:ln>
        </p:spPr>
        <p:txBody>
          <a:bodyPr wrap="none" rtlCol="0">
            <a:spAutoFit/>
          </a:bodyPr>
          <a:lstStyle/>
          <a:p>
            <a:pPr algn="l"/>
            <a:r>
              <a:rPr lang="en-US" dirty="0"/>
              <a:t>Here is my cert</a:t>
            </a:r>
          </a:p>
        </p:txBody>
      </p:sp>
      <p:grpSp>
        <p:nvGrpSpPr>
          <p:cNvPr id="87" name="Group 86">
            <a:extLst>
              <a:ext uri="{FF2B5EF4-FFF2-40B4-BE49-F238E27FC236}">
                <a16:creationId xmlns:a16="http://schemas.microsoft.com/office/drawing/2014/main" id="{684F1176-BECC-0C4A-B225-D0C3ADB75C9D}"/>
              </a:ext>
            </a:extLst>
          </p:cNvPr>
          <p:cNvGrpSpPr/>
          <p:nvPr/>
        </p:nvGrpSpPr>
        <p:grpSpPr>
          <a:xfrm>
            <a:off x="191344" y="4365104"/>
            <a:ext cx="10770425" cy="1735814"/>
            <a:chOff x="191344" y="4365104"/>
            <a:chExt cx="10770425" cy="1735814"/>
          </a:xfrm>
        </p:grpSpPr>
        <p:sp>
          <p:nvSpPr>
            <p:cNvPr id="37" name="TextBox 36">
              <a:extLst>
                <a:ext uri="{FF2B5EF4-FFF2-40B4-BE49-F238E27FC236}">
                  <a16:creationId xmlns:a16="http://schemas.microsoft.com/office/drawing/2014/main" id="{C5F056B8-CC18-A945-ACBD-7DA9124790FF}"/>
                </a:ext>
              </a:extLst>
            </p:cNvPr>
            <p:cNvSpPr txBox="1"/>
            <p:nvPr/>
          </p:nvSpPr>
          <p:spPr>
            <a:xfrm>
              <a:off x="191344" y="4496539"/>
              <a:ext cx="2116293" cy="646331"/>
            </a:xfrm>
            <a:prstGeom prst="rect">
              <a:avLst/>
            </a:prstGeom>
            <a:noFill/>
            <a:ln w="25400">
              <a:solidFill>
                <a:schemeClr val="tx1"/>
              </a:solidFill>
            </a:ln>
          </p:spPr>
          <p:txBody>
            <a:bodyPr wrap="square" rtlCol="0">
              <a:spAutoFit/>
            </a:bodyPr>
            <a:lstStyle/>
            <a:p>
              <a:r>
                <a:rPr lang="en-US" dirty="0"/>
                <a:t>If the cert is for </a:t>
              </a:r>
              <a:r>
                <a:rPr lang="en-US" dirty="0" err="1"/>
                <a:t>www.abc.com</a:t>
              </a:r>
              <a:endParaRPr lang="en-US" dirty="0"/>
            </a:p>
          </p:txBody>
        </p:sp>
        <p:sp>
          <p:nvSpPr>
            <p:cNvPr id="39" name="TextBox 38">
              <a:extLst>
                <a:ext uri="{FF2B5EF4-FFF2-40B4-BE49-F238E27FC236}">
                  <a16:creationId xmlns:a16="http://schemas.microsoft.com/office/drawing/2014/main" id="{E843B299-6DF4-DD41-996F-CEE49211C7FB}"/>
                </a:ext>
              </a:extLst>
            </p:cNvPr>
            <p:cNvSpPr txBox="1"/>
            <p:nvPr/>
          </p:nvSpPr>
          <p:spPr>
            <a:xfrm>
              <a:off x="3546818" y="4496539"/>
              <a:ext cx="2387349" cy="646331"/>
            </a:xfrm>
            <a:prstGeom prst="rect">
              <a:avLst/>
            </a:prstGeom>
            <a:noFill/>
            <a:ln w="25400">
              <a:solidFill>
                <a:schemeClr val="tx1"/>
              </a:solidFill>
            </a:ln>
          </p:spPr>
          <p:txBody>
            <a:bodyPr wrap="square" rtlCol="0">
              <a:spAutoFit/>
            </a:bodyPr>
            <a:lstStyle/>
            <a:p>
              <a:r>
                <a:rPr lang="en-US" dirty="0"/>
                <a:t>If the cert is verified as valid </a:t>
              </a:r>
            </a:p>
          </p:txBody>
        </p:sp>
        <p:sp>
          <p:nvSpPr>
            <p:cNvPr id="40" name="TextBox 39">
              <a:extLst>
                <a:ext uri="{FF2B5EF4-FFF2-40B4-BE49-F238E27FC236}">
                  <a16:creationId xmlns:a16="http://schemas.microsoft.com/office/drawing/2014/main" id="{FDF091EA-0D8F-6747-AC57-9146246107DC}"/>
                </a:ext>
              </a:extLst>
            </p:cNvPr>
            <p:cNvSpPr txBox="1"/>
            <p:nvPr/>
          </p:nvSpPr>
          <p:spPr>
            <a:xfrm>
              <a:off x="7056758" y="4496539"/>
              <a:ext cx="2639642" cy="646331"/>
            </a:xfrm>
            <a:prstGeom prst="rect">
              <a:avLst/>
            </a:prstGeom>
            <a:noFill/>
            <a:ln w="25400">
              <a:solidFill>
                <a:schemeClr val="tx1"/>
              </a:solidFill>
            </a:ln>
          </p:spPr>
          <p:txBody>
            <a:bodyPr wrap="square" rtlCol="0">
              <a:spAutoFit/>
            </a:bodyPr>
            <a:lstStyle/>
            <a:p>
              <a:r>
                <a:rPr lang="en-US" dirty="0"/>
                <a:t>Anyone of its chain is on Trusted CA list?</a:t>
              </a:r>
            </a:p>
          </p:txBody>
        </p:sp>
        <p:cxnSp>
          <p:nvCxnSpPr>
            <p:cNvPr id="45" name="Straight Arrow Connector 44">
              <a:extLst>
                <a:ext uri="{FF2B5EF4-FFF2-40B4-BE49-F238E27FC236}">
                  <a16:creationId xmlns:a16="http://schemas.microsoft.com/office/drawing/2014/main" id="{87B67762-3E84-E543-AF49-1EA0D70F95F0}"/>
                </a:ext>
              </a:extLst>
            </p:cNvPr>
            <p:cNvCxnSpPr>
              <a:cxnSpLocks/>
              <a:stCxn id="37" idx="3"/>
              <a:endCxn id="39" idx="1"/>
            </p:cNvCxnSpPr>
            <p:nvPr/>
          </p:nvCxnSpPr>
          <p:spPr>
            <a:xfrm>
              <a:off x="2307637" y="4819705"/>
              <a:ext cx="12391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321A94F-475E-DE47-B88E-ADE063A5EBC0}"/>
                </a:ext>
              </a:extLst>
            </p:cNvPr>
            <p:cNvCxnSpPr>
              <a:cxnSpLocks/>
              <a:stCxn id="39" idx="3"/>
              <a:endCxn id="40" idx="1"/>
            </p:cNvCxnSpPr>
            <p:nvPr/>
          </p:nvCxnSpPr>
          <p:spPr>
            <a:xfrm>
              <a:off x="5934167" y="4819705"/>
              <a:ext cx="112259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57DBAF4-7099-D34D-B42B-AAB43198043D}"/>
                </a:ext>
              </a:extLst>
            </p:cNvPr>
            <p:cNvSpPr txBox="1"/>
            <p:nvPr/>
          </p:nvSpPr>
          <p:spPr>
            <a:xfrm>
              <a:off x="2765815" y="4472667"/>
              <a:ext cx="338554" cy="369332"/>
            </a:xfrm>
            <a:prstGeom prst="rect">
              <a:avLst/>
            </a:prstGeom>
            <a:noFill/>
            <a:ln w="25400">
              <a:noFill/>
            </a:ln>
          </p:spPr>
          <p:txBody>
            <a:bodyPr wrap="none" rtlCol="0">
              <a:spAutoFit/>
            </a:bodyPr>
            <a:lstStyle/>
            <a:p>
              <a:pPr algn="l"/>
              <a:r>
                <a:rPr lang="en-US" dirty="0"/>
                <a:t>Y</a:t>
              </a:r>
            </a:p>
          </p:txBody>
        </p:sp>
        <p:sp>
          <p:nvSpPr>
            <p:cNvPr id="49" name="TextBox 48">
              <a:extLst>
                <a:ext uri="{FF2B5EF4-FFF2-40B4-BE49-F238E27FC236}">
                  <a16:creationId xmlns:a16="http://schemas.microsoft.com/office/drawing/2014/main" id="{F0CBDF3F-AA86-8643-9BCD-7DA1FBEE36A1}"/>
                </a:ext>
              </a:extLst>
            </p:cNvPr>
            <p:cNvSpPr txBox="1"/>
            <p:nvPr/>
          </p:nvSpPr>
          <p:spPr>
            <a:xfrm>
              <a:off x="6240016" y="4455204"/>
              <a:ext cx="338554" cy="369332"/>
            </a:xfrm>
            <a:prstGeom prst="rect">
              <a:avLst/>
            </a:prstGeom>
            <a:noFill/>
            <a:ln w="25400">
              <a:noFill/>
            </a:ln>
          </p:spPr>
          <p:txBody>
            <a:bodyPr wrap="none" rtlCol="0">
              <a:spAutoFit/>
            </a:bodyPr>
            <a:lstStyle/>
            <a:p>
              <a:pPr algn="l"/>
              <a:r>
                <a:rPr lang="en-US" dirty="0"/>
                <a:t>Y</a:t>
              </a:r>
            </a:p>
          </p:txBody>
        </p:sp>
        <p:sp>
          <p:nvSpPr>
            <p:cNvPr id="50" name="TextBox 49">
              <a:extLst>
                <a:ext uri="{FF2B5EF4-FFF2-40B4-BE49-F238E27FC236}">
                  <a16:creationId xmlns:a16="http://schemas.microsoft.com/office/drawing/2014/main" id="{44EB4CA6-1C42-2042-A1BE-6CB118F6A507}"/>
                </a:ext>
              </a:extLst>
            </p:cNvPr>
            <p:cNvSpPr txBox="1"/>
            <p:nvPr/>
          </p:nvSpPr>
          <p:spPr>
            <a:xfrm>
              <a:off x="2712643" y="5561644"/>
              <a:ext cx="736099" cy="369332"/>
            </a:xfrm>
            <a:prstGeom prst="rect">
              <a:avLst/>
            </a:prstGeom>
            <a:noFill/>
            <a:ln w="25400">
              <a:noFill/>
            </a:ln>
          </p:spPr>
          <p:txBody>
            <a:bodyPr wrap="none" rtlCol="0">
              <a:spAutoFit/>
            </a:bodyPr>
            <a:lstStyle/>
            <a:p>
              <a:pPr algn="l"/>
              <a:r>
                <a:rPr lang="en-US" dirty="0"/>
                <a:t>Abort</a:t>
              </a:r>
            </a:p>
          </p:txBody>
        </p:sp>
        <p:cxnSp>
          <p:nvCxnSpPr>
            <p:cNvPr id="52" name="Straight Arrow Connector 51">
              <a:extLst>
                <a:ext uri="{FF2B5EF4-FFF2-40B4-BE49-F238E27FC236}">
                  <a16:creationId xmlns:a16="http://schemas.microsoft.com/office/drawing/2014/main" id="{EA34D3C9-ACE1-7D43-951D-AB1F397A6B1A}"/>
                </a:ext>
              </a:extLst>
            </p:cNvPr>
            <p:cNvCxnSpPr>
              <a:stCxn id="37" idx="2"/>
              <a:endCxn id="50" idx="1"/>
            </p:cNvCxnSpPr>
            <p:nvPr/>
          </p:nvCxnSpPr>
          <p:spPr>
            <a:xfrm>
              <a:off x="1249491" y="5142870"/>
              <a:ext cx="1463152" cy="6034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9ED3F7B-F4AE-A448-A50D-8C4E8E87DDA6}"/>
                </a:ext>
              </a:extLst>
            </p:cNvPr>
            <p:cNvCxnSpPr>
              <a:stCxn id="39" idx="2"/>
              <a:endCxn id="50" idx="3"/>
            </p:cNvCxnSpPr>
            <p:nvPr/>
          </p:nvCxnSpPr>
          <p:spPr>
            <a:xfrm flipH="1">
              <a:off x="3448742" y="5142870"/>
              <a:ext cx="1291751" cy="6034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91081020-E787-AE48-8686-E87FB261BB26}"/>
                </a:ext>
              </a:extLst>
            </p:cNvPr>
            <p:cNvSpPr txBox="1"/>
            <p:nvPr/>
          </p:nvSpPr>
          <p:spPr>
            <a:xfrm>
              <a:off x="3546818" y="5256584"/>
              <a:ext cx="351378" cy="369332"/>
            </a:xfrm>
            <a:prstGeom prst="rect">
              <a:avLst/>
            </a:prstGeom>
            <a:noFill/>
            <a:ln w="25400">
              <a:noFill/>
            </a:ln>
          </p:spPr>
          <p:txBody>
            <a:bodyPr wrap="none" rtlCol="0">
              <a:spAutoFit/>
            </a:bodyPr>
            <a:lstStyle/>
            <a:p>
              <a:pPr algn="l"/>
              <a:r>
                <a:rPr lang="en-US" dirty="0"/>
                <a:t>N</a:t>
              </a:r>
            </a:p>
          </p:txBody>
        </p:sp>
        <p:sp>
          <p:nvSpPr>
            <p:cNvPr id="56" name="TextBox 55">
              <a:extLst>
                <a:ext uri="{FF2B5EF4-FFF2-40B4-BE49-F238E27FC236}">
                  <a16:creationId xmlns:a16="http://schemas.microsoft.com/office/drawing/2014/main" id="{DC60DB93-F622-0840-B872-75FF135B8FFE}"/>
                </a:ext>
              </a:extLst>
            </p:cNvPr>
            <p:cNvSpPr txBox="1"/>
            <p:nvPr/>
          </p:nvSpPr>
          <p:spPr>
            <a:xfrm>
              <a:off x="2189751" y="5256584"/>
              <a:ext cx="351378" cy="369332"/>
            </a:xfrm>
            <a:prstGeom prst="rect">
              <a:avLst/>
            </a:prstGeom>
            <a:noFill/>
            <a:ln w="25400">
              <a:noFill/>
            </a:ln>
          </p:spPr>
          <p:txBody>
            <a:bodyPr wrap="none" rtlCol="0">
              <a:spAutoFit/>
            </a:bodyPr>
            <a:lstStyle/>
            <a:p>
              <a:pPr algn="l"/>
              <a:r>
                <a:rPr lang="en-US" dirty="0"/>
                <a:t>N</a:t>
              </a:r>
            </a:p>
          </p:txBody>
        </p:sp>
        <p:cxnSp>
          <p:nvCxnSpPr>
            <p:cNvPr id="58" name="Straight Arrow Connector 57">
              <a:extLst>
                <a:ext uri="{FF2B5EF4-FFF2-40B4-BE49-F238E27FC236}">
                  <a16:creationId xmlns:a16="http://schemas.microsoft.com/office/drawing/2014/main" id="{890E6824-8230-6B49-BD40-717EA3E4830C}"/>
                </a:ext>
              </a:extLst>
            </p:cNvPr>
            <p:cNvCxnSpPr>
              <a:cxnSpLocks/>
              <a:stCxn id="40" idx="3"/>
              <a:endCxn id="59" idx="1"/>
            </p:cNvCxnSpPr>
            <p:nvPr/>
          </p:nvCxnSpPr>
          <p:spPr>
            <a:xfrm flipV="1">
              <a:off x="9696400" y="4819704"/>
              <a:ext cx="375382"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BFD964C4-22A9-F147-8B55-A1041FE7F1AC}"/>
                </a:ext>
              </a:extLst>
            </p:cNvPr>
            <p:cNvSpPr txBox="1"/>
            <p:nvPr/>
          </p:nvSpPr>
          <p:spPr>
            <a:xfrm>
              <a:off x="10071782" y="4635038"/>
              <a:ext cx="889987" cy="369332"/>
            </a:xfrm>
            <a:prstGeom prst="rect">
              <a:avLst/>
            </a:prstGeom>
            <a:solidFill>
              <a:srgbClr val="00B050"/>
            </a:solidFill>
            <a:ln w="25400">
              <a:noFill/>
            </a:ln>
          </p:spPr>
          <p:txBody>
            <a:bodyPr wrap="none" rtlCol="0">
              <a:spAutoFit/>
            </a:bodyPr>
            <a:lstStyle/>
            <a:p>
              <a:pPr algn="l"/>
              <a:r>
                <a:rPr lang="en-US" dirty="0"/>
                <a:t>Accept</a:t>
              </a:r>
            </a:p>
          </p:txBody>
        </p:sp>
        <p:sp>
          <p:nvSpPr>
            <p:cNvPr id="60" name="TextBox 59">
              <a:extLst>
                <a:ext uri="{FF2B5EF4-FFF2-40B4-BE49-F238E27FC236}">
                  <a16:creationId xmlns:a16="http://schemas.microsoft.com/office/drawing/2014/main" id="{15711A73-3469-E049-8E43-A424CC5A9AC1}"/>
                </a:ext>
              </a:extLst>
            </p:cNvPr>
            <p:cNvSpPr txBox="1"/>
            <p:nvPr/>
          </p:nvSpPr>
          <p:spPr>
            <a:xfrm>
              <a:off x="7223756" y="5561644"/>
              <a:ext cx="2305646" cy="369332"/>
            </a:xfrm>
            <a:prstGeom prst="rect">
              <a:avLst/>
            </a:prstGeom>
            <a:noFill/>
            <a:ln w="25400">
              <a:solidFill>
                <a:schemeClr val="tx1"/>
              </a:solidFill>
            </a:ln>
          </p:spPr>
          <p:txBody>
            <a:bodyPr wrap="square" rtlCol="0">
              <a:spAutoFit/>
            </a:bodyPr>
            <a:lstStyle/>
            <a:p>
              <a:r>
                <a:rPr lang="en-US" dirty="0"/>
                <a:t>Self-signed CA?</a:t>
              </a:r>
            </a:p>
          </p:txBody>
        </p:sp>
        <p:sp>
          <p:nvSpPr>
            <p:cNvPr id="61" name="TextBox 60">
              <a:extLst>
                <a:ext uri="{FF2B5EF4-FFF2-40B4-BE49-F238E27FC236}">
                  <a16:creationId xmlns:a16="http://schemas.microsoft.com/office/drawing/2014/main" id="{C452EA1E-549E-2343-9166-22EA11DA68C1}"/>
                </a:ext>
              </a:extLst>
            </p:cNvPr>
            <p:cNvSpPr txBox="1"/>
            <p:nvPr/>
          </p:nvSpPr>
          <p:spPr>
            <a:xfrm>
              <a:off x="9726290" y="4365104"/>
              <a:ext cx="338554" cy="369332"/>
            </a:xfrm>
            <a:prstGeom prst="rect">
              <a:avLst/>
            </a:prstGeom>
            <a:noFill/>
            <a:ln w="25400">
              <a:noFill/>
            </a:ln>
          </p:spPr>
          <p:txBody>
            <a:bodyPr wrap="none" rtlCol="0">
              <a:spAutoFit/>
            </a:bodyPr>
            <a:lstStyle/>
            <a:p>
              <a:pPr algn="l"/>
              <a:r>
                <a:rPr lang="en-US" dirty="0"/>
                <a:t>Y</a:t>
              </a:r>
            </a:p>
          </p:txBody>
        </p:sp>
        <p:cxnSp>
          <p:nvCxnSpPr>
            <p:cNvPr id="63" name="Straight Arrow Connector 62">
              <a:extLst>
                <a:ext uri="{FF2B5EF4-FFF2-40B4-BE49-F238E27FC236}">
                  <a16:creationId xmlns:a16="http://schemas.microsoft.com/office/drawing/2014/main" id="{3E176582-F6EB-0644-BD8D-806932952153}"/>
                </a:ext>
              </a:extLst>
            </p:cNvPr>
            <p:cNvCxnSpPr>
              <a:cxnSpLocks/>
              <a:stCxn id="40" idx="2"/>
              <a:endCxn id="60" idx="0"/>
            </p:cNvCxnSpPr>
            <p:nvPr/>
          </p:nvCxnSpPr>
          <p:spPr>
            <a:xfrm>
              <a:off x="8376579" y="5142870"/>
              <a:ext cx="0" cy="4187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4B7759D-CCC1-494B-872E-6805CE0C9E4D}"/>
                </a:ext>
              </a:extLst>
            </p:cNvPr>
            <p:cNvSpPr txBox="1"/>
            <p:nvPr/>
          </p:nvSpPr>
          <p:spPr>
            <a:xfrm>
              <a:off x="8338808" y="5134991"/>
              <a:ext cx="351378" cy="369332"/>
            </a:xfrm>
            <a:prstGeom prst="rect">
              <a:avLst/>
            </a:prstGeom>
            <a:noFill/>
            <a:ln w="25400">
              <a:noFill/>
            </a:ln>
          </p:spPr>
          <p:txBody>
            <a:bodyPr wrap="none" rtlCol="0">
              <a:spAutoFit/>
            </a:bodyPr>
            <a:lstStyle/>
            <a:p>
              <a:pPr algn="l"/>
              <a:r>
                <a:rPr lang="en-US" dirty="0"/>
                <a:t>N</a:t>
              </a:r>
            </a:p>
          </p:txBody>
        </p:sp>
        <p:cxnSp>
          <p:nvCxnSpPr>
            <p:cNvPr id="66" name="Straight Arrow Connector 65">
              <a:extLst>
                <a:ext uri="{FF2B5EF4-FFF2-40B4-BE49-F238E27FC236}">
                  <a16:creationId xmlns:a16="http://schemas.microsoft.com/office/drawing/2014/main" id="{4B3F33B7-7177-CF40-976E-4CA898EFA4F7}"/>
                </a:ext>
              </a:extLst>
            </p:cNvPr>
            <p:cNvCxnSpPr>
              <a:stCxn id="60" idx="1"/>
              <a:endCxn id="50" idx="3"/>
            </p:cNvCxnSpPr>
            <p:nvPr/>
          </p:nvCxnSpPr>
          <p:spPr>
            <a:xfrm flipH="1">
              <a:off x="3448742" y="5746310"/>
              <a:ext cx="377501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59CF6CD-173E-7B48-A7BF-C27BD54D34AB}"/>
                </a:ext>
              </a:extLst>
            </p:cNvPr>
            <p:cNvSpPr txBox="1"/>
            <p:nvPr/>
          </p:nvSpPr>
          <p:spPr>
            <a:xfrm>
              <a:off x="5582789" y="5411850"/>
              <a:ext cx="351378" cy="369332"/>
            </a:xfrm>
            <a:prstGeom prst="rect">
              <a:avLst/>
            </a:prstGeom>
            <a:noFill/>
            <a:ln w="25400">
              <a:noFill/>
            </a:ln>
          </p:spPr>
          <p:txBody>
            <a:bodyPr wrap="none" rtlCol="0">
              <a:spAutoFit/>
            </a:bodyPr>
            <a:lstStyle/>
            <a:p>
              <a:pPr algn="l"/>
              <a:r>
                <a:rPr lang="en-US" dirty="0"/>
                <a:t>N</a:t>
              </a:r>
            </a:p>
          </p:txBody>
        </p:sp>
        <p:cxnSp>
          <p:nvCxnSpPr>
            <p:cNvPr id="68" name="Straight Arrow Connector 67">
              <a:extLst>
                <a:ext uri="{FF2B5EF4-FFF2-40B4-BE49-F238E27FC236}">
                  <a16:creationId xmlns:a16="http://schemas.microsoft.com/office/drawing/2014/main" id="{AAA5BBCA-8B5D-0840-A0E0-225D966E6E9E}"/>
                </a:ext>
              </a:extLst>
            </p:cNvPr>
            <p:cNvCxnSpPr>
              <a:cxnSpLocks/>
            </p:cNvCxnSpPr>
            <p:nvPr/>
          </p:nvCxnSpPr>
          <p:spPr>
            <a:xfrm>
              <a:off x="9481766" y="5749405"/>
              <a:ext cx="59974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B799362-52DA-844B-877A-CBDE3AE6DFAE}"/>
                </a:ext>
              </a:extLst>
            </p:cNvPr>
            <p:cNvSpPr txBox="1"/>
            <p:nvPr/>
          </p:nvSpPr>
          <p:spPr>
            <a:xfrm>
              <a:off x="9616972" y="5411850"/>
              <a:ext cx="338554" cy="369332"/>
            </a:xfrm>
            <a:prstGeom prst="rect">
              <a:avLst/>
            </a:prstGeom>
            <a:noFill/>
            <a:ln w="25400">
              <a:noFill/>
            </a:ln>
          </p:spPr>
          <p:txBody>
            <a:bodyPr wrap="none" rtlCol="0">
              <a:spAutoFit/>
            </a:bodyPr>
            <a:lstStyle/>
            <a:p>
              <a:pPr algn="l"/>
              <a:r>
                <a:rPr lang="en-US" dirty="0"/>
                <a:t>Y</a:t>
              </a:r>
            </a:p>
          </p:txBody>
        </p:sp>
        <p:pic>
          <p:nvPicPr>
            <p:cNvPr id="71" name="Picture 70">
              <a:extLst>
                <a:ext uri="{FF2B5EF4-FFF2-40B4-BE49-F238E27FC236}">
                  <a16:creationId xmlns:a16="http://schemas.microsoft.com/office/drawing/2014/main" id="{62693956-336E-FC45-B0CD-9FF04F51AB5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081512" y="5288152"/>
              <a:ext cx="812766" cy="812766"/>
            </a:xfrm>
            <a:prstGeom prst="rect">
              <a:avLst/>
            </a:prstGeom>
          </p:spPr>
        </p:pic>
      </p:grpSp>
      <p:sp>
        <p:nvSpPr>
          <p:cNvPr id="72" name="Oval Callout 71">
            <a:extLst>
              <a:ext uri="{FF2B5EF4-FFF2-40B4-BE49-F238E27FC236}">
                <a16:creationId xmlns:a16="http://schemas.microsoft.com/office/drawing/2014/main" id="{489D8DD7-DF10-5C49-A361-653AE007E13D}"/>
              </a:ext>
            </a:extLst>
          </p:cNvPr>
          <p:cNvSpPr/>
          <p:nvPr/>
        </p:nvSpPr>
        <p:spPr>
          <a:xfrm>
            <a:off x="9506085" y="3942790"/>
            <a:ext cx="2305646" cy="1254734"/>
          </a:xfrm>
          <a:prstGeom prst="wedgeEllipseCallout">
            <a:avLst>
              <a:gd name="adj1" fmla="val -6604"/>
              <a:gd name="adj2" fmla="val 75544"/>
            </a:avLst>
          </a:prstGeom>
          <a:solidFill>
            <a:srgbClr val="FF99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To trust or not to trust?</a:t>
            </a:r>
            <a:endParaRPr lang="en-US" dirty="0">
              <a:solidFill>
                <a:schemeClr val="tx1"/>
              </a:solidFill>
            </a:endParaRPr>
          </a:p>
        </p:txBody>
      </p:sp>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73F8FED0-F5DD-E01B-2CB5-10DDDD88D755}"/>
                  </a:ext>
                </a:extLst>
              </p14:cNvPr>
              <p14:cNvContentPartPr/>
              <p14:nvPr/>
            </p14:nvContentPartPr>
            <p14:xfrm>
              <a:off x="5149004" y="790965"/>
              <a:ext cx="1918440" cy="715680"/>
            </p14:xfrm>
          </p:contentPart>
        </mc:Choice>
        <mc:Fallback xmlns="">
          <p:pic>
            <p:nvPicPr>
              <p:cNvPr id="25" name="Ink 24">
                <a:extLst>
                  <a:ext uri="{FF2B5EF4-FFF2-40B4-BE49-F238E27FC236}">
                    <a16:creationId xmlns:a16="http://schemas.microsoft.com/office/drawing/2014/main" id="{73F8FED0-F5DD-E01B-2CB5-10DDDD88D755}"/>
                  </a:ext>
                </a:extLst>
              </p:cNvPr>
              <p:cNvPicPr/>
              <p:nvPr/>
            </p:nvPicPr>
            <p:blipFill>
              <a:blip r:embed="rId11"/>
              <a:stretch>
                <a:fillRect/>
              </a:stretch>
            </p:blipFill>
            <p:spPr>
              <a:xfrm>
                <a:off x="5138564" y="780525"/>
                <a:ext cx="1939680" cy="736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2" name="Ink 41">
                <a:extLst>
                  <a:ext uri="{FF2B5EF4-FFF2-40B4-BE49-F238E27FC236}">
                    <a16:creationId xmlns:a16="http://schemas.microsoft.com/office/drawing/2014/main" id="{F258723F-B77F-DE9C-1E0C-3CB32D521174}"/>
                  </a:ext>
                </a:extLst>
              </p14:cNvPr>
              <p14:cNvContentPartPr/>
              <p14:nvPr/>
            </p14:nvContentPartPr>
            <p14:xfrm>
              <a:off x="6923804" y="649845"/>
              <a:ext cx="1127880" cy="420120"/>
            </p14:xfrm>
          </p:contentPart>
        </mc:Choice>
        <mc:Fallback xmlns="">
          <p:pic>
            <p:nvPicPr>
              <p:cNvPr id="42" name="Ink 41">
                <a:extLst>
                  <a:ext uri="{FF2B5EF4-FFF2-40B4-BE49-F238E27FC236}">
                    <a16:creationId xmlns:a16="http://schemas.microsoft.com/office/drawing/2014/main" id="{F258723F-B77F-DE9C-1E0C-3CB32D521174}"/>
                  </a:ext>
                </a:extLst>
              </p:cNvPr>
              <p:cNvPicPr/>
              <p:nvPr/>
            </p:nvPicPr>
            <p:blipFill>
              <a:blip r:embed="rId13"/>
              <a:stretch>
                <a:fillRect/>
              </a:stretch>
            </p:blipFill>
            <p:spPr>
              <a:xfrm>
                <a:off x="6913361" y="639405"/>
                <a:ext cx="1149127"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4" name="Ink 43">
                <a:extLst>
                  <a:ext uri="{FF2B5EF4-FFF2-40B4-BE49-F238E27FC236}">
                    <a16:creationId xmlns:a16="http://schemas.microsoft.com/office/drawing/2014/main" id="{444E5999-2D86-6F24-8A57-E8FF6F2EDDCB}"/>
                  </a:ext>
                </a:extLst>
              </p14:cNvPr>
              <p14:cNvContentPartPr/>
              <p14:nvPr/>
            </p14:nvContentPartPr>
            <p14:xfrm>
              <a:off x="6414598" y="4086991"/>
              <a:ext cx="93960" cy="223920"/>
            </p14:xfrm>
          </p:contentPart>
        </mc:Choice>
        <mc:Fallback xmlns="">
          <p:pic>
            <p:nvPicPr>
              <p:cNvPr id="44" name="Ink 43">
                <a:extLst>
                  <a:ext uri="{FF2B5EF4-FFF2-40B4-BE49-F238E27FC236}">
                    <a16:creationId xmlns:a16="http://schemas.microsoft.com/office/drawing/2014/main" id="{444E5999-2D86-6F24-8A57-E8FF6F2EDDCB}"/>
                  </a:ext>
                </a:extLst>
              </p:cNvPr>
              <p:cNvPicPr/>
              <p:nvPr/>
            </p:nvPicPr>
            <p:blipFill>
              <a:blip r:embed="rId15"/>
              <a:stretch>
                <a:fillRect/>
              </a:stretch>
            </p:blipFill>
            <p:spPr>
              <a:xfrm>
                <a:off x="6404158" y="4076551"/>
                <a:ext cx="1152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6" name="Ink 45">
                <a:extLst>
                  <a:ext uri="{FF2B5EF4-FFF2-40B4-BE49-F238E27FC236}">
                    <a16:creationId xmlns:a16="http://schemas.microsoft.com/office/drawing/2014/main" id="{721E66B3-736B-DC0E-A202-759468AE33D8}"/>
                  </a:ext>
                </a:extLst>
              </p14:cNvPr>
              <p14:cNvContentPartPr/>
              <p14:nvPr/>
            </p14:nvContentPartPr>
            <p14:xfrm>
              <a:off x="6051718" y="3730951"/>
              <a:ext cx="207360" cy="71640"/>
            </p14:xfrm>
          </p:contentPart>
        </mc:Choice>
        <mc:Fallback xmlns="">
          <p:pic>
            <p:nvPicPr>
              <p:cNvPr id="46" name="Ink 45">
                <a:extLst>
                  <a:ext uri="{FF2B5EF4-FFF2-40B4-BE49-F238E27FC236}">
                    <a16:creationId xmlns:a16="http://schemas.microsoft.com/office/drawing/2014/main" id="{721E66B3-736B-DC0E-A202-759468AE33D8}"/>
                  </a:ext>
                </a:extLst>
              </p:cNvPr>
              <p:cNvPicPr/>
              <p:nvPr/>
            </p:nvPicPr>
            <p:blipFill>
              <a:blip r:embed="rId17"/>
              <a:stretch>
                <a:fillRect/>
              </a:stretch>
            </p:blipFill>
            <p:spPr>
              <a:xfrm>
                <a:off x="6040918" y="3720511"/>
                <a:ext cx="2286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66D94058-3423-4552-4BC6-163A2990BEAB}"/>
                  </a:ext>
                </a:extLst>
              </p14:cNvPr>
              <p14:cNvContentPartPr/>
              <p14:nvPr/>
            </p14:nvContentPartPr>
            <p14:xfrm>
              <a:off x="6231718" y="3788911"/>
              <a:ext cx="13680" cy="209880"/>
            </p14:xfrm>
          </p:contentPart>
        </mc:Choice>
        <mc:Fallback xmlns="">
          <p:pic>
            <p:nvPicPr>
              <p:cNvPr id="51" name="Ink 50">
                <a:extLst>
                  <a:ext uri="{FF2B5EF4-FFF2-40B4-BE49-F238E27FC236}">
                    <a16:creationId xmlns:a16="http://schemas.microsoft.com/office/drawing/2014/main" id="{66D94058-3423-4552-4BC6-163A2990BEAB}"/>
                  </a:ext>
                </a:extLst>
              </p:cNvPr>
              <p:cNvPicPr/>
              <p:nvPr/>
            </p:nvPicPr>
            <p:blipFill>
              <a:blip r:embed="rId19"/>
              <a:stretch>
                <a:fillRect/>
              </a:stretch>
            </p:blipFill>
            <p:spPr>
              <a:xfrm>
                <a:off x="6221278" y="3778471"/>
                <a:ext cx="349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3" name="Ink 52">
                <a:extLst>
                  <a:ext uri="{FF2B5EF4-FFF2-40B4-BE49-F238E27FC236}">
                    <a16:creationId xmlns:a16="http://schemas.microsoft.com/office/drawing/2014/main" id="{D56C9F96-394B-E117-2931-99950F212902}"/>
                  </a:ext>
                </a:extLst>
              </p14:cNvPr>
              <p14:cNvContentPartPr/>
              <p14:nvPr/>
            </p14:nvContentPartPr>
            <p14:xfrm>
              <a:off x="6111838" y="3918151"/>
              <a:ext cx="155880" cy="71640"/>
            </p14:xfrm>
          </p:contentPart>
        </mc:Choice>
        <mc:Fallback xmlns="">
          <p:pic>
            <p:nvPicPr>
              <p:cNvPr id="53" name="Ink 52">
                <a:extLst>
                  <a:ext uri="{FF2B5EF4-FFF2-40B4-BE49-F238E27FC236}">
                    <a16:creationId xmlns:a16="http://schemas.microsoft.com/office/drawing/2014/main" id="{D56C9F96-394B-E117-2931-99950F212902}"/>
                  </a:ext>
                </a:extLst>
              </p:cNvPr>
              <p:cNvPicPr/>
              <p:nvPr/>
            </p:nvPicPr>
            <p:blipFill>
              <a:blip r:embed="rId21"/>
              <a:stretch>
                <a:fillRect/>
              </a:stretch>
            </p:blipFill>
            <p:spPr>
              <a:xfrm>
                <a:off x="6101398" y="3907711"/>
                <a:ext cx="1771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7" name="Ink 56">
                <a:extLst>
                  <a:ext uri="{FF2B5EF4-FFF2-40B4-BE49-F238E27FC236}">
                    <a16:creationId xmlns:a16="http://schemas.microsoft.com/office/drawing/2014/main" id="{A0BCF14D-21E1-937D-CA1B-D07360CE1DBC}"/>
                  </a:ext>
                </a:extLst>
              </p14:cNvPr>
              <p14:cNvContentPartPr/>
              <p14:nvPr/>
            </p14:nvContentPartPr>
            <p14:xfrm>
              <a:off x="6339358" y="3721951"/>
              <a:ext cx="80280" cy="227880"/>
            </p14:xfrm>
          </p:contentPart>
        </mc:Choice>
        <mc:Fallback xmlns="">
          <p:pic>
            <p:nvPicPr>
              <p:cNvPr id="57" name="Ink 56">
                <a:extLst>
                  <a:ext uri="{FF2B5EF4-FFF2-40B4-BE49-F238E27FC236}">
                    <a16:creationId xmlns:a16="http://schemas.microsoft.com/office/drawing/2014/main" id="{A0BCF14D-21E1-937D-CA1B-D07360CE1DBC}"/>
                  </a:ext>
                </a:extLst>
              </p:cNvPr>
              <p:cNvPicPr/>
              <p:nvPr/>
            </p:nvPicPr>
            <p:blipFill>
              <a:blip r:embed="rId23"/>
              <a:stretch>
                <a:fillRect/>
              </a:stretch>
            </p:blipFill>
            <p:spPr>
              <a:xfrm>
                <a:off x="6328558" y="3711511"/>
                <a:ext cx="1015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Ink 61">
                <a:extLst>
                  <a:ext uri="{FF2B5EF4-FFF2-40B4-BE49-F238E27FC236}">
                    <a16:creationId xmlns:a16="http://schemas.microsoft.com/office/drawing/2014/main" id="{03DEF2A1-A49C-E8FA-3EBB-682082A9A312}"/>
                  </a:ext>
                </a:extLst>
              </p14:cNvPr>
              <p14:cNvContentPartPr/>
              <p14:nvPr/>
            </p14:nvContentPartPr>
            <p14:xfrm>
              <a:off x="6307678" y="3811231"/>
              <a:ext cx="111960" cy="54000"/>
            </p14:xfrm>
          </p:contentPart>
        </mc:Choice>
        <mc:Fallback xmlns="">
          <p:pic>
            <p:nvPicPr>
              <p:cNvPr id="62" name="Ink 61">
                <a:extLst>
                  <a:ext uri="{FF2B5EF4-FFF2-40B4-BE49-F238E27FC236}">
                    <a16:creationId xmlns:a16="http://schemas.microsoft.com/office/drawing/2014/main" id="{03DEF2A1-A49C-E8FA-3EBB-682082A9A312}"/>
                  </a:ext>
                </a:extLst>
              </p:cNvPr>
              <p:cNvPicPr/>
              <p:nvPr/>
            </p:nvPicPr>
            <p:blipFill>
              <a:blip r:embed="rId25"/>
              <a:stretch>
                <a:fillRect/>
              </a:stretch>
            </p:blipFill>
            <p:spPr>
              <a:xfrm>
                <a:off x="6296878" y="3800791"/>
                <a:ext cx="1332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5" name="Ink 64">
                <a:extLst>
                  <a:ext uri="{FF2B5EF4-FFF2-40B4-BE49-F238E27FC236}">
                    <a16:creationId xmlns:a16="http://schemas.microsoft.com/office/drawing/2014/main" id="{4CA881A0-93DD-FF0E-083A-F9140E57E0C0}"/>
                  </a:ext>
                </a:extLst>
              </p14:cNvPr>
              <p14:cNvContentPartPr/>
              <p14:nvPr/>
            </p14:nvContentPartPr>
            <p14:xfrm>
              <a:off x="6490558" y="3759391"/>
              <a:ext cx="214200" cy="283680"/>
            </p14:xfrm>
          </p:contentPart>
        </mc:Choice>
        <mc:Fallback xmlns="">
          <p:pic>
            <p:nvPicPr>
              <p:cNvPr id="65" name="Ink 64">
                <a:extLst>
                  <a:ext uri="{FF2B5EF4-FFF2-40B4-BE49-F238E27FC236}">
                    <a16:creationId xmlns:a16="http://schemas.microsoft.com/office/drawing/2014/main" id="{4CA881A0-93DD-FF0E-083A-F9140E57E0C0}"/>
                  </a:ext>
                </a:extLst>
              </p:cNvPr>
              <p:cNvPicPr/>
              <p:nvPr/>
            </p:nvPicPr>
            <p:blipFill>
              <a:blip r:embed="rId27"/>
              <a:stretch>
                <a:fillRect/>
              </a:stretch>
            </p:blipFill>
            <p:spPr>
              <a:xfrm>
                <a:off x="6479758" y="3748591"/>
                <a:ext cx="23544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0" name="Ink 69">
                <a:extLst>
                  <a:ext uri="{FF2B5EF4-FFF2-40B4-BE49-F238E27FC236}">
                    <a16:creationId xmlns:a16="http://schemas.microsoft.com/office/drawing/2014/main" id="{91A23BED-A791-24EF-944A-89AE6EE8BCF2}"/>
                  </a:ext>
                </a:extLst>
              </p14:cNvPr>
              <p14:cNvContentPartPr/>
              <p14:nvPr/>
            </p14:nvContentPartPr>
            <p14:xfrm>
              <a:off x="6758038" y="3775591"/>
              <a:ext cx="80280" cy="195840"/>
            </p14:xfrm>
          </p:contentPart>
        </mc:Choice>
        <mc:Fallback xmlns="">
          <p:pic>
            <p:nvPicPr>
              <p:cNvPr id="70" name="Ink 69">
                <a:extLst>
                  <a:ext uri="{FF2B5EF4-FFF2-40B4-BE49-F238E27FC236}">
                    <a16:creationId xmlns:a16="http://schemas.microsoft.com/office/drawing/2014/main" id="{91A23BED-A791-24EF-944A-89AE6EE8BCF2}"/>
                  </a:ext>
                </a:extLst>
              </p:cNvPr>
              <p:cNvPicPr/>
              <p:nvPr/>
            </p:nvPicPr>
            <p:blipFill>
              <a:blip r:embed="rId29"/>
              <a:stretch>
                <a:fillRect/>
              </a:stretch>
            </p:blipFill>
            <p:spPr>
              <a:xfrm>
                <a:off x="6747238" y="3765151"/>
                <a:ext cx="1015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3" name="Ink 72">
                <a:extLst>
                  <a:ext uri="{FF2B5EF4-FFF2-40B4-BE49-F238E27FC236}">
                    <a16:creationId xmlns:a16="http://schemas.microsoft.com/office/drawing/2014/main" id="{13A3633F-6949-2435-86B5-63DB87E7EB46}"/>
                  </a:ext>
                </a:extLst>
              </p14:cNvPr>
              <p14:cNvContentPartPr/>
              <p14:nvPr/>
            </p14:nvContentPartPr>
            <p14:xfrm>
              <a:off x="6824638" y="3724471"/>
              <a:ext cx="200880" cy="135720"/>
            </p14:xfrm>
          </p:contentPart>
        </mc:Choice>
        <mc:Fallback xmlns="">
          <p:pic>
            <p:nvPicPr>
              <p:cNvPr id="73" name="Ink 72">
                <a:extLst>
                  <a:ext uri="{FF2B5EF4-FFF2-40B4-BE49-F238E27FC236}">
                    <a16:creationId xmlns:a16="http://schemas.microsoft.com/office/drawing/2014/main" id="{13A3633F-6949-2435-86B5-63DB87E7EB46}"/>
                  </a:ext>
                </a:extLst>
              </p:cNvPr>
              <p:cNvPicPr/>
              <p:nvPr/>
            </p:nvPicPr>
            <p:blipFill>
              <a:blip r:embed="rId31"/>
              <a:stretch>
                <a:fillRect/>
              </a:stretch>
            </p:blipFill>
            <p:spPr>
              <a:xfrm>
                <a:off x="6814198" y="3714031"/>
                <a:ext cx="2221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4" name="Ink 73">
                <a:extLst>
                  <a:ext uri="{FF2B5EF4-FFF2-40B4-BE49-F238E27FC236}">
                    <a16:creationId xmlns:a16="http://schemas.microsoft.com/office/drawing/2014/main" id="{89DD5F97-1B92-3DA6-BBC4-2E5F36123447}"/>
                  </a:ext>
                </a:extLst>
              </p14:cNvPr>
              <p14:cNvContentPartPr/>
              <p14:nvPr/>
            </p14:nvContentPartPr>
            <p14:xfrm>
              <a:off x="7092118" y="3735631"/>
              <a:ext cx="84240" cy="163800"/>
            </p14:xfrm>
          </p:contentPart>
        </mc:Choice>
        <mc:Fallback xmlns="">
          <p:pic>
            <p:nvPicPr>
              <p:cNvPr id="74" name="Ink 73">
                <a:extLst>
                  <a:ext uri="{FF2B5EF4-FFF2-40B4-BE49-F238E27FC236}">
                    <a16:creationId xmlns:a16="http://schemas.microsoft.com/office/drawing/2014/main" id="{89DD5F97-1B92-3DA6-BBC4-2E5F36123447}"/>
                  </a:ext>
                </a:extLst>
              </p:cNvPr>
              <p:cNvPicPr/>
              <p:nvPr/>
            </p:nvPicPr>
            <p:blipFill>
              <a:blip r:embed="rId33"/>
              <a:stretch>
                <a:fillRect/>
              </a:stretch>
            </p:blipFill>
            <p:spPr>
              <a:xfrm>
                <a:off x="7081678" y="3724831"/>
                <a:ext cx="10548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5" name="Ink 74">
                <a:extLst>
                  <a:ext uri="{FF2B5EF4-FFF2-40B4-BE49-F238E27FC236}">
                    <a16:creationId xmlns:a16="http://schemas.microsoft.com/office/drawing/2014/main" id="{4E82EFA5-FB83-6D3E-9B47-78BBAB8042BE}"/>
                  </a:ext>
                </a:extLst>
              </p14:cNvPr>
              <p14:cNvContentPartPr/>
              <p14:nvPr/>
            </p14:nvContentPartPr>
            <p14:xfrm>
              <a:off x="7078798" y="3660031"/>
              <a:ext cx="31680" cy="26640"/>
            </p14:xfrm>
          </p:contentPart>
        </mc:Choice>
        <mc:Fallback xmlns="">
          <p:pic>
            <p:nvPicPr>
              <p:cNvPr id="75" name="Ink 74">
                <a:extLst>
                  <a:ext uri="{FF2B5EF4-FFF2-40B4-BE49-F238E27FC236}">
                    <a16:creationId xmlns:a16="http://schemas.microsoft.com/office/drawing/2014/main" id="{4E82EFA5-FB83-6D3E-9B47-78BBAB8042BE}"/>
                  </a:ext>
                </a:extLst>
              </p:cNvPr>
              <p:cNvPicPr/>
              <p:nvPr/>
            </p:nvPicPr>
            <p:blipFill>
              <a:blip r:embed="rId35"/>
              <a:stretch>
                <a:fillRect/>
              </a:stretch>
            </p:blipFill>
            <p:spPr>
              <a:xfrm>
                <a:off x="7068358" y="3649591"/>
                <a:ext cx="529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6" name="Ink 75">
                <a:extLst>
                  <a:ext uri="{FF2B5EF4-FFF2-40B4-BE49-F238E27FC236}">
                    <a16:creationId xmlns:a16="http://schemas.microsoft.com/office/drawing/2014/main" id="{3BC8DE62-6F40-A594-63EA-F84FD86E30AB}"/>
                  </a:ext>
                </a:extLst>
              </p14:cNvPr>
              <p14:cNvContentPartPr/>
              <p14:nvPr/>
            </p14:nvContentPartPr>
            <p14:xfrm>
              <a:off x="7172398" y="3686311"/>
              <a:ext cx="138600" cy="186480"/>
            </p14:xfrm>
          </p:contentPart>
        </mc:Choice>
        <mc:Fallback xmlns="">
          <p:pic>
            <p:nvPicPr>
              <p:cNvPr id="76" name="Ink 75">
                <a:extLst>
                  <a:ext uri="{FF2B5EF4-FFF2-40B4-BE49-F238E27FC236}">
                    <a16:creationId xmlns:a16="http://schemas.microsoft.com/office/drawing/2014/main" id="{3BC8DE62-6F40-A594-63EA-F84FD86E30AB}"/>
                  </a:ext>
                </a:extLst>
              </p:cNvPr>
              <p:cNvPicPr/>
              <p:nvPr/>
            </p:nvPicPr>
            <p:blipFill>
              <a:blip r:embed="rId37"/>
              <a:stretch>
                <a:fillRect/>
              </a:stretch>
            </p:blipFill>
            <p:spPr>
              <a:xfrm>
                <a:off x="7161958" y="3675871"/>
                <a:ext cx="15984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7" name="Ink 76">
                <a:extLst>
                  <a:ext uri="{FF2B5EF4-FFF2-40B4-BE49-F238E27FC236}">
                    <a16:creationId xmlns:a16="http://schemas.microsoft.com/office/drawing/2014/main" id="{8CF82878-0466-DC00-2758-7FC0368AC99E}"/>
                  </a:ext>
                </a:extLst>
              </p14:cNvPr>
              <p14:cNvContentPartPr/>
              <p14:nvPr/>
            </p14:nvContentPartPr>
            <p14:xfrm>
              <a:off x="7337998" y="3677671"/>
              <a:ext cx="101880" cy="241200"/>
            </p14:xfrm>
          </p:contentPart>
        </mc:Choice>
        <mc:Fallback xmlns="">
          <p:pic>
            <p:nvPicPr>
              <p:cNvPr id="77" name="Ink 76">
                <a:extLst>
                  <a:ext uri="{FF2B5EF4-FFF2-40B4-BE49-F238E27FC236}">
                    <a16:creationId xmlns:a16="http://schemas.microsoft.com/office/drawing/2014/main" id="{8CF82878-0466-DC00-2758-7FC0368AC99E}"/>
                  </a:ext>
                </a:extLst>
              </p:cNvPr>
              <p:cNvPicPr/>
              <p:nvPr/>
            </p:nvPicPr>
            <p:blipFill>
              <a:blip r:embed="rId39"/>
              <a:stretch>
                <a:fillRect/>
              </a:stretch>
            </p:blipFill>
            <p:spPr>
              <a:xfrm>
                <a:off x="7327198" y="3666871"/>
                <a:ext cx="12312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8" name="Ink 77">
                <a:extLst>
                  <a:ext uri="{FF2B5EF4-FFF2-40B4-BE49-F238E27FC236}">
                    <a16:creationId xmlns:a16="http://schemas.microsoft.com/office/drawing/2014/main" id="{8E36B95E-0176-8927-15D3-B88F9398EFBB}"/>
                  </a:ext>
                </a:extLst>
              </p14:cNvPr>
              <p14:cNvContentPartPr/>
              <p14:nvPr/>
            </p14:nvContentPartPr>
            <p14:xfrm>
              <a:off x="7435558" y="3788911"/>
              <a:ext cx="26640" cy="88560"/>
            </p14:xfrm>
          </p:contentPart>
        </mc:Choice>
        <mc:Fallback xmlns="">
          <p:pic>
            <p:nvPicPr>
              <p:cNvPr id="78" name="Ink 77">
                <a:extLst>
                  <a:ext uri="{FF2B5EF4-FFF2-40B4-BE49-F238E27FC236}">
                    <a16:creationId xmlns:a16="http://schemas.microsoft.com/office/drawing/2014/main" id="{8E36B95E-0176-8927-15D3-B88F9398EFBB}"/>
                  </a:ext>
                </a:extLst>
              </p:cNvPr>
              <p:cNvPicPr/>
              <p:nvPr/>
            </p:nvPicPr>
            <p:blipFill>
              <a:blip r:embed="rId41"/>
              <a:stretch>
                <a:fillRect/>
              </a:stretch>
            </p:blipFill>
            <p:spPr>
              <a:xfrm>
                <a:off x="7424758" y="3778471"/>
                <a:ext cx="478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9" name="Ink 78">
                <a:extLst>
                  <a:ext uri="{FF2B5EF4-FFF2-40B4-BE49-F238E27FC236}">
                    <a16:creationId xmlns:a16="http://schemas.microsoft.com/office/drawing/2014/main" id="{6E5AB539-C983-CA56-4F20-B007F8E73B46}"/>
                  </a:ext>
                </a:extLst>
              </p14:cNvPr>
              <p14:cNvContentPartPr/>
              <p14:nvPr/>
            </p14:nvContentPartPr>
            <p14:xfrm>
              <a:off x="7404238" y="3663991"/>
              <a:ext cx="18360" cy="18360"/>
            </p14:xfrm>
          </p:contentPart>
        </mc:Choice>
        <mc:Fallback xmlns="">
          <p:pic>
            <p:nvPicPr>
              <p:cNvPr id="79" name="Ink 78">
                <a:extLst>
                  <a:ext uri="{FF2B5EF4-FFF2-40B4-BE49-F238E27FC236}">
                    <a16:creationId xmlns:a16="http://schemas.microsoft.com/office/drawing/2014/main" id="{6E5AB539-C983-CA56-4F20-B007F8E73B46}"/>
                  </a:ext>
                </a:extLst>
              </p:cNvPr>
              <p:cNvPicPr/>
              <p:nvPr/>
            </p:nvPicPr>
            <p:blipFill>
              <a:blip r:embed="rId43"/>
              <a:stretch>
                <a:fillRect/>
              </a:stretch>
            </p:blipFill>
            <p:spPr>
              <a:xfrm>
                <a:off x="7393798" y="3653551"/>
                <a:ext cx="396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0" name="Ink 79">
                <a:extLst>
                  <a:ext uri="{FF2B5EF4-FFF2-40B4-BE49-F238E27FC236}">
                    <a16:creationId xmlns:a16="http://schemas.microsoft.com/office/drawing/2014/main" id="{1EBB012B-DEC4-A9BD-A4DF-5DCB9EB4A609}"/>
                  </a:ext>
                </a:extLst>
              </p14:cNvPr>
              <p14:cNvContentPartPr/>
              <p14:nvPr/>
            </p14:nvContentPartPr>
            <p14:xfrm>
              <a:off x="7511158" y="3664711"/>
              <a:ext cx="89640" cy="218160"/>
            </p14:xfrm>
          </p:contentPart>
        </mc:Choice>
        <mc:Fallback xmlns="">
          <p:pic>
            <p:nvPicPr>
              <p:cNvPr id="80" name="Ink 79">
                <a:extLst>
                  <a:ext uri="{FF2B5EF4-FFF2-40B4-BE49-F238E27FC236}">
                    <a16:creationId xmlns:a16="http://schemas.microsoft.com/office/drawing/2014/main" id="{1EBB012B-DEC4-A9BD-A4DF-5DCB9EB4A609}"/>
                  </a:ext>
                </a:extLst>
              </p:cNvPr>
              <p:cNvPicPr/>
              <p:nvPr/>
            </p:nvPicPr>
            <p:blipFill>
              <a:blip r:embed="rId45"/>
              <a:stretch>
                <a:fillRect/>
              </a:stretch>
            </p:blipFill>
            <p:spPr>
              <a:xfrm>
                <a:off x="7500718" y="3653911"/>
                <a:ext cx="1108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1" name="Ink 80">
                <a:extLst>
                  <a:ext uri="{FF2B5EF4-FFF2-40B4-BE49-F238E27FC236}">
                    <a16:creationId xmlns:a16="http://schemas.microsoft.com/office/drawing/2014/main" id="{F7C12E61-1354-C94F-C5EB-79C89D866AC1}"/>
                  </a:ext>
                </a:extLst>
              </p14:cNvPr>
              <p14:cNvContentPartPr/>
              <p14:nvPr/>
            </p14:nvContentPartPr>
            <p14:xfrm>
              <a:off x="7587118" y="3695311"/>
              <a:ext cx="98280" cy="160920"/>
            </p14:xfrm>
          </p:contentPart>
        </mc:Choice>
        <mc:Fallback xmlns="">
          <p:pic>
            <p:nvPicPr>
              <p:cNvPr id="81" name="Ink 80">
                <a:extLst>
                  <a:ext uri="{FF2B5EF4-FFF2-40B4-BE49-F238E27FC236}">
                    <a16:creationId xmlns:a16="http://schemas.microsoft.com/office/drawing/2014/main" id="{F7C12E61-1354-C94F-C5EB-79C89D866AC1}"/>
                  </a:ext>
                </a:extLst>
              </p:cNvPr>
              <p:cNvPicPr/>
              <p:nvPr/>
            </p:nvPicPr>
            <p:blipFill>
              <a:blip r:embed="rId47"/>
              <a:stretch>
                <a:fillRect/>
              </a:stretch>
            </p:blipFill>
            <p:spPr>
              <a:xfrm>
                <a:off x="7576318" y="3684871"/>
                <a:ext cx="1195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2" name="Ink 81">
                <a:extLst>
                  <a:ext uri="{FF2B5EF4-FFF2-40B4-BE49-F238E27FC236}">
                    <a16:creationId xmlns:a16="http://schemas.microsoft.com/office/drawing/2014/main" id="{C51E99A4-92DD-BA4F-2293-353157B9B363}"/>
                  </a:ext>
                </a:extLst>
              </p14:cNvPr>
              <p14:cNvContentPartPr/>
              <p14:nvPr/>
            </p14:nvContentPartPr>
            <p14:xfrm>
              <a:off x="7733998" y="3762271"/>
              <a:ext cx="17640" cy="165240"/>
            </p14:xfrm>
          </p:contentPart>
        </mc:Choice>
        <mc:Fallback xmlns="">
          <p:pic>
            <p:nvPicPr>
              <p:cNvPr id="82" name="Ink 81">
                <a:extLst>
                  <a:ext uri="{FF2B5EF4-FFF2-40B4-BE49-F238E27FC236}">
                    <a16:creationId xmlns:a16="http://schemas.microsoft.com/office/drawing/2014/main" id="{C51E99A4-92DD-BA4F-2293-353157B9B363}"/>
                  </a:ext>
                </a:extLst>
              </p:cNvPr>
              <p:cNvPicPr/>
              <p:nvPr/>
            </p:nvPicPr>
            <p:blipFill>
              <a:blip r:embed="rId49"/>
              <a:stretch>
                <a:fillRect/>
              </a:stretch>
            </p:blipFill>
            <p:spPr>
              <a:xfrm>
                <a:off x="7723558" y="3751471"/>
                <a:ext cx="388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3" name="Ink 82">
                <a:extLst>
                  <a:ext uri="{FF2B5EF4-FFF2-40B4-BE49-F238E27FC236}">
                    <a16:creationId xmlns:a16="http://schemas.microsoft.com/office/drawing/2014/main" id="{8D0F15B6-BD17-071C-45D0-87E380BF3A6A}"/>
                  </a:ext>
                </a:extLst>
              </p14:cNvPr>
              <p14:cNvContentPartPr/>
              <p14:nvPr/>
            </p14:nvContentPartPr>
            <p14:xfrm>
              <a:off x="7221358" y="4079071"/>
              <a:ext cx="116280" cy="177840"/>
            </p14:xfrm>
          </p:contentPart>
        </mc:Choice>
        <mc:Fallback xmlns="">
          <p:pic>
            <p:nvPicPr>
              <p:cNvPr id="83" name="Ink 82">
                <a:extLst>
                  <a:ext uri="{FF2B5EF4-FFF2-40B4-BE49-F238E27FC236}">
                    <a16:creationId xmlns:a16="http://schemas.microsoft.com/office/drawing/2014/main" id="{8D0F15B6-BD17-071C-45D0-87E380BF3A6A}"/>
                  </a:ext>
                </a:extLst>
              </p:cNvPr>
              <p:cNvPicPr/>
              <p:nvPr/>
            </p:nvPicPr>
            <p:blipFill>
              <a:blip r:embed="rId51"/>
              <a:stretch>
                <a:fillRect/>
              </a:stretch>
            </p:blipFill>
            <p:spPr>
              <a:xfrm>
                <a:off x="7210918" y="4068631"/>
                <a:ext cx="1375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4" name="Ink 83">
                <a:extLst>
                  <a:ext uri="{FF2B5EF4-FFF2-40B4-BE49-F238E27FC236}">
                    <a16:creationId xmlns:a16="http://schemas.microsoft.com/office/drawing/2014/main" id="{0B0A4375-2870-9443-B0F6-8EA2B3793925}"/>
                  </a:ext>
                </a:extLst>
              </p14:cNvPr>
              <p14:cNvContentPartPr/>
              <p14:nvPr/>
            </p14:nvContentPartPr>
            <p14:xfrm>
              <a:off x="7310638" y="4096711"/>
              <a:ext cx="232200" cy="102960"/>
            </p14:xfrm>
          </p:contentPart>
        </mc:Choice>
        <mc:Fallback xmlns="">
          <p:pic>
            <p:nvPicPr>
              <p:cNvPr id="84" name="Ink 83">
                <a:extLst>
                  <a:ext uri="{FF2B5EF4-FFF2-40B4-BE49-F238E27FC236}">
                    <a16:creationId xmlns:a16="http://schemas.microsoft.com/office/drawing/2014/main" id="{0B0A4375-2870-9443-B0F6-8EA2B3793925}"/>
                  </a:ext>
                </a:extLst>
              </p:cNvPr>
              <p:cNvPicPr/>
              <p:nvPr/>
            </p:nvPicPr>
            <p:blipFill>
              <a:blip r:embed="rId53"/>
              <a:stretch>
                <a:fillRect/>
              </a:stretch>
            </p:blipFill>
            <p:spPr>
              <a:xfrm>
                <a:off x="7300198" y="4085911"/>
                <a:ext cx="2534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85" name="Ink 84">
                <a:extLst>
                  <a:ext uri="{FF2B5EF4-FFF2-40B4-BE49-F238E27FC236}">
                    <a16:creationId xmlns:a16="http://schemas.microsoft.com/office/drawing/2014/main" id="{AB8AD339-1924-E9B6-2360-F38E7FB3E0B8}"/>
                  </a:ext>
                </a:extLst>
              </p14:cNvPr>
              <p14:cNvContentPartPr/>
              <p14:nvPr/>
            </p14:nvContentPartPr>
            <p14:xfrm>
              <a:off x="7582438" y="4069711"/>
              <a:ext cx="183240" cy="156240"/>
            </p14:xfrm>
          </p:contentPart>
        </mc:Choice>
        <mc:Fallback xmlns="">
          <p:pic>
            <p:nvPicPr>
              <p:cNvPr id="85" name="Ink 84">
                <a:extLst>
                  <a:ext uri="{FF2B5EF4-FFF2-40B4-BE49-F238E27FC236}">
                    <a16:creationId xmlns:a16="http://schemas.microsoft.com/office/drawing/2014/main" id="{AB8AD339-1924-E9B6-2360-F38E7FB3E0B8}"/>
                  </a:ext>
                </a:extLst>
              </p:cNvPr>
              <p:cNvPicPr/>
              <p:nvPr/>
            </p:nvPicPr>
            <p:blipFill>
              <a:blip r:embed="rId55"/>
              <a:stretch>
                <a:fillRect/>
              </a:stretch>
            </p:blipFill>
            <p:spPr>
              <a:xfrm>
                <a:off x="7571998" y="4059271"/>
                <a:ext cx="2044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6" name="Ink 85">
                <a:extLst>
                  <a:ext uri="{FF2B5EF4-FFF2-40B4-BE49-F238E27FC236}">
                    <a16:creationId xmlns:a16="http://schemas.microsoft.com/office/drawing/2014/main" id="{81759FD3-4261-DBAF-06E2-B2AE49066F03}"/>
                  </a:ext>
                </a:extLst>
              </p14:cNvPr>
              <p14:cNvContentPartPr/>
              <p14:nvPr/>
            </p14:nvContentPartPr>
            <p14:xfrm>
              <a:off x="7787638" y="4087711"/>
              <a:ext cx="4680" cy="360"/>
            </p14:xfrm>
          </p:contentPart>
        </mc:Choice>
        <mc:Fallback xmlns="">
          <p:pic>
            <p:nvPicPr>
              <p:cNvPr id="86" name="Ink 85">
                <a:extLst>
                  <a:ext uri="{FF2B5EF4-FFF2-40B4-BE49-F238E27FC236}">
                    <a16:creationId xmlns:a16="http://schemas.microsoft.com/office/drawing/2014/main" id="{81759FD3-4261-DBAF-06E2-B2AE49066F03}"/>
                  </a:ext>
                </a:extLst>
              </p:cNvPr>
              <p:cNvPicPr/>
              <p:nvPr/>
            </p:nvPicPr>
            <p:blipFill>
              <a:blip r:embed="rId57"/>
              <a:stretch>
                <a:fillRect/>
              </a:stretch>
            </p:blipFill>
            <p:spPr>
              <a:xfrm>
                <a:off x="7776838" y="4076911"/>
                <a:ext cx="25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2" name="Ink 91">
                <a:extLst>
                  <a:ext uri="{FF2B5EF4-FFF2-40B4-BE49-F238E27FC236}">
                    <a16:creationId xmlns:a16="http://schemas.microsoft.com/office/drawing/2014/main" id="{30D3DAD8-518C-F4C3-B8F2-44A670555EAC}"/>
                  </a:ext>
                </a:extLst>
              </p14:cNvPr>
              <p14:cNvContentPartPr/>
              <p14:nvPr/>
            </p14:nvContentPartPr>
            <p14:xfrm>
              <a:off x="4381511" y="2679055"/>
              <a:ext cx="533160" cy="1739160"/>
            </p14:xfrm>
          </p:contentPart>
        </mc:Choice>
        <mc:Fallback xmlns="">
          <p:pic>
            <p:nvPicPr>
              <p:cNvPr id="92" name="Ink 91">
                <a:extLst>
                  <a:ext uri="{FF2B5EF4-FFF2-40B4-BE49-F238E27FC236}">
                    <a16:creationId xmlns:a16="http://schemas.microsoft.com/office/drawing/2014/main" id="{30D3DAD8-518C-F4C3-B8F2-44A670555EAC}"/>
                  </a:ext>
                </a:extLst>
              </p:cNvPr>
              <p:cNvPicPr/>
              <p:nvPr/>
            </p:nvPicPr>
            <p:blipFill>
              <a:blip r:embed="rId59"/>
              <a:stretch>
                <a:fillRect/>
              </a:stretch>
            </p:blipFill>
            <p:spPr>
              <a:xfrm>
                <a:off x="4371064" y="2668615"/>
                <a:ext cx="554414" cy="1760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4" name="Ink 103">
                <a:extLst>
                  <a:ext uri="{FF2B5EF4-FFF2-40B4-BE49-F238E27FC236}">
                    <a16:creationId xmlns:a16="http://schemas.microsoft.com/office/drawing/2014/main" id="{39D4AA0A-A5B8-E1AE-DCE2-29E460C86D39}"/>
                  </a:ext>
                </a:extLst>
              </p14:cNvPr>
              <p14:cNvContentPartPr/>
              <p14:nvPr/>
            </p14:nvContentPartPr>
            <p14:xfrm>
              <a:off x="4980658" y="2749996"/>
              <a:ext cx="538200" cy="154800"/>
            </p14:xfrm>
          </p:contentPart>
        </mc:Choice>
        <mc:Fallback xmlns="">
          <p:pic>
            <p:nvPicPr>
              <p:cNvPr id="104" name="Ink 103">
                <a:extLst>
                  <a:ext uri="{FF2B5EF4-FFF2-40B4-BE49-F238E27FC236}">
                    <a16:creationId xmlns:a16="http://schemas.microsoft.com/office/drawing/2014/main" id="{39D4AA0A-A5B8-E1AE-DCE2-29E460C86D39}"/>
                  </a:ext>
                </a:extLst>
              </p:cNvPr>
              <p:cNvPicPr/>
              <p:nvPr/>
            </p:nvPicPr>
            <p:blipFill>
              <a:blip r:embed="rId61"/>
              <a:stretch>
                <a:fillRect/>
              </a:stretch>
            </p:blipFill>
            <p:spPr>
              <a:xfrm>
                <a:off x="4969858" y="2739196"/>
                <a:ext cx="5594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55" name="Ink 154">
                <a:extLst>
                  <a:ext uri="{FF2B5EF4-FFF2-40B4-BE49-F238E27FC236}">
                    <a16:creationId xmlns:a16="http://schemas.microsoft.com/office/drawing/2014/main" id="{4E1A666B-A42F-5227-F6DF-FA91A22D8438}"/>
                  </a:ext>
                </a:extLst>
              </p14:cNvPr>
              <p14:cNvContentPartPr/>
              <p14:nvPr/>
            </p14:nvContentPartPr>
            <p14:xfrm>
              <a:off x="4960138" y="2969596"/>
              <a:ext cx="1020600" cy="563040"/>
            </p14:xfrm>
          </p:contentPart>
        </mc:Choice>
        <mc:Fallback xmlns="">
          <p:pic>
            <p:nvPicPr>
              <p:cNvPr id="155" name="Ink 154">
                <a:extLst>
                  <a:ext uri="{FF2B5EF4-FFF2-40B4-BE49-F238E27FC236}">
                    <a16:creationId xmlns:a16="http://schemas.microsoft.com/office/drawing/2014/main" id="{4E1A666B-A42F-5227-F6DF-FA91A22D8438}"/>
                  </a:ext>
                </a:extLst>
              </p:cNvPr>
              <p:cNvPicPr/>
              <p:nvPr/>
            </p:nvPicPr>
            <p:blipFill>
              <a:blip r:embed="rId63"/>
              <a:stretch>
                <a:fillRect/>
              </a:stretch>
            </p:blipFill>
            <p:spPr>
              <a:xfrm>
                <a:off x="4949338" y="2958803"/>
                <a:ext cx="1041840" cy="584266"/>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56" name="Ink 155">
                <a:extLst>
                  <a:ext uri="{FF2B5EF4-FFF2-40B4-BE49-F238E27FC236}">
                    <a16:creationId xmlns:a16="http://schemas.microsoft.com/office/drawing/2014/main" id="{0177D0A3-D1BC-1279-65F8-6167C9D69D5D}"/>
                  </a:ext>
                </a:extLst>
              </p14:cNvPr>
              <p14:cNvContentPartPr/>
              <p14:nvPr/>
            </p14:nvContentPartPr>
            <p14:xfrm>
              <a:off x="5004778" y="3567196"/>
              <a:ext cx="268920" cy="32760"/>
            </p14:xfrm>
          </p:contentPart>
        </mc:Choice>
        <mc:Fallback xmlns="">
          <p:pic>
            <p:nvPicPr>
              <p:cNvPr id="156" name="Ink 155">
                <a:extLst>
                  <a:ext uri="{FF2B5EF4-FFF2-40B4-BE49-F238E27FC236}">
                    <a16:creationId xmlns:a16="http://schemas.microsoft.com/office/drawing/2014/main" id="{0177D0A3-D1BC-1279-65F8-6167C9D69D5D}"/>
                  </a:ext>
                </a:extLst>
              </p:cNvPr>
              <p:cNvPicPr/>
              <p:nvPr/>
            </p:nvPicPr>
            <p:blipFill>
              <a:blip r:embed="rId65"/>
              <a:stretch>
                <a:fillRect/>
              </a:stretch>
            </p:blipFill>
            <p:spPr>
              <a:xfrm>
                <a:off x="4994338" y="3556756"/>
                <a:ext cx="2901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20" name="Ink 219">
                <a:extLst>
                  <a:ext uri="{FF2B5EF4-FFF2-40B4-BE49-F238E27FC236}">
                    <a16:creationId xmlns:a16="http://schemas.microsoft.com/office/drawing/2014/main" id="{523C973A-B1CA-E8BA-5562-F983CFCF25E1}"/>
                  </a:ext>
                </a:extLst>
              </p14:cNvPr>
              <p14:cNvContentPartPr/>
              <p14:nvPr/>
            </p14:nvContentPartPr>
            <p14:xfrm>
              <a:off x="187361" y="2751258"/>
              <a:ext cx="2321640" cy="1261440"/>
            </p14:xfrm>
          </p:contentPart>
        </mc:Choice>
        <mc:Fallback xmlns="">
          <p:pic>
            <p:nvPicPr>
              <p:cNvPr id="220" name="Ink 219">
                <a:extLst>
                  <a:ext uri="{FF2B5EF4-FFF2-40B4-BE49-F238E27FC236}">
                    <a16:creationId xmlns:a16="http://schemas.microsoft.com/office/drawing/2014/main" id="{523C973A-B1CA-E8BA-5562-F983CFCF25E1}"/>
                  </a:ext>
                </a:extLst>
              </p:cNvPr>
              <p:cNvPicPr/>
              <p:nvPr/>
            </p:nvPicPr>
            <p:blipFill>
              <a:blip r:embed="rId67"/>
              <a:stretch>
                <a:fillRect/>
              </a:stretch>
            </p:blipFill>
            <p:spPr>
              <a:xfrm>
                <a:off x="176921" y="2740815"/>
                <a:ext cx="2342880" cy="1282686"/>
              </a:xfrm>
              <a:prstGeom prst="rect">
                <a:avLst/>
              </a:prstGeom>
            </p:spPr>
          </p:pic>
        </mc:Fallback>
      </mc:AlternateContent>
    </p:spTree>
    <p:extLst>
      <p:ext uri="{BB962C8B-B14F-4D97-AF65-F5344CB8AC3E}">
        <p14:creationId xmlns:p14="http://schemas.microsoft.com/office/powerpoint/2010/main" val="304641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767408" y="157862"/>
            <a:ext cx="8305800" cy="646331"/>
          </a:xfrm>
        </p:spPr>
        <p:txBody>
          <a:bodyPr/>
          <a:lstStyle/>
          <a:p>
            <a:pPr eaLnBrk="1" hangingPunct="1"/>
            <a:r>
              <a:rPr lang="en-US" dirty="0"/>
              <a:t>Trust Or Not Trust?</a:t>
            </a:r>
            <a:endParaRPr lang="en-US" sz="4000" dirty="0"/>
          </a:p>
        </p:txBody>
      </p:sp>
      <p:sp>
        <p:nvSpPr>
          <p:cNvPr id="16389" name="Rectangle 3"/>
          <p:cNvSpPr>
            <a:spLocks noGrp="1" noChangeArrowheads="1"/>
          </p:cNvSpPr>
          <p:nvPr>
            <p:ph idx="1"/>
          </p:nvPr>
        </p:nvSpPr>
        <p:spPr>
          <a:xfrm>
            <a:off x="764958" y="1412776"/>
            <a:ext cx="10835108" cy="3502497"/>
          </a:xfrm>
        </p:spPr>
        <p:txBody>
          <a:bodyPr/>
          <a:lstStyle/>
          <a:p>
            <a:pPr eaLnBrk="1" hangingPunct="1"/>
            <a:r>
              <a:rPr lang="en-US" dirty="0"/>
              <a:t>It boils down to the question of </a:t>
            </a:r>
            <a:r>
              <a:rPr lang="en-US" u="sng" dirty="0">
                <a:solidFill>
                  <a:srgbClr val="C00000"/>
                </a:solidFill>
              </a:rPr>
              <a:t>how to establish trust</a:t>
            </a:r>
            <a:r>
              <a:rPr lang="en-US" dirty="0"/>
              <a:t>!!</a:t>
            </a:r>
            <a:endParaRPr lang="en-US" altLang="zh-CN" dirty="0">
              <a:ea typeface="宋体" pitchFamily="2" charset="-122"/>
            </a:endParaRPr>
          </a:p>
          <a:p>
            <a:pPr eaLnBrk="1" hangingPunct="1"/>
            <a:r>
              <a:rPr lang="en-US" altLang="zh-CN" dirty="0">
                <a:ea typeface="宋体" pitchFamily="2" charset="-122"/>
              </a:rPr>
              <a:t>Two approaches for trust establishment</a:t>
            </a:r>
          </a:p>
          <a:p>
            <a:pPr lvl="1" eaLnBrk="1" hangingPunct="1"/>
            <a:r>
              <a:rPr lang="en-US" altLang="zh-CN" dirty="0">
                <a:ea typeface="宋体" pitchFamily="2" charset="-122"/>
              </a:rPr>
              <a:t>Most browsers have pre-loaded those root CA certs which are widely considered as trusted, such as Microsoft, Google’s root CA certs.</a:t>
            </a:r>
          </a:p>
          <a:p>
            <a:pPr lvl="1" eaLnBrk="1" hangingPunct="1"/>
            <a:r>
              <a:rPr lang="en-US" altLang="zh-CN" dirty="0">
                <a:ea typeface="宋体" pitchFamily="2" charset="-122"/>
              </a:rPr>
              <a:t>You can manually instruct the browser to trust a root CA’s certificate, by inserting the certificate. </a:t>
            </a:r>
          </a:p>
        </p:txBody>
      </p:sp>
      <p:sp>
        <p:nvSpPr>
          <p:cNvPr id="16387" name="Slide Number Placeholder 5"/>
          <p:cNvSpPr>
            <a:spLocks noGrp="1"/>
          </p:cNvSpPr>
          <p:nvPr>
            <p:ph type="sldNum" sz="quarter" idx="12"/>
          </p:nvPr>
        </p:nvSpPr>
        <p:spPr>
          <a:noFill/>
        </p:spPr>
        <p:txBody>
          <a:bodyPr/>
          <a:lstStyle/>
          <a:p>
            <a:fld id="{35D6ACA1-863B-4924-9C84-A2E3A76D0B63}" type="slidenum">
              <a:rPr lang="en-US"/>
              <a:pPr/>
              <a:t>21</a:t>
            </a:fld>
            <a:endParaRPr lang="en-US" dirty="0"/>
          </a:p>
        </p:txBody>
      </p:sp>
    </p:spTree>
    <p:extLst>
      <p:ext uri="{BB962C8B-B14F-4D97-AF65-F5344CB8AC3E}">
        <p14:creationId xmlns:p14="http://schemas.microsoft.com/office/powerpoint/2010/main" val="2511969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623392" y="1345352"/>
            <a:ext cx="11074400" cy="4167295"/>
          </a:xfrm>
        </p:spPr>
        <p:txBody>
          <a:bodyPr/>
          <a:lstStyle/>
          <a:p>
            <a:r>
              <a:rPr lang="en-US" dirty="0">
                <a:solidFill>
                  <a:srgbClr val="D9D9D9"/>
                </a:solidFill>
              </a:rPr>
              <a:t>Introduction of the concept of certificates and Public Key Infrastructure (PKI)</a:t>
            </a:r>
          </a:p>
          <a:p>
            <a:r>
              <a:rPr lang="en-US" dirty="0"/>
              <a:t>Four important algorithms</a:t>
            </a:r>
          </a:p>
          <a:p>
            <a:pPr lvl="1"/>
            <a:r>
              <a:rPr lang="en-US" dirty="0">
                <a:solidFill>
                  <a:srgbClr val="D9D9D9"/>
                </a:solidFill>
              </a:rPr>
              <a:t>certificate request generation algorithm (by public key owner)</a:t>
            </a:r>
          </a:p>
          <a:p>
            <a:pPr lvl="1"/>
            <a:r>
              <a:rPr lang="en-US" dirty="0">
                <a:solidFill>
                  <a:srgbClr val="D9D9D9"/>
                </a:solidFill>
              </a:rPr>
              <a:t>certificate issuance algorithm (by CA)</a:t>
            </a:r>
          </a:p>
          <a:p>
            <a:pPr lvl="1"/>
            <a:r>
              <a:rPr lang="en-US" dirty="0">
                <a:solidFill>
                  <a:srgbClr val="D9D9D9"/>
                </a:solidFill>
              </a:rPr>
              <a:t>certificate verification algorithm (by verifier)</a:t>
            </a:r>
          </a:p>
          <a:p>
            <a:pPr lvl="1"/>
            <a:r>
              <a:rPr lang="en-US" dirty="0"/>
              <a:t>certificate revocation algorithm (by CA)</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22</a:t>
            </a:fld>
            <a:endParaRPr lang="en-US"/>
          </a:p>
        </p:txBody>
      </p:sp>
    </p:spTree>
    <p:extLst>
      <p:ext uri="{BB962C8B-B14F-4D97-AF65-F5344CB8AC3E}">
        <p14:creationId xmlns:p14="http://schemas.microsoft.com/office/powerpoint/2010/main" val="3314961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766372" y="192782"/>
            <a:ext cx="8305800" cy="641350"/>
          </a:xfrm>
        </p:spPr>
        <p:txBody>
          <a:bodyPr/>
          <a:lstStyle/>
          <a:p>
            <a:pPr eaLnBrk="1" hangingPunct="1"/>
            <a:r>
              <a:rPr lang="en-US" altLang="zh-CN" dirty="0">
                <a:ea typeface="宋体" pitchFamily="2" charset="-122"/>
              </a:rPr>
              <a:t>Certificate Revocation</a:t>
            </a:r>
            <a:endParaRPr lang="en-US" dirty="0"/>
          </a:p>
        </p:txBody>
      </p:sp>
      <p:sp>
        <p:nvSpPr>
          <p:cNvPr id="12293" name="Rectangle 3"/>
          <p:cNvSpPr>
            <a:spLocks noGrp="1" noChangeArrowheads="1"/>
          </p:cNvSpPr>
          <p:nvPr>
            <p:ph idx="1"/>
          </p:nvPr>
        </p:nvSpPr>
        <p:spPr>
          <a:xfrm>
            <a:off x="766372" y="1281337"/>
            <a:ext cx="10903877" cy="4105739"/>
          </a:xfrm>
        </p:spPr>
        <p:txBody>
          <a:bodyPr/>
          <a:lstStyle/>
          <a:p>
            <a:pPr eaLnBrk="1" hangingPunct="1"/>
            <a:r>
              <a:rPr lang="en-US" altLang="zh-CN" dirty="0">
                <a:ea typeface="宋体" pitchFamily="2" charset="-122"/>
              </a:rPr>
              <a:t>What if a private key is compromised? </a:t>
            </a:r>
          </a:p>
          <a:p>
            <a:pPr lvl="1" eaLnBrk="1" hangingPunct="1"/>
            <a:r>
              <a:rPr lang="en-US" altLang="zh-CN" dirty="0">
                <a:ea typeface="宋体" pitchFamily="2" charset="-122"/>
              </a:rPr>
              <a:t>ideally, its corresponding public key should not be used any longer.</a:t>
            </a:r>
          </a:p>
          <a:p>
            <a:r>
              <a:rPr lang="en-US" altLang="zh-CN" dirty="0">
                <a:ea typeface="宋体" pitchFamily="2" charset="-122"/>
              </a:rPr>
              <a:t>Basic idea of revocation:</a:t>
            </a:r>
          </a:p>
          <a:p>
            <a:pPr lvl="1"/>
            <a:r>
              <a:rPr lang="en-US" altLang="zh-CN" dirty="0">
                <a:ea typeface="宋体" pitchFamily="2" charset="-122"/>
              </a:rPr>
              <a:t>The authority periodically publishing a black list of those revoked certificates’ serial numbers.</a:t>
            </a:r>
          </a:p>
          <a:p>
            <a:pPr lvl="1"/>
            <a:r>
              <a:rPr lang="en-US" altLang="zh-CN" dirty="0">
                <a:ea typeface="宋体" pitchFamily="2" charset="-122"/>
              </a:rPr>
              <a:t>The black list is called </a:t>
            </a:r>
            <a:r>
              <a:rPr lang="en-US" altLang="zh-CN" dirty="0">
                <a:solidFill>
                  <a:srgbClr val="C00000"/>
                </a:solidFill>
                <a:ea typeface="宋体" pitchFamily="2" charset="-122"/>
              </a:rPr>
              <a:t>Certificate Revocation List (CRL)</a:t>
            </a:r>
            <a:r>
              <a:rPr lang="en-US" altLang="zh-CN" dirty="0">
                <a:ea typeface="宋体" pitchFamily="2" charset="-122"/>
              </a:rPr>
              <a:t>.</a:t>
            </a:r>
          </a:p>
          <a:p>
            <a:pPr lvl="1"/>
            <a:r>
              <a:rPr lang="en-US" altLang="zh-CN" dirty="0">
                <a:solidFill>
                  <a:srgbClr val="0000FF"/>
                </a:solidFill>
                <a:ea typeface="宋体" pitchFamily="2" charset="-122"/>
              </a:rPr>
              <a:t>It is the user’s burden to download the latest CRL. </a:t>
            </a:r>
          </a:p>
        </p:txBody>
      </p:sp>
      <p:sp>
        <p:nvSpPr>
          <p:cNvPr id="12291" name="Slide Number Placeholder 5"/>
          <p:cNvSpPr>
            <a:spLocks noGrp="1"/>
          </p:cNvSpPr>
          <p:nvPr>
            <p:ph type="sldNum" sz="quarter" idx="12"/>
          </p:nvPr>
        </p:nvSpPr>
        <p:spPr>
          <a:noFill/>
        </p:spPr>
        <p:txBody>
          <a:bodyPr/>
          <a:lstStyle/>
          <a:p>
            <a:fld id="{37665318-303D-4D50-AF85-CEEAF9D10933}" type="slidenum">
              <a:rPr lang="en-US"/>
              <a:pPr/>
              <a:t>23</a:t>
            </a:fld>
            <a:endParaRPr lang="en-US" dirty="0"/>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173321CF-3A37-F713-8F7B-7A251AEB3C5D}"/>
                  </a:ext>
                </a:extLst>
              </p14:cNvPr>
              <p14:cNvContentPartPr/>
              <p14:nvPr/>
            </p14:nvContentPartPr>
            <p14:xfrm>
              <a:off x="4523345" y="1050480"/>
              <a:ext cx="730800" cy="360720"/>
            </p14:xfrm>
          </p:contentPart>
        </mc:Choice>
        <mc:Fallback xmlns="">
          <p:pic>
            <p:nvPicPr>
              <p:cNvPr id="10" name="Ink 9">
                <a:extLst>
                  <a:ext uri="{FF2B5EF4-FFF2-40B4-BE49-F238E27FC236}">
                    <a16:creationId xmlns:a16="http://schemas.microsoft.com/office/drawing/2014/main" id="{173321CF-3A37-F713-8F7B-7A251AEB3C5D}"/>
                  </a:ext>
                </a:extLst>
              </p:cNvPr>
              <p:cNvPicPr/>
              <p:nvPr/>
            </p:nvPicPr>
            <p:blipFill>
              <a:blip r:embed="rId4"/>
              <a:stretch>
                <a:fillRect/>
              </a:stretch>
            </p:blipFill>
            <p:spPr>
              <a:xfrm>
                <a:off x="4512545" y="1039680"/>
                <a:ext cx="75204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E5822B26-317E-73D5-829C-3B73EC3A4AAE}"/>
                  </a:ext>
                </a:extLst>
              </p14:cNvPr>
              <p14:cNvContentPartPr/>
              <p14:nvPr/>
            </p14:nvContentPartPr>
            <p14:xfrm>
              <a:off x="5372945" y="1036440"/>
              <a:ext cx="538560" cy="255960"/>
            </p14:xfrm>
          </p:contentPart>
        </mc:Choice>
        <mc:Fallback xmlns="">
          <p:pic>
            <p:nvPicPr>
              <p:cNvPr id="16" name="Ink 15">
                <a:extLst>
                  <a:ext uri="{FF2B5EF4-FFF2-40B4-BE49-F238E27FC236}">
                    <a16:creationId xmlns:a16="http://schemas.microsoft.com/office/drawing/2014/main" id="{E5822B26-317E-73D5-829C-3B73EC3A4AAE}"/>
                  </a:ext>
                </a:extLst>
              </p:cNvPr>
              <p:cNvPicPr/>
              <p:nvPr/>
            </p:nvPicPr>
            <p:blipFill>
              <a:blip r:embed="rId6"/>
              <a:stretch>
                <a:fillRect/>
              </a:stretch>
            </p:blipFill>
            <p:spPr>
              <a:xfrm>
                <a:off x="5362498" y="1025655"/>
                <a:ext cx="559814" cy="2771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9" name="Ink 38">
                <a:extLst>
                  <a:ext uri="{FF2B5EF4-FFF2-40B4-BE49-F238E27FC236}">
                    <a16:creationId xmlns:a16="http://schemas.microsoft.com/office/drawing/2014/main" id="{AFDB71D5-6157-1D62-A93B-9ECD85D83081}"/>
                  </a:ext>
                </a:extLst>
              </p14:cNvPr>
              <p14:cNvContentPartPr/>
              <p14:nvPr/>
            </p14:nvContentPartPr>
            <p14:xfrm>
              <a:off x="7409873" y="1082695"/>
              <a:ext cx="688320" cy="211680"/>
            </p14:xfrm>
          </p:contentPart>
        </mc:Choice>
        <mc:Fallback xmlns="">
          <p:pic>
            <p:nvPicPr>
              <p:cNvPr id="39" name="Ink 38">
                <a:extLst>
                  <a:ext uri="{FF2B5EF4-FFF2-40B4-BE49-F238E27FC236}">
                    <a16:creationId xmlns:a16="http://schemas.microsoft.com/office/drawing/2014/main" id="{AFDB71D5-6157-1D62-A93B-9ECD85D83081}"/>
                  </a:ext>
                </a:extLst>
              </p:cNvPr>
              <p:cNvPicPr/>
              <p:nvPr/>
            </p:nvPicPr>
            <p:blipFill>
              <a:blip r:embed="rId8"/>
              <a:stretch>
                <a:fillRect/>
              </a:stretch>
            </p:blipFill>
            <p:spPr>
              <a:xfrm>
                <a:off x="7399433" y="1072255"/>
                <a:ext cx="7095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0" name="Ink 39">
                <a:extLst>
                  <a:ext uri="{FF2B5EF4-FFF2-40B4-BE49-F238E27FC236}">
                    <a16:creationId xmlns:a16="http://schemas.microsoft.com/office/drawing/2014/main" id="{C74181DA-094D-1136-29AB-E110BA121073}"/>
                  </a:ext>
                </a:extLst>
              </p14:cNvPr>
              <p14:cNvContentPartPr/>
              <p14:nvPr/>
            </p14:nvContentPartPr>
            <p14:xfrm>
              <a:off x="6876353" y="1064335"/>
              <a:ext cx="407880" cy="216360"/>
            </p14:xfrm>
          </p:contentPart>
        </mc:Choice>
        <mc:Fallback xmlns="">
          <p:pic>
            <p:nvPicPr>
              <p:cNvPr id="40" name="Ink 39">
                <a:extLst>
                  <a:ext uri="{FF2B5EF4-FFF2-40B4-BE49-F238E27FC236}">
                    <a16:creationId xmlns:a16="http://schemas.microsoft.com/office/drawing/2014/main" id="{C74181DA-094D-1136-29AB-E110BA121073}"/>
                  </a:ext>
                </a:extLst>
              </p:cNvPr>
              <p:cNvPicPr/>
              <p:nvPr/>
            </p:nvPicPr>
            <p:blipFill>
              <a:blip r:embed="rId10"/>
              <a:stretch>
                <a:fillRect/>
              </a:stretch>
            </p:blipFill>
            <p:spPr>
              <a:xfrm>
                <a:off x="6865553" y="1053535"/>
                <a:ext cx="4291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1" name="Ink 40">
                <a:extLst>
                  <a:ext uri="{FF2B5EF4-FFF2-40B4-BE49-F238E27FC236}">
                    <a16:creationId xmlns:a16="http://schemas.microsoft.com/office/drawing/2014/main" id="{2564B45D-C28E-055C-6A86-9F2086397788}"/>
                  </a:ext>
                </a:extLst>
              </p14:cNvPr>
              <p14:cNvContentPartPr/>
              <p14:nvPr/>
            </p14:nvContentPartPr>
            <p14:xfrm>
              <a:off x="6077873" y="1059655"/>
              <a:ext cx="671760" cy="250200"/>
            </p14:xfrm>
          </p:contentPart>
        </mc:Choice>
        <mc:Fallback xmlns="">
          <p:pic>
            <p:nvPicPr>
              <p:cNvPr id="41" name="Ink 40">
                <a:extLst>
                  <a:ext uri="{FF2B5EF4-FFF2-40B4-BE49-F238E27FC236}">
                    <a16:creationId xmlns:a16="http://schemas.microsoft.com/office/drawing/2014/main" id="{2564B45D-C28E-055C-6A86-9F2086397788}"/>
                  </a:ext>
                </a:extLst>
              </p:cNvPr>
              <p:cNvPicPr/>
              <p:nvPr/>
            </p:nvPicPr>
            <p:blipFill>
              <a:blip r:embed="rId12"/>
              <a:stretch>
                <a:fillRect/>
              </a:stretch>
            </p:blipFill>
            <p:spPr>
              <a:xfrm>
                <a:off x="6067073" y="1049200"/>
                <a:ext cx="693000" cy="27147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295" name="Ink 12294">
                <a:extLst>
                  <a:ext uri="{FF2B5EF4-FFF2-40B4-BE49-F238E27FC236}">
                    <a16:creationId xmlns:a16="http://schemas.microsoft.com/office/drawing/2014/main" id="{D5B61D67-D664-EAC3-7B69-8C4EBA09E9EF}"/>
                  </a:ext>
                </a:extLst>
              </p14:cNvPr>
              <p14:cNvContentPartPr/>
              <p14:nvPr/>
            </p14:nvContentPartPr>
            <p14:xfrm>
              <a:off x="5916175" y="632880"/>
              <a:ext cx="1105200" cy="138600"/>
            </p14:xfrm>
          </p:contentPart>
        </mc:Choice>
        <mc:Fallback xmlns="">
          <p:pic>
            <p:nvPicPr>
              <p:cNvPr id="12295" name="Ink 12294">
                <a:extLst>
                  <a:ext uri="{FF2B5EF4-FFF2-40B4-BE49-F238E27FC236}">
                    <a16:creationId xmlns:a16="http://schemas.microsoft.com/office/drawing/2014/main" id="{D5B61D67-D664-EAC3-7B69-8C4EBA09E9EF}"/>
                  </a:ext>
                </a:extLst>
              </p:cNvPr>
              <p:cNvPicPr/>
              <p:nvPr/>
            </p:nvPicPr>
            <p:blipFill>
              <a:blip r:embed="rId14"/>
              <a:stretch>
                <a:fillRect/>
              </a:stretch>
            </p:blipFill>
            <p:spPr>
              <a:xfrm>
                <a:off x="5905735" y="622080"/>
                <a:ext cx="112644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296" name="Ink 12295">
                <a:extLst>
                  <a:ext uri="{FF2B5EF4-FFF2-40B4-BE49-F238E27FC236}">
                    <a16:creationId xmlns:a16="http://schemas.microsoft.com/office/drawing/2014/main" id="{69739750-3D67-A950-21B1-BBC3DDA2A305}"/>
                  </a:ext>
                </a:extLst>
              </p14:cNvPr>
              <p14:cNvContentPartPr/>
              <p14:nvPr/>
            </p14:nvContentPartPr>
            <p14:xfrm>
              <a:off x="5723935" y="320760"/>
              <a:ext cx="1053360" cy="224280"/>
            </p14:xfrm>
          </p:contentPart>
        </mc:Choice>
        <mc:Fallback xmlns="">
          <p:pic>
            <p:nvPicPr>
              <p:cNvPr id="12296" name="Ink 12295">
                <a:extLst>
                  <a:ext uri="{FF2B5EF4-FFF2-40B4-BE49-F238E27FC236}">
                    <a16:creationId xmlns:a16="http://schemas.microsoft.com/office/drawing/2014/main" id="{69739750-3D67-A950-21B1-BBC3DDA2A305}"/>
                  </a:ext>
                </a:extLst>
              </p:cNvPr>
              <p:cNvPicPr/>
              <p:nvPr/>
            </p:nvPicPr>
            <p:blipFill>
              <a:blip r:embed="rId16"/>
              <a:stretch>
                <a:fillRect/>
              </a:stretch>
            </p:blipFill>
            <p:spPr>
              <a:xfrm>
                <a:off x="5713495" y="310320"/>
                <a:ext cx="107460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301" name="Ink 12300">
                <a:extLst>
                  <a:ext uri="{FF2B5EF4-FFF2-40B4-BE49-F238E27FC236}">
                    <a16:creationId xmlns:a16="http://schemas.microsoft.com/office/drawing/2014/main" id="{3060E379-5795-B0AA-86A6-C4CF16BBB881}"/>
                  </a:ext>
                </a:extLst>
              </p14:cNvPr>
              <p14:cNvContentPartPr/>
              <p14:nvPr/>
            </p14:nvContentPartPr>
            <p14:xfrm>
              <a:off x="7160182" y="611640"/>
              <a:ext cx="367920" cy="183960"/>
            </p14:xfrm>
          </p:contentPart>
        </mc:Choice>
        <mc:Fallback xmlns="">
          <p:pic>
            <p:nvPicPr>
              <p:cNvPr id="12301" name="Ink 12300">
                <a:extLst>
                  <a:ext uri="{FF2B5EF4-FFF2-40B4-BE49-F238E27FC236}">
                    <a16:creationId xmlns:a16="http://schemas.microsoft.com/office/drawing/2014/main" id="{3060E379-5795-B0AA-86A6-C4CF16BBB881}"/>
                  </a:ext>
                </a:extLst>
              </p:cNvPr>
              <p:cNvPicPr/>
              <p:nvPr/>
            </p:nvPicPr>
            <p:blipFill>
              <a:blip r:embed="rId18"/>
              <a:stretch>
                <a:fillRect/>
              </a:stretch>
            </p:blipFill>
            <p:spPr>
              <a:xfrm>
                <a:off x="7149732" y="601200"/>
                <a:ext cx="389181"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311" name="Ink 12310">
                <a:extLst>
                  <a:ext uri="{FF2B5EF4-FFF2-40B4-BE49-F238E27FC236}">
                    <a16:creationId xmlns:a16="http://schemas.microsoft.com/office/drawing/2014/main" id="{1F4C0523-AC69-9EE9-3092-931DCFFF6601}"/>
                  </a:ext>
                </a:extLst>
              </p14:cNvPr>
              <p14:cNvContentPartPr/>
              <p14:nvPr/>
            </p14:nvContentPartPr>
            <p14:xfrm>
              <a:off x="7550782" y="595440"/>
              <a:ext cx="457560" cy="164160"/>
            </p14:xfrm>
          </p:contentPart>
        </mc:Choice>
        <mc:Fallback xmlns="">
          <p:pic>
            <p:nvPicPr>
              <p:cNvPr id="12311" name="Ink 12310">
                <a:extLst>
                  <a:ext uri="{FF2B5EF4-FFF2-40B4-BE49-F238E27FC236}">
                    <a16:creationId xmlns:a16="http://schemas.microsoft.com/office/drawing/2014/main" id="{1F4C0523-AC69-9EE9-3092-931DCFFF6601}"/>
                  </a:ext>
                </a:extLst>
              </p:cNvPr>
              <p:cNvPicPr/>
              <p:nvPr/>
            </p:nvPicPr>
            <p:blipFill>
              <a:blip r:embed="rId20"/>
              <a:stretch>
                <a:fillRect/>
              </a:stretch>
            </p:blipFill>
            <p:spPr>
              <a:xfrm>
                <a:off x="7540334" y="584977"/>
                <a:ext cx="478817" cy="185447"/>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334" name="Ink 12333">
                <a:extLst>
                  <a:ext uri="{FF2B5EF4-FFF2-40B4-BE49-F238E27FC236}">
                    <a16:creationId xmlns:a16="http://schemas.microsoft.com/office/drawing/2014/main" id="{A5C5C510-4EDD-38E3-F25C-0C539BFF39CB}"/>
                  </a:ext>
                </a:extLst>
              </p14:cNvPr>
              <p14:cNvContentPartPr/>
              <p14:nvPr/>
            </p14:nvContentPartPr>
            <p14:xfrm>
              <a:off x="9079866" y="3871312"/>
              <a:ext cx="505800" cy="285480"/>
            </p14:xfrm>
          </p:contentPart>
        </mc:Choice>
        <mc:Fallback xmlns="">
          <p:pic>
            <p:nvPicPr>
              <p:cNvPr id="12334" name="Ink 12333">
                <a:extLst>
                  <a:ext uri="{FF2B5EF4-FFF2-40B4-BE49-F238E27FC236}">
                    <a16:creationId xmlns:a16="http://schemas.microsoft.com/office/drawing/2014/main" id="{A5C5C510-4EDD-38E3-F25C-0C539BFF39CB}"/>
                  </a:ext>
                </a:extLst>
              </p:cNvPr>
              <p:cNvPicPr/>
              <p:nvPr/>
            </p:nvPicPr>
            <p:blipFill>
              <a:blip r:embed="rId22"/>
              <a:stretch>
                <a:fillRect/>
              </a:stretch>
            </p:blipFill>
            <p:spPr>
              <a:xfrm>
                <a:off x="9069066" y="3860872"/>
                <a:ext cx="5270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335" name="Ink 12334">
                <a:extLst>
                  <a:ext uri="{FF2B5EF4-FFF2-40B4-BE49-F238E27FC236}">
                    <a16:creationId xmlns:a16="http://schemas.microsoft.com/office/drawing/2014/main" id="{288FF7E1-A18F-1FA6-7137-036279450089}"/>
                  </a:ext>
                </a:extLst>
              </p14:cNvPr>
              <p14:cNvContentPartPr/>
              <p14:nvPr/>
            </p14:nvContentPartPr>
            <p14:xfrm>
              <a:off x="8604306" y="3878512"/>
              <a:ext cx="282240" cy="222120"/>
            </p14:xfrm>
          </p:contentPart>
        </mc:Choice>
        <mc:Fallback xmlns="">
          <p:pic>
            <p:nvPicPr>
              <p:cNvPr id="12335" name="Ink 12334">
                <a:extLst>
                  <a:ext uri="{FF2B5EF4-FFF2-40B4-BE49-F238E27FC236}">
                    <a16:creationId xmlns:a16="http://schemas.microsoft.com/office/drawing/2014/main" id="{288FF7E1-A18F-1FA6-7137-036279450089}"/>
                  </a:ext>
                </a:extLst>
              </p:cNvPr>
              <p:cNvPicPr/>
              <p:nvPr/>
            </p:nvPicPr>
            <p:blipFill>
              <a:blip r:embed="rId24"/>
              <a:stretch>
                <a:fillRect/>
              </a:stretch>
            </p:blipFill>
            <p:spPr>
              <a:xfrm>
                <a:off x="8593866" y="3868072"/>
                <a:ext cx="3034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336" name="Ink 12335">
                <a:extLst>
                  <a:ext uri="{FF2B5EF4-FFF2-40B4-BE49-F238E27FC236}">
                    <a16:creationId xmlns:a16="http://schemas.microsoft.com/office/drawing/2014/main" id="{E128E7F9-F53F-0FF6-EDD6-9F455213E89B}"/>
                  </a:ext>
                </a:extLst>
              </p14:cNvPr>
              <p14:cNvContentPartPr/>
              <p14:nvPr/>
            </p14:nvContentPartPr>
            <p14:xfrm>
              <a:off x="8230986" y="3905512"/>
              <a:ext cx="254160" cy="214560"/>
            </p14:xfrm>
          </p:contentPart>
        </mc:Choice>
        <mc:Fallback xmlns="">
          <p:pic>
            <p:nvPicPr>
              <p:cNvPr id="12336" name="Ink 12335">
                <a:extLst>
                  <a:ext uri="{FF2B5EF4-FFF2-40B4-BE49-F238E27FC236}">
                    <a16:creationId xmlns:a16="http://schemas.microsoft.com/office/drawing/2014/main" id="{E128E7F9-F53F-0FF6-EDD6-9F455213E89B}"/>
                  </a:ext>
                </a:extLst>
              </p:cNvPr>
              <p:cNvPicPr/>
              <p:nvPr/>
            </p:nvPicPr>
            <p:blipFill>
              <a:blip r:embed="rId26"/>
              <a:stretch>
                <a:fillRect/>
              </a:stretch>
            </p:blipFill>
            <p:spPr>
              <a:xfrm>
                <a:off x="8220546" y="3894712"/>
                <a:ext cx="2754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337" name="Ink 12336">
                <a:extLst>
                  <a:ext uri="{FF2B5EF4-FFF2-40B4-BE49-F238E27FC236}">
                    <a16:creationId xmlns:a16="http://schemas.microsoft.com/office/drawing/2014/main" id="{46E80F6B-171F-42AF-19E3-F9C0DA195A2B}"/>
                  </a:ext>
                </a:extLst>
              </p14:cNvPr>
              <p14:cNvContentPartPr/>
              <p14:nvPr/>
            </p14:nvContentPartPr>
            <p14:xfrm>
              <a:off x="7397586" y="3914152"/>
              <a:ext cx="661320" cy="203400"/>
            </p14:xfrm>
          </p:contentPart>
        </mc:Choice>
        <mc:Fallback xmlns="">
          <p:pic>
            <p:nvPicPr>
              <p:cNvPr id="12337" name="Ink 12336">
                <a:extLst>
                  <a:ext uri="{FF2B5EF4-FFF2-40B4-BE49-F238E27FC236}">
                    <a16:creationId xmlns:a16="http://schemas.microsoft.com/office/drawing/2014/main" id="{46E80F6B-171F-42AF-19E3-F9C0DA195A2B}"/>
                  </a:ext>
                </a:extLst>
              </p:cNvPr>
              <p:cNvPicPr/>
              <p:nvPr/>
            </p:nvPicPr>
            <p:blipFill>
              <a:blip r:embed="rId28"/>
              <a:stretch>
                <a:fillRect/>
              </a:stretch>
            </p:blipFill>
            <p:spPr>
              <a:xfrm>
                <a:off x="7387146" y="3903712"/>
                <a:ext cx="6825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2365" name="Ink 12364">
                <a:extLst>
                  <a:ext uri="{FF2B5EF4-FFF2-40B4-BE49-F238E27FC236}">
                    <a16:creationId xmlns:a16="http://schemas.microsoft.com/office/drawing/2014/main" id="{98066531-3AAF-BBB9-704E-548C29379BDC}"/>
                  </a:ext>
                </a:extLst>
              </p14:cNvPr>
              <p14:cNvContentPartPr/>
              <p14:nvPr/>
            </p14:nvContentPartPr>
            <p14:xfrm>
              <a:off x="10229167" y="4119564"/>
              <a:ext cx="783000" cy="198000"/>
            </p14:xfrm>
          </p:contentPart>
        </mc:Choice>
        <mc:Fallback xmlns="">
          <p:pic>
            <p:nvPicPr>
              <p:cNvPr id="12365" name="Ink 12364">
                <a:extLst>
                  <a:ext uri="{FF2B5EF4-FFF2-40B4-BE49-F238E27FC236}">
                    <a16:creationId xmlns:a16="http://schemas.microsoft.com/office/drawing/2014/main" id="{98066531-3AAF-BBB9-704E-548C29379BDC}"/>
                  </a:ext>
                </a:extLst>
              </p:cNvPr>
              <p:cNvPicPr/>
              <p:nvPr/>
            </p:nvPicPr>
            <p:blipFill>
              <a:blip r:embed="rId30"/>
              <a:stretch>
                <a:fillRect/>
              </a:stretch>
            </p:blipFill>
            <p:spPr>
              <a:xfrm>
                <a:off x="10218367" y="4108764"/>
                <a:ext cx="8042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366" name="Ink 12365">
                <a:extLst>
                  <a:ext uri="{FF2B5EF4-FFF2-40B4-BE49-F238E27FC236}">
                    <a16:creationId xmlns:a16="http://schemas.microsoft.com/office/drawing/2014/main" id="{2EBA4AAD-98AC-78E1-4A8A-96D2ACDEDBD1}"/>
                  </a:ext>
                </a:extLst>
              </p14:cNvPr>
              <p14:cNvContentPartPr/>
              <p14:nvPr/>
            </p14:nvContentPartPr>
            <p14:xfrm>
              <a:off x="10446247" y="3881244"/>
              <a:ext cx="438480" cy="157680"/>
            </p14:xfrm>
          </p:contentPart>
        </mc:Choice>
        <mc:Fallback xmlns="">
          <p:pic>
            <p:nvPicPr>
              <p:cNvPr id="12366" name="Ink 12365">
                <a:extLst>
                  <a:ext uri="{FF2B5EF4-FFF2-40B4-BE49-F238E27FC236}">
                    <a16:creationId xmlns:a16="http://schemas.microsoft.com/office/drawing/2014/main" id="{2EBA4AAD-98AC-78E1-4A8A-96D2ACDEDBD1}"/>
                  </a:ext>
                </a:extLst>
              </p:cNvPr>
              <p:cNvPicPr/>
              <p:nvPr/>
            </p:nvPicPr>
            <p:blipFill>
              <a:blip r:embed="rId32"/>
              <a:stretch>
                <a:fillRect/>
              </a:stretch>
            </p:blipFill>
            <p:spPr>
              <a:xfrm>
                <a:off x="10435447" y="3870780"/>
                <a:ext cx="459720" cy="178969"/>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2367" name="Ink 12366">
                <a:extLst>
                  <a:ext uri="{FF2B5EF4-FFF2-40B4-BE49-F238E27FC236}">
                    <a16:creationId xmlns:a16="http://schemas.microsoft.com/office/drawing/2014/main" id="{8BCD458F-A166-F94E-0B2D-49083453AF8F}"/>
                  </a:ext>
                </a:extLst>
              </p14:cNvPr>
              <p14:cNvContentPartPr/>
              <p14:nvPr/>
            </p14:nvContentPartPr>
            <p14:xfrm>
              <a:off x="9966007" y="3872244"/>
              <a:ext cx="371880" cy="173160"/>
            </p14:xfrm>
          </p:contentPart>
        </mc:Choice>
        <mc:Fallback xmlns="">
          <p:pic>
            <p:nvPicPr>
              <p:cNvPr id="12367" name="Ink 12366">
                <a:extLst>
                  <a:ext uri="{FF2B5EF4-FFF2-40B4-BE49-F238E27FC236}">
                    <a16:creationId xmlns:a16="http://schemas.microsoft.com/office/drawing/2014/main" id="{8BCD458F-A166-F94E-0B2D-49083453AF8F}"/>
                  </a:ext>
                </a:extLst>
              </p:cNvPr>
              <p:cNvPicPr/>
              <p:nvPr/>
            </p:nvPicPr>
            <p:blipFill>
              <a:blip r:embed="rId34"/>
              <a:stretch>
                <a:fillRect/>
              </a:stretch>
            </p:blipFill>
            <p:spPr>
              <a:xfrm>
                <a:off x="9955217" y="3861444"/>
                <a:ext cx="393099"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2368" name="Ink 12367">
                <a:extLst>
                  <a:ext uri="{FF2B5EF4-FFF2-40B4-BE49-F238E27FC236}">
                    <a16:creationId xmlns:a16="http://schemas.microsoft.com/office/drawing/2014/main" id="{938D54DE-0D03-4AFC-D3A5-CEB37E2E40D3}"/>
                  </a:ext>
                </a:extLst>
              </p14:cNvPr>
              <p14:cNvContentPartPr/>
              <p14:nvPr/>
            </p14:nvContentPartPr>
            <p14:xfrm>
              <a:off x="9709687" y="3897804"/>
              <a:ext cx="147960" cy="161640"/>
            </p14:xfrm>
          </p:contentPart>
        </mc:Choice>
        <mc:Fallback xmlns="">
          <p:pic>
            <p:nvPicPr>
              <p:cNvPr id="12368" name="Ink 12367">
                <a:extLst>
                  <a:ext uri="{FF2B5EF4-FFF2-40B4-BE49-F238E27FC236}">
                    <a16:creationId xmlns:a16="http://schemas.microsoft.com/office/drawing/2014/main" id="{938D54DE-0D03-4AFC-D3A5-CEB37E2E40D3}"/>
                  </a:ext>
                </a:extLst>
              </p:cNvPr>
              <p:cNvPicPr/>
              <p:nvPr/>
            </p:nvPicPr>
            <p:blipFill>
              <a:blip r:embed="rId36"/>
              <a:stretch>
                <a:fillRect/>
              </a:stretch>
            </p:blipFill>
            <p:spPr>
              <a:xfrm>
                <a:off x="9698913" y="3887364"/>
                <a:ext cx="169148"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2372" name="Ink 12371">
                <a:extLst>
                  <a:ext uri="{FF2B5EF4-FFF2-40B4-BE49-F238E27FC236}">
                    <a16:creationId xmlns:a16="http://schemas.microsoft.com/office/drawing/2014/main" id="{EEA09C2A-043D-85C2-1514-A344FF194207}"/>
                  </a:ext>
                </a:extLst>
              </p14:cNvPr>
              <p14:cNvContentPartPr/>
              <p14:nvPr/>
            </p14:nvContentPartPr>
            <p14:xfrm>
              <a:off x="2778005" y="2439798"/>
              <a:ext cx="531720" cy="187200"/>
            </p14:xfrm>
          </p:contentPart>
        </mc:Choice>
        <mc:Fallback xmlns="">
          <p:pic>
            <p:nvPicPr>
              <p:cNvPr id="12372" name="Ink 12371">
                <a:extLst>
                  <a:ext uri="{FF2B5EF4-FFF2-40B4-BE49-F238E27FC236}">
                    <a16:creationId xmlns:a16="http://schemas.microsoft.com/office/drawing/2014/main" id="{EEA09C2A-043D-85C2-1514-A344FF194207}"/>
                  </a:ext>
                </a:extLst>
              </p:cNvPr>
              <p:cNvPicPr/>
              <p:nvPr/>
            </p:nvPicPr>
            <p:blipFill>
              <a:blip r:embed="rId38"/>
              <a:stretch>
                <a:fillRect/>
              </a:stretch>
            </p:blipFill>
            <p:spPr>
              <a:xfrm>
                <a:off x="2767565" y="2429358"/>
                <a:ext cx="5529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2379" name="Ink 12378">
                <a:extLst>
                  <a:ext uri="{FF2B5EF4-FFF2-40B4-BE49-F238E27FC236}">
                    <a16:creationId xmlns:a16="http://schemas.microsoft.com/office/drawing/2014/main" id="{EEB21004-0D3C-6632-6111-10C0E44E80E6}"/>
                  </a:ext>
                </a:extLst>
              </p14:cNvPr>
              <p14:cNvContentPartPr/>
              <p14:nvPr/>
            </p14:nvContentPartPr>
            <p14:xfrm>
              <a:off x="3446525" y="2411718"/>
              <a:ext cx="463320" cy="322560"/>
            </p14:xfrm>
          </p:contentPart>
        </mc:Choice>
        <mc:Fallback xmlns="">
          <p:pic>
            <p:nvPicPr>
              <p:cNvPr id="12379" name="Ink 12378">
                <a:extLst>
                  <a:ext uri="{FF2B5EF4-FFF2-40B4-BE49-F238E27FC236}">
                    <a16:creationId xmlns:a16="http://schemas.microsoft.com/office/drawing/2014/main" id="{EEB21004-0D3C-6632-6111-10C0E44E80E6}"/>
                  </a:ext>
                </a:extLst>
              </p:cNvPr>
              <p:cNvPicPr/>
              <p:nvPr/>
            </p:nvPicPr>
            <p:blipFill>
              <a:blip r:embed="rId40"/>
              <a:stretch>
                <a:fillRect/>
              </a:stretch>
            </p:blipFill>
            <p:spPr>
              <a:xfrm>
                <a:off x="3436085" y="2401278"/>
                <a:ext cx="4845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2392" name="Ink 12391">
                <a:extLst>
                  <a:ext uri="{FF2B5EF4-FFF2-40B4-BE49-F238E27FC236}">
                    <a16:creationId xmlns:a16="http://schemas.microsoft.com/office/drawing/2014/main" id="{3F632494-C961-45F7-7C3F-E9489FF44C5E}"/>
                  </a:ext>
                </a:extLst>
              </p14:cNvPr>
              <p14:cNvContentPartPr/>
              <p14:nvPr/>
            </p14:nvContentPartPr>
            <p14:xfrm>
              <a:off x="5081285" y="2419638"/>
              <a:ext cx="564120" cy="257400"/>
            </p14:xfrm>
          </p:contentPart>
        </mc:Choice>
        <mc:Fallback xmlns="">
          <p:pic>
            <p:nvPicPr>
              <p:cNvPr id="12392" name="Ink 12391">
                <a:extLst>
                  <a:ext uri="{FF2B5EF4-FFF2-40B4-BE49-F238E27FC236}">
                    <a16:creationId xmlns:a16="http://schemas.microsoft.com/office/drawing/2014/main" id="{3F632494-C961-45F7-7C3F-E9489FF44C5E}"/>
                  </a:ext>
                </a:extLst>
              </p:cNvPr>
              <p:cNvPicPr/>
              <p:nvPr/>
            </p:nvPicPr>
            <p:blipFill>
              <a:blip r:embed="rId42"/>
              <a:stretch>
                <a:fillRect/>
              </a:stretch>
            </p:blipFill>
            <p:spPr>
              <a:xfrm>
                <a:off x="5070845" y="2409183"/>
                <a:ext cx="585360" cy="27867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2393" name="Ink 12392">
                <a:extLst>
                  <a:ext uri="{FF2B5EF4-FFF2-40B4-BE49-F238E27FC236}">
                    <a16:creationId xmlns:a16="http://schemas.microsoft.com/office/drawing/2014/main" id="{711AE5A6-0CFA-3ED8-D743-2D578F06DAFA}"/>
                  </a:ext>
                </a:extLst>
              </p14:cNvPr>
              <p14:cNvContentPartPr/>
              <p14:nvPr/>
            </p14:nvContentPartPr>
            <p14:xfrm>
              <a:off x="4457045" y="2452038"/>
              <a:ext cx="495720" cy="237960"/>
            </p14:xfrm>
          </p:contentPart>
        </mc:Choice>
        <mc:Fallback xmlns="">
          <p:pic>
            <p:nvPicPr>
              <p:cNvPr id="12393" name="Ink 12392">
                <a:extLst>
                  <a:ext uri="{FF2B5EF4-FFF2-40B4-BE49-F238E27FC236}">
                    <a16:creationId xmlns:a16="http://schemas.microsoft.com/office/drawing/2014/main" id="{711AE5A6-0CFA-3ED8-D743-2D578F06DAFA}"/>
                  </a:ext>
                </a:extLst>
              </p:cNvPr>
              <p:cNvPicPr/>
              <p:nvPr/>
            </p:nvPicPr>
            <p:blipFill>
              <a:blip r:embed="rId44"/>
              <a:stretch>
                <a:fillRect/>
              </a:stretch>
            </p:blipFill>
            <p:spPr>
              <a:xfrm>
                <a:off x="4446605" y="2441238"/>
                <a:ext cx="51696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2394" name="Ink 12393">
                <a:extLst>
                  <a:ext uri="{FF2B5EF4-FFF2-40B4-BE49-F238E27FC236}">
                    <a16:creationId xmlns:a16="http://schemas.microsoft.com/office/drawing/2014/main" id="{8297DB42-5E15-586E-6BCC-7452B5E639DE}"/>
                  </a:ext>
                </a:extLst>
              </p14:cNvPr>
              <p14:cNvContentPartPr/>
              <p14:nvPr/>
            </p14:nvContentPartPr>
            <p14:xfrm>
              <a:off x="4034405" y="2435838"/>
              <a:ext cx="237600" cy="230040"/>
            </p14:xfrm>
          </p:contentPart>
        </mc:Choice>
        <mc:Fallback xmlns="">
          <p:pic>
            <p:nvPicPr>
              <p:cNvPr id="12394" name="Ink 12393">
                <a:extLst>
                  <a:ext uri="{FF2B5EF4-FFF2-40B4-BE49-F238E27FC236}">
                    <a16:creationId xmlns:a16="http://schemas.microsoft.com/office/drawing/2014/main" id="{8297DB42-5E15-586E-6BCC-7452B5E639DE}"/>
                  </a:ext>
                </a:extLst>
              </p:cNvPr>
              <p:cNvPicPr/>
              <p:nvPr/>
            </p:nvPicPr>
            <p:blipFill>
              <a:blip r:embed="rId46"/>
              <a:stretch>
                <a:fillRect/>
              </a:stretch>
            </p:blipFill>
            <p:spPr>
              <a:xfrm>
                <a:off x="4023965" y="2425398"/>
                <a:ext cx="258840" cy="251280"/>
              </a:xfrm>
              <a:prstGeom prst="rect">
                <a:avLst/>
              </a:prstGeom>
            </p:spPr>
          </p:pic>
        </mc:Fallback>
      </mc:AlternateContent>
    </p:spTree>
    <p:extLst>
      <p:ext uri="{BB962C8B-B14F-4D97-AF65-F5344CB8AC3E}">
        <p14:creationId xmlns:p14="http://schemas.microsoft.com/office/powerpoint/2010/main" val="192527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711200" y="148914"/>
            <a:ext cx="11074400" cy="707886"/>
          </a:xfrm>
        </p:spPr>
        <p:txBody>
          <a:bodyPr/>
          <a:lstStyle/>
          <a:p>
            <a:pPr eaLnBrk="1" hangingPunct="1"/>
            <a:r>
              <a:rPr lang="en-US" altLang="zh-CN" sz="4000" dirty="0">
                <a:ea typeface="宋体" pitchFamily="2" charset="-122"/>
              </a:rPr>
              <a:t>Certificate Revocation List (</a:t>
            </a:r>
            <a:r>
              <a:rPr lang="en-US" sz="4000" dirty="0"/>
              <a:t>CRL</a:t>
            </a:r>
            <a:r>
              <a:rPr lang="en-US" altLang="zh-CN" sz="4000" dirty="0">
                <a:ea typeface="宋体" pitchFamily="2" charset="-122"/>
              </a:rPr>
              <a:t>)</a:t>
            </a:r>
            <a:r>
              <a:rPr lang="en-US" sz="4000" dirty="0"/>
              <a:t> </a:t>
            </a:r>
          </a:p>
        </p:txBody>
      </p:sp>
      <p:graphicFrame>
        <p:nvGraphicFramePr>
          <p:cNvPr id="224335" name="Group 79"/>
          <p:cNvGraphicFramePr>
            <a:graphicFrameLocks noGrp="1"/>
          </p:cNvGraphicFramePr>
          <p:nvPr>
            <p:ph sz="half" idx="1"/>
            <p:extLst>
              <p:ext uri="{D42A27DB-BD31-4B8C-83A1-F6EECF244321}">
                <p14:modId xmlns:p14="http://schemas.microsoft.com/office/powerpoint/2010/main" val="3292236900"/>
              </p:ext>
            </p:extLst>
          </p:nvPr>
        </p:nvGraphicFramePr>
        <p:xfrm>
          <a:off x="983432" y="1311843"/>
          <a:ext cx="4495800" cy="3505200"/>
        </p:xfrm>
        <a:graphic>
          <a:graphicData uri="http://schemas.openxmlformats.org/drawingml/2006/table">
            <a:tbl>
              <a:tblPr/>
              <a:tblGrid>
                <a:gridCol w="4495800">
                  <a:extLst>
                    <a:ext uri="{9D8B030D-6E8A-4147-A177-3AD203B41FA5}">
                      <a16:colId xmlns:a16="http://schemas.microsoft.com/office/drawing/2014/main" val="20000"/>
                    </a:ext>
                  </a:extLst>
                </a:gridCol>
              </a:tblGrid>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Signature </a:t>
                      </a:r>
                      <a:r>
                        <a:rPr kumimoji="0" lang="en-US" sz="2400" b="0" i="0" u="none" strike="noStrike" cap="none" normalizeH="0" baseline="0" dirty="0" err="1">
                          <a:ln>
                            <a:noFill/>
                          </a:ln>
                          <a:solidFill>
                            <a:schemeClr val="tx1"/>
                          </a:solidFill>
                          <a:effectLst/>
                          <a:latin typeface="Times New Roman" pitchFamily="18" charset="0"/>
                        </a:rPr>
                        <a:t>Alg</a:t>
                      </a:r>
                      <a:r>
                        <a:rPr kumimoji="0" lang="en-US" sz="2400" b="0" i="0" u="none" strike="noStrike" cap="none" normalizeH="0" baseline="0" dirty="0">
                          <a:ln>
                            <a:noFill/>
                          </a:ln>
                          <a:solidFill>
                            <a:schemeClr val="tx1"/>
                          </a:solidFill>
                          <a:effectLst/>
                          <a:latin typeface="Times New Roman" pitchFamily="18" charset="0"/>
                        </a:rPr>
                        <a:t>: RSA+SHA1,1024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Issuer:C=S’pore,O=SMU,OU=SIS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Last Update: 07/01/07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Next Update: 07/02/07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Revoked Certificates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rPr>
                        <a:t>Signature: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3315" name="Slide Number Placeholder 6"/>
          <p:cNvSpPr>
            <a:spLocks noGrp="1"/>
          </p:cNvSpPr>
          <p:nvPr>
            <p:ph type="sldNum" sz="quarter" idx="12"/>
          </p:nvPr>
        </p:nvSpPr>
        <p:spPr>
          <a:noFill/>
        </p:spPr>
        <p:txBody>
          <a:bodyPr/>
          <a:lstStyle/>
          <a:p>
            <a:fld id="{FAEFB804-6065-4BDD-BF04-CC04073A3F97}" type="slidenum">
              <a:rPr lang="en-US"/>
              <a:pPr/>
              <a:t>24</a:t>
            </a:fld>
            <a:endParaRPr lang="en-US"/>
          </a:p>
        </p:txBody>
      </p:sp>
      <p:sp>
        <p:nvSpPr>
          <p:cNvPr id="13333" name="Rectangle 66"/>
          <p:cNvSpPr>
            <a:spLocks noChangeArrowheads="1"/>
          </p:cNvSpPr>
          <p:nvPr/>
        </p:nvSpPr>
        <p:spPr bwMode="auto">
          <a:xfrm>
            <a:off x="5631632" y="4283643"/>
            <a:ext cx="3810000" cy="609600"/>
          </a:xfrm>
          <a:prstGeom prst="rect">
            <a:avLst/>
          </a:prstGeom>
          <a:noFill/>
          <a:ln w="9525">
            <a:solidFill>
              <a:schemeClr val="tx1"/>
            </a:solidFill>
            <a:miter lim="800000"/>
            <a:headEnd/>
            <a:tailEnd/>
          </a:ln>
        </p:spPr>
        <p:txBody>
          <a:bodyPr wrap="none" anchor="ctr"/>
          <a:lstStyle/>
          <a:p>
            <a:endParaRPr lang="en-US"/>
          </a:p>
        </p:txBody>
      </p:sp>
      <p:sp>
        <p:nvSpPr>
          <p:cNvPr id="13334" name="Rectangle 68"/>
          <p:cNvSpPr>
            <a:spLocks noChangeArrowheads="1"/>
          </p:cNvSpPr>
          <p:nvPr/>
        </p:nvSpPr>
        <p:spPr bwMode="auto">
          <a:xfrm>
            <a:off x="5631632" y="4283643"/>
            <a:ext cx="3810000" cy="1828800"/>
          </a:xfrm>
          <a:prstGeom prst="rect">
            <a:avLst/>
          </a:prstGeom>
          <a:noFill/>
          <a:ln w="25400">
            <a:solidFill>
              <a:schemeClr val="tx1"/>
            </a:solidFill>
            <a:miter lim="800000"/>
            <a:headEnd/>
            <a:tailEnd/>
          </a:ln>
        </p:spPr>
        <p:txBody>
          <a:bodyPr wrap="none" anchor="ctr"/>
          <a:lstStyle/>
          <a:p>
            <a:endParaRPr lang="en-US"/>
          </a:p>
        </p:txBody>
      </p:sp>
      <p:sp>
        <p:nvSpPr>
          <p:cNvPr id="13335" name="Text Box 69"/>
          <p:cNvSpPr txBox="1">
            <a:spLocks noChangeArrowheads="1"/>
          </p:cNvSpPr>
          <p:nvPr/>
        </p:nvSpPr>
        <p:spPr bwMode="auto">
          <a:xfrm>
            <a:off x="5631632" y="4283643"/>
            <a:ext cx="3733800" cy="369332"/>
          </a:xfrm>
          <a:prstGeom prst="rect">
            <a:avLst/>
          </a:prstGeom>
          <a:noFill/>
          <a:ln w="9525">
            <a:noFill/>
            <a:miter lim="800000"/>
            <a:headEnd/>
            <a:tailEnd/>
          </a:ln>
        </p:spPr>
        <p:txBody>
          <a:bodyPr>
            <a:spAutoFit/>
          </a:bodyPr>
          <a:lstStyle/>
          <a:p>
            <a:pPr>
              <a:spcBef>
                <a:spcPct val="50000"/>
              </a:spcBef>
            </a:pPr>
            <a:r>
              <a:rPr lang="en-US"/>
              <a:t>Serial Number: 12345…14</a:t>
            </a:r>
          </a:p>
        </p:txBody>
      </p:sp>
      <p:sp>
        <p:nvSpPr>
          <p:cNvPr id="13336" name="Text Box 70"/>
          <p:cNvSpPr txBox="1">
            <a:spLocks noChangeArrowheads="1"/>
          </p:cNvSpPr>
          <p:nvPr/>
        </p:nvSpPr>
        <p:spPr bwMode="auto">
          <a:xfrm>
            <a:off x="5631632" y="4893243"/>
            <a:ext cx="3505200" cy="369332"/>
          </a:xfrm>
          <a:prstGeom prst="rect">
            <a:avLst/>
          </a:prstGeom>
          <a:noFill/>
          <a:ln w="9525">
            <a:noFill/>
            <a:miter lim="800000"/>
            <a:headEnd/>
            <a:tailEnd/>
          </a:ln>
        </p:spPr>
        <p:txBody>
          <a:bodyPr>
            <a:spAutoFit/>
          </a:bodyPr>
          <a:lstStyle/>
          <a:p>
            <a:pPr>
              <a:spcBef>
                <a:spcPct val="50000"/>
              </a:spcBef>
            </a:pPr>
            <a:r>
              <a:rPr lang="en-US"/>
              <a:t>Revocation Date: 28/12/06</a:t>
            </a:r>
          </a:p>
        </p:txBody>
      </p:sp>
      <p:sp>
        <p:nvSpPr>
          <p:cNvPr id="13337" name="Line 71"/>
          <p:cNvSpPr>
            <a:spLocks noChangeShapeType="1"/>
          </p:cNvSpPr>
          <p:nvPr/>
        </p:nvSpPr>
        <p:spPr bwMode="auto">
          <a:xfrm>
            <a:off x="4183832" y="3902643"/>
            <a:ext cx="3429000" cy="0"/>
          </a:xfrm>
          <a:prstGeom prst="line">
            <a:avLst/>
          </a:prstGeom>
          <a:noFill/>
          <a:ln w="25400">
            <a:solidFill>
              <a:schemeClr val="tx1"/>
            </a:solidFill>
            <a:round/>
            <a:headEnd/>
            <a:tailEnd/>
          </a:ln>
        </p:spPr>
        <p:txBody>
          <a:bodyPr/>
          <a:lstStyle/>
          <a:p>
            <a:endParaRPr lang="en-US"/>
          </a:p>
        </p:txBody>
      </p:sp>
      <p:sp>
        <p:nvSpPr>
          <p:cNvPr id="13338" name="Line 72"/>
          <p:cNvSpPr>
            <a:spLocks noChangeShapeType="1"/>
          </p:cNvSpPr>
          <p:nvPr/>
        </p:nvSpPr>
        <p:spPr bwMode="auto">
          <a:xfrm>
            <a:off x="7612832" y="3902643"/>
            <a:ext cx="0" cy="381000"/>
          </a:xfrm>
          <a:prstGeom prst="line">
            <a:avLst/>
          </a:prstGeom>
          <a:noFill/>
          <a:ln w="25400">
            <a:solidFill>
              <a:schemeClr val="tx1"/>
            </a:solidFill>
            <a:round/>
            <a:headEnd/>
            <a:tailEnd type="triangle" w="med" len="med"/>
          </a:ln>
        </p:spPr>
        <p:txBody>
          <a:bodyPr/>
          <a:lstStyle/>
          <a:p>
            <a:endParaRPr lang="en-US"/>
          </a:p>
        </p:txBody>
      </p:sp>
      <p:sp>
        <p:nvSpPr>
          <p:cNvPr id="13339" name="Rectangle 80"/>
          <p:cNvSpPr>
            <a:spLocks noChangeArrowheads="1"/>
          </p:cNvSpPr>
          <p:nvPr/>
        </p:nvSpPr>
        <p:spPr bwMode="auto">
          <a:xfrm>
            <a:off x="5631632" y="5502843"/>
            <a:ext cx="3810000" cy="609600"/>
          </a:xfrm>
          <a:prstGeom prst="rect">
            <a:avLst/>
          </a:prstGeom>
          <a:noFill/>
          <a:ln w="9525">
            <a:solidFill>
              <a:schemeClr val="tx1"/>
            </a:solidFill>
            <a:miter lim="800000"/>
            <a:headEnd/>
            <a:tailEnd/>
          </a:ln>
        </p:spPr>
        <p:txBody>
          <a:bodyPr wrap="none" anchor="ctr"/>
          <a:lstStyle/>
          <a:p>
            <a:endParaRPr lang="en-US"/>
          </a:p>
        </p:txBody>
      </p:sp>
      <p:sp>
        <p:nvSpPr>
          <p:cNvPr id="13340" name="Text Box 81"/>
          <p:cNvSpPr txBox="1">
            <a:spLocks noChangeArrowheads="1"/>
          </p:cNvSpPr>
          <p:nvPr/>
        </p:nvSpPr>
        <p:spPr bwMode="auto">
          <a:xfrm>
            <a:off x="5631632" y="5426643"/>
            <a:ext cx="3733800" cy="369332"/>
          </a:xfrm>
          <a:prstGeom prst="rect">
            <a:avLst/>
          </a:prstGeom>
          <a:noFill/>
          <a:ln w="9525">
            <a:noFill/>
            <a:miter lim="800000"/>
            <a:headEnd/>
            <a:tailEnd/>
          </a:ln>
        </p:spPr>
        <p:txBody>
          <a:bodyPr>
            <a:spAutoFit/>
          </a:bodyPr>
          <a:lstStyle/>
          <a:p>
            <a:pPr>
              <a:spcBef>
                <a:spcPct val="50000"/>
              </a:spcBef>
            </a:pPr>
            <a:r>
              <a:rPr lang="en-US"/>
              <a:t>Serial Number: 12345…21</a:t>
            </a:r>
          </a:p>
        </p:txBody>
      </p:sp>
      <p:sp>
        <p:nvSpPr>
          <p:cNvPr id="13341" name="Line 82"/>
          <p:cNvSpPr>
            <a:spLocks noChangeShapeType="1"/>
          </p:cNvSpPr>
          <p:nvPr/>
        </p:nvSpPr>
        <p:spPr bwMode="auto">
          <a:xfrm>
            <a:off x="5631632" y="5883843"/>
            <a:ext cx="3810000" cy="0"/>
          </a:xfrm>
          <a:prstGeom prst="line">
            <a:avLst/>
          </a:prstGeom>
          <a:noFill/>
          <a:ln w="9525">
            <a:solidFill>
              <a:schemeClr val="tx1"/>
            </a:solidFill>
            <a:round/>
            <a:headEnd/>
            <a:tailEnd/>
          </a:ln>
        </p:spPr>
        <p:txBody>
          <a:bodyPr/>
          <a:lstStyle/>
          <a:p>
            <a:endParaRPr lang="en-US"/>
          </a:p>
        </p:txBody>
      </p:sp>
      <p:sp>
        <p:nvSpPr>
          <p:cNvPr id="13342" name="Text Box 83"/>
          <p:cNvSpPr txBox="1">
            <a:spLocks noChangeArrowheads="1"/>
          </p:cNvSpPr>
          <p:nvPr/>
        </p:nvSpPr>
        <p:spPr bwMode="auto">
          <a:xfrm>
            <a:off x="5631632" y="5655244"/>
            <a:ext cx="2209800" cy="519113"/>
          </a:xfrm>
          <a:prstGeom prst="rect">
            <a:avLst/>
          </a:prstGeom>
          <a:noFill/>
          <a:ln w="9525">
            <a:noFill/>
            <a:miter lim="800000"/>
            <a:headEnd/>
            <a:tailEnd/>
          </a:ln>
        </p:spPr>
        <p:txBody>
          <a:bodyPr>
            <a:spAutoFit/>
          </a:bodyPr>
          <a:lstStyle/>
          <a:p>
            <a:pPr>
              <a:spcBef>
                <a:spcPct val="50000"/>
              </a:spcBef>
            </a:pPr>
            <a:r>
              <a:rPr lang="en-US" sz="2800" b="1"/>
              <a:t>……</a:t>
            </a:r>
          </a:p>
        </p:txBody>
      </p:sp>
      <p:sp>
        <p:nvSpPr>
          <p:cNvPr id="13344" name="Rectangle 85"/>
          <p:cNvSpPr>
            <a:spLocks noChangeArrowheads="1"/>
          </p:cNvSpPr>
          <p:nvPr/>
        </p:nvSpPr>
        <p:spPr bwMode="auto">
          <a:xfrm>
            <a:off x="1059632" y="5060100"/>
            <a:ext cx="4267200" cy="1015663"/>
          </a:xfrm>
          <a:prstGeom prst="rect">
            <a:avLst/>
          </a:prstGeom>
          <a:noFill/>
          <a:ln w="9525">
            <a:noFill/>
            <a:miter lim="800000"/>
            <a:headEnd/>
            <a:tailEnd/>
          </a:ln>
        </p:spPr>
        <p:txBody>
          <a:bodyPr anchor="ctr">
            <a:spAutoFit/>
          </a:bodyPr>
          <a:lstStyle/>
          <a:p>
            <a:r>
              <a:rPr lang="en-US" sz="2000" dirty="0">
                <a:solidFill>
                  <a:srgbClr val="C00000"/>
                </a:solidFill>
              </a:rPr>
              <a:t>A CRL is a </a:t>
            </a:r>
            <a:r>
              <a:rPr lang="en-US" sz="2000" b="1" dirty="0">
                <a:solidFill>
                  <a:srgbClr val="C00000"/>
                </a:solidFill>
              </a:rPr>
              <a:t>signed</a:t>
            </a:r>
            <a:r>
              <a:rPr lang="en-US" sz="2000" dirty="0">
                <a:solidFill>
                  <a:srgbClr val="C00000"/>
                </a:solidFill>
              </a:rPr>
              <a:t> list issued by CA, which contains the serial numbers of revoked certificates.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FFA73A1-10DD-2722-9ABA-6F17359D1ACF}"/>
                  </a:ext>
                </a:extLst>
              </p14:cNvPr>
              <p14:cNvContentPartPr/>
              <p14:nvPr/>
            </p14:nvContentPartPr>
            <p14:xfrm>
              <a:off x="6237734" y="877029"/>
              <a:ext cx="58320" cy="154800"/>
            </p14:xfrm>
          </p:contentPart>
        </mc:Choice>
        <mc:Fallback xmlns="">
          <p:pic>
            <p:nvPicPr>
              <p:cNvPr id="2" name="Ink 1">
                <a:extLst>
                  <a:ext uri="{FF2B5EF4-FFF2-40B4-BE49-F238E27FC236}">
                    <a16:creationId xmlns:a16="http://schemas.microsoft.com/office/drawing/2014/main" id="{4FFA73A1-10DD-2722-9ABA-6F17359D1ACF}"/>
                  </a:ext>
                </a:extLst>
              </p:cNvPr>
              <p:cNvPicPr/>
              <p:nvPr/>
            </p:nvPicPr>
            <p:blipFill>
              <a:blip r:embed="rId3"/>
              <a:stretch>
                <a:fillRect/>
              </a:stretch>
            </p:blipFill>
            <p:spPr>
              <a:xfrm>
                <a:off x="6227294" y="866229"/>
                <a:ext cx="795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DD0712CE-1B7C-75E6-12FD-BDC7B71809CC}"/>
                  </a:ext>
                </a:extLst>
              </p14:cNvPr>
              <p14:cNvContentPartPr/>
              <p14:nvPr/>
            </p14:nvContentPartPr>
            <p14:xfrm>
              <a:off x="6117494" y="1210029"/>
              <a:ext cx="848520" cy="388440"/>
            </p14:xfrm>
          </p:contentPart>
        </mc:Choice>
        <mc:Fallback xmlns="">
          <p:pic>
            <p:nvPicPr>
              <p:cNvPr id="31" name="Ink 30">
                <a:extLst>
                  <a:ext uri="{FF2B5EF4-FFF2-40B4-BE49-F238E27FC236}">
                    <a16:creationId xmlns:a16="http://schemas.microsoft.com/office/drawing/2014/main" id="{DD0712CE-1B7C-75E6-12FD-BDC7B71809CC}"/>
                  </a:ext>
                </a:extLst>
              </p:cNvPr>
              <p:cNvPicPr/>
              <p:nvPr/>
            </p:nvPicPr>
            <p:blipFill>
              <a:blip r:embed="rId5"/>
              <a:stretch>
                <a:fillRect/>
              </a:stretch>
            </p:blipFill>
            <p:spPr>
              <a:xfrm>
                <a:off x="6106699" y="1199239"/>
                <a:ext cx="869751" cy="4096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a:extLst>
                  <a:ext uri="{FF2B5EF4-FFF2-40B4-BE49-F238E27FC236}">
                    <a16:creationId xmlns:a16="http://schemas.microsoft.com/office/drawing/2014/main" id="{70B193C7-C9D4-F17C-879C-1C817D009E01}"/>
                  </a:ext>
                </a:extLst>
              </p14:cNvPr>
              <p14:cNvContentPartPr/>
              <p14:nvPr/>
            </p14:nvContentPartPr>
            <p14:xfrm>
              <a:off x="6121814" y="1741389"/>
              <a:ext cx="1286640" cy="696960"/>
            </p14:xfrm>
          </p:contentPart>
        </mc:Choice>
        <mc:Fallback xmlns="">
          <p:pic>
            <p:nvPicPr>
              <p:cNvPr id="32" name="Ink 31">
                <a:extLst>
                  <a:ext uri="{FF2B5EF4-FFF2-40B4-BE49-F238E27FC236}">
                    <a16:creationId xmlns:a16="http://schemas.microsoft.com/office/drawing/2014/main" id="{70B193C7-C9D4-F17C-879C-1C817D009E01}"/>
                  </a:ext>
                </a:extLst>
              </p:cNvPr>
              <p:cNvPicPr/>
              <p:nvPr/>
            </p:nvPicPr>
            <p:blipFill>
              <a:blip r:embed="rId7"/>
              <a:stretch>
                <a:fillRect/>
              </a:stretch>
            </p:blipFill>
            <p:spPr>
              <a:xfrm>
                <a:off x="6111011" y="1730589"/>
                <a:ext cx="1307886" cy="71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5" name="Ink 34">
                <a:extLst>
                  <a:ext uri="{FF2B5EF4-FFF2-40B4-BE49-F238E27FC236}">
                    <a16:creationId xmlns:a16="http://schemas.microsoft.com/office/drawing/2014/main" id="{D3FA250A-044A-F962-8E8F-1C909F4529FC}"/>
                  </a:ext>
                </a:extLst>
              </p14:cNvPr>
              <p14:cNvContentPartPr/>
              <p14:nvPr/>
            </p14:nvContentPartPr>
            <p14:xfrm>
              <a:off x="7135934" y="1089429"/>
              <a:ext cx="191880" cy="385920"/>
            </p14:xfrm>
          </p:contentPart>
        </mc:Choice>
        <mc:Fallback xmlns="">
          <p:pic>
            <p:nvPicPr>
              <p:cNvPr id="35" name="Ink 34">
                <a:extLst>
                  <a:ext uri="{FF2B5EF4-FFF2-40B4-BE49-F238E27FC236}">
                    <a16:creationId xmlns:a16="http://schemas.microsoft.com/office/drawing/2014/main" id="{D3FA250A-044A-F962-8E8F-1C909F4529FC}"/>
                  </a:ext>
                </a:extLst>
              </p:cNvPr>
              <p:cNvPicPr/>
              <p:nvPr/>
            </p:nvPicPr>
            <p:blipFill>
              <a:blip r:embed="rId9"/>
              <a:stretch>
                <a:fillRect/>
              </a:stretch>
            </p:blipFill>
            <p:spPr>
              <a:xfrm>
                <a:off x="7125134" y="1078629"/>
                <a:ext cx="21312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9D414C91-FBEF-3C72-F375-D2DCC990EBB0}"/>
                  </a:ext>
                </a:extLst>
              </p14:cNvPr>
              <p14:cNvContentPartPr/>
              <p14:nvPr/>
            </p14:nvContentPartPr>
            <p14:xfrm>
              <a:off x="7376414" y="1139109"/>
              <a:ext cx="223920" cy="361440"/>
            </p14:xfrm>
          </p:contentPart>
        </mc:Choice>
        <mc:Fallback xmlns="">
          <p:pic>
            <p:nvPicPr>
              <p:cNvPr id="45" name="Ink 44">
                <a:extLst>
                  <a:ext uri="{FF2B5EF4-FFF2-40B4-BE49-F238E27FC236}">
                    <a16:creationId xmlns:a16="http://schemas.microsoft.com/office/drawing/2014/main" id="{9D414C91-FBEF-3C72-F375-D2DCC990EBB0}"/>
                  </a:ext>
                </a:extLst>
              </p:cNvPr>
              <p:cNvPicPr/>
              <p:nvPr/>
            </p:nvPicPr>
            <p:blipFill>
              <a:blip r:embed="rId11"/>
              <a:stretch>
                <a:fillRect/>
              </a:stretch>
            </p:blipFill>
            <p:spPr>
              <a:xfrm>
                <a:off x="7365957" y="1128309"/>
                <a:ext cx="245194"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a:extLst>
                  <a:ext uri="{FF2B5EF4-FFF2-40B4-BE49-F238E27FC236}">
                    <a16:creationId xmlns:a16="http://schemas.microsoft.com/office/drawing/2014/main" id="{48FBD2BD-4B23-E920-ACA7-A0CED6BAAECB}"/>
                  </a:ext>
                </a:extLst>
              </p14:cNvPr>
              <p14:cNvContentPartPr/>
              <p14:nvPr/>
            </p14:nvContentPartPr>
            <p14:xfrm>
              <a:off x="8671058" y="4021196"/>
              <a:ext cx="17640" cy="387720"/>
            </p14:xfrm>
          </p:contentPart>
        </mc:Choice>
        <mc:Fallback xmlns="">
          <p:pic>
            <p:nvPicPr>
              <p:cNvPr id="46" name="Ink 45">
                <a:extLst>
                  <a:ext uri="{FF2B5EF4-FFF2-40B4-BE49-F238E27FC236}">
                    <a16:creationId xmlns:a16="http://schemas.microsoft.com/office/drawing/2014/main" id="{48FBD2BD-4B23-E920-ACA7-A0CED6BAAECB}"/>
                  </a:ext>
                </a:extLst>
              </p:cNvPr>
              <p:cNvPicPr/>
              <p:nvPr/>
            </p:nvPicPr>
            <p:blipFill>
              <a:blip r:embed="rId13"/>
              <a:stretch>
                <a:fillRect/>
              </a:stretch>
            </p:blipFill>
            <p:spPr>
              <a:xfrm>
                <a:off x="8660618" y="4010396"/>
                <a:ext cx="3888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Ink 46">
                <a:extLst>
                  <a:ext uri="{FF2B5EF4-FFF2-40B4-BE49-F238E27FC236}">
                    <a16:creationId xmlns:a16="http://schemas.microsoft.com/office/drawing/2014/main" id="{4123BD06-E9B6-A88F-EC54-EA3A98871E56}"/>
                  </a:ext>
                </a:extLst>
              </p14:cNvPr>
              <p14:cNvContentPartPr/>
              <p14:nvPr/>
            </p14:nvContentPartPr>
            <p14:xfrm>
              <a:off x="8614538" y="4310996"/>
              <a:ext cx="117360" cy="175320"/>
            </p14:xfrm>
          </p:contentPart>
        </mc:Choice>
        <mc:Fallback xmlns="">
          <p:pic>
            <p:nvPicPr>
              <p:cNvPr id="47" name="Ink 46">
                <a:extLst>
                  <a:ext uri="{FF2B5EF4-FFF2-40B4-BE49-F238E27FC236}">
                    <a16:creationId xmlns:a16="http://schemas.microsoft.com/office/drawing/2014/main" id="{4123BD06-E9B6-A88F-EC54-EA3A98871E56}"/>
                  </a:ext>
                </a:extLst>
              </p:cNvPr>
              <p:cNvPicPr/>
              <p:nvPr/>
            </p:nvPicPr>
            <p:blipFill>
              <a:blip r:embed="rId15"/>
              <a:stretch>
                <a:fillRect/>
              </a:stretch>
            </p:blipFill>
            <p:spPr>
              <a:xfrm>
                <a:off x="8603738" y="4300556"/>
                <a:ext cx="13860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8" name="Ink 47">
                <a:extLst>
                  <a:ext uri="{FF2B5EF4-FFF2-40B4-BE49-F238E27FC236}">
                    <a16:creationId xmlns:a16="http://schemas.microsoft.com/office/drawing/2014/main" id="{E79694E9-617D-3834-A228-20EE2B9F31D9}"/>
                  </a:ext>
                </a:extLst>
              </p14:cNvPr>
              <p14:cNvContentPartPr/>
              <p14:nvPr/>
            </p14:nvContentPartPr>
            <p14:xfrm>
              <a:off x="8117378" y="3416756"/>
              <a:ext cx="217080" cy="262080"/>
            </p14:xfrm>
          </p:contentPart>
        </mc:Choice>
        <mc:Fallback xmlns="">
          <p:pic>
            <p:nvPicPr>
              <p:cNvPr id="48" name="Ink 47">
                <a:extLst>
                  <a:ext uri="{FF2B5EF4-FFF2-40B4-BE49-F238E27FC236}">
                    <a16:creationId xmlns:a16="http://schemas.microsoft.com/office/drawing/2014/main" id="{E79694E9-617D-3834-A228-20EE2B9F31D9}"/>
                  </a:ext>
                </a:extLst>
              </p:cNvPr>
              <p:cNvPicPr/>
              <p:nvPr/>
            </p:nvPicPr>
            <p:blipFill>
              <a:blip r:embed="rId17"/>
              <a:stretch>
                <a:fillRect/>
              </a:stretch>
            </p:blipFill>
            <p:spPr>
              <a:xfrm>
                <a:off x="8106578" y="3405956"/>
                <a:ext cx="2383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9" name="Ink 48">
                <a:extLst>
                  <a:ext uri="{FF2B5EF4-FFF2-40B4-BE49-F238E27FC236}">
                    <a16:creationId xmlns:a16="http://schemas.microsoft.com/office/drawing/2014/main" id="{71F77DC2-287D-9A97-5EBF-845B05B1C11C}"/>
                  </a:ext>
                </a:extLst>
              </p14:cNvPr>
              <p14:cNvContentPartPr/>
              <p14:nvPr/>
            </p14:nvContentPartPr>
            <p14:xfrm>
              <a:off x="8341658" y="3421436"/>
              <a:ext cx="109440" cy="165600"/>
            </p14:xfrm>
          </p:contentPart>
        </mc:Choice>
        <mc:Fallback xmlns="">
          <p:pic>
            <p:nvPicPr>
              <p:cNvPr id="49" name="Ink 48">
                <a:extLst>
                  <a:ext uri="{FF2B5EF4-FFF2-40B4-BE49-F238E27FC236}">
                    <a16:creationId xmlns:a16="http://schemas.microsoft.com/office/drawing/2014/main" id="{71F77DC2-287D-9A97-5EBF-845B05B1C11C}"/>
                  </a:ext>
                </a:extLst>
              </p:cNvPr>
              <p:cNvPicPr/>
              <p:nvPr/>
            </p:nvPicPr>
            <p:blipFill>
              <a:blip r:embed="rId19"/>
              <a:stretch>
                <a:fillRect/>
              </a:stretch>
            </p:blipFill>
            <p:spPr>
              <a:xfrm>
                <a:off x="8331218" y="3410636"/>
                <a:ext cx="1306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0" name="Ink 49">
                <a:extLst>
                  <a:ext uri="{FF2B5EF4-FFF2-40B4-BE49-F238E27FC236}">
                    <a16:creationId xmlns:a16="http://schemas.microsoft.com/office/drawing/2014/main" id="{2F1EF549-38D3-3475-6735-A6FBCE0CA678}"/>
                  </a:ext>
                </a:extLst>
              </p14:cNvPr>
              <p14:cNvContentPartPr/>
              <p14:nvPr/>
            </p14:nvContentPartPr>
            <p14:xfrm>
              <a:off x="8470178" y="3413516"/>
              <a:ext cx="82080" cy="177480"/>
            </p14:xfrm>
          </p:contentPart>
        </mc:Choice>
        <mc:Fallback xmlns="">
          <p:pic>
            <p:nvPicPr>
              <p:cNvPr id="50" name="Ink 49">
                <a:extLst>
                  <a:ext uri="{FF2B5EF4-FFF2-40B4-BE49-F238E27FC236}">
                    <a16:creationId xmlns:a16="http://schemas.microsoft.com/office/drawing/2014/main" id="{2F1EF549-38D3-3475-6735-A6FBCE0CA678}"/>
                  </a:ext>
                </a:extLst>
              </p:cNvPr>
              <p:cNvPicPr/>
              <p:nvPr/>
            </p:nvPicPr>
            <p:blipFill>
              <a:blip r:embed="rId21"/>
              <a:stretch>
                <a:fillRect/>
              </a:stretch>
            </p:blipFill>
            <p:spPr>
              <a:xfrm>
                <a:off x="8459738" y="3403076"/>
                <a:ext cx="1033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1" name="Ink 50">
                <a:extLst>
                  <a:ext uri="{FF2B5EF4-FFF2-40B4-BE49-F238E27FC236}">
                    <a16:creationId xmlns:a16="http://schemas.microsoft.com/office/drawing/2014/main" id="{A3DCA84C-B464-6C8F-5C9D-27A1F042C5FC}"/>
                  </a:ext>
                </a:extLst>
              </p14:cNvPr>
              <p14:cNvContentPartPr/>
              <p14:nvPr/>
            </p14:nvContentPartPr>
            <p14:xfrm>
              <a:off x="8602658" y="3395876"/>
              <a:ext cx="23760" cy="214560"/>
            </p14:xfrm>
          </p:contentPart>
        </mc:Choice>
        <mc:Fallback xmlns="">
          <p:pic>
            <p:nvPicPr>
              <p:cNvPr id="51" name="Ink 50">
                <a:extLst>
                  <a:ext uri="{FF2B5EF4-FFF2-40B4-BE49-F238E27FC236}">
                    <a16:creationId xmlns:a16="http://schemas.microsoft.com/office/drawing/2014/main" id="{A3DCA84C-B464-6C8F-5C9D-27A1F042C5FC}"/>
                  </a:ext>
                </a:extLst>
              </p:cNvPr>
              <p:cNvPicPr/>
              <p:nvPr/>
            </p:nvPicPr>
            <p:blipFill>
              <a:blip r:embed="rId23"/>
              <a:stretch>
                <a:fillRect/>
              </a:stretch>
            </p:blipFill>
            <p:spPr>
              <a:xfrm>
                <a:off x="8592218" y="3385076"/>
                <a:ext cx="450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2" name="Ink 51">
                <a:extLst>
                  <a:ext uri="{FF2B5EF4-FFF2-40B4-BE49-F238E27FC236}">
                    <a16:creationId xmlns:a16="http://schemas.microsoft.com/office/drawing/2014/main" id="{EDDEC391-58C5-2D81-1BBE-6F2420A0FEB4}"/>
                  </a:ext>
                </a:extLst>
              </p14:cNvPr>
              <p14:cNvContentPartPr/>
              <p14:nvPr/>
            </p14:nvContentPartPr>
            <p14:xfrm>
              <a:off x="8571698" y="3454196"/>
              <a:ext cx="101520" cy="43200"/>
            </p14:xfrm>
          </p:contentPart>
        </mc:Choice>
        <mc:Fallback xmlns="">
          <p:pic>
            <p:nvPicPr>
              <p:cNvPr id="52" name="Ink 51">
                <a:extLst>
                  <a:ext uri="{FF2B5EF4-FFF2-40B4-BE49-F238E27FC236}">
                    <a16:creationId xmlns:a16="http://schemas.microsoft.com/office/drawing/2014/main" id="{EDDEC391-58C5-2D81-1BBE-6F2420A0FEB4}"/>
                  </a:ext>
                </a:extLst>
              </p:cNvPr>
              <p:cNvPicPr/>
              <p:nvPr/>
            </p:nvPicPr>
            <p:blipFill>
              <a:blip r:embed="rId25"/>
              <a:stretch>
                <a:fillRect/>
              </a:stretch>
            </p:blipFill>
            <p:spPr>
              <a:xfrm>
                <a:off x="8560898" y="3443756"/>
                <a:ext cx="1227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3" name="Ink 52">
                <a:extLst>
                  <a:ext uri="{FF2B5EF4-FFF2-40B4-BE49-F238E27FC236}">
                    <a16:creationId xmlns:a16="http://schemas.microsoft.com/office/drawing/2014/main" id="{4DA05EC8-FCDD-97F8-BB81-9BE75487BB96}"/>
                  </a:ext>
                </a:extLst>
              </p14:cNvPr>
              <p14:cNvContentPartPr/>
              <p14:nvPr/>
            </p14:nvContentPartPr>
            <p14:xfrm>
              <a:off x="8817218" y="3372836"/>
              <a:ext cx="128160" cy="210240"/>
            </p14:xfrm>
          </p:contentPart>
        </mc:Choice>
        <mc:Fallback xmlns="">
          <p:pic>
            <p:nvPicPr>
              <p:cNvPr id="53" name="Ink 52">
                <a:extLst>
                  <a:ext uri="{FF2B5EF4-FFF2-40B4-BE49-F238E27FC236}">
                    <a16:creationId xmlns:a16="http://schemas.microsoft.com/office/drawing/2014/main" id="{4DA05EC8-FCDD-97F8-BB81-9BE75487BB96}"/>
                  </a:ext>
                </a:extLst>
              </p:cNvPr>
              <p:cNvPicPr/>
              <p:nvPr/>
            </p:nvPicPr>
            <p:blipFill>
              <a:blip r:embed="rId27"/>
              <a:stretch>
                <a:fillRect/>
              </a:stretch>
            </p:blipFill>
            <p:spPr>
              <a:xfrm>
                <a:off x="8806778" y="3362396"/>
                <a:ext cx="14940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4" name="Ink 53">
                <a:extLst>
                  <a:ext uri="{FF2B5EF4-FFF2-40B4-BE49-F238E27FC236}">
                    <a16:creationId xmlns:a16="http://schemas.microsoft.com/office/drawing/2014/main" id="{F1A6AE08-94B7-568C-B66B-BE8BC75E22FD}"/>
                  </a:ext>
                </a:extLst>
              </p14:cNvPr>
              <p14:cNvContentPartPr/>
              <p14:nvPr/>
            </p14:nvContentPartPr>
            <p14:xfrm>
              <a:off x="8945738" y="3383996"/>
              <a:ext cx="132480" cy="182160"/>
            </p14:xfrm>
          </p:contentPart>
        </mc:Choice>
        <mc:Fallback xmlns="">
          <p:pic>
            <p:nvPicPr>
              <p:cNvPr id="54" name="Ink 53">
                <a:extLst>
                  <a:ext uri="{FF2B5EF4-FFF2-40B4-BE49-F238E27FC236}">
                    <a16:creationId xmlns:a16="http://schemas.microsoft.com/office/drawing/2014/main" id="{F1A6AE08-94B7-568C-B66B-BE8BC75E22FD}"/>
                  </a:ext>
                </a:extLst>
              </p:cNvPr>
              <p:cNvPicPr/>
              <p:nvPr/>
            </p:nvPicPr>
            <p:blipFill>
              <a:blip r:embed="rId29"/>
              <a:stretch>
                <a:fillRect/>
              </a:stretch>
            </p:blipFill>
            <p:spPr>
              <a:xfrm>
                <a:off x="8935298" y="3373556"/>
                <a:ext cx="15372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5" name="Ink 54">
                <a:extLst>
                  <a:ext uri="{FF2B5EF4-FFF2-40B4-BE49-F238E27FC236}">
                    <a16:creationId xmlns:a16="http://schemas.microsoft.com/office/drawing/2014/main" id="{27E58AF1-09D0-9F1E-F6B6-802EDEE42DDF}"/>
                  </a:ext>
                </a:extLst>
              </p14:cNvPr>
              <p14:cNvContentPartPr/>
              <p14:nvPr/>
            </p14:nvContentPartPr>
            <p14:xfrm>
              <a:off x="9184058" y="3356996"/>
              <a:ext cx="131760" cy="237960"/>
            </p14:xfrm>
          </p:contentPart>
        </mc:Choice>
        <mc:Fallback xmlns="">
          <p:pic>
            <p:nvPicPr>
              <p:cNvPr id="55" name="Ink 54">
                <a:extLst>
                  <a:ext uri="{FF2B5EF4-FFF2-40B4-BE49-F238E27FC236}">
                    <a16:creationId xmlns:a16="http://schemas.microsoft.com/office/drawing/2014/main" id="{27E58AF1-09D0-9F1E-F6B6-802EDEE42DDF}"/>
                  </a:ext>
                </a:extLst>
              </p:cNvPr>
              <p:cNvPicPr/>
              <p:nvPr/>
            </p:nvPicPr>
            <p:blipFill>
              <a:blip r:embed="rId31"/>
              <a:stretch>
                <a:fillRect/>
              </a:stretch>
            </p:blipFill>
            <p:spPr>
              <a:xfrm>
                <a:off x="9173258" y="3346196"/>
                <a:ext cx="1530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6" name="Ink 55">
                <a:extLst>
                  <a:ext uri="{FF2B5EF4-FFF2-40B4-BE49-F238E27FC236}">
                    <a16:creationId xmlns:a16="http://schemas.microsoft.com/office/drawing/2014/main" id="{4D2A8D47-96F0-027C-336A-2E51F6E29F22}"/>
                  </a:ext>
                </a:extLst>
              </p14:cNvPr>
              <p14:cNvContentPartPr/>
              <p14:nvPr/>
            </p14:nvContentPartPr>
            <p14:xfrm>
              <a:off x="9334898" y="3430796"/>
              <a:ext cx="19800" cy="132840"/>
            </p14:xfrm>
          </p:contentPart>
        </mc:Choice>
        <mc:Fallback xmlns="">
          <p:pic>
            <p:nvPicPr>
              <p:cNvPr id="56" name="Ink 55">
                <a:extLst>
                  <a:ext uri="{FF2B5EF4-FFF2-40B4-BE49-F238E27FC236}">
                    <a16:creationId xmlns:a16="http://schemas.microsoft.com/office/drawing/2014/main" id="{4D2A8D47-96F0-027C-336A-2E51F6E29F22}"/>
                  </a:ext>
                </a:extLst>
              </p:cNvPr>
              <p:cNvPicPr/>
              <p:nvPr/>
            </p:nvPicPr>
            <p:blipFill>
              <a:blip r:embed="rId33"/>
              <a:stretch>
                <a:fillRect/>
              </a:stretch>
            </p:blipFill>
            <p:spPr>
              <a:xfrm>
                <a:off x="9324458" y="3420356"/>
                <a:ext cx="410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7" name="Ink 56">
                <a:extLst>
                  <a:ext uri="{FF2B5EF4-FFF2-40B4-BE49-F238E27FC236}">
                    <a16:creationId xmlns:a16="http://schemas.microsoft.com/office/drawing/2014/main" id="{7DBAE3B0-2280-6937-D239-A65A1C974734}"/>
                  </a:ext>
                </a:extLst>
              </p14:cNvPr>
              <p14:cNvContentPartPr/>
              <p14:nvPr/>
            </p14:nvContentPartPr>
            <p14:xfrm>
              <a:off x="9373778" y="3376436"/>
              <a:ext cx="23760" cy="43200"/>
            </p14:xfrm>
          </p:contentPart>
        </mc:Choice>
        <mc:Fallback xmlns="">
          <p:pic>
            <p:nvPicPr>
              <p:cNvPr id="57" name="Ink 56">
                <a:extLst>
                  <a:ext uri="{FF2B5EF4-FFF2-40B4-BE49-F238E27FC236}">
                    <a16:creationId xmlns:a16="http://schemas.microsoft.com/office/drawing/2014/main" id="{7DBAE3B0-2280-6937-D239-A65A1C974734}"/>
                  </a:ext>
                </a:extLst>
              </p:cNvPr>
              <p:cNvPicPr/>
              <p:nvPr/>
            </p:nvPicPr>
            <p:blipFill>
              <a:blip r:embed="rId35"/>
              <a:stretch>
                <a:fillRect/>
              </a:stretch>
            </p:blipFill>
            <p:spPr>
              <a:xfrm>
                <a:off x="9363338" y="3365636"/>
                <a:ext cx="450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8" name="Ink 57">
                <a:extLst>
                  <a:ext uri="{FF2B5EF4-FFF2-40B4-BE49-F238E27FC236}">
                    <a16:creationId xmlns:a16="http://schemas.microsoft.com/office/drawing/2014/main" id="{8FB34194-6196-6AA1-B2E1-80E150138BD0}"/>
                  </a:ext>
                </a:extLst>
              </p14:cNvPr>
              <p14:cNvContentPartPr/>
              <p14:nvPr/>
            </p14:nvContentPartPr>
            <p14:xfrm>
              <a:off x="9377738" y="3411356"/>
              <a:ext cx="117360" cy="225360"/>
            </p14:xfrm>
          </p:contentPart>
        </mc:Choice>
        <mc:Fallback xmlns="">
          <p:pic>
            <p:nvPicPr>
              <p:cNvPr id="58" name="Ink 57">
                <a:extLst>
                  <a:ext uri="{FF2B5EF4-FFF2-40B4-BE49-F238E27FC236}">
                    <a16:creationId xmlns:a16="http://schemas.microsoft.com/office/drawing/2014/main" id="{8FB34194-6196-6AA1-B2E1-80E150138BD0}"/>
                  </a:ext>
                </a:extLst>
              </p:cNvPr>
              <p:cNvPicPr/>
              <p:nvPr/>
            </p:nvPicPr>
            <p:blipFill>
              <a:blip r:embed="rId37"/>
              <a:stretch>
                <a:fillRect/>
              </a:stretch>
            </p:blipFill>
            <p:spPr>
              <a:xfrm>
                <a:off x="9367298" y="3400916"/>
                <a:ext cx="1386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9" name="Ink 58">
                <a:extLst>
                  <a:ext uri="{FF2B5EF4-FFF2-40B4-BE49-F238E27FC236}">
                    <a16:creationId xmlns:a16="http://schemas.microsoft.com/office/drawing/2014/main" id="{FEDC3618-EF2E-EDC6-D9B7-E0519ED02809}"/>
                  </a:ext>
                </a:extLst>
              </p14:cNvPr>
              <p14:cNvContentPartPr/>
              <p14:nvPr/>
            </p14:nvContentPartPr>
            <p14:xfrm>
              <a:off x="9518138" y="3415316"/>
              <a:ext cx="167760" cy="119880"/>
            </p14:xfrm>
          </p:contentPart>
        </mc:Choice>
        <mc:Fallback xmlns="">
          <p:pic>
            <p:nvPicPr>
              <p:cNvPr id="59" name="Ink 58">
                <a:extLst>
                  <a:ext uri="{FF2B5EF4-FFF2-40B4-BE49-F238E27FC236}">
                    <a16:creationId xmlns:a16="http://schemas.microsoft.com/office/drawing/2014/main" id="{FEDC3618-EF2E-EDC6-D9B7-E0519ED02809}"/>
                  </a:ext>
                </a:extLst>
              </p:cNvPr>
              <p:cNvPicPr/>
              <p:nvPr/>
            </p:nvPicPr>
            <p:blipFill>
              <a:blip r:embed="rId39"/>
              <a:stretch>
                <a:fillRect/>
              </a:stretch>
            </p:blipFill>
            <p:spPr>
              <a:xfrm>
                <a:off x="9507338" y="3404516"/>
                <a:ext cx="1890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0" name="Ink 59">
                <a:extLst>
                  <a:ext uri="{FF2B5EF4-FFF2-40B4-BE49-F238E27FC236}">
                    <a16:creationId xmlns:a16="http://schemas.microsoft.com/office/drawing/2014/main" id="{E37309B2-2FA7-C4B8-216B-7D123D26DD38}"/>
                  </a:ext>
                </a:extLst>
              </p14:cNvPr>
              <p14:cNvContentPartPr/>
              <p14:nvPr/>
            </p14:nvContentPartPr>
            <p14:xfrm>
              <a:off x="9669698" y="3351236"/>
              <a:ext cx="74520" cy="169560"/>
            </p14:xfrm>
          </p:contentPart>
        </mc:Choice>
        <mc:Fallback xmlns="">
          <p:pic>
            <p:nvPicPr>
              <p:cNvPr id="60" name="Ink 59">
                <a:extLst>
                  <a:ext uri="{FF2B5EF4-FFF2-40B4-BE49-F238E27FC236}">
                    <a16:creationId xmlns:a16="http://schemas.microsoft.com/office/drawing/2014/main" id="{E37309B2-2FA7-C4B8-216B-7D123D26DD38}"/>
                  </a:ext>
                </a:extLst>
              </p:cNvPr>
              <p:cNvPicPr/>
              <p:nvPr/>
            </p:nvPicPr>
            <p:blipFill>
              <a:blip r:embed="rId41"/>
              <a:stretch>
                <a:fillRect/>
              </a:stretch>
            </p:blipFill>
            <p:spPr>
              <a:xfrm>
                <a:off x="9659258" y="3340796"/>
                <a:ext cx="957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1" name="Ink 60">
                <a:extLst>
                  <a:ext uri="{FF2B5EF4-FFF2-40B4-BE49-F238E27FC236}">
                    <a16:creationId xmlns:a16="http://schemas.microsoft.com/office/drawing/2014/main" id="{4E58CE4B-5F90-FB8D-0158-78F3D4A01AEB}"/>
                  </a:ext>
                </a:extLst>
              </p14:cNvPr>
              <p14:cNvContentPartPr/>
              <p14:nvPr/>
            </p14:nvContentPartPr>
            <p14:xfrm>
              <a:off x="9716498" y="3450236"/>
              <a:ext cx="66600" cy="191160"/>
            </p14:xfrm>
          </p:contentPart>
        </mc:Choice>
        <mc:Fallback xmlns="">
          <p:pic>
            <p:nvPicPr>
              <p:cNvPr id="61" name="Ink 60">
                <a:extLst>
                  <a:ext uri="{FF2B5EF4-FFF2-40B4-BE49-F238E27FC236}">
                    <a16:creationId xmlns:a16="http://schemas.microsoft.com/office/drawing/2014/main" id="{4E58CE4B-5F90-FB8D-0158-78F3D4A01AEB}"/>
                  </a:ext>
                </a:extLst>
              </p:cNvPr>
              <p:cNvPicPr/>
              <p:nvPr/>
            </p:nvPicPr>
            <p:blipFill>
              <a:blip r:embed="rId43"/>
              <a:stretch>
                <a:fillRect/>
              </a:stretch>
            </p:blipFill>
            <p:spPr>
              <a:xfrm>
                <a:off x="9706058" y="3439796"/>
                <a:ext cx="878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2" name="Ink 61">
                <a:extLst>
                  <a:ext uri="{FF2B5EF4-FFF2-40B4-BE49-F238E27FC236}">
                    <a16:creationId xmlns:a16="http://schemas.microsoft.com/office/drawing/2014/main" id="{9525195A-ACDD-FCB6-B429-93800B58A7E0}"/>
                  </a:ext>
                </a:extLst>
              </p14:cNvPr>
              <p14:cNvContentPartPr/>
              <p14:nvPr/>
            </p14:nvContentPartPr>
            <p14:xfrm>
              <a:off x="8221058" y="3761996"/>
              <a:ext cx="144000" cy="175320"/>
            </p14:xfrm>
          </p:contentPart>
        </mc:Choice>
        <mc:Fallback xmlns="">
          <p:pic>
            <p:nvPicPr>
              <p:cNvPr id="62" name="Ink 61">
                <a:extLst>
                  <a:ext uri="{FF2B5EF4-FFF2-40B4-BE49-F238E27FC236}">
                    <a16:creationId xmlns:a16="http://schemas.microsoft.com/office/drawing/2014/main" id="{9525195A-ACDD-FCB6-B429-93800B58A7E0}"/>
                  </a:ext>
                </a:extLst>
              </p:cNvPr>
              <p:cNvPicPr/>
              <p:nvPr/>
            </p:nvPicPr>
            <p:blipFill>
              <a:blip r:embed="rId45"/>
              <a:stretch>
                <a:fillRect/>
              </a:stretch>
            </p:blipFill>
            <p:spPr>
              <a:xfrm>
                <a:off x="8210618" y="3751196"/>
                <a:ext cx="1652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DC6985F1-EBD0-7C63-F9C3-FF55764BFD73}"/>
                  </a:ext>
                </a:extLst>
              </p14:cNvPr>
              <p14:cNvContentPartPr/>
              <p14:nvPr/>
            </p14:nvContentPartPr>
            <p14:xfrm>
              <a:off x="8096858" y="3742556"/>
              <a:ext cx="124560" cy="225720"/>
            </p14:xfrm>
          </p:contentPart>
        </mc:Choice>
        <mc:Fallback xmlns="">
          <p:pic>
            <p:nvPicPr>
              <p:cNvPr id="63" name="Ink 62">
                <a:extLst>
                  <a:ext uri="{FF2B5EF4-FFF2-40B4-BE49-F238E27FC236}">
                    <a16:creationId xmlns:a16="http://schemas.microsoft.com/office/drawing/2014/main" id="{DC6985F1-EBD0-7C63-F9C3-FF55764BFD73}"/>
                  </a:ext>
                </a:extLst>
              </p:cNvPr>
              <p:cNvPicPr/>
              <p:nvPr/>
            </p:nvPicPr>
            <p:blipFill>
              <a:blip r:embed="rId47"/>
              <a:stretch>
                <a:fillRect/>
              </a:stretch>
            </p:blipFill>
            <p:spPr>
              <a:xfrm>
                <a:off x="8086418" y="3731756"/>
                <a:ext cx="1458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312" name="Ink 13311">
                <a:extLst>
                  <a:ext uri="{FF2B5EF4-FFF2-40B4-BE49-F238E27FC236}">
                    <a16:creationId xmlns:a16="http://schemas.microsoft.com/office/drawing/2014/main" id="{674CCB5F-193A-B97B-066E-AFE53236464F}"/>
                  </a:ext>
                </a:extLst>
              </p14:cNvPr>
              <p14:cNvContentPartPr/>
              <p14:nvPr/>
            </p14:nvContentPartPr>
            <p14:xfrm>
              <a:off x="8349578" y="3730676"/>
              <a:ext cx="74520" cy="241920"/>
            </p14:xfrm>
          </p:contentPart>
        </mc:Choice>
        <mc:Fallback xmlns="">
          <p:pic>
            <p:nvPicPr>
              <p:cNvPr id="13312" name="Ink 13311">
                <a:extLst>
                  <a:ext uri="{FF2B5EF4-FFF2-40B4-BE49-F238E27FC236}">
                    <a16:creationId xmlns:a16="http://schemas.microsoft.com/office/drawing/2014/main" id="{674CCB5F-193A-B97B-066E-AFE53236464F}"/>
                  </a:ext>
                </a:extLst>
              </p:cNvPr>
              <p:cNvPicPr/>
              <p:nvPr/>
            </p:nvPicPr>
            <p:blipFill>
              <a:blip r:embed="rId49"/>
              <a:stretch>
                <a:fillRect/>
              </a:stretch>
            </p:blipFill>
            <p:spPr>
              <a:xfrm>
                <a:off x="8339138" y="3720236"/>
                <a:ext cx="957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313" name="Ink 13312">
                <a:extLst>
                  <a:ext uri="{FF2B5EF4-FFF2-40B4-BE49-F238E27FC236}">
                    <a16:creationId xmlns:a16="http://schemas.microsoft.com/office/drawing/2014/main" id="{54DE8BD8-F034-3866-185E-3A370249B75D}"/>
                  </a:ext>
                </a:extLst>
              </p14:cNvPr>
              <p14:cNvContentPartPr/>
              <p14:nvPr/>
            </p14:nvContentPartPr>
            <p14:xfrm>
              <a:off x="8639378" y="3742556"/>
              <a:ext cx="76680" cy="187200"/>
            </p14:xfrm>
          </p:contentPart>
        </mc:Choice>
        <mc:Fallback xmlns="">
          <p:pic>
            <p:nvPicPr>
              <p:cNvPr id="13313" name="Ink 13312">
                <a:extLst>
                  <a:ext uri="{FF2B5EF4-FFF2-40B4-BE49-F238E27FC236}">
                    <a16:creationId xmlns:a16="http://schemas.microsoft.com/office/drawing/2014/main" id="{54DE8BD8-F034-3866-185E-3A370249B75D}"/>
                  </a:ext>
                </a:extLst>
              </p:cNvPr>
              <p:cNvPicPr/>
              <p:nvPr/>
            </p:nvPicPr>
            <p:blipFill>
              <a:blip r:embed="rId51"/>
              <a:stretch>
                <a:fillRect/>
              </a:stretch>
            </p:blipFill>
            <p:spPr>
              <a:xfrm>
                <a:off x="8628938" y="3731756"/>
                <a:ext cx="979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3314" name="Ink 13313">
                <a:extLst>
                  <a:ext uri="{FF2B5EF4-FFF2-40B4-BE49-F238E27FC236}">
                    <a16:creationId xmlns:a16="http://schemas.microsoft.com/office/drawing/2014/main" id="{DD5D416F-D03A-9785-3AB3-F5F17E0AB450}"/>
                  </a:ext>
                </a:extLst>
              </p14:cNvPr>
              <p14:cNvContentPartPr/>
              <p14:nvPr/>
            </p14:nvContentPartPr>
            <p14:xfrm>
              <a:off x="8739458" y="3792956"/>
              <a:ext cx="81720" cy="109440"/>
            </p14:xfrm>
          </p:contentPart>
        </mc:Choice>
        <mc:Fallback xmlns="">
          <p:pic>
            <p:nvPicPr>
              <p:cNvPr id="13314" name="Ink 13313">
                <a:extLst>
                  <a:ext uri="{FF2B5EF4-FFF2-40B4-BE49-F238E27FC236}">
                    <a16:creationId xmlns:a16="http://schemas.microsoft.com/office/drawing/2014/main" id="{DD5D416F-D03A-9785-3AB3-F5F17E0AB450}"/>
                  </a:ext>
                </a:extLst>
              </p:cNvPr>
              <p:cNvPicPr/>
              <p:nvPr/>
            </p:nvPicPr>
            <p:blipFill>
              <a:blip r:embed="rId53"/>
              <a:stretch>
                <a:fillRect/>
              </a:stretch>
            </p:blipFill>
            <p:spPr>
              <a:xfrm>
                <a:off x="8729018" y="3782516"/>
                <a:ext cx="1029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3317" name="Ink 13316">
                <a:extLst>
                  <a:ext uri="{FF2B5EF4-FFF2-40B4-BE49-F238E27FC236}">
                    <a16:creationId xmlns:a16="http://schemas.microsoft.com/office/drawing/2014/main" id="{98C01CD9-8346-F1E7-9A0F-BBD23C9BB4E0}"/>
                  </a:ext>
                </a:extLst>
              </p14:cNvPr>
              <p14:cNvContentPartPr/>
              <p14:nvPr/>
            </p14:nvContentPartPr>
            <p14:xfrm>
              <a:off x="8855738" y="3765956"/>
              <a:ext cx="183240" cy="133920"/>
            </p14:xfrm>
          </p:contentPart>
        </mc:Choice>
        <mc:Fallback xmlns="">
          <p:pic>
            <p:nvPicPr>
              <p:cNvPr id="13317" name="Ink 13316">
                <a:extLst>
                  <a:ext uri="{FF2B5EF4-FFF2-40B4-BE49-F238E27FC236}">
                    <a16:creationId xmlns:a16="http://schemas.microsoft.com/office/drawing/2014/main" id="{98C01CD9-8346-F1E7-9A0F-BBD23C9BB4E0}"/>
                  </a:ext>
                </a:extLst>
              </p:cNvPr>
              <p:cNvPicPr/>
              <p:nvPr/>
            </p:nvPicPr>
            <p:blipFill>
              <a:blip r:embed="rId55"/>
              <a:stretch>
                <a:fillRect/>
              </a:stretch>
            </p:blipFill>
            <p:spPr>
              <a:xfrm>
                <a:off x="8845298" y="3755156"/>
                <a:ext cx="2044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3318" name="Ink 13317">
                <a:extLst>
                  <a:ext uri="{FF2B5EF4-FFF2-40B4-BE49-F238E27FC236}">
                    <a16:creationId xmlns:a16="http://schemas.microsoft.com/office/drawing/2014/main" id="{F9DE751B-CC15-2520-011E-03C7888050BE}"/>
                  </a:ext>
                </a:extLst>
              </p14:cNvPr>
              <p14:cNvContentPartPr/>
              <p14:nvPr/>
            </p14:nvContentPartPr>
            <p14:xfrm>
              <a:off x="9077858" y="3734996"/>
              <a:ext cx="58680" cy="144000"/>
            </p14:xfrm>
          </p:contentPart>
        </mc:Choice>
        <mc:Fallback xmlns="">
          <p:pic>
            <p:nvPicPr>
              <p:cNvPr id="13318" name="Ink 13317">
                <a:extLst>
                  <a:ext uri="{FF2B5EF4-FFF2-40B4-BE49-F238E27FC236}">
                    <a16:creationId xmlns:a16="http://schemas.microsoft.com/office/drawing/2014/main" id="{F9DE751B-CC15-2520-011E-03C7888050BE}"/>
                  </a:ext>
                </a:extLst>
              </p:cNvPr>
              <p:cNvPicPr/>
              <p:nvPr/>
            </p:nvPicPr>
            <p:blipFill>
              <a:blip r:embed="rId57"/>
              <a:stretch>
                <a:fillRect/>
              </a:stretch>
            </p:blipFill>
            <p:spPr>
              <a:xfrm>
                <a:off x="9067418" y="3724556"/>
                <a:ext cx="799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3319" name="Ink 13318">
                <a:extLst>
                  <a:ext uri="{FF2B5EF4-FFF2-40B4-BE49-F238E27FC236}">
                    <a16:creationId xmlns:a16="http://schemas.microsoft.com/office/drawing/2014/main" id="{DF293CEA-7B34-27F7-3C2E-CBDEAD08132E}"/>
                  </a:ext>
                </a:extLst>
              </p14:cNvPr>
              <p14:cNvContentPartPr/>
              <p14:nvPr/>
            </p14:nvContentPartPr>
            <p14:xfrm>
              <a:off x="9171458" y="3765956"/>
              <a:ext cx="78120" cy="116640"/>
            </p14:xfrm>
          </p:contentPart>
        </mc:Choice>
        <mc:Fallback xmlns="">
          <p:pic>
            <p:nvPicPr>
              <p:cNvPr id="13319" name="Ink 13318">
                <a:extLst>
                  <a:ext uri="{FF2B5EF4-FFF2-40B4-BE49-F238E27FC236}">
                    <a16:creationId xmlns:a16="http://schemas.microsoft.com/office/drawing/2014/main" id="{DF293CEA-7B34-27F7-3C2E-CBDEAD08132E}"/>
                  </a:ext>
                </a:extLst>
              </p:cNvPr>
              <p:cNvPicPr/>
              <p:nvPr/>
            </p:nvPicPr>
            <p:blipFill>
              <a:blip r:embed="rId59"/>
              <a:stretch>
                <a:fillRect/>
              </a:stretch>
            </p:blipFill>
            <p:spPr>
              <a:xfrm>
                <a:off x="9160658" y="3755156"/>
                <a:ext cx="993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3320" name="Ink 13319">
                <a:extLst>
                  <a:ext uri="{FF2B5EF4-FFF2-40B4-BE49-F238E27FC236}">
                    <a16:creationId xmlns:a16="http://schemas.microsoft.com/office/drawing/2014/main" id="{FCD1AF30-7FE5-F5A1-FDE7-6D4009090C7E}"/>
                  </a:ext>
                </a:extLst>
              </p14:cNvPr>
              <p14:cNvContentPartPr/>
              <p14:nvPr/>
            </p14:nvContentPartPr>
            <p14:xfrm>
              <a:off x="9272618" y="3747956"/>
              <a:ext cx="199080" cy="138240"/>
            </p14:xfrm>
          </p:contentPart>
        </mc:Choice>
        <mc:Fallback xmlns="">
          <p:pic>
            <p:nvPicPr>
              <p:cNvPr id="13320" name="Ink 13319">
                <a:extLst>
                  <a:ext uri="{FF2B5EF4-FFF2-40B4-BE49-F238E27FC236}">
                    <a16:creationId xmlns:a16="http://schemas.microsoft.com/office/drawing/2014/main" id="{FCD1AF30-7FE5-F5A1-FDE7-6D4009090C7E}"/>
                  </a:ext>
                </a:extLst>
              </p:cNvPr>
              <p:cNvPicPr/>
              <p:nvPr/>
            </p:nvPicPr>
            <p:blipFill>
              <a:blip r:embed="rId61"/>
              <a:stretch>
                <a:fillRect/>
              </a:stretch>
            </p:blipFill>
            <p:spPr>
              <a:xfrm>
                <a:off x="9262178" y="3737516"/>
                <a:ext cx="2203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3321" name="Ink 13320">
                <a:extLst>
                  <a:ext uri="{FF2B5EF4-FFF2-40B4-BE49-F238E27FC236}">
                    <a16:creationId xmlns:a16="http://schemas.microsoft.com/office/drawing/2014/main" id="{BA1CAD34-3985-34BD-C9B2-3F83B54BBF5D}"/>
                  </a:ext>
                </a:extLst>
              </p14:cNvPr>
              <p14:cNvContentPartPr/>
              <p14:nvPr/>
            </p14:nvContentPartPr>
            <p14:xfrm>
              <a:off x="9666098" y="3844076"/>
              <a:ext cx="109440" cy="182880"/>
            </p14:xfrm>
          </p:contentPart>
        </mc:Choice>
        <mc:Fallback xmlns="">
          <p:pic>
            <p:nvPicPr>
              <p:cNvPr id="13321" name="Ink 13320">
                <a:extLst>
                  <a:ext uri="{FF2B5EF4-FFF2-40B4-BE49-F238E27FC236}">
                    <a16:creationId xmlns:a16="http://schemas.microsoft.com/office/drawing/2014/main" id="{BA1CAD34-3985-34BD-C9B2-3F83B54BBF5D}"/>
                  </a:ext>
                </a:extLst>
              </p:cNvPr>
              <p:cNvPicPr/>
              <p:nvPr/>
            </p:nvPicPr>
            <p:blipFill>
              <a:blip r:embed="rId63"/>
              <a:stretch>
                <a:fillRect/>
              </a:stretch>
            </p:blipFill>
            <p:spPr>
              <a:xfrm>
                <a:off x="9655298" y="3833636"/>
                <a:ext cx="1306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3322" name="Ink 13321">
                <a:extLst>
                  <a:ext uri="{FF2B5EF4-FFF2-40B4-BE49-F238E27FC236}">
                    <a16:creationId xmlns:a16="http://schemas.microsoft.com/office/drawing/2014/main" id="{EC7413A9-E2A0-AE01-A4D3-3521600D15E6}"/>
                  </a:ext>
                </a:extLst>
              </p14:cNvPr>
              <p14:cNvContentPartPr/>
              <p14:nvPr/>
            </p14:nvContentPartPr>
            <p14:xfrm>
              <a:off x="9759338" y="3890516"/>
              <a:ext cx="113400" cy="93960"/>
            </p14:xfrm>
          </p:contentPart>
        </mc:Choice>
        <mc:Fallback xmlns="">
          <p:pic>
            <p:nvPicPr>
              <p:cNvPr id="13322" name="Ink 13321">
                <a:extLst>
                  <a:ext uri="{FF2B5EF4-FFF2-40B4-BE49-F238E27FC236}">
                    <a16:creationId xmlns:a16="http://schemas.microsoft.com/office/drawing/2014/main" id="{EC7413A9-E2A0-AE01-A4D3-3521600D15E6}"/>
                  </a:ext>
                </a:extLst>
              </p:cNvPr>
              <p:cNvPicPr/>
              <p:nvPr/>
            </p:nvPicPr>
            <p:blipFill>
              <a:blip r:embed="rId65"/>
              <a:stretch>
                <a:fillRect/>
              </a:stretch>
            </p:blipFill>
            <p:spPr>
              <a:xfrm>
                <a:off x="9748898" y="3879716"/>
                <a:ext cx="1346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323" name="Ink 13322">
                <a:extLst>
                  <a:ext uri="{FF2B5EF4-FFF2-40B4-BE49-F238E27FC236}">
                    <a16:creationId xmlns:a16="http://schemas.microsoft.com/office/drawing/2014/main" id="{AC0C5F93-8DC8-F32B-772D-1AB2B90DC0B4}"/>
                  </a:ext>
                </a:extLst>
              </p14:cNvPr>
              <p14:cNvContentPartPr/>
              <p14:nvPr/>
            </p14:nvContentPartPr>
            <p14:xfrm>
              <a:off x="9907298" y="3937316"/>
              <a:ext cx="97200" cy="148320"/>
            </p14:xfrm>
          </p:contentPart>
        </mc:Choice>
        <mc:Fallback xmlns="">
          <p:pic>
            <p:nvPicPr>
              <p:cNvPr id="13323" name="Ink 13322">
                <a:extLst>
                  <a:ext uri="{FF2B5EF4-FFF2-40B4-BE49-F238E27FC236}">
                    <a16:creationId xmlns:a16="http://schemas.microsoft.com/office/drawing/2014/main" id="{AC0C5F93-8DC8-F32B-772D-1AB2B90DC0B4}"/>
                  </a:ext>
                </a:extLst>
              </p:cNvPr>
              <p:cNvPicPr/>
              <p:nvPr/>
            </p:nvPicPr>
            <p:blipFill>
              <a:blip r:embed="rId67"/>
              <a:stretch>
                <a:fillRect/>
              </a:stretch>
            </p:blipFill>
            <p:spPr>
              <a:xfrm>
                <a:off x="9896858" y="3926516"/>
                <a:ext cx="1184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3324" name="Ink 13323">
                <a:extLst>
                  <a:ext uri="{FF2B5EF4-FFF2-40B4-BE49-F238E27FC236}">
                    <a16:creationId xmlns:a16="http://schemas.microsoft.com/office/drawing/2014/main" id="{A012319D-D7BE-65FD-3539-6C440619B35F}"/>
                  </a:ext>
                </a:extLst>
              </p14:cNvPr>
              <p14:cNvContentPartPr/>
              <p14:nvPr/>
            </p14:nvContentPartPr>
            <p14:xfrm>
              <a:off x="9630818" y="4187156"/>
              <a:ext cx="90000" cy="174240"/>
            </p14:xfrm>
          </p:contentPart>
        </mc:Choice>
        <mc:Fallback xmlns="">
          <p:pic>
            <p:nvPicPr>
              <p:cNvPr id="13324" name="Ink 13323">
                <a:extLst>
                  <a:ext uri="{FF2B5EF4-FFF2-40B4-BE49-F238E27FC236}">
                    <a16:creationId xmlns:a16="http://schemas.microsoft.com/office/drawing/2014/main" id="{A012319D-D7BE-65FD-3539-6C440619B35F}"/>
                  </a:ext>
                </a:extLst>
              </p:cNvPr>
              <p:cNvPicPr/>
              <p:nvPr/>
            </p:nvPicPr>
            <p:blipFill>
              <a:blip r:embed="rId69"/>
              <a:stretch>
                <a:fillRect/>
              </a:stretch>
            </p:blipFill>
            <p:spPr>
              <a:xfrm>
                <a:off x="9620378" y="4176716"/>
                <a:ext cx="1112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3325" name="Ink 13324">
                <a:extLst>
                  <a:ext uri="{FF2B5EF4-FFF2-40B4-BE49-F238E27FC236}">
                    <a16:creationId xmlns:a16="http://schemas.microsoft.com/office/drawing/2014/main" id="{5C18717C-5D93-0167-7901-D77931FB74AA}"/>
                  </a:ext>
                </a:extLst>
              </p14:cNvPr>
              <p14:cNvContentPartPr/>
              <p14:nvPr/>
            </p14:nvContentPartPr>
            <p14:xfrm>
              <a:off x="9677618" y="4139636"/>
              <a:ext cx="66600" cy="47160"/>
            </p14:xfrm>
          </p:contentPart>
        </mc:Choice>
        <mc:Fallback xmlns="">
          <p:pic>
            <p:nvPicPr>
              <p:cNvPr id="13325" name="Ink 13324">
                <a:extLst>
                  <a:ext uri="{FF2B5EF4-FFF2-40B4-BE49-F238E27FC236}">
                    <a16:creationId xmlns:a16="http://schemas.microsoft.com/office/drawing/2014/main" id="{5C18717C-5D93-0167-7901-D77931FB74AA}"/>
                  </a:ext>
                </a:extLst>
              </p:cNvPr>
              <p:cNvPicPr/>
              <p:nvPr/>
            </p:nvPicPr>
            <p:blipFill>
              <a:blip r:embed="rId71"/>
              <a:stretch>
                <a:fillRect/>
              </a:stretch>
            </p:blipFill>
            <p:spPr>
              <a:xfrm>
                <a:off x="9667178" y="4129196"/>
                <a:ext cx="878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3326" name="Ink 13325">
                <a:extLst>
                  <a:ext uri="{FF2B5EF4-FFF2-40B4-BE49-F238E27FC236}">
                    <a16:creationId xmlns:a16="http://schemas.microsoft.com/office/drawing/2014/main" id="{C83A44D9-C51B-AC01-9DC5-C10DAE33CB0F}"/>
                  </a:ext>
                </a:extLst>
              </p14:cNvPr>
              <p14:cNvContentPartPr/>
              <p14:nvPr/>
            </p14:nvContentPartPr>
            <p14:xfrm>
              <a:off x="9743858" y="4182476"/>
              <a:ext cx="101520" cy="120600"/>
            </p14:xfrm>
          </p:contentPart>
        </mc:Choice>
        <mc:Fallback xmlns="">
          <p:pic>
            <p:nvPicPr>
              <p:cNvPr id="13326" name="Ink 13325">
                <a:extLst>
                  <a:ext uri="{FF2B5EF4-FFF2-40B4-BE49-F238E27FC236}">
                    <a16:creationId xmlns:a16="http://schemas.microsoft.com/office/drawing/2014/main" id="{C83A44D9-C51B-AC01-9DC5-C10DAE33CB0F}"/>
                  </a:ext>
                </a:extLst>
              </p:cNvPr>
              <p:cNvPicPr/>
              <p:nvPr/>
            </p:nvPicPr>
            <p:blipFill>
              <a:blip r:embed="rId73"/>
              <a:stretch>
                <a:fillRect/>
              </a:stretch>
            </p:blipFill>
            <p:spPr>
              <a:xfrm>
                <a:off x="9733058" y="4172036"/>
                <a:ext cx="1227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3327" name="Ink 13326">
                <a:extLst>
                  <a:ext uri="{FF2B5EF4-FFF2-40B4-BE49-F238E27FC236}">
                    <a16:creationId xmlns:a16="http://schemas.microsoft.com/office/drawing/2014/main" id="{36954E29-A941-25FD-55D7-1D4B2E28203A}"/>
                  </a:ext>
                </a:extLst>
              </p14:cNvPr>
              <p14:cNvContentPartPr/>
              <p14:nvPr/>
            </p14:nvContentPartPr>
            <p14:xfrm>
              <a:off x="9868418" y="4184636"/>
              <a:ext cx="58680" cy="165600"/>
            </p14:xfrm>
          </p:contentPart>
        </mc:Choice>
        <mc:Fallback xmlns="">
          <p:pic>
            <p:nvPicPr>
              <p:cNvPr id="13327" name="Ink 13326">
                <a:extLst>
                  <a:ext uri="{FF2B5EF4-FFF2-40B4-BE49-F238E27FC236}">
                    <a16:creationId xmlns:a16="http://schemas.microsoft.com/office/drawing/2014/main" id="{36954E29-A941-25FD-55D7-1D4B2E28203A}"/>
                  </a:ext>
                </a:extLst>
              </p:cNvPr>
              <p:cNvPicPr/>
              <p:nvPr/>
            </p:nvPicPr>
            <p:blipFill>
              <a:blip r:embed="rId75"/>
              <a:stretch>
                <a:fillRect/>
              </a:stretch>
            </p:blipFill>
            <p:spPr>
              <a:xfrm>
                <a:off x="9857978" y="4174196"/>
                <a:ext cx="799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3328" name="Ink 13327">
                <a:extLst>
                  <a:ext uri="{FF2B5EF4-FFF2-40B4-BE49-F238E27FC236}">
                    <a16:creationId xmlns:a16="http://schemas.microsoft.com/office/drawing/2014/main" id="{22B336AA-9925-6A14-8973-330EB056EFAA}"/>
                  </a:ext>
                </a:extLst>
              </p14:cNvPr>
              <p14:cNvContentPartPr/>
              <p14:nvPr/>
            </p14:nvContentPartPr>
            <p14:xfrm>
              <a:off x="9946538" y="4190396"/>
              <a:ext cx="23760" cy="132840"/>
            </p14:xfrm>
          </p:contentPart>
        </mc:Choice>
        <mc:Fallback xmlns="">
          <p:pic>
            <p:nvPicPr>
              <p:cNvPr id="13328" name="Ink 13327">
                <a:extLst>
                  <a:ext uri="{FF2B5EF4-FFF2-40B4-BE49-F238E27FC236}">
                    <a16:creationId xmlns:a16="http://schemas.microsoft.com/office/drawing/2014/main" id="{22B336AA-9925-6A14-8973-330EB056EFAA}"/>
                  </a:ext>
                </a:extLst>
              </p:cNvPr>
              <p:cNvPicPr/>
              <p:nvPr/>
            </p:nvPicPr>
            <p:blipFill>
              <a:blip r:embed="rId77"/>
              <a:stretch>
                <a:fillRect/>
              </a:stretch>
            </p:blipFill>
            <p:spPr>
              <a:xfrm>
                <a:off x="9935738" y="4179596"/>
                <a:ext cx="45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3329" name="Ink 13328">
                <a:extLst>
                  <a:ext uri="{FF2B5EF4-FFF2-40B4-BE49-F238E27FC236}">
                    <a16:creationId xmlns:a16="http://schemas.microsoft.com/office/drawing/2014/main" id="{E4FEAA0E-50D7-3836-395F-44317EF07F5F}"/>
                  </a:ext>
                </a:extLst>
              </p14:cNvPr>
              <p14:cNvContentPartPr/>
              <p14:nvPr/>
            </p14:nvContentPartPr>
            <p14:xfrm>
              <a:off x="9946538" y="4244756"/>
              <a:ext cx="93960" cy="35280"/>
            </p14:xfrm>
          </p:contentPart>
        </mc:Choice>
        <mc:Fallback xmlns="">
          <p:pic>
            <p:nvPicPr>
              <p:cNvPr id="13329" name="Ink 13328">
                <a:extLst>
                  <a:ext uri="{FF2B5EF4-FFF2-40B4-BE49-F238E27FC236}">
                    <a16:creationId xmlns:a16="http://schemas.microsoft.com/office/drawing/2014/main" id="{E4FEAA0E-50D7-3836-395F-44317EF07F5F}"/>
                  </a:ext>
                </a:extLst>
              </p:cNvPr>
              <p:cNvPicPr/>
              <p:nvPr/>
            </p:nvPicPr>
            <p:blipFill>
              <a:blip r:embed="rId79"/>
              <a:stretch>
                <a:fillRect/>
              </a:stretch>
            </p:blipFill>
            <p:spPr>
              <a:xfrm>
                <a:off x="9935738" y="4234316"/>
                <a:ext cx="1152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3330" name="Ink 13329">
                <a:extLst>
                  <a:ext uri="{FF2B5EF4-FFF2-40B4-BE49-F238E27FC236}">
                    <a16:creationId xmlns:a16="http://schemas.microsoft.com/office/drawing/2014/main" id="{1A99A67A-B086-989A-B62F-95B1D2E7F8F0}"/>
                  </a:ext>
                </a:extLst>
              </p14:cNvPr>
              <p14:cNvContentPartPr/>
              <p14:nvPr/>
            </p14:nvContentPartPr>
            <p14:xfrm>
              <a:off x="9584018" y="4482716"/>
              <a:ext cx="214560" cy="169200"/>
            </p14:xfrm>
          </p:contentPart>
        </mc:Choice>
        <mc:Fallback xmlns="">
          <p:pic>
            <p:nvPicPr>
              <p:cNvPr id="13330" name="Ink 13329">
                <a:extLst>
                  <a:ext uri="{FF2B5EF4-FFF2-40B4-BE49-F238E27FC236}">
                    <a16:creationId xmlns:a16="http://schemas.microsoft.com/office/drawing/2014/main" id="{1A99A67A-B086-989A-B62F-95B1D2E7F8F0}"/>
                  </a:ext>
                </a:extLst>
              </p:cNvPr>
              <p:cNvPicPr/>
              <p:nvPr/>
            </p:nvPicPr>
            <p:blipFill>
              <a:blip r:embed="rId81"/>
              <a:stretch>
                <a:fillRect/>
              </a:stretch>
            </p:blipFill>
            <p:spPr>
              <a:xfrm>
                <a:off x="9573578" y="4472276"/>
                <a:ext cx="2358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3331" name="Ink 13330">
                <a:extLst>
                  <a:ext uri="{FF2B5EF4-FFF2-40B4-BE49-F238E27FC236}">
                    <a16:creationId xmlns:a16="http://schemas.microsoft.com/office/drawing/2014/main" id="{89778372-EBDF-7325-A9BC-C2D2FA4B4AEC}"/>
                  </a:ext>
                </a:extLst>
              </p14:cNvPr>
              <p14:cNvContentPartPr/>
              <p14:nvPr/>
            </p14:nvContentPartPr>
            <p14:xfrm>
              <a:off x="9802178" y="4509716"/>
              <a:ext cx="47160" cy="116640"/>
            </p14:xfrm>
          </p:contentPart>
        </mc:Choice>
        <mc:Fallback xmlns="">
          <p:pic>
            <p:nvPicPr>
              <p:cNvPr id="13331" name="Ink 13330">
                <a:extLst>
                  <a:ext uri="{FF2B5EF4-FFF2-40B4-BE49-F238E27FC236}">
                    <a16:creationId xmlns:a16="http://schemas.microsoft.com/office/drawing/2014/main" id="{89778372-EBDF-7325-A9BC-C2D2FA4B4AEC}"/>
                  </a:ext>
                </a:extLst>
              </p:cNvPr>
              <p:cNvPicPr/>
              <p:nvPr/>
            </p:nvPicPr>
            <p:blipFill>
              <a:blip r:embed="rId83"/>
              <a:stretch>
                <a:fillRect/>
              </a:stretch>
            </p:blipFill>
            <p:spPr>
              <a:xfrm>
                <a:off x="9791738" y="4498916"/>
                <a:ext cx="684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3332" name="Ink 13331">
                <a:extLst>
                  <a:ext uri="{FF2B5EF4-FFF2-40B4-BE49-F238E27FC236}">
                    <a16:creationId xmlns:a16="http://schemas.microsoft.com/office/drawing/2014/main" id="{449E40BC-BB6E-8C6D-0B18-AFAB6CADA322}"/>
                  </a:ext>
                </a:extLst>
              </p14:cNvPr>
              <p14:cNvContentPartPr/>
              <p14:nvPr/>
            </p14:nvContentPartPr>
            <p14:xfrm>
              <a:off x="9845018" y="4443476"/>
              <a:ext cx="91800" cy="187200"/>
            </p14:xfrm>
          </p:contentPart>
        </mc:Choice>
        <mc:Fallback xmlns="">
          <p:pic>
            <p:nvPicPr>
              <p:cNvPr id="13332" name="Ink 13331">
                <a:extLst>
                  <a:ext uri="{FF2B5EF4-FFF2-40B4-BE49-F238E27FC236}">
                    <a16:creationId xmlns:a16="http://schemas.microsoft.com/office/drawing/2014/main" id="{449E40BC-BB6E-8C6D-0B18-AFAB6CADA322}"/>
                  </a:ext>
                </a:extLst>
              </p:cNvPr>
              <p:cNvPicPr/>
              <p:nvPr/>
            </p:nvPicPr>
            <p:blipFill>
              <a:blip r:embed="rId85"/>
              <a:stretch>
                <a:fillRect/>
              </a:stretch>
            </p:blipFill>
            <p:spPr>
              <a:xfrm>
                <a:off x="9834578" y="4432676"/>
                <a:ext cx="1130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3343" name="Ink 13342">
                <a:extLst>
                  <a:ext uri="{FF2B5EF4-FFF2-40B4-BE49-F238E27FC236}">
                    <a16:creationId xmlns:a16="http://schemas.microsoft.com/office/drawing/2014/main" id="{7228F7AF-ED0D-6FA8-6A3A-AADF918138FA}"/>
                  </a:ext>
                </a:extLst>
              </p14:cNvPr>
              <p14:cNvContentPartPr/>
              <p14:nvPr/>
            </p14:nvContentPartPr>
            <p14:xfrm>
              <a:off x="9950138" y="4467956"/>
              <a:ext cx="35280" cy="144360"/>
            </p14:xfrm>
          </p:contentPart>
        </mc:Choice>
        <mc:Fallback xmlns="">
          <p:pic>
            <p:nvPicPr>
              <p:cNvPr id="13343" name="Ink 13342">
                <a:extLst>
                  <a:ext uri="{FF2B5EF4-FFF2-40B4-BE49-F238E27FC236}">
                    <a16:creationId xmlns:a16="http://schemas.microsoft.com/office/drawing/2014/main" id="{7228F7AF-ED0D-6FA8-6A3A-AADF918138FA}"/>
                  </a:ext>
                </a:extLst>
              </p:cNvPr>
              <p:cNvPicPr/>
              <p:nvPr/>
            </p:nvPicPr>
            <p:blipFill>
              <a:blip r:embed="rId87"/>
              <a:stretch>
                <a:fillRect/>
              </a:stretch>
            </p:blipFill>
            <p:spPr>
              <a:xfrm>
                <a:off x="9939698" y="4457516"/>
                <a:ext cx="56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3345" name="Ink 13344">
                <a:extLst>
                  <a:ext uri="{FF2B5EF4-FFF2-40B4-BE49-F238E27FC236}">
                    <a16:creationId xmlns:a16="http://schemas.microsoft.com/office/drawing/2014/main" id="{669B56EB-25F5-B23C-ECDD-B84728197F4E}"/>
                  </a:ext>
                </a:extLst>
              </p14:cNvPr>
              <p14:cNvContentPartPr/>
              <p14:nvPr/>
            </p14:nvContentPartPr>
            <p14:xfrm>
              <a:off x="10012418" y="4435556"/>
              <a:ext cx="54720" cy="210600"/>
            </p14:xfrm>
          </p:contentPart>
        </mc:Choice>
        <mc:Fallback xmlns="">
          <p:pic>
            <p:nvPicPr>
              <p:cNvPr id="13345" name="Ink 13344">
                <a:extLst>
                  <a:ext uri="{FF2B5EF4-FFF2-40B4-BE49-F238E27FC236}">
                    <a16:creationId xmlns:a16="http://schemas.microsoft.com/office/drawing/2014/main" id="{669B56EB-25F5-B23C-ECDD-B84728197F4E}"/>
                  </a:ext>
                </a:extLst>
              </p:cNvPr>
              <p:cNvPicPr/>
              <p:nvPr/>
            </p:nvPicPr>
            <p:blipFill>
              <a:blip r:embed="rId89"/>
              <a:stretch>
                <a:fillRect/>
              </a:stretch>
            </p:blipFill>
            <p:spPr>
              <a:xfrm>
                <a:off x="10001978" y="4425116"/>
                <a:ext cx="759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3346" name="Ink 13345">
                <a:extLst>
                  <a:ext uri="{FF2B5EF4-FFF2-40B4-BE49-F238E27FC236}">
                    <a16:creationId xmlns:a16="http://schemas.microsoft.com/office/drawing/2014/main" id="{DDF29620-F516-B096-D443-7F9A0ADC922B}"/>
                  </a:ext>
                </a:extLst>
              </p14:cNvPr>
              <p14:cNvContentPartPr/>
              <p14:nvPr/>
            </p14:nvContentPartPr>
            <p14:xfrm>
              <a:off x="9985418" y="4529156"/>
              <a:ext cx="47160" cy="39240"/>
            </p14:xfrm>
          </p:contentPart>
        </mc:Choice>
        <mc:Fallback xmlns="">
          <p:pic>
            <p:nvPicPr>
              <p:cNvPr id="13346" name="Ink 13345">
                <a:extLst>
                  <a:ext uri="{FF2B5EF4-FFF2-40B4-BE49-F238E27FC236}">
                    <a16:creationId xmlns:a16="http://schemas.microsoft.com/office/drawing/2014/main" id="{DDF29620-F516-B096-D443-7F9A0ADC922B}"/>
                  </a:ext>
                </a:extLst>
              </p:cNvPr>
              <p:cNvPicPr/>
              <p:nvPr/>
            </p:nvPicPr>
            <p:blipFill>
              <a:blip r:embed="rId91"/>
              <a:stretch>
                <a:fillRect/>
              </a:stretch>
            </p:blipFill>
            <p:spPr>
              <a:xfrm>
                <a:off x="9974618" y="4518356"/>
                <a:ext cx="684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347" name="Ink 13346">
                <a:extLst>
                  <a:ext uri="{FF2B5EF4-FFF2-40B4-BE49-F238E27FC236}">
                    <a16:creationId xmlns:a16="http://schemas.microsoft.com/office/drawing/2014/main" id="{86A8BD68-42F7-9C78-16BB-4D403C68BB74}"/>
                  </a:ext>
                </a:extLst>
              </p14:cNvPr>
              <p14:cNvContentPartPr/>
              <p14:nvPr/>
            </p14:nvContentPartPr>
            <p14:xfrm>
              <a:off x="10047698" y="4521236"/>
              <a:ext cx="74520" cy="43200"/>
            </p14:xfrm>
          </p:contentPart>
        </mc:Choice>
        <mc:Fallback xmlns="">
          <p:pic>
            <p:nvPicPr>
              <p:cNvPr id="13347" name="Ink 13346">
                <a:extLst>
                  <a:ext uri="{FF2B5EF4-FFF2-40B4-BE49-F238E27FC236}">
                    <a16:creationId xmlns:a16="http://schemas.microsoft.com/office/drawing/2014/main" id="{86A8BD68-42F7-9C78-16BB-4D403C68BB74}"/>
                  </a:ext>
                </a:extLst>
              </p:cNvPr>
              <p:cNvPicPr/>
              <p:nvPr/>
            </p:nvPicPr>
            <p:blipFill>
              <a:blip r:embed="rId93"/>
              <a:stretch>
                <a:fillRect/>
              </a:stretch>
            </p:blipFill>
            <p:spPr>
              <a:xfrm>
                <a:off x="10036898" y="4510796"/>
                <a:ext cx="957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3348" name="Ink 13347">
                <a:extLst>
                  <a:ext uri="{FF2B5EF4-FFF2-40B4-BE49-F238E27FC236}">
                    <a16:creationId xmlns:a16="http://schemas.microsoft.com/office/drawing/2014/main" id="{61974F8F-172B-8A1A-72FF-624CF164178E}"/>
                  </a:ext>
                </a:extLst>
              </p14:cNvPr>
              <p14:cNvContentPartPr/>
              <p14:nvPr/>
            </p14:nvContentPartPr>
            <p14:xfrm>
              <a:off x="10071098" y="4486316"/>
              <a:ext cx="58680" cy="203040"/>
            </p14:xfrm>
          </p:contentPart>
        </mc:Choice>
        <mc:Fallback xmlns="">
          <p:pic>
            <p:nvPicPr>
              <p:cNvPr id="13348" name="Ink 13347">
                <a:extLst>
                  <a:ext uri="{FF2B5EF4-FFF2-40B4-BE49-F238E27FC236}">
                    <a16:creationId xmlns:a16="http://schemas.microsoft.com/office/drawing/2014/main" id="{61974F8F-172B-8A1A-72FF-624CF164178E}"/>
                  </a:ext>
                </a:extLst>
              </p:cNvPr>
              <p:cNvPicPr/>
              <p:nvPr/>
            </p:nvPicPr>
            <p:blipFill>
              <a:blip r:embed="rId95"/>
              <a:stretch>
                <a:fillRect/>
              </a:stretch>
            </p:blipFill>
            <p:spPr>
              <a:xfrm>
                <a:off x="10060298" y="4475516"/>
                <a:ext cx="799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3349" name="Ink 13348">
                <a:extLst>
                  <a:ext uri="{FF2B5EF4-FFF2-40B4-BE49-F238E27FC236}">
                    <a16:creationId xmlns:a16="http://schemas.microsoft.com/office/drawing/2014/main" id="{8FA1DE6E-938C-52A4-F4ED-D413C83A3167}"/>
                  </a:ext>
                </a:extLst>
              </p14:cNvPr>
              <p14:cNvContentPartPr/>
              <p14:nvPr/>
            </p14:nvContentPartPr>
            <p14:xfrm>
              <a:off x="9600218" y="4776476"/>
              <a:ext cx="50040" cy="189000"/>
            </p14:xfrm>
          </p:contentPart>
        </mc:Choice>
        <mc:Fallback xmlns="">
          <p:pic>
            <p:nvPicPr>
              <p:cNvPr id="13349" name="Ink 13348">
                <a:extLst>
                  <a:ext uri="{FF2B5EF4-FFF2-40B4-BE49-F238E27FC236}">
                    <a16:creationId xmlns:a16="http://schemas.microsoft.com/office/drawing/2014/main" id="{8FA1DE6E-938C-52A4-F4ED-D413C83A3167}"/>
                  </a:ext>
                </a:extLst>
              </p:cNvPr>
              <p:cNvPicPr/>
              <p:nvPr/>
            </p:nvPicPr>
            <p:blipFill>
              <a:blip r:embed="rId97"/>
              <a:stretch>
                <a:fillRect/>
              </a:stretch>
            </p:blipFill>
            <p:spPr>
              <a:xfrm>
                <a:off x="9589418" y="4766036"/>
                <a:ext cx="712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350" name="Ink 13349">
                <a:extLst>
                  <a:ext uri="{FF2B5EF4-FFF2-40B4-BE49-F238E27FC236}">
                    <a16:creationId xmlns:a16="http://schemas.microsoft.com/office/drawing/2014/main" id="{071E6D2B-983E-FC80-BE3A-CBE69813F4EA}"/>
                  </a:ext>
                </a:extLst>
              </p14:cNvPr>
              <p14:cNvContentPartPr/>
              <p14:nvPr/>
            </p14:nvContentPartPr>
            <p14:xfrm>
              <a:off x="9557018" y="4863956"/>
              <a:ext cx="152280" cy="54720"/>
            </p14:xfrm>
          </p:contentPart>
        </mc:Choice>
        <mc:Fallback xmlns="">
          <p:pic>
            <p:nvPicPr>
              <p:cNvPr id="13350" name="Ink 13349">
                <a:extLst>
                  <a:ext uri="{FF2B5EF4-FFF2-40B4-BE49-F238E27FC236}">
                    <a16:creationId xmlns:a16="http://schemas.microsoft.com/office/drawing/2014/main" id="{071E6D2B-983E-FC80-BE3A-CBE69813F4EA}"/>
                  </a:ext>
                </a:extLst>
              </p:cNvPr>
              <p:cNvPicPr/>
              <p:nvPr/>
            </p:nvPicPr>
            <p:blipFill>
              <a:blip r:embed="rId99"/>
              <a:stretch>
                <a:fillRect/>
              </a:stretch>
            </p:blipFill>
            <p:spPr>
              <a:xfrm>
                <a:off x="9546218" y="4853516"/>
                <a:ext cx="1735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351" name="Ink 13350">
                <a:extLst>
                  <a:ext uri="{FF2B5EF4-FFF2-40B4-BE49-F238E27FC236}">
                    <a16:creationId xmlns:a16="http://schemas.microsoft.com/office/drawing/2014/main" id="{D0E45936-F4DD-2A41-2CD5-16ED0527FBBD}"/>
                  </a:ext>
                </a:extLst>
              </p14:cNvPr>
              <p14:cNvContentPartPr/>
              <p14:nvPr/>
            </p14:nvContentPartPr>
            <p14:xfrm>
              <a:off x="9728378" y="4754876"/>
              <a:ext cx="222480" cy="182880"/>
            </p14:xfrm>
          </p:contentPart>
        </mc:Choice>
        <mc:Fallback xmlns="">
          <p:pic>
            <p:nvPicPr>
              <p:cNvPr id="13351" name="Ink 13350">
                <a:extLst>
                  <a:ext uri="{FF2B5EF4-FFF2-40B4-BE49-F238E27FC236}">
                    <a16:creationId xmlns:a16="http://schemas.microsoft.com/office/drawing/2014/main" id="{D0E45936-F4DD-2A41-2CD5-16ED0527FBBD}"/>
                  </a:ext>
                </a:extLst>
              </p:cNvPr>
              <p:cNvPicPr/>
              <p:nvPr/>
            </p:nvPicPr>
            <p:blipFill>
              <a:blip r:embed="rId101"/>
              <a:stretch>
                <a:fillRect/>
              </a:stretch>
            </p:blipFill>
            <p:spPr>
              <a:xfrm>
                <a:off x="9717578" y="4744436"/>
                <a:ext cx="2437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352" name="Ink 13351">
                <a:extLst>
                  <a:ext uri="{FF2B5EF4-FFF2-40B4-BE49-F238E27FC236}">
                    <a16:creationId xmlns:a16="http://schemas.microsoft.com/office/drawing/2014/main" id="{8926386D-CBD7-F0DA-34EF-A0AA9D30EF78}"/>
                  </a:ext>
                </a:extLst>
              </p14:cNvPr>
              <p14:cNvContentPartPr/>
              <p14:nvPr/>
            </p14:nvContentPartPr>
            <p14:xfrm>
              <a:off x="10028258" y="4727876"/>
              <a:ext cx="108720" cy="195120"/>
            </p14:xfrm>
          </p:contentPart>
        </mc:Choice>
        <mc:Fallback xmlns="">
          <p:pic>
            <p:nvPicPr>
              <p:cNvPr id="13352" name="Ink 13351">
                <a:extLst>
                  <a:ext uri="{FF2B5EF4-FFF2-40B4-BE49-F238E27FC236}">
                    <a16:creationId xmlns:a16="http://schemas.microsoft.com/office/drawing/2014/main" id="{8926386D-CBD7-F0DA-34EF-A0AA9D30EF78}"/>
                  </a:ext>
                </a:extLst>
              </p:cNvPr>
              <p:cNvPicPr/>
              <p:nvPr/>
            </p:nvPicPr>
            <p:blipFill>
              <a:blip r:embed="rId103"/>
              <a:stretch>
                <a:fillRect/>
              </a:stretch>
            </p:blipFill>
            <p:spPr>
              <a:xfrm>
                <a:off x="10017458" y="4717076"/>
                <a:ext cx="1299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353" name="Ink 13352">
                <a:extLst>
                  <a:ext uri="{FF2B5EF4-FFF2-40B4-BE49-F238E27FC236}">
                    <a16:creationId xmlns:a16="http://schemas.microsoft.com/office/drawing/2014/main" id="{D5D8F3FA-D28B-21B7-4E0A-4F973A5A869F}"/>
                  </a:ext>
                </a:extLst>
              </p14:cNvPr>
              <p14:cNvContentPartPr/>
              <p14:nvPr/>
            </p14:nvContentPartPr>
            <p14:xfrm>
              <a:off x="10160738" y="4813556"/>
              <a:ext cx="62640" cy="148320"/>
            </p14:xfrm>
          </p:contentPart>
        </mc:Choice>
        <mc:Fallback xmlns="">
          <p:pic>
            <p:nvPicPr>
              <p:cNvPr id="13353" name="Ink 13352">
                <a:extLst>
                  <a:ext uri="{FF2B5EF4-FFF2-40B4-BE49-F238E27FC236}">
                    <a16:creationId xmlns:a16="http://schemas.microsoft.com/office/drawing/2014/main" id="{D5D8F3FA-D28B-21B7-4E0A-4F973A5A869F}"/>
                  </a:ext>
                </a:extLst>
              </p:cNvPr>
              <p:cNvPicPr/>
              <p:nvPr/>
            </p:nvPicPr>
            <p:blipFill>
              <a:blip r:embed="rId105"/>
              <a:stretch>
                <a:fillRect/>
              </a:stretch>
            </p:blipFill>
            <p:spPr>
              <a:xfrm>
                <a:off x="10149938" y="4802756"/>
                <a:ext cx="838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354" name="Ink 13353">
                <a:extLst>
                  <a:ext uri="{FF2B5EF4-FFF2-40B4-BE49-F238E27FC236}">
                    <a16:creationId xmlns:a16="http://schemas.microsoft.com/office/drawing/2014/main" id="{67B1115B-FD10-61C0-C1D3-C20A75FC0A06}"/>
                  </a:ext>
                </a:extLst>
              </p14:cNvPr>
              <p14:cNvContentPartPr/>
              <p14:nvPr/>
            </p14:nvContentPartPr>
            <p14:xfrm>
              <a:off x="10246418" y="4780796"/>
              <a:ext cx="47160" cy="208080"/>
            </p14:xfrm>
          </p:contentPart>
        </mc:Choice>
        <mc:Fallback xmlns="">
          <p:pic>
            <p:nvPicPr>
              <p:cNvPr id="13354" name="Ink 13353">
                <a:extLst>
                  <a:ext uri="{FF2B5EF4-FFF2-40B4-BE49-F238E27FC236}">
                    <a16:creationId xmlns:a16="http://schemas.microsoft.com/office/drawing/2014/main" id="{67B1115B-FD10-61C0-C1D3-C20A75FC0A06}"/>
                  </a:ext>
                </a:extLst>
              </p:cNvPr>
              <p:cNvPicPr/>
              <p:nvPr/>
            </p:nvPicPr>
            <p:blipFill>
              <a:blip r:embed="rId107"/>
              <a:stretch>
                <a:fillRect/>
              </a:stretch>
            </p:blipFill>
            <p:spPr>
              <a:xfrm>
                <a:off x="10235618" y="4770356"/>
                <a:ext cx="684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355" name="Ink 13354">
                <a:extLst>
                  <a:ext uri="{FF2B5EF4-FFF2-40B4-BE49-F238E27FC236}">
                    <a16:creationId xmlns:a16="http://schemas.microsoft.com/office/drawing/2014/main" id="{DC3E422B-6CEB-746F-C92C-F381AF286FA3}"/>
                  </a:ext>
                </a:extLst>
              </p14:cNvPr>
              <p14:cNvContentPartPr/>
              <p14:nvPr/>
            </p14:nvContentPartPr>
            <p14:xfrm>
              <a:off x="10207178" y="4802756"/>
              <a:ext cx="179640" cy="135720"/>
            </p14:xfrm>
          </p:contentPart>
        </mc:Choice>
        <mc:Fallback xmlns="">
          <p:pic>
            <p:nvPicPr>
              <p:cNvPr id="13355" name="Ink 13354">
                <a:extLst>
                  <a:ext uri="{FF2B5EF4-FFF2-40B4-BE49-F238E27FC236}">
                    <a16:creationId xmlns:a16="http://schemas.microsoft.com/office/drawing/2014/main" id="{DC3E422B-6CEB-746F-C92C-F381AF286FA3}"/>
                  </a:ext>
                </a:extLst>
              </p:cNvPr>
              <p:cNvPicPr/>
              <p:nvPr/>
            </p:nvPicPr>
            <p:blipFill>
              <a:blip r:embed="rId109"/>
              <a:stretch>
                <a:fillRect/>
              </a:stretch>
            </p:blipFill>
            <p:spPr>
              <a:xfrm>
                <a:off x="10196738" y="4791956"/>
                <a:ext cx="2008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356" name="Ink 13355">
                <a:extLst>
                  <a:ext uri="{FF2B5EF4-FFF2-40B4-BE49-F238E27FC236}">
                    <a16:creationId xmlns:a16="http://schemas.microsoft.com/office/drawing/2014/main" id="{882A7E1A-6312-18ED-52CD-08F4F01191AE}"/>
                  </a:ext>
                </a:extLst>
              </p14:cNvPr>
              <p14:cNvContentPartPr/>
              <p14:nvPr/>
            </p14:nvContentPartPr>
            <p14:xfrm>
              <a:off x="10421378" y="4848476"/>
              <a:ext cx="23760" cy="105120"/>
            </p14:xfrm>
          </p:contentPart>
        </mc:Choice>
        <mc:Fallback xmlns="">
          <p:pic>
            <p:nvPicPr>
              <p:cNvPr id="13356" name="Ink 13355">
                <a:extLst>
                  <a:ext uri="{FF2B5EF4-FFF2-40B4-BE49-F238E27FC236}">
                    <a16:creationId xmlns:a16="http://schemas.microsoft.com/office/drawing/2014/main" id="{882A7E1A-6312-18ED-52CD-08F4F01191AE}"/>
                  </a:ext>
                </a:extLst>
              </p:cNvPr>
              <p:cNvPicPr/>
              <p:nvPr/>
            </p:nvPicPr>
            <p:blipFill>
              <a:blip r:embed="rId111"/>
              <a:stretch>
                <a:fillRect/>
              </a:stretch>
            </p:blipFill>
            <p:spPr>
              <a:xfrm>
                <a:off x="10410938" y="4837676"/>
                <a:ext cx="450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357" name="Ink 13356">
                <a:extLst>
                  <a:ext uri="{FF2B5EF4-FFF2-40B4-BE49-F238E27FC236}">
                    <a16:creationId xmlns:a16="http://schemas.microsoft.com/office/drawing/2014/main" id="{80054B2D-6EC9-4133-2214-8C50A0CFEE78}"/>
                  </a:ext>
                </a:extLst>
              </p14:cNvPr>
              <p14:cNvContentPartPr/>
              <p14:nvPr/>
            </p14:nvContentPartPr>
            <p14:xfrm>
              <a:off x="10444778" y="4790156"/>
              <a:ext cx="11880" cy="8280"/>
            </p14:xfrm>
          </p:contentPart>
        </mc:Choice>
        <mc:Fallback xmlns="">
          <p:pic>
            <p:nvPicPr>
              <p:cNvPr id="13357" name="Ink 13356">
                <a:extLst>
                  <a:ext uri="{FF2B5EF4-FFF2-40B4-BE49-F238E27FC236}">
                    <a16:creationId xmlns:a16="http://schemas.microsoft.com/office/drawing/2014/main" id="{80054B2D-6EC9-4133-2214-8C50A0CFEE78}"/>
                  </a:ext>
                </a:extLst>
              </p:cNvPr>
              <p:cNvPicPr/>
              <p:nvPr/>
            </p:nvPicPr>
            <p:blipFill>
              <a:blip r:embed="rId113"/>
              <a:stretch>
                <a:fillRect/>
              </a:stretch>
            </p:blipFill>
            <p:spPr>
              <a:xfrm>
                <a:off x="10434338" y="4779356"/>
                <a:ext cx="331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358" name="Ink 13357">
                <a:extLst>
                  <a:ext uri="{FF2B5EF4-FFF2-40B4-BE49-F238E27FC236}">
                    <a16:creationId xmlns:a16="http://schemas.microsoft.com/office/drawing/2014/main" id="{D4EDADB9-ED01-4ECD-00A1-C8D46371BF0C}"/>
                  </a:ext>
                </a:extLst>
              </p14:cNvPr>
              <p14:cNvContentPartPr/>
              <p14:nvPr/>
            </p14:nvContentPartPr>
            <p14:xfrm>
              <a:off x="10499498" y="4770716"/>
              <a:ext cx="19800" cy="173880"/>
            </p14:xfrm>
          </p:contentPart>
        </mc:Choice>
        <mc:Fallback xmlns="">
          <p:pic>
            <p:nvPicPr>
              <p:cNvPr id="13358" name="Ink 13357">
                <a:extLst>
                  <a:ext uri="{FF2B5EF4-FFF2-40B4-BE49-F238E27FC236}">
                    <a16:creationId xmlns:a16="http://schemas.microsoft.com/office/drawing/2014/main" id="{D4EDADB9-ED01-4ECD-00A1-C8D46371BF0C}"/>
                  </a:ext>
                </a:extLst>
              </p:cNvPr>
              <p:cNvPicPr/>
              <p:nvPr/>
            </p:nvPicPr>
            <p:blipFill>
              <a:blip r:embed="rId115"/>
              <a:stretch>
                <a:fillRect/>
              </a:stretch>
            </p:blipFill>
            <p:spPr>
              <a:xfrm>
                <a:off x="10488698" y="4759916"/>
                <a:ext cx="410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359" name="Ink 13358">
                <a:extLst>
                  <a:ext uri="{FF2B5EF4-FFF2-40B4-BE49-F238E27FC236}">
                    <a16:creationId xmlns:a16="http://schemas.microsoft.com/office/drawing/2014/main" id="{C6320EE6-9D71-D9D2-DEFE-53FBB7854D76}"/>
                  </a:ext>
                </a:extLst>
              </p14:cNvPr>
              <p14:cNvContentPartPr/>
              <p14:nvPr/>
            </p14:nvContentPartPr>
            <p14:xfrm>
              <a:off x="10573298" y="4747316"/>
              <a:ext cx="54720" cy="226080"/>
            </p14:xfrm>
          </p:contentPart>
        </mc:Choice>
        <mc:Fallback xmlns="">
          <p:pic>
            <p:nvPicPr>
              <p:cNvPr id="13359" name="Ink 13358">
                <a:extLst>
                  <a:ext uri="{FF2B5EF4-FFF2-40B4-BE49-F238E27FC236}">
                    <a16:creationId xmlns:a16="http://schemas.microsoft.com/office/drawing/2014/main" id="{C6320EE6-9D71-D9D2-DEFE-53FBB7854D76}"/>
                  </a:ext>
                </a:extLst>
              </p:cNvPr>
              <p:cNvPicPr/>
              <p:nvPr/>
            </p:nvPicPr>
            <p:blipFill>
              <a:blip r:embed="rId117"/>
              <a:stretch>
                <a:fillRect/>
              </a:stretch>
            </p:blipFill>
            <p:spPr>
              <a:xfrm>
                <a:off x="10562858" y="4736516"/>
                <a:ext cx="759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3360" name="Ink 13359">
                <a:extLst>
                  <a:ext uri="{FF2B5EF4-FFF2-40B4-BE49-F238E27FC236}">
                    <a16:creationId xmlns:a16="http://schemas.microsoft.com/office/drawing/2014/main" id="{992519A2-6797-8DBC-1833-FEA4F1E0AB25}"/>
                  </a:ext>
                </a:extLst>
              </p14:cNvPr>
              <p14:cNvContentPartPr/>
              <p14:nvPr/>
            </p14:nvContentPartPr>
            <p14:xfrm>
              <a:off x="10643498" y="4902836"/>
              <a:ext cx="8280" cy="11880"/>
            </p14:xfrm>
          </p:contentPart>
        </mc:Choice>
        <mc:Fallback xmlns="">
          <p:pic>
            <p:nvPicPr>
              <p:cNvPr id="13360" name="Ink 13359">
                <a:extLst>
                  <a:ext uri="{FF2B5EF4-FFF2-40B4-BE49-F238E27FC236}">
                    <a16:creationId xmlns:a16="http://schemas.microsoft.com/office/drawing/2014/main" id="{992519A2-6797-8DBC-1833-FEA4F1E0AB25}"/>
                  </a:ext>
                </a:extLst>
              </p:cNvPr>
              <p:cNvPicPr/>
              <p:nvPr/>
            </p:nvPicPr>
            <p:blipFill>
              <a:blip r:embed="rId119"/>
              <a:stretch>
                <a:fillRect/>
              </a:stretch>
            </p:blipFill>
            <p:spPr>
              <a:xfrm>
                <a:off x="10632698" y="4892396"/>
                <a:ext cx="29520" cy="33120"/>
              </a:xfrm>
              <a:prstGeom prst="rect">
                <a:avLst/>
              </a:prstGeom>
            </p:spPr>
          </p:pic>
        </mc:Fallback>
      </mc:AlternateContent>
    </p:spTree>
    <p:extLst>
      <p:ext uri="{BB962C8B-B14F-4D97-AF65-F5344CB8AC3E}">
        <p14:creationId xmlns:p14="http://schemas.microsoft.com/office/powerpoint/2010/main" val="1057091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Certificate Verification with CRL</a:t>
            </a:r>
          </a:p>
        </p:txBody>
      </p:sp>
      <p:sp>
        <p:nvSpPr>
          <p:cNvPr id="8" name="Content Placeholder 7"/>
          <p:cNvSpPr>
            <a:spLocks noGrp="1"/>
          </p:cNvSpPr>
          <p:nvPr>
            <p:ph idx="1"/>
          </p:nvPr>
        </p:nvSpPr>
        <p:spPr>
          <a:xfrm>
            <a:off x="695400" y="1224440"/>
            <a:ext cx="10441160" cy="3367076"/>
          </a:xfrm>
        </p:spPr>
        <p:txBody>
          <a:bodyPr/>
          <a:lstStyle/>
          <a:p>
            <a:pPr eaLnBrk="1" hangingPunct="1"/>
            <a:r>
              <a:rPr lang="en-US" sz="2800" dirty="0"/>
              <a:t>To verify Alice’s certificate </a:t>
            </a:r>
            <a:r>
              <a:rPr lang="en-US" sz="2800" dirty="0">
                <a:solidFill>
                  <a:srgbClr val="C00000"/>
                </a:solidFill>
              </a:rPr>
              <a:t>Cert={Alice, </a:t>
            </a:r>
            <a:r>
              <a:rPr lang="en-US" sz="2800" dirty="0" err="1">
                <a:solidFill>
                  <a:srgbClr val="C00000"/>
                </a:solidFill>
              </a:rPr>
              <a:t>n,e</a:t>
            </a:r>
            <a:r>
              <a:rPr lang="en-US" sz="2800" dirty="0">
                <a:solidFill>
                  <a:srgbClr val="C00000"/>
                </a:solidFill>
              </a:rPr>
              <a:t>, </a:t>
            </a:r>
            <a:r>
              <a:rPr lang="en-US" sz="2800" dirty="0" err="1">
                <a:solidFill>
                  <a:srgbClr val="C00000"/>
                </a:solidFill>
              </a:rPr>
              <a:t>Sign</a:t>
            </a:r>
            <a:r>
              <a:rPr lang="en-US" sz="2800" baseline="-25000" dirty="0" err="1">
                <a:solidFill>
                  <a:srgbClr val="C00000"/>
                </a:solidFill>
              </a:rPr>
              <a:t>CA</a:t>
            </a:r>
            <a:r>
              <a:rPr lang="en-US" sz="2800" dirty="0">
                <a:solidFill>
                  <a:srgbClr val="C00000"/>
                </a:solidFill>
              </a:rPr>
              <a:t>(</a:t>
            </a:r>
            <a:r>
              <a:rPr lang="en-US" sz="2800" dirty="0" err="1">
                <a:solidFill>
                  <a:srgbClr val="C00000"/>
                </a:solidFill>
              </a:rPr>
              <a:t>Alice,n,e</a:t>
            </a:r>
            <a:r>
              <a:rPr lang="en-US" sz="2800" dirty="0">
                <a:solidFill>
                  <a:srgbClr val="C00000"/>
                </a:solidFill>
              </a:rPr>
              <a:t>)}</a:t>
            </a:r>
            <a:r>
              <a:rPr lang="en-US" sz="2800" dirty="0"/>
              <a:t>, Bob runs the following steps:</a:t>
            </a:r>
          </a:p>
          <a:p>
            <a:pPr marL="914400" lvl="1" indent="-457200">
              <a:buFont typeface="+mj-lt"/>
              <a:buAutoNum type="arabicPeriod"/>
            </a:pPr>
            <a:r>
              <a:rPr lang="en-US" dirty="0"/>
              <a:t>Check if it has expired or not. If not, </a:t>
            </a:r>
          </a:p>
          <a:p>
            <a:pPr marL="914400" lvl="1" indent="-457200">
              <a:buFont typeface="+mj-lt"/>
              <a:buAutoNum type="arabicPeriod"/>
            </a:pPr>
            <a:r>
              <a:rPr lang="en-US" dirty="0"/>
              <a:t>verify the signature </a:t>
            </a:r>
            <a:r>
              <a:rPr lang="en-US" dirty="0" err="1"/>
              <a:t>Sign</a:t>
            </a:r>
            <a:r>
              <a:rPr lang="en-US" baseline="-25000" dirty="0" err="1"/>
              <a:t>CA</a:t>
            </a:r>
            <a:r>
              <a:rPr lang="en-US" dirty="0"/>
              <a:t>(Alice, </a:t>
            </a:r>
            <a:r>
              <a:rPr lang="en-US" dirty="0" err="1"/>
              <a:t>n,e</a:t>
            </a:r>
            <a:r>
              <a:rPr lang="en-US" dirty="0"/>
              <a:t>) using CA’s public key;</a:t>
            </a:r>
          </a:p>
          <a:p>
            <a:pPr marL="914400" lvl="1" indent="-457200">
              <a:lnSpc>
                <a:spcPct val="90000"/>
              </a:lnSpc>
              <a:buFont typeface="+mj-lt"/>
              <a:buAutoNum type="arabicPeriod"/>
            </a:pPr>
            <a:r>
              <a:rPr lang="en-US" dirty="0"/>
              <a:t>verify the entire certification chain;</a:t>
            </a:r>
          </a:p>
          <a:p>
            <a:pPr marL="914400" lvl="1" indent="-457200">
              <a:lnSpc>
                <a:spcPct val="90000"/>
              </a:lnSpc>
              <a:buFont typeface="+mj-lt"/>
              <a:buAutoNum type="arabicPeriod"/>
            </a:pPr>
            <a:r>
              <a:rPr lang="en-US" dirty="0"/>
              <a:t>check whether Alice’s certificate is in the CRL</a:t>
            </a:r>
          </a:p>
        </p:txBody>
      </p:sp>
      <p:sp>
        <p:nvSpPr>
          <p:cNvPr id="6" name="Slide Number Placeholder 5"/>
          <p:cNvSpPr>
            <a:spLocks noGrp="1"/>
          </p:cNvSpPr>
          <p:nvPr>
            <p:ph type="sldNum" sz="quarter" idx="12"/>
          </p:nvPr>
        </p:nvSpPr>
        <p:spPr/>
        <p:txBody>
          <a:bodyPr/>
          <a:lstStyle/>
          <a:p>
            <a:pPr>
              <a:defRPr/>
            </a:pPr>
            <a:fld id="{0CABDA06-FB9D-4286-A4E0-49DB3B46D8A7}" type="slidenum">
              <a:rPr lang="en-US" smtClean="0"/>
              <a:pPr>
                <a:defRPr/>
              </a:pPr>
              <a:t>25</a:t>
            </a:fld>
            <a:endParaRPr lang="en-US"/>
          </a:p>
        </p:txBody>
      </p:sp>
      <p:sp>
        <p:nvSpPr>
          <p:cNvPr id="2" name="TextBox 1"/>
          <p:cNvSpPr txBox="1"/>
          <p:nvPr/>
        </p:nvSpPr>
        <p:spPr>
          <a:xfrm>
            <a:off x="889212" y="5033395"/>
            <a:ext cx="10693188"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400" dirty="0"/>
              <a:t>Step 4 is not strictly enforced, because of performance and privacy issues!</a:t>
            </a:r>
          </a:p>
          <a:p>
            <a:r>
              <a:rPr lang="en-US" sz="2400" dirty="0"/>
              <a:t>see: https://www.ssl.com/blogs/how-do-browsers-handle-revoked-ssl-tls-certificates/</a:t>
            </a:r>
          </a:p>
        </p:txBody>
      </p:sp>
    </p:spTree>
    <p:extLst>
      <p:ext uri="{BB962C8B-B14F-4D97-AF65-F5344CB8AC3E}">
        <p14:creationId xmlns:p14="http://schemas.microsoft.com/office/powerpoint/2010/main" val="277619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196A-23A1-3640-AD72-FBBCCF65ADDC}"/>
              </a:ext>
            </a:extLst>
          </p:cNvPr>
          <p:cNvSpPr>
            <a:spLocks noGrp="1"/>
          </p:cNvSpPr>
          <p:nvPr>
            <p:ph type="title"/>
          </p:nvPr>
        </p:nvSpPr>
        <p:spPr>
          <a:xfrm>
            <a:off x="335360" y="115528"/>
            <a:ext cx="11074400" cy="641350"/>
          </a:xfrm>
        </p:spPr>
        <p:txBody>
          <a:bodyPr/>
          <a:lstStyle/>
          <a:p>
            <a:r>
              <a:rPr lang="en-US" dirty="0"/>
              <a:t>Use of Certificate in Internet</a:t>
            </a:r>
          </a:p>
        </p:txBody>
      </p:sp>
      <p:sp>
        <p:nvSpPr>
          <p:cNvPr id="4" name="Slide Number Placeholder 3">
            <a:extLst>
              <a:ext uri="{FF2B5EF4-FFF2-40B4-BE49-F238E27FC236}">
                <a16:creationId xmlns:a16="http://schemas.microsoft.com/office/drawing/2014/main" id="{8C48BD27-54F5-C444-BAD1-91926F5E6B9E}"/>
              </a:ext>
            </a:extLst>
          </p:cNvPr>
          <p:cNvSpPr>
            <a:spLocks noGrp="1"/>
          </p:cNvSpPr>
          <p:nvPr>
            <p:ph type="sldNum" sz="quarter" idx="12"/>
          </p:nvPr>
        </p:nvSpPr>
        <p:spPr>
          <a:xfrm>
            <a:off x="10464800" y="6645412"/>
            <a:ext cx="1727200" cy="228600"/>
          </a:xfrm>
        </p:spPr>
        <p:txBody>
          <a:bodyPr/>
          <a:lstStyle/>
          <a:p>
            <a:pPr>
              <a:defRPr/>
            </a:pPr>
            <a:fld id="{36D7DA8A-A668-4056-92C5-6EB6B12BA1D4}" type="slidenum">
              <a:rPr lang="en-US" smtClean="0"/>
              <a:pPr>
                <a:defRPr/>
              </a:pPr>
              <a:t>26</a:t>
            </a:fld>
            <a:endParaRPr lang="en-US"/>
          </a:p>
        </p:txBody>
      </p:sp>
      <p:pic>
        <p:nvPicPr>
          <p:cNvPr id="6" name="Picture 5">
            <a:extLst>
              <a:ext uri="{FF2B5EF4-FFF2-40B4-BE49-F238E27FC236}">
                <a16:creationId xmlns:a16="http://schemas.microsoft.com/office/drawing/2014/main" id="{F670AA25-0C66-0948-88F9-EC56FA6D878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08000" y="1078607"/>
            <a:ext cx="1555552" cy="1555552"/>
          </a:xfrm>
          <a:prstGeom prst="rect">
            <a:avLst/>
          </a:prstGeom>
        </p:spPr>
      </p:pic>
      <p:pic>
        <p:nvPicPr>
          <p:cNvPr id="9" name="Picture 8" descr="Logo, icon&#10;&#10;Description automatically generated">
            <a:extLst>
              <a:ext uri="{FF2B5EF4-FFF2-40B4-BE49-F238E27FC236}">
                <a16:creationId xmlns:a16="http://schemas.microsoft.com/office/drawing/2014/main" id="{5C76C9AD-3549-154B-962D-AFF7994E6C7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3618296" y="1013575"/>
            <a:ext cx="1685616" cy="1685616"/>
          </a:xfrm>
          <a:prstGeom prst="rect">
            <a:avLst/>
          </a:prstGeom>
        </p:spPr>
      </p:pic>
      <p:pic>
        <p:nvPicPr>
          <p:cNvPr id="16" name="Graphic 15" descr="Computer outline">
            <a:extLst>
              <a:ext uri="{FF2B5EF4-FFF2-40B4-BE49-F238E27FC236}">
                <a16:creationId xmlns:a16="http://schemas.microsoft.com/office/drawing/2014/main" id="{45F9153B-FA1D-8F4C-9D60-AAFAA87B61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96400" y="764704"/>
            <a:ext cx="2183358" cy="2183358"/>
          </a:xfrm>
          <a:prstGeom prst="rect">
            <a:avLst/>
          </a:prstGeom>
        </p:spPr>
      </p:pic>
      <p:cxnSp>
        <p:nvCxnSpPr>
          <p:cNvPr id="20" name="Straight Arrow Connector 19">
            <a:extLst>
              <a:ext uri="{FF2B5EF4-FFF2-40B4-BE49-F238E27FC236}">
                <a16:creationId xmlns:a16="http://schemas.microsoft.com/office/drawing/2014/main" id="{10604D56-6956-FD43-A334-B2C715FA5B30}"/>
              </a:ext>
            </a:extLst>
          </p:cNvPr>
          <p:cNvCxnSpPr>
            <a:stCxn id="6" idx="3"/>
            <a:endCxn id="9" idx="1"/>
          </p:cNvCxnSpPr>
          <p:nvPr/>
        </p:nvCxnSpPr>
        <p:spPr>
          <a:xfrm>
            <a:off x="2063552" y="1856383"/>
            <a:ext cx="155474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4DE4711-2C5D-364E-B983-614AC55DE3EC}"/>
              </a:ext>
            </a:extLst>
          </p:cNvPr>
          <p:cNvSpPr txBox="1"/>
          <p:nvPr/>
        </p:nvSpPr>
        <p:spPr>
          <a:xfrm>
            <a:off x="1953404" y="1474742"/>
            <a:ext cx="1608197" cy="369332"/>
          </a:xfrm>
          <a:prstGeom prst="rect">
            <a:avLst/>
          </a:prstGeom>
          <a:noFill/>
        </p:spPr>
        <p:txBody>
          <a:bodyPr wrap="none" rtlCol="0">
            <a:spAutoFit/>
          </a:bodyPr>
          <a:lstStyle/>
          <a:p>
            <a:r>
              <a:rPr lang="en-US" dirty="0" err="1"/>
              <a:t>www.abc.com</a:t>
            </a:r>
            <a:endParaRPr lang="en-US" dirty="0"/>
          </a:p>
        </p:txBody>
      </p:sp>
      <p:cxnSp>
        <p:nvCxnSpPr>
          <p:cNvPr id="23" name="Straight Arrow Connector 22">
            <a:extLst>
              <a:ext uri="{FF2B5EF4-FFF2-40B4-BE49-F238E27FC236}">
                <a16:creationId xmlns:a16="http://schemas.microsoft.com/office/drawing/2014/main" id="{DD8560A6-B680-4E4E-B115-7DCB8F837F59}"/>
              </a:ext>
            </a:extLst>
          </p:cNvPr>
          <p:cNvCxnSpPr>
            <a:cxnSpLocks/>
            <a:stCxn id="9" idx="3"/>
            <a:endCxn id="16" idx="1"/>
          </p:cNvCxnSpPr>
          <p:nvPr/>
        </p:nvCxnSpPr>
        <p:spPr>
          <a:xfrm>
            <a:off x="5303912" y="1856383"/>
            <a:ext cx="43924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4FA92CE-6F59-C34C-9B35-F8710421B0B6}"/>
              </a:ext>
            </a:extLst>
          </p:cNvPr>
          <p:cNvSpPr txBox="1"/>
          <p:nvPr/>
        </p:nvSpPr>
        <p:spPr>
          <a:xfrm>
            <a:off x="6264809" y="1474742"/>
            <a:ext cx="2480166" cy="369332"/>
          </a:xfrm>
          <a:prstGeom prst="rect">
            <a:avLst/>
          </a:prstGeom>
          <a:noFill/>
        </p:spPr>
        <p:txBody>
          <a:bodyPr wrap="none" rtlCol="0">
            <a:spAutoFit/>
          </a:bodyPr>
          <a:lstStyle/>
          <a:p>
            <a:r>
              <a:rPr lang="en-US" dirty="0"/>
              <a:t>Request for Certificate</a:t>
            </a:r>
          </a:p>
        </p:txBody>
      </p:sp>
      <p:cxnSp>
        <p:nvCxnSpPr>
          <p:cNvPr id="28" name="Straight Arrow Connector 27">
            <a:extLst>
              <a:ext uri="{FF2B5EF4-FFF2-40B4-BE49-F238E27FC236}">
                <a16:creationId xmlns:a16="http://schemas.microsoft.com/office/drawing/2014/main" id="{37B25932-1D32-2943-B601-C85C2E286C30}"/>
              </a:ext>
            </a:extLst>
          </p:cNvPr>
          <p:cNvCxnSpPr/>
          <p:nvPr/>
        </p:nvCxnSpPr>
        <p:spPr>
          <a:xfrm flipH="1">
            <a:off x="5303912" y="2060848"/>
            <a:ext cx="439248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Vertical Scroll 28">
            <a:extLst>
              <a:ext uri="{FF2B5EF4-FFF2-40B4-BE49-F238E27FC236}">
                <a16:creationId xmlns:a16="http://schemas.microsoft.com/office/drawing/2014/main" id="{47AF0600-9FF3-BE44-A238-F957E6BB3901}"/>
              </a:ext>
            </a:extLst>
          </p:cNvPr>
          <p:cNvSpPr/>
          <p:nvPr/>
        </p:nvSpPr>
        <p:spPr>
          <a:xfrm>
            <a:off x="6858656" y="2132856"/>
            <a:ext cx="2088232" cy="1296144"/>
          </a:xfrm>
          <a:prstGeom prst="verticalScroll">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www.abc.com</a:t>
            </a:r>
            <a:endParaRPr lang="en-US" dirty="0">
              <a:solidFill>
                <a:schemeClr val="tx1"/>
              </a:solidFill>
            </a:endParaRPr>
          </a:p>
        </p:txBody>
      </p:sp>
      <p:pic>
        <p:nvPicPr>
          <p:cNvPr id="34" name="Picture 33" descr="A picture containing cookie cutter, light, vector graphics&#10;&#10;Description automatically generated">
            <a:extLst>
              <a:ext uri="{FF2B5EF4-FFF2-40B4-BE49-F238E27FC236}">
                <a16:creationId xmlns:a16="http://schemas.microsoft.com/office/drawing/2014/main" id="{ECD207EA-5C3A-7247-BF2A-73E47425B2AD}"/>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8184233" y="3020070"/>
            <a:ext cx="762656" cy="762656"/>
          </a:xfrm>
          <a:prstGeom prst="rect">
            <a:avLst/>
          </a:prstGeom>
        </p:spPr>
      </p:pic>
      <p:sp>
        <p:nvSpPr>
          <p:cNvPr id="36" name="TextBox 35">
            <a:extLst>
              <a:ext uri="{FF2B5EF4-FFF2-40B4-BE49-F238E27FC236}">
                <a16:creationId xmlns:a16="http://schemas.microsoft.com/office/drawing/2014/main" id="{5A42BD51-9D56-264A-979A-FCF0E9C7BC65}"/>
              </a:ext>
            </a:extLst>
          </p:cNvPr>
          <p:cNvSpPr txBox="1"/>
          <p:nvPr/>
        </p:nvSpPr>
        <p:spPr>
          <a:xfrm>
            <a:off x="2657399" y="2372092"/>
            <a:ext cx="1478740" cy="1754326"/>
          </a:xfrm>
          <a:prstGeom prst="rect">
            <a:avLst/>
          </a:prstGeom>
          <a:solidFill>
            <a:srgbClr val="92D050"/>
          </a:solidFill>
          <a:ln w="25400">
            <a:solidFill>
              <a:schemeClr val="tx1"/>
            </a:solidFill>
          </a:ln>
          <a:effectLst>
            <a:outerShdw blurRad="50800" dist="38100" dir="2700000" algn="tl" rotWithShape="0">
              <a:prstClr val="black">
                <a:alpha val="40000"/>
              </a:prstClr>
            </a:outerShdw>
          </a:effectLst>
        </p:spPr>
        <p:txBody>
          <a:bodyPr wrap="square" rtlCol="0">
            <a:spAutoFit/>
          </a:bodyPr>
          <a:lstStyle/>
          <a:p>
            <a:r>
              <a:rPr lang="en-US" dirty="0">
                <a:highlight>
                  <a:srgbClr val="FFFF00"/>
                </a:highlight>
              </a:rPr>
              <a:t>Trusted CAs</a:t>
            </a:r>
          </a:p>
          <a:p>
            <a:r>
              <a:rPr lang="en-US" dirty="0"/>
              <a:t>1. …</a:t>
            </a:r>
          </a:p>
          <a:p>
            <a:r>
              <a:rPr lang="en-US" dirty="0"/>
              <a:t>2. …</a:t>
            </a:r>
          </a:p>
          <a:p>
            <a:r>
              <a:rPr lang="en-US" dirty="0"/>
              <a:t>3.…</a:t>
            </a:r>
          </a:p>
          <a:p>
            <a:r>
              <a:rPr lang="en-US" dirty="0"/>
              <a:t>4. …</a:t>
            </a:r>
          </a:p>
          <a:p>
            <a:r>
              <a:rPr lang="en-US" dirty="0"/>
              <a:t>….</a:t>
            </a:r>
          </a:p>
        </p:txBody>
      </p:sp>
      <p:sp>
        <p:nvSpPr>
          <p:cNvPr id="43" name="TextBox 42">
            <a:extLst>
              <a:ext uri="{FF2B5EF4-FFF2-40B4-BE49-F238E27FC236}">
                <a16:creationId xmlns:a16="http://schemas.microsoft.com/office/drawing/2014/main" id="{75BB1D1F-1102-2A41-ABCD-D657DBE572AE}"/>
              </a:ext>
            </a:extLst>
          </p:cNvPr>
          <p:cNvSpPr txBox="1"/>
          <p:nvPr/>
        </p:nvSpPr>
        <p:spPr>
          <a:xfrm>
            <a:off x="5240957" y="2211178"/>
            <a:ext cx="1736373" cy="369332"/>
          </a:xfrm>
          <a:prstGeom prst="rect">
            <a:avLst/>
          </a:prstGeom>
          <a:noFill/>
          <a:ln w="25400">
            <a:noFill/>
          </a:ln>
        </p:spPr>
        <p:txBody>
          <a:bodyPr wrap="none" rtlCol="0">
            <a:spAutoFit/>
          </a:bodyPr>
          <a:lstStyle/>
          <a:p>
            <a:pPr algn="l"/>
            <a:r>
              <a:rPr lang="en-US" dirty="0"/>
              <a:t>Here is my cert</a:t>
            </a:r>
          </a:p>
        </p:txBody>
      </p:sp>
      <p:sp>
        <p:nvSpPr>
          <p:cNvPr id="37" name="TextBox 36">
            <a:extLst>
              <a:ext uri="{FF2B5EF4-FFF2-40B4-BE49-F238E27FC236}">
                <a16:creationId xmlns:a16="http://schemas.microsoft.com/office/drawing/2014/main" id="{C5F056B8-CC18-A945-ACBD-7DA9124790FF}"/>
              </a:ext>
            </a:extLst>
          </p:cNvPr>
          <p:cNvSpPr txBox="1"/>
          <p:nvPr/>
        </p:nvSpPr>
        <p:spPr>
          <a:xfrm>
            <a:off x="191344" y="4166543"/>
            <a:ext cx="2116293" cy="646331"/>
          </a:xfrm>
          <a:prstGeom prst="rect">
            <a:avLst/>
          </a:prstGeom>
          <a:noFill/>
          <a:ln w="25400">
            <a:solidFill>
              <a:schemeClr val="tx1"/>
            </a:solidFill>
          </a:ln>
        </p:spPr>
        <p:txBody>
          <a:bodyPr wrap="square" rtlCol="0">
            <a:spAutoFit/>
          </a:bodyPr>
          <a:lstStyle/>
          <a:p>
            <a:r>
              <a:rPr lang="en-US" dirty="0"/>
              <a:t>If the cert is for </a:t>
            </a:r>
            <a:r>
              <a:rPr lang="en-US" dirty="0" err="1"/>
              <a:t>www.abc.com</a:t>
            </a:r>
            <a:endParaRPr lang="en-US" dirty="0"/>
          </a:p>
        </p:txBody>
      </p:sp>
      <p:sp>
        <p:nvSpPr>
          <p:cNvPr id="39" name="TextBox 38">
            <a:extLst>
              <a:ext uri="{FF2B5EF4-FFF2-40B4-BE49-F238E27FC236}">
                <a16:creationId xmlns:a16="http://schemas.microsoft.com/office/drawing/2014/main" id="{E843B299-6DF4-DD41-996F-CEE49211C7FB}"/>
              </a:ext>
            </a:extLst>
          </p:cNvPr>
          <p:cNvSpPr txBox="1"/>
          <p:nvPr/>
        </p:nvSpPr>
        <p:spPr>
          <a:xfrm>
            <a:off x="3546818" y="4166543"/>
            <a:ext cx="2387349" cy="646331"/>
          </a:xfrm>
          <a:prstGeom prst="rect">
            <a:avLst/>
          </a:prstGeom>
          <a:noFill/>
          <a:ln w="25400">
            <a:solidFill>
              <a:schemeClr val="tx1"/>
            </a:solidFill>
          </a:ln>
        </p:spPr>
        <p:txBody>
          <a:bodyPr wrap="square" rtlCol="0">
            <a:spAutoFit/>
          </a:bodyPr>
          <a:lstStyle/>
          <a:p>
            <a:r>
              <a:rPr lang="en-US" dirty="0"/>
              <a:t>If the cert is verified as valid </a:t>
            </a:r>
          </a:p>
        </p:txBody>
      </p:sp>
      <p:sp>
        <p:nvSpPr>
          <p:cNvPr id="40" name="TextBox 39">
            <a:extLst>
              <a:ext uri="{FF2B5EF4-FFF2-40B4-BE49-F238E27FC236}">
                <a16:creationId xmlns:a16="http://schemas.microsoft.com/office/drawing/2014/main" id="{FDF091EA-0D8F-6747-AC57-9146246107DC}"/>
              </a:ext>
            </a:extLst>
          </p:cNvPr>
          <p:cNvSpPr txBox="1"/>
          <p:nvPr/>
        </p:nvSpPr>
        <p:spPr>
          <a:xfrm>
            <a:off x="7094417" y="4166543"/>
            <a:ext cx="2478035" cy="646331"/>
          </a:xfrm>
          <a:prstGeom prst="rect">
            <a:avLst/>
          </a:prstGeom>
          <a:noFill/>
          <a:ln w="25400">
            <a:solidFill>
              <a:schemeClr val="tx1"/>
            </a:solidFill>
          </a:ln>
        </p:spPr>
        <p:txBody>
          <a:bodyPr wrap="square" rtlCol="0">
            <a:spAutoFit/>
          </a:bodyPr>
          <a:lstStyle/>
          <a:p>
            <a:r>
              <a:rPr lang="en-US" dirty="0"/>
              <a:t>Anyone of its chain is on Trusted CA list?</a:t>
            </a:r>
          </a:p>
        </p:txBody>
      </p:sp>
      <p:cxnSp>
        <p:nvCxnSpPr>
          <p:cNvPr id="45" name="Straight Arrow Connector 44">
            <a:extLst>
              <a:ext uri="{FF2B5EF4-FFF2-40B4-BE49-F238E27FC236}">
                <a16:creationId xmlns:a16="http://schemas.microsoft.com/office/drawing/2014/main" id="{87B67762-3E84-E543-AF49-1EA0D70F95F0}"/>
              </a:ext>
            </a:extLst>
          </p:cNvPr>
          <p:cNvCxnSpPr>
            <a:cxnSpLocks/>
            <a:stCxn id="37" idx="3"/>
            <a:endCxn id="39" idx="1"/>
          </p:cNvCxnSpPr>
          <p:nvPr/>
        </p:nvCxnSpPr>
        <p:spPr>
          <a:xfrm>
            <a:off x="2307637" y="4489709"/>
            <a:ext cx="123918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321A94F-475E-DE47-B88E-ADE063A5EBC0}"/>
              </a:ext>
            </a:extLst>
          </p:cNvPr>
          <p:cNvCxnSpPr>
            <a:cxnSpLocks/>
            <a:stCxn id="39" idx="3"/>
            <a:endCxn id="40" idx="1"/>
          </p:cNvCxnSpPr>
          <p:nvPr/>
        </p:nvCxnSpPr>
        <p:spPr>
          <a:xfrm>
            <a:off x="5934167" y="4489709"/>
            <a:ext cx="116025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57DBAF4-7099-D34D-B42B-AAB43198043D}"/>
              </a:ext>
            </a:extLst>
          </p:cNvPr>
          <p:cNvSpPr txBox="1"/>
          <p:nvPr/>
        </p:nvSpPr>
        <p:spPr>
          <a:xfrm>
            <a:off x="2765815" y="4166543"/>
            <a:ext cx="338554" cy="369332"/>
          </a:xfrm>
          <a:prstGeom prst="rect">
            <a:avLst/>
          </a:prstGeom>
          <a:noFill/>
          <a:ln w="25400">
            <a:noFill/>
          </a:ln>
        </p:spPr>
        <p:txBody>
          <a:bodyPr wrap="none" rtlCol="0">
            <a:spAutoFit/>
          </a:bodyPr>
          <a:lstStyle/>
          <a:p>
            <a:pPr algn="l"/>
            <a:r>
              <a:rPr lang="en-US" dirty="0"/>
              <a:t>Y</a:t>
            </a:r>
          </a:p>
        </p:txBody>
      </p:sp>
      <p:sp>
        <p:nvSpPr>
          <p:cNvPr id="49" name="TextBox 48">
            <a:extLst>
              <a:ext uri="{FF2B5EF4-FFF2-40B4-BE49-F238E27FC236}">
                <a16:creationId xmlns:a16="http://schemas.microsoft.com/office/drawing/2014/main" id="{F0CBDF3F-AA86-8643-9BCD-7DA1FBEE36A1}"/>
              </a:ext>
            </a:extLst>
          </p:cNvPr>
          <p:cNvSpPr txBox="1"/>
          <p:nvPr/>
        </p:nvSpPr>
        <p:spPr>
          <a:xfrm>
            <a:off x="6240016" y="4149080"/>
            <a:ext cx="338554" cy="369332"/>
          </a:xfrm>
          <a:prstGeom prst="rect">
            <a:avLst/>
          </a:prstGeom>
          <a:noFill/>
          <a:ln w="25400">
            <a:noFill/>
          </a:ln>
        </p:spPr>
        <p:txBody>
          <a:bodyPr wrap="none" rtlCol="0">
            <a:spAutoFit/>
          </a:bodyPr>
          <a:lstStyle/>
          <a:p>
            <a:pPr algn="l"/>
            <a:r>
              <a:rPr lang="en-US" dirty="0"/>
              <a:t>Y</a:t>
            </a:r>
          </a:p>
        </p:txBody>
      </p:sp>
      <p:sp>
        <p:nvSpPr>
          <p:cNvPr id="50" name="TextBox 49">
            <a:extLst>
              <a:ext uri="{FF2B5EF4-FFF2-40B4-BE49-F238E27FC236}">
                <a16:creationId xmlns:a16="http://schemas.microsoft.com/office/drawing/2014/main" id="{44EB4CA6-1C42-2042-A1BE-6CB118F6A507}"/>
              </a:ext>
            </a:extLst>
          </p:cNvPr>
          <p:cNvSpPr txBox="1"/>
          <p:nvPr/>
        </p:nvSpPr>
        <p:spPr>
          <a:xfrm>
            <a:off x="2645040" y="6056957"/>
            <a:ext cx="736099" cy="369332"/>
          </a:xfrm>
          <a:prstGeom prst="rect">
            <a:avLst/>
          </a:prstGeom>
          <a:noFill/>
          <a:ln w="25400">
            <a:noFill/>
          </a:ln>
        </p:spPr>
        <p:txBody>
          <a:bodyPr wrap="none" rtlCol="0">
            <a:spAutoFit/>
          </a:bodyPr>
          <a:lstStyle/>
          <a:p>
            <a:pPr algn="l"/>
            <a:r>
              <a:rPr lang="en-US" dirty="0"/>
              <a:t>Abort</a:t>
            </a:r>
          </a:p>
        </p:txBody>
      </p:sp>
      <p:cxnSp>
        <p:nvCxnSpPr>
          <p:cNvPr id="52" name="Straight Arrow Connector 51">
            <a:extLst>
              <a:ext uri="{FF2B5EF4-FFF2-40B4-BE49-F238E27FC236}">
                <a16:creationId xmlns:a16="http://schemas.microsoft.com/office/drawing/2014/main" id="{EA34D3C9-ACE1-7D43-951D-AB1F397A6B1A}"/>
              </a:ext>
            </a:extLst>
          </p:cNvPr>
          <p:cNvCxnSpPr>
            <a:stCxn id="37" idx="2"/>
            <a:endCxn id="50" idx="1"/>
          </p:cNvCxnSpPr>
          <p:nvPr/>
        </p:nvCxnSpPr>
        <p:spPr>
          <a:xfrm>
            <a:off x="1249491" y="4812874"/>
            <a:ext cx="1395549" cy="1428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9ED3F7B-F4AE-A448-A50D-8C4E8E87DDA6}"/>
              </a:ext>
            </a:extLst>
          </p:cNvPr>
          <p:cNvCxnSpPr>
            <a:stCxn id="39" idx="2"/>
            <a:endCxn id="50" idx="3"/>
          </p:cNvCxnSpPr>
          <p:nvPr/>
        </p:nvCxnSpPr>
        <p:spPr>
          <a:xfrm flipH="1">
            <a:off x="3381139" y="4812874"/>
            <a:ext cx="1359354" cy="14287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91081020-E787-AE48-8686-E87FB261BB26}"/>
              </a:ext>
            </a:extLst>
          </p:cNvPr>
          <p:cNvSpPr txBox="1"/>
          <p:nvPr/>
        </p:nvSpPr>
        <p:spPr>
          <a:xfrm>
            <a:off x="3546818" y="4950460"/>
            <a:ext cx="351378" cy="369332"/>
          </a:xfrm>
          <a:prstGeom prst="rect">
            <a:avLst/>
          </a:prstGeom>
          <a:noFill/>
          <a:ln w="25400">
            <a:noFill/>
          </a:ln>
        </p:spPr>
        <p:txBody>
          <a:bodyPr wrap="none" rtlCol="0">
            <a:spAutoFit/>
          </a:bodyPr>
          <a:lstStyle/>
          <a:p>
            <a:pPr algn="l"/>
            <a:r>
              <a:rPr lang="en-US" dirty="0"/>
              <a:t>N</a:t>
            </a:r>
          </a:p>
        </p:txBody>
      </p:sp>
      <p:sp>
        <p:nvSpPr>
          <p:cNvPr id="56" name="TextBox 55">
            <a:extLst>
              <a:ext uri="{FF2B5EF4-FFF2-40B4-BE49-F238E27FC236}">
                <a16:creationId xmlns:a16="http://schemas.microsoft.com/office/drawing/2014/main" id="{DC60DB93-F622-0840-B872-75FF135B8FFE}"/>
              </a:ext>
            </a:extLst>
          </p:cNvPr>
          <p:cNvSpPr txBox="1"/>
          <p:nvPr/>
        </p:nvSpPr>
        <p:spPr>
          <a:xfrm>
            <a:off x="2189751" y="4950460"/>
            <a:ext cx="351378" cy="369332"/>
          </a:xfrm>
          <a:prstGeom prst="rect">
            <a:avLst/>
          </a:prstGeom>
          <a:noFill/>
          <a:ln w="25400">
            <a:noFill/>
          </a:ln>
        </p:spPr>
        <p:txBody>
          <a:bodyPr wrap="none" rtlCol="0">
            <a:spAutoFit/>
          </a:bodyPr>
          <a:lstStyle/>
          <a:p>
            <a:pPr algn="l"/>
            <a:r>
              <a:rPr lang="en-US" dirty="0"/>
              <a:t>N</a:t>
            </a:r>
          </a:p>
        </p:txBody>
      </p:sp>
      <p:cxnSp>
        <p:nvCxnSpPr>
          <p:cNvPr id="58" name="Straight Arrow Connector 57">
            <a:extLst>
              <a:ext uri="{FF2B5EF4-FFF2-40B4-BE49-F238E27FC236}">
                <a16:creationId xmlns:a16="http://schemas.microsoft.com/office/drawing/2014/main" id="{890E6824-8230-6B49-BD40-717EA3E4830C}"/>
              </a:ext>
            </a:extLst>
          </p:cNvPr>
          <p:cNvCxnSpPr>
            <a:cxnSpLocks/>
            <a:stCxn id="40" idx="3"/>
            <a:endCxn id="44" idx="0"/>
          </p:cNvCxnSpPr>
          <p:nvPr/>
        </p:nvCxnSpPr>
        <p:spPr>
          <a:xfrm>
            <a:off x="9572452" y="4489709"/>
            <a:ext cx="700992" cy="5230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BFD964C4-22A9-F147-8B55-A1041FE7F1AC}"/>
              </a:ext>
            </a:extLst>
          </p:cNvPr>
          <p:cNvSpPr txBox="1"/>
          <p:nvPr/>
        </p:nvSpPr>
        <p:spPr>
          <a:xfrm>
            <a:off x="11169389" y="4241826"/>
            <a:ext cx="889987" cy="369332"/>
          </a:xfrm>
          <a:prstGeom prst="rect">
            <a:avLst/>
          </a:prstGeom>
          <a:solidFill>
            <a:srgbClr val="92D050"/>
          </a:solidFill>
          <a:ln w="25400">
            <a:solidFill>
              <a:srgbClr val="00B050"/>
            </a:solidFill>
          </a:ln>
        </p:spPr>
        <p:txBody>
          <a:bodyPr wrap="none" rtlCol="0">
            <a:spAutoFit/>
          </a:bodyPr>
          <a:lstStyle/>
          <a:p>
            <a:pPr algn="l"/>
            <a:r>
              <a:rPr lang="en-US" dirty="0"/>
              <a:t>Accept</a:t>
            </a:r>
          </a:p>
        </p:txBody>
      </p:sp>
      <p:sp>
        <p:nvSpPr>
          <p:cNvPr id="60" name="TextBox 59">
            <a:extLst>
              <a:ext uri="{FF2B5EF4-FFF2-40B4-BE49-F238E27FC236}">
                <a16:creationId xmlns:a16="http://schemas.microsoft.com/office/drawing/2014/main" id="{15711A73-3469-E049-8E43-A424CC5A9AC1}"/>
              </a:ext>
            </a:extLst>
          </p:cNvPr>
          <p:cNvSpPr txBox="1"/>
          <p:nvPr/>
        </p:nvSpPr>
        <p:spPr>
          <a:xfrm>
            <a:off x="7176120" y="6120878"/>
            <a:ext cx="2305646" cy="369332"/>
          </a:xfrm>
          <a:prstGeom prst="rect">
            <a:avLst/>
          </a:prstGeom>
          <a:noFill/>
          <a:ln w="25400">
            <a:solidFill>
              <a:schemeClr val="tx1"/>
            </a:solidFill>
          </a:ln>
        </p:spPr>
        <p:txBody>
          <a:bodyPr wrap="square" rtlCol="0">
            <a:spAutoFit/>
          </a:bodyPr>
          <a:lstStyle/>
          <a:p>
            <a:r>
              <a:rPr lang="en-US" dirty="0"/>
              <a:t>Self-signed CA?</a:t>
            </a:r>
          </a:p>
        </p:txBody>
      </p:sp>
      <p:sp>
        <p:nvSpPr>
          <p:cNvPr id="61" name="TextBox 60">
            <a:extLst>
              <a:ext uri="{FF2B5EF4-FFF2-40B4-BE49-F238E27FC236}">
                <a16:creationId xmlns:a16="http://schemas.microsoft.com/office/drawing/2014/main" id="{C452EA1E-549E-2343-9166-22EA11DA68C1}"/>
              </a:ext>
            </a:extLst>
          </p:cNvPr>
          <p:cNvSpPr txBox="1"/>
          <p:nvPr/>
        </p:nvSpPr>
        <p:spPr>
          <a:xfrm>
            <a:off x="9778389" y="4472385"/>
            <a:ext cx="338554" cy="369332"/>
          </a:xfrm>
          <a:prstGeom prst="rect">
            <a:avLst/>
          </a:prstGeom>
          <a:noFill/>
          <a:ln w="25400">
            <a:noFill/>
          </a:ln>
        </p:spPr>
        <p:txBody>
          <a:bodyPr wrap="none" rtlCol="0">
            <a:spAutoFit/>
          </a:bodyPr>
          <a:lstStyle/>
          <a:p>
            <a:pPr algn="l"/>
            <a:r>
              <a:rPr lang="en-US" dirty="0"/>
              <a:t>Y</a:t>
            </a:r>
          </a:p>
        </p:txBody>
      </p:sp>
      <p:sp>
        <p:nvSpPr>
          <p:cNvPr id="64" name="TextBox 63">
            <a:extLst>
              <a:ext uri="{FF2B5EF4-FFF2-40B4-BE49-F238E27FC236}">
                <a16:creationId xmlns:a16="http://schemas.microsoft.com/office/drawing/2014/main" id="{D4B7759D-CCC1-494B-872E-6805CE0C9E4D}"/>
              </a:ext>
            </a:extLst>
          </p:cNvPr>
          <p:cNvSpPr txBox="1"/>
          <p:nvPr/>
        </p:nvSpPr>
        <p:spPr>
          <a:xfrm>
            <a:off x="11111929" y="5242858"/>
            <a:ext cx="351378" cy="369332"/>
          </a:xfrm>
          <a:prstGeom prst="rect">
            <a:avLst/>
          </a:prstGeom>
          <a:noFill/>
          <a:ln w="25400">
            <a:noFill/>
          </a:ln>
        </p:spPr>
        <p:txBody>
          <a:bodyPr wrap="none" rtlCol="0">
            <a:spAutoFit/>
          </a:bodyPr>
          <a:lstStyle/>
          <a:p>
            <a:pPr algn="l"/>
            <a:r>
              <a:rPr lang="en-US" dirty="0"/>
              <a:t>N</a:t>
            </a:r>
          </a:p>
        </p:txBody>
      </p:sp>
      <p:cxnSp>
        <p:nvCxnSpPr>
          <p:cNvPr id="66" name="Straight Arrow Connector 65">
            <a:extLst>
              <a:ext uri="{FF2B5EF4-FFF2-40B4-BE49-F238E27FC236}">
                <a16:creationId xmlns:a16="http://schemas.microsoft.com/office/drawing/2014/main" id="{4B3F33B7-7177-CF40-976E-4CA898EFA4F7}"/>
              </a:ext>
            </a:extLst>
          </p:cNvPr>
          <p:cNvCxnSpPr>
            <a:cxnSpLocks/>
            <a:stCxn id="60" idx="1"/>
          </p:cNvCxnSpPr>
          <p:nvPr/>
        </p:nvCxnSpPr>
        <p:spPr>
          <a:xfrm flipH="1">
            <a:off x="3448742" y="6305544"/>
            <a:ext cx="372737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59CF6CD-173E-7B48-A7BF-C27BD54D34AB}"/>
              </a:ext>
            </a:extLst>
          </p:cNvPr>
          <p:cNvSpPr txBox="1"/>
          <p:nvPr/>
        </p:nvSpPr>
        <p:spPr>
          <a:xfrm>
            <a:off x="5582789" y="5971084"/>
            <a:ext cx="351378" cy="369332"/>
          </a:xfrm>
          <a:prstGeom prst="rect">
            <a:avLst/>
          </a:prstGeom>
          <a:noFill/>
          <a:ln w="25400">
            <a:noFill/>
          </a:ln>
        </p:spPr>
        <p:txBody>
          <a:bodyPr wrap="none" rtlCol="0">
            <a:spAutoFit/>
          </a:bodyPr>
          <a:lstStyle/>
          <a:p>
            <a:pPr algn="l"/>
            <a:r>
              <a:rPr lang="en-US" dirty="0"/>
              <a:t>N</a:t>
            </a:r>
          </a:p>
        </p:txBody>
      </p:sp>
      <p:cxnSp>
        <p:nvCxnSpPr>
          <p:cNvPr id="68" name="Straight Arrow Connector 67">
            <a:extLst>
              <a:ext uri="{FF2B5EF4-FFF2-40B4-BE49-F238E27FC236}">
                <a16:creationId xmlns:a16="http://schemas.microsoft.com/office/drawing/2014/main" id="{AAA5BBCA-8B5D-0840-A0E0-225D966E6E9E}"/>
              </a:ext>
            </a:extLst>
          </p:cNvPr>
          <p:cNvCxnSpPr>
            <a:cxnSpLocks/>
          </p:cNvCxnSpPr>
          <p:nvPr/>
        </p:nvCxnSpPr>
        <p:spPr>
          <a:xfrm>
            <a:off x="9481766" y="6308639"/>
            <a:ext cx="59974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0B799362-52DA-844B-877A-CBDE3AE6DFAE}"/>
              </a:ext>
            </a:extLst>
          </p:cNvPr>
          <p:cNvSpPr txBox="1"/>
          <p:nvPr/>
        </p:nvSpPr>
        <p:spPr>
          <a:xfrm>
            <a:off x="9616972" y="5971084"/>
            <a:ext cx="338554" cy="369332"/>
          </a:xfrm>
          <a:prstGeom prst="rect">
            <a:avLst/>
          </a:prstGeom>
          <a:noFill/>
          <a:ln w="25400">
            <a:noFill/>
          </a:ln>
        </p:spPr>
        <p:txBody>
          <a:bodyPr wrap="none" rtlCol="0">
            <a:spAutoFit/>
          </a:bodyPr>
          <a:lstStyle/>
          <a:p>
            <a:pPr algn="l"/>
            <a:r>
              <a:rPr lang="en-US" dirty="0"/>
              <a:t>Y</a:t>
            </a:r>
          </a:p>
        </p:txBody>
      </p:sp>
      <p:pic>
        <p:nvPicPr>
          <p:cNvPr id="71" name="Picture 70">
            <a:extLst>
              <a:ext uri="{FF2B5EF4-FFF2-40B4-BE49-F238E27FC236}">
                <a16:creationId xmlns:a16="http://schemas.microsoft.com/office/drawing/2014/main" id="{62693956-336E-FC45-B0CD-9FF04F51AB5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081512" y="5821460"/>
            <a:ext cx="812766" cy="812766"/>
          </a:xfrm>
          <a:prstGeom prst="rect">
            <a:avLst/>
          </a:prstGeom>
        </p:spPr>
      </p:pic>
      <p:sp>
        <p:nvSpPr>
          <p:cNvPr id="44" name="TextBox 43">
            <a:extLst>
              <a:ext uri="{FF2B5EF4-FFF2-40B4-BE49-F238E27FC236}">
                <a16:creationId xmlns:a16="http://schemas.microsoft.com/office/drawing/2014/main" id="{8AEC5205-7E9A-CF4A-8693-A3B4944C69BE}"/>
              </a:ext>
            </a:extLst>
          </p:cNvPr>
          <p:cNvSpPr txBox="1"/>
          <p:nvPr/>
        </p:nvSpPr>
        <p:spPr>
          <a:xfrm>
            <a:off x="9481766" y="5012787"/>
            <a:ext cx="1583355" cy="369332"/>
          </a:xfrm>
          <a:prstGeom prst="rect">
            <a:avLst/>
          </a:prstGeom>
          <a:solidFill>
            <a:srgbClr val="FFFF00"/>
          </a:solidFill>
          <a:ln w="25400">
            <a:solidFill>
              <a:schemeClr val="tx1"/>
            </a:solidFill>
          </a:ln>
        </p:spPr>
        <p:txBody>
          <a:bodyPr wrap="square" rtlCol="0">
            <a:spAutoFit/>
          </a:bodyPr>
          <a:lstStyle/>
          <a:p>
            <a:r>
              <a:rPr lang="en-US" dirty="0"/>
              <a:t>Is it revoked?</a:t>
            </a:r>
          </a:p>
        </p:txBody>
      </p:sp>
      <p:sp>
        <p:nvSpPr>
          <p:cNvPr id="51" name="TextBox 50">
            <a:extLst>
              <a:ext uri="{FF2B5EF4-FFF2-40B4-BE49-F238E27FC236}">
                <a16:creationId xmlns:a16="http://schemas.microsoft.com/office/drawing/2014/main" id="{B681973F-BC77-F64E-884B-C321591CC0C9}"/>
              </a:ext>
            </a:extLst>
          </p:cNvPr>
          <p:cNvSpPr txBox="1"/>
          <p:nvPr/>
        </p:nvSpPr>
        <p:spPr>
          <a:xfrm>
            <a:off x="5934167" y="5427524"/>
            <a:ext cx="338554" cy="369332"/>
          </a:xfrm>
          <a:prstGeom prst="rect">
            <a:avLst/>
          </a:prstGeom>
          <a:noFill/>
          <a:ln w="25400">
            <a:noFill/>
          </a:ln>
        </p:spPr>
        <p:txBody>
          <a:bodyPr wrap="none" rtlCol="0">
            <a:spAutoFit/>
          </a:bodyPr>
          <a:lstStyle/>
          <a:p>
            <a:pPr algn="l"/>
            <a:r>
              <a:rPr lang="en-US" dirty="0"/>
              <a:t>Y</a:t>
            </a:r>
          </a:p>
        </p:txBody>
      </p:sp>
      <p:cxnSp>
        <p:nvCxnSpPr>
          <p:cNvPr id="12" name="Straight Arrow Connector 11">
            <a:extLst>
              <a:ext uri="{FF2B5EF4-FFF2-40B4-BE49-F238E27FC236}">
                <a16:creationId xmlns:a16="http://schemas.microsoft.com/office/drawing/2014/main" id="{6B76533A-71B5-C348-B703-63F7423B2F6A}"/>
              </a:ext>
            </a:extLst>
          </p:cNvPr>
          <p:cNvCxnSpPr>
            <a:cxnSpLocks/>
            <a:stCxn id="40" idx="2"/>
            <a:endCxn id="60" idx="0"/>
          </p:cNvCxnSpPr>
          <p:nvPr/>
        </p:nvCxnSpPr>
        <p:spPr>
          <a:xfrm flipH="1">
            <a:off x="8328943" y="4812874"/>
            <a:ext cx="4492" cy="13080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C4924F4-611A-A142-A5CF-063866EC4C8F}"/>
              </a:ext>
            </a:extLst>
          </p:cNvPr>
          <p:cNvSpPr txBox="1"/>
          <p:nvPr/>
        </p:nvSpPr>
        <p:spPr>
          <a:xfrm>
            <a:off x="8379761" y="5751546"/>
            <a:ext cx="351378" cy="369332"/>
          </a:xfrm>
          <a:prstGeom prst="rect">
            <a:avLst/>
          </a:prstGeom>
          <a:noFill/>
          <a:ln w="25400">
            <a:noFill/>
          </a:ln>
        </p:spPr>
        <p:txBody>
          <a:bodyPr wrap="none" rtlCol="0">
            <a:spAutoFit/>
          </a:bodyPr>
          <a:lstStyle/>
          <a:p>
            <a:pPr algn="l"/>
            <a:r>
              <a:rPr lang="en-US" dirty="0"/>
              <a:t>N</a:t>
            </a:r>
          </a:p>
        </p:txBody>
      </p:sp>
      <p:cxnSp>
        <p:nvCxnSpPr>
          <p:cNvPr id="83" name="Straight Arrow Connector 82">
            <a:extLst>
              <a:ext uri="{FF2B5EF4-FFF2-40B4-BE49-F238E27FC236}">
                <a16:creationId xmlns:a16="http://schemas.microsoft.com/office/drawing/2014/main" id="{44EC446A-649C-DE40-AB03-3C727B52976D}"/>
              </a:ext>
            </a:extLst>
          </p:cNvPr>
          <p:cNvCxnSpPr>
            <a:stCxn id="44" idx="1"/>
            <a:endCxn id="50" idx="3"/>
          </p:cNvCxnSpPr>
          <p:nvPr/>
        </p:nvCxnSpPr>
        <p:spPr>
          <a:xfrm flipH="1">
            <a:off x="3381139" y="5197453"/>
            <a:ext cx="6100627" cy="10441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Elbow Connector 84">
            <a:extLst>
              <a:ext uri="{FF2B5EF4-FFF2-40B4-BE49-F238E27FC236}">
                <a16:creationId xmlns:a16="http://schemas.microsoft.com/office/drawing/2014/main" id="{3FA9D761-620E-DA4A-AF44-E10FF3C356F7}"/>
              </a:ext>
            </a:extLst>
          </p:cNvPr>
          <p:cNvCxnSpPr>
            <a:stCxn id="44" idx="2"/>
            <a:endCxn id="59" idx="2"/>
          </p:cNvCxnSpPr>
          <p:nvPr/>
        </p:nvCxnSpPr>
        <p:spPr>
          <a:xfrm rot="5400000" flipH="1" flipV="1">
            <a:off x="10558432" y="4326169"/>
            <a:ext cx="770961" cy="1340939"/>
          </a:xfrm>
          <a:prstGeom prst="bentConnector3">
            <a:avLst>
              <a:gd name="adj1" fmla="val -2965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264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dirty="0"/>
              <a:t>Overview of SSL/TLS</a:t>
            </a:r>
          </a:p>
        </p:txBody>
      </p:sp>
      <p:sp>
        <p:nvSpPr>
          <p:cNvPr id="5" name="Text Placeholder 4">
            <a:extLst>
              <a:ext uri="{FF2B5EF4-FFF2-40B4-BE49-F238E27FC236}">
                <a16:creationId xmlns:a16="http://schemas.microsoft.com/office/drawing/2014/main" id="{93AFE7D5-3567-EA41-B2C2-A8D4615F67CA}"/>
              </a:ext>
            </a:extLst>
          </p:cNvPr>
          <p:cNvSpPr>
            <a:spLocks noGrp="1"/>
          </p:cNvSpPr>
          <p:nvPr>
            <p:ph type="body" idx="11"/>
          </p:nvPr>
        </p:nvSpPr>
        <p:spPr/>
        <p:txBody>
          <a:bodyPr/>
          <a:lstStyle/>
          <a:p>
            <a:endParaRPr lang="en-US"/>
          </a:p>
        </p:txBody>
      </p:sp>
      <p:sp>
        <p:nvSpPr>
          <p:cNvPr id="2" name="Content Placeholder 1"/>
          <p:cNvSpPr>
            <a:spLocks noGrp="1"/>
          </p:cNvSpPr>
          <p:nvPr>
            <p:ph idx="1"/>
          </p:nvPr>
        </p:nvSpPr>
        <p:spPr/>
        <p:txBody>
          <a:bodyPr/>
          <a:lstStyle/>
          <a:p>
            <a:r>
              <a:rPr lang="en-US" dirty="0"/>
              <a:t>SSL/TLS (Secure Socket Layer or Transport Layer Security) provides</a:t>
            </a:r>
          </a:p>
          <a:p>
            <a:pPr lvl="1"/>
            <a:r>
              <a:rPr lang="en-US" dirty="0"/>
              <a:t>Implicit server authentication (because the server has a public key certificate)</a:t>
            </a:r>
          </a:p>
          <a:p>
            <a:pPr lvl="1"/>
            <a:r>
              <a:rPr lang="en-US" dirty="0"/>
              <a:t>A secure channel between the server application and the client application (to encrypt/authenticate data sent in between). </a:t>
            </a:r>
          </a:p>
          <a:p>
            <a:r>
              <a:rPr lang="en-US" dirty="0"/>
              <a:t>SSL runs in two phases</a:t>
            </a:r>
          </a:p>
          <a:p>
            <a:pPr lvl="1"/>
            <a:r>
              <a:rPr lang="en-US" dirty="0"/>
              <a:t>handshake</a:t>
            </a:r>
          </a:p>
          <a:p>
            <a:pPr lvl="1"/>
            <a:r>
              <a:rPr lang="en-US" dirty="0"/>
              <a:t>encryption and/or authentication</a:t>
            </a:r>
          </a:p>
        </p:txBody>
      </p:sp>
    </p:spTree>
    <p:extLst>
      <p:ext uri="{BB962C8B-B14F-4D97-AF65-F5344CB8AC3E}">
        <p14:creationId xmlns:p14="http://schemas.microsoft.com/office/powerpoint/2010/main" val="3646747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44008" y="30163"/>
            <a:ext cx="9597029" cy="1325562"/>
          </a:xfrm>
        </p:spPr>
        <p:txBody>
          <a:bodyPr/>
          <a:lstStyle/>
          <a:p>
            <a:r>
              <a:rPr lang="en-US" dirty="0"/>
              <a:t>The Workflow</a:t>
            </a:r>
          </a:p>
        </p:txBody>
      </p:sp>
      <p:sp>
        <p:nvSpPr>
          <p:cNvPr id="63" name="Rectangle 62">
            <a:extLst>
              <a:ext uri="{FF2B5EF4-FFF2-40B4-BE49-F238E27FC236}">
                <a16:creationId xmlns:a16="http://schemas.microsoft.com/office/drawing/2014/main" id="{DDF6D798-3A1D-814C-8D11-A80B3E28E5F2}"/>
              </a:ext>
            </a:extLst>
          </p:cNvPr>
          <p:cNvSpPr/>
          <p:nvPr/>
        </p:nvSpPr>
        <p:spPr>
          <a:xfrm>
            <a:off x="2085750" y="4338084"/>
            <a:ext cx="2057400" cy="3810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SSL</a:t>
            </a:r>
          </a:p>
        </p:txBody>
      </p:sp>
      <p:sp>
        <p:nvSpPr>
          <p:cNvPr id="64" name="Rectangle 63">
            <a:extLst>
              <a:ext uri="{FF2B5EF4-FFF2-40B4-BE49-F238E27FC236}">
                <a16:creationId xmlns:a16="http://schemas.microsoft.com/office/drawing/2014/main" id="{48821D60-E9F5-C44E-B501-12BA5FCF6BEC}"/>
              </a:ext>
            </a:extLst>
          </p:cNvPr>
          <p:cNvSpPr/>
          <p:nvPr/>
        </p:nvSpPr>
        <p:spPr>
          <a:xfrm>
            <a:off x="2542950" y="1442484"/>
            <a:ext cx="1066800" cy="5334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Client App</a:t>
            </a:r>
          </a:p>
        </p:txBody>
      </p:sp>
      <p:cxnSp>
        <p:nvCxnSpPr>
          <p:cNvPr id="65" name="Straight Connector 64">
            <a:extLst>
              <a:ext uri="{FF2B5EF4-FFF2-40B4-BE49-F238E27FC236}">
                <a16:creationId xmlns:a16="http://schemas.microsoft.com/office/drawing/2014/main" id="{C5D2E453-9D9E-8F40-B86A-9FEE5BB301C0}"/>
              </a:ext>
            </a:extLst>
          </p:cNvPr>
          <p:cNvCxnSpPr>
            <a:stCxn id="64" idx="2"/>
            <a:endCxn id="63" idx="0"/>
          </p:cNvCxnSpPr>
          <p:nvPr/>
        </p:nvCxnSpPr>
        <p:spPr>
          <a:xfrm>
            <a:off x="3076350" y="1975884"/>
            <a:ext cx="38100" cy="2362200"/>
          </a:xfrm>
          <a:prstGeom prst="line">
            <a:avLst/>
          </a:prstGeom>
          <a:noFill/>
          <a:ln w="25400" cap="flat" cmpd="sng" algn="ctr">
            <a:solidFill>
              <a:srgbClr val="2D2D8A"/>
            </a:solidFill>
            <a:prstDash val="solid"/>
          </a:ln>
          <a:effectLst>
            <a:outerShdw blurRad="40000" dist="20000" dir="5400000" rotWithShape="0">
              <a:srgbClr val="000000">
                <a:alpha val="38000"/>
              </a:srgbClr>
            </a:outerShdw>
          </a:effectLst>
        </p:spPr>
      </p:cxnSp>
      <p:sp>
        <p:nvSpPr>
          <p:cNvPr id="66" name="Rectangle 65">
            <a:extLst>
              <a:ext uri="{FF2B5EF4-FFF2-40B4-BE49-F238E27FC236}">
                <a16:creationId xmlns:a16="http://schemas.microsoft.com/office/drawing/2014/main" id="{E5F0C73C-12A6-2943-AB3A-5928AB03B7E5}"/>
              </a:ext>
            </a:extLst>
          </p:cNvPr>
          <p:cNvSpPr/>
          <p:nvPr/>
        </p:nvSpPr>
        <p:spPr>
          <a:xfrm>
            <a:off x="8143651" y="4338084"/>
            <a:ext cx="2057400" cy="3810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SSL</a:t>
            </a:r>
          </a:p>
        </p:txBody>
      </p:sp>
      <p:sp>
        <p:nvSpPr>
          <p:cNvPr id="67" name="Rectangle 66">
            <a:extLst>
              <a:ext uri="{FF2B5EF4-FFF2-40B4-BE49-F238E27FC236}">
                <a16:creationId xmlns:a16="http://schemas.microsoft.com/office/drawing/2014/main" id="{B717CC4F-A477-FD46-983B-4EC6D686F971}"/>
              </a:ext>
            </a:extLst>
          </p:cNvPr>
          <p:cNvSpPr/>
          <p:nvPr/>
        </p:nvSpPr>
        <p:spPr>
          <a:xfrm>
            <a:off x="8638951" y="1442484"/>
            <a:ext cx="1066800" cy="5334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Server App</a:t>
            </a:r>
          </a:p>
        </p:txBody>
      </p:sp>
      <p:cxnSp>
        <p:nvCxnSpPr>
          <p:cNvPr id="68" name="Straight Connector 67">
            <a:extLst>
              <a:ext uri="{FF2B5EF4-FFF2-40B4-BE49-F238E27FC236}">
                <a16:creationId xmlns:a16="http://schemas.microsoft.com/office/drawing/2014/main" id="{71910B4B-2414-7648-9D98-49342DE9D75A}"/>
              </a:ext>
            </a:extLst>
          </p:cNvPr>
          <p:cNvCxnSpPr>
            <a:stCxn id="67" idx="2"/>
            <a:endCxn id="66" idx="0"/>
          </p:cNvCxnSpPr>
          <p:nvPr/>
        </p:nvCxnSpPr>
        <p:spPr>
          <a:xfrm>
            <a:off x="9172351" y="1975884"/>
            <a:ext cx="0" cy="2362200"/>
          </a:xfrm>
          <a:prstGeom prst="line">
            <a:avLst/>
          </a:prstGeom>
          <a:noFill/>
          <a:ln w="25400" cap="flat" cmpd="sng" algn="ctr">
            <a:solidFill>
              <a:srgbClr val="2D2D8A"/>
            </a:solidFill>
            <a:prstDash val="solid"/>
          </a:ln>
          <a:effectLst>
            <a:outerShdw blurRad="40000" dist="20000" dir="5400000" rotWithShape="0">
              <a:srgbClr val="000000">
                <a:alpha val="38000"/>
              </a:srgbClr>
            </a:outerShdw>
          </a:effectLst>
        </p:spPr>
      </p:cxnSp>
      <p:sp>
        <p:nvSpPr>
          <p:cNvPr id="69" name="TextBox 68">
            <a:extLst>
              <a:ext uri="{FF2B5EF4-FFF2-40B4-BE49-F238E27FC236}">
                <a16:creationId xmlns:a16="http://schemas.microsoft.com/office/drawing/2014/main" id="{92E8D0D5-05A1-C34F-931A-05723BA7BF04}"/>
              </a:ext>
            </a:extLst>
          </p:cNvPr>
          <p:cNvSpPr txBox="1"/>
          <p:nvPr/>
        </p:nvSpPr>
        <p:spPr>
          <a:xfrm>
            <a:off x="3076351" y="2356884"/>
            <a:ext cx="2661691"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0. Request SSL connection</a:t>
            </a:r>
          </a:p>
        </p:txBody>
      </p:sp>
      <p:cxnSp>
        <p:nvCxnSpPr>
          <p:cNvPr id="70" name="Straight Arrow Connector 69">
            <a:extLst>
              <a:ext uri="{FF2B5EF4-FFF2-40B4-BE49-F238E27FC236}">
                <a16:creationId xmlns:a16="http://schemas.microsoft.com/office/drawing/2014/main" id="{5B4FA95E-8122-2A4B-8C96-FD4E0EBC2DDA}"/>
              </a:ext>
            </a:extLst>
          </p:cNvPr>
          <p:cNvCxnSpPr>
            <a:stCxn id="63" idx="3"/>
            <a:endCxn id="66" idx="1"/>
          </p:cNvCxnSpPr>
          <p:nvPr/>
        </p:nvCxnSpPr>
        <p:spPr>
          <a:xfrm>
            <a:off x="4143150" y="4528584"/>
            <a:ext cx="4000501" cy="0"/>
          </a:xfrm>
          <a:prstGeom prst="straightConnector1">
            <a:avLst/>
          </a:prstGeom>
          <a:noFill/>
          <a:ln w="25400" cap="flat" cmpd="sng" algn="ctr">
            <a:solidFill>
              <a:srgbClr val="2D2D8A"/>
            </a:solidFill>
            <a:prstDash val="solid"/>
            <a:headEnd type="triangle" w="lg" len="lg"/>
            <a:tailEnd type="triangle" w="lg" len="lg"/>
          </a:ln>
          <a:effectLst>
            <a:outerShdw blurRad="40000" dist="20000" dir="5400000" rotWithShape="0">
              <a:srgbClr val="000000">
                <a:alpha val="38000"/>
              </a:srgbClr>
            </a:outerShdw>
          </a:effectLst>
        </p:spPr>
      </p:cxnSp>
      <p:sp>
        <p:nvSpPr>
          <p:cNvPr id="71" name="TextBox 70">
            <a:extLst>
              <a:ext uri="{FF2B5EF4-FFF2-40B4-BE49-F238E27FC236}">
                <a16:creationId xmlns:a16="http://schemas.microsoft.com/office/drawing/2014/main" id="{41D4DC1E-81EC-BD47-90C1-10A0C6DA7D8C}"/>
              </a:ext>
            </a:extLst>
          </p:cNvPr>
          <p:cNvSpPr txBox="1"/>
          <p:nvPr/>
        </p:nvSpPr>
        <p:spPr>
          <a:xfrm>
            <a:off x="5133751" y="3728484"/>
            <a:ext cx="2661691"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1. SSL handshake session </a:t>
            </a:r>
          </a:p>
        </p:txBody>
      </p:sp>
      <p:sp>
        <p:nvSpPr>
          <p:cNvPr id="72" name="TextBox 71">
            <a:extLst>
              <a:ext uri="{FF2B5EF4-FFF2-40B4-BE49-F238E27FC236}">
                <a16:creationId xmlns:a16="http://schemas.microsoft.com/office/drawing/2014/main" id="{333C4480-2CE6-524D-8108-7C14EF8362B3}"/>
              </a:ext>
            </a:extLst>
          </p:cNvPr>
          <p:cNvSpPr txBox="1"/>
          <p:nvPr/>
        </p:nvSpPr>
        <p:spPr>
          <a:xfrm>
            <a:off x="6581551" y="2356884"/>
            <a:ext cx="2292615"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2. Establish connection</a:t>
            </a:r>
          </a:p>
        </p:txBody>
      </p:sp>
      <p:sp>
        <p:nvSpPr>
          <p:cNvPr id="73" name="TextBox 72">
            <a:extLst>
              <a:ext uri="{FF2B5EF4-FFF2-40B4-BE49-F238E27FC236}">
                <a16:creationId xmlns:a16="http://schemas.microsoft.com/office/drawing/2014/main" id="{0E152BDD-BEC8-F642-BD48-216428CA29EE}"/>
              </a:ext>
            </a:extLst>
          </p:cNvPr>
          <p:cNvSpPr txBox="1"/>
          <p:nvPr/>
        </p:nvSpPr>
        <p:spPr>
          <a:xfrm>
            <a:off x="3076350" y="3008930"/>
            <a:ext cx="2307042"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3. Send data (plaintext)</a:t>
            </a:r>
          </a:p>
        </p:txBody>
      </p:sp>
      <p:sp>
        <p:nvSpPr>
          <p:cNvPr id="74" name="TextBox 73">
            <a:extLst>
              <a:ext uri="{FF2B5EF4-FFF2-40B4-BE49-F238E27FC236}">
                <a16:creationId xmlns:a16="http://schemas.microsoft.com/office/drawing/2014/main" id="{0CD2F46F-48E7-7942-8D81-D3B55F26D2C4}"/>
              </a:ext>
            </a:extLst>
          </p:cNvPr>
          <p:cNvSpPr txBox="1"/>
          <p:nvPr/>
        </p:nvSpPr>
        <p:spPr>
          <a:xfrm>
            <a:off x="4219350" y="5100084"/>
            <a:ext cx="3995004"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4. Send encrypted and authenticated data</a:t>
            </a:r>
          </a:p>
        </p:txBody>
      </p:sp>
      <p:sp>
        <p:nvSpPr>
          <p:cNvPr id="75" name="TextBox 74">
            <a:extLst>
              <a:ext uri="{FF2B5EF4-FFF2-40B4-BE49-F238E27FC236}">
                <a16:creationId xmlns:a16="http://schemas.microsoft.com/office/drawing/2014/main" id="{C69FB6DC-329D-3F4F-A10E-464CAC2076C7}"/>
              </a:ext>
            </a:extLst>
          </p:cNvPr>
          <p:cNvSpPr txBox="1"/>
          <p:nvPr/>
        </p:nvSpPr>
        <p:spPr>
          <a:xfrm>
            <a:off x="6581550" y="3008931"/>
            <a:ext cx="2362200" cy="584775"/>
          </a:xfrm>
          <a:prstGeom prst="rect">
            <a:avLst/>
          </a:prstGeom>
          <a:noFill/>
        </p:spPr>
        <p:txBody>
          <a:bodyPr wrap="square" rtlCol="0">
            <a:spAutoFit/>
          </a:bodyPr>
          <a:lstStyle/>
          <a:p>
            <a:pPr defTabSz="914400" fontAlgn="base">
              <a:spcBef>
                <a:spcPct val="0"/>
              </a:spcBef>
              <a:spcAft>
                <a:spcPct val="0"/>
              </a:spcAft>
            </a:pPr>
            <a:r>
              <a:rPr lang="en-US" sz="1600" dirty="0">
                <a:solidFill>
                  <a:srgbClr val="000000"/>
                </a:solidFill>
                <a:latin typeface="Arial" pitchFamily="34" charset="0"/>
              </a:rPr>
              <a:t>5. Receive data (plaintext)</a:t>
            </a:r>
          </a:p>
        </p:txBody>
      </p:sp>
      <p:sp>
        <p:nvSpPr>
          <p:cNvPr id="76" name="Rectangle 75">
            <a:extLst>
              <a:ext uri="{FF2B5EF4-FFF2-40B4-BE49-F238E27FC236}">
                <a16:creationId xmlns:a16="http://schemas.microsoft.com/office/drawing/2014/main" id="{5C315120-73C2-8641-A13A-70F5108E6B9D}"/>
              </a:ext>
            </a:extLst>
          </p:cNvPr>
          <p:cNvSpPr/>
          <p:nvPr/>
        </p:nvSpPr>
        <p:spPr>
          <a:xfrm>
            <a:off x="2085750" y="3880884"/>
            <a:ext cx="2057400" cy="1981200"/>
          </a:xfrm>
          <a:prstGeom prst="rect">
            <a:avLst/>
          </a:prstGeom>
          <a:noFill/>
          <a:ln w="9525" cap="flat" cmpd="sng" algn="ctr">
            <a:solidFill>
              <a:srgbClr val="0000FF"/>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77" name="TextBox 76">
            <a:extLst>
              <a:ext uri="{FF2B5EF4-FFF2-40B4-BE49-F238E27FC236}">
                <a16:creationId xmlns:a16="http://schemas.microsoft.com/office/drawing/2014/main" id="{F403B668-5CB5-BE4C-AA28-2343D33A582F}"/>
              </a:ext>
            </a:extLst>
          </p:cNvPr>
          <p:cNvSpPr txBox="1"/>
          <p:nvPr/>
        </p:nvSpPr>
        <p:spPr>
          <a:xfrm>
            <a:off x="2238151" y="5404884"/>
            <a:ext cx="2023311" cy="400110"/>
          </a:xfrm>
          <a:prstGeom prst="rect">
            <a:avLst/>
          </a:prstGeom>
          <a:noFill/>
        </p:spPr>
        <p:txBody>
          <a:bodyPr wrap="none" rtlCol="0">
            <a:spAutoFit/>
          </a:bodyPr>
          <a:lstStyle/>
          <a:p>
            <a:pPr defTabSz="914400" fontAlgn="base">
              <a:spcBef>
                <a:spcPct val="0"/>
              </a:spcBef>
              <a:spcAft>
                <a:spcPct val="0"/>
              </a:spcAft>
            </a:pPr>
            <a:r>
              <a:rPr lang="en-US" sz="2000" dirty="0">
                <a:solidFill>
                  <a:srgbClr val="000000"/>
                </a:solidFill>
                <a:latin typeface="Arial" pitchFamily="34" charset="0"/>
              </a:rPr>
              <a:t>OS and libraries</a:t>
            </a:r>
          </a:p>
        </p:txBody>
      </p:sp>
      <p:sp>
        <p:nvSpPr>
          <p:cNvPr id="78" name="TextBox 77">
            <a:extLst>
              <a:ext uri="{FF2B5EF4-FFF2-40B4-BE49-F238E27FC236}">
                <a16:creationId xmlns:a16="http://schemas.microsoft.com/office/drawing/2014/main" id="{B6EA87C7-04D1-AD46-985A-C30434F2B3E8}"/>
              </a:ext>
            </a:extLst>
          </p:cNvPr>
          <p:cNvSpPr txBox="1"/>
          <p:nvPr/>
        </p:nvSpPr>
        <p:spPr>
          <a:xfrm>
            <a:off x="8273439" y="5481084"/>
            <a:ext cx="2023311" cy="400110"/>
          </a:xfrm>
          <a:prstGeom prst="rect">
            <a:avLst/>
          </a:prstGeom>
          <a:noFill/>
        </p:spPr>
        <p:txBody>
          <a:bodyPr wrap="none" rtlCol="0">
            <a:spAutoFit/>
          </a:bodyPr>
          <a:lstStyle/>
          <a:p>
            <a:pPr defTabSz="914400" fontAlgn="base">
              <a:spcBef>
                <a:spcPct val="0"/>
              </a:spcBef>
              <a:spcAft>
                <a:spcPct val="0"/>
              </a:spcAft>
            </a:pPr>
            <a:r>
              <a:rPr lang="en-US" sz="2000" dirty="0">
                <a:solidFill>
                  <a:srgbClr val="000000"/>
                </a:solidFill>
                <a:latin typeface="Arial" pitchFamily="34" charset="0"/>
              </a:rPr>
              <a:t>OS and libraries</a:t>
            </a:r>
          </a:p>
        </p:txBody>
      </p:sp>
      <p:sp>
        <p:nvSpPr>
          <p:cNvPr id="79" name="Rectangle 78">
            <a:extLst>
              <a:ext uri="{FF2B5EF4-FFF2-40B4-BE49-F238E27FC236}">
                <a16:creationId xmlns:a16="http://schemas.microsoft.com/office/drawing/2014/main" id="{E78E7408-BE53-DD40-BA36-EFEF916256A9}"/>
              </a:ext>
            </a:extLst>
          </p:cNvPr>
          <p:cNvSpPr/>
          <p:nvPr/>
        </p:nvSpPr>
        <p:spPr>
          <a:xfrm>
            <a:off x="8143651" y="3880884"/>
            <a:ext cx="2057400" cy="1981200"/>
          </a:xfrm>
          <a:prstGeom prst="rect">
            <a:avLst/>
          </a:prstGeom>
          <a:noFill/>
          <a:ln w="9525" cap="flat" cmpd="sng" algn="ctr">
            <a:solidFill>
              <a:srgbClr val="0000FF"/>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0" name="Cloud 79">
            <a:extLst>
              <a:ext uri="{FF2B5EF4-FFF2-40B4-BE49-F238E27FC236}">
                <a16:creationId xmlns:a16="http://schemas.microsoft.com/office/drawing/2014/main" id="{E4D20324-F3C5-C648-9522-32733B783F6F}"/>
              </a:ext>
            </a:extLst>
          </p:cNvPr>
          <p:cNvSpPr/>
          <p:nvPr/>
        </p:nvSpPr>
        <p:spPr>
          <a:xfrm>
            <a:off x="4981350" y="4109484"/>
            <a:ext cx="1981200" cy="762000"/>
          </a:xfrm>
          <a:prstGeom prst="cloud">
            <a:avLst/>
          </a:prstGeom>
          <a:solidFill>
            <a:srgbClr val="FFFFFF"/>
          </a:solidFill>
          <a:ln w="38100" cap="flat" cmpd="sng" algn="ctr">
            <a:solidFill>
              <a:srgbClr val="00009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24B20C9F-BAE7-C047-84C0-E8C618F3E41A}"/>
              </a:ext>
            </a:extLst>
          </p:cNvPr>
          <p:cNvSpPr txBox="1"/>
          <p:nvPr/>
        </p:nvSpPr>
        <p:spPr>
          <a:xfrm>
            <a:off x="2085751" y="4795284"/>
            <a:ext cx="2057399" cy="646331"/>
          </a:xfrm>
          <a:prstGeom prst="rect">
            <a:avLst/>
          </a:prstGeom>
          <a:solidFill>
            <a:srgbClr val="FFFF00"/>
          </a:soli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800000"/>
                </a:solidFill>
                <a:effectLst/>
                <a:uLnTx/>
                <a:uFillTx/>
                <a:latin typeface="Arial"/>
                <a:ea typeface="+mn-ea"/>
                <a:cs typeface="+mn-cs"/>
              </a:rPr>
              <a:t>encryption &amp; MAC gen</a:t>
            </a:r>
          </a:p>
        </p:txBody>
      </p:sp>
      <p:sp>
        <p:nvSpPr>
          <p:cNvPr id="82" name="TextBox 81">
            <a:extLst>
              <a:ext uri="{FF2B5EF4-FFF2-40B4-BE49-F238E27FC236}">
                <a16:creationId xmlns:a16="http://schemas.microsoft.com/office/drawing/2014/main" id="{EABFBFD0-02AB-D54C-BD36-182B3F0C2E3F}"/>
              </a:ext>
            </a:extLst>
          </p:cNvPr>
          <p:cNvSpPr txBox="1"/>
          <p:nvPr/>
        </p:nvSpPr>
        <p:spPr>
          <a:xfrm>
            <a:off x="8143651" y="4779260"/>
            <a:ext cx="2057399" cy="646331"/>
          </a:xfrm>
          <a:prstGeom prst="rect">
            <a:avLst/>
          </a:prstGeom>
          <a:solidFill>
            <a:srgbClr val="FFFF00"/>
          </a:soli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defPPr>
              <a:defRPr lang="en-US"/>
            </a:defPPr>
            <a:lvl1pPr>
              <a:defRPr sz="1800">
                <a:solidFill>
                  <a:srgbClr val="800000"/>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800000"/>
                </a:solidFill>
                <a:effectLst/>
                <a:uLnTx/>
                <a:uFillTx/>
                <a:latin typeface="Arial"/>
                <a:ea typeface="+mn-ea"/>
                <a:cs typeface="+mn-cs"/>
              </a:rPr>
              <a:t>decryption &amp; MAC </a:t>
            </a:r>
            <a:r>
              <a:rPr kumimoji="0" lang="en-US" sz="1800" b="0" i="0" u="none" strike="noStrike" kern="0" cap="none" spc="0" normalizeH="0" baseline="0" noProof="0" dirty="0" err="1">
                <a:ln>
                  <a:noFill/>
                </a:ln>
                <a:solidFill>
                  <a:srgbClr val="800000"/>
                </a:solidFill>
                <a:effectLst/>
                <a:uLnTx/>
                <a:uFillTx/>
                <a:latin typeface="Arial"/>
                <a:ea typeface="+mn-ea"/>
                <a:cs typeface="+mn-cs"/>
              </a:rPr>
              <a:t>vfy</a:t>
            </a:r>
            <a:endParaRPr kumimoji="0" lang="en-US" sz="1800" b="0" i="0" u="none" strike="noStrike" kern="0" cap="none" spc="0" normalizeH="0" baseline="0" noProof="0" dirty="0">
              <a:ln>
                <a:noFill/>
              </a:ln>
              <a:solidFill>
                <a:srgbClr val="800000"/>
              </a:solidFill>
              <a:effectLst/>
              <a:uLnTx/>
              <a:uFillTx/>
              <a:latin typeface="Arial"/>
              <a:ea typeface="+mn-ea"/>
              <a:cs typeface="+mn-cs"/>
            </a:endParaRPr>
          </a:p>
        </p:txBody>
      </p:sp>
    </p:spTree>
    <p:extLst>
      <p:ext uri="{BB962C8B-B14F-4D97-AF65-F5344CB8AC3E}">
        <p14:creationId xmlns:p14="http://schemas.microsoft.com/office/powerpoint/2010/main" val="3305619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981200" y="4267200"/>
            <a:ext cx="1752600" cy="1752600"/>
          </a:xfrm>
          <a:prstGeom prst="rect">
            <a:avLst/>
          </a:prstGeom>
        </p:spPr>
      </p:pic>
      <p:sp>
        <p:nvSpPr>
          <p:cNvPr id="2" name="Title 1"/>
          <p:cNvSpPr>
            <a:spLocks noGrp="1"/>
          </p:cNvSpPr>
          <p:nvPr>
            <p:ph type="title" idx="4294967295"/>
          </p:nvPr>
        </p:nvSpPr>
        <p:spPr>
          <a:xfrm>
            <a:off x="978194" y="30163"/>
            <a:ext cx="9862843" cy="1325562"/>
          </a:xfrm>
        </p:spPr>
        <p:txBody>
          <a:bodyPr/>
          <a:lstStyle/>
          <a:p>
            <a:r>
              <a:rPr lang="en-US" dirty="0"/>
              <a:t>The Protocol of SSL/TLS handshake</a:t>
            </a:r>
          </a:p>
        </p:txBody>
      </p:sp>
      <p:pic>
        <p:nvPicPr>
          <p:cNvPr id="12" name="Picture 11"/>
          <p:cNvPicPr>
            <a:picLocks noChangeAspect="1"/>
          </p:cNvPicPr>
          <p:nvPr/>
        </p:nvPicPr>
        <p:blipFill>
          <a:blip r:embed="rId3"/>
          <a:stretch>
            <a:fillRect/>
          </a:stretch>
        </p:blipFill>
        <p:spPr>
          <a:xfrm>
            <a:off x="1981200" y="4267200"/>
            <a:ext cx="1752600" cy="1752600"/>
          </a:xfrm>
          <a:prstGeom prst="rect">
            <a:avLst/>
          </a:prstGeom>
        </p:spPr>
      </p:pic>
      <p:pic>
        <p:nvPicPr>
          <p:cNvPr id="13" name="Picture 12"/>
          <p:cNvPicPr>
            <a:picLocks noChangeAspect="1"/>
          </p:cNvPicPr>
          <p:nvPr/>
        </p:nvPicPr>
        <p:blipFill>
          <a:blip r:embed="rId2"/>
          <a:stretch>
            <a:fillRect/>
          </a:stretch>
        </p:blipFill>
        <p:spPr>
          <a:xfrm>
            <a:off x="9601200" y="2971800"/>
            <a:ext cx="838200" cy="838200"/>
          </a:xfrm>
          <a:prstGeom prst="rect">
            <a:avLst/>
          </a:prstGeom>
        </p:spPr>
      </p:pic>
      <p:pic>
        <p:nvPicPr>
          <p:cNvPr id="15" name="Picture 14"/>
          <p:cNvPicPr>
            <a:picLocks noChangeAspect="1"/>
          </p:cNvPicPr>
          <p:nvPr/>
        </p:nvPicPr>
        <p:blipFill>
          <a:blip r:embed="rId4"/>
          <a:stretch>
            <a:fillRect/>
          </a:stretch>
        </p:blipFill>
        <p:spPr>
          <a:xfrm>
            <a:off x="9601200" y="1981200"/>
            <a:ext cx="914400" cy="914400"/>
          </a:xfrm>
          <a:prstGeom prst="rect">
            <a:avLst/>
          </a:prstGeom>
        </p:spPr>
      </p:pic>
      <p:pic>
        <p:nvPicPr>
          <p:cNvPr id="17" name="Picture 16"/>
          <p:cNvPicPr>
            <a:picLocks noChangeAspect="1"/>
          </p:cNvPicPr>
          <p:nvPr/>
        </p:nvPicPr>
        <p:blipFill>
          <a:blip r:embed="rId5"/>
          <a:stretch>
            <a:fillRect/>
          </a:stretch>
        </p:blipFill>
        <p:spPr>
          <a:xfrm>
            <a:off x="1828800" y="1600200"/>
            <a:ext cx="1981200" cy="1981200"/>
          </a:xfrm>
          <a:prstGeom prst="rect">
            <a:avLst/>
          </a:prstGeom>
        </p:spPr>
      </p:pic>
      <p:pic>
        <p:nvPicPr>
          <p:cNvPr id="18" name="Picture 17"/>
          <p:cNvPicPr>
            <a:picLocks noChangeAspect="1"/>
          </p:cNvPicPr>
          <p:nvPr/>
        </p:nvPicPr>
        <p:blipFill>
          <a:blip r:embed="rId6"/>
          <a:stretch>
            <a:fillRect/>
          </a:stretch>
        </p:blipFill>
        <p:spPr>
          <a:xfrm>
            <a:off x="7162800" y="1447800"/>
            <a:ext cx="2209800" cy="2209800"/>
          </a:xfrm>
          <a:prstGeom prst="rect">
            <a:avLst/>
          </a:prstGeom>
        </p:spPr>
      </p:pic>
      <p:pic>
        <p:nvPicPr>
          <p:cNvPr id="14" name="Picture 13"/>
          <p:cNvPicPr>
            <a:picLocks noChangeAspect="1"/>
          </p:cNvPicPr>
          <p:nvPr/>
        </p:nvPicPr>
        <p:blipFill>
          <a:blip r:embed="rId3"/>
          <a:stretch>
            <a:fillRect/>
          </a:stretch>
        </p:blipFill>
        <p:spPr>
          <a:xfrm>
            <a:off x="7848600" y="4267200"/>
            <a:ext cx="1752600" cy="1752600"/>
          </a:xfrm>
          <a:prstGeom prst="rect">
            <a:avLst/>
          </a:prstGeom>
        </p:spPr>
      </p:pic>
      <p:pic>
        <p:nvPicPr>
          <p:cNvPr id="20" name="Picture 19"/>
          <p:cNvPicPr>
            <a:picLocks noChangeAspect="1"/>
          </p:cNvPicPr>
          <p:nvPr/>
        </p:nvPicPr>
        <p:blipFill>
          <a:blip r:embed="rId7"/>
          <a:stretch>
            <a:fillRect/>
          </a:stretch>
        </p:blipFill>
        <p:spPr>
          <a:xfrm>
            <a:off x="3886200" y="2438400"/>
            <a:ext cx="1143000" cy="1143000"/>
          </a:xfrm>
          <a:prstGeom prst="rect">
            <a:avLst/>
          </a:prstGeom>
        </p:spPr>
      </p:pic>
      <p:pic>
        <p:nvPicPr>
          <p:cNvPr id="21" name="Picture 20"/>
          <p:cNvPicPr>
            <a:picLocks noChangeAspect="1"/>
          </p:cNvPicPr>
          <p:nvPr/>
        </p:nvPicPr>
        <p:blipFill>
          <a:blip r:embed="rId7"/>
          <a:stretch>
            <a:fillRect/>
          </a:stretch>
        </p:blipFill>
        <p:spPr>
          <a:xfrm>
            <a:off x="9525000" y="4572000"/>
            <a:ext cx="1143000" cy="1143000"/>
          </a:xfrm>
          <a:prstGeom prst="rect">
            <a:avLst/>
          </a:prstGeom>
        </p:spPr>
      </p:pic>
      <p:pic>
        <p:nvPicPr>
          <p:cNvPr id="19" name="Picture 18">
            <a:extLst>
              <a:ext uri="{FF2B5EF4-FFF2-40B4-BE49-F238E27FC236}">
                <a16:creationId xmlns:a16="http://schemas.microsoft.com/office/drawing/2014/main" id="{D4883013-80E9-BD4D-B21A-9578ACEB80B8}"/>
              </a:ext>
            </a:extLst>
          </p:cNvPr>
          <p:cNvPicPr>
            <a:picLocks noChangeAspect="1"/>
          </p:cNvPicPr>
          <p:nvPr/>
        </p:nvPicPr>
        <p:blipFill>
          <a:blip r:embed="rId7"/>
          <a:stretch>
            <a:fillRect/>
          </a:stretch>
        </p:blipFill>
        <p:spPr>
          <a:xfrm>
            <a:off x="3886200" y="2430016"/>
            <a:ext cx="1143000" cy="1143000"/>
          </a:xfrm>
          <a:prstGeom prst="rect">
            <a:avLst/>
          </a:prstGeom>
        </p:spPr>
      </p:pic>
    </p:spTree>
    <p:extLst>
      <p:ext uri="{BB962C8B-B14F-4D97-AF65-F5344CB8AC3E}">
        <p14:creationId xmlns:p14="http://schemas.microsoft.com/office/powerpoint/2010/main" val="2656603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0.00023 L -0.11875 0.30532 " pathEditMode="relative" rAng="0" ptsTypes="AA">
                                      <p:cBhvr>
                                        <p:cTn id="6" dur="2000" fill="hold"/>
                                        <p:tgtEl>
                                          <p:spTgt spid="20"/>
                                        </p:tgtEl>
                                        <p:attrNameLst>
                                          <p:attrName>ppt_x</p:attrName>
                                          <p:attrName>ppt_y</p:attrName>
                                        </p:attrNameLst>
                                      </p:cBhvr>
                                      <p:rCtr x="-7187" y="16111"/>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0"/>
                                        </p:tgtEl>
                                        <p:attrNameLst>
                                          <p:attrName>style.visibility</p:attrName>
                                        </p:attrNameLst>
                                      </p:cBhvr>
                                      <p:to>
                                        <p:strVal val="hidden"/>
                                      </p:to>
                                    </p:set>
                                  </p:childTnLst>
                                </p:cTn>
                              </p:par>
                            </p:childTnLst>
                          </p:cTn>
                        </p:par>
                        <p:par>
                          <p:cTn id="13" fill="hold">
                            <p:stCondLst>
                              <p:cond delay="0"/>
                            </p:stCondLst>
                            <p:childTnLst>
                              <p:par>
                                <p:cTn id="14" presetID="1" presetClass="entr" presetSubtype="0" fill="hold" nodeType="afterEffect">
                                  <p:stCondLst>
                                    <p:cond delay="50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0.0125 -0.00579 L 0.55834 -0.01135 " pathEditMode="relative" rAng="0" ptsTypes="AA">
                                      <p:cBhvr>
                                        <p:cTn id="19" dur="1100" fill="hold"/>
                                        <p:tgtEl>
                                          <p:spTgt spid="16"/>
                                        </p:tgtEl>
                                        <p:attrNameLst>
                                          <p:attrName>ppt_x</p:attrName>
                                          <p:attrName>ppt_y</p:attrName>
                                        </p:attrNameLst>
                                      </p:cBhvr>
                                      <p:rCtr x="27292" y="-278"/>
                                    </p:animMotion>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5"/>
                                        </p:tgtEl>
                                      </p:cBhvr>
                                    </p:animEffect>
                                    <p:animScale>
                                      <p:cBhvr>
                                        <p:cTn id="24" dur="250" autoRev="1" fill="hold"/>
                                        <p:tgtEl>
                                          <p:spTgt spid="15"/>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dirty="0"/>
              <a:t>SSL/TLS Handshake </a:t>
            </a:r>
            <a:r>
              <a:rPr lang="en-US" altLang="zh-CN" dirty="0"/>
              <a:t>(TLS 1.2 or earlier versions)</a:t>
            </a:r>
            <a:endParaRPr lang="en-US" dirty="0"/>
          </a:p>
        </p:txBody>
      </p:sp>
      <p:sp>
        <p:nvSpPr>
          <p:cNvPr id="4" name="Text Placeholder 3">
            <a:extLst>
              <a:ext uri="{FF2B5EF4-FFF2-40B4-BE49-F238E27FC236}">
                <a16:creationId xmlns:a16="http://schemas.microsoft.com/office/drawing/2014/main" id="{935403D5-9A76-4744-961D-6BC1EFCBF825}"/>
              </a:ext>
            </a:extLst>
          </p:cNvPr>
          <p:cNvSpPr>
            <a:spLocks noGrp="1"/>
          </p:cNvSpPr>
          <p:nvPr>
            <p:ph type="body" idx="11"/>
          </p:nvPr>
        </p:nvSpPr>
        <p:spPr/>
        <p:txBody>
          <a:bodyPr/>
          <a:lstStyle/>
          <a:p>
            <a:endParaRPr lang="en-US"/>
          </a:p>
        </p:txBody>
      </p:sp>
      <p:sp>
        <p:nvSpPr>
          <p:cNvPr id="241667" name="Rectangle 3"/>
          <p:cNvSpPr>
            <a:spLocks noGrp="1" noChangeArrowheads="1"/>
          </p:cNvSpPr>
          <p:nvPr>
            <p:ph idx="1"/>
          </p:nvPr>
        </p:nvSpPr>
        <p:spPr/>
        <p:txBody>
          <a:bodyPr/>
          <a:lstStyle/>
          <a:p>
            <a:r>
              <a:rPr lang="en-US" dirty="0"/>
              <a:t>Server sends its public key certificate to the client. The cert contains Server’s public key (e.g. an RSA public key). </a:t>
            </a:r>
          </a:p>
          <a:p>
            <a:r>
              <a:rPr lang="en-US" dirty="0"/>
              <a:t>Client </a:t>
            </a:r>
          </a:p>
          <a:p>
            <a:pPr lvl="1"/>
            <a:r>
              <a:rPr lang="en-US" dirty="0"/>
              <a:t>generate a random secret key </a:t>
            </a:r>
            <a:r>
              <a:rPr lang="en-US" dirty="0">
                <a:solidFill>
                  <a:srgbClr val="C00000"/>
                </a:solidFill>
              </a:rPr>
              <a:t>k</a:t>
            </a:r>
            <a:r>
              <a:rPr lang="en-US" dirty="0"/>
              <a:t> (e.g. an AES key)</a:t>
            </a:r>
          </a:p>
          <a:p>
            <a:pPr lvl="1"/>
            <a:r>
              <a:rPr lang="en-US" dirty="0"/>
              <a:t>encrypt </a:t>
            </a:r>
            <a:r>
              <a:rPr lang="en-US" dirty="0" err="1">
                <a:solidFill>
                  <a:srgbClr val="C00000"/>
                </a:solidFill>
              </a:rPr>
              <a:t>k</a:t>
            </a:r>
            <a:r>
              <a:rPr lang="en-US" dirty="0"/>
              <a:t> with Server's public key</a:t>
            </a:r>
          </a:p>
          <a:p>
            <a:pPr lvl="1"/>
            <a:r>
              <a:rPr lang="en-US" dirty="0"/>
              <a:t>send the </a:t>
            </a:r>
            <a:r>
              <a:rPr lang="en-US" dirty="0" err="1"/>
              <a:t>ciphertext</a:t>
            </a:r>
            <a:r>
              <a:rPr lang="en-US" dirty="0"/>
              <a:t> to Server.</a:t>
            </a:r>
          </a:p>
          <a:p>
            <a:r>
              <a:rPr lang="en-US" dirty="0"/>
              <a:t>Server decrypts the ciphertext to get </a:t>
            </a:r>
            <a:r>
              <a:rPr lang="en-US" dirty="0">
                <a:solidFill>
                  <a:srgbClr val="C00000"/>
                </a:solidFill>
              </a:rPr>
              <a:t>k</a:t>
            </a:r>
          </a:p>
          <a:p>
            <a:r>
              <a:rPr lang="en-US" dirty="0"/>
              <a:t>Hereafter, Server and Client use </a:t>
            </a:r>
            <a:r>
              <a:rPr lang="en-US" dirty="0" err="1">
                <a:solidFill>
                  <a:srgbClr val="C00000"/>
                </a:solidFill>
              </a:rPr>
              <a:t>k</a:t>
            </a:r>
            <a:r>
              <a:rPr lang="en-US" dirty="0"/>
              <a:t> to protect their communications. </a:t>
            </a:r>
          </a:p>
          <a:p>
            <a:pPr lvl="1"/>
            <a:r>
              <a:rPr lang="en-US" dirty="0">
                <a:solidFill>
                  <a:srgbClr val="0000FF"/>
                </a:solidFill>
              </a:rPr>
              <a:t>encrypt messages using </a:t>
            </a:r>
            <a:r>
              <a:rPr lang="en-US" dirty="0" err="1">
                <a:solidFill>
                  <a:srgbClr val="C00000"/>
                </a:solidFill>
              </a:rPr>
              <a:t>k</a:t>
            </a:r>
            <a:r>
              <a:rPr lang="en-US" dirty="0">
                <a:solidFill>
                  <a:srgbClr val="0000FF"/>
                </a:solidFill>
              </a:rPr>
              <a:t> for confidentiality.</a:t>
            </a:r>
          </a:p>
          <a:p>
            <a:pPr lvl="1"/>
            <a:r>
              <a:rPr lang="en-US" dirty="0">
                <a:solidFill>
                  <a:srgbClr val="0000FF"/>
                </a:solidFill>
              </a:rPr>
              <a:t>use HMAC with </a:t>
            </a:r>
            <a:r>
              <a:rPr lang="en-US" dirty="0">
                <a:solidFill>
                  <a:srgbClr val="C00000"/>
                </a:solidFill>
              </a:rPr>
              <a:t>k</a:t>
            </a:r>
            <a:r>
              <a:rPr lang="en-US" dirty="0">
                <a:solidFill>
                  <a:srgbClr val="0000FF"/>
                </a:solidFill>
              </a:rPr>
              <a:t> to protect integrity</a:t>
            </a:r>
          </a:p>
        </p:txBody>
      </p:sp>
    </p:spTree>
    <p:extLst>
      <p:ext uri="{BB962C8B-B14F-4D97-AF65-F5344CB8AC3E}">
        <p14:creationId xmlns:p14="http://schemas.microsoft.com/office/powerpoint/2010/main" val="2017209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2" name="Rectangle 4"/>
          <p:cNvSpPr>
            <a:spLocks noGrp="1" noChangeArrowheads="1"/>
          </p:cNvSpPr>
          <p:nvPr>
            <p:ph type="title" idx="4294967295"/>
          </p:nvPr>
        </p:nvSpPr>
        <p:spPr>
          <a:xfrm>
            <a:off x="850604" y="400556"/>
            <a:ext cx="9990433" cy="584775"/>
          </a:xfrm>
        </p:spPr>
        <p:txBody>
          <a:bodyPr/>
          <a:lstStyle/>
          <a:p>
            <a:r>
              <a:rPr lang="en-US" sz="3200" dirty="0"/>
              <a:t>SSL/TLS</a:t>
            </a:r>
            <a:r>
              <a:rPr lang="en-US" altLang="zh-CN" sz="3200" dirty="0"/>
              <a:t> Handshake (TLS 1.2 or earlier versions)</a:t>
            </a:r>
            <a:endParaRPr lang="en-US" sz="3200" dirty="0"/>
          </a:p>
        </p:txBody>
      </p:sp>
      <p:grpSp>
        <p:nvGrpSpPr>
          <p:cNvPr id="5" name="Group 4">
            <a:extLst>
              <a:ext uri="{FF2B5EF4-FFF2-40B4-BE49-F238E27FC236}">
                <a16:creationId xmlns:a16="http://schemas.microsoft.com/office/drawing/2014/main" id="{53923634-68B2-1E43-9F7E-BF3AE844F694}"/>
              </a:ext>
            </a:extLst>
          </p:cNvPr>
          <p:cNvGrpSpPr/>
          <p:nvPr/>
        </p:nvGrpSpPr>
        <p:grpSpPr>
          <a:xfrm>
            <a:off x="3030279" y="1582479"/>
            <a:ext cx="6629400" cy="4399846"/>
            <a:chOff x="2743200" y="2209800"/>
            <a:chExt cx="6629400" cy="4399846"/>
          </a:xfrm>
        </p:grpSpPr>
        <p:sp>
          <p:nvSpPr>
            <p:cNvPr id="70" name="Oval 2">
              <a:extLst>
                <a:ext uri="{FF2B5EF4-FFF2-40B4-BE49-F238E27FC236}">
                  <a16:creationId xmlns:a16="http://schemas.microsoft.com/office/drawing/2014/main" id="{2A63B273-D946-F34E-943F-D44E0C87D0E6}"/>
                </a:ext>
              </a:extLst>
            </p:cNvPr>
            <p:cNvSpPr>
              <a:spLocks noChangeArrowheads="1"/>
            </p:cNvSpPr>
            <p:nvPr/>
          </p:nvSpPr>
          <p:spPr bwMode="auto">
            <a:xfrm>
              <a:off x="8229600" y="2514600"/>
              <a:ext cx="1066800" cy="2362200"/>
            </a:xfrm>
            <a:prstGeom prst="ellipse">
              <a:avLst/>
            </a:prstGeom>
            <a:solidFill>
              <a:srgbClr val="BBE0E3"/>
            </a:solid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1" name="Oval 3">
              <a:extLst>
                <a:ext uri="{FF2B5EF4-FFF2-40B4-BE49-F238E27FC236}">
                  <a16:creationId xmlns:a16="http://schemas.microsoft.com/office/drawing/2014/main" id="{2E732315-7177-8849-A512-789D0066BFD2}"/>
                </a:ext>
              </a:extLst>
            </p:cNvPr>
            <p:cNvSpPr>
              <a:spLocks noChangeArrowheads="1"/>
            </p:cNvSpPr>
            <p:nvPr/>
          </p:nvSpPr>
          <p:spPr bwMode="auto">
            <a:xfrm>
              <a:off x="2743200" y="2514600"/>
              <a:ext cx="1066800" cy="2362200"/>
            </a:xfrm>
            <a:prstGeom prst="ellipse">
              <a:avLst/>
            </a:prstGeom>
            <a:solidFill>
              <a:srgbClr val="BBE0E3"/>
            </a:solid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2" name="Text Box 6">
              <a:extLst>
                <a:ext uri="{FF2B5EF4-FFF2-40B4-BE49-F238E27FC236}">
                  <a16:creationId xmlns:a16="http://schemas.microsoft.com/office/drawing/2014/main" id="{4E93539E-4170-6A49-B7CE-E23693764DF5}"/>
                </a:ext>
              </a:extLst>
            </p:cNvPr>
            <p:cNvSpPr txBox="1">
              <a:spLocks noChangeArrowheads="1"/>
            </p:cNvSpPr>
            <p:nvPr/>
          </p:nvSpPr>
          <p:spPr bwMode="auto">
            <a:xfrm>
              <a:off x="2819400" y="3276601"/>
              <a:ext cx="1524000" cy="646331"/>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dirty="0">
                  <a:solidFill>
                    <a:srgbClr val="000000"/>
                  </a:solidFill>
                  <a:latin typeface="Arial" pitchFamily="34" charset="0"/>
                </a:rPr>
                <a:t>Web  </a:t>
              </a:r>
              <a:br>
                <a:rPr lang="en-US" dirty="0">
                  <a:solidFill>
                    <a:srgbClr val="000000"/>
                  </a:solidFill>
                  <a:latin typeface="Arial" pitchFamily="34" charset="0"/>
                </a:rPr>
              </a:br>
              <a:r>
                <a:rPr lang="en-US" dirty="0">
                  <a:solidFill>
                    <a:srgbClr val="000000"/>
                  </a:solidFill>
                  <a:latin typeface="Arial" pitchFamily="34" charset="0"/>
                </a:rPr>
                <a:t>client</a:t>
              </a:r>
            </a:p>
          </p:txBody>
        </p:sp>
        <p:sp>
          <p:nvSpPr>
            <p:cNvPr id="73" name="Text Box 7">
              <a:extLst>
                <a:ext uri="{FF2B5EF4-FFF2-40B4-BE49-F238E27FC236}">
                  <a16:creationId xmlns:a16="http://schemas.microsoft.com/office/drawing/2014/main" id="{D22E45FF-8ADB-4747-93DF-D175B50DFA93}"/>
                </a:ext>
              </a:extLst>
            </p:cNvPr>
            <p:cNvSpPr txBox="1">
              <a:spLocks noChangeArrowheads="1"/>
            </p:cNvSpPr>
            <p:nvPr/>
          </p:nvSpPr>
          <p:spPr bwMode="auto">
            <a:xfrm>
              <a:off x="8305800" y="3276601"/>
              <a:ext cx="1066800" cy="646331"/>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a:solidFill>
                    <a:srgbClr val="000000"/>
                  </a:solidFill>
                  <a:latin typeface="Arial" pitchFamily="34" charset="0"/>
                </a:rPr>
                <a:t>Web  server</a:t>
              </a:r>
            </a:p>
          </p:txBody>
        </p:sp>
        <p:grpSp>
          <p:nvGrpSpPr>
            <p:cNvPr id="74" name="Group 73">
              <a:extLst>
                <a:ext uri="{FF2B5EF4-FFF2-40B4-BE49-F238E27FC236}">
                  <a16:creationId xmlns:a16="http://schemas.microsoft.com/office/drawing/2014/main" id="{0C9312F1-AC7E-9C4C-9236-B50EDCB041FA}"/>
                </a:ext>
              </a:extLst>
            </p:cNvPr>
            <p:cNvGrpSpPr/>
            <p:nvPr/>
          </p:nvGrpSpPr>
          <p:grpSpPr>
            <a:xfrm>
              <a:off x="4191000" y="2209800"/>
              <a:ext cx="3581400" cy="457200"/>
              <a:chOff x="2667000" y="2209800"/>
              <a:chExt cx="3581400" cy="457200"/>
            </a:xfrm>
          </p:grpSpPr>
          <p:sp>
            <p:nvSpPr>
              <p:cNvPr id="75" name="Line 8">
                <a:extLst>
                  <a:ext uri="{FF2B5EF4-FFF2-40B4-BE49-F238E27FC236}">
                    <a16:creationId xmlns:a16="http://schemas.microsoft.com/office/drawing/2014/main" id="{7A52293E-D1C3-8D46-8AB3-7BD7D50DB219}"/>
                  </a:ext>
                </a:extLst>
              </p:cNvPr>
              <p:cNvSpPr>
                <a:spLocks noChangeShapeType="1"/>
              </p:cNvSpPr>
              <p:nvPr/>
            </p:nvSpPr>
            <p:spPr bwMode="auto">
              <a:xfrm>
                <a:off x="2667000" y="2667000"/>
                <a:ext cx="3581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6" name="Text Box 9">
                <a:extLst>
                  <a:ext uri="{FF2B5EF4-FFF2-40B4-BE49-F238E27FC236}">
                    <a16:creationId xmlns:a16="http://schemas.microsoft.com/office/drawing/2014/main" id="{2D861CD4-8F6D-C04D-8561-504CF4F82882}"/>
                  </a:ext>
                </a:extLst>
              </p:cNvPr>
              <p:cNvSpPr txBox="1">
                <a:spLocks noChangeArrowheads="1"/>
              </p:cNvSpPr>
              <p:nvPr/>
            </p:nvSpPr>
            <p:spPr bwMode="auto">
              <a:xfrm>
                <a:off x="3276600" y="2209800"/>
                <a:ext cx="2667000" cy="396875"/>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pitchFamily="34" charset="0"/>
                  </a:rPr>
                  <a:t>1.SSL Request</a:t>
                </a:r>
              </a:p>
            </p:txBody>
          </p:sp>
        </p:grpSp>
        <p:grpSp>
          <p:nvGrpSpPr>
            <p:cNvPr id="77" name="Group 76">
              <a:extLst>
                <a:ext uri="{FF2B5EF4-FFF2-40B4-BE49-F238E27FC236}">
                  <a16:creationId xmlns:a16="http://schemas.microsoft.com/office/drawing/2014/main" id="{36E383FC-F2FA-5848-8B7B-B8AA7F0697B8}"/>
                </a:ext>
              </a:extLst>
            </p:cNvPr>
            <p:cNvGrpSpPr/>
            <p:nvPr/>
          </p:nvGrpSpPr>
          <p:grpSpPr>
            <a:xfrm>
              <a:off x="4191000" y="2895601"/>
              <a:ext cx="3581400" cy="701675"/>
              <a:chOff x="2667000" y="2895600"/>
              <a:chExt cx="3581400" cy="701675"/>
            </a:xfrm>
          </p:grpSpPr>
          <p:sp>
            <p:nvSpPr>
              <p:cNvPr id="78" name="Line 10">
                <a:extLst>
                  <a:ext uri="{FF2B5EF4-FFF2-40B4-BE49-F238E27FC236}">
                    <a16:creationId xmlns:a16="http://schemas.microsoft.com/office/drawing/2014/main" id="{A597FB90-72CE-394A-90D3-BB7ACEE3FB86}"/>
                  </a:ext>
                </a:extLst>
              </p:cNvPr>
              <p:cNvSpPr>
                <a:spLocks noChangeShapeType="1"/>
              </p:cNvSpPr>
              <p:nvPr/>
            </p:nvSpPr>
            <p:spPr bwMode="auto">
              <a:xfrm flipH="1">
                <a:off x="2667000" y="3276600"/>
                <a:ext cx="3581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9" name="Text Box 11">
                <a:extLst>
                  <a:ext uri="{FF2B5EF4-FFF2-40B4-BE49-F238E27FC236}">
                    <a16:creationId xmlns:a16="http://schemas.microsoft.com/office/drawing/2014/main" id="{6CDF774E-C513-6E44-9B95-69E5243BA0A0}"/>
                  </a:ext>
                </a:extLst>
              </p:cNvPr>
              <p:cNvSpPr txBox="1">
                <a:spLocks noChangeArrowheads="1"/>
              </p:cNvSpPr>
              <p:nvPr/>
            </p:nvSpPr>
            <p:spPr bwMode="auto">
              <a:xfrm>
                <a:off x="3200400" y="2895600"/>
                <a:ext cx="2667000" cy="701675"/>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333399"/>
                    </a:solidFill>
                    <a:effectLst/>
                    <a:uLnTx/>
                    <a:uFillTx/>
                    <a:latin typeface="Arial" pitchFamily="34" charset="0"/>
                  </a:rPr>
                  <a:t>2.Server public key</a:t>
                </a:r>
                <a:r>
                  <a:rPr kumimoji="0" lang="en-US" altLang="zh-CN" sz="2000" b="0" i="0" u="none" strike="noStrike" kern="0" cap="none" spc="0" normalizeH="0" baseline="0" noProof="0" dirty="0">
                    <a:ln>
                      <a:noFill/>
                    </a:ln>
                    <a:solidFill>
                      <a:srgbClr val="333399"/>
                    </a:solidFill>
                    <a:effectLst/>
                    <a:uLnTx/>
                    <a:uFillTx/>
                    <a:latin typeface="Arial" pitchFamily="34" charset="0"/>
                    <a:ea typeface="宋体" charset="-122"/>
                  </a:rPr>
                  <a:t> certificate</a:t>
                </a:r>
                <a:endParaRPr kumimoji="0" lang="en-US" sz="2000" b="0" i="0" u="none" strike="noStrike" kern="0" cap="none" spc="0" normalizeH="0" baseline="0" noProof="0" dirty="0">
                  <a:ln>
                    <a:noFill/>
                  </a:ln>
                  <a:solidFill>
                    <a:srgbClr val="333399"/>
                  </a:solidFill>
                  <a:effectLst/>
                  <a:uLnTx/>
                  <a:uFillTx/>
                  <a:latin typeface="Arial" pitchFamily="34" charset="0"/>
                </a:endParaRPr>
              </a:p>
            </p:txBody>
          </p:sp>
        </p:grpSp>
        <p:grpSp>
          <p:nvGrpSpPr>
            <p:cNvPr id="80" name="Group 79">
              <a:extLst>
                <a:ext uri="{FF2B5EF4-FFF2-40B4-BE49-F238E27FC236}">
                  <a16:creationId xmlns:a16="http://schemas.microsoft.com/office/drawing/2014/main" id="{1D80DE22-32ED-B344-889D-E7F5CCE9B042}"/>
                </a:ext>
              </a:extLst>
            </p:cNvPr>
            <p:cNvGrpSpPr/>
            <p:nvPr/>
          </p:nvGrpSpPr>
          <p:grpSpPr>
            <a:xfrm>
              <a:off x="4191000" y="3641725"/>
              <a:ext cx="3733800" cy="707886"/>
              <a:chOff x="2667000" y="3641725"/>
              <a:chExt cx="3733800" cy="707886"/>
            </a:xfrm>
          </p:grpSpPr>
          <p:sp>
            <p:nvSpPr>
              <p:cNvPr id="81" name="Line 12">
                <a:extLst>
                  <a:ext uri="{FF2B5EF4-FFF2-40B4-BE49-F238E27FC236}">
                    <a16:creationId xmlns:a16="http://schemas.microsoft.com/office/drawing/2014/main" id="{75F09303-7E90-C546-BA19-8D7B47EB578F}"/>
                  </a:ext>
                </a:extLst>
              </p:cNvPr>
              <p:cNvSpPr>
                <a:spLocks noChangeShapeType="1"/>
              </p:cNvSpPr>
              <p:nvPr/>
            </p:nvSpPr>
            <p:spPr bwMode="auto">
              <a:xfrm>
                <a:off x="2667000" y="4038600"/>
                <a:ext cx="36576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82" name="Text Box 13">
                <a:extLst>
                  <a:ext uri="{FF2B5EF4-FFF2-40B4-BE49-F238E27FC236}">
                    <a16:creationId xmlns:a16="http://schemas.microsoft.com/office/drawing/2014/main" id="{312346ED-4582-4641-A02F-0AC8EE733100}"/>
                  </a:ext>
                </a:extLst>
              </p:cNvPr>
              <p:cNvSpPr txBox="1">
                <a:spLocks noChangeArrowheads="1"/>
              </p:cNvSpPr>
              <p:nvPr/>
            </p:nvSpPr>
            <p:spPr bwMode="auto">
              <a:xfrm>
                <a:off x="2819400" y="3641725"/>
                <a:ext cx="3581400" cy="707886"/>
              </a:xfrm>
              <a:prstGeom prst="rect">
                <a:avLst/>
              </a:prstGeom>
              <a:noFill/>
              <a:ln w="9525">
                <a:noFill/>
                <a:miter lim="800000"/>
                <a:headEnd/>
                <a:tailEnd/>
              </a:ln>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339966"/>
                    </a:solidFill>
                    <a:effectLst/>
                    <a:uLnTx/>
                    <a:uFillTx/>
                    <a:latin typeface="Arial" pitchFamily="34" charset="0"/>
                  </a:rPr>
                  <a:t>3. A secret key is encrypted using Server’s public key</a:t>
                </a:r>
              </a:p>
            </p:txBody>
          </p:sp>
        </p:grpSp>
        <p:sp>
          <p:nvSpPr>
            <p:cNvPr id="83" name="Left-Right Arrow 20">
              <a:extLst>
                <a:ext uri="{FF2B5EF4-FFF2-40B4-BE49-F238E27FC236}">
                  <a16:creationId xmlns:a16="http://schemas.microsoft.com/office/drawing/2014/main" id="{C559F682-C494-BC42-B29F-7C944DA57344}"/>
                </a:ext>
              </a:extLst>
            </p:cNvPr>
            <p:cNvSpPr/>
            <p:nvPr/>
          </p:nvSpPr>
          <p:spPr>
            <a:xfrm>
              <a:off x="3810000" y="4648200"/>
              <a:ext cx="4648200" cy="1447800"/>
            </a:xfrm>
            <a:prstGeom prst="leftRightArrow">
              <a:avLst>
                <a:gd name="adj1" fmla="val 50000"/>
                <a:gd name="adj2" fmla="val 32979"/>
              </a:avLst>
            </a:prstGeom>
            <a:solidFill>
              <a:srgbClr val="00206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rial"/>
                  <a:ea typeface="+mn-ea"/>
                  <a:cs typeface="+mn-cs"/>
                </a:rPr>
                <a:t>secure communication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rial"/>
                  <a:ea typeface="+mn-ea"/>
                  <a:cs typeface="+mn-cs"/>
                </a:rPr>
                <a:t>(encryption and HMAC)</a:t>
              </a:r>
            </a:p>
          </p:txBody>
        </p:sp>
        <p:sp>
          <p:nvSpPr>
            <p:cNvPr id="84" name="TextBox 83">
              <a:extLst>
                <a:ext uri="{FF2B5EF4-FFF2-40B4-BE49-F238E27FC236}">
                  <a16:creationId xmlns:a16="http://schemas.microsoft.com/office/drawing/2014/main" id="{C3C04723-F2F1-C749-AFFB-2BE9B55486BE}"/>
                </a:ext>
              </a:extLst>
            </p:cNvPr>
            <p:cNvSpPr txBox="1"/>
            <p:nvPr/>
          </p:nvSpPr>
          <p:spPr>
            <a:xfrm>
              <a:off x="4191392" y="6240314"/>
              <a:ext cx="3927101"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pitchFamily="34" charset="0"/>
                </a:rPr>
                <a:t>Step 1~3 are called SSL handshake.</a:t>
              </a:r>
            </a:p>
          </p:txBody>
        </p:sp>
      </p:grpSp>
      <p:sp>
        <p:nvSpPr>
          <p:cNvPr id="2" name="TextBox 1">
            <a:extLst>
              <a:ext uri="{FF2B5EF4-FFF2-40B4-BE49-F238E27FC236}">
                <a16:creationId xmlns:a16="http://schemas.microsoft.com/office/drawing/2014/main" id="{18413788-1EDE-ED06-D80E-6E45096C95BF}"/>
              </a:ext>
            </a:extLst>
          </p:cNvPr>
          <p:cNvSpPr txBox="1"/>
          <p:nvPr/>
        </p:nvSpPr>
        <p:spPr>
          <a:xfrm>
            <a:off x="479376" y="4744779"/>
            <a:ext cx="2868983" cy="1200329"/>
          </a:xfrm>
          <a:prstGeom prst="rect">
            <a:avLst/>
          </a:prstGeom>
          <a:noFill/>
          <a:ln w="25400">
            <a:noFill/>
          </a:ln>
        </p:spPr>
        <p:txBody>
          <a:bodyPr wrap="square" rtlCol="0">
            <a:spAutoFit/>
          </a:bodyPr>
          <a:lstStyle/>
          <a:p>
            <a:pPr algn="l"/>
            <a:r>
              <a:rPr lang="en-US" dirty="0">
                <a:highlight>
                  <a:srgbClr val="FFFF00"/>
                </a:highlight>
              </a:rPr>
              <a:t>FYI: A key confirmation is also performed after step 3 to ensure both sides have the same AES key</a:t>
            </a:r>
          </a:p>
        </p:txBody>
      </p:sp>
    </p:spTree>
    <p:extLst>
      <p:ext uri="{BB962C8B-B14F-4D97-AF65-F5344CB8AC3E}">
        <p14:creationId xmlns:p14="http://schemas.microsoft.com/office/powerpoint/2010/main" val="3121957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 Encryption</a:t>
            </a:r>
          </a:p>
        </p:txBody>
      </p:sp>
      <p:sp>
        <p:nvSpPr>
          <p:cNvPr id="7" name="Text Placeholder 6">
            <a:extLst>
              <a:ext uri="{FF2B5EF4-FFF2-40B4-BE49-F238E27FC236}">
                <a16:creationId xmlns:a16="http://schemas.microsoft.com/office/drawing/2014/main" id="{272AC2AB-450C-034F-80A9-5A00F5E5DAD9}"/>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B98B372D-A8D1-A64B-8F7A-0A5EBFFF3F2A}"/>
              </a:ext>
            </a:extLst>
          </p:cNvPr>
          <p:cNvSpPr>
            <a:spLocks noGrp="1"/>
          </p:cNvSpPr>
          <p:nvPr>
            <p:ph idx="1"/>
          </p:nvPr>
        </p:nvSpPr>
        <p:spPr/>
        <p:txBody>
          <a:bodyPr>
            <a:normAutofit/>
          </a:bodyPr>
          <a:lstStyle/>
          <a:p>
            <a:r>
              <a:rPr lang="en-US" dirty="0"/>
              <a:t>An SSL session is between two applications, not shared with any third one.</a:t>
            </a:r>
          </a:p>
          <a:p>
            <a:r>
              <a:rPr lang="en-US" dirty="0"/>
              <a:t>The security assurance of SSL hinges on the correct server certificate verification.</a:t>
            </a:r>
          </a:p>
          <a:p>
            <a:pPr lvl="1"/>
            <a:r>
              <a:rPr lang="en-US" dirty="0"/>
              <a:t>Using a wrong certificate leads to a connection to an impersonator. </a:t>
            </a:r>
          </a:p>
        </p:txBody>
      </p:sp>
    </p:spTree>
    <p:extLst>
      <p:ext uri="{BB962C8B-B14F-4D97-AF65-F5344CB8AC3E}">
        <p14:creationId xmlns:p14="http://schemas.microsoft.com/office/powerpoint/2010/main" val="52280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12" name="Text Placeholder 11">
            <a:extLst>
              <a:ext uri="{FF2B5EF4-FFF2-40B4-BE49-F238E27FC236}">
                <a16:creationId xmlns:a16="http://schemas.microsoft.com/office/drawing/2014/main" id="{85B39E8B-6843-EA42-8519-5DAEC2D5B4DC}"/>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a:xfrm>
            <a:off x="513349" y="1268243"/>
            <a:ext cx="10840451" cy="1768871"/>
          </a:xfrm>
        </p:spPr>
        <p:txBody>
          <a:bodyPr/>
          <a:lstStyle/>
          <a:p>
            <a:r>
              <a:rPr lang="en-US" dirty="0"/>
              <a:t>Company ABC sets up its </a:t>
            </a:r>
            <a:r>
              <a:rPr lang="en-US" dirty="0" err="1"/>
              <a:t>WiFi</a:t>
            </a:r>
            <a:r>
              <a:rPr lang="en-US" dirty="0"/>
              <a:t> network with SSID “WLAN_ABC” for its more than </a:t>
            </a:r>
            <a:r>
              <a:rPr lang="en-US" dirty="0">
                <a:solidFill>
                  <a:srgbClr val="C00000"/>
                </a:solidFill>
              </a:rPr>
              <a:t>5000</a:t>
            </a:r>
            <a:r>
              <a:rPr lang="en-US" dirty="0"/>
              <a:t> internal users. To prevent external users from accessing WLAN_ABC, a user must submit his/her username and password to the wireless access point for the sake of authentication. </a:t>
            </a:r>
          </a:p>
        </p:txBody>
      </p:sp>
      <p:sp>
        <p:nvSpPr>
          <p:cNvPr id="6" name="TextBox 5"/>
          <p:cNvSpPr txBox="1"/>
          <p:nvPr/>
        </p:nvSpPr>
        <p:spPr>
          <a:xfrm>
            <a:off x="1199456" y="4022696"/>
            <a:ext cx="9577064" cy="830997"/>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US" sz="2400" dirty="0">
                <a:latin typeface="+mn-lt"/>
              </a:rPr>
              <a:t>Q1: How would you advise Company </a:t>
            </a:r>
            <a:r>
              <a:rPr lang="en-US" sz="2400" dirty="0"/>
              <a:t>ABC</a:t>
            </a:r>
            <a:r>
              <a:rPr lang="en-US" sz="2400" dirty="0">
                <a:latin typeface="+mn-lt"/>
              </a:rPr>
              <a:t> to prevent its users’ passwords from being stolen by eavesdroppers during Wi-Fi logins?</a:t>
            </a:r>
          </a:p>
        </p:txBody>
      </p:sp>
      <p:sp>
        <p:nvSpPr>
          <p:cNvPr id="7" name="TextBox 6"/>
          <p:cNvSpPr txBox="1"/>
          <p:nvPr/>
        </p:nvSpPr>
        <p:spPr>
          <a:xfrm>
            <a:off x="1163632" y="5241737"/>
            <a:ext cx="9577063" cy="830997"/>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r>
              <a:rPr lang="en-US" sz="2400" dirty="0">
                <a:latin typeface="+mn-lt"/>
              </a:rPr>
              <a:t>Q2: </a:t>
            </a:r>
            <a:r>
              <a:rPr lang="en-US" sz="2400" dirty="0"/>
              <a:t>Can </a:t>
            </a:r>
            <a:r>
              <a:rPr lang="en-US" sz="2400" dirty="0">
                <a:latin typeface="+mn-lt"/>
              </a:rPr>
              <a:t>Company </a:t>
            </a:r>
            <a:r>
              <a:rPr lang="en-US" sz="2400" dirty="0"/>
              <a:t>ABC</a:t>
            </a:r>
            <a:r>
              <a:rPr lang="en-US" sz="2400" dirty="0">
                <a:latin typeface="+mn-lt"/>
              </a:rPr>
              <a:t> use a self-signed (root CA) certificate for its Wi-Fi access points? </a:t>
            </a:r>
          </a:p>
        </p:txBody>
      </p:sp>
      <p:sp>
        <p:nvSpPr>
          <p:cNvPr id="4" name="TextBox 3">
            <a:extLst>
              <a:ext uri="{FF2B5EF4-FFF2-40B4-BE49-F238E27FC236}">
                <a16:creationId xmlns:a16="http://schemas.microsoft.com/office/drawing/2014/main" id="{029CC2B0-456E-724A-BC34-393C7C50E554}"/>
              </a:ext>
            </a:extLst>
          </p:cNvPr>
          <p:cNvSpPr txBox="1"/>
          <p:nvPr/>
        </p:nvSpPr>
        <p:spPr>
          <a:xfrm>
            <a:off x="7282543" y="3037114"/>
            <a:ext cx="4245428" cy="73866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To answer this kind of question, state the technique/method to use and explain how this technique works. Be clear and concise.</a:t>
            </a:r>
          </a:p>
        </p:txBody>
      </p:sp>
    </p:spTree>
    <p:extLst>
      <p:ext uri="{BB962C8B-B14F-4D97-AF65-F5344CB8AC3E}">
        <p14:creationId xmlns:p14="http://schemas.microsoft.com/office/powerpoint/2010/main" val="3315067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17212"/>
            <a:ext cx="11074400" cy="584775"/>
          </a:xfrm>
        </p:spPr>
        <p:txBody>
          <a:bodyPr/>
          <a:lstStyle/>
          <a:p>
            <a:r>
              <a:rPr lang="en-US" sz="3200"/>
              <a:t>Case Study: </a:t>
            </a:r>
            <a:r>
              <a:rPr lang="en-US" sz="3200" dirty="0"/>
              <a:t>Hacking On </a:t>
            </a:r>
            <a:r>
              <a:rPr lang="en-US" sz="3200" dirty="0" err="1"/>
              <a:t>DigiNotar</a:t>
            </a:r>
            <a:endParaRPr lang="en-US" sz="3200" dirty="0"/>
          </a:p>
        </p:txBody>
      </p:sp>
      <p:sp>
        <p:nvSpPr>
          <p:cNvPr id="3" name="Content Placeholder 2"/>
          <p:cNvSpPr>
            <a:spLocks noGrp="1"/>
          </p:cNvSpPr>
          <p:nvPr>
            <p:ph idx="1"/>
          </p:nvPr>
        </p:nvSpPr>
        <p:spPr>
          <a:xfrm>
            <a:off x="623392" y="1340768"/>
            <a:ext cx="10959008" cy="2948499"/>
          </a:xfrm>
        </p:spPr>
        <p:txBody>
          <a:bodyPr/>
          <a:lstStyle/>
          <a:p>
            <a:r>
              <a:rPr lang="en-US" dirty="0"/>
              <a:t>Read the article </a:t>
            </a:r>
            <a:r>
              <a:rPr lang="en-US" dirty="0" err="1"/>
              <a:t>diginotar-hacking.pdf</a:t>
            </a:r>
            <a:endParaRPr lang="en-US" dirty="0"/>
          </a:p>
          <a:p>
            <a:r>
              <a:rPr lang="en-US" dirty="0"/>
              <a:t>What is a certificate?</a:t>
            </a:r>
          </a:p>
          <a:p>
            <a:r>
              <a:rPr lang="en-US" dirty="0"/>
              <a:t>What is the business of </a:t>
            </a:r>
            <a:r>
              <a:rPr lang="en-US" dirty="0" err="1"/>
              <a:t>DigiNotar</a:t>
            </a:r>
            <a:endParaRPr lang="en-US" dirty="0"/>
          </a:p>
          <a:p>
            <a:r>
              <a:rPr lang="en-US" dirty="0"/>
              <a:t>What did the attacker do after hacking </a:t>
            </a:r>
            <a:r>
              <a:rPr lang="en-US" dirty="0" err="1"/>
              <a:t>DigiNotar</a:t>
            </a:r>
            <a:r>
              <a:rPr lang="en-US" dirty="0"/>
              <a:t>?</a:t>
            </a:r>
          </a:p>
          <a:p>
            <a:r>
              <a:rPr lang="en-US" dirty="0"/>
              <a:t>What is the consequence to the general public?</a:t>
            </a:r>
          </a:p>
        </p:txBody>
      </p:sp>
      <p:sp>
        <p:nvSpPr>
          <p:cNvPr id="5" name="Slide Number Placeholder 4"/>
          <p:cNvSpPr>
            <a:spLocks noGrp="1"/>
          </p:cNvSpPr>
          <p:nvPr>
            <p:ph type="sldNum" sz="quarter" idx="12"/>
          </p:nvPr>
        </p:nvSpPr>
        <p:spPr/>
        <p:txBody>
          <a:bodyPr/>
          <a:lstStyle/>
          <a:p>
            <a:pPr>
              <a:defRPr/>
            </a:pPr>
            <a:fld id="{33869BCE-D170-4E8E-8001-31554DBA6AA7}" type="slidenum">
              <a:rPr lang="en-US" smtClean="0"/>
              <a:pPr>
                <a:defRPr/>
              </a:pPr>
              <a:t>34</a:t>
            </a:fld>
            <a:endParaRPr lang="en-US"/>
          </a:p>
        </p:txBody>
      </p:sp>
    </p:spTree>
    <p:extLst>
      <p:ext uri="{BB962C8B-B14F-4D97-AF65-F5344CB8AC3E}">
        <p14:creationId xmlns:p14="http://schemas.microsoft.com/office/powerpoint/2010/main" val="2787740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EFE4-787F-164E-A33F-A31CE80A4105}"/>
              </a:ext>
            </a:extLst>
          </p:cNvPr>
          <p:cNvSpPr>
            <a:spLocks noGrp="1"/>
          </p:cNvSpPr>
          <p:nvPr>
            <p:ph type="title"/>
          </p:nvPr>
        </p:nvSpPr>
        <p:spPr/>
        <p:txBody>
          <a:bodyPr/>
          <a:lstStyle/>
          <a:p>
            <a:r>
              <a:rPr lang="en-US" dirty="0"/>
              <a:t>Take Away</a:t>
            </a:r>
          </a:p>
        </p:txBody>
      </p:sp>
      <p:sp>
        <p:nvSpPr>
          <p:cNvPr id="3" name="Text Placeholder 2">
            <a:extLst>
              <a:ext uri="{FF2B5EF4-FFF2-40B4-BE49-F238E27FC236}">
                <a16:creationId xmlns:a16="http://schemas.microsoft.com/office/drawing/2014/main" id="{3E136529-1848-9A4C-93B9-246F9F0B5758}"/>
              </a:ext>
            </a:extLst>
          </p:cNvPr>
          <p:cNvSpPr>
            <a:spLocks noGrp="1"/>
          </p:cNvSpPr>
          <p:nvPr>
            <p:ph type="body" idx="11"/>
          </p:nvPr>
        </p:nvSpPr>
        <p:spPr/>
        <p:txBody>
          <a:bodyPr/>
          <a:lstStyle/>
          <a:p>
            <a:endParaRPr lang="en-US"/>
          </a:p>
        </p:txBody>
      </p:sp>
      <p:sp>
        <p:nvSpPr>
          <p:cNvPr id="4" name="Content Placeholder 3">
            <a:extLst>
              <a:ext uri="{FF2B5EF4-FFF2-40B4-BE49-F238E27FC236}">
                <a16:creationId xmlns:a16="http://schemas.microsoft.com/office/drawing/2014/main" id="{77735ADE-8294-2B41-A73D-86DEAAB449D0}"/>
              </a:ext>
            </a:extLst>
          </p:cNvPr>
          <p:cNvSpPr>
            <a:spLocks noGrp="1"/>
          </p:cNvSpPr>
          <p:nvPr>
            <p:ph idx="1"/>
          </p:nvPr>
        </p:nvSpPr>
        <p:spPr/>
        <p:txBody>
          <a:bodyPr>
            <a:normAutofit/>
          </a:bodyPr>
          <a:lstStyle/>
          <a:p>
            <a:r>
              <a:rPr lang="en-US" dirty="0"/>
              <a:t>Digital certificate proves the ownership of the public key</a:t>
            </a:r>
          </a:p>
          <a:p>
            <a:r>
              <a:rPr lang="en-US" dirty="0"/>
              <a:t>Certificates are issued by Certificate Authority (CA), usually a “trusted” third party organization</a:t>
            </a:r>
          </a:p>
          <a:p>
            <a:r>
              <a:rPr lang="en-US" dirty="0"/>
              <a:t>It contains information about public key, the identity of its owner (called subject), information about the CA (called issuer), and CA’s digital signature over the certificate’s content </a:t>
            </a:r>
          </a:p>
          <a:p>
            <a:r>
              <a:rPr lang="en-US" dirty="0"/>
              <a:t>If the CA’s signature is valid, the public key contained in the certificate can be used for secure communication with the subject</a:t>
            </a:r>
          </a:p>
          <a:p>
            <a:r>
              <a:rPr lang="en-US" dirty="0"/>
              <a:t>Root CA is the trusted origin</a:t>
            </a:r>
          </a:p>
          <a:p>
            <a:r>
              <a:rPr lang="en-US" dirty="0"/>
              <a:t>Security originates from trust</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F6381E3-9961-D87E-21AE-2AE3085F32E0}"/>
                  </a:ext>
                </a:extLst>
              </p14:cNvPr>
              <p14:cNvContentPartPr/>
              <p14:nvPr/>
            </p14:nvContentPartPr>
            <p14:xfrm>
              <a:off x="7924103" y="4188103"/>
              <a:ext cx="257040" cy="362160"/>
            </p14:xfrm>
          </p:contentPart>
        </mc:Choice>
        <mc:Fallback xmlns="">
          <p:pic>
            <p:nvPicPr>
              <p:cNvPr id="5" name="Ink 4">
                <a:extLst>
                  <a:ext uri="{FF2B5EF4-FFF2-40B4-BE49-F238E27FC236}">
                    <a16:creationId xmlns:a16="http://schemas.microsoft.com/office/drawing/2014/main" id="{1F6381E3-9961-D87E-21AE-2AE3085F32E0}"/>
                  </a:ext>
                </a:extLst>
              </p:cNvPr>
              <p:cNvPicPr/>
              <p:nvPr/>
            </p:nvPicPr>
            <p:blipFill>
              <a:blip r:embed="rId3"/>
              <a:stretch>
                <a:fillRect/>
              </a:stretch>
            </p:blipFill>
            <p:spPr>
              <a:xfrm>
                <a:off x="7913663" y="4177663"/>
                <a:ext cx="278280" cy="383400"/>
              </a:xfrm>
              <a:prstGeom prst="rect">
                <a:avLst/>
              </a:prstGeom>
            </p:spPr>
          </p:pic>
        </mc:Fallback>
      </mc:AlternateContent>
    </p:spTree>
    <p:extLst>
      <p:ext uri="{BB962C8B-B14F-4D97-AF65-F5344CB8AC3E}">
        <p14:creationId xmlns:p14="http://schemas.microsoft.com/office/powerpoint/2010/main" val="315139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mu">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381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ln w="25400">
          <a:noFill/>
        </a:ln>
      </a:spPr>
      <a:bodyPr wrap="none" rtlCol="0">
        <a:spAutoFit/>
      </a:bodyPr>
      <a:lstStyle>
        <a:defPPr algn="l">
          <a:defRPr dirty="0" smtClean="0"/>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S441-w2-network copy" id="{DD2517E9-6DA0-DF4A-9F63-0561FF56FAB7}" vid="{6D0ABBBB-0BC5-0A4E-B281-E3BD763E009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0DFBAF34-BEBB-43F5-9B75-0526BF000D7E}">
  <ds:schemaRefs>
    <ds:schemaRef ds:uri="http://schemas.microsoft.com/office/2006/metadata/contentType"/>
    <ds:schemaRef ds:uri="http://schemas.microsoft.com/office/2006/metadata/properties/metaAttributes"/>
    <ds:schemaRef ds:uri="http://www.w3.org/2000/xmlns/"/>
    <ds:schemaRef ds:uri="http://www.w3.org/2001/XMLSchema"/>
    <ds:schemaRef ds:uri="1b6a39ee-1380-4096-9882-8248104ba7f7"/>
    <ds:schemaRef ds:uri="4604cec2-e769-4190-9d56-5d48f74b6442"/>
  </ds:schemaRefs>
</ds:datastoreItem>
</file>

<file path=customXml/itemProps2.xml><?xml version="1.0" encoding="utf-8"?>
<ds:datastoreItem xmlns:ds="http://schemas.openxmlformats.org/officeDocument/2006/customXml" ds:itemID="{ED2B20BA-AC19-4232-BA8F-62628CE06E6C}">
  <ds:schemaRefs>
    <ds:schemaRef ds:uri="http://schemas.microsoft.com/sharepoint/v3/contenttype/forms"/>
  </ds:schemaRefs>
</ds:datastoreItem>
</file>

<file path=customXml/itemProps3.xml><?xml version="1.0" encoding="utf-8"?>
<ds:datastoreItem xmlns:ds="http://schemas.openxmlformats.org/officeDocument/2006/customXml" ds:itemID="{212228CC-5143-4DD3-B3FD-F252F0A246D0}">
  <ds:schemaRefs>
    <ds:schemaRef ds:uri="http://schemas.microsoft.com/office/2006/metadata/properties"/>
    <ds:schemaRef ds:uri="http://www.w3.org/2000/xmlns/"/>
    <ds:schemaRef ds:uri="1b6a39ee-1380-4096-9882-8248104ba7f7"/>
    <ds:schemaRef ds:uri="http://www.w3.org/2001/XMLSchema-instance"/>
    <ds:schemaRef ds:uri="4604cec2-e769-4190-9d56-5d48f74b6442"/>
    <ds:schemaRef ds:uri="http://schemas.microsoft.com/office/infopath/2007/PartnerControls"/>
  </ds:schemaRefs>
</ds:datastoreItem>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emplate>smu</Template>
  <TotalTime>532</TotalTime>
  <Words>2637</Words>
  <Application>Microsoft Office PowerPoint</Application>
  <PresentationFormat>Widescreen</PresentationFormat>
  <Paragraphs>363</Paragraphs>
  <Slides>35</Slides>
  <Notes>10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smu</vt:lpstr>
      <vt:lpstr>CS440 Foundation of Cybersecurity</vt:lpstr>
      <vt:lpstr>Recap of Week 4</vt:lpstr>
      <vt:lpstr>Outline</vt:lpstr>
      <vt:lpstr>Consider Hybrid Encryption</vt:lpstr>
      <vt:lpstr>The Challenge</vt:lpstr>
      <vt:lpstr>Consider Digital Signing</vt:lpstr>
      <vt:lpstr>The Challenge</vt:lpstr>
      <vt:lpstr>Public key certificate and PKI</vt:lpstr>
      <vt:lpstr>Example: SMU’s Certificate</vt:lpstr>
      <vt:lpstr>Public key certificate contents</vt:lpstr>
      <vt:lpstr>Outline</vt:lpstr>
      <vt:lpstr>Certification Request</vt:lpstr>
      <vt:lpstr>Certification Request Generation Algorithm</vt:lpstr>
      <vt:lpstr>Outline</vt:lpstr>
      <vt:lpstr>Certificate Issuance</vt:lpstr>
      <vt:lpstr>Outline</vt:lpstr>
      <vt:lpstr>Certificate Verification</vt:lpstr>
      <vt:lpstr>Certification chain</vt:lpstr>
      <vt:lpstr>Certification Chain</vt:lpstr>
      <vt:lpstr>Use of Certificate in Internet</vt:lpstr>
      <vt:lpstr>Trust Or Not Trust?</vt:lpstr>
      <vt:lpstr>Outline</vt:lpstr>
      <vt:lpstr>Certificate Revocation</vt:lpstr>
      <vt:lpstr>Certificate Revocation List (CRL) </vt:lpstr>
      <vt:lpstr>Certificate Verification with CRL</vt:lpstr>
      <vt:lpstr>Use of Certificate in Internet</vt:lpstr>
      <vt:lpstr>Overview of SSL/TLS</vt:lpstr>
      <vt:lpstr>The Workflow</vt:lpstr>
      <vt:lpstr>The Protocol of SSL/TLS handshake</vt:lpstr>
      <vt:lpstr>SSL/TLS Handshake (TLS 1.2 or earlier versions)</vt:lpstr>
      <vt:lpstr>SSL/TLS Handshake (TLS 1.2 or earlier versions)</vt:lpstr>
      <vt:lpstr>SSL Encryption</vt:lpstr>
      <vt:lpstr>Question</vt:lpstr>
      <vt:lpstr>Case Study: Hacking On DigiNotar</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CS440 Foundation of Cybersecurity</dc:title>
  <dc:creator>DING Xuhua</dc:creator>
  <cp:lastModifiedBy>Nicholas</cp:lastModifiedBy>
  <cp:revision>132</cp:revision>
  <cp:lastPrinted>2021-01-18T09:21:06Z</cp:lastPrinted>
  <dcterms:created xsi:type="dcterms:W3CDTF">2021-01-27T08:20:01Z</dcterms:created>
  <dcterms:modified xsi:type="dcterms:W3CDTF">2025-09-23T00:36:28Z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2023-09-07T02:31:07Z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2772430a-bbc2-48b3-8d8b-78f5f51414a0</vt:lpwstr>
  </property>
  <property fmtid="{D5CDD505-2E9C-101B-9397-08002B2CF9AE}" pid="9" name="MSIP_Label_6951d41b-6b8e-4636-984f-012bff14ba18_ContentBits">
    <vt:lpwstr>1</vt:lpwstr>
  </property>
  <property fmtid="{D5CDD505-2E9C-101B-9397-08002B2CF9AE}" pid="10" name="ClassificationContentMarkingHeaderLocations">
    <vt:lpwstr>smu:5</vt:lpwstr>
  </property>
  <property fmtid="{D5CDD505-2E9C-101B-9397-08002B2CF9AE}" pid="11" name="ClassificationContentMarkingHeaderText">
    <vt:lpwstr>SMU Classification: Restricted</vt:lpwstr>
  </property>
</Properties>
</file>