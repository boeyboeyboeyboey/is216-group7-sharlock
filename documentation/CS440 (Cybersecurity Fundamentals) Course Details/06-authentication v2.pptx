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notesSlides/notesSlide1.xml" ContentType="application/vnd.openxmlformats-officedocument.presentationml.notesSlide+xml"/>
  <Override PartName="/ppt/ink/ink59.xml" ContentType="application/inkml+xml"/>
  <Override PartName="/ppt/ink/ink60.xml" ContentType="application/inkml+xml"/>
  <Override PartName="/ppt/ink/ink61.xml" ContentType="application/inkml+xml"/>
  <Override PartName="/ppt/ink/ink62.xml" ContentType="application/inkml+xml"/>
  <Override PartName="/ppt/notesSlides/notesSlide2.xml" ContentType="application/vnd.openxmlformats-officedocument.presentationml.notesSlide+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notesSlides/notesSlide3.xml" ContentType="application/vnd.openxmlformats-officedocument.presentationml.notesSlide+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notesSlides/notesSlide4.xml" ContentType="application/vnd.openxmlformats-officedocument.presentationml.notesSlide+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notesSlides/notesSlide5.xml" ContentType="application/vnd.openxmlformats-officedocument.presentationml.notesSlide+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notesSlides/notesSlide6.xml" ContentType="application/vnd.openxmlformats-officedocument.presentationml.notesSlide+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notesSlides/notesSlide7.xml" ContentType="application/vnd.openxmlformats-officedocument.presentationml.notesSlide+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0.xml" ContentType="application/inkml+xml"/>
  <Override PartName="/ppt/ink/ink481.xml" ContentType="application/inkml+xml"/>
  <Override PartName="/ppt/ink/ink482.xml" ContentType="application/inkml+xml"/>
  <Override PartName="/ppt/ink/ink483.xml" ContentType="application/inkml+xml"/>
  <Override PartName="/ppt/ink/ink484.xml" ContentType="application/inkml+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00.xml" ContentType="application/inkml+xml"/>
  <Override PartName="/ppt/ink/ink501.xml" ContentType="application/inkml+xml"/>
  <Override PartName="/ppt/ink/ink502.xml" ContentType="application/inkml+xml"/>
  <Override PartName="/ppt/ink/ink503.xml" ContentType="application/inkml+xml"/>
  <Override PartName="/ppt/ink/ink504.xml" ContentType="application/inkml+xml"/>
  <Override PartName="/ppt/ink/ink505.xml" ContentType="application/inkml+xml"/>
  <Override PartName="/ppt/ink/ink506.xml" ContentType="application/inkml+xml"/>
  <Override PartName="/ppt/ink/ink507.xml" ContentType="application/inkml+xml"/>
  <Override PartName="/ppt/ink/ink508.xml" ContentType="application/inkml+xml"/>
  <Override PartName="/ppt/ink/ink509.xml" ContentType="application/inkml+xml"/>
  <Override PartName="/ppt/ink/ink510.xml" ContentType="application/inkml+xml"/>
  <Override PartName="/ppt/ink/ink511.xml" ContentType="application/inkml+xml"/>
  <Override PartName="/ppt/ink/ink512.xml" ContentType="application/inkml+xml"/>
  <Override PartName="/ppt/ink/ink513.xml" ContentType="application/inkml+xml"/>
  <Override PartName="/ppt/ink/ink514.xml" ContentType="application/inkml+xml"/>
  <Override PartName="/ppt/ink/ink515.xml" ContentType="application/inkml+xml"/>
  <Override PartName="/ppt/ink/ink516.xml" ContentType="application/inkml+xml"/>
  <Override PartName="/ppt/ink/ink517.xml" ContentType="application/inkml+xml"/>
  <Override PartName="/ppt/ink/ink518.xml" ContentType="application/inkml+xml"/>
  <Override PartName="/ppt/ink/ink519.xml" ContentType="application/inkml+xml"/>
  <Override PartName="/ppt/ink/ink520.xml" ContentType="application/inkml+xml"/>
  <Override PartName="/ppt/ink/ink521.xml" ContentType="application/inkml+xml"/>
  <Override PartName="/ppt/ink/ink522.xml" ContentType="application/inkml+xml"/>
  <Override PartName="/ppt/ink/ink523.xml" ContentType="application/inkml+xml"/>
  <Override PartName="/ppt/ink/ink524.xml" ContentType="application/inkml+xml"/>
  <Override PartName="/ppt/ink/ink525.xml" ContentType="application/inkml+xml"/>
  <Override PartName="/ppt/ink/ink526.xml" ContentType="application/inkml+xml"/>
  <Override PartName="/ppt/ink/ink527.xml" ContentType="application/inkml+xml"/>
  <Override PartName="/ppt/ink/ink528.xml" ContentType="application/inkml+xml"/>
  <Override PartName="/ppt/ink/ink529.xml" ContentType="application/inkml+xml"/>
  <Override PartName="/ppt/ink/ink530.xml" ContentType="application/inkml+xml"/>
  <Override PartName="/ppt/ink/ink531.xml" ContentType="application/inkml+xml"/>
  <Override PartName="/ppt/ink/ink532.xml" ContentType="application/inkml+xml"/>
  <Override PartName="/ppt/ink/ink533.xml" ContentType="application/inkml+xml"/>
  <Override PartName="/ppt/ink/ink534.xml" ContentType="application/inkml+xml"/>
  <Override PartName="/ppt/ink/ink535.xml" ContentType="application/inkml+xml"/>
  <Override PartName="/ppt/ink/ink536.xml" ContentType="application/inkml+xml"/>
  <Override PartName="/ppt/ink/ink537.xml" ContentType="application/inkml+xml"/>
  <Override PartName="/ppt/ink/ink538.xml" ContentType="application/inkml+xml"/>
  <Override PartName="/ppt/ink/ink539.xml" ContentType="application/inkml+xml"/>
  <Override PartName="/ppt/ink/ink540.xml" ContentType="application/inkml+xml"/>
  <Override PartName="/ppt/ink/ink541.xml" ContentType="application/inkml+xml"/>
  <Override PartName="/ppt/ink/ink542.xml" ContentType="application/inkml+xml"/>
  <Override PartName="/ppt/ink/ink543.xml" ContentType="application/inkml+xml"/>
  <Override PartName="/ppt/ink/ink544.xml" ContentType="application/inkml+xml"/>
  <Override PartName="/ppt/ink/ink545.xml" ContentType="application/inkml+xml"/>
  <Override PartName="/ppt/ink/ink546.xml" ContentType="application/inkml+xml"/>
  <Override PartName="/ppt/ink/ink547.xml" ContentType="application/inkml+xml"/>
  <Override PartName="/ppt/ink/ink548.xml" ContentType="application/inkml+xml"/>
  <Override PartName="/ppt/ink/ink549.xml" ContentType="application/inkml+xml"/>
  <Override PartName="/ppt/ink/ink550.xml" ContentType="application/inkml+xml"/>
  <Override PartName="/ppt/ink/ink551.xml" ContentType="application/inkml+xml"/>
  <Override PartName="/ppt/ink/ink552.xml" ContentType="application/inkml+xml"/>
  <Override PartName="/ppt/ink/ink553.xml" ContentType="application/inkml+xml"/>
  <Override PartName="/ppt/ink/ink554.xml" ContentType="application/inkml+xml"/>
  <Override PartName="/ppt/ink/ink555.xml" ContentType="application/inkml+xml"/>
  <Override PartName="/ppt/ink/ink556.xml" ContentType="application/inkml+xml"/>
  <Override PartName="/ppt/ink/ink557.xml" ContentType="application/inkml+xml"/>
  <Override PartName="/ppt/ink/ink558.xml" ContentType="application/inkml+xml"/>
  <Override PartName="/ppt/ink/ink559.xml" ContentType="application/inkml+xml"/>
  <Override PartName="/ppt/ink/ink560.xml" ContentType="application/inkml+xml"/>
  <Override PartName="/ppt/ink/ink561.xml" ContentType="application/inkml+xml"/>
  <Override PartName="/ppt/ink/ink562.xml" ContentType="application/inkml+xml"/>
  <Override PartName="/ppt/ink/ink563.xml" ContentType="application/inkml+xml"/>
  <Override PartName="/ppt/ink/ink564.xml" ContentType="application/inkml+xml"/>
  <Override PartName="/ppt/ink/ink565.xml" ContentType="application/inkml+xml"/>
  <Override PartName="/ppt/notesSlides/notesSlide8.xml" ContentType="application/vnd.openxmlformats-officedocument.presentationml.notesSlide+xml"/>
  <Override PartName="/ppt/ink/ink566.xml" ContentType="application/inkml+xml"/>
  <Override PartName="/ppt/ink/ink567.xml" ContentType="application/inkml+xml"/>
  <Override PartName="/ppt/ink/ink568.xml" ContentType="application/inkml+xml"/>
  <Override PartName="/ppt/ink/ink569.xml" ContentType="application/inkml+xml"/>
  <Override PartName="/ppt/ink/ink570.xml" ContentType="application/inkml+xml"/>
  <Override PartName="/ppt/ink/ink571.xml" ContentType="application/inkml+xml"/>
  <Override PartName="/ppt/ink/ink572.xml" ContentType="application/inkml+xml"/>
  <Override PartName="/ppt/ink/ink573.xml" ContentType="application/inkml+xml"/>
  <Override PartName="/ppt/ink/ink574.xml" ContentType="application/inkml+xml"/>
  <Override PartName="/ppt/ink/ink575.xml" ContentType="application/inkml+xml"/>
  <Override PartName="/ppt/ink/ink576.xml" ContentType="application/inkml+xml"/>
  <Override PartName="/ppt/ink/ink577.xml" ContentType="application/inkml+xml"/>
  <Override PartName="/ppt/ink/ink578.xml" ContentType="application/inkml+xml"/>
  <Override PartName="/ppt/ink/ink579.xml" ContentType="application/inkml+xml"/>
  <Override PartName="/ppt/ink/ink580.xml" ContentType="application/inkml+xml"/>
  <Override PartName="/ppt/ink/ink581.xml" ContentType="application/inkml+xml"/>
  <Override PartName="/ppt/ink/ink582.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92" r:id="rId4"/>
    <p:sldMasterId id="2147483826" r:id="rId5"/>
  </p:sldMasterIdLst>
  <p:notesMasterIdLst>
    <p:notesMasterId r:id="rId44"/>
  </p:notesMasterIdLst>
  <p:handoutMasterIdLst>
    <p:handoutMasterId r:id="rId45"/>
  </p:handoutMasterIdLst>
  <p:sldIdLst>
    <p:sldId id="455" r:id="rId6"/>
    <p:sldId id="415" r:id="rId7"/>
    <p:sldId id="414" r:id="rId8"/>
    <p:sldId id="456" r:id="rId9"/>
    <p:sldId id="282" r:id="rId10"/>
    <p:sldId id="711" r:id="rId11"/>
    <p:sldId id="392" r:id="rId12"/>
    <p:sldId id="391" r:id="rId13"/>
    <p:sldId id="457" r:id="rId14"/>
    <p:sldId id="346" r:id="rId15"/>
    <p:sldId id="420" r:id="rId16"/>
    <p:sldId id="706" r:id="rId17"/>
    <p:sldId id="708" r:id="rId18"/>
    <p:sldId id="707" r:id="rId19"/>
    <p:sldId id="399" r:id="rId20"/>
    <p:sldId id="712" r:id="rId21"/>
    <p:sldId id="357" r:id="rId22"/>
    <p:sldId id="394" r:id="rId23"/>
    <p:sldId id="413" r:id="rId24"/>
    <p:sldId id="396" r:id="rId25"/>
    <p:sldId id="398" r:id="rId26"/>
    <p:sldId id="419" r:id="rId27"/>
    <p:sldId id="458" r:id="rId28"/>
    <p:sldId id="406" r:id="rId29"/>
    <p:sldId id="407" r:id="rId30"/>
    <p:sldId id="409" r:id="rId31"/>
    <p:sldId id="713" r:id="rId32"/>
    <p:sldId id="410" r:id="rId33"/>
    <p:sldId id="411" r:id="rId34"/>
    <p:sldId id="709" r:id="rId35"/>
    <p:sldId id="611" r:id="rId36"/>
    <p:sldId id="666" r:id="rId37"/>
    <p:sldId id="606" r:id="rId38"/>
    <p:sldId id="614" r:id="rId39"/>
    <p:sldId id="616" r:id="rId40"/>
    <p:sldId id="617" r:id="rId41"/>
    <p:sldId id="621" r:id="rId42"/>
    <p:sldId id="710"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8080"/>
    <a:srgbClr val="1A47B6"/>
    <a:srgbClr val="FFCC00"/>
    <a:srgbClr val="FFE285"/>
    <a:srgbClr val="FFFFFF"/>
    <a:srgbClr val="F1185C"/>
    <a:srgbClr val="F7F7F7"/>
    <a:srgbClr val="FBFBFB"/>
    <a:srgbClr val="102B72"/>
    <a:srgbClr val="DBA70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869" autoAdjust="0"/>
    <p:restoredTop sz="91751" autoAdjust="0"/>
  </p:normalViewPr>
  <p:slideViewPr>
    <p:cSldViewPr snapToGrid="0" snapToObjects="1">
      <p:cViewPr varScale="1">
        <p:scale>
          <a:sx n="142" d="100"/>
          <a:sy n="142" d="100"/>
        </p:scale>
        <p:origin x="1464" y="192"/>
      </p:cViewPr>
      <p:guideLst>
        <p:guide orient="horz" pos="2160"/>
        <p:guide pos="3840"/>
      </p:guideLst>
    </p:cSldViewPr>
  </p:slideViewPr>
  <p:notesTextViewPr>
    <p:cViewPr>
      <p:scale>
        <a:sx n="1" d="1"/>
        <a:sy n="1" d="1"/>
      </p:scale>
      <p:origin x="0" y="0"/>
    </p:cViewPr>
  </p:notesTextViewPr>
  <p:sorterViewPr>
    <p:cViewPr>
      <p:scale>
        <a:sx n="200" d="100"/>
        <a:sy n="200" d="100"/>
      </p:scale>
      <p:origin x="0" y="0"/>
    </p:cViewPr>
  </p:sorterViewPr>
  <p:notesViewPr>
    <p:cSldViewPr snapToGrid="0" snapToObjects="1" showGuides="1">
      <p:cViewPr varScale="1">
        <p:scale>
          <a:sx n="65" d="100"/>
          <a:sy n="65" d="100"/>
        </p:scale>
        <p:origin x="3154"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theme" Target="theme/theme1.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presProps" Target="presProps.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customXml" Target="../customXml/item1.xml"/><Relationship Id="rId6"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NG Guomin" userId="dccf0981-1625-43db-a7d9-40d73e3f3472" providerId="ADAL" clId="{FEC00686-EBE3-4968-91C8-699347C2FED5}"/>
    <pc:docChg chg="undo custSel addSld delSld modSld modMainMaster">
      <pc:chgData name="YANG Guomin" userId="dccf0981-1625-43db-a7d9-40d73e3f3472" providerId="ADAL" clId="{FEC00686-EBE3-4968-91C8-699347C2FED5}" dt="2025-09-18T09:15:24.241" v="520" actId="20577"/>
      <pc:docMkLst>
        <pc:docMk/>
      </pc:docMkLst>
      <pc:sldChg chg="modSp">
        <pc:chgData name="YANG Guomin" userId="dccf0981-1625-43db-a7d9-40d73e3f3472" providerId="ADAL" clId="{FEC00686-EBE3-4968-91C8-699347C2FED5}" dt="2025-09-15T03:41:33.501" v="89"/>
        <pc:sldMkLst>
          <pc:docMk/>
          <pc:sldMk cId="3495030394" sldId="282"/>
        </pc:sldMkLst>
        <pc:spChg chg="mod">
          <ac:chgData name="YANG Guomin" userId="dccf0981-1625-43db-a7d9-40d73e3f3472" providerId="ADAL" clId="{FEC00686-EBE3-4968-91C8-699347C2FED5}" dt="2025-09-15T03:41:33.501" v="89"/>
          <ac:spMkLst>
            <pc:docMk/>
            <pc:sldMk cId="3495030394" sldId="282"/>
            <ac:spMk id="11" creationId="{C9238E5E-C5DF-F74A-8BD5-F18020A09EA9}"/>
          </ac:spMkLst>
        </pc:spChg>
        <pc:spChg chg="mod">
          <ac:chgData name="YANG Guomin" userId="dccf0981-1625-43db-a7d9-40d73e3f3472" providerId="ADAL" clId="{FEC00686-EBE3-4968-91C8-699347C2FED5}" dt="2025-09-15T03:41:33.501" v="89"/>
          <ac:spMkLst>
            <pc:docMk/>
            <pc:sldMk cId="3495030394" sldId="282"/>
            <ac:spMk id="14" creationId="{93EBB305-8386-4547-A2F9-29607A460D1D}"/>
          </ac:spMkLst>
        </pc:spChg>
        <pc:spChg chg="mod">
          <ac:chgData name="YANG Guomin" userId="dccf0981-1625-43db-a7d9-40d73e3f3472" providerId="ADAL" clId="{FEC00686-EBE3-4968-91C8-699347C2FED5}" dt="2025-09-15T03:41:33.501" v="89"/>
          <ac:spMkLst>
            <pc:docMk/>
            <pc:sldMk cId="3495030394" sldId="282"/>
            <ac:spMk id="49154" creationId="{00000000-0000-0000-0000-000000000000}"/>
          </ac:spMkLst>
        </pc:spChg>
      </pc:sldChg>
      <pc:sldChg chg="modSp mod">
        <pc:chgData name="YANG Guomin" userId="dccf0981-1625-43db-a7d9-40d73e3f3472" providerId="ADAL" clId="{FEC00686-EBE3-4968-91C8-699347C2FED5}" dt="2025-09-15T03:44:29.903" v="123" actId="207"/>
        <pc:sldMkLst>
          <pc:docMk/>
          <pc:sldMk cId="43989231" sldId="346"/>
        </pc:sldMkLst>
        <pc:spChg chg="mod">
          <ac:chgData name="YANG Guomin" userId="dccf0981-1625-43db-a7d9-40d73e3f3472" providerId="ADAL" clId="{FEC00686-EBE3-4968-91C8-699347C2FED5}" dt="2025-09-15T03:44:29.903" v="123" actId="207"/>
          <ac:spMkLst>
            <pc:docMk/>
            <pc:sldMk cId="43989231" sldId="346"/>
            <ac:spMk id="3" creationId="{E036A8B3-7593-1947-74CF-2C99EF3AE581}"/>
          </ac:spMkLst>
        </pc:spChg>
        <pc:spChg chg="mod">
          <ac:chgData name="YANG Guomin" userId="dccf0981-1625-43db-a7d9-40d73e3f3472" providerId="ADAL" clId="{FEC00686-EBE3-4968-91C8-699347C2FED5}" dt="2025-09-15T03:41:33.501" v="89"/>
          <ac:spMkLst>
            <pc:docMk/>
            <pc:sldMk cId="43989231" sldId="346"/>
            <ac:spMk id="7" creationId="{C79A208B-ABB2-0B4C-9688-661238957478}"/>
          </ac:spMkLst>
        </pc:spChg>
        <pc:spChg chg="mod">
          <ac:chgData name="YANG Guomin" userId="dccf0981-1625-43db-a7d9-40d73e3f3472" providerId="ADAL" clId="{FEC00686-EBE3-4968-91C8-699347C2FED5}" dt="2025-09-15T03:41:33.501" v="89"/>
          <ac:spMkLst>
            <pc:docMk/>
            <pc:sldMk cId="43989231" sldId="346"/>
            <ac:spMk id="9" creationId="{0138191D-4007-2446-8D4D-BAA477F4121D}"/>
          </ac:spMkLst>
        </pc:spChg>
        <pc:spChg chg="mod">
          <ac:chgData name="YANG Guomin" userId="dccf0981-1625-43db-a7d9-40d73e3f3472" providerId="ADAL" clId="{FEC00686-EBE3-4968-91C8-699347C2FED5}" dt="2025-09-15T03:44:02.323" v="107" actId="207"/>
          <ac:spMkLst>
            <pc:docMk/>
            <pc:sldMk cId="43989231" sldId="346"/>
            <ac:spMk id="22" creationId="{FA537A74-4829-7840-9ACF-3F3088F1C377}"/>
          </ac:spMkLst>
        </pc:spChg>
        <pc:spChg chg="mod">
          <ac:chgData name="YANG Guomin" userId="dccf0981-1625-43db-a7d9-40d73e3f3472" providerId="ADAL" clId="{FEC00686-EBE3-4968-91C8-699347C2FED5}" dt="2025-09-15T03:41:33.501" v="89"/>
          <ac:spMkLst>
            <pc:docMk/>
            <pc:sldMk cId="43989231" sldId="346"/>
            <ac:spMk id="154626" creationId="{00000000-0000-0000-0000-000000000000}"/>
          </ac:spMkLst>
        </pc:spChg>
        <pc:spChg chg="mod">
          <ac:chgData name="YANG Guomin" userId="dccf0981-1625-43db-a7d9-40d73e3f3472" providerId="ADAL" clId="{FEC00686-EBE3-4968-91C8-699347C2FED5}" dt="2025-09-15T03:43:30.182" v="103" actId="207"/>
          <ac:spMkLst>
            <pc:docMk/>
            <pc:sldMk cId="43989231" sldId="346"/>
            <ac:spMk id="154641" creationId="{00000000-0000-0000-0000-000000000000}"/>
          </ac:spMkLst>
        </pc:spChg>
      </pc:sldChg>
      <pc:sldChg chg="modSp mod">
        <pc:chgData name="YANG Guomin" userId="dccf0981-1625-43db-a7d9-40d73e3f3472" providerId="ADAL" clId="{FEC00686-EBE3-4968-91C8-699347C2FED5}" dt="2025-09-15T03:48:19.638" v="133" actId="20577"/>
        <pc:sldMkLst>
          <pc:docMk/>
          <pc:sldMk cId="3911183913" sldId="357"/>
        </pc:sldMkLst>
        <pc:spChg chg="mod">
          <ac:chgData name="YANG Guomin" userId="dccf0981-1625-43db-a7d9-40d73e3f3472" providerId="ADAL" clId="{FEC00686-EBE3-4968-91C8-699347C2FED5}" dt="2025-09-15T03:41:33.501" v="89"/>
          <ac:spMkLst>
            <pc:docMk/>
            <pc:sldMk cId="3911183913" sldId="357"/>
            <ac:spMk id="3" creationId="{F77A4600-D2D5-1D47-9441-D9916AF726AF}"/>
          </ac:spMkLst>
        </pc:spChg>
        <pc:spChg chg="mod">
          <ac:chgData name="YANG Guomin" userId="dccf0981-1625-43db-a7d9-40d73e3f3472" providerId="ADAL" clId="{FEC00686-EBE3-4968-91C8-699347C2FED5}" dt="2025-09-15T03:48:19.638" v="133" actId="20577"/>
          <ac:spMkLst>
            <pc:docMk/>
            <pc:sldMk cId="3911183913" sldId="357"/>
            <ac:spMk id="9" creationId="{00000000-0000-0000-0000-000000000000}"/>
          </ac:spMkLst>
        </pc:spChg>
        <pc:spChg chg="mod">
          <ac:chgData name="YANG Guomin" userId="dccf0981-1625-43db-a7d9-40d73e3f3472" providerId="ADAL" clId="{FEC00686-EBE3-4968-91C8-699347C2FED5}" dt="2025-09-15T03:41:33.501" v="89"/>
          <ac:spMkLst>
            <pc:docMk/>
            <pc:sldMk cId="3911183913" sldId="357"/>
            <ac:spMk id="165890" creationId="{00000000-0000-0000-0000-000000000000}"/>
          </ac:spMkLst>
        </pc:spChg>
      </pc:sldChg>
      <pc:sldChg chg="addSp delSp modSp mod">
        <pc:chgData name="YANG Guomin" userId="dccf0981-1625-43db-a7d9-40d73e3f3472" providerId="ADAL" clId="{FEC00686-EBE3-4968-91C8-699347C2FED5}" dt="2025-09-15T03:43:15.545" v="102"/>
        <pc:sldMkLst>
          <pc:docMk/>
          <pc:sldMk cId="864879333" sldId="391"/>
        </pc:sldMkLst>
        <pc:spChg chg="add mod">
          <ac:chgData name="YANG Guomin" userId="dccf0981-1625-43db-a7d9-40d73e3f3472" providerId="ADAL" clId="{FEC00686-EBE3-4968-91C8-699347C2FED5}" dt="2025-09-15T03:43:15.545" v="102"/>
          <ac:spMkLst>
            <pc:docMk/>
            <pc:sldMk cId="864879333" sldId="391"/>
            <ac:spMk id="2" creationId="{73342103-8CBD-94B5-5E09-26AF6C22DE01}"/>
          </ac:spMkLst>
        </pc:spChg>
        <pc:spChg chg="mod">
          <ac:chgData name="YANG Guomin" userId="dccf0981-1625-43db-a7d9-40d73e3f3472" providerId="ADAL" clId="{FEC00686-EBE3-4968-91C8-699347C2FED5}" dt="2025-09-15T03:41:33.501" v="89"/>
          <ac:spMkLst>
            <pc:docMk/>
            <pc:sldMk cId="864879333" sldId="391"/>
            <ac:spMk id="3" creationId="{EEB50472-B57C-0A43-B654-391231E8EE73}"/>
          </ac:spMkLst>
        </pc:spChg>
        <pc:spChg chg="mod">
          <ac:chgData name="YANG Guomin" userId="dccf0981-1625-43db-a7d9-40d73e3f3472" providerId="ADAL" clId="{FEC00686-EBE3-4968-91C8-699347C2FED5}" dt="2025-09-15T03:41:33.501" v="89"/>
          <ac:spMkLst>
            <pc:docMk/>
            <pc:sldMk cId="864879333" sldId="391"/>
            <ac:spMk id="228354" creationId="{00000000-0000-0000-0000-000000000000}"/>
          </ac:spMkLst>
        </pc:spChg>
        <pc:spChg chg="mod">
          <ac:chgData name="YANG Guomin" userId="dccf0981-1625-43db-a7d9-40d73e3f3472" providerId="ADAL" clId="{FEC00686-EBE3-4968-91C8-699347C2FED5}" dt="2025-09-15T03:37:18.042" v="88" actId="207"/>
          <ac:spMkLst>
            <pc:docMk/>
            <pc:sldMk cId="864879333" sldId="391"/>
            <ac:spMk id="228367" creationId="{00000000-0000-0000-0000-000000000000}"/>
          </ac:spMkLst>
        </pc:spChg>
      </pc:sldChg>
      <pc:sldChg chg="modSp mod">
        <pc:chgData name="YANG Guomin" userId="dccf0981-1625-43db-a7d9-40d73e3f3472" providerId="ADAL" clId="{FEC00686-EBE3-4968-91C8-699347C2FED5}" dt="2025-09-15T03:42:53.421" v="100" actId="207"/>
        <pc:sldMkLst>
          <pc:docMk/>
          <pc:sldMk cId="1890202287" sldId="392"/>
        </pc:sldMkLst>
        <pc:spChg chg="mod">
          <ac:chgData name="YANG Guomin" userId="dccf0981-1625-43db-a7d9-40d73e3f3472" providerId="ADAL" clId="{FEC00686-EBE3-4968-91C8-699347C2FED5}" dt="2025-09-15T03:41:33.501" v="89"/>
          <ac:spMkLst>
            <pc:docMk/>
            <pc:sldMk cId="1890202287" sldId="392"/>
            <ac:spMk id="229378" creationId="{00000000-0000-0000-0000-000000000000}"/>
          </ac:spMkLst>
        </pc:spChg>
        <pc:spChg chg="mod">
          <ac:chgData name="YANG Guomin" userId="dccf0981-1625-43db-a7d9-40d73e3f3472" providerId="ADAL" clId="{FEC00686-EBE3-4968-91C8-699347C2FED5}" dt="2025-09-15T03:36:46.540" v="85" actId="207"/>
          <ac:spMkLst>
            <pc:docMk/>
            <pc:sldMk cId="1890202287" sldId="392"/>
            <ac:spMk id="229380" creationId="{00000000-0000-0000-0000-000000000000}"/>
          </ac:spMkLst>
        </pc:spChg>
        <pc:spChg chg="mod">
          <ac:chgData name="YANG Guomin" userId="dccf0981-1625-43db-a7d9-40d73e3f3472" providerId="ADAL" clId="{FEC00686-EBE3-4968-91C8-699347C2FED5}" dt="2025-09-15T03:36:56.651" v="86" actId="1076"/>
          <ac:spMkLst>
            <pc:docMk/>
            <pc:sldMk cId="1890202287" sldId="392"/>
            <ac:spMk id="229389" creationId="{00000000-0000-0000-0000-000000000000}"/>
          </ac:spMkLst>
        </pc:spChg>
        <pc:spChg chg="mod">
          <ac:chgData name="YANG Guomin" userId="dccf0981-1625-43db-a7d9-40d73e3f3472" providerId="ADAL" clId="{FEC00686-EBE3-4968-91C8-699347C2FED5}" dt="2025-09-15T03:42:53.421" v="100" actId="207"/>
          <ac:spMkLst>
            <pc:docMk/>
            <pc:sldMk cId="1890202287" sldId="392"/>
            <ac:spMk id="229390" creationId="{00000000-0000-0000-0000-000000000000}"/>
          </ac:spMkLst>
        </pc:spChg>
      </pc:sldChg>
      <pc:sldChg chg="modSp modAnim">
        <pc:chgData name="YANG Guomin" userId="dccf0981-1625-43db-a7d9-40d73e3f3472" providerId="ADAL" clId="{FEC00686-EBE3-4968-91C8-699347C2FED5}" dt="2025-09-17T03:17:54.641" v="386" actId="20577"/>
        <pc:sldMkLst>
          <pc:docMk/>
          <pc:sldMk cId="2891811295" sldId="394"/>
        </pc:sldMkLst>
        <pc:spChg chg="mod">
          <ac:chgData name="YANG Guomin" userId="dccf0981-1625-43db-a7d9-40d73e3f3472" providerId="ADAL" clId="{FEC00686-EBE3-4968-91C8-699347C2FED5}" dt="2025-09-15T03:41:33.501" v="89"/>
          <ac:spMkLst>
            <pc:docMk/>
            <pc:sldMk cId="2891811295" sldId="394"/>
            <ac:spMk id="3" creationId="{07E367FD-E7C6-FA4A-88A6-C60E8116854E}"/>
          </ac:spMkLst>
        </pc:spChg>
        <pc:spChg chg="mod">
          <ac:chgData name="YANG Guomin" userId="dccf0981-1625-43db-a7d9-40d73e3f3472" providerId="ADAL" clId="{FEC00686-EBE3-4968-91C8-699347C2FED5}" dt="2025-09-15T03:41:33.501" v="89"/>
          <ac:spMkLst>
            <pc:docMk/>
            <pc:sldMk cId="2891811295" sldId="394"/>
            <ac:spMk id="231426" creationId="{00000000-0000-0000-0000-000000000000}"/>
          </ac:spMkLst>
        </pc:spChg>
        <pc:spChg chg="mod">
          <ac:chgData name="YANG Guomin" userId="dccf0981-1625-43db-a7d9-40d73e3f3472" providerId="ADAL" clId="{FEC00686-EBE3-4968-91C8-699347C2FED5}" dt="2025-09-17T03:17:54.641" v="386" actId="20577"/>
          <ac:spMkLst>
            <pc:docMk/>
            <pc:sldMk cId="2891811295" sldId="394"/>
            <ac:spMk id="231427" creationId="{00000000-0000-0000-0000-000000000000}"/>
          </ac:spMkLst>
        </pc:spChg>
      </pc:sldChg>
      <pc:sldChg chg="modSp">
        <pc:chgData name="YANG Guomin" userId="dccf0981-1625-43db-a7d9-40d73e3f3472" providerId="ADAL" clId="{FEC00686-EBE3-4968-91C8-699347C2FED5}" dt="2025-09-15T03:41:33.501" v="89"/>
        <pc:sldMkLst>
          <pc:docMk/>
          <pc:sldMk cId="4217139441" sldId="396"/>
        </pc:sldMkLst>
        <pc:spChg chg="mod">
          <ac:chgData name="YANG Guomin" userId="dccf0981-1625-43db-a7d9-40d73e3f3472" providerId="ADAL" clId="{FEC00686-EBE3-4968-91C8-699347C2FED5}" dt="2025-09-15T03:41:33.501" v="89"/>
          <ac:spMkLst>
            <pc:docMk/>
            <pc:sldMk cId="4217139441" sldId="396"/>
            <ac:spMk id="3" creationId="{1923018D-0185-B847-A299-4C0A9DEA2EF1}"/>
          </ac:spMkLst>
        </pc:spChg>
        <pc:spChg chg="mod">
          <ac:chgData name="YANG Guomin" userId="dccf0981-1625-43db-a7d9-40d73e3f3472" providerId="ADAL" clId="{FEC00686-EBE3-4968-91C8-699347C2FED5}" dt="2025-09-15T03:41:33.501" v="89"/>
          <ac:spMkLst>
            <pc:docMk/>
            <pc:sldMk cId="4217139441" sldId="396"/>
            <ac:spMk id="233474" creationId="{00000000-0000-0000-0000-000000000000}"/>
          </ac:spMkLst>
        </pc:spChg>
      </pc:sldChg>
      <pc:sldChg chg="modSp">
        <pc:chgData name="YANG Guomin" userId="dccf0981-1625-43db-a7d9-40d73e3f3472" providerId="ADAL" clId="{FEC00686-EBE3-4968-91C8-699347C2FED5}" dt="2025-09-15T03:41:33.501" v="89"/>
        <pc:sldMkLst>
          <pc:docMk/>
          <pc:sldMk cId="1770249091" sldId="398"/>
        </pc:sldMkLst>
        <pc:spChg chg="mod">
          <ac:chgData name="YANG Guomin" userId="dccf0981-1625-43db-a7d9-40d73e3f3472" providerId="ADAL" clId="{FEC00686-EBE3-4968-91C8-699347C2FED5}" dt="2025-09-15T03:41:33.501" v="89"/>
          <ac:spMkLst>
            <pc:docMk/>
            <pc:sldMk cId="1770249091" sldId="398"/>
            <ac:spMk id="3" creationId="{F4FCE8C2-5201-B94F-9835-C2D1A6F32304}"/>
          </ac:spMkLst>
        </pc:spChg>
        <pc:spChg chg="mod">
          <ac:chgData name="YANG Guomin" userId="dccf0981-1625-43db-a7d9-40d73e3f3472" providerId="ADAL" clId="{FEC00686-EBE3-4968-91C8-699347C2FED5}" dt="2025-09-15T03:41:33.501" v="89"/>
          <ac:spMkLst>
            <pc:docMk/>
            <pc:sldMk cId="1770249091" sldId="398"/>
            <ac:spMk id="236546" creationId="{00000000-0000-0000-0000-000000000000}"/>
          </ac:spMkLst>
        </pc:spChg>
        <pc:spChg chg="mod">
          <ac:chgData name="YANG Guomin" userId="dccf0981-1625-43db-a7d9-40d73e3f3472" providerId="ADAL" clId="{FEC00686-EBE3-4968-91C8-699347C2FED5}" dt="2025-09-15T03:41:33.501" v="89"/>
          <ac:spMkLst>
            <pc:docMk/>
            <pc:sldMk cId="1770249091" sldId="398"/>
            <ac:spMk id="236547" creationId="{00000000-0000-0000-0000-000000000000}"/>
          </ac:spMkLst>
        </pc:spChg>
      </pc:sldChg>
      <pc:sldChg chg="modSp mod">
        <pc:chgData name="YANG Guomin" userId="dccf0981-1625-43db-a7d9-40d73e3f3472" providerId="ADAL" clId="{FEC00686-EBE3-4968-91C8-699347C2FED5}" dt="2025-09-15T03:46:19.880" v="127" actId="1076"/>
        <pc:sldMkLst>
          <pc:docMk/>
          <pc:sldMk cId="941922640" sldId="399"/>
        </pc:sldMkLst>
        <pc:spChg chg="mod">
          <ac:chgData name="YANG Guomin" userId="dccf0981-1625-43db-a7d9-40d73e3f3472" providerId="ADAL" clId="{FEC00686-EBE3-4968-91C8-699347C2FED5}" dt="2025-09-15T03:41:33.501" v="89"/>
          <ac:spMkLst>
            <pc:docMk/>
            <pc:sldMk cId="941922640" sldId="399"/>
            <ac:spMk id="10" creationId="{03A1FF90-4BB9-E74E-9813-39C4295A8888}"/>
          </ac:spMkLst>
        </pc:spChg>
        <pc:spChg chg="mod">
          <ac:chgData name="YANG Guomin" userId="dccf0981-1625-43db-a7d9-40d73e3f3472" providerId="ADAL" clId="{FEC00686-EBE3-4968-91C8-699347C2FED5}" dt="2025-09-15T03:46:19.880" v="127" actId="1076"/>
          <ac:spMkLst>
            <pc:docMk/>
            <pc:sldMk cId="941922640" sldId="399"/>
            <ac:spMk id="14" creationId="{01AD736F-DA79-1447-9B2A-6C9A44B1BB9F}"/>
          </ac:spMkLst>
        </pc:spChg>
        <pc:spChg chg="mod">
          <ac:chgData name="YANG Guomin" userId="dccf0981-1625-43db-a7d9-40d73e3f3472" providerId="ADAL" clId="{FEC00686-EBE3-4968-91C8-699347C2FED5}" dt="2025-09-15T03:41:33.501" v="89"/>
          <ac:spMkLst>
            <pc:docMk/>
            <pc:sldMk cId="941922640" sldId="399"/>
            <ac:spMk id="239618" creationId="{00000000-0000-0000-0000-000000000000}"/>
          </ac:spMkLst>
        </pc:spChg>
      </pc:sldChg>
      <pc:sldChg chg="modSp mod">
        <pc:chgData name="YANG Guomin" userId="dccf0981-1625-43db-a7d9-40d73e3f3472" providerId="ADAL" clId="{FEC00686-EBE3-4968-91C8-699347C2FED5}" dt="2025-09-15T03:52:56.901" v="163" actId="20577"/>
        <pc:sldMkLst>
          <pc:docMk/>
          <pc:sldMk cId="4232023230" sldId="406"/>
        </pc:sldMkLst>
        <pc:spChg chg="mod">
          <ac:chgData name="YANG Guomin" userId="dccf0981-1625-43db-a7d9-40d73e3f3472" providerId="ADAL" clId="{FEC00686-EBE3-4968-91C8-699347C2FED5}" dt="2025-09-15T03:52:56.901" v="163" actId="20577"/>
          <ac:spMkLst>
            <pc:docMk/>
            <pc:sldMk cId="4232023230" sldId="406"/>
            <ac:spMk id="2" creationId="{00000000-0000-0000-0000-000000000000}"/>
          </ac:spMkLst>
        </pc:spChg>
        <pc:spChg chg="mod">
          <ac:chgData name="YANG Guomin" userId="dccf0981-1625-43db-a7d9-40d73e3f3472" providerId="ADAL" clId="{FEC00686-EBE3-4968-91C8-699347C2FED5}" dt="2025-09-15T03:41:33.501" v="89"/>
          <ac:spMkLst>
            <pc:docMk/>
            <pc:sldMk cId="4232023230" sldId="406"/>
            <ac:spMk id="4" creationId="{9F4753F0-8B4C-9E43-93E0-9AAC4A96ED16}"/>
          </ac:spMkLst>
        </pc:spChg>
        <pc:spChg chg="mod">
          <ac:chgData name="YANG Guomin" userId="dccf0981-1625-43db-a7d9-40d73e3f3472" providerId="ADAL" clId="{FEC00686-EBE3-4968-91C8-699347C2FED5}" dt="2025-09-15T03:41:33.501" v="89"/>
          <ac:spMkLst>
            <pc:docMk/>
            <pc:sldMk cId="4232023230" sldId="406"/>
            <ac:spMk id="174082" creationId="{00000000-0000-0000-0000-000000000000}"/>
          </ac:spMkLst>
        </pc:spChg>
      </pc:sldChg>
      <pc:sldChg chg="modSp mod">
        <pc:chgData name="YANG Guomin" userId="dccf0981-1625-43db-a7d9-40d73e3f3472" providerId="ADAL" clId="{FEC00686-EBE3-4968-91C8-699347C2FED5}" dt="2025-09-15T03:42:05.093" v="97" actId="1076"/>
        <pc:sldMkLst>
          <pc:docMk/>
          <pc:sldMk cId="1479087574" sldId="407"/>
        </pc:sldMkLst>
        <pc:spChg chg="mod">
          <ac:chgData name="YANG Guomin" userId="dccf0981-1625-43db-a7d9-40d73e3f3472" providerId="ADAL" clId="{FEC00686-EBE3-4968-91C8-699347C2FED5}" dt="2025-09-15T03:42:05.093" v="97" actId="1076"/>
          <ac:spMkLst>
            <pc:docMk/>
            <pc:sldMk cId="1479087574" sldId="407"/>
            <ac:spMk id="3" creationId="{2CFA7F95-8279-F242-B61A-3EB3A79A2D06}"/>
          </ac:spMkLst>
        </pc:spChg>
        <pc:spChg chg="mod">
          <ac:chgData name="YANG Guomin" userId="dccf0981-1625-43db-a7d9-40d73e3f3472" providerId="ADAL" clId="{FEC00686-EBE3-4968-91C8-699347C2FED5}" dt="2025-09-15T03:41:33.501" v="89"/>
          <ac:spMkLst>
            <pc:docMk/>
            <pc:sldMk cId="1479087574" sldId="407"/>
            <ac:spMk id="4" creationId="{9EE93A00-1F4D-9640-A971-A343D69D50A4}"/>
          </ac:spMkLst>
        </pc:spChg>
        <pc:spChg chg="mod">
          <ac:chgData name="YANG Guomin" userId="dccf0981-1625-43db-a7d9-40d73e3f3472" providerId="ADAL" clId="{FEC00686-EBE3-4968-91C8-699347C2FED5}" dt="2025-09-15T03:42:01.370" v="96" actId="1076"/>
          <ac:spMkLst>
            <pc:docMk/>
            <pc:sldMk cId="1479087574" sldId="407"/>
            <ac:spMk id="6" creationId="{D7C07D53-1601-EA45-B4DF-40AF2AFCCC02}"/>
          </ac:spMkLst>
        </pc:spChg>
        <pc:spChg chg="mod">
          <ac:chgData name="YANG Guomin" userId="dccf0981-1625-43db-a7d9-40d73e3f3472" providerId="ADAL" clId="{FEC00686-EBE3-4968-91C8-699347C2FED5}" dt="2025-09-15T03:41:33.501" v="89"/>
          <ac:spMkLst>
            <pc:docMk/>
            <pc:sldMk cId="1479087574" sldId="407"/>
            <ac:spMk id="180226" creationId="{00000000-0000-0000-0000-000000000000}"/>
          </ac:spMkLst>
        </pc:spChg>
        <pc:spChg chg="mod">
          <ac:chgData name="YANG Guomin" userId="dccf0981-1625-43db-a7d9-40d73e3f3472" providerId="ADAL" clId="{FEC00686-EBE3-4968-91C8-699347C2FED5}" dt="2025-09-15T03:41:33.694" v="94" actId="27636"/>
          <ac:spMkLst>
            <pc:docMk/>
            <pc:sldMk cId="1479087574" sldId="407"/>
            <ac:spMk id="180227" creationId="{00000000-0000-0000-0000-000000000000}"/>
          </ac:spMkLst>
        </pc:spChg>
      </pc:sldChg>
      <pc:sldChg chg="modSp mod">
        <pc:chgData name="YANG Guomin" userId="dccf0981-1625-43db-a7d9-40d73e3f3472" providerId="ADAL" clId="{FEC00686-EBE3-4968-91C8-699347C2FED5}" dt="2025-09-17T03:21:23.919" v="400" actId="122"/>
        <pc:sldMkLst>
          <pc:docMk/>
          <pc:sldMk cId="419050089" sldId="409"/>
        </pc:sldMkLst>
        <pc:spChg chg="mod">
          <ac:chgData name="YANG Guomin" userId="dccf0981-1625-43db-a7d9-40d73e3f3472" providerId="ADAL" clId="{FEC00686-EBE3-4968-91C8-699347C2FED5}" dt="2025-09-15T03:41:33.501" v="89"/>
          <ac:spMkLst>
            <pc:docMk/>
            <pc:sldMk cId="419050089" sldId="409"/>
            <ac:spMk id="3" creationId="{7A93BEE4-8552-FB46-A955-20F18B98E4BD}"/>
          </ac:spMkLst>
        </pc:spChg>
        <pc:spChg chg="mod">
          <ac:chgData name="YANG Guomin" userId="dccf0981-1625-43db-a7d9-40d73e3f3472" providerId="ADAL" clId="{FEC00686-EBE3-4968-91C8-699347C2FED5}" dt="2025-09-15T03:41:33.501" v="89"/>
          <ac:spMkLst>
            <pc:docMk/>
            <pc:sldMk cId="419050089" sldId="409"/>
            <ac:spMk id="194562" creationId="{00000000-0000-0000-0000-000000000000}"/>
          </ac:spMkLst>
        </pc:spChg>
        <pc:spChg chg="mod">
          <ac:chgData name="YANG Guomin" userId="dccf0981-1625-43db-a7d9-40d73e3f3472" providerId="ADAL" clId="{FEC00686-EBE3-4968-91C8-699347C2FED5}" dt="2025-09-15T03:41:33.501" v="89"/>
          <ac:spMkLst>
            <pc:docMk/>
            <pc:sldMk cId="419050089" sldId="409"/>
            <ac:spMk id="194563" creationId="{00000000-0000-0000-0000-000000000000}"/>
          </ac:spMkLst>
        </pc:spChg>
        <pc:spChg chg="mod">
          <ac:chgData name="YANG Guomin" userId="dccf0981-1625-43db-a7d9-40d73e3f3472" providerId="ADAL" clId="{FEC00686-EBE3-4968-91C8-699347C2FED5}" dt="2025-09-17T03:21:23.919" v="400" actId="122"/>
          <ac:spMkLst>
            <pc:docMk/>
            <pc:sldMk cId="419050089" sldId="409"/>
            <ac:spMk id="194571" creationId="{00000000-0000-0000-0000-000000000000}"/>
          </ac:spMkLst>
        </pc:spChg>
      </pc:sldChg>
      <pc:sldChg chg="modSp">
        <pc:chgData name="YANG Guomin" userId="dccf0981-1625-43db-a7d9-40d73e3f3472" providerId="ADAL" clId="{FEC00686-EBE3-4968-91C8-699347C2FED5}" dt="2025-09-15T03:41:33.501" v="89"/>
        <pc:sldMkLst>
          <pc:docMk/>
          <pc:sldMk cId="799403960" sldId="410"/>
        </pc:sldMkLst>
        <pc:spChg chg="mod">
          <ac:chgData name="YANG Guomin" userId="dccf0981-1625-43db-a7d9-40d73e3f3472" providerId="ADAL" clId="{FEC00686-EBE3-4968-91C8-699347C2FED5}" dt="2025-09-15T03:41:33.501" v="89"/>
          <ac:spMkLst>
            <pc:docMk/>
            <pc:sldMk cId="799403960" sldId="410"/>
            <ac:spMk id="8" creationId="{8FE4D0AA-C3AD-9A4A-9B52-562248D5880C}"/>
          </ac:spMkLst>
        </pc:spChg>
        <pc:spChg chg="mod">
          <ac:chgData name="YANG Guomin" userId="dccf0981-1625-43db-a7d9-40d73e3f3472" providerId="ADAL" clId="{FEC00686-EBE3-4968-91C8-699347C2FED5}" dt="2025-09-15T03:41:33.501" v="89"/>
          <ac:spMkLst>
            <pc:docMk/>
            <pc:sldMk cId="799403960" sldId="410"/>
            <ac:spMk id="301058" creationId="{00000000-0000-0000-0000-000000000000}"/>
          </ac:spMkLst>
        </pc:spChg>
      </pc:sldChg>
      <pc:sldChg chg="addSp modSp mod">
        <pc:chgData name="YANG Guomin" userId="dccf0981-1625-43db-a7d9-40d73e3f3472" providerId="ADAL" clId="{FEC00686-EBE3-4968-91C8-699347C2FED5}" dt="2025-09-15T04:36:03.134" v="247" actId="20577"/>
        <pc:sldMkLst>
          <pc:docMk/>
          <pc:sldMk cId="2985351619" sldId="411"/>
        </pc:sldMkLst>
        <pc:spChg chg="mod">
          <ac:chgData name="YANG Guomin" userId="dccf0981-1625-43db-a7d9-40d73e3f3472" providerId="ADAL" clId="{FEC00686-EBE3-4968-91C8-699347C2FED5}" dt="2025-09-15T03:41:33.501" v="89"/>
          <ac:spMkLst>
            <pc:docMk/>
            <pc:sldMk cId="2985351619" sldId="411"/>
            <ac:spMk id="3" creationId="{911E747D-A203-F54E-A3A3-11F6B25F1BB9}"/>
          </ac:spMkLst>
        </pc:spChg>
        <pc:spChg chg="mod">
          <ac:chgData name="YANG Guomin" userId="dccf0981-1625-43db-a7d9-40d73e3f3472" providerId="ADAL" clId="{FEC00686-EBE3-4968-91C8-699347C2FED5}" dt="2025-09-15T04:36:03.134" v="247" actId="20577"/>
          <ac:spMkLst>
            <pc:docMk/>
            <pc:sldMk cId="2985351619" sldId="411"/>
            <ac:spMk id="215042" creationId="{00000000-0000-0000-0000-000000000000}"/>
          </ac:spMkLst>
        </pc:spChg>
        <pc:spChg chg="mod">
          <ac:chgData name="YANG Guomin" userId="dccf0981-1625-43db-a7d9-40d73e3f3472" providerId="ADAL" clId="{FEC00686-EBE3-4968-91C8-699347C2FED5}" dt="2025-09-15T04:35:40.889" v="237" actId="20577"/>
          <ac:spMkLst>
            <pc:docMk/>
            <pc:sldMk cId="2985351619" sldId="411"/>
            <ac:spMk id="215043" creationId="{00000000-0000-0000-0000-000000000000}"/>
          </ac:spMkLst>
        </pc:spChg>
        <pc:picChg chg="add mod modCrop">
          <ac:chgData name="YANG Guomin" userId="dccf0981-1625-43db-a7d9-40d73e3f3472" providerId="ADAL" clId="{FEC00686-EBE3-4968-91C8-699347C2FED5}" dt="2025-09-15T04:03:39.753" v="187" actId="1076"/>
          <ac:picMkLst>
            <pc:docMk/>
            <pc:sldMk cId="2985351619" sldId="411"/>
            <ac:picMk id="4" creationId="{FAFBDA1D-8CE7-1FAF-1ED3-F366910088D3}"/>
          </ac:picMkLst>
        </pc:picChg>
        <pc:picChg chg="mod">
          <ac:chgData name="YANG Guomin" userId="dccf0981-1625-43db-a7d9-40d73e3f3472" providerId="ADAL" clId="{FEC00686-EBE3-4968-91C8-699347C2FED5}" dt="2025-09-15T04:03:36.868" v="185" actId="1076"/>
          <ac:picMkLst>
            <pc:docMk/>
            <pc:sldMk cId="2985351619" sldId="411"/>
            <ac:picMk id="1026" creationId="{ED2E3BA1-04F2-0FEE-45C4-6C098FC357C4}"/>
          </ac:picMkLst>
        </pc:picChg>
        <pc:picChg chg="mod">
          <ac:chgData name="YANG Guomin" userId="dccf0981-1625-43db-a7d9-40d73e3f3472" providerId="ADAL" clId="{FEC00686-EBE3-4968-91C8-699347C2FED5}" dt="2025-09-15T04:03:37.902" v="186" actId="1076"/>
          <ac:picMkLst>
            <pc:docMk/>
            <pc:sldMk cId="2985351619" sldId="411"/>
            <ac:picMk id="1028" creationId="{42044895-ED33-2A31-9934-286CFDD115CB}"/>
          </ac:picMkLst>
        </pc:picChg>
      </pc:sldChg>
      <pc:sldChg chg="modSp mod">
        <pc:chgData name="YANG Guomin" userId="dccf0981-1625-43db-a7d9-40d73e3f3472" providerId="ADAL" clId="{FEC00686-EBE3-4968-91C8-699347C2FED5}" dt="2025-09-15T03:41:33.692" v="93" actId="27636"/>
        <pc:sldMkLst>
          <pc:docMk/>
          <pc:sldMk cId="1973178585" sldId="413"/>
        </pc:sldMkLst>
        <pc:spChg chg="mod">
          <ac:chgData name="YANG Guomin" userId="dccf0981-1625-43db-a7d9-40d73e3f3472" providerId="ADAL" clId="{FEC00686-EBE3-4968-91C8-699347C2FED5}" dt="2025-09-15T03:41:33.501" v="89"/>
          <ac:spMkLst>
            <pc:docMk/>
            <pc:sldMk cId="1973178585" sldId="413"/>
            <ac:spMk id="2" creationId="{00000000-0000-0000-0000-000000000000}"/>
          </ac:spMkLst>
        </pc:spChg>
        <pc:spChg chg="mod">
          <ac:chgData name="YANG Guomin" userId="dccf0981-1625-43db-a7d9-40d73e3f3472" providerId="ADAL" clId="{FEC00686-EBE3-4968-91C8-699347C2FED5}" dt="2025-09-15T03:41:33.692" v="93" actId="27636"/>
          <ac:spMkLst>
            <pc:docMk/>
            <pc:sldMk cId="1973178585" sldId="413"/>
            <ac:spMk id="3" creationId="{00000000-0000-0000-0000-000000000000}"/>
          </ac:spMkLst>
        </pc:spChg>
        <pc:spChg chg="mod">
          <ac:chgData name="YANG Guomin" userId="dccf0981-1625-43db-a7d9-40d73e3f3472" providerId="ADAL" clId="{FEC00686-EBE3-4968-91C8-699347C2FED5}" dt="2025-09-15T03:41:33.501" v="89"/>
          <ac:spMkLst>
            <pc:docMk/>
            <pc:sldMk cId="1973178585" sldId="413"/>
            <ac:spMk id="6" creationId="{AB812CBB-9D19-B64D-B9C0-E4BD0843C3E1}"/>
          </ac:spMkLst>
        </pc:spChg>
      </pc:sldChg>
      <pc:sldChg chg="modSp mod">
        <pc:chgData name="YANG Guomin" userId="dccf0981-1625-43db-a7d9-40d73e3f3472" providerId="ADAL" clId="{FEC00686-EBE3-4968-91C8-699347C2FED5}" dt="2025-09-18T09:15:24.241" v="520" actId="20577"/>
        <pc:sldMkLst>
          <pc:docMk/>
          <pc:sldMk cId="32326505" sldId="414"/>
        </pc:sldMkLst>
        <pc:spChg chg="mod">
          <ac:chgData name="YANG Guomin" userId="dccf0981-1625-43db-a7d9-40d73e3f3472" providerId="ADAL" clId="{FEC00686-EBE3-4968-91C8-699347C2FED5}" dt="2025-09-15T03:41:33.501" v="89"/>
          <ac:spMkLst>
            <pc:docMk/>
            <pc:sldMk cId="32326505" sldId="414"/>
            <ac:spMk id="2" creationId="{00000000-0000-0000-0000-000000000000}"/>
          </ac:spMkLst>
        </pc:spChg>
        <pc:spChg chg="mod">
          <ac:chgData name="YANG Guomin" userId="dccf0981-1625-43db-a7d9-40d73e3f3472" providerId="ADAL" clId="{FEC00686-EBE3-4968-91C8-699347C2FED5}" dt="2025-09-18T09:15:24.241" v="520" actId="20577"/>
          <ac:spMkLst>
            <pc:docMk/>
            <pc:sldMk cId="32326505" sldId="414"/>
            <ac:spMk id="3" creationId="{00000000-0000-0000-0000-000000000000}"/>
          </ac:spMkLst>
        </pc:spChg>
        <pc:spChg chg="mod">
          <ac:chgData name="YANG Guomin" userId="dccf0981-1625-43db-a7d9-40d73e3f3472" providerId="ADAL" clId="{FEC00686-EBE3-4968-91C8-699347C2FED5}" dt="2025-09-15T03:41:33.501" v="89"/>
          <ac:spMkLst>
            <pc:docMk/>
            <pc:sldMk cId="32326505" sldId="414"/>
            <ac:spMk id="6" creationId="{C603FB6C-6D64-1044-8A2A-F3F85A6FCD6C}"/>
          </ac:spMkLst>
        </pc:spChg>
      </pc:sldChg>
      <pc:sldChg chg="modSp mod">
        <pc:chgData name="YANG Guomin" userId="dccf0981-1625-43db-a7d9-40d73e3f3472" providerId="ADAL" clId="{FEC00686-EBE3-4968-91C8-699347C2FED5}" dt="2025-09-17T03:11:37.891" v="277" actId="20577"/>
        <pc:sldMkLst>
          <pc:docMk/>
          <pc:sldMk cId="2474976988" sldId="415"/>
        </pc:sldMkLst>
        <pc:spChg chg="mod">
          <ac:chgData name="YANG Guomin" userId="dccf0981-1625-43db-a7d9-40d73e3f3472" providerId="ADAL" clId="{FEC00686-EBE3-4968-91C8-699347C2FED5}" dt="2025-09-15T03:41:33.501" v="89"/>
          <ac:spMkLst>
            <pc:docMk/>
            <pc:sldMk cId="2474976988" sldId="415"/>
            <ac:spMk id="2" creationId="{00000000-0000-0000-0000-000000000000}"/>
          </ac:spMkLst>
        </pc:spChg>
        <pc:spChg chg="mod">
          <ac:chgData name="YANG Guomin" userId="dccf0981-1625-43db-a7d9-40d73e3f3472" providerId="ADAL" clId="{FEC00686-EBE3-4968-91C8-699347C2FED5}" dt="2025-09-17T03:11:37.891" v="277" actId="20577"/>
          <ac:spMkLst>
            <pc:docMk/>
            <pc:sldMk cId="2474976988" sldId="415"/>
            <ac:spMk id="3" creationId="{00000000-0000-0000-0000-000000000000}"/>
          </ac:spMkLst>
        </pc:spChg>
        <pc:spChg chg="mod">
          <ac:chgData name="YANG Guomin" userId="dccf0981-1625-43db-a7d9-40d73e3f3472" providerId="ADAL" clId="{FEC00686-EBE3-4968-91C8-699347C2FED5}" dt="2025-09-15T03:41:33.501" v="89"/>
          <ac:spMkLst>
            <pc:docMk/>
            <pc:sldMk cId="2474976988" sldId="415"/>
            <ac:spMk id="6" creationId="{22FB8B4F-D2B8-C44D-9153-11674AD1146E}"/>
          </ac:spMkLst>
        </pc:spChg>
      </pc:sldChg>
      <pc:sldChg chg="modSp mod">
        <pc:chgData name="YANG Guomin" userId="dccf0981-1625-43db-a7d9-40d73e3f3472" providerId="ADAL" clId="{FEC00686-EBE3-4968-91C8-699347C2FED5}" dt="2025-09-15T03:51:59.429" v="162" actId="207"/>
        <pc:sldMkLst>
          <pc:docMk/>
          <pc:sldMk cId="4008839383" sldId="419"/>
        </pc:sldMkLst>
        <pc:spChg chg="mod">
          <ac:chgData name="YANG Guomin" userId="dccf0981-1625-43db-a7d9-40d73e3f3472" providerId="ADAL" clId="{FEC00686-EBE3-4968-91C8-699347C2FED5}" dt="2025-09-15T03:41:33.501" v="89"/>
          <ac:spMkLst>
            <pc:docMk/>
            <pc:sldMk cId="4008839383" sldId="419"/>
            <ac:spMk id="2" creationId="{00000000-0000-0000-0000-000000000000}"/>
          </ac:spMkLst>
        </pc:spChg>
        <pc:spChg chg="mod">
          <ac:chgData name="YANG Guomin" userId="dccf0981-1625-43db-a7d9-40d73e3f3472" providerId="ADAL" clId="{FEC00686-EBE3-4968-91C8-699347C2FED5}" dt="2025-09-15T03:51:59.429" v="162" actId="207"/>
          <ac:spMkLst>
            <pc:docMk/>
            <pc:sldMk cId="4008839383" sldId="419"/>
            <ac:spMk id="3" creationId="{00000000-0000-0000-0000-000000000000}"/>
          </ac:spMkLst>
        </pc:spChg>
        <pc:spChg chg="mod">
          <ac:chgData name="YANG Guomin" userId="dccf0981-1625-43db-a7d9-40d73e3f3472" providerId="ADAL" clId="{FEC00686-EBE3-4968-91C8-699347C2FED5}" dt="2025-09-15T03:41:33.501" v="89"/>
          <ac:spMkLst>
            <pc:docMk/>
            <pc:sldMk cId="4008839383" sldId="419"/>
            <ac:spMk id="6" creationId="{7A1EED6C-3311-1D42-9425-CCE198B11EC8}"/>
          </ac:spMkLst>
        </pc:spChg>
      </pc:sldChg>
      <pc:sldChg chg="modSp">
        <pc:chgData name="YANG Guomin" userId="dccf0981-1625-43db-a7d9-40d73e3f3472" providerId="ADAL" clId="{FEC00686-EBE3-4968-91C8-699347C2FED5}" dt="2025-09-15T03:41:33.501" v="89"/>
        <pc:sldMkLst>
          <pc:docMk/>
          <pc:sldMk cId="411648487" sldId="420"/>
        </pc:sldMkLst>
        <pc:spChg chg="mod">
          <ac:chgData name="YANG Guomin" userId="dccf0981-1625-43db-a7d9-40d73e3f3472" providerId="ADAL" clId="{FEC00686-EBE3-4968-91C8-699347C2FED5}" dt="2025-09-15T03:41:33.501" v="89"/>
          <ac:spMkLst>
            <pc:docMk/>
            <pc:sldMk cId="411648487" sldId="420"/>
            <ac:spMk id="2" creationId="{04F7A5CD-FEE3-3F40-BE04-E77F32091CAD}"/>
          </ac:spMkLst>
        </pc:spChg>
        <pc:spChg chg="mod">
          <ac:chgData name="YANG Guomin" userId="dccf0981-1625-43db-a7d9-40d73e3f3472" providerId="ADAL" clId="{FEC00686-EBE3-4968-91C8-699347C2FED5}" dt="2025-09-15T03:41:33.501" v="89"/>
          <ac:spMkLst>
            <pc:docMk/>
            <pc:sldMk cId="411648487" sldId="420"/>
            <ac:spMk id="4" creationId="{8A09DB32-3648-AB4F-83BC-8DEF801040FB}"/>
          </ac:spMkLst>
        </pc:spChg>
        <pc:spChg chg="mod">
          <ac:chgData name="YANG Guomin" userId="dccf0981-1625-43db-a7d9-40d73e3f3472" providerId="ADAL" clId="{FEC00686-EBE3-4968-91C8-699347C2FED5}" dt="2025-09-15T03:41:33.501" v="89"/>
          <ac:spMkLst>
            <pc:docMk/>
            <pc:sldMk cId="411648487" sldId="420"/>
            <ac:spMk id="7" creationId="{00000000-0000-0000-0000-000000000000}"/>
          </ac:spMkLst>
        </pc:spChg>
      </pc:sldChg>
      <pc:sldChg chg="modSp">
        <pc:chgData name="YANG Guomin" userId="dccf0981-1625-43db-a7d9-40d73e3f3472" providerId="ADAL" clId="{FEC00686-EBE3-4968-91C8-699347C2FED5}" dt="2025-09-15T03:41:33.501" v="89"/>
        <pc:sldMkLst>
          <pc:docMk/>
          <pc:sldMk cId="198770107" sldId="455"/>
        </pc:sldMkLst>
        <pc:spChg chg="mod">
          <ac:chgData name="YANG Guomin" userId="dccf0981-1625-43db-a7d9-40d73e3f3472" providerId="ADAL" clId="{FEC00686-EBE3-4968-91C8-699347C2FED5}" dt="2025-09-15T03:41:33.501" v="89"/>
          <ac:spMkLst>
            <pc:docMk/>
            <pc:sldMk cId="198770107" sldId="455"/>
            <ac:spMk id="2" creationId="{E7A51E6D-BCC6-F44E-8B2F-06107DF32735}"/>
          </ac:spMkLst>
        </pc:spChg>
      </pc:sldChg>
      <pc:sldChg chg="modSp">
        <pc:chgData name="YANG Guomin" userId="dccf0981-1625-43db-a7d9-40d73e3f3472" providerId="ADAL" clId="{FEC00686-EBE3-4968-91C8-699347C2FED5}" dt="2025-09-15T03:41:33.501" v="89"/>
        <pc:sldMkLst>
          <pc:docMk/>
          <pc:sldMk cId="1473501872" sldId="456"/>
        </pc:sldMkLst>
        <pc:spChg chg="mod">
          <ac:chgData name="YANG Guomin" userId="dccf0981-1625-43db-a7d9-40d73e3f3472" providerId="ADAL" clId="{FEC00686-EBE3-4968-91C8-699347C2FED5}" dt="2025-09-15T03:41:33.501" v="89"/>
          <ac:spMkLst>
            <pc:docMk/>
            <pc:sldMk cId="1473501872" sldId="456"/>
            <ac:spMk id="5" creationId="{712AE20D-CB61-9142-A606-3B4BE9D6C441}"/>
          </ac:spMkLst>
        </pc:spChg>
        <pc:spChg chg="mod">
          <ac:chgData name="YANG Guomin" userId="dccf0981-1625-43db-a7d9-40d73e3f3472" providerId="ADAL" clId="{FEC00686-EBE3-4968-91C8-699347C2FED5}" dt="2025-09-15T03:41:33.501" v="89"/>
          <ac:spMkLst>
            <pc:docMk/>
            <pc:sldMk cId="1473501872" sldId="456"/>
            <ac:spMk id="6" creationId="{7CFD0A16-FDC9-4F41-B916-354799BE1FBE}"/>
          </ac:spMkLst>
        </pc:spChg>
      </pc:sldChg>
      <pc:sldChg chg="modSp">
        <pc:chgData name="YANG Guomin" userId="dccf0981-1625-43db-a7d9-40d73e3f3472" providerId="ADAL" clId="{FEC00686-EBE3-4968-91C8-699347C2FED5}" dt="2025-09-15T03:41:33.501" v="89"/>
        <pc:sldMkLst>
          <pc:docMk/>
          <pc:sldMk cId="4079346081" sldId="457"/>
        </pc:sldMkLst>
        <pc:spChg chg="mod">
          <ac:chgData name="YANG Guomin" userId="dccf0981-1625-43db-a7d9-40d73e3f3472" providerId="ADAL" clId="{FEC00686-EBE3-4968-91C8-699347C2FED5}" dt="2025-09-15T03:41:33.501" v="89"/>
          <ac:spMkLst>
            <pc:docMk/>
            <pc:sldMk cId="4079346081" sldId="457"/>
            <ac:spMk id="3" creationId="{4D10DC35-C481-784C-A353-600490818D0D}"/>
          </ac:spMkLst>
        </pc:spChg>
        <pc:spChg chg="mod">
          <ac:chgData name="YANG Guomin" userId="dccf0981-1625-43db-a7d9-40d73e3f3472" providerId="ADAL" clId="{FEC00686-EBE3-4968-91C8-699347C2FED5}" dt="2025-09-15T03:41:33.501" v="89"/>
          <ac:spMkLst>
            <pc:docMk/>
            <pc:sldMk cId="4079346081" sldId="457"/>
            <ac:spMk id="4" creationId="{7F8E6DCA-A1D1-8B4C-BB38-C050D1EFDB88}"/>
          </ac:spMkLst>
        </pc:spChg>
      </pc:sldChg>
      <pc:sldChg chg="modSp">
        <pc:chgData name="YANG Guomin" userId="dccf0981-1625-43db-a7d9-40d73e3f3472" providerId="ADAL" clId="{FEC00686-EBE3-4968-91C8-699347C2FED5}" dt="2025-09-15T03:41:33.501" v="89"/>
        <pc:sldMkLst>
          <pc:docMk/>
          <pc:sldMk cId="297636358" sldId="458"/>
        </pc:sldMkLst>
        <pc:spChg chg="mod">
          <ac:chgData name="YANG Guomin" userId="dccf0981-1625-43db-a7d9-40d73e3f3472" providerId="ADAL" clId="{FEC00686-EBE3-4968-91C8-699347C2FED5}" dt="2025-09-15T03:41:33.501" v="89"/>
          <ac:spMkLst>
            <pc:docMk/>
            <pc:sldMk cId="297636358" sldId="458"/>
            <ac:spMk id="3" creationId="{EAF4AD47-55EA-2D4F-866F-06FFFAC572B6}"/>
          </ac:spMkLst>
        </pc:spChg>
        <pc:spChg chg="mod">
          <ac:chgData name="YANG Guomin" userId="dccf0981-1625-43db-a7d9-40d73e3f3472" providerId="ADAL" clId="{FEC00686-EBE3-4968-91C8-699347C2FED5}" dt="2025-09-15T03:41:33.501" v="89"/>
          <ac:spMkLst>
            <pc:docMk/>
            <pc:sldMk cId="297636358" sldId="458"/>
            <ac:spMk id="4" creationId="{324DCB16-90F3-C542-894E-04D0A625EB6A}"/>
          </ac:spMkLst>
        </pc:spChg>
      </pc:sldChg>
      <pc:sldChg chg="modSp del">
        <pc:chgData name="YANG Guomin" userId="dccf0981-1625-43db-a7d9-40d73e3f3472" providerId="ADAL" clId="{FEC00686-EBE3-4968-91C8-699347C2FED5}" dt="2025-09-18T09:06:18.642" v="402" actId="47"/>
        <pc:sldMkLst>
          <pc:docMk/>
          <pc:sldMk cId="1107806607" sldId="459"/>
        </pc:sldMkLst>
      </pc:sldChg>
      <pc:sldChg chg="modSp add del mod">
        <pc:chgData name="YANG Guomin" userId="dccf0981-1625-43db-a7d9-40d73e3f3472" providerId="ADAL" clId="{FEC00686-EBE3-4968-91C8-699347C2FED5}" dt="2025-09-18T09:06:30.987" v="408" actId="27636"/>
        <pc:sldMkLst>
          <pc:docMk/>
          <pc:sldMk cId="4286083204" sldId="606"/>
        </pc:sldMkLst>
        <pc:spChg chg="mod">
          <ac:chgData name="YANG Guomin" userId="dccf0981-1625-43db-a7d9-40d73e3f3472" providerId="ADAL" clId="{FEC00686-EBE3-4968-91C8-699347C2FED5}" dt="2025-09-15T03:41:33.501" v="89"/>
          <ac:spMkLst>
            <pc:docMk/>
            <pc:sldMk cId="4286083204" sldId="606"/>
            <ac:spMk id="2" creationId="{00000000-0000-0000-0000-000000000000}"/>
          </ac:spMkLst>
        </pc:spChg>
        <pc:spChg chg="mod">
          <ac:chgData name="YANG Guomin" userId="dccf0981-1625-43db-a7d9-40d73e3f3472" providerId="ADAL" clId="{FEC00686-EBE3-4968-91C8-699347C2FED5}" dt="2025-09-18T09:06:30.987" v="408" actId="27636"/>
          <ac:spMkLst>
            <pc:docMk/>
            <pc:sldMk cId="4286083204" sldId="606"/>
            <ac:spMk id="6" creationId="{4F83C36B-ECDC-714A-BB1B-FF8C7C72D1B8}"/>
          </ac:spMkLst>
        </pc:spChg>
      </pc:sldChg>
      <pc:sldChg chg="modSp add del">
        <pc:chgData name="YANG Guomin" userId="dccf0981-1625-43db-a7d9-40d73e3f3472" providerId="ADAL" clId="{FEC00686-EBE3-4968-91C8-699347C2FED5}" dt="2025-09-18T09:06:30.928" v="407"/>
        <pc:sldMkLst>
          <pc:docMk/>
          <pc:sldMk cId="1597306093" sldId="611"/>
        </pc:sldMkLst>
        <pc:spChg chg="mod">
          <ac:chgData name="YANG Guomin" userId="dccf0981-1625-43db-a7d9-40d73e3f3472" providerId="ADAL" clId="{FEC00686-EBE3-4968-91C8-699347C2FED5}" dt="2025-09-15T03:41:33.501" v="89"/>
          <ac:spMkLst>
            <pc:docMk/>
            <pc:sldMk cId="1597306093" sldId="611"/>
            <ac:spMk id="2" creationId="{00000000-0000-0000-0000-000000000000}"/>
          </ac:spMkLst>
        </pc:spChg>
      </pc:sldChg>
      <pc:sldChg chg="modSp del">
        <pc:chgData name="YANG Guomin" userId="dccf0981-1625-43db-a7d9-40d73e3f3472" providerId="ADAL" clId="{FEC00686-EBE3-4968-91C8-699347C2FED5}" dt="2025-09-18T09:06:27.258" v="406" actId="47"/>
        <pc:sldMkLst>
          <pc:docMk/>
          <pc:sldMk cId="3433405529" sldId="613"/>
        </pc:sldMkLst>
      </pc:sldChg>
      <pc:sldChg chg="modSp mod">
        <pc:chgData name="YANG Guomin" userId="dccf0981-1625-43db-a7d9-40d73e3f3472" providerId="ADAL" clId="{FEC00686-EBE3-4968-91C8-699347C2FED5}" dt="2025-09-18T09:07:31.586" v="416" actId="20577"/>
        <pc:sldMkLst>
          <pc:docMk/>
          <pc:sldMk cId="2642635887" sldId="614"/>
        </pc:sldMkLst>
        <pc:spChg chg="mod">
          <ac:chgData name="YANG Guomin" userId="dccf0981-1625-43db-a7d9-40d73e3f3472" providerId="ADAL" clId="{FEC00686-EBE3-4968-91C8-699347C2FED5}" dt="2025-09-18T09:07:31.586" v="416" actId="20577"/>
          <ac:spMkLst>
            <pc:docMk/>
            <pc:sldMk cId="2642635887" sldId="614"/>
            <ac:spMk id="2" creationId="{00000000-0000-0000-0000-000000000000}"/>
          </ac:spMkLst>
        </pc:spChg>
        <pc:spChg chg="mod">
          <ac:chgData name="YANG Guomin" userId="dccf0981-1625-43db-a7d9-40d73e3f3472" providerId="ADAL" clId="{FEC00686-EBE3-4968-91C8-699347C2FED5}" dt="2025-09-15T03:41:33.501" v="89"/>
          <ac:spMkLst>
            <pc:docMk/>
            <pc:sldMk cId="2642635887" sldId="614"/>
            <ac:spMk id="17" creationId="{F9DBBB0B-1D56-CA43-B9BE-4A40E0F109F2}"/>
          </ac:spMkLst>
        </pc:spChg>
      </pc:sldChg>
      <pc:sldChg chg="modSp">
        <pc:chgData name="YANG Guomin" userId="dccf0981-1625-43db-a7d9-40d73e3f3472" providerId="ADAL" clId="{FEC00686-EBE3-4968-91C8-699347C2FED5}" dt="2025-09-15T03:41:33.501" v="89"/>
        <pc:sldMkLst>
          <pc:docMk/>
          <pc:sldMk cId="4060447532" sldId="616"/>
        </pc:sldMkLst>
        <pc:spChg chg="mod">
          <ac:chgData name="YANG Guomin" userId="dccf0981-1625-43db-a7d9-40d73e3f3472" providerId="ADAL" clId="{FEC00686-EBE3-4968-91C8-699347C2FED5}" dt="2025-09-15T03:41:33.501" v="89"/>
          <ac:spMkLst>
            <pc:docMk/>
            <pc:sldMk cId="4060447532" sldId="616"/>
            <ac:spMk id="2" creationId="{00000000-0000-0000-0000-000000000000}"/>
          </ac:spMkLst>
        </pc:spChg>
        <pc:spChg chg="mod">
          <ac:chgData name="YANG Guomin" userId="dccf0981-1625-43db-a7d9-40d73e3f3472" providerId="ADAL" clId="{FEC00686-EBE3-4968-91C8-699347C2FED5}" dt="2025-09-15T03:41:33.501" v="89"/>
          <ac:spMkLst>
            <pc:docMk/>
            <pc:sldMk cId="4060447532" sldId="616"/>
            <ac:spMk id="6" creationId="{08677DDE-AF9D-DF41-85F9-DC513BFA3D32}"/>
          </ac:spMkLst>
        </pc:spChg>
        <pc:spChg chg="mod">
          <ac:chgData name="YANG Guomin" userId="dccf0981-1625-43db-a7d9-40d73e3f3472" providerId="ADAL" clId="{FEC00686-EBE3-4968-91C8-699347C2FED5}" dt="2025-09-15T03:41:33.501" v="89"/>
          <ac:spMkLst>
            <pc:docMk/>
            <pc:sldMk cId="4060447532" sldId="616"/>
            <ac:spMk id="8" creationId="{1FA16C36-3885-3B48-B3D4-20E9688B3D53}"/>
          </ac:spMkLst>
        </pc:spChg>
      </pc:sldChg>
      <pc:sldChg chg="modSp">
        <pc:chgData name="YANG Guomin" userId="dccf0981-1625-43db-a7d9-40d73e3f3472" providerId="ADAL" clId="{FEC00686-EBE3-4968-91C8-699347C2FED5}" dt="2025-09-15T03:41:33.501" v="89"/>
        <pc:sldMkLst>
          <pc:docMk/>
          <pc:sldMk cId="3679141321" sldId="617"/>
        </pc:sldMkLst>
        <pc:spChg chg="mod">
          <ac:chgData name="YANG Guomin" userId="dccf0981-1625-43db-a7d9-40d73e3f3472" providerId="ADAL" clId="{FEC00686-EBE3-4968-91C8-699347C2FED5}" dt="2025-09-15T03:41:33.501" v="89"/>
          <ac:spMkLst>
            <pc:docMk/>
            <pc:sldMk cId="3679141321" sldId="617"/>
            <ac:spMk id="2" creationId="{00000000-0000-0000-0000-000000000000}"/>
          </ac:spMkLst>
        </pc:spChg>
        <pc:spChg chg="mod">
          <ac:chgData name="YANG Guomin" userId="dccf0981-1625-43db-a7d9-40d73e3f3472" providerId="ADAL" clId="{FEC00686-EBE3-4968-91C8-699347C2FED5}" dt="2025-09-15T03:41:33.501" v="89"/>
          <ac:spMkLst>
            <pc:docMk/>
            <pc:sldMk cId="3679141321" sldId="617"/>
            <ac:spMk id="6" creationId="{13A10360-49D0-C446-A5DB-C177D588E72A}"/>
          </ac:spMkLst>
        </pc:spChg>
        <pc:spChg chg="mod">
          <ac:chgData name="YANG Guomin" userId="dccf0981-1625-43db-a7d9-40d73e3f3472" providerId="ADAL" clId="{FEC00686-EBE3-4968-91C8-699347C2FED5}" dt="2025-09-15T03:41:33.501" v="89"/>
          <ac:spMkLst>
            <pc:docMk/>
            <pc:sldMk cId="3679141321" sldId="617"/>
            <ac:spMk id="8" creationId="{26D9B688-74B0-C843-BE8A-2CC0DCC04909}"/>
          </ac:spMkLst>
        </pc:spChg>
      </pc:sldChg>
      <pc:sldChg chg="modSp">
        <pc:chgData name="YANG Guomin" userId="dccf0981-1625-43db-a7d9-40d73e3f3472" providerId="ADAL" clId="{FEC00686-EBE3-4968-91C8-699347C2FED5}" dt="2025-09-15T03:41:33.501" v="89"/>
        <pc:sldMkLst>
          <pc:docMk/>
          <pc:sldMk cId="668558208" sldId="621"/>
        </pc:sldMkLst>
        <pc:spChg chg="mod">
          <ac:chgData name="YANG Guomin" userId="dccf0981-1625-43db-a7d9-40d73e3f3472" providerId="ADAL" clId="{FEC00686-EBE3-4968-91C8-699347C2FED5}" dt="2025-09-15T03:41:33.501" v="89"/>
          <ac:spMkLst>
            <pc:docMk/>
            <pc:sldMk cId="668558208" sldId="621"/>
            <ac:spMk id="2" creationId="{00000000-0000-0000-0000-000000000000}"/>
          </ac:spMkLst>
        </pc:spChg>
      </pc:sldChg>
      <pc:sldChg chg="modSp del">
        <pc:chgData name="YANG Guomin" userId="dccf0981-1625-43db-a7d9-40d73e3f3472" providerId="ADAL" clId="{FEC00686-EBE3-4968-91C8-699347C2FED5}" dt="2025-09-18T09:04:19.230" v="401" actId="47"/>
        <pc:sldMkLst>
          <pc:docMk/>
          <pc:sldMk cId="3184753148" sldId="624"/>
        </pc:sldMkLst>
      </pc:sldChg>
      <pc:sldChg chg="modSp add del">
        <pc:chgData name="YANG Guomin" userId="dccf0981-1625-43db-a7d9-40d73e3f3472" providerId="ADAL" clId="{FEC00686-EBE3-4968-91C8-699347C2FED5}" dt="2025-09-18T09:06:30.928" v="407"/>
        <pc:sldMkLst>
          <pc:docMk/>
          <pc:sldMk cId="177557974" sldId="666"/>
        </pc:sldMkLst>
        <pc:spChg chg="mod">
          <ac:chgData name="YANG Guomin" userId="dccf0981-1625-43db-a7d9-40d73e3f3472" providerId="ADAL" clId="{FEC00686-EBE3-4968-91C8-699347C2FED5}" dt="2025-09-15T03:41:33.501" v="89"/>
          <ac:spMkLst>
            <pc:docMk/>
            <pc:sldMk cId="177557974" sldId="666"/>
            <ac:spMk id="21508" creationId="{00000000-0000-0000-0000-000000000000}"/>
          </ac:spMkLst>
        </pc:spChg>
      </pc:sldChg>
      <pc:sldChg chg="addSp delSp modSp mod modClrScheme chgLayout">
        <pc:chgData name="YANG Guomin" userId="dccf0981-1625-43db-a7d9-40d73e3f3472" providerId="ADAL" clId="{FEC00686-EBE3-4968-91C8-699347C2FED5}" dt="2025-09-15T03:45:06.129" v="124" actId="700"/>
        <pc:sldMkLst>
          <pc:docMk/>
          <pc:sldMk cId="3897084632" sldId="706"/>
        </pc:sldMkLst>
        <pc:spChg chg="add mod ord">
          <ac:chgData name="YANG Guomin" userId="dccf0981-1625-43db-a7d9-40d73e3f3472" providerId="ADAL" clId="{FEC00686-EBE3-4968-91C8-699347C2FED5}" dt="2025-09-15T03:45:06.129" v="124" actId="700"/>
          <ac:spMkLst>
            <pc:docMk/>
            <pc:sldMk cId="3897084632" sldId="706"/>
            <ac:spMk id="2" creationId="{39110F1C-5A2C-A0DA-FB58-7106FE98E7BE}"/>
          </ac:spMkLst>
        </pc:spChg>
        <pc:spChg chg="mod ord">
          <ac:chgData name="YANG Guomin" userId="dccf0981-1625-43db-a7d9-40d73e3f3472" providerId="ADAL" clId="{FEC00686-EBE3-4968-91C8-699347C2FED5}" dt="2025-09-15T03:45:06.129" v="124" actId="700"/>
          <ac:spMkLst>
            <pc:docMk/>
            <pc:sldMk cId="3897084632" sldId="706"/>
            <ac:spMk id="4" creationId="{0B1429C8-B2FC-8142-8894-652B5088A9CA}"/>
          </ac:spMkLst>
        </pc:spChg>
        <pc:spChg chg="mod ord">
          <ac:chgData name="YANG Guomin" userId="dccf0981-1625-43db-a7d9-40d73e3f3472" providerId="ADAL" clId="{FEC00686-EBE3-4968-91C8-699347C2FED5}" dt="2025-09-15T03:45:06.129" v="124" actId="700"/>
          <ac:spMkLst>
            <pc:docMk/>
            <pc:sldMk cId="3897084632" sldId="706"/>
            <ac:spMk id="7" creationId="{DD616B9F-3966-CC49-92B0-1EF54158FE83}"/>
          </ac:spMkLst>
        </pc:spChg>
      </pc:sldChg>
      <pc:sldChg chg="addSp delSp modSp mod modClrScheme chgLayout">
        <pc:chgData name="YANG Guomin" userId="dccf0981-1625-43db-a7d9-40d73e3f3472" providerId="ADAL" clId="{FEC00686-EBE3-4968-91C8-699347C2FED5}" dt="2025-09-15T03:45:16.849" v="126" actId="700"/>
        <pc:sldMkLst>
          <pc:docMk/>
          <pc:sldMk cId="3161920343" sldId="707"/>
        </pc:sldMkLst>
        <pc:spChg chg="add mod ord">
          <ac:chgData name="YANG Guomin" userId="dccf0981-1625-43db-a7d9-40d73e3f3472" providerId="ADAL" clId="{FEC00686-EBE3-4968-91C8-699347C2FED5}" dt="2025-09-15T03:45:16.849" v="126" actId="700"/>
          <ac:spMkLst>
            <pc:docMk/>
            <pc:sldMk cId="3161920343" sldId="707"/>
            <ac:spMk id="2" creationId="{C222635E-21A2-DFBA-F640-E3C7AAFB050B}"/>
          </ac:spMkLst>
        </pc:spChg>
        <pc:spChg chg="mod ord">
          <ac:chgData name="YANG Guomin" userId="dccf0981-1625-43db-a7d9-40d73e3f3472" providerId="ADAL" clId="{FEC00686-EBE3-4968-91C8-699347C2FED5}" dt="2025-09-15T03:45:16.849" v="126" actId="700"/>
          <ac:spMkLst>
            <pc:docMk/>
            <pc:sldMk cId="3161920343" sldId="707"/>
            <ac:spMk id="5" creationId="{CB1D2DD7-3122-244B-8E9D-ECF1C63D7801}"/>
          </ac:spMkLst>
        </pc:spChg>
        <pc:spChg chg="mod ord">
          <ac:chgData name="YANG Guomin" userId="dccf0981-1625-43db-a7d9-40d73e3f3472" providerId="ADAL" clId="{FEC00686-EBE3-4968-91C8-699347C2FED5}" dt="2025-09-15T03:45:16.849" v="126" actId="700"/>
          <ac:spMkLst>
            <pc:docMk/>
            <pc:sldMk cId="3161920343" sldId="707"/>
            <ac:spMk id="6" creationId="{B6908CA5-5F2D-6D43-8177-C63546502610}"/>
          </ac:spMkLst>
        </pc:spChg>
      </pc:sldChg>
      <pc:sldChg chg="addSp delSp modSp mod modClrScheme chgLayout">
        <pc:chgData name="YANG Guomin" userId="dccf0981-1625-43db-a7d9-40d73e3f3472" providerId="ADAL" clId="{FEC00686-EBE3-4968-91C8-699347C2FED5}" dt="2025-09-15T03:45:11.468" v="125" actId="700"/>
        <pc:sldMkLst>
          <pc:docMk/>
          <pc:sldMk cId="1689988422" sldId="708"/>
        </pc:sldMkLst>
        <pc:spChg chg="mod ord">
          <ac:chgData name="YANG Guomin" userId="dccf0981-1625-43db-a7d9-40d73e3f3472" providerId="ADAL" clId="{FEC00686-EBE3-4968-91C8-699347C2FED5}" dt="2025-09-15T03:45:11.468" v="125" actId="700"/>
          <ac:spMkLst>
            <pc:docMk/>
            <pc:sldMk cId="1689988422" sldId="708"/>
            <ac:spMk id="2" creationId="{C85AAB93-AE07-6445-959A-B41B24E20AA1}"/>
          </ac:spMkLst>
        </pc:spChg>
        <pc:spChg chg="mod ord">
          <ac:chgData name="YANG Guomin" userId="dccf0981-1625-43db-a7d9-40d73e3f3472" providerId="ADAL" clId="{FEC00686-EBE3-4968-91C8-699347C2FED5}" dt="2025-09-15T03:45:11.468" v="125" actId="700"/>
          <ac:spMkLst>
            <pc:docMk/>
            <pc:sldMk cId="1689988422" sldId="708"/>
            <ac:spMk id="4" creationId="{B3A55812-B88F-B441-AC4E-A4EBB883E779}"/>
          </ac:spMkLst>
        </pc:spChg>
        <pc:spChg chg="add mod ord">
          <ac:chgData name="YANG Guomin" userId="dccf0981-1625-43db-a7d9-40d73e3f3472" providerId="ADAL" clId="{FEC00686-EBE3-4968-91C8-699347C2FED5}" dt="2025-09-15T03:45:11.468" v="125" actId="700"/>
          <ac:spMkLst>
            <pc:docMk/>
            <pc:sldMk cId="1689988422" sldId="708"/>
            <ac:spMk id="14" creationId="{9C4AAFC2-61F7-9F47-EA96-45152995A006}"/>
          </ac:spMkLst>
        </pc:spChg>
      </pc:sldChg>
      <pc:sldChg chg="modSp mod">
        <pc:chgData name="YANG Guomin" userId="dccf0981-1625-43db-a7d9-40d73e3f3472" providerId="ADAL" clId="{FEC00686-EBE3-4968-91C8-699347C2FED5}" dt="2025-09-15T04:37:56.271" v="272" actId="20577"/>
        <pc:sldMkLst>
          <pc:docMk/>
          <pc:sldMk cId="158497870" sldId="709"/>
        </pc:sldMkLst>
        <pc:spChg chg="mod">
          <ac:chgData name="YANG Guomin" userId="dccf0981-1625-43db-a7d9-40d73e3f3472" providerId="ADAL" clId="{FEC00686-EBE3-4968-91C8-699347C2FED5}" dt="2025-09-15T03:41:33.501" v="89"/>
          <ac:spMkLst>
            <pc:docMk/>
            <pc:sldMk cId="158497870" sldId="709"/>
            <ac:spMk id="2" creationId="{047CD553-41C1-EFD4-74CE-8DD8760E751B}"/>
          </ac:spMkLst>
        </pc:spChg>
        <pc:spChg chg="mod">
          <ac:chgData name="YANG Guomin" userId="dccf0981-1625-43db-a7d9-40d73e3f3472" providerId="ADAL" clId="{FEC00686-EBE3-4968-91C8-699347C2FED5}" dt="2025-09-15T03:41:33.501" v="89"/>
          <ac:spMkLst>
            <pc:docMk/>
            <pc:sldMk cId="158497870" sldId="709"/>
            <ac:spMk id="3" creationId="{E738571C-957C-5AB1-5868-9681FA485D66}"/>
          </ac:spMkLst>
        </pc:spChg>
        <pc:spChg chg="mod">
          <ac:chgData name="YANG Guomin" userId="dccf0981-1625-43db-a7d9-40d73e3f3472" providerId="ADAL" clId="{FEC00686-EBE3-4968-91C8-699347C2FED5}" dt="2025-09-15T04:37:56.271" v="272" actId="20577"/>
          <ac:spMkLst>
            <pc:docMk/>
            <pc:sldMk cId="158497870" sldId="709"/>
            <ac:spMk id="4" creationId="{ABD0977E-AE7D-8108-3394-15F94FAB91FC}"/>
          </ac:spMkLst>
        </pc:spChg>
        <pc:spChg chg="mod">
          <ac:chgData name="YANG Guomin" userId="dccf0981-1625-43db-a7d9-40d73e3f3472" providerId="ADAL" clId="{FEC00686-EBE3-4968-91C8-699347C2FED5}" dt="2025-09-15T03:57:38.944" v="164" actId="207"/>
          <ac:spMkLst>
            <pc:docMk/>
            <pc:sldMk cId="158497870" sldId="709"/>
            <ac:spMk id="5" creationId="{A33FD588-F9DC-46E4-34D3-59BD8DB97696}"/>
          </ac:spMkLst>
        </pc:spChg>
      </pc:sldChg>
      <pc:sldChg chg="modSp mod">
        <pc:chgData name="YANG Guomin" userId="dccf0981-1625-43db-a7d9-40d73e3f3472" providerId="ADAL" clId="{FEC00686-EBE3-4968-91C8-699347C2FED5}" dt="2025-09-18T09:09:36.185" v="460" actId="20577"/>
        <pc:sldMkLst>
          <pc:docMk/>
          <pc:sldMk cId="2552948368" sldId="710"/>
        </pc:sldMkLst>
        <pc:spChg chg="mod">
          <ac:chgData name="YANG Guomin" userId="dccf0981-1625-43db-a7d9-40d73e3f3472" providerId="ADAL" clId="{FEC00686-EBE3-4968-91C8-699347C2FED5}" dt="2025-09-15T03:41:33.501" v="89"/>
          <ac:spMkLst>
            <pc:docMk/>
            <pc:sldMk cId="2552948368" sldId="710"/>
            <ac:spMk id="2" creationId="{1B104A43-D2D8-C990-B73C-53A465851537}"/>
          </ac:spMkLst>
        </pc:spChg>
        <pc:spChg chg="mod">
          <ac:chgData name="YANG Guomin" userId="dccf0981-1625-43db-a7d9-40d73e3f3472" providerId="ADAL" clId="{FEC00686-EBE3-4968-91C8-699347C2FED5}" dt="2025-09-15T03:41:33.501" v="89"/>
          <ac:spMkLst>
            <pc:docMk/>
            <pc:sldMk cId="2552948368" sldId="710"/>
            <ac:spMk id="3" creationId="{64AEA076-6741-9F61-80FA-8EA0B4A97DB9}"/>
          </ac:spMkLst>
        </pc:spChg>
        <pc:spChg chg="mod">
          <ac:chgData name="YANG Guomin" userId="dccf0981-1625-43db-a7d9-40d73e3f3472" providerId="ADAL" clId="{FEC00686-EBE3-4968-91C8-699347C2FED5}" dt="2025-09-15T04:01:00.002" v="173" actId="1076"/>
          <ac:spMkLst>
            <pc:docMk/>
            <pc:sldMk cId="2552948368" sldId="710"/>
            <ac:spMk id="4" creationId="{0411F401-D323-CC51-E2A4-80655FB23D80}"/>
          </ac:spMkLst>
        </pc:spChg>
        <pc:spChg chg="mod">
          <ac:chgData name="YANG Guomin" userId="dccf0981-1625-43db-a7d9-40d73e3f3472" providerId="ADAL" clId="{FEC00686-EBE3-4968-91C8-699347C2FED5}" dt="2025-09-18T09:09:36.185" v="460" actId="20577"/>
          <ac:spMkLst>
            <pc:docMk/>
            <pc:sldMk cId="2552948368" sldId="710"/>
            <ac:spMk id="5" creationId="{93D282D6-41F0-2F5F-1D91-5A5679F9B1FC}"/>
          </ac:spMkLst>
        </pc:spChg>
      </pc:sldChg>
      <pc:sldChg chg="modSp mod">
        <pc:chgData name="YANG Guomin" userId="dccf0981-1625-43db-a7d9-40d73e3f3472" providerId="ADAL" clId="{FEC00686-EBE3-4968-91C8-699347C2FED5}" dt="2025-09-15T03:42:29.449" v="99" actId="207"/>
        <pc:sldMkLst>
          <pc:docMk/>
          <pc:sldMk cId="3720525278" sldId="711"/>
        </pc:sldMkLst>
        <pc:spChg chg="mod">
          <ac:chgData name="YANG Guomin" userId="dccf0981-1625-43db-a7d9-40d73e3f3472" providerId="ADAL" clId="{FEC00686-EBE3-4968-91C8-699347C2FED5}" dt="2025-09-15T03:41:33.501" v="89"/>
          <ac:spMkLst>
            <pc:docMk/>
            <pc:sldMk cId="3720525278" sldId="711"/>
            <ac:spMk id="2" creationId="{00000000-0000-0000-0000-000000000000}"/>
          </ac:spMkLst>
        </pc:spChg>
        <pc:spChg chg="mod">
          <ac:chgData name="YANG Guomin" userId="dccf0981-1625-43db-a7d9-40d73e3f3472" providerId="ADAL" clId="{FEC00686-EBE3-4968-91C8-699347C2FED5}" dt="2025-09-15T03:41:33.501" v="89"/>
          <ac:spMkLst>
            <pc:docMk/>
            <pc:sldMk cId="3720525278" sldId="711"/>
            <ac:spMk id="8" creationId="{00000000-0000-0000-0000-000000000000}"/>
          </ac:spMkLst>
        </pc:spChg>
        <pc:spChg chg="mod">
          <ac:chgData name="YANG Guomin" userId="dccf0981-1625-43db-a7d9-40d73e3f3472" providerId="ADAL" clId="{FEC00686-EBE3-4968-91C8-699347C2FED5}" dt="2025-09-15T03:42:29.449" v="99" actId="207"/>
          <ac:spMkLst>
            <pc:docMk/>
            <pc:sldMk cId="3720525278" sldId="711"/>
            <ac:spMk id="11" creationId="{F59EEDEB-B981-1C4B-A3F7-C8192911ABE0}"/>
          </ac:spMkLst>
        </pc:spChg>
      </pc:sldChg>
      <pc:sldChg chg="addSp delSp modSp mod">
        <pc:chgData name="YANG Guomin" userId="dccf0981-1625-43db-a7d9-40d73e3f3472" providerId="ADAL" clId="{FEC00686-EBE3-4968-91C8-699347C2FED5}" dt="2025-09-15T03:47:15.554" v="132"/>
        <pc:sldMkLst>
          <pc:docMk/>
          <pc:sldMk cId="2735640585" sldId="712"/>
        </pc:sldMkLst>
        <pc:spChg chg="mod">
          <ac:chgData name="YANG Guomin" userId="dccf0981-1625-43db-a7d9-40d73e3f3472" providerId="ADAL" clId="{FEC00686-EBE3-4968-91C8-699347C2FED5}" dt="2025-09-15T03:41:33.501" v="89"/>
          <ac:spMkLst>
            <pc:docMk/>
            <pc:sldMk cId="2735640585" sldId="712"/>
            <ac:spMk id="3" creationId="{9CE75715-AC94-54AC-FC10-5C0EDB380367}"/>
          </ac:spMkLst>
        </pc:spChg>
        <pc:spChg chg="mod">
          <ac:chgData name="YANG Guomin" userId="dccf0981-1625-43db-a7d9-40d73e3f3472" providerId="ADAL" clId="{FEC00686-EBE3-4968-91C8-699347C2FED5}" dt="2025-09-15T03:46:42.646" v="128" actId="207"/>
          <ac:spMkLst>
            <pc:docMk/>
            <pc:sldMk cId="2735640585" sldId="712"/>
            <ac:spMk id="14" creationId="{03508279-8D10-1E3B-6AB2-C8A15FD3B6E2}"/>
          </ac:spMkLst>
        </pc:spChg>
        <pc:spChg chg="add mod">
          <ac:chgData name="YANG Guomin" userId="dccf0981-1625-43db-a7d9-40d73e3f3472" providerId="ADAL" clId="{FEC00686-EBE3-4968-91C8-699347C2FED5}" dt="2025-09-15T03:47:15.554" v="132"/>
          <ac:spMkLst>
            <pc:docMk/>
            <pc:sldMk cId="2735640585" sldId="712"/>
            <ac:spMk id="17" creationId="{17CC7D89-5CF3-C0B9-3BC3-53D7A114B593}"/>
          </ac:spMkLst>
        </pc:spChg>
      </pc:sldChg>
      <pc:sldChg chg="modSp">
        <pc:chgData name="YANG Guomin" userId="dccf0981-1625-43db-a7d9-40d73e3f3472" providerId="ADAL" clId="{FEC00686-EBE3-4968-91C8-699347C2FED5}" dt="2025-09-15T03:41:33.501" v="89"/>
        <pc:sldMkLst>
          <pc:docMk/>
          <pc:sldMk cId="3918525517" sldId="713"/>
        </pc:sldMkLst>
        <pc:spChg chg="mod">
          <ac:chgData name="YANG Guomin" userId="dccf0981-1625-43db-a7d9-40d73e3f3472" providerId="ADAL" clId="{FEC00686-EBE3-4968-91C8-699347C2FED5}" dt="2025-09-15T03:41:33.501" v="89"/>
          <ac:spMkLst>
            <pc:docMk/>
            <pc:sldMk cId="3918525517" sldId="713"/>
            <ac:spMk id="2" creationId="{F6ECF25C-06B6-81E1-6749-AFF4255CE668}"/>
          </ac:spMkLst>
        </pc:spChg>
        <pc:spChg chg="mod">
          <ac:chgData name="YANG Guomin" userId="dccf0981-1625-43db-a7d9-40d73e3f3472" providerId="ADAL" clId="{FEC00686-EBE3-4968-91C8-699347C2FED5}" dt="2025-09-15T03:41:33.501" v="89"/>
          <ac:spMkLst>
            <pc:docMk/>
            <pc:sldMk cId="3918525517" sldId="713"/>
            <ac:spMk id="3" creationId="{E5CA6BB3-FA09-7C63-D115-62C91896963B}"/>
          </ac:spMkLst>
        </pc:spChg>
        <pc:spChg chg="mod">
          <ac:chgData name="YANG Guomin" userId="dccf0981-1625-43db-a7d9-40d73e3f3472" providerId="ADAL" clId="{FEC00686-EBE3-4968-91C8-699347C2FED5}" dt="2025-09-15T03:41:33.501" v="89"/>
          <ac:spMkLst>
            <pc:docMk/>
            <pc:sldMk cId="3918525517" sldId="713"/>
            <ac:spMk id="4" creationId="{F3607343-7066-0994-9A4F-673704CC3A02}"/>
          </ac:spMkLst>
        </pc:spChg>
      </pc:sldChg>
      <pc:sldMasterChg chg="addSp">
        <pc:chgData name="YANG Guomin" userId="dccf0981-1625-43db-a7d9-40d73e3f3472" providerId="ADAL" clId="{FEC00686-EBE3-4968-91C8-699347C2FED5}" dt="2025-09-15T03:41:33.501" v="89"/>
        <pc:sldMasterMkLst>
          <pc:docMk/>
          <pc:sldMasterMk cId="1082334518" sldId="2147483826"/>
        </pc:sldMasterMkLst>
        <pc:spChg chg="add">
          <ac:chgData name="YANG Guomin" userId="dccf0981-1625-43db-a7d9-40d73e3f3472" providerId="ADAL" clId="{FEC00686-EBE3-4968-91C8-699347C2FED5}" dt="2025-09-15T03:41:33.501" v="89"/>
          <ac:spMkLst>
            <pc:docMk/>
            <pc:sldMasterMk cId="1082334518" sldId="2147483826"/>
            <ac:spMk id="7" creationId="{D3101584-B039-B2F0-39B7-CCDEA1AC8196}"/>
          </ac:spMkLst>
        </pc:spChg>
        <pc:spChg chg="add">
          <ac:chgData name="YANG Guomin" userId="dccf0981-1625-43db-a7d9-40d73e3f3472" providerId="ADAL" clId="{FEC00686-EBE3-4968-91C8-699347C2FED5}" dt="2025-09-15T03:41:33.501" v="89"/>
          <ac:spMkLst>
            <pc:docMk/>
            <pc:sldMasterMk cId="1082334518" sldId="2147483826"/>
            <ac:spMk id="8" creationId="{43193C59-28CE-B406-0FB4-65C6BA3B7C0B}"/>
          </ac:spMkLst>
        </pc:spChg>
        <pc:spChg chg="add">
          <ac:chgData name="YANG Guomin" userId="dccf0981-1625-43db-a7d9-40d73e3f3472" providerId="ADAL" clId="{FEC00686-EBE3-4968-91C8-699347C2FED5}" dt="2025-09-15T03:41:33.501" v="89"/>
          <ac:spMkLst>
            <pc:docMk/>
            <pc:sldMasterMk cId="1082334518" sldId="2147483826"/>
            <ac:spMk id="12" creationId="{055C56E2-166A-5216-B88F-9897FDE2BD17}"/>
          </ac:spMkLst>
        </pc:spChg>
        <pc:grpChg chg="add">
          <ac:chgData name="YANG Guomin" userId="dccf0981-1625-43db-a7d9-40d73e3f3472" providerId="ADAL" clId="{FEC00686-EBE3-4968-91C8-699347C2FED5}" dt="2025-09-15T03:41:33.501" v="89"/>
          <ac:grpSpMkLst>
            <pc:docMk/>
            <pc:sldMasterMk cId="1082334518" sldId="2147483826"/>
            <ac:grpSpMk id="9" creationId="{14DAA788-6E6E-08B2-FC5D-07938664C178}"/>
          </ac:grpSpMkLst>
        </pc:grpChg>
      </pc:sldMasterChg>
    </pc:docChg>
  </pc:docChgLst>
  <pc:docChgLst>
    <pc:chgData name="YANG Guomin" userId="dccf0981-1625-43db-a7d9-40d73e3f3472" providerId="ADAL" clId="{849D052E-C5F2-2B43-8339-7CB0EE44B032}"/>
    <pc:docChg chg="custSel addSld delSld modSld modMainMaster">
      <pc:chgData name="YANG Guomin" userId="dccf0981-1625-43db-a7d9-40d73e3f3472" providerId="ADAL" clId="{849D052E-C5F2-2B43-8339-7CB0EE44B032}" dt="2023-02-08T03:55:27.389" v="427" actId="729"/>
      <pc:docMkLst>
        <pc:docMk/>
      </pc:docMkLst>
      <pc:sldChg chg="add del">
        <pc:chgData name="YANG Guomin" userId="dccf0981-1625-43db-a7d9-40d73e3f3472" providerId="ADAL" clId="{849D052E-C5F2-2B43-8339-7CB0EE44B032}" dt="2023-02-08T03:30:59.753" v="5"/>
        <pc:sldMkLst>
          <pc:docMk/>
          <pc:sldMk cId="1291997500" sldId="264"/>
        </pc:sldMkLst>
      </pc:sldChg>
      <pc:sldChg chg="add del">
        <pc:chgData name="YANG Guomin" userId="dccf0981-1625-43db-a7d9-40d73e3f3472" providerId="ADAL" clId="{849D052E-C5F2-2B43-8339-7CB0EE44B032}" dt="2023-02-08T03:30:59.753" v="5"/>
        <pc:sldMkLst>
          <pc:docMk/>
          <pc:sldMk cId="2563228318" sldId="265"/>
        </pc:sldMkLst>
      </pc:sldChg>
      <pc:sldChg chg="add del">
        <pc:chgData name="YANG Guomin" userId="dccf0981-1625-43db-a7d9-40d73e3f3472" providerId="ADAL" clId="{849D052E-C5F2-2B43-8339-7CB0EE44B032}" dt="2023-02-08T03:30:59.753" v="5"/>
        <pc:sldMkLst>
          <pc:docMk/>
          <pc:sldMk cId="1428692447" sldId="266"/>
        </pc:sldMkLst>
      </pc:sldChg>
      <pc:sldChg chg="modSp mod">
        <pc:chgData name="YANG Guomin" userId="dccf0981-1625-43db-a7d9-40d73e3f3472" providerId="ADAL" clId="{849D052E-C5F2-2B43-8339-7CB0EE44B032}" dt="2023-02-08T03:23:33.416" v="3" actId="1076"/>
        <pc:sldMkLst>
          <pc:docMk/>
          <pc:sldMk cId="4217139441" sldId="396"/>
        </pc:sldMkLst>
      </pc:sldChg>
      <pc:sldChg chg="addSp modSp mod">
        <pc:chgData name="YANG Guomin" userId="dccf0981-1625-43db-a7d9-40d73e3f3472" providerId="ADAL" clId="{849D052E-C5F2-2B43-8339-7CB0EE44B032}" dt="2023-02-08T03:46:46.517" v="423" actId="20577"/>
        <pc:sldMkLst>
          <pc:docMk/>
          <pc:sldMk cId="2985351619" sldId="411"/>
        </pc:sldMkLst>
      </pc:sldChg>
      <pc:sldChg chg="mod modShow">
        <pc:chgData name="YANG Guomin" userId="dccf0981-1625-43db-a7d9-40d73e3f3472" providerId="ADAL" clId="{849D052E-C5F2-2B43-8339-7CB0EE44B032}" dt="2023-02-08T03:55:27.389" v="427" actId="729"/>
        <pc:sldMkLst>
          <pc:docMk/>
          <pc:sldMk cId="1864766702" sldId="421"/>
        </pc:sldMkLst>
      </pc:sldChg>
      <pc:sldChg chg="modSp new mod">
        <pc:chgData name="YANG Guomin" userId="dccf0981-1625-43db-a7d9-40d73e3f3472" providerId="ADAL" clId="{849D052E-C5F2-2B43-8339-7CB0EE44B032}" dt="2023-02-08T03:54:53.477" v="426" actId="20577"/>
        <pc:sldMkLst>
          <pc:docMk/>
          <pc:sldMk cId="1059388739" sldId="667"/>
        </pc:sldMkLst>
      </pc:sldChg>
      <pc:sldChg chg="addSp delSp modSp add mod">
        <pc:chgData name="YANG Guomin" userId="dccf0981-1625-43db-a7d9-40d73e3f3472" providerId="ADAL" clId="{849D052E-C5F2-2B43-8339-7CB0EE44B032}" dt="2023-02-08T03:40:17.878" v="328" actId="20577"/>
        <pc:sldMkLst>
          <pc:docMk/>
          <pc:sldMk cId="1669968855" sldId="668"/>
        </pc:sldMkLst>
      </pc:sldChg>
      <pc:sldChg chg="addSp delSp modSp new mod modAnim">
        <pc:chgData name="YANG Guomin" userId="dccf0981-1625-43db-a7d9-40d73e3f3472" providerId="ADAL" clId="{849D052E-C5F2-2B43-8339-7CB0EE44B032}" dt="2023-02-08T03:41:37.063" v="358"/>
        <pc:sldMkLst>
          <pc:docMk/>
          <pc:sldMk cId="3044246109" sldId="669"/>
        </pc:sldMkLst>
      </pc:sldChg>
      <pc:sldMasterChg chg="delSp mod">
        <pc:chgData name="YANG Guomin" userId="dccf0981-1625-43db-a7d9-40d73e3f3472" providerId="ADAL" clId="{849D052E-C5F2-2B43-8339-7CB0EE44B032}" dt="2023-02-08T03:11:41.183" v="1" actId="478"/>
        <pc:sldMasterMkLst>
          <pc:docMk/>
          <pc:sldMasterMk cId="3286693295" sldId="2147483792"/>
        </pc:sldMasterMkLst>
      </pc:sldMasterChg>
    </pc:docChg>
  </pc:docChgLst>
  <pc:docChgLst>
    <pc:chgData name="YANG Guomin" userId="dccf0981-1625-43db-a7d9-40d73e3f3472" providerId="ADAL" clId="{261453CA-7FB4-43EC-AF3A-53FECD5154AF}"/>
    <pc:docChg chg="undo custSel addSld delSld modSld">
      <pc:chgData name="YANG Guomin" userId="dccf0981-1625-43db-a7d9-40d73e3f3472" providerId="ADAL" clId="{261453CA-7FB4-43EC-AF3A-53FECD5154AF}" dt="2023-09-18T01:55:38.937" v="411"/>
      <pc:docMkLst>
        <pc:docMk/>
      </pc:docMkLst>
      <pc:sldChg chg="modAnim">
        <pc:chgData name="YANG Guomin" userId="dccf0981-1625-43db-a7d9-40d73e3f3472" providerId="ADAL" clId="{261453CA-7FB4-43EC-AF3A-53FECD5154AF}" dt="2023-09-18T01:53:39.954" v="402"/>
        <pc:sldMkLst>
          <pc:docMk/>
          <pc:sldMk cId="3495030394" sldId="282"/>
        </pc:sldMkLst>
      </pc:sldChg>
      <pc:sldChg chg="modSp mod modAnim">
        <pc:chgData name="YANG Guomin" userId="dccf0981-1625-43db-a7d9-40d73e3f3472" providerId="ADAL" clId="{261453CA-7FB4-43EC-AF3A-53FECD5154AF}" dt="2023-09-18T01:54:23.724" v="405"/>
        <pc:sldMkLst>
          <pc:docMk/>
          <pc:sldMk cId="43989231" sldId="346"/>
        </pc:sldMkLst>
      </pc:sldChg>
      <pc:sldChg chg="addSp delSp modSp mod">
        <pc:chgData name="YANG Guomin" userId="dccf0981-1625-43db-a7d9-40d73e3f3472" providerId="ADAL" clId="{261453CA-7FB4-43EC-AF3A-53FECD5154AF}" dt="2023-09-14T03:31:37.474" v="9" actId="478"/>
        <pc:sldMkLst>
          <pc:docMk/>
          <pc:sldMk cId="1890202287" sldId="392"/>
        </pc:sldMkLst>
      </pc:sldChg>
      <pc:sldChg chg="modSp mod modAnim">
        <pc:chgData name="YANG Guomin" userId="dccf0981-1625-43db-a7d9-40d73e3f3472" providerId="ADAL" clId="{261453CA-7FB4-43EC-AF3A-53FECD5154AF}" dt="2023-09-18T01:55:24.245" v="410"/>
        <pc:sldMkLst>
          <pc:docMk/>
          <pc:sldMk cId="2891811295" sldId="394"/>
        </pc:sldMkLst>
      </pc:sldChg>
      <pc:sldChg chg="modSp add del mod modAnim">
        <pc:chgData name="YANG Guomin" userId="dccf0981-1625-43db-a7d9-40d73e3f3472" providerId="ADAL" clId="{261453CA-7FB4-43EC-AF3A-53FECD5154AF}" dt="2023-09-18T01:55:02.387" v="409"/>
        <pc:sldMkLst>
          <pc:docMk/>
          <pc:sldMk cId="941922640" sldId="399"/>
        </pc:sldMkLst>
      </pc:sldChg>
      <pc:sldChg chg="modSp mod">
        <pc:chgData name="YANG Guomin" userId="dccf0981-1625-43db-a7d9-40d73e3f3472" providerId="ADAL" clId="{261453CA-7FB4-43EC-AF3A-53FECD5154AF}" dt="2023-09-14T06:39:11.642" v="401" actId="947"/>
        <pc:sldMkLst>
          <pc:docMk/>
          <pc:sldMk cId="419050089" sldId="409"/>
        </pc:sldMkLst>
      </pc:sldChg>
      <pc:sldChg chg="modSp mod modAnim">
        <pc:chgData name="YANG Guomin" userId="dccf0981-1625-43db-a7d9-40d73e3f3472" providerId="ADAL" clId="{261453CA-7FB4-43EC-AF3A-53FECD5154AF}" dt="2023-09-18T01:55:38.937" v="411"/>
        <pc:sldMkLst>
          <pc:docMk/>
          <pc:sldMk cId="1973178585" sldId="413"/>
        </pc:sldMkLst>
      </pc:sldChg>
      <pc:sldChg chg="modSp mod">
        <pc:chgData name="YANG Guomin" userId="dccf0981-1625-43db-a7d9-40d73e3f3472" providerId="ADAL" clId="{261453CA-7FB4-43EC-AF3A-53FECD5154AF}" dt="2023-09-14T06:28:01.680" v="344" actId="20577"/>
        <pc:sldMkLst>
          <pc:docMk/>
          <pc:sldMk cId="32326505" sldId="414"/>
        </pc:sldMkLst>
      </pc:sldChg>
      <pc:sldChg chg="addSp delSp modSp mod modShow">
        <pc:chgData name="YANG Guomin" userId="dccf0981-1625-43db-a7d9-40d73e3f3472" providerId="ADAL" clId="{261453CA-7FB4-43EC-AF3A-53FECD5154AF}" dt="2023-09-14T03:29:28.728" v="4" actId="729"/>
        <pc:sldMkLst>
          <pc:docMk/>
          <pc:sldMk cId="1864766702" sldId="421"/>
        </pc:sldMkLst>
      </pc:sldChg>
      <pc:sldChg chg="add del">
        <pc:chgData name="YANG Guomin" userId="dccf0981-1625-43db-a7d9-40d73e3f3472" providerId="ADAL" clId="{261453CA-7FB4-43EC-AF3A-53FECD5154AF}" dt="2023-09-14T03:30:53.192" v="6"/>
        <pc:sldMkLst>
          <pc:docMk/>
          <pc:sldMk cId="1077796086" sldId="610"/>
        </pc:sldMkLst>
      </pc:sldChg>
      <pc:sldChg chg="addSp delSp modSp mod">
        <pc:chgData name="YANG Guomin" userId="dccf0981-1625-43db-a7d9-40d73e3f3472" providerId="ADAL" clId="{261453CA-7FB4-43EC-AF3A-53FECD5154AF}" dt="2023-09-14T06:00:54.461" v="119" actId="478"/>
        <pc:sldMkLst>
          <pc:docMk/>
          <pc:sldMk cId="3433405529" sldId="613"/>
        </pc:sldMkLst>
      </pc:sldChg>
      <pc:sldChg chg="addSp delSp modSp add mod">
        <pc:chgData name="YANG Guomin" userId="dccf0981-1625-43db-a7d9-40d73e3f3472" providerId="ADAL" clId="{261453CA-7FB4-43EC-AF3A-53FECD5154AF}" dt="2023-09-14T06:03:11.394" v="122" actId="20577"/>
        <pc:sldMkLst>
          <pc:docMk/>
          <pc:sldMk cId="3184753148" sldId="624"/>
        </pc:sldMkLst>
      </pc:sldChg>
      <pc:sldChg chg="delSp add del mod">
        <pc:chgData name="YANG Guomin" userId="dccf0981-1625-43db-a7d9-40d73e3f3472" providerId="ADAL" clId="{261453CA-7FB4-43EC-AF3A-53FECD5154AF}" dt="2023-09-14T06:19:04.718" v="163" actId="47"/>
        <pc:sldMkLst>
          <pc:docMk/>
          <pc:sldMk cId="3897084632" sldId="707"/>
        </pc:sldMkLst>
      </pc:sldChg>
      <pc:sldChg chg="delSp add del mod">
        <pc:chgData name="YANG Guomin" userId="dccf0981-1625-43db-a7d9-40d73e3f3472" providerId="ADAL" clId="{261453CA-7FB4-43EC-AF3A-53FECD5154AF}" dt="2023-09-14T06:19:06.453" v="164" actId="47"/>
        <pc:sldMkLst>
          <pc:docMk/>
          <pc:sldMk cId="3161920343" sldId="709"/>
        </pc:sldMkLst>
      </pc:sldChg>
      <pc:sldChg chg="modSp add mod">
        <pc:chgData name="YANG Guomin" userId="dccf0981-1625-43db-a7d9-40d73e3f3472" providerId="ADAL" clId="{261453CA-7FB4-43EC-AF3A-53FECD5154AF}" dt="2023-09-14T05:59:47.860" v="118" actId="20577"/>
        <pc:sldMkLst>
          <pc:docMk/>
          <pc:sldMk cId="2552948368" sldId="710"/>
        </pc:sldMkLst>
      </pc:sldChg>
    </pc:docChg>
  </pc:docChgLst>
  <pc:docChgLst>
    <pc:chgData name="YANG Guomin" userId="dccf0981-1625-43db-a7d9-40d73e3f3472" providerId="ADAL" clId="{F1DD4890-0D39-4FA8-AF71-12C3EB5A2C14}"/>
    <pc:docChg chg="undo custSel addSld delSld modSld sldOrd">
      <pc:chgData name="YANG Guomin" userId="dccf0981-1625-43db-a7d9-40d73e3f3472" providerId="ADAL" clId="{F1DD4890-0D39-4FA8-AF71-12C3EB5A2C14}" dt="2024-09-19T02:36:12.738" v="895" actId="113"/>
      <pc:docMkLst>
        <pc:docMk/>
      </pc:docMkLst>
      <pc:sldChg chg="addSp delSp modSp mod">
        <pc:chgData name="YANG Guomin" userId="dccf0981-1625-43db-a7d9-40d73e3f3472" providerId="ADAL" clId="{F1DD4890-0D39-4FA8-AF71-12C3EB5A2C14}" dt="2024-09-16T04:47:10.444" v="138" actId="1076"/>
        <pc:sldMkLst>
          <pc:docMk/>
          <pc:sldMk cId="43989231" sldId="346"/>
        </pc:sldMkLst>
      </pc:sldChg>
      <pc:sldChg chg="addSp delSp modSp mod">
        <pc:chgData name="YANG Guomin" userId="dccf0981-1625-43db-a7d9-40d73e3f3472" providerId="ADAL" clId="{F1DD4890-0D39-4FA8-AF71-12C3EB5A2C14}" dt="2024-09-16T04:53:07.362" v="160"/>
        <pc:sldMkLst>
          <pc:docMk/>
          <pc:sldMk cId="864879333" sldId="391"/>
        </pc:sldMkLst>
      </pc:sldChg>
      <pc:sldChg chg="modSp mod ord">
        <pc:chgData name="YANG Guomin" userId="dccf0981-1625-43db-a7d9-40d73e3f3472" providerId="ADAL" clId="{F1DD4890-0D39-4FA8-AF71-12C3EB5A2C14}" dt="2024-09-16T04:51:32.261" v="147" actId="1076"/>
        <pc:sldMkLst>
          <pc:docMk/>
          <pc:sldMk cId="1890202287" sldId="392"/>
        </pc:sldMkLst>
      </pc:sldChg>
      <pc:sldChg chg="modSp mod">
        <pc:chgData name="YANG Guomin" userId="dccf0981-1625-43db-a7d9-40d73e3f3472" providerId="ADAL" clId="{F1DD4890-0D39-4FA8-AF71-12C3EB5A2C14}" dt="2024-09-19T02:28:34.346" v="751" actId="113"/>
        <pc:sldMkLst>
          <pc:docMk/>
          <pc:sldMk cId="4217139441" sldId="396"/>
        </pc:sldMkLst>
      </pc:sldChg>
      <pc:sldChg chg="modSp mod">
        <pc:chgData name="YANG Guomin" userId="dccf0981-1625-43db-a7d9-40d73e3f3472" providerId="ADAL" clId="{F1DD4890-0D39-4FA8-AF71-12C3EB5A2C14}" dt="2024-09-19T02:25:27.553" v="686" actId="20577"/>
        <pc:sldMkLst>
          <pc:docMk/>
          <pc:sldMk cId="941922640" sldId="399"/>
        </pc:sldMkLst>
      </pc:sldChg>
      <pc:sldChg chg="del">
        <pc:chgData name="YANG Guomin" userId="dccf0981-1625-43db-a7d9-40d73e3f3472" providerId="ADAL" clId="{F1DD4890-0D39-4FA8-AF71-12C3EB5A2C14}" dt="2024-09-16T04:36:55.003" v="12" actId="47"/>
        <pc:sldMkLst>
          <pc:docMk/>
          <pc:sldMk cId="67550752" sldId="404"/>
        </pc:sldMkLst>
      </pc:sldChg>
      <pc:sldChg chg="modSp mod">
        <pc:chgData name="YANG Guomin" userId="dccf0981-1625-43db-a7d9-40d73e3f3472" providerId="ADAL" clId="{F1DD4890-0D39-4FA8-AF71-12C3EB5A2C14}" dt="2024-09-19T02:30:13.463" v="768" actId="20577"/>
        <pc:sldMkLst>
          <pc:docMk/>
          <pc:sldMk cId="4232023230" sldId="406"/>
        </pc:sldMkLst>
      </pc:sldChg>
      <pc:sldChg chg="modSp mod">
        <pc:chgData name="YANG Guomin" userId="dccf0981-1625-43db-a7d9-40d73e3f3472" providerId="ADAL" clId="{F1DD4890-0D39-4FA8-AF71-12C3EB5A2C14}" dt="2024-09-19T02:30:46.565" v="770" actId="207"/>
        <pc:sldMkLst>
          <pc:docMk/>
          <pc:sldMk cId="1479087574" sldId="407"/>
        </pc:sldMkLst>
      </pc:sldChg>
      <pc:sldChg chg="modSp mod">
        <pc:chgData name="YANG Guomin" userId="dccf0981-1625-43db-a7d9-40d73e3f3472" providerId="ADAL" clId="{F1DD4890-0D39-4FA8-AF71-12C3EB5A2C14}" dt="2024-09-19T02:31:27.450" v="777" actId="207"/>
        <pc:sldMkLst>
          <pc:docMk/>
          <pc:sldMk cId="419050089" sldId="409"/>
        </pc:sldMkLst>
      </pc:sldChg>
      <pc:sldChg chg="modSp mod">
        <pc:chgData name="YANG Guomin" userId="dccf0981-1625-43db-a7d9-40d73e3f3472" providerId="ADAL" clId="{F1DD4890-0D39-4FA8-AF71-12C3EB5A2C14}" dt="2024-09-16T04:34:25.972" v="8" actId="20577"/>
        <pc:sldMkLst>
          <pc:docMk/>
          <pc:sldMk cId="2474976988" sldId="415"/>
        </pc:sldMkLst>
      </pc:sldChg>
      <pc:sldChg chg="del">
        <pc:chgData name="YANG Guomin" userId="dccf0981-1625-43db-a7d9-40d73e3f3472" providerId="ADAL" clId="{F1DD4890-0D39-4FA8-AF71-12C3EB5A2C14}" dt="2024-09-16T04:41:02.556" v="84" actId="47"/>
        <pc:sldMkLst>
          <pc:docMk/>
          <pc:sldMk cId="1864766702" sldId="421"/>
        </pc:sldMkLst>
      </pc:sldChg>
      <pc:sldChg chg="modSp mod">
        <pc:chgData name="YANG Guomin" userId="dccf0981-1625-43db-a7d9-40d73e3f3472" providerId="ADAL" clId="{F1DD4890-0D39-4FA8-AF71-12C3EB5A2C14}" dt="2024-09-16T05:40:16.923" v="630" actId="14100"/>
        <pc:sldMkLst>
          <pc:docMk/>
          <pc:sldMk cId="4286083204" sldId="606"/>
        </pc:sldMkLst>
      </pc:sldChg>
      <pc:sldChg chg="modSp mod">
        <pc:chgData name="YANG Guomin" userId="dccf0981-1625-43db-a7d9-40d73e3f3472" providerId="ADAL" clId="{F1DD4890-0D39-4FA8-AF71-12C3EB5A2C14}" dt="2024-09-19T02:36:12.738" v="895" actId="113"/>
        <pc:sldMkLst>
          <pc:docMk/>
          <pc:sldMk cId="2642635887" sldId="614"/>
        </pc:sldMkLst>
      </pc:sldChg>
      <pc:sldChg chg="modSp mod">
        <pc:chgData name="YANG Guomin" userId="dccf0981-1625-43db-a7d9-40d73e3f3472" providerId="ADAL" clId="{F1DD4890-0D39-4FA8-AF71-12C3EB5A2C14}" dt="2024-09-16T05:44:20.054" v="631" actId="20577"/>
        <pc:sldMkLst>
          <pc:docMk/>
          <pc:sldMk cId="668558208" sldId="621"/>
        </pc:sldMkLst>
      </pc:sldChg>
      <pc:sldChg chg="del">
        <pc:chgData name="YANG Guomin" userId="dccf0981-1625-43db-a7d9-40d73e3f3472" providerId="ADAL" clId="{F1DD4890-0D39-4FA8-AF71-12C3EB5A2C14}" dt="2024-09-16T05:09:14.912" v="198" actId="47"/>
        <pc:sldMkLst>
          <pc:docMk/>
          <pc:sldMk cId="1059388739" sldId="667"/>
        </pc:sldMkLst>
      </pc:sldChg>
      <pc:sldChg chg="del">
        <pc:chgData name="YANG Guomin" userId="dccf0981-1625-43db-a7d9-40d73e3f3472" providerId="ADAL" clId="{F1DD4890-0D39-4FA8-AF71-12C3EB5A2C14}" dt="2024-09-16T05:09:14.912" v="198" actId="47"/>
        <pc:sldMkLst>
          <pc:docMk/>
          <pc:sldMk cId="1669968855" sldId="668"/>
        </pc:sldMkLst>
      </pc:sldChg>
      <pc:sldChg chg="del">
        <pc:chgData name="YANG Guomin" userId="dccf0981-1625-43db-a7d9-40d73e3f3472" providerId="ADAL" clId="{F1DD4890-0D39-4FA8-AF71-12C3EB5A2C14}" dt="2024-09-16T05:09:14.912" v="198" actId="47"/>
        <pc:sldMkLst>
          <pc:docMk/>
          <pc:sldMk cId="3044246109" sldId="669"/>
        </pc:sldMkLst>
      </pc:sldChg>
      <pc:sldChg chg="modSp add mod">
        <pc:chgData name="YANG Guomin" userId="dccf0981-1625-43db-a7d9-40d73e3f3472" providerId="ADAL" clId="{F1DD4890-0D39-4FA8-AF71-12C3EB5A2C14}" dt="2024-09-19T02:22:30.793" v="632" actId="207"/>
        <pc:sldMkLst>
          <pc:docMk/>
          <pc:sldMk cId="3897084632" sldId="706"/>
        </pc:sldMkLst>
      </pc:sldChg>
      <pc:sldChg chg="modSp add mod modAnim">
        <pc:chgData name="YANG Guomin" userId="dccf0981-1625-43db-a7d9-40d73e3f3472" providerId="ADAL" clId="{F1DD4890-0D39-4FA8-AF71-12C3EB5A2C14}" dt="2024-09-19T02:24:50.049" v="663"/>
        <pc:sldMkLst>
          <pc:docMk/>
          <pc:sldMk cId="3161920343" sldId="707"/>
        </pc:sldMkLst>
      </pc:sldChg>
      <pc:sldChg chg="modSp add mod">
        <pc:chgData name="YANG Guomin" userId="dccf0981-1625-43db-a7d9-40d73e3f3472" providerId="ADAL" clId="{F1DD4890-0D39-4FA8-AF71-12C3EB5A2C14}" dt="2024-09-19T02:23:34.001" v="652" actId="20577"/>
        <pc:sldMkLst>
          <pc:docMk/>
          <pc:sldMk cId="1689988422" sldId="708"/>
        </pc:sldMkLst>
      </pc:sldChg>
      <pc:sldChg chg="modSp add mod">
        <pc:chgData name="YANG Guomin" userId="dccf0981-1625-43db-a7d9-40d73e3f3472" providerId="ADAL" clId="{F1DD4890-0D39-4FA8-AF71-12C3EB5A2C14}" dt="2024-09-16T05:31:36.247" v="628" actId="20577"/>
        <pc:sldMkLst>
          <pc:docMk/>
          <pc:sldMk cId="158497870" sldId="709"/>
        </pc:sldMkLst>
      </pc:sldChg>
      <pc:sldChg chg="delSp modSp add mod">
        <pc:chgData name="YANG Guomin" userId="dccf0981-1625-43db-a7d9-40d73e3f3472" providerId="ADAL" clId="{F1DD4890-0D39-4FA8-AF71-12C3EB5A2C14}" dt="2024-09-16T04:37:31.491" v="17" actId="1076"/>
        <pc:sldMkLst>
          <pc:docMk/>
          <pc:sldMk cId="3720525278" sldId="711"/>
        </pc:sldMkLst>
      </pc:sldChg>
      <pc:sldChg chg="addSp delSp modSp add mod ord">
        <pc:chgData name="YANG Guomin" userId="dccf0981-1625-43db-a7d9-40d73e3f3472" providerId="ADAL" clId="{F1DD4890-0D39-4FA8-AF71-12C3EB5A2C14}" dt="2024-09-19T02:27:23.889" v="750" actId="113"/>
        <pc:sldMkLst>
          <pc:docMk/>
          <pc:sldMk cId="2735640585" sldId="712"/>
        </pc:sldMkLst>
      </pc:sldChg>
      <pc:sldChg chg="modSp new mod">
        <pc:chgData name="YANG Guomin" userId="dccf0981-1625-43db-a7d9-40d73e3f3472" providerId="ADAL" clId="{F1DD4890-0D39-4FA8-AF71-12C3EB5A2C14}" dt="2024-09-19T02:34:48.991" v="892" actId="207"/>
        <pc:sldMkLst>
          <pc:docMk/>
          <pc:sldMk cId="3918525517" sldId="71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52610B3-7AD2-443D-9EED-D272A55646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a:extLst>
              <a:ext uri="{FF2B5EF4-FFF2-40B4-BE49-F238E27FC236}">
                <a16:creationId xmlns:a16="http://schemas.microsoft.com/office/drawing/2014/main" id="{26924C13-04C5-44FB-B034-640B84AC7AA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FD5BE7-7004-4067-ADFA-7CFE35CEFC19}" type="datetimeFigureOut">
              <a:rPr lang="en-SG" smtClean="0"/>
              <a:t>20/11/25</a:t>
            </a:fld>
            <a:endParaRPr lang="en-SG"/>
          </a:p>
        </p:txBody>
      </p:sp>
      <p:sp>
        <p:nvSpPr>
          <p:cNvPr id="4" name="Footer Placeholder 3">
            <a:extLst>
              <a:ext uri="{FF2B5EF4-FFF2-40B4-BE49-F238E27FC236}">
                <a16:creationId xmlns:a16="http://schemas.microsoft.com/office/drawing/2014/main" id="{881BDE46-AEBF-4095-B341-E86B41267AA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5" name="Slide Number Placeholder 4">
            <a:extLst>
              <a:ext uri="{FF2B5EF4-FFF2-40B4-BE49-F238E27FC236}">
                <a16:creationId xmlns:a16="http://schemas.microsoft.com/office/drawing/2014/main" id="{802A93F1-2B31-47D7-9523-E01662595AB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5CB8634-C501-4364-B041-147E7E897803}" type="slidenum">
              <a:rPr lang="en-SG" smtClean="0"/>
              <a:t>‹#›</a:t>
            </a:fld>
            <a:endParaRPr lang="en-SG"/>
          </a:p>
        </p:txBody>
      </p:sp>
    </p:spTree>
    <p:extLst>
      <p:ext uri="{BB962C8B-B14F-4D97-AF65-F5344CB8AC3E}">
        <p14:creationId xmlns:p14="http://schemas.microsoft.com/office/powerpoint/2010/main" val="1539267884"/>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7:37:39.578"/>
    </inkml:context>
    <inkml:brush xml:id="br0">
      <inkml:brushProperty name="width" value="0.06" units="cm"/>
      <inkml:brushProperty name="height" value="0.06" units="cm"/>
    </inkml:brush>
  </inkml:definitions>
  <inkml:trace contextRef="#ctx0" brushRef="#br0">16 568 7841,'-1'-8'475,"-1"0"0,0 0 1,-3 2-128,2 1 0,1-1 0,5-1 0,2 1-78,2 1 0,6 2 1,2-2-1,4-2-84,1 0 1,3 2 0,3-1 0,1 0-1658,2-1 0,-5-1 1471,3 0 0,-4 0 0,5 0 0</inkml:trace>
  <inkml:trace contextRef="#ctx0" brushRef="#br0" timeOffset="732">403 44 7822,'3'-8'0,"-1"0"-137,0 0 1,2 2 482,-2 1 0,1 2 51,-3-2 0,0 4 0,1 1 0,1 5-78,0 5 1,5 4 0,-3 4 0,2 2-36,-1 4 1,0 1-1,3 9 1,0 1-118,1 6 0,-4 4 1,-1 7-1,1 4-161,-1 1 1,-2-8-1,1 1 1,-2-8-5,-1-8 1,0-8 0,0-8-7,0-4 1,0-7-185,0-7 1,0-4 0,0-7-1,0-3 1,1-5-279,1-5 1,0-3 0,3-6 0,2-5 262,0-2 0,1-2 0,0-4 0,1 2 57,2 0 0,-1 9 0,2 2 0,0 7 635,-2 8 0,-1 10-273,-1 11 1,-1 6 0,-2 10-1,-1 3 1,-2 5 343,1 5 1,0 5-1,-2 4 1,0 0-727,2-1 1,0-5 0,-3 1 0,1-2-53,1-2 0,0-11 0,4-1 0,0-4-2692,1-4 2910,1-6 0,7-6 0,2-5 0</inkml:trace>
  <inkml:trace contextRef="#ctx0" brushRef="#br0" timeOffset="1065">862 213 8087,'-9'0'0,"0"0"496,-2 0 1,0 0-1,3 1 1,-1 3 222,-2 4 0,4 3 0,-2 6 0,1 2-95,2 3 0,3 3 0,0 2-387,3 3 0,0 2 0,0-5 0,3-3 0,3-3-419,1-5 1,4-5 0,2-1-1,0-5-369,1-5 1,-1-4 0,3-7 0,0-4-119,1-2 1,-4-6 0,-1-5 351,0-5 0,-1-6 1,-3 0-1,-1 4 0,-1 2 206,0 7 0,-4 8 886,0 1 0,-1 13 0,-1 10-376,0 9 1,0 7 0,0 7 0,1 0 0,1 2-491,0 0 0,2-3 1,-1 0-1,2 0-77,2-2 1,-1-7 0,-1-5 0,1-4-1375,1-5 1,2-4 0,-1-2-296,0-1 1837,-4-6 0,3-5 0,-2-3 0</inkml:trace>
  <inkml:trace contextRef="#ctx0" brushRef="#br0" timeOffset="1431">1201 221 7815,'8'-2'-53,"-1"-2"73,-2 0 1,2 1 0,-5-3 439,0 0 0,-2-1 0,-3 0 1,-2 1-44,-2 0 0,-2 2 0,-1-3 0,-1 3 96,2 0 0,0 2 1,1 3-332,-1 1 1,5 3 0,1 4 0,2 2-66,1 5 0,4 4 0,2 5 0,3 2-211,2 3 1,3-2 0,-1 2 5,-1 0 1,4 2-1,-4-1 1,1-1 0,-4-4 138,-2-1 1,-4-3 0,-4-1 0,-2-3-31,-5-2 0,-2 0 0,-4-5 0,-2 0-347,-2-3 1,2-5-1,-5 0 1,-1-3-553,2 0 1,0-3-1,5-3 878,1-1 0,-1-8 0,3-2 0</inkml:trace>
  <inkml:trace contextRef="#ctx0" brushRef="#br0" timeOffset="2047">1805 221 7288,'4'-8'-985,"-3"2"1296,1-2 1,-1 2 0,-2-5 0,-1 2 0,-4 1 182,-1 0 0,-4 3 0,0 2 0,-2 0-38,-1 0 0,1 2 0,1 2 1,-1 4-123,1 2 0,5 0 1,-1 7-1,1 2-207,3 4 0,0 0 1,4 6-1,1 1-45,2 1 0,-1-2 1,3 3-1,1 0-67,1-1 1,1-2-1,0 0 1,-3-2-17,-2-3 0,-2-2 0,-2 2-28,-2-2 0,-1-4 0,-5-5 0,0-3-166,-1-1 0,1-4 1,-2 0-264,2-1 1,1 2 0,-1 0 457,-2-2 0,2-3 0,-2-3 0</inkml:trace>
  <inkml:trace contextRef="#ctx0" brushRef="#br0" timeOffset="2331">1757 471 7768,'15'-3'60,"-1"1"1,1-1 0,-2 2 0,2-2 549,2-2 1,0-2 0,0-2 0,2-2-169,-1-2 1,-3-2 0,0-2 0,-1 0-261,-2-1 1,-2-2 0,-3-2 0,-2 4 30,-2 1 1,-6 3 0,-2 2-1,-3 1-375,-3 4 0,-3 1 0,-3 5 1,-2-2 32,1 1 0,0 6 0,1 4 0,0 4 340,2 3 1,3 5 0,-1 3-1,3 3 72,3 3 1,1 0 0,4-1-284,0 0 1,0 4-1,6-1 1,4-2 0,4 0-861,3-3 1,2-7 0,1-4-50,1-2 1,3-4-1,-3-4 1,0-6-1098,-2-6 2006,5-5 0,-13-4 0,7 0 0</inkml:trace>
  <inkml:trace contextRef="#ctx0" brushRef="#br0" timeOffset="2615">2015 245 7805,'-1'-4'-728,"-1"0"1805,-1 1 1,1 3-496,2 0 0,0 3 0,1 7 0,1 4-305,4 4 0,1 6 1,1 3-1,-1 2-66,-2 2 0,3 5 0,-4 0 0,1 0-133,-3-1 0,-1-5 0,-1 3 1,0-6-127,0-2 1,-3-7 0,0-3 73,-2-6 1,1-3 0,-1-10-81,2-4 0,2-7 0,1-7 0,0-2-82,0-3 0,1 0 1,2-6-1,2-4-83,2-1 0,1 0 1,0-1-1,1 2-393,2 3 0,-1 6 0,2-1 0,1 6-137,-1 4 1,-2 9 0,1 5-1,-2 3 749,-1 2 0,0 0 0,0 4 0,0 0 0</inkml:trace>
  <inkml:trace contextRef="#ctx0" brushRef="#br0" timeOffset="2763">2289 262 7805,'0'20'475,"0"-1"0,0-1 1,0 1-1,0 2-24,0 2 0,0 2 1,0 1-1,-1 0-343,-2-1 1,2-1 0,-1 2-1,1-4-726,1-3 0,0-6 0,0-4 746,0-5 0,1-9-128,1-12 0,3-6 0,3-6 0</inkml:trace>
  <inkml:trace contextRef="#ctx0" brushRef="#br0" timeOffset="2896">2329 197 7805,'0'-15'193,"0"1"0,0 4 293,0 1 1,0 1-74,0 0 1,1 4-604,2 4 1,1 4 0,4 5 0,0 0-525,0 2 0,1 1 1,1-2-1,2-1 714,0-1 0,2 3 0,2-2 0</inkml:trace>
  <inkml:trace contextRef="#ctx0" brushRef="#br0" timeOffset="3330">2514 205 7805,'-10'3'375,"-1"0"0,4 3 0,-4-2 0,1 3 380,-1 1 0,2-1 0,-4 5 0,1 2-270,3 1 1,0 0 0,1 6 0,3-1-312,2 1 0,2-2 0,2 0 0,3-1-388,4-2 0,1-6 0,3 0 0,1-4-227,0-3 0,-2-3 0,4-3 1,0-6-22,-1-7 0,-2-3 1,-1-6-1,0 1 171,-1 0 0,-6 0 1,4 1-1,-1 1 1075,-3 3 0,1 5 75,-3 1 0,-1 8 0,2 5-649,-2 9 1,-2 9-1,-1 3 1,-1 4-255,2 2 0,0-5 0,1 1 0,0-2-1664,0-3 1,1-3 0,1-4 1175,4-6 0,0-5 0,0-5 1,0-7-1,-1-6 532,0-6 0,1-2 0,-3-4 0,1-2 0,0 2 0,2 2 0,-2 0 0,1 3 322,-3 5 0,-1 4 914,-1 3 1,0 5 0,1 2-383,2 8 0,-1 9 0,2 4 0,1 5-301,-1 3 1,-1 4-1,2 8 1,1 4-302,-2 3 1,2-3 0,-3 2-1345,-1-1 0,1-1 0,0-7 1,-1-4-1,-1-5 1092,-1-4 0,-4-6 0,0-1 0</inkml:trace>
  <inkml:trace contextRef="#ctx0" brushRef="#br0" timeOffset="3831">774 890 7804,'-16'-20'0,"-1"4"0,2 1 0,1 5 186,0 4 1,4 4-1,-3 0 1,2 4 167,1 4 1,1 4-1,1 5-49,0 3 1,3 5 0,2 5 0,3 3 0,0 3-73,3 2 1,2-3 0,4 3 0,1 2-405,4 2 1,1-2-1,0 2 1,0-1-605,-2-3 1,-3-5 0,1 0 774,-2-6 0,-1-4 0,0-5 0</inkml:trace>
  <inkml:trace contextRef="#ctx0" brushRef="#br0" timeOffset="4198">621 1164 7806,'-8'-8'631,"3"0"0,3 1-570,4 1 0,3 2 1,3 2-1,4 0-165,4 0 1,1-2 0,4 1 0,-1-2-366,1-1 1,1 0 0,1-1-1,-1-2 335,0 0 0,-7 0 0,0 1 0,-2 0 134,-3 0 0,-4 1 33,-1 2 0,-7 6 0,0 7 277,-5 4 1,3 7-1,1 3 1,2 4 0,1 5 270,0 3 1,4-1 0,2 1 0,4-4-379,3-3 0,3-9 0,0-5-197,0-6 1,3-4 0,0-7-1,-2-4 1,-3-5-97,-3-5 0,-5-4 1,-2-4 29,0-1 1,-5-2 0,-4 1 0,-3 1 0,-3 1 6,-3 3 1,-2 7 0,-2 1 160,0 6 0,-4-1 0,3 5 0,2 1 0,2 1-611,2 2 0,3 1-745,-1 0 1,7 0 1247,4 0 0,3-3 0,9-2 0,0-3 0</inkml:trace>
  <inkml:trace contextRef="#ctx0" brushRef="#br0" timeOffset="4447">1015 1003 7816,'6'8'58,"-1"0"0,1 0 0,2 0 1,0 0-1,0 1 386,0 2 0,0 1 1,0 5-1,0 0 104,0 5 1,0 0 0,-1 7-1,0 0-334,-2-1 1,-2 0 0,1 3 0,0 0-173,-3-1 0,-1-6 0,-1-4 0,-3-5 35,0-4 0,-2-5 0,-2-5-228,0-2 0,3-5 0,-1-5 0,1-6 41,1-7 0,0-2 0,4-5 0,1-3 53,2-2 0,1 1 0,4-1 0,0 2-44,0 3 0,4 6 0,1 0 1,2 2-387,2 3 1,0 5-1,0 3 1,4 2-2900,2 3 3386,-4 4 0,12-4 0,-6 3 0</inkml:trace>
  <inkml:trace contextRef="#ctx0" brushRef="#br0" timeOffset="4847">1499 1027 8780,'5'7'196,"1"4"1,0 5 0,4 7-49,1 6 0,2 6 1,-1 5-1,0 0 1,2-2 42,-2 0 1,2-9 0,-3-3-113,-1-8 1,-1-7-1,-1-8 1,0-7-94,0-5 1,-2-3-1,-2-5 1,1-4 121,-1-6 1,0-2 0,3-8-210,-2 1 1,-2-1 0,2 3 0,1 2 0,-1 1-497,0 3 0,1 2 0,1 4-223,-2 3 0,2 1 1,-1 7 819,1 1 0,1 5 0,0 1 0</inkml:trace>
  <inkml:trace contextRef="#ctx0" brushRef="#br0" timeOffset="5114">1934 1067 7774,'4'8'0,"1"-2"44,2-1 1,1-3 0,0 1 0,1-2 458,2-1 1,-2-1-1,2-2-261,-2-2 1,-1-6 0,-1-3 0,-2-1 0,-2-2-98,-2-2 0,-1 2 1,-1-1-1,-2 1 26,-2 0 1,-6 1 0,-1 2-1,-3 2 136,-1 4 1,2 6-1,-4 0 1,4 5 56,3 5 0,2 7 1,1 7-270,0 4 0,1 3 0,1 4 1,5 1-1,1 3-299,3 2 1,4 0-1,0 3 1,4-4-962,2-3 1,-3-8 0,4-5 87,0-4 1,1-4 1076,-2-9 0,2-1 0,-2-4 0</inkml:trace>
  <inkml:trace contextRef="#ctx0" brushRef="#br0" timeOffset="5413">2095 1027 8653,'-4'1'823,"1"2"1,2-2-1,2 6 1,1 1 0,2 3-536,0 5 1,0-1 0,3 7 0,-2 3-291,1 4 0,1 3 0,-2 1 1,-2 1-86,-2 0 1,-1-3-1,0 0 1,-1-6 79,-2-5 0,-1-9 0,-4-4-2,-1-3 1,4-5-1,1-7 1,0-6-52,2-4 1,1-4 0,1-7-1,0-4 65,0-3 0,7 0 0,1-2 0,2-1-150,1 4 1,2 6-1,3 5 1,0 2-225,0 5 1,1 3-1,1 1 1,2 4-407,0 0 1,0 4 0,2-5 0,2 0 774,-2 1 0,-3-3 0,1-1 0</inkml:trace>
  <inkml:trace contextRef="#ctx0" brushRef="#br0" timeOffset="5913">2482 1027 8522,'-4'4'1717,"1"2"-1598,2 4 1,1 6-1,0 7 1,1 5-1,1 6-261,0 5 0,4-2 0,-3 3 1,1-6-1261,0-4 1,-1-11 1401,0-3 0,-2-16 0,2-5 0</inkml:trace>
  <inkml:trace contextRef="#ctx0" brushRef="#br0" timeOffset="6028">2522 987 7772,'0'-8'371,"-2"2"-883,-1 1 226,0 3 1,4 0 0,2 4-1,3 3 286,4-1 0,0 3 0,3-1 0,4 4 0,4 3 0</inkml:trace>
  <inkml:trace contextRef="#ctx0" brushRef="#br0" timeOffset="6263">2845 955 7772,'-9'-10'252,"-2"2"0,1 1 1,-3-3-1,-2-1 355,0 1 1,2 4 0,0 1 0,1 2-37,-1 1 1,3 2 0,1 4 0,1 4-272,3 4 0,3 4 0,0 4 1,1 4-21,1 5 0,1 1 1,0 3-1,3 5-439,0 2 0,2 1 0,2 5 1,0 0-528,0-2 1,0-10 0,0 0 0,0-5-1808,0-3 0,-2-11 2493,-1-4 0,-3-11 0,-2-4 0,-5-9 0</inkml:trace>
  <inkml:trace contextRef="#ctx0" brushRef="#br0" timeOffset="6412">2627 1253 8016,'-1'-15'0,"0"1"624,-2 3 1,-3 2 0,4 1-198,0 0 1,1 3-1,3 0-221,3 2 0,1-3 0,5 4 0,1 0-492,1 1 1,3 1 0,3-1-1,3-1-455,1 0 0,-1-1 0,-2 2 1,2-2-1159,1-2 1899,-4 2 0,4-5 0,-7 4 0</inkml:trace>
  <inkml:trace contextRef="#ctx0" brushRef="#br0" timeOffset="6663">2917 1124 7990,'0'13'310,"0"1"0,0-4 0,-1 4 0,0 1-153,-2 3 1,0-3 0,3 3 0,0 1-76,0 1 1,3-2 0,1 3-387,0-1 0,-1-9 0,2-7-431,1-8 0,-2-5 0,-1-10 0,-2-5 735,2-4 0,-2-2 0,2-4 0,-2 3 6,-1 1 1,-3 4 0,0-1-1,0 2 587,0 1 1,2 6 0,-3 4 655,1 4-1415,2-3 1,-3 12 0,4-2-1,1 7-253,2 3 1,1 1-1,4 0 1,1 0 418,2 0 0,2 4 0,3 0 0</inkml:trace>
  <inkml:trace contextRef="#ctx0" brushRef="#br0" timeOffset="6879">3159 1011 7772,'-8'0'55,"0"0"0,-1 0 1,-1 0-1,-1 0 528,2 0 1,-1 3 0,0 0 0,-1 2 286,1 1 1,1 1 0,1 2-724,0 2 1,1 2-1,2 6 1,2 3-1,2 4-418,1 4 1,0 0-1,1 1 1,3 1-147,4-1 0,1-3 0,4-4 0,1-3-404,2-2 0,0-9 0,1-5-345,1-3 1,0-3 1165,0-2 0,3-5 0,-1-4 0</inkml:trace>
  <inkml:trace contextRef="#ctx0" brushRef="#br0" timeOffset="7163">3256 1148 7772,'-8'-10'107,"0"2"1,-1 1 374,-2 0 1,1 0-1,-2 0 1,-1 3 177,1 0 1,2 2-1,-1 2 1,2 0-258,1 0 0,3 0 0,3 4 0,1 3-400,1 3 1,1 4 0,1-1 0,5 1-192,3 2 0,-1-4 0,5 3 1,0-2-215,1-3 1,-1-5 0,-1-2-1,1-3-224,-2-3 0,3-2 1,-2-6-1,0-3 578,-3-4 1,-1 0 0,-2-3 0,0 1 175,-2 3 1,-2 0 0,1 1-93,0 3 0,-2 6 1,-2 8 544,0 6 1,0 8 0,0 6-771,0 3 1,1 2 0,1 0 0,2-2-1,-1-1-983,1-3 1,2-6-1,0-5 1172,1-5 0,1-9 0,0-11 0,0-4 0</inkml:trace>
  <inkml:trace contextRef="#ctx0" brushRef="#br0" timeOffset="7328">3441 947 7772,'0'-5'1362,"0"2"1,0 6-1,0 3-1062,0 4 0,0 4 1,1 5-1,2 5-141,2 5 0,0 6 0,-1 3 0,1 2-633,-1 3 1,-1-1 0,1 1-1,0-4-643,-2-5 0,-2-12 1,0-5-1,-3-6 1117,-3-7 0,-4-6 0,-3-2 0</inkml:trace>
  <inkml:trace contextRef="#ctx0" brushRef="#br0" timeOffset="7461">3401 1156 7840,'0'-8'151,"0"-1"1,0-1 343,0-1 1,3 1-1,0 3 1,2 1 36,4 3 1,-1 0 0,4 0 0,0 1-524,1 2 0,2 0 1,2 0-1,0 0-1026,1 0 0,0 0 1,2 0-1,-1 0-1191,-1 0 2208,-3 0 0,8-4 0,-2-1 0</inkml:trace>
  <inkml:trace contextRef="#ctx0" brushRef="#br0" timeOffset="7612">3707 995 7772,'-8'-5'-285,"0"3"1374,0 1 1,0 2 0,0 1-578,0 4 0,3-2 0,3 2 0,1 0-645,1 1 0,0 1 0,0 0 0,0 1-421,0 2 1,3-1 0,3 2 0,1 0 553,1-2 0,0 2 0,0 1 0</inkml:trace>
  <inkml:trace contextRef="#ctx0" brushRef="#br0" timeOffset="7863">3780 922 7895,'-8'8'221,"3"0"0,-1-2 1,3-1 200,1 1 1,1 2-1,1 0-52,0 0 0,1 0 0,1 0 0,2 0-256,0 0 1,-1 0-1,1 1-101,0 2 1,1 0 0,-1 5 0,-1-1 0,2 2-125,-1 0 1,-2 3 0,1 1 0,-2 0-991,-1-3 1,2-1 0,1-1 0,-1-3 1100,-1-2 0,2-6 0,2-1 0</inkml:trace>
  <inkml:trace contextRef="#ctx0" brushRef="#br0" timeOffset="8362">3683 1051 6905,'-5'0'-1015,"1"0"1015,1 0 863,2 0 1,-2 1-333,3 2 1,0-1-1,0 4 1,0 2-429,0 2 1,0 5 0,0 0-26,0 3 1,0 4 0,0-3-1,0 1 1,0 0-442,0-2 1,0-2 0,0-3 362,0-2 0,-4-2 0,0-1 0</inkml:trace>
  <inkml:trace contextRef="#ctx0" brushRef="#br0" timeOffset="8528">3675 914 7717,'-4'-4'610,"2"0"4,-3 4 0,2 0-2033,-2 0-92,3 0 1511,-1 0 0,3 0 0</inkml:trace>
  <inkml:trace contextRef="#ctx0" brushRef="#br0" timeOffset="8895">3812 955 7710,'-8'0'0,"0"0"234,0 3 1,0-1-1,0 3 1,-1 2 290,1 0 1,0 2-1,0 1 1,0 6-159,0 4 1,3 4 0,0 8 0,2 5-60,1 4 0,1 3 0,2 3 0,3-4-31,4-5 0,1-8 0,3-5 1,1-5-520,-1-7 0,-1-7 0,2-7 0,2-6-122,0-6 0,-2-4 1,0-4-1,-1-4 28,-3-2 1,0-5 0,-2-4-1,-1-1 78,-3 1 1,-3 2 0,0 4 0,0 2 297,-3 4 1,-2 8 0,-3 3 56,0 3 1,0 6-1,-1 1 1,-1 2-68,0 1 0,2 4 1,3 1-1,1 2-150,-1 1 1,3-2 0,1-2 119,2 0 0,7 2 0,5-2 0</inkml:trace>
  <inkml:trace contextRef="#ctx0" brushRef="#br0" timeOffset="9195">3925 1035 7710,'4'4'591,"1"-1"0,-4 4 0,2-2 2,-1 1 1,0 1-1,-1 1 1,2 1-184,-1 2 0,-1-1 0,0 4 1,1 2-119,0 2 0,1 6 0,-3-1 0,-1 3-240,-2 0 0,2-2 0,-1-2 0,0-4-3,-1-1 1,2-7-241,-1-2 1,1-10-1,1-4 1,0-8-176,0-7 1,3-6 0,3-2 170,1-2 0,1-1 0,0 2 0,1 1 0,1 1-42,1 2 1,3 5-1,-2 4 1,3 5 178,1 7 0,-2 6 0,4 7 0,-3 8 307,-1 5 1,-3 9-1,1 3 1,-1 6 104,-4 2 0,1-5 0,-4 3 0,1-5-3618,-2-5 3264,-2-7 0,-1-9 0,0-6 0</inkml:trace>
  <inkml:trace contextRef="#ctx0" brushRef="#br0" timeOffset="9862">4747 1100 7621,'-3'-8'23,"0"0"0,1 2 1,1 2-1,-1-1 1,-2 1 46,0-3 0,2 0 0,-2 0 0,1 1 260,-2 0 0,-3 1 0,0-3 0,-1 1 124,-1 2 1,-1-2-1,-4 5 1,-2 4-115,0 5 1,-4 10-1,0 8 1,0 8 35,-1 9 0,7 4 1,0 10-1,3 2-147,5 2 1,4-7 0,6-2-1,6-5-183,6-8 0,3-7 1,5-8-1,0-6-607,-1-5 0,1-6 0,1-2 0,0-1-446,0-4 0,0-7 0,1-7 1,-1-5-331,0-3 0,0-3 1337,0-6 0,-3-1 0,-1 1 0</inkml:trace>
  <inkml:trace contextRef="#ctx0" brushRef="#br0" timeOffset="10160">5085 1124 7711,'4'-8'-10,"-3"-1"124,1-2 1,-1 2 0,-1-2 0,0 2 0,-1 1 391,-1 0 1,-4 1 0,-4 2 0,-1 1 96,-2 1 1,0 3 0,-2 0 0,0 8-271,2 4 0,2 11 0,-1 5 1,1 8-117,4 7 0,-1 4 0,6 0 0,1 0-70,3-2 0,2-6 0,5-3 0,2-4-718,2-5 1,1-9 0,0-2-1,1-4-548,0-2 1,2-5 0,1-3 0,0-4-1504,-1-6 2622,-1-4 0,1-4 0,-1 0 0</inkml:trace>
  <inkml:trace contextRef="#ctx0" brushRef="#br0" timeOffset="10443">5182 1446 7745,'0'8'79,"-4"-2"0,0-1 0,-2 0 752,1 0 0,2 1-394,-2-3 1,3-1 0,-1-6-330,3-4 1,3-7-1,3-7 1,3-3-73,2-4 0,3-1 1,-1-6-1,1 0 1,2-1 1,-3 0-1,5 0 1,0 2 117,-1 4 0,0 3 1,-1 9-1,-1 5 36,-1 8 1,-3 6-1,-3 5 1,0 8 32,0 7 0,-2 2 0,-2 8 0,0 4 158,-2 2 0,-1 2 1,1-1-1,1 1-663,-1-2 0,-1-6 0,-1 3 1,0-3-762,0-2 1,-1-10-1,-2 0 181,-2-5 861,1-6 0,-7-3 0,2-4 0</inkml:trace>
  <inkml:trace contextRef="#ctx0" brushRef="#br0" timeOffset="10594">5214 1277 11645,'9'0'669,"2"0"1,2 0 0,6 0-1,3 0-985,4 0 1,0 0-1,3-1 1,0-1-573,-1 0 1,-1-2-1,0 2 888,-5 0 0,3-5 0,-8 3 0</inkml:trace>
  <inkml:trace contextRef="#ctx0" brushRef="#br0" timeOffset="11293">6125 1124 8060,'0'-13'-158,"-3"-1"0,-1 3 0,0 0 532,-2 0 0,-2 1 0,-2-3 0,-2 2 92,0 1 1,1 2 0,-2 3 0,1 2-214,-1 2 1,4 3-1,0 2 1,4 6-242,1 4 0,2 3 0,2 6 1,1 2-45,1 0 1,5 4-1,4-1 1,0 2-7,1-1 1,-3-2-1,1 2 1,-1-1-102,-1-2 1,-1-4-1,0-1 1,-3-2 174,0-1 1,-5-2 0,-5-2 0,-4-4-22,-4-1 0,-2-1 0,-3-2 0,-2-2-154,-2 0 0,1-1 0,1-3 0,-1 0-466,2 0 0,3 0 0,7 0 1,2-1-491,2-2 1,3-1 1094,3-5 0,7-2 0,2-2 0</inkml:trace>
  <inkml:trace contextRef="#ctx0" brushRef="#br0" timeOffset="11460">6133 1188 8904,'-6'1'667,"2"3"0,0 4-681,3 4 0,0 7 1,2 4-1,1 3-377,4 3 0,-2-1 1,1-2-1,2-3-794,0-1 1,0-10 1184,-2 2 0,3-10 0,-4 3 0</inkml:trace>
  <inkml:trace contextRef="#ctx0" brushRef="#br0" timeOffset="11593">6197 1100 8060,'-3'-8'204,"1"2"0,-3 1-702,2-1 1,1 3 0,5 3 239,2 4 0,5 6 0,2 1 0,0 0 258,2 0 0,-2-2 0,7 7 0,-2-4 0</inkml:trace>
  <inkml:trace contextRef="#ctx0" brushRef="#br0" timeOffset="11911">6358 1140 7547,'-8'4'-227,"1"-3"0,1 4 0,1-1 655,-2 1 0,1 1 1,0 4-1,1 2 104,2 0 1,0-1 0,3 2 0,0 1-602,0-2 0,0 1 0,1-3 0,2 0-35,2 0 0,5-4 0,1-4 0,-2-1-400,0-1 1,0-3 0,0-4-1,0-2 170,-2-1 1,0-2-1,1 2 272,0-1 0,0 4-23,0 4 1,-1 4 0,-1 5-1,0 4 1,-1 6 662,0 3 0,-1 2 0,-2 5 1,0 2 442,0 0 1,-1-1-1,-2 1-679,-1-3 0,-3 0 0,-4-5 1,-1 0-1,-1-1-139,-2-1 1,0-7-1,-3-4 1,-1-2-752,1-4 0,0-1 1,0-3-1,0-5-541,0-5 1,3-6 0,3-2 0,1-3 1088,1-3 0,3 5 0,2-1 0</inkml:trace>
  <inkml:trace contextRef="#ctx0" brushRef="#br0" timeOffset="12628">6560 1221 7984,'4'-4'-45,"0"3"1,-4 2-1,0 7 1,0 5 277,0 2 0,0 5 0,1 4 1,1 3-108,0 5 1,1-2 0,-3 5 0,0-2-30,0-1 1,0-6 0,-1-2 0,-1-5 194,0-3-252,-1-4 0,3-15 0,0-5 0,0-7-334,0-6 0,4-3 0,1-7 0,2-2 74,1 0 1,3-4-1,0 0 1,2-1 156,1-2 1,2 5-1,2-3 1,2 5 143,1 3 1,-6 12 0,0 10 0,-2 6 61,-3 8 1,-5 7-1,-2 8 1,-3 7 65,0 5 1,-3 4 0,-2 3 0,0 0-182,0 1 1,3-7 0,-2 0 0,2-2-407,-1-2 0,1-3 0,5-1 0,3-4-592,4-6 1,0-7 969,3-7 0,4-4 0,4-3 0</inkml:trace>
  <inkml:trace contextRef="#ctx0" brushRef="#br0" timeOffset="12928">6947 1237 8024,'-11'-8'167,"0"0"1,-3 3 0,1 2 0,0 3 431,-1 3 1,4 3 0,-3 7 0,2 4-282,1 3 1,1-1-1,2 4 1,1 1-307,4 1 1,4-2 0,4 3 0,2-3-279,2-5 0,3-3 0,4-4 0,2-2-105,2-4 0,0-5 1,-1-6-1,0-5 123,-2-6 0,0-4 0,-1-3 0,0-1 244,-2-2 0,-3 1 0,0-3 0,0 2 754,-2 1 1,-5 7-275,-2 3 0,-6 9 1,-1 6-1,-2 7-389,1 6 1,1 7-1,-3 3 1,3 1-288,0 1 1,2 0 0,2 0-1,0-2-497,0 0 1,0-5 0,3 0-147,2-5 0,3-2 0,0-7 843,0-2 0,3-7 0,2-3 0</inkml:trace>
  <inkml:trace contextRef="#ctx0" brushRef="#br0" timeOffset="13094">7164 1035 8060,'-1'-5'0,"0"1"382,-2 3 1,0 5 0,3 9 0,0 6 105,0 4 0,1 5 0,2 4 0,1 4-432,1 6 1,2-1 0,-2 5 0,2-3-800,2-3 0,-4-6 0,-1 1-34,0-5 0,1-4 1,-2-6 776,-1-4 0,-8-9 0,-3 0 0</inkml:trace>
  <inkml:trace contextRef="#ctx0" brushRef="#br0" timeOffset="13943">7132 1414 8060,'-1'-13'58,"-2"-1"1,3 4 0,-3-1 0,2 3 269,1-1 0,1 1 0,2 1 1,2 2-153,2 2 0,4 0 0,0 0 1,2 1-639,1 1 0,2-1 0,-1-1 0,-1 1 174,0 1 0,-1 1 0,2-1 0,-1-1-283,-4 0 1,-1-4 570,-1 0 0,0-1 0,-3-2 0,-2-1 0,-2-1 0,-1 2 0,0 2 0,-1 3 363,-2 0 0,1 2 0,-2 2 109,0 3 0,1 5 0,3 6-233,0 1 1,0 4 0,1 1 0,1 2 0,2 1-103,0-1 1,2-2 0,2 0-1,0-1-257,0-1 1,2-7 0,1 2 0,-1-6-30,-1-4 0,-1-3 1,-1-3-1,-1-3-242,0-4 0,-4-4 1,1-4 220,1-4 1,-3-2 0,1-2-1,-1-1 1,-1 0 143,0-1 0,0 3 0,0-1 0,0 5 113,0 5 0,-1 6 1,0 6-77,-2 3 0,0 4 0,3 7 1,0 2-231,0 0 1,1 1-1,1 1-26,1-1 1,2-5-1,-1-1 245,0-3 0,1 2 0,3-4 0,1 1 0,-5-7 134,3 4 0,-2-3 542,3 6 0,-3 1 1,0 4-354,-2 0 0,1 3 0,-3 1 1,3 0-1,0 1-63,-1 0 0,1 1 0,-2-3 0,1-1-215,2-1 0,-3-5 0,4-1 0,0-2 159,1-1 0,1-5 1,0-3-1,1-5-100,2-5 0,-2-3 0,2-3 1,-2 0 3,-1 0 1,0 2 0,-1 3 0,-1 1-1581,0 3 1,-4 4 0,3 0 966,-2 2 1,1 6 0,-2 3 0,0 5 504,0 5 0,-1 3 0,-1 5 0,1 1 0,2-1 0,-2-1 0,5-2 0,0-1 146,1-4 0,2-1 0,1-1 0,2-1 479,0-1 0,-1-3 0,1-6 0,1-3-183,0-4 0,-4-3 0,1-4 1,-3-1-234,-1-1 1,-4 1 0,-1 2 0,-2-1 16,-5 1 1,-4 5-1,-1 3 1,-2 4 25,-1 3 0,1 8 0,1 4 0,0 5-66,2 6 1,1 0-1,2 7 1,2-1-29,2 1 0,2-2 1,2 1-1,3-2-342,4 0 1,1-6-1,4 0 1,1-7-457,2-5 0,-2-5 0,1-2 1,2-6-793,0-5 0,-3-6 0,-4-5 0,-2-3 1432,-2-1 0,-2-4 0,-1 0 0,-2-3 0,3 0 0</inkml:trace>
  <inkml:trace contextRef="#ctx0" brushRef="#br0" timeOffset="14108">7873 1116 8047,'1'-15'0,"1"1"31,1 3 0,0 3 0,0 3 0,2 2 288,3 2 0,0 6 1,1 3-1,0 5 582,2 5 1,4 4 0,-3 5 0,1 3-375,-3 4 0,-1 4 0,-2 3 0,-1 2-26,-3 2 1,-3-3 0,-3 8 0,-3 0-495,-1-1 0,-4-5 1,-2-4-1,0-2-1070,-1-5 1,4-6 0,0-5 0,1-6-1901,1-7 2963,0-7 0,-4 2 0,-1-4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7:38:37.724"/>
    </inkml:context>
    <inkml:brush xml:id="br0">
      <inkml:brushProperty name="width" value="0.06" units="cm"/>
      <inkml:brushProperty name="height" value="0.06" units="cm"/>
    </inkml:brush>
  </inkml:definitions>
  <inkml:trace contextRef="#ctx0" brushRef="#br0">353 71 7853,'-7'-7'0,"0"1"0,-1-1 0,-1 1 790,-1-1 0,-1 1 1,-4 0-1,0 2-129,-2 2 0,5 1 0,-1 2 0,2 2 35,1 3 0,3 3 1,3 5-381,1 1 0,2 1 0,3 4 0,3 0 0,3 1-131,3 0 0,1-2 0,3 4 1,0-1-219,-1-2 0,-1 1 0,0-1 1,-3 1 56,-1-1 1,-2-1-1,-1 2-16,-2-4 1,-4 0 0,-5-3 0,-4-2 24,-3 0 0,-6-2 0,-5-3 0,-1-2 1,-4-3-507,-3-1 1,3-1-1,-1 0 1,3 0-647,0 0 0,7 0 0,-2 0 390,4 0 1,6-1 0,4-3-852,5-2 1,6-4 1579,2 1 0,8-2 0,-1 1 0</inkml:trace>
  <inkml:trace contextRef="#ctx0" brushRef="#br0" timeOffset="250">423 205 8567,'0'4'1001,"0"1"1,0 0-613,0 3 0,0 2 0,1 4 0,0 2-273,1 3 1,1 1 0,-1 4 0,0-1-3487,-1 0 3370,0-7 0,2 2 0,0-5 0</inkml:trace>
  <inkml:trace contextRef="#ctx0" brushRef="#br0" timeOffset="393">462 109 7724,'-7'-6'1530,"3"1"-745,0 1 1,2 3-1136,-3-2 1,6 3 0,0 3-1,2 1-1036,2 2 1386,3 0 0,2 3 0,3 1 0</inkml:trace>
  <inkml:trace contextRef="#ctx0" brushRef="#br0" timeOffset="733">590 122 7724,'-7'0'442,"1"0"1,0 3-1,-1 0 1,0 2 446,-1 2 0,1-2 0,0 3 0,2 0-312,0 1 1,2 1 0,1 2 0,1 1-332,1 0 0,1-2 1,1-1-1,2-1-598,2-1 0,3-4 0,1-2 0,1-1-268,0-1 0,-3-5 0,2-2 0,0-2-11,0-3 0,-1 1 1,0-1-1,0 2 358,-2 1 0,-1 1 1,3 4-1,-2 2 223,-1 1 1,1 5 0,-1 4 0,1 6 897,-1 6 1,0 8 0,0 4-1,-2 3 127,-2 2 1,-1 0 0,-1 1 0,-1-3-529,-4-2 1,1-7-1,-5-3 1,0-2-229,-2-3 0,0-4 0,-1-4 1,-2-4-953,-2-3 1,1-4-1,-1-2 1,-1-4-128,1-3 0,2-1 0,0-3 0,2-1-1041,4 0 1,3-1 1900,3-1 0,2-2 0,0 0 0</inkml:trace>
  <inkml:trace contextRef="#ctx0" brushRef="#br0" timeOffset="1083">782 231 7735,'4'9'788,"-1"-1"1,-3 2-1,0 0-368,0 0 0,0 1 1,2 4-1,0 1 249,-1 2 0,0 1 1,-1 4-1,0 0-237,0-1 0,0-1 1,0 0-1,0-1-51,0-3 0,0-4-467,0-5 0,0-4 0,0-4 0,0-5-33,0-5 1,1-2 0,0-8-1,2-2-91,1-2 0,0-3 1,2-1-1,2-4-63,0-1 1,0 4 0,2-1 0,0 2 61,0 3 1,1 6-1,4 3 1,0 4 556,2 6 0,-5 7 1,2 8-1,-1 8-201,-2 7 0,-2 6 0,-1 5 0,-1 3 597,0 1 1,-4-3 0,0 2 0,-3-3-1137,0-1 0,0-11 0,0-6 0,0-3-4559,-3-5 4953,3-4 0,-6-5 0,2-3 0</inkml:trace>
  <inkml:trace contextRef="#ctx0" brushRef="#br0" timeOffset="1617">1295 58 7734,'0'-7'253,"0"2"0,-2 0 692,0 0 1,0 5-436,2 2 1,0 3 0,1 8 0,1 4-49,2 3 0,2 3 1,0 4-1,1 2-216,-1 3 1,1 1 0,-2 6 0,0 2-866,-1 2 1,-2-5 0,0-2-1,-1-6-1588,-1-7 0,-3-6 2207,-1-9 0,-5-6 0,-1-3 0</inkml:trace>
  <inkml:trace contextRef="#ctx0" brushRef="#br0" timeOffset="1821">1238 276 7734,'3'-10'594,"-1"1"-175,-1 2 1,1 3 0,1 0 0,1-1 24,4 2 1,-1 0 0,3 3 0,0 0-828,2 0 1,1 0-1,4 0 1,0 0-758,2 0 1,-1-1-1,0-1 1140,2-2 0,1-2 0,-2 0 0</inkml:trace>
  <inkml:trace contextRef="#ctx0" brushRef="#br0" timeOffset="2000">1494 192 7734,'-6'12'386,"-1"0"1,0 4-1,-1 1 331,3 2 0,1-1 1,-1 5-1,3 0-66,1 0 0,5-5 0,2 0 0,3-4-355,3-6 0,0-4 0,5-5 1,-1-2-704,0-3 1,1-7 0,0-7 0,-2-5-22,-2-4 1,-5-1 0,-2 0 0,-3 1 271,-1 2 1,-4 8 0,-3 1-1,-3 3 232,-3 5 1,-2 6 0,-2 1 88,-2 3 0,-1 0 1,1 3-1,0 1 1,2 1-578,0 2 0,4-1 0,2 1 0,2-1-1194,3 1 0,3-3 1606,1 0 0,2-2 0,2 0 0</inkml:trace>
  <inkml:trace contextRef="#ctx0" brushRef="#br0" timeOffset="2601">2014 83 7734,'-9'-15'189,"0"1"1,-2 0 0,-2 2 438,-1 1 0,2 5 0,-4 1 0,1 1-34,1 3 1,-1 6-1,2 3 1,3 4-168,1 3 0,2 2 1,1 3-1,2 1-182,2 3 0,4-2 0,3 1 0,3 0-255,3 0 0,1-1 1,3 1-1,0 1-166,-1-2 0,-1-3 1,0 0-1,0-1-18,0 0 0,-5-2 1,-3 1-1,-1-2 88,-3-3 0,0 0 0,-2-4 0,-4-2-100,-3-1 0,-4-3 0,-2 0 1,-2-1-542,-1-1 0,1-4 0,-1-2 1,2-4-233,1-2 0,2-2 0,2 0 979,4-1 0,0-9 0,2 1 0</inkml:trace>
  <inkml:trace contextRef="#ctx0" brushRef="#br0" timeOffset="2952">2046 45 7982,'3'4'508,"0"0"0,-3 2 206,0 2 1,0 3 0,0 3-1,0 2-93,0 3 0,0 0 1,0 5-1,0 3-248,0 1 0,0-1 0,0 5 0,0-1-361,0 0 0,0-4 0,0-2 0,0-3-391,0-6 0,3-7 255,1-9 1,2-5 0,1-7 0,-1-3-562,0-7 0,1-2 0,0-7 0,1 0 367,0 0 0,3 4 0,-2-1 1,-1 4 558,1 3 0,-1 7 0,0 6 399,-1 4 0,-3 7 0,-1 4-361,-1 5 1,-1 5 0,1 4 0,-1 2 0,-1 0-378,0 1 1,1-1-1,1 2-677,2-1 0,0-1 0,0-3 0,2-4 0,1-3-1120,1-5 0,3-2 1895,-2-6 0,2-6 0,-1-1 0</inkml:trace>
  <inkml:trace contextRef="#ctx0" brushRef="#br0" timeOffset="3199">2322 180 7734,'-7'5'626,"1"0"0,-1 3 459,-2 1 0,4 3 1,-1 3-1,1 3-528,1 2 0,1 3 1,3 1-1,1-1-298,1-2 1,3-5 0,3 0 0,3-6-484,1-3 0,1-6 0,2-2 0,0-7-107,2-6 0,-3-5 1,0-4-1,-2-1-25,-4-3 0,-3 2 1,-1-3-1,-1 3 187,-2 1 1,-3 5 0,-2 5 0,-3 2-56,-1 1 0,-2 5 1,-3 1-1,0 1-470,0 3 0,3 1 1,2 2 59,1 2 0,3 0 1,2 0-1,1 1 634,1 0 0,6 2 0,1-1 0</inkml:trace>
  <inkml:trace contextRef="#ctx0" brushRef="#br0" timeOffset="3576">2431 147 8170,'3'1'1669,"-1"1"1,0 3-776,0 0 1,-1 5-1,1 1 1,-1 3-534,1 3 0,2 3 1,2 0-1,1 2-316,-1 1 1,1-4-1,-1-1 1,1-1-341,2-3 1,-4-6 0,3-3 0,-1-3-71,0-5 1,-4-5 0,4-3-1,-2-4 9,-2-4 1,0-4 0,-2-2 0,0 1 162,1 1 0,1 4 0,-3 1 0,0 4 281,0 4 1,0 4 258,2 4 0,0 6 0,2 9 0,2 5-111,2 4 0,-1 0 0,1 6 0,0-1-75,1 2 0,-1-2 1,2 0-1,-1-3-117,-1-2 0,0-8 0,-1-3 0,2-4-112,-1-3 1,-3-2-1,0-4 1,1-4 274,-1-4 1,0-2-1,1-6 1,-1-4-15,-1-2 0,-2-1 0,3-4 0,0 0-469,0-1 0,-1 5 0,1 1-418,0 4 1,0-3 0,2 7 0,-1 2 693,1 2 0,-1 4 0,1-1 0</inkml:trace>
  <inkml:trace contextRef="#ctx0" brushRef="#br0" timeOffset="4134">3168 199 7734,'4'-3'-144,"2"-1"1,-3-2-1,1 0 353,1-1 1,-4 3 0,1 0 206,-1-1 1,-4-1 0,-1-1 0,-2-1 0,-2 0 43,-1 2 1,-2 1 0,0 3 0,-1 0 264,-1 1 1,0 4-1,0 2 1,1 4 119,-1 4 1,1 1-1,1 4 1,2 4-445,2 2 0,2 0 0,0 3 0,3-2-1004,1-1 1,4-3 0,2 1 0,3-2-656,3-3 0,2-6 0,1-3 176,1-3 0,4-5 0,0-5 1,-1-4 1081,1-4 0,1-2 0,-4-4 0</inkml:trace>
  <inkml:trace contextRef="#ctx0" brushRef="#br0" timeOffset="4381">3277 282 7734,'7'3'100,"-1"0"1,1 2 0,-1-2 628,0 0 0,1-1 1,-1-4-1,1-3-15,-1-3 0,1-2 1,0-3-1,1-1-407,-3-1 1,0 0 0,-1-2 0,-2-3-147,-1 0 1,-3 4 0,-1-2 0,-4 4 43,-3 4 1,0 3-1,-1 3 1,1 3 275,1 4 1,-2 5 0,2 7-1,2 1-204,-1 2 1,4 1 0,1 4 0,0 0-518,1-1 1,2 2-1,2 0 1,3-1-716,0-2 1,3-2 0,0 2-1,3-4-343,1-2 1,1-6 0,1-4-1,0-4-2041,0-4 3339,-4-4 0,5-9 0,-5-4 0</inkml:trace>
  <inkml:trace contextRef="#ctx0" brushRef="#br0" timeOffset="4817">3425 205 7743,'-4'3'1197,"2"1"1,2 2 0,0 2-237,0 3 1,0 0 0,0 6 0,2 2-519,0 1 1,1 2 0,-2 2 0,1 1-265,0-1 1,-2-4-1,0-1 1,0-2 67,0-3 1,0-5 0,0-1-228,-2-3 0,1-5 1,-1-5-1,1-4-117,1-3 0,1-5 0,0-6 0,2-2-129,1-4 1,0 4-1,2-5 1,1 3-121,2 1 1,-1 5-1,2 0 1,0 1-498,0 2 1,0 2 0,1 4-1,-1 3-90,-1 3 0,2 4 0,-2-1 0,-1 3 327,1 3 1,-3-1 0,2 3 0,0-1 605,-1-1 0,0-1 0,-1-2 0,1 0 0,-1-2 0,1-1 0,-2-1 220,0-1 1,-2 0 181,-1-2 1,-1 4 1270,1 3 0,-2 4 0,-1 5 1,-1 2-769,0 3 0,1 1 0,1 4 0,0 1-310,0 2 0,0 3 1,0 2-1,0 2-904,0 2 1,0-2-1,0 2 1,0-2-1340,0-2 1,0-5-1,0-4-4131,-2-4 5779,1-6 0,-8-8 0,2-3 0</inkml:trace>
  <inkml:trace contextRef="#ctx0" brushRef="#br0" timeOffset="5004">3579 353 7734,'6'-2'387,"1"-1"0,-1 2 1448,1 0 0,3 1 1,2 0-1,3-2-1674,4 0 1,-1 0-1,3 2 1,-1-1-1216,-1-1 1,0 1 0,0-2 1053,-2 1 0,2-2 0,-3-2 0</inkml:trace>
  <inkml:trace contextRef="#ctx0" brushRef="#br0" timeOffset="5549">1251 757 7734,'0'-4'583,"0"-1"1,-1 4 921,-1-1-1031,1 1 0,-2 2 0,3 1 0,0 3-124,0 3 0,0 2 0,0 5 0,1 2-642,1 2 1,-1 0-1,1 1 1,-1 1-988,-1 0 0,0 0 1,0-5 1278,0-3 0,-3-3 0,-1-4 0</inkml:trace>
  <inkml:trace contextRef="#ctx0" brushRef="#br0" timeOffset="5711">1283 609 7748,'-1'4'0,"-1"-1"414,0 0 0,0-2 1,2 3-975,0 1 1,1 1 0,1 1 559,2 2 0,5 1 0,1 2 0</inkml:trace>
  <inkml:trace contextRef="#ctx0" brushRef="#br0" timeOffset="5898">1437 673 7748,'-7'10'643,"4"2"0,0-3 0,3 0-94,0 1 1,0 1-1,0 0 1,3 1-86,1 1 1,2-1 0,0 1-1,1 1-23,2 1 0,-4-3 0,0 2 0,-1 0-311,-3-3 0,0 2 0,-2-3 1,-3 1-298,-2-1 0,-5-1 1,0 1-1,-3-1-555,-1-1 0,-1-1 1,1-1-1,-1-2 722,0-2 0,-3-1 0,3-1 0</inkml:trace>
  <inkml:trace contextRef="#ctx0" brushRef="#br0" timeOffset="7048">1860 782 7787,'0'-9'0,"0"-1"213,0-3 0,0 3 0,-1 0 0,-2 0 212,-3 0 0,-1 2 1,-4 0-127,0 3 0,-1 4 0,1 4 0,0 5 0,1 4 113,0 3 1,0 3 0,4 1-1,0 0-290,2 1 0,1-1 0,3-1 0,0-3-397,0-2 0,1-3 0,2 0-24,3-4 0,1-2 0,4 0 0,0-4 0,-1-4-128,1-1 1,0-4 0,3 0 0,0-1 173,0 1 1,-4 1 0,3 2 494,-1 2 1,-2 1 0,-2 4 0,-1 1-1,-1 5 695,-2 6 1,-1 6-1,-4 6-301,-1 2 0,-1 8 0,-4-1 0,-2 0 0,-2 0-134,-1-2 0,-1-6 1,0-2-1,1-5-211,-1-4 0,0-4 0,0-6 0,0-3-913,1-2 1,1-5-1,1-2 1,0-2-943,0-2 0,4-1 0,0-2 0,3 0 213,2-1 0,0-4 0,2 1 1351,1 0 0,4-9 0,4 4 0</inkml:trace>
  <inkml:trace contextRef="#ctx0" brushRef="#br0" timeOffset="7297">2014 911 7748,'9'0'0,"1"0"345,0 0 0,1 0 1,-2-1-1,0-1 459,0-2 1,-3-5-1,1-2 1,-2-1-525,-3-1 1,1 0 0,-3-1-1,-2-2-188,-2 0 1,-1 1 0,-6 1 0,0 3 227,-1 2 0,-2 5 0,0 3 0,-1 5 6,1 4 1,0 5-1,2 3 1,1 4-17,3 3 0,1-1 0,1 2 0,2 2-405,2 0 0,2-1 0,2 3 0,4-3-846,2-1 0,6-4 0,-1-5 0,3-2-206,2-5 0,-2-4 0,0-5 0,1-4 1147,-1-6 0,1-7 0,2-4 0</inkml:trace>
  <inkml:trace contextRef="#ctx0" brushRef="#br0" timeOffset="7614">2149 827 7748,'-5'0'1029,"1"0"-175,-1 0 0,2 2 0,1 1 0,1 4-21,1 3 1,0 1-1,0 4 1,0 3-450,0 3 1,1 1 0,0 3 0,2 0-176,1 1 1,-2-4 0,2 2 0,-2-3-152,0-5 0,1-4 0,0-4-560,0-3 0,-1-3 0,2-6 0,-1-4 30,1-7 1,-2-6 0,2-4 0,-1-3 87,1-4 1,-2 3 0,2-4 0,1 1 255,1 1 0,0 8 1,1 2-1,1 3 120,1 4 0,0 8 0,-1 3 511,0 6 1,1 5 0,-3 6 0,-1 2-369,-1 3 1,-2-1-1,2 3 1,-1 0-621,1 0 1,-2-1-1,1 1 1,1-4-177,0-2 0,-2-3 1,2-3-2096,1-2 2756,-2-5 0,3-8 0,-3-4 0</inkml:trace>
  <inkml:trace contextRef="#ctx0" brushRef="#br0" timeOffset="7931">2341 815 8918,'-6'2'761,"1"0"0,2 3 0,0 2-245,1 3 0,2 1 1,0 1-1,0 2-371,3 2 1,1 1-1,4 2 1,1 0-30,1 0 1,1-1 0,1-3-1,1-1-320,0-4 0,0-5 1,-1-4-1,-1-3-200,0-4 0,-3-7 1,0-6-1,-2-3 255,-2-3 1,-3 2 0,1-3 0,-1 0 352,-1 2 0,0 3 0,0 1 0,0 3 726,0 5 0,1 6-468,1 2 0,-1 7 1,1 4-1,-1 3-347,1 4 0,1-1 1,2 2-1,-1 0-938,-1 0 1,2 0 0,-2-2 0,1-1-941,1-1 1,-3 0-1,2-3 1763,1-2 0,-2-5 0,0-5 0</inkml:trace>
  <inkml:trace contextRef="#ctx0" brushRef="#br0" timeOffset="8111">2553 815 7924,'0'6'584,"0"0"1,0 1-1,0-1 1,0 1 164,0-1 0,0 3 0,2 0 1,0 1-559,-1 1 0,2-1 1,0 1-1,0 0-2024,0-1 1,0-1-935,-1-3 2767,1-2 0,1-7 0,-1-4 0</inkml:trace>
  <inkml:trace contextRef="#ctx0" brushRef="#br0" timeOffset="8277">2572 750 7748,'0'-6'164,"0"2"1,-1 0 0,0 1 803,-1-1-1300,-1 3 0,3-2 0,0 6 0,1 0-174,1 1 0,0 1 1,1 0 505,0 0 0,2 5 0,-1 0 0</inkml:trace>
  <inkml:trace contextRef="#ctx0" brushRef="#br0" timeOffset="8498">2623 776 7777,'4'4'979,"1"-2"0,-3 1-44,2 2 0,-2 0 1,0 2-1,1 0-399,-1 1 1,1 2-1,-2 3 1,1 0-377,0 0 1,-1 0 0,0 2-1,2 0-36,-2 2 0,0-2 0,-1 1 0,0-4-294,0-2 1,0-3 0,2-5-247,0-4 1,0-3 0,-2-10 0,0-3-18,0-3 0,2 0 0,1-2 1,0-1 457,0 2 0,2-1 1,-1 3-1,2 0 575,0 1 0,3 4 1,0 0-1,0 3-184,0 4 0,1 6 1,-2 2-1,0 7-176,0 5 1,-3 4 0,-1 5 0,-2 1-682,0 1 0,-1 0 1,-1 2-1,0-3 18,0-3 0,2-3 0,0-1 0,0 0-1072,1-3 0,-2-7 0,3-1 1495,-1-5 0,2-5 0,-2-4 0</inkml:trace>
  <inkml:trace contextRef="#ctx0" brushRef="#br0" timeOffset="8764">2848 859 7906,'3'-3'524,"-1"-1"0,3 3 1,0-2 28,0-1 0,-2 2 0,1-2 1,1-1-64,1-1 0,1-1 0,-2-1 1,0-2-233,0-2 0,-1 0 0,2-5 0,-2-1-15,-2 0 0,-1-1 0,-1 0 0,0 2 211,0 2 0,-3 5 1,-1 4-1,-2 3 126,-1 2 0,1 7 1,0 3-1,-1 4 183,1 5 0,0 2 0,1 2 1,1 5-100,2 1-1,0-2 1,2 1 0,0 1-715,2 0 1,2-1 0,3 0 0,2-2-904,1-4 0,1-3 0,1-2 0,2-4-182,-1-4 1,1-4-1,-2-7 1,-1-4 1135,0-5 0,0-7 0,1-4 0</inkml:trace>
  <inkml:trace contextRef="#ctx0" brushRef="#br0" timeOffset="8939">3053 885 8323,'-1'4'3744,"0"-1"-3570,-1-1-4035,-3-1 3861,4 2 0,-5-6 0,3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7:38:47.704"/>
    </inkml:context>
    <inkml:brush xml:id="br0">
      <inkml:brushProperty name="width" value="0.06" units="cm"/>
      <inkml:brushProperty name="height" value="0.06" units="cm"/>
    </inkml:brush>
  </inkml:definitions>
  <inkml:trace contextRef="#ctx0" brushRef="#br0">12 225 7835,'0'-7'24,"-2"3"0,-1 0 883,0 1-452,1 1 0,0 5 1,4 2-1,2 4-89,-1 4 0,3 1 0,-2 4 0,2 3-233,0 1 0,0-1 0,-1 2 0,-1 1-318,1 1 0,-2-1 0,0 3 0,-1-3-1095,0-2 1,0-7-1,-2-4 760,-2-3 0,-2-10 1,-3-8 519,-2-6 0,-1-11 0,-2-3 0</inkml:trace>
  <inkml:trace contextRef="#ctx0" brushRef="#br0" timeOffset="201">25 225 7664,'7'-17'-142,"2"2"0,-2 2 1,5 3-1,1 2 583,4 3 0,-1 2 1,1 4-1,1 4 23,1 3 1,-3 7 0,-2 4 0,-2 2 14,-1 2 1,-4-2 0,0 2 0,-2 0 39,-3 0 1,-1-2 0,-4 3 0,-4-1-345,-3 0 1,-3 2 0,-2-3 0,0-1-370,0-4 0,1-4 0,-1-3 0,2-3 104,0-2 0,2-4 0,2-1 0,1-4-3002,2-4 1,4-3 3091,0-4 0,1 2 0,1-3 0</inkml:trace>
  <inkml:trace contextRef="#ctx0" brushRef="#br0" timeOffset="516">378 314 7835,'6'3'219,"-2"-1"1,1 1 0,0 1 4,3-1 0,0-1 1,2 0-1,0-1 468,0-1 0,1-1 0,2-1 1,-1-3-615,1 0 0,0-4 0,-1-2 0,-1-2-208,-3-2 0,-1 1 1,-3-1-1,-2 0 134,-4 0 1,-2 0-1,-5 3 1,-4 1 102,-1 3 1,-4 1 0,2 3 0,-1 3 510,0 5 0,2 3 1,1 6-1,1 2-98,2 2 0,2 3 1,3 2-1,2 3-224,2 2 1,2-2-1,2 5 1,3-1-218,3 0 1,2-4-1,3 0 1,1-3-1606,1-3 0,3-6 0,-1-5 1,0-4-218,3-4 1,-5-8-1,5-8 1743,-2-4 0,1-3 0,0-2 0</inkml:trace>
  <inkml:trace contextRef="#ctx0" brushRef="#br0" timeOffset="706">692 109 7835,'-4'-6'0,"-1"2"0,1 3 1014,1 5 1,-3 3 0,2 7 0,0 3-377,0 5 0,2 3 0,0 4 0,2 2-199,2 2 1,0-1 0,2 0 0,0-2-553,0-5 1,2-2 0,-2 1 0,1 0-820,-1-1 0,1-6 1,-3-2-1,0-4-769,-2-2 0,0-6 0,-2-3 1701,-3-3 0,-6-9 0,-3-1 0</inkml:trace>
  <inkml:trace contextRef="#ctx0" brushRef="#br0" timeOffset="902">621 398 7835,'3'-10'0,"-2"0"0,2 4 0,0 0 585,1-1 0,2 3 0,0 0 1,1 1 182,2-1 1,1 0 0,3-2 0,-1 1-990,1 1 1,0 2 0,0-2 0,0 1-2823,0-1 3043,-3 3 0,2-5 0,-2 3 0</inkml:trace>
  <inkml:trace contextRef="#ctx0" brushRef="#br0" timeOffset="1102">814 359 7720,'6'1'0,"1"1"0,-3-1 0,0 1 0,2-2 653,2-2 0,-1-2 0,2-5 0,-2-2-284,-1-1 1,-2-1 0,0-2 0,-1-2-256,-2 1 1,-1-1-1,-2 4 1,-2 0 205,-2 3 1,-3 5 0,0 3-1,0 3-73,0 3 1,-1 4-1,3 8 1,0 2-36,1 3 0,4 3 0,-2-1 0,1 0-311,2 1 1,1-1 0,2 2-1,3-1-686,3 0 1,2-5-1,3-2 1,-1-2-551,1-3 0,-1-6 1335,0-2 0,-3-11 0,3-3 0</inkml:trace>
  <inkml:trace contextRef="#ctx0" brushRef="#br0" timeOffset="1400">942 295 8772,'-3'1'1861,"0"2"0,3 2-1306,0 3 1,0 4 0,0 0 0,3 4-292,1 3 0,2-1 0,0 5 0,0-1-61,1-1 0,-1 1 1,-1-1-1,-1-4-678,1-3 1,-2-5 0,1-5-45,-1-4 1,1-10 0,-1-7 0,0-5 220,0-3 1,-1-3 0,0-1 0,1 1-94,0 3 0,2 3 1,0 2-1,0 2 538,0 3 1,-1 6-1,2 4 560,1 4 0,-3 7 1,0 8-1,1 2-468,1 4 0,-2 0 0,0 3-351,-1-1 1,1 2 0,-1-2 0,0 0 0,0 0-40,1-1 0,-2-7 0,2-4 1,1-4-3702,1-4 3852,-3-7 0,6-8 0,-2-7 0</inkml:trace>
  <inkml:trace contextRef="#ctx0" brushRef="#br0" timeOffset="1699">1180 192 7720,'0'-9'919,"0"-1"44,0 4 1,0 3-1,0 4 1,0 4-230,0 5 0,2 5 0,3 2 0,0 2-424,2 0 0,-1 0 0,1 0 0,-1-1-146,0-1 1,1-3 0,-1 0 0,0-1-675,-2-3 0,-1-4 0,-4 0-125,-1-3 1,-2-1 0,-5-2-1,-1 0 136,-2 0 1,-1 3 0,1 1-1,0 2 431,2 1 1,2 2 0,0 2 0,3 1 144,3 3 0,2 2 0,2 1 0,2-1 397,2-5 0,3 1 0,1-6 0,1-1-174,-1-3 0,1-6 1,1-3-1,0-5-345,-2-3 0,-2-3 1,1-2-1,-2 0-273,-1 0 0,1 2 0,-2 2 1,0 2 317,0 3 0,-4-2 0,2 2 0</inkml:trace>
  <inkml:trace contextRef="#ctx0" brushRef="#br0" timeOffset="2418">1699 276 7669,'0'-12'0,"0"0"4,0 2 1,-1-1 0,-1-1 295,-2 1 0,-2 2 0,0 3 0,-1 2 0,-1 2 397,-1 1 0,-2 5 0,1 3 0,-1 5-274,1 4 0,1 6 0,-1 3 1,1 1-232,1 1 1,1-2 0,3 3 0,0-3-31,1-1 1,2-4 0,3-4 0,2-4-418,2-4 1,3-3 0,2-7 0,3-3-435,1-6 0,2-4 0,-2-4 0,0-4 306,1-2 1,-3 1 0,2-4-1,-1 1 371,-1 1 1,-3 0 0,-3 4-1,-1 5 420,-2 6 0,-2 6 0,0 7-40,-1 6 0,-1 5 0,0 9 1,0 1-1,0 2-64,0 1 0,0-1 1,0 0-1,2 0-856,0-2 1,3-5 0,-2-2 0,2-4-427,2-6 1,-1-3 0,4-6-1,0-4-29,-1-5 1,0-7 1006,2-4 0,-3-2 0,1-1 0</inkml:trace>
  <inkml:trace contextRef="#ctx0" brushRef="#br0" timeOffset="2649">1891 141 7691,'0'-8'673,"0"0"0,-2 3-37,0 4 0,0 5 0,3 7 1,0 4-26,1 3 1,3 4 0,-3 1 0,2 2-702,1 1 1,1 0 0,0 1 0,0 2-706,-2 0 1,1-2 0,-3 1 0,0-2-1486,-2-3 2280,0-3 0,0-5 0,0-2 0</inkml:trace>
  <inkml:trace contextRef="#ctx0" brushRef="#br0" timeOffset="2841">1879 346 7957,'3'-3'728,"-2"-3"0,3 2-455,1-2 1,3 0 0,1 0 0,1 1 2,-1 1 1,2 0 0,0-2 0,2 0-1007,2 0 0,-1 1 0,2-5 1,-2 2 729,-2-1 0,-1-2 0,2 1 0</inkml:trace>
  <inkml:trace contextRef="#ctx0" brushRef="#br0" timeOffset="3032">2110 58 7691,'0'9'107,"-1"-1"0,-1 3 0,0 1 453,1 2 0,0 1 0,1 3 1,1 4-59,1 2 0,2 3 0,1 4 0,0-2 117,0-1 0,-1-3 1,2 5-1,-2-1-910,1 0 0,-4-3 0,1-1 1,-1 0-1127,-1-3 0,-1-6 0,-1 0 1417,-2-6 0,-5-7 0,-1-7 0</inkml:trace>
  <inkml:trace contextRef="#ctx0" brushRef="#br0" timeOffset="3227">2071 353 7930,'0'-7'1682,"0"3"-1257,0 0 0,1 0 0,1 0 1,2 1-262,2 0 1,3 3 0,2-3 0,2 3-507,2 0 0,-1 0 1,3 0-1,1 0-525,0 0 0,2 0 0,-2 0 867,-1 0 0,2-3 0,-3-1 0</inkml:trace>
  <inkml:trace contextRef="#ctx0" brushRef="#br0" timeOffset="3433">2302 250 7691,'-6'-6'82,"-2"2"1,1 0-1,-3 1 556,0 2 0,3 3 1,-2 2-1,2 3 49,0 1 1,1 5-1,0 3 1,0 1-406,2 0 0,1 1 0,3 3 0,0 0-206,0 0 1,3-4 0,3-3 0,3-2-228,1-4 1,0-3 0,3-4 0,0-3-424,0-5 1,0-2-1,-1-6 1,-1-3 204,0 0 1,-5-1 0,1-1 0,0 1 418,-2 0 1,-1 0 0,1 1 0,-1 2-84,-2 3 0,1 7 0,-4 0 639,-1 3 0,1 4 0,-2 5 0,1 3-755,0 3 1,0 0-1,2 3 1,0-1-753,0 1 1,0-2 0,3 2 0,1-4 324,2-2 0,1-2 0,1-2 1,4 0 575,2-3 0,-1-7 0,3-2 0</inkml:trace>
  <inkml:trace contextRef="#ctx0" brushRef="#br0" timeOffset="3632">2533 167 8074,'-7'-3'0,"0"-1"697,-1 1 0,0 0 0,-3 4 0,0 1 111,-1 2 1,1 5 0,1 1-1,1 4 102,1 3 0,2-1 1,1 4-1,3 2-414,1 0 0,2-1 0,1 1 0,3 0-739,3-2 0,0-1 0,3 2 1,0-3 58,1-1 1,0-5 0,0-2 0,-2-3-1650,2-2 1,0-4-1,1-5 1,0-5-1696,-1-5 3528,-2-2 0,2-9 0,-2-2 0</inkml:trace>
  <inkml:trace contextRef="#ctx0" brushRef="#br0" timeOffset="3834">2642 103 7691,'-1'-6'1384,"-1"2"0,1 2 0,-3 4 0,1 3-438,2 3 0,-2 4 1,1 6-1,0 3-579,2 2 0,-2 3 1,-1 1-1,2 2-205,0 3 1,1-4 0,-2 4 0,0-3-1314,1 1 0,1-4 1,1-1-1,2-5-409,0-4 0,2-6 1,2-4-1,1-5 856,0-4 1,1-4-1,-1-7 704,1-1 0,-1-4 0,-1-4 0</inkml:trace>
  <inkml:trace contextRef="#ctx0" brushRef="#br0" timeOffset="4024">2745 237 7691,'2'-16'128,"0"1"1,0 4 0,-3 3 0,-1 3 408,-2 1 1,-2 2 0,-1 0 0,-1 2 146,0 2 0,-4 2 0,2 3 0,0 2-236,2 4 1,-2 0 0,3 4 0,1-1 164,3 1 1,2-2 0,1 3 0,1 1-282,1-2 1,5-2-1,3 0 1,3-4-1056,2-2 0,2-3 0,4-2 0,0-2-212,0-1 0,-1-4 0,-2-1 0,0-2 935,-1 0 0,-2-3 0,0-1 0</inkml:trace>
  <inkml:trace contextRef="#ctx0" brushRef="#br0" timeOffset="4567">3213 257 7691,'4'-7'-141,"0"1"0,-2-1 132,0-2 1,1 2 0,-1-2 0,-1 2 389,0-2 1,-1 1 0,-1-2-1,-1 0-79,-2 0 0,0 2 1,0 1-1,-1 2 25,-1 2 1,-2 3 0,-1 4 0,1 5 99,1 8 0,2 8 1,0 7-1,1 4-156,1 4 0,2-2 1,3 2-1,2-1-336,2-2 0,3-6 0,3-9 0,2-5 141,3-9 1,1-12 0,1-8 0,0-8-608,0-7 0,-6-7 1,1-3-1,-3-2 284,-4 1 1,-2 3 0,-3 1-1,-2 3 266,-2 4 1,-3 5-1,-3 4 1,-3 4 55,-1 5 1,-1 4 0,1 2-1,1 0-150,3 1 0,1 2 0,3 2-452,2 3 1,1 0 0,2 2 0,2 2-719,3 2 1,6 1 1244,3 1 0,2-1 0,0 1 0</inkml:trace>
  <inkml:trace contextRef="#ctx0" brushRef="#br0" timeOffset="4793">3578 0 7691,'-9'3'639,"1"-2"0,-2 4 1,-1 0 270,1 3 0,0 3 0,3 4 0,0 3-408,1 2 0,4 6 0,0 5 0,1 2-291,1 3 1,3 0 0,1-1-1,2-2-522,0-1 1,-1-4 0,-2-1 0,1-3-1361,-1-3 1,1-4-1,0-2 443,-2-4 0,-1-5 0,-3-6 1228,-2-4 0,-3-7 0,-6-3 0</inkml:trace>
  <inkml:trace contextRef="#ctx0" brushRef="#br0" timeOffset="4987">3437 346 7282,'0'-6'0,"-2"0"-107,0-1 1,1 1 0,3-1 1387,2 1 1,5 2 0,1 2-1,3-1-504,2-2 1,2 2-1,4-1 1,1 1-921,1-1 0,0 2 0,0-2 0,-1 2-1341,0 0 1,-4-1 0,1 1 1483,-3 1 0,-1 0 0,-2 1 0</inkml:trace>
  <inkml:trace contextRef="#ctx0" brushRef="#br0" timeOffset="5750">147 834 7786,'-7'-12'0,"1"3"0,0 1 0,-1 0 198,1 1 0,-1 0 637,1 0 0,2 4-502,-1 0 1,4 4 0,0 4 0,2 6 0,4 5-11,3 5 1,0 3 0,2 5 0,0 4-201,0 2 0,-3-1 1,2 0-1,-2-1-496,-1 1 1,-2-5 0,-1 0 0,-1-2-590,0-5 1,0-4-1,-2-8 349,-3-3 1,0-10 0,-4-8 0,-1-5 612,-1-5 0,1-2 0,-1-5 0,-1-2 0</inkml:trace>
  <inkml:trace contextRef="#ctx0" brushRef="#br0" timeOffset="6023">115 879 7322,'3'-26'-1044,"1"3"1209,4 2 1,2 2-1,3 2 1,2 2 0,0 2-1,3 2 195,0 3 1,-1 3 0,0 3-1,-2 2 0,-1 2 1,-6 5-1,-1 6 1,-1 2 177,-3 4 1,-2 0 0,-2 5-1,-3 2-107,-2 0 1,-5-3-1,0 2 1,-1-1-193,-1-2 1,0-5 0,-1-1-1,-1-2-628,0-2 1,2-2 0,1-5 0,0 0-1673,2-3 0,5-3 2061,0-3 0,7-3 0,1-6 0</inkml:trace>
  <inkml:trace contextRef="#ctx0" brushRef="#br0" timeOffset="6247">326 911 7831,'7'6'92,"-1"1"0,1-1 0,0 1 1,1-1 834,3 0 0,2-2 1,1-2-1,2-2-636,0-2 1,-1-4 0,2-6 0,-1-2-328,0-3 1,-4 0 0,-2 1 0,-4 0-3,-2-1 1,-2 1 0,-1-1 0,-5 4 93,-5 1 0,-2 7 1,-3-1-1,0 2 287,-1 3 1,0 2-1,0 2 1,0 4-68,1 3 1,1 3 0,0 4 0,3 3-255,1 1 1,3 0 0,2 2-1,1 2-26,3 2 0,1-3 0,3 1 0,6-4-1475,3-2 1,4-7 0,2-2 0,0-5 806,0-2 0,1-4 1,1-4-1,0-6 672,0-5 0,-4-2 0,-1-1 0</inkml:trace>
  <inkml:trace contextRef="#ctx0" brushRef="#br0" timeOffset="6466">589 866 7611,'-6'0'480,"0"1"1,0 3-1,1 3 149,1 2 1,-1 2 0,0 3 0,0 0-230,3 1 1,2 0 0,1 0 0,3-1-169,2-2 0,5-3 1,-1-4-1,2-3-565,1-2 0,0 0 0,0-3 1,-1-3 49,-1-4 0,-2-1 0,-3-1 0,-2-2 178,-2 1 0,-1-1 0,-3 2 0,-1 1 174,-4 0 0,-3 4 1,1 0-1,-1 2-296,-1 3 0,0-1 1,0 3-1,-1 0-938,0 0 0,4 3 1,0-1 1164,3 2 0,2 0 0,0 3 0,0-1 0</inkml:trace>
  <inkml:trace contextRef="#ctx0" brushRef="#br0" timeOffset="6686">679 795 8041,'0'7'442,"0"-1"1,2 1 0,1 1-1,0 1-60,0 1 1,2 2 0,-1 3 0,2 2-100,0 1 1,1 2 0,-1-1 0,1 0-214,-1 0 0,0 1 0,1-2 0,-1 0-629,1-1 1,-2 0-1,0 0 1,-3-2-384,1-2 0,-2-2-123,1 0 1,-4-8 1064,-2-3 0,-2-8 0,0-9 0</inkml:trace>
  <inkml:trace contextRef="#ctx0" brushRef="#br0" timeOffset="6905">698 879 7312,'4'-19'-455,"2"0"1,-2 2-1,2 1 723,0 1 1,1 1-1,2-1 1,1 2 516,0 0 1,2 3-1,-1 2 1,1 3-454,0 3 0,1 2 0,-1 2 0,0 4-16,-1 4 1,-6 2 0,1 6 0,-3 3-32,-1 1 0,-1 2 1,-2 3-1,-2 1 17,-3-1 1,-1-1-1,-4-3 1,-1-3-447,0-3 1,-1-4 0,1-2 0,-1-3-640,0-2 1,0-4 0,1 0 0,1-2-596,3-2 1,4-3-1,1-5 1378,3 0 0,3-3 0,0-4 0</inkml:trace>
  <inkml:trace contextRef="#ctx0" brushRef="#br0" timeOffset="7125">929 699 7810,'7'3'348,"-3"1"0,0 3 807,-2 1 0,3 0 1,-3 3-1,0 1-699,1 2 1,-2 3 0,1 4 0,1 1-828,-1 1 0,0 0 1,-2 1-1,0-1-605,0-1 0,2-4 0,0-3 976,0-4 0,1 1 0,1-2 0</inkml:trace>
  <inkml:trace contextRef="#ctx0" brushRef="#br0" timeOffset="7352">1064 937 7810,'9'-6'0,"0"1"210,1 1 0,-2-1 0,3-4 0,1-2 172,0-1 1,-4-1-1,-1-2 1,0 0 31,-2-2 0,-3 3 0,0-1 0,-3 2-80,-3 0 1,-1 2 0,-5 2 0,0 1-118,0 2 1,2 4 0,-3 1 0,0 5-9,1 5 1,1 3 0,3 5 0,2 3 140,2 5 0,1 0 0,2 5 0,1-1 42,2 1 1,3-4 0,1-4 0,4-1-590,2-3 0,2-3 0,3-1 0,1-5-1061,2-5 1,-2-5-1,3-3 1,-3-3 1257,-1-1 0,-4-5 0,0-4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7:38:56.135"/>
    </inkml:context>
    <inkml:brush xml:id="br0">
      <inkml:brushProperty name="width" value="0.06" units="cm"/>
      <inkml:brushProperty name="height" value="0.06" units="cm"/>
    </inkml:brush>
  </inkml:definitions>
  <inkml:trace contextRef="#ctx0" brushRef="#br0">6 119 6674,'0'-4'1308,"0"2"0,0 4-908,0 2 0,0 3 1,1 1-1,1 4-167,0 2 0,2 3 0,-2 4 1,0 1-73,1 1 0,-1 0 0,1 2 0,0-1-374,-2 0 0,0-3 0,-1 1 0,0-3-1357,0-3 1,0-7 1023,0 2 1,0-11 0,-1-3 0,0-6 545,-1-5 0,-2 0 0,1-3 0,-1 2 0,0-6 0,-3 1 0</inkml:trace>
  <inkml:trace contextRef="#ctx0" brushRef="#br0" timeOffset="232">0 151 7364,'3'-25'-282,"0"4"0,4-2 0,-1 4 542,1 2 0,2 5 1,2 1-1,1 2 63,1 3 0,-1 4 1,1 0-1,0 3-57,0 3 0,0 1 0,-2 6 0,-1 1 27,-1 2 0,-6 2 1,1 4-1,-1 0-2,-1 1 0,0-2 0,-4 1 0,-3 1-51,-3-1 1,1 0 0,-2-2-1,-1-1-264,0-2 1,-3-3 0,1-2 0,-2-1-486,-1-1 0,4-4 1,-1-2-1,2-1-561,2-1 0,1-1 0,3-1 632,2-2 0,5-2 0,3 0 1,4-1 437,-1 1 0,4-3 0,-1-1 0,5-3 0</inkml:trace>
  <inkml:trace contextRef="#ctx0" brushRef="#br0" timeOffset="499">244 100 7739,'-5'6'493,"2"1"1,-1 2-139,1 1 1,-1 4-1,-1 3 1,2 4 67,0 4 0,1 3 0,2 1 0,3-2-177,1-1 1,2-5-1,3-3 1,1-4-318,3-5 0,-1-5 1,1-2-1,0-4-181,0-5 1,-2-5-1,-1-4 1,-1-2-10,-1-1 0,-4-1 1,-2-5-1,-1 2 203,-1-1 1,-3 4-1,-1 0 1,-3 3 190,-1 0 0,-2 4 0,-3 3 0,0 0-91,0 3 1,0 0 0,1 3-1,-1 1-357,3 0 0,1 3 1,3-2-1,2 4-140,1 2 1,3 2-1,1 0 1,3 0-133,5 1 0,1-1 0,2 1 587,2-1 0,3 3 0,-1 1 0</inkml:trace>
  <inkml:trace contextRef="#ctx0" brushRef="#br0" timeOffset="749">443 61 7739,'-7'0'288,"1"1"0,-1 0 1,1 2 123,0 1 1,-1 0 0,1 2-1,0 1-89,2 2 1,1 2 0,3 6 0,1 3-228,1 2 1,4 1 0,5 2-1,1-1-1,1 0 1,0-5 0,-1-1 0,1-1-69,0 0 1,-3-5 0,-2 1-1,-3-2 57,-3-1 1,-1 2-1,-2-3 1,-2 1-11,-3-2 0,-4-2 1,-2 2-1,-1-3-132,0 0 1,0-4 0,0 1 0,1-1-505,-1-1 0,2-3 0,2-1 0,1-3-560,2-1 1,4-1 0,0-3 1121,1 1 0,4-2 0,1-4 0</inkml:trace>
  <inkml:trace contextRef="#ctx0" brushRef="#br0" timeOffset="979">513 228 7739,'4'7'0,"-1"1"0,-1 4 244,0 2 1,1 0 0,-2 3-1,2 1 171,1 1 0,-3-4 0,1-1 0,0 0-259,0 0 0,-1-3-781,3-3 0,0-7 1,0-5 624,-2-3 0,2-10 0,-1 0 0</inkml:trace>
  <inkml:trace contextRef="#ctx0" brushRef="#br0" timeOffset="1212">552 144 6736,'-5'-8'-307,"1"0"1541,-1 0 1,0 2-1108,1 2 0,1 3 0,3 1-625,0 4 1,1 2 0,1 0 0,2 1 66,2 2 1,0-2 0,1 2 430,-1-2 0,0-1 0,1 0 0</inkml:trace>
  <inkml:trace contextRef="#ctx0" brushRef="#br0" timeOffset="1768">622 170 7243,'4'3'-331,"1"-2"0,-3 4 1,0-1 835,1-1 0,-2 4 0,3-1 0,-1 2-137,1 2 0,-3 1 0,2 2 0,-1-1 129,1 1 0,1 1 0,-2 0 1,-1 1-255,0-1 1,0 0 0,0-2-1,1-1 144,0 0 0,-1-3-320,-1 0 0,0-4-153,0-4 1,0-6 0,0-4-1,0-3 2,0-2 0,0-2 0,0-4 0,0-1 6,0-1 1,0 4 0,0-1 0,2 1 178,0 4 0,1 3 0,-1 2 114,2 3 0,0 2 0,-1 7 0,1 3-157,-1 5 0,-1 5 0,2 5 0,0 1-383,-1 0 0,-1 1 1,3-4-1,-1 0-506,-1-1 0,3-3 0,-2-1 0,2-4 135,0-2 0,2-4 1,-1-3-1,2-5 696,-1-2 0,-1-4 0,-1-4 0,-1-2 0,-1-2 0,-1-3 0,2-1 0,-1-2-17,-1-1 1,0 3 0,-2 0-1,1 2 222,0 5 0,-4 1 0,-3 7 697,0 2 1,-2 6 0,1 7 0,-1 3-347,1 5 1,2 0-1,0 3 1,1 3-390,2 1 0,0-1 1,1 1-1,0-1-195,0-2 1,1-4-1,1-1 1,2-3-274,2-2 0,0-5 0,1-2 0,0-2-203,1-2 1,0-4-1,0-6 200,-1-2 1,0-2 0,-1-3 0,0 2 0,-1 2 240,-1 1 0,-2 5 568,2 3 0,-1 6 0,0 8 0,0 6 141,-2 4 0,2 0 0,-1 6 0,0 0-223,-1 1 0,-1-2 0,0 1 0,-1-1-308,-1 0 0,-2 2 0,-2-3 0,-1 0-183,-2 0 0,0-4 0,-3 1 1,2-4-109,-2-4 1,1-2 0,0-5-39,3-2 1,1-3 0,2-2 0,2-4 0,0-3-110,1-4 1,2 1 0,1-4 0,3-1 221,2-1 0,6 2 0,0 1 0,3 0 324,1 2 1,-1 1-1,2 2 1,1 2-158,0 0 0,2 4 0,-2-1 0,0 2-571,-1 0 0,-3 3 0,1-1 1,-4 1-1977,-2 1 2481,-5 0 0,-1 3 0,-3 0 0</inkml:trace>
  <inkml:trace contextRef="#ctx0" brushRef="#br0" timeOffset="2382">1385 74 7807,'-6'-10'118,"0"1"0,-1 1 0,-1 1 198,-1-2 1,-4 1 0,0 1 0,-1 1 0,0 1 147,-1 1 1,1 3 0,0 2 0,2 6-80,1 5 1,6 6 0,-1 6 0,2 5-27,0 5 0,3 1 0,1 6 0,2 1-489,1 1 1,4-6 0,1 1 0,0-4-558,-1-5 1,0-9 0,-1 1 0,1-4-1159,-1-3 1,-2-6 1501,-2-6 1,-2-7-1,-2-7 1,-3-2 342,0-3 0,-5-2 0,0 0 0</inkml:trace>
  <inkml:trace contextRef="#ctx0" brushRef="#br0" timeOffset="3437">1193 330 7807,'-6'-9'209,"-1"0"0,2-2 0,0 3 154,0 1 1,4 2-1,-1 1-3,4-1 0,-1 1 0,4 1 0,2 0-346,3 2 1,0-2 0,1 1 0,0-1-440,2 1 0,0 1 0,1-2 0,1 1-154,0 0 1,-2-1 0,0 1-1,0-2 339,0-2 0,-1-3 0,-1 1 0,-1-1 240,-1 0 0,-2 2 0,-4-2 88,0 2 1,-1 4-1,-2 3 302,0 4 0,0 5 1,0 4-1,0 4 84,0 4 1,0-1 0,0 4 0,0-1-19,0 0 1,0 0 0,0-3 0,0 1-281,-3-1 0,0-4 1,-4 1-1,2-3 243,0-1 0,0-5-213,1-2 0,1-4 1,1-3-1,1-5-82,1-4 0,1-2 0,0-3-516,1-2 1,5-2 0,0 0 0,0-1-188,3 1 0,-2 0 1,2 0-1,2 0 0,0 1-110,1-2 0,0 5 1,1-4-1,1 3 272,0 2 0,-5 3 0,-1 3 642,-2 3 0,-3 3 0,-3 5 0,-2 4 87,-4 5 1,0 2 0,-1 3 0,1 1 472,1 3 0,2-3 0,0 3 0,1 0-225,1 2 0,3-2 0,2 1 0,4-1-425,4-3 0,0-3 0,4-1 0,0-5-217,0-5 0,-2-3 0,-2-5 0,-1-3 9,-1-6 1,-5-6-1,-3-1 1,-3-2-14,0-2 0,-3-1 1,-3 0-1,-3 2 53,-1 1 1,-1 4-1,-4 2 1,-2 0 251,-2-1 0,2 5 0,1 0 0,0 1-78,-1 1 1,6 5-880,0-2 1,6 6 0,4 0 0,2 4-167,3 3 0,5-1 1,2 4-1,1 0 609,1 2 1,0-1 0,1 0 0,1 0 294,0 0 0,-1-5 0,-1 1 0,2-2 0,-1-3 0,-4 0 0,2-1 0,-1 0 24,-1 0 1,-5 3 0,2 1 0,-2 2 140,-2 0 0,1 3 0,-3 2 1,1 2 1041,0 2 0,-1-1 0,-1 2 0,0 1-587,2-1 1,-1-1 0,1 2 0,-1-2-366,-1 0 1,0-4 0,0-1-1,-1-1 74,-1-1 1,1-3-323,-1-1 0,1-3 1,-1-2-1,0-4-454,1-5 1,0-5-1,1-3 1,0-3 139,0-2 0,0-3 0,1 0 1,1-1 55,2-1 0,2 6 0,0-3 0,2 3 43,0 3 0,0 6 0,2 5 0,0 3 548,0 5 1,-2 9-1,2 6 1,0 4 160,0 5 1,-2-2 0,1 4 0,-2 1-52,-1-1 1,1-5 0,-2 1 0,0-2-180,-3 0 1,1-3 0,-1 0-1,-1-2 78,0-2 0,-1-5-561,0 1 0,0-6 0,0-3 0,-1-7-181,-1-5 1,1-4 0,-1-3-1,2-2 44,0-2 0,0 1 1,0-2-1,0 0 101,0 1 0,2 5 0,1-1 0,1 2 238,3 1 0,0 2 0,3 1 0,1 5 163,1 3 0,-2 2 1,4 4-1,0 4 4,0 6 1,-3 5-1,-1 4 1,0 3-69,0 2 1,-2-1 0,0 3 0,-2-2-513,-2-1 0,-3-6 0,1-1 1,-1-4-3232,-1-2 3654,0-5 0,3-6 0,1-3 0</inkml:trace>
  <inkml:trace contextRef="#ctx0" brushRef="#br0" timeOffset="3949">2296 138 7651,'0'-6'-248,"1"0"0,0 1 900,2 1 1,-1 2 0,0 1 117,0 2 1,2 4-1,-2 6-391,0 4 0,-1 6 1,-1 3-1,0 3 1,0 3-168,0 4 0,-3-1 0,-2 3 1,0 0-468,-2-1 1,3-3-1,0-2 1,-1-3-1427,2-4 0,1-12 572,4-9 1,2-10 0,4-12 1108,1-3 0,2-4 0,-1-3 0</inkml:trace>
  <inkml:trace contextRef="#ctx0" brushRef="#br0" timeOffset="4224">2457 144 7550,'0'-6'1395,"0"2"0,-3 2 0,-1 3-979,-2 3 0,-1 3 0,1 7 0,-1 2-147,-2 3 1,2 0-1,-1 3 1,0-2 63,-1 2 0,4 0 0,0 0 0,1-2-48,3-2 0,0-4 1,2 1-1,1-1-132,2-1 1,4-5-1,1-3 1,1-1-308,1-3 1,-1 0 0,0-1 0,0-1-409,0-1 1,-1-1-1,1-4 1,-1-1-606,-1-1 0,-1-2 0,0 2 1,-1-1-547,0-1 0,0 1 1713,-2-1 0,2 3 0,-2-1 0</inkml:trace>
  <inkml:trace contextRef="#ctx0" brushRef="#br0" timeOffset="4764">2546 305 7807,'5'3'1576,"-1"0"-1136,1 0 1,1-2 0,0 0-1,1-2-26,2-4 0,-1-1 0,2-2 1,-1-3-209,-1-1 1,-1-4 0,-1 0 0,-2-1-32,-2-1 1,-1 2 0,-1-1 0,-2 2 133,-2 1 1,0 5 0,-6 3 0,2 3 51,-1 2 0,1 2 0,1 1 0,1 3-62,0 3 1,1 5 0,2 4-1,0 4-64,1 3 1,2 3 0,0 1 0,0-1-397,3 2 0,0-3 1,4 2-1,0-2-732,1 0 0,0-6 1,2-4-1,0-4-319,0-6 0,-1-2 1,0-6-1,1-5 334,0-6 1,-1-4 0,1-5 0,-1-2 877,-1-3 0,-1 0 0,0-2 0,-2-1 0,0 1 0,0 1 0,-3 1 73,-1 2 1,0 3 0,-2 9-1,-1 2 744,-2 3 1,0 4 0,1 6 0,0 3 167,1 3 0,2-1 0,0 2-675,0 1 0,0-3 0,0 2 0,2-1 0,3 1-264,0-1 0,2-1 1,-1-1-1,1-1-202,-1-1 0,1-3 0,0 2 0,0-4-16,2-1 1,0-4 0,-1-5 0,1-1 29,-1-1 0,-1-2 0,-1 1 0,0 2 149,1 3 0,-1 2 0,1 3 0,-1 2 3,1 1 1,-1 8 0,0 3-1,0 7 614,-2 3 1,2 1 0,-2 2 0,-1 0 43,-1 2 1,-1-3 0,-1 2 0,-1-2-291,-1-1 0,-1-1 0,-5-4 0,1 0 240,-2-2 1,-2-1 0,1-1 0,-1-2-1057,0-2 0,1-4 1,-1 2-1,1-2-1039,1 0 1,1-4-1,4 0-6965,1-3 8442,3-6 0,3-1 0,0-3 0</inkml:trace>
  <inkml:trace contextRef="#ctx0" brushRef="#br0" timeOffset="5034">2970 362 7807,'0'7'1233,"3"-1"1,-3 1-1,3-2 1,-1 0-631,0 0 1,1-3 0,-3 2 57,0 1-661,0-2 0,0 3 0,0-3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7:39:08.283"/>
    </inkml:context>
    <inkml:brush xml:id="br0">
      <inkml:brushProperty name="width" value="0.06" units="cm"/>
      <inkml:brushProperty name="height" value="0.06" units="cm"/>
    </inkml:brush>
  </inkml:definitions>
  <inkml:trace contextRef="#ctx0" brushRef="#br0">270 52 7605,'0'-7'-471,"-3"3"1385,1 0-35,0 2 0,2 0-558,0 4 0,0 2 0,0 3 0,1 1-212,1 3 0,1 4 0,2 2 44,-1 2 1,0 1 0,3 1 0,-1-1-249,1 1 1,1-1 0,2-3-1,-1-2-138,0-2 0,2-3 0,-2-4 1,1-3 66,1-2 0,-1-6 0,-1-3 0,-1-4 0,1-6-304,-1-4 0,-1 0 1,-1-6-1,1 1 79,-1-1 1,1 4 0,-2-1-1,0 3 391,-3 6 0,-2 3 0,0 7 0,0-1 0</inkml:trace>
  <inkml:trace contextRef="#ctx0" brushRef="#br0" timeOffset="498">103 513 7859,'-9'-6'-24,"1"2"0,0 2 1,0 2 379,0 0 0,0 0 0,0 0 1,1 3 126,0 4 1,1 2 0,0 4 0,1 0-179,1 2 1,2 2 0,-2 2-145,1 0 0,1 0 0,3-2 0,1-2 0,2-2-257,2-3 0,3-1 1,0-5-1,1-2-282,1-1 0,1-5 1,1-2-1,0-4 59,0-2 1,0-2-1,-1-1 1,-1-2 87,-3-1 1,0 1 0,-1 0 0,-1 1 228,-2-1 0,0 6 1,-2 0 574,-1 3 0,-1 3 0,-1 3 0,-1 5-101,0 4 0,1 3 0,1 2-340,0-1 1,1 1-1,1-2 1,3 1-716,0 0 0,2-4 0,-1 2 0,0-3-616,1-1 0,2 0 0,1-3 1199,0-1 0,2 0 0,-2-1 0</inkml:trace>
  <inkml:trace contextRef="#ctx0" brushRef="#br0" timeOffset="788">295 475 7311,'-2'-6'0,"-1"-1"178,0 1 1,1 2 0,-2 3 435,1 2 0,1 1 0,2 4 1,1 2-221,1 1 0,1 2 0,4 2 0,0 0-165,2 2 0,-2-1 1,3 1-1,0-1-246,-3 1 0,3-1 1,-2 3-1,-2-1-68,-1 0 1,-4 1-1,2 2 1,-3-1-124,-3-1 0,-1-5 0,-4 0 0,-3-2-279,-1-2 0,-1-4 0,0-2 0,0-2-88,0-2 575,1-4 0,-4-7 0,0-3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7:39:16.762"/>
    </inkml:context>
    <inkml:brush xml:id="br0">
      <inkml:brushProperty name="width" value="0.06" units="cm"/>
      <inkml:brushProperty name="height" value="0.06" units="cm"/>
    </inkml:brush>
  </inkml:definitions>
  <inkml:trace contextRef="#ctx0" brushRef="#br0">148 57 7716,'-9'-7'0,"0"2"203,-1 0 1,0 2-1,-1 1 1,1 0 311,1 1 0,-2 4 1,3 2-1,2 5-224,1 2 0,3 1 0,-2 5 0,1 3-61,2 1 1,4-1 0,2 1 0,4 0-42,1-2 0,-2-4 0,3 1 0,0-3-292,2-1 0,-1-4 1,0-1-1,-1 0 52,-2 2 1,-2-3 0,-1 2 0,-2-2 181,-2-1 1,-2 1-1,-2-1 1,-3-1-11,-3-1 1,-3-1-1,-3 2-133,-1-3 0,-2-1 1,1-2-1,1-1 1,-1 0-404,2-2 0,1 0 1,2-2-1,3 1-559,3 1 0,2 2 0,3-3 388,0 0 1,4 0 0,2-2-1,2 0 586,2-1 0,1-2 0,2-3 0</inkml:trace>
  <inkml:trace contextRef="#ctx0" brushRef="#br0" timeOffset="299">212 192 8720,'-6'0'617,"-1"0"1,1 2-1,-1 1-213,1 0 0,2 1 0,0 1 0,-1-1-52,2 1 0,0 1 0,3 2 1,0 1-168,0-1 1,3 2-1,3-1 1,3 2-523,1 0 0,0-4 0,3 0 0,0-3 167,0-1 1,0-1-1,1-2 1,-1-2-522,0-3 1,-2-3 0,0-3 0,-1-2 318,-1-2 1,-6-1 0,3-3 0,-2-1 489,-3 1 1,0 5-1,-1 2 1,0 2 757,0 2 1,-1 4 0,0 3-571,-1 4 1,-1 2 0,3 6 0,0 1-351,0 3 0,0-4 1,0 2-1,0-2-15,0-1 1,1-1 0,1-3-1449,3-2 0,-3-1 0,1-6 1507,-3-1 0,3-4 0,1-2 0</inkml:trace>
  <inkml:trace contextRef="#ctx0" brushRef="#br0" timeOffset="649">366 12 7921,'0'-4'2468,"2"2"-2030,0 4 1,1 2-1,-1 3 1,0 2-110,2 4 1,-2 1-1,2 3 1,-1 1-102,1 0 0,-2 1 0,2 1 0,-1-1-185,1 0 0,-3-2 0,2-1 0,-1-2-186,0-2 0,1-3-275,-1-1 1,1-4 0,2-4 180,-1-4 0,1 1 0,2-1 0,1-1 63,0-1 1,4 2 0,-2 1 0,0 1 219,1 0 0,-3 1 0,2 3 1,0 3 279,-2 3 1,-2 0 0,-2 4-1,-2 2 16,-1-1 0,-1 2 0,-1-1-100,-1 1 0,-3-1 0,-5-3 0,0-3-351,-1-3 0,1-2 0,-1-4 0,0-2 0,-1-3-864,2-4 1,0-3-1,3 1 1,0-2 141,1-1 0,4 2 0,0-2 0,1 1 228,1 1 1,3 3 602,1-1 0,2 0 0,0-2 0</inkml:trace>
  <inkml:trace contextRef="#ctx0" brushRef="#br0" timeOffset="900">584 140 7921,'4'1'682,"0"1"-386,-1 2 0,2 1 0,-2 0 0,2 0 409,-1 2 0,0 1 0,1 2 0,-1 2-43,1 0 0,-2 3 1,-1 3-1,1 1-407,-1 2 0,0 1 0,-2 2 0,0-2-255,0 0 1,0-3 0,-1 0 0,-1-1-574,-2-4 1,-2-4 0,0-6 0,-1-3-897,-2-5 0,2-6 1,-2-10-1,1-4 1469,0-5 0,1-1 0,-2-5 0</inkml:trace>
  <inkml:trace contextRef="#ctx0" brushRef="#br0" timeOffset="1143">584 25 7921,'2'-7'535,"0"1"1,1 2 0,-1 2-213,3-1 1,-2 2 0,2 0-487,0 2 1,0 0 0,0 4 0,-1 0 343,1 3-181,0-1 0,2 8 0,-1-1 0</inkml:trace>
  <inkml:trace contextRef="#ctx0" brushRef="#br0" timeOffset="1390">770 211 7921,'0'4'290,"1"0"450,1-2 1,-1 1 0,4-4-380,0-1 1,-2-3-1,1-2 1,-1-3-272,-2 0 0,0-1 1,-1-3-1,0 0-83,0 0 1,-1 4 0,-1-2 0,-2 2 342,-2 2 1,-3 4 0,1 2 0,-1 2 38,0 2 1,2 4 0,-1 6 0,2 2-135,2 3 1,1 1 0,-2 2 0,3-1-604,1 0 0,1 0 1,0-2-1,1-2 49,1-2 1,4-1 0,3-2 0,-1-3-1161,1-4 0,1-3 1,3-3-1,0-4 1459,0-3 0,0-5 0,-1-1 0</inkml:trace>
  <inkml:trace contextRef="#ctx0" brushRef="#br0" timeOffset="1639">873 127 8895,'3'-12'0,"0"2"472,-3 1 0,0 2 0,-3 1 125,-1 2 1,1 1-1,-2 4 1,1 1-52,0 2 1,-1 5-1,3 2 1,0 3-170,-1 4 0,3-1 0,-3 1 0,3 1-356,3-1 0,-1 1 0,3-2 0,0-1-17,3-1 0,-2-2 0,3-2 0,0-3-1140,2-1 0,-1-4 1,1-3-1,0-7 356,1-5 1,-1-4 0,-1-4 0,-1-1 115,-1-3 0,-1 0 0,-2-2 0,-2 0 685,0 1 1,-1 3 0,-2 2 0,-1 2 150,-1 2 0,1 5 1,-3 2 1360,-1 2 0,2 4 1,1 3-623,1 4 0,1 2 0,0 3 0,0 1-660,0 2 0,1 4 0,0 0 0,1 2-386,0-1 1,0 0 0,1 1 0,0 0-384,0-1 1,-1-2 0,-2 1 0,0-2-4555,0-2 5072,0-3 0,0 3 0,0-2 0</inkml:trace>
  <inkml:trace contextRef="#ctx0" brushRef="#br0" timeOffset="1889">969 159 9902,'0'-6'1348,"0"2"0,1-1-1035,1 0 0,-1 2 0,4-1 0,0 1-1097,0-1 1,2 2 0,-1-1 0,1-1 783,2 0 0,-2 3 0,2-2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7:40:00.583"/>
    </inkml:context>
    <inkml:brush xml:id="br0">
      <inkml:brushProperty name="width" value="0.06" units="cm"/>
      <inkml:brushProperty name="height" value="0.06" units="cm"/>
    </inkml:brush>
  </inkml:definitions>
  <inkml:trace contextRef="#ctx0" brushRef="#br0">6 295 8151,'-3'0'1090,"0"0"0,6 0 1,1 0-1234,2 0 1,2 0-1,1 0-334,1 0 0,3-3 0,3 0 1,0-1 476,-1-1 0,3 1 0,-2-2 0</inkml:trace>
  <inkml:trace contextRef="#ctx0" brushRef="#br0" timeOffset="931">404 84 7853,'0'-7'526,"0"3"0,0 0-288,0-1 0,-3-1 0,-1-1 0,-2 2 0,-1 0 140,-2 1 0,1 2 0,-1 0 0,-1 3 115,0 3 1,2 1 0,2 6 0,3 3-337,2 2 1,1 4-1,1 0 1,1 2-163,3 1 1,2-1 0,3 2 0,-1 1 131,0 0 1,2-1-1,-3 1 1,0-1-163,-1 0 0,-3-4 0,-2 1 0,-1-3 245,-1-1 0,-6-4 0,-2-1-112,-4-2 1,-1-2 0,-2-1 0,-2-2-276,1 0 1,-2-3 0,2-2 0,1-2-85,-1 0 1,4-3 0,3 0-1,3-2 1,2-1-1121,2 0 1,2-2 0,2 0-1,3-1-409,5 0 1790,1 4 0,5-6 0,-3 3 0</inkml:trace>
  <inkml:trace contextRef="#ctx0" brushRef="#br0" timeOffset="1247">494 308 7853,'-7'0'0,"3"0"0,0 1 682,2 1 0,0-1 0,4 1 26,3-2 1,3 0 0,3-3 0,2-3-444,2-2 1,-2-3 0,2 1-1,-1-1-159,-2-2 0,-1 1 0,-2-3 1,-1 2-406,-2 0 1,-4 0-1,-1 1 1,-3 1 301,-4 3 1,-3 1 0,-4 3 0,0 2 427,0 1 1,2 4 0,2 2 0,-1 3 136,0 3 0,4 1 0,-1 3 0,2 3-316,2 3 1,0 0 0,3 2 0,1 1-363,1 1 0,1 1 0,4-2 1,0-2-719,2-2 1,-2-8-1,2 0 1,0-4-861,2-2 0,-1-5 0,0-1 1688,-1-3 0,3-6 0,-3-1 0</inkml:trace>
  <inkml:trace contextRef="#ctx0" brushRef="#br0" timeOffset="1529">692 302 7376,'7'0'-149,"-1"0"1,-1 0 0,-1 0 0,1-1 823,1-1 0,1 0 0,1-4 0,0-2 107,0-1 1,-1-2 0,-1-2-1,0-2-632,-2 0 0,-1 0 0,-3 0 0,0 0-181,0 1 0,-5 4 1,-2 1-1,-3 3 118,-3 1 0,0 2 0,-3 4 0,1 2 104,0 3 0,0 4 0,0 5 0,0 3 253,1 3 1,5 2 0,4 4 0,1 3-60,3 1 0,4 0 0,3 4 0,5-2-153,3-4 1,3-7 0,4-3 0,0-3-596,0-4 1,-1-5-1,1-6 1,1-2-1873,1-3 0,-2-6 0,-1-2 2235,-2-2 0,4-7 0,-2 1 0</inkml:trace>
  <inkml:trace contextRef="#ctx0" brushRef="#br0" timeOffset="2292">1058 148 8323,'0'-4'3058,"1"11"-2742,1 6 1,1 8 0,4 1 0,0 2 0,1 2-97,0 2 0,2-2 1,-2 0-1,2-5-117,0-3 1,0-8 0,-1-7 0,1-5-361,0-6 1,0-9 0,-3-8 0,2-6-326,-1-5 0,-3 3 0,-1-1 1,0 6 346,0 4 0,-1 9 0,-2 7 0,0 6 387,1 4 0,1 8 0,-2 9 89,2 2 1,2 5 0,-1 1 0,1 2 0,2 1 268,-1-2 0,1-8 0,0-1 0,1-7-37,0-3 0,2-5 0,-3-2 0,2-4-440,-1-2 0,0-8 0,-1-3 0,1-5-127,-2-4 1,0-1 0,-4-2-891,-1-1 0,0-2 1,-1 2-1,0 2 1,0 3 60,0 2 0,-2 3 0,-1-2 0,0 2 923,0 2 0,0 7 0,1 3 0,2 3 0,-3 1 0</inkml:trace>
  <inkml:trace contextRef="#ctx0" brushRef="#br0" timeOffset="2632">1366 7 7565,'4'-3'687,"1"1"1,-3 1-1,1 3 1,1 3-25,-1 3 0,-1 2 0,2 3 0,0 0-332,-1 2 1,1 2 0,2 5 0,-1 2-135,-1 3 1,-1 0 0,0 2 0,0 0 8,-2 1 1,0-5-1,0-2 1,0-4-112,1-4 0,1-8 1,-3-2-423,2-1 1,-1-5 0,2-6 0,-1-3 62,0-5 1,3-4 0,-1-4 0,0-3 24,0-2 1,1 4-1,2-1 1,1 2 171,0 2 0,-4 4 1,4 4-1,0 3 393,-1 3 0,0 5 1,-1 1-1,0 2 328,0 4 1,-3 4 0,3 3-410,0 2 0,0 6 1,-1 0-1,0 1 0,0 3-34,0 1 1,-2 0 0,1 3 0,-1-3-1510,1-2 1,-2-7-1,2 1 1,1-5-1462,1-3 0,0-8 2759,-2-3 0,2-6 0,-3-2 0</inkml:trace>
  <inkml:trace contextRef="#ctx0" brushRef="#br0" timeOffset="2864">1642 161 8654,'-6'5'1003,"2"1"1,-1-3-1,3 6 1,0 1-132,2 1 1,0 6 0,0 1 0,2 4-411,3 3 0,3-3 1,3 3-1,1-5-665,1-3 1,0-7 0,2-3-1,2-6-175,-1-4 0,0-7 0,-4-8 0,-1-3-90,-3-2 0,-1-2 1,-3 0-1,-3 1 373,-2 3 0,-3 6 1,-5 2-1,-2 2 20,-1 1 0,-1 3 0,1 3 0,-1 1 26,0 2 0,0-2 0,1 1 0,1 0-2061,0 2 0,5 0 2110,0 0 0,4-3 0,-1-1 0</inkml:trace>
  <inkml:trace contextRef="#ctx0" brushRef="#br0" timeOffset="3382">2001 141 9894,'0'7'380,"0"2"0,0 2 0,0 1 1,0 4 94,0 3 1,0 4 0,0 4-603,0-2 0,1 1 1,0-6-1,1-3 1,0-3-1029,1-4 0,-1-6 0,1-5 1,1-8 1154,-1-7 0,2-8 0,1-5 0</inkml:trace>
  <inkml:trace contextRef="#ctx0" brushRef="#br0" timeOffset="3609">2059 90 7754,'0'-4'872,"0"-1"289,0 0 0,-2 2-387,-1-1-1180,1 2 0,2 0 1,1 4-1,1 2-751,2 2 1,2-2 1156,1 1 0,-1 2 0,0 3 0</inkml:trace>
  <inkml:trace contextRef="#ctx0" brushRef="#br0" timeOffset="3805">2181 84 8663,'-10'-3'856,"0"-2"1,2 3-1,2-1-228,0 3 1,3 0 0,1 3-359,2 1 1,3 2-1,3 3 1,2 2-176,2 1 1,1 1 0,2 1 0,-1 2-90,-1 0 1,-1 0-1,-3 3 1,-1 1 144,-2 2 1,-3 1-1,-1 1 1,-3 1-158,-4-1 1,-3-3 0,-4 0 0,-2-3-80,0-3 1,0-5-1,-2-4 1,3-3-1295,-1-2 0,3-4 1,0-2-1,4-3 1379,2-3 0,1-4 0,-1-1 0</inkml:trace>
  <inkml:trace contextRef="#ctx0" brushRef="#br0" timeOffset="4198">2565 32 7754,'0'-3'705,"0"1"0,0 4 1,0 3-151,0 5 1,0 2 0,0 8-1,0 3-507,0 3 0,0 5 0,0 3 0,0 4-321,0 1 1,0-2 0,-2 1 0,-1-4 415,0-4 0,-1-10-143,-3 0 0,-2-7 0,-1 3 0</inkml:trace>
  <inkml:trace contextRef="#ctx0" brushRef="#br0" timeOffset="4419">2456 289 7754,'0'-7'543,"0"-2"1,1 1 0,0-2 0,2 0-150,1 0 1,2 4 0,4-2 0,0 0-313,4 1 1,-1 0 0,4 1-1,1-1-714,1 1 1,-1 1-1,-1 1 1,2-1-220,-1 0 0,-5-2 0,-1 1 851,-2-1 0,1-2 0,-1-1 0</inkml:trace>
  <inkml:trace contextRef="#ctx0" brushRef="#br0" timeOffset="4896">2726 64 8070,'-7'3'819,"4"-1"1,1 2 0,1 1-216,1 1 1,0 3 0,0 2-1,0 3-323,0 4 1,0 3-1,-1 2 1,0 4-156,-1 3 1,0-5 0,2 5-1,-1-3 70,-1 0 1,1-7-437,-1-2 0,4-11 1,2-5-88,2-7 1,0-5-1,1-4 1,-1-3 57,1-1 1,1-1 0,1-3 0,-1 1 177,1 0 0,-1 7 1,2-3-1,0 2-90,-3 2 1,1 3 375,-2 4 1,-2 3-1,-2 5 1,-2 3 10,0 3 0,0 4 0,0 3 1,0 2-203,0 1 0,0-1 0,0 1 0,0-3-270,0 1 0,0-5 0,1 1 63,1-2 0,2-4 0,2-4 0,1-2 189,-1-2 1,1-1 0,1-5 0,1 1 182,1-2 0,-1-2 0,1 2 0,-1 0-22,-1 0 0,1-3 0,0 1 0,-1-1-59,2-1 1,-6 1 0,2 0-1,-2 0-31,0 1 1,-3 3 0,1-2-6,-4 1 0,-4 3 0,-4 4 0,-1 1 236,-2 1 0,3 1 1,-4 2-1,-1 3 126,2 4 0,1 2 0,3 1 0,1 1 0,3 3 0,2 2 0,1 6 1,2 2-197,2 1 0,3 0 0,4 0-527,4-4 1,0-1-1,4-9 1,1-4 0,2-5-1613,1-4 0,0-7 0,1-5 1921,0-5 0,0-5 0,-3-2 0</inkml:trace>
  <inkml:trace contextRef="#ctx0" brushRef="#br0" timeOffset="5380">3406 154 7528,'2'-10'-133,"0"1"1,1 2 0,0 1 580,-1 0 0,-2-1 0,0 1 0,0-1-49,0 1 0,0 2 1,-2-1-1,-3 1 103,-3 1 0,0 0 1,-2 3-1,0 3-3,0 1 0,1 5 0,-1 3 1,1 4-149,1 2 0,2 4 0,2 5 0,2 2-183,1 2 0,1-3 0,1 2-253,1 0 0,2-3 0,5-4 0,1-2 0,2-4-876,1-4 1,0-5-1,0-1 1,0-5-1202,-1-1 1,1-1 2161,0 0 0,0-6 0,0-1 0</inkml:trace>
  <inkml:trace contextRef="#ctx0" brushRef="#br0" timeOffset="5645">3502 404 9266,'-4'-5'795,"0"-1"1,1 0-290,2-1 0,1-5 1,1-2-1,3-6-173,1-5 0,3 1 0,5-6 0,1-1-150,1 0 1,-1 3 0,3 1 0,1 2-68,0 1 1,-1 5-1,-3 3 1,-3 6 20,-2 3 1,-3 6-1,-1 1 1,-1 5 85,-1 5 0,0 2 0,-2 6 0,1 3 22,0 1 1,-2 2 0,0 3-1,0 0-364,0 0 1,-2-4-1,-1 5 1,0-1-149,-2 2 0,1-3 1,0-1-1,-1-1-2909,-1-2 1,-1-5 3175,-1 0 0,-2-6 0,-3-1 0</inkml:trace>
  <inkml:trace contextRef="#ctx0" brushRef="#br0" timeOffset="5850">3553 282 7754,'0'-6'2168,"0"0"0,0 1 1,1 2-1574,1 0 1,2-1-1,3 1 1,1 1-424,3-1 0,1 3 0,2-2 0,0 1-2499,1 1 1,2 1-1,-2 0 2327,-1 1 0,3 6 0,-1-1 0</inkml:trace>
  <inkml:trace contextRef="#ctx0" brushRef="#br0" timeOffset="6044">3848 270 7754,'0'6'581,"-2"0"0,0 1-781,1-1 200,0-2 0,-2-4 0,-1-4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7:43:59.372"/>
    </inkml:context>
    <inkml:brush xml:id="br0">
      <inkml:brushProperty name="width" value="0.06" units="cm"/>
      <inkml:brushProperty name="height" value="0.06" units="cm"/>
      <inkml:brushProperty name="color" value="#E71224"/>
    </inkml:brush>
  </inkml:definitions>
  <inkml:trace contextRef="#ctx0" brushRef="#br0">7 39 7601,'0'-6'352,"0"-1"1,-1 1 87,-1 2 0,1 4 1,-1 4-1,2 3-84,0 1 0,2 3 0,0 4 1,0 2 114,1 2 0,-2 3 0,3 2 0,-1 4-252,1 4 0,0 3 1,1 3-1,-1 2-121,1 0 1,-2-8-1,1-4 1,-1-7 225,1-6 1,-2-9-792,2-8 0,0-3 0,0-8 0,-1-4 170,0-5 1,0-4 0,2-7-1,-1-1 81,1-1 1,1 2 0,0 2 0,1 3 62,2 2 1,-2 8 0,2 3 0,-2 6 233,-1 4 0,-2 6 0,1 5 0,0 5 382,0 3 0,1 5 1,-1 4-431,-1 0 1,0 6 0,1-1 0,-1 0 0,1 1-37,1-1 1,0-3 0,1-5 0,-1-2-245,0-3 1,3-6 0,0-4 0,1-2-948,2-6 0,-3-4 0,0-8 0,0-3 1194,-1-3 0,1-2 0,-3-5 0,-1-1 0,-1-1 0,-3 1 0,1 3 0,-1 3 0,-1 0 0,-1 9 0,-1 3 0,-2 3 276,-2 6 0,0 2 0,-1 2 1,1 3 822,0 2 0,0 1 0,2 3 0,1 1-544,0 2 1,2 3-1,-1 2 1,2 0-342,2 1 0,0-1 0,2-1 0,2-1-44,1-2 0,1-4 0,3-3 0,0-3 36,2-3 0,-1-5 0,0-4 0,0-5 25,-1-4 0,-6-6 0,2-1-1261,-2 1 1,-2-3-1,-1 3 1,-1 2-1,-1 0 840,0 4 1,0 8-1,-1 0 341,-1 4 0,2 5 1,-3 4 283,3 2 0,0 4 0,0 4 0,0 2 0,3 3-779,1 1 1,-1-1 0,2 1 0,0-1-792,0-1 1,2-4 0,-1-4 490,1-3 1,-1-4 0,0-7 0,-2-4 385,-2-5 0,-1-4 0,-1-3 0,0-1 258,0-1 0,-1 3 0,0 0-104,-1 4 1,-3 0-1,2 6 855,0 0 1,1 4-1,0 4-104,2 4 1,2 5-1,3 2 1,1 3-326,3 3 0,-1 3 0,1 0 0,1 2 8,0-2 1,-1 1 0,1-1-183,-1-1 1,1-2 0,-2-6 0,-1-3-292,1-3 1,-1-6 0,-3-5 0,-1-5-32,0-3 0,-2-3 0,1-5 0,-1-1-98,-1-2 1,-1 4 0,0 3-338,-2 1 1,-1 0-1,1 3 1,0 2-1,0 2-1669,-1 3 2278,3 4 0,-5 0 0,3 3 0</inkml:trace>
  <inkml:trace contextRef="#ctx0" brushRef="#br0" timeOffset="302">578 219 7701,'6'6'0,"1"0"100,-1 1 0,1-1 173,-1-2 0,1-1 0,1-1 0,1-1 1,1-1-1,1-4 458,-1-2 1,2-3 0,-3-1 0,0-1-429,-3-2 1,-2 3 0,1-4-1,-3 1-87,-1-1 1,-1 5 0,-2-2-1,-1 3 122,-4 2 1,-4 2 0,1 2 0,0 2-49,-1 0 0,3 5 0,0 4 0,1 4 10,0 4 0,4 1 0,0 5 0,3 2-93,0 2 1,3 0 0,2 2 0,3-2-257,5-2 0,1-8 0,3-1 0,0-4-762,2-2 0,-2-6 0,-1-5 1,1-5-1463,-1-4 1,-1-4-1,-1-4 2273,-3-3 0,4-2 0,-1-2 0</inkml:trace>
  <inkml:trace contextRef="#ctx0" brushRef="#br0" timeOffset="999">1136 71 7459,'0'-6'-143,"0"1"355,0 1 0,0 3 724,0 1 1,3 6 0,1 6 0,2 2-576,0 6 1,3 3 0,-1 4-435,0 0 0,-1 6 0,0-1 0,-2 0 1,0 0-394,0-2 0,-4-7-625,1-1 0,-2-13 0,-2-9 0,-2-8 1091,-2-8 0,0-2 0,0-5 0,1-1 0,1-1 0,-1-1 0,0 2 0,0 1 0,3 2 0,2 4 0,0-2 0,0 1-288,0 2 0,2 0 0,3 4 686,3 1 1,3 2 0,3 3 0,1 0 0,1 2 197,2 2 0,-3 1 0,3 2 0,-1 1-183,-3 5 1,-4 0-1,-2 4 1,-2 0-78,-2 1 0,-2 1 1,0 0-1,-3 0 68,-3-1 0,0 1 0,-6-1 0,1 0-345,-2-1 1,-1-4-1,-1 2-330,1-2 1,-1-3 0,0-2 0,1 1-1,0-2-1082,2-2 0,4-2 1,0-4-1,1-1-202,1 0 1555,1-3 0,6-2 0,1-4 0</inkml:trace>
  <inkml:trace contextRef="#ctx0" brushRef="#br0" timeOffset="1301">1386 7 7696,'4'-4'1303,"1"2"-643,0 2 1,-3 2-1,1 3 1,-1 1 122,1 3 1,-1 1-1,0 5 1,0 2-117,-1 2 1,0 3 0,-1 2 0,0 1-689,0 3 0,0 0 1,0 2-1,0 0-54,0-2 0,0-5 0,0-1 1,0-5-2551,0-4 1,-1-8 1106,-1-3 0,2-5 1,-3-5 1517,3-3 0,0-7 0,0-2 0</inkml:trace>
  <inkml:trace contextRef="#ctx0" brushRef="#br0" timeOffset="1564">1559 58 7655,'0'-6'167,"0"2"3001,0-1-2590,0 1 1,-3 0 0,-1 2 0,-2 2-268,0 2 1,-1 2-1,-1 3 1,-1 1-97,-1 1 0,0 2 0,-2 0 1,2 1 111,1 1 0,-2-1 1,3 1-1,0 1 70,1 1 1,3-3-1,0 1 1,1 0-131,2-1 0,4-3 0,3 0 0,4 0-241,2-1 1,4-5-1,1 3 1,1-3-556,2-1 0,-1-1 0,0-1 0,-2 0-690,0 0 1,-4-1 0,1-1 0,-2 0 1218,-3-2 0,-1 0 0,-2-3 0</inkml:trace>
  <inkml:trace contextRef="#ctx0" brushRef="#br0" timeOffset="3847">969 443 7696,'0'-4'-106,"1"0"0,0 1 141,1-1 0,1 2 709,-3-2 133,0 2-394,0-1 0,0 4-189,0 1 0,0 0 0,0 2 1,0 2-138,0 2 1,2-1 0,1 4 0,0 0-167,2 2 0,-1 0 0,0 1 1,1 0 18,1 0 1,0-2 0,0 1 0,2-2-244,0-2 1,-1-1-1,2-4 1,-1-2 91,0-1 0,0-4 1,2-2-1,0-3-13,0-5 1,-1-1 0,1-3 0,1-1-14,-1 0 1,0-1 0,-2-1 166,0 1 0,1 3 0,-3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7:43:52.574"/>
    </inkml:context>
    <inkml:brush xml:id="br0">
      <inkml:brushProperty name="width" value="0.06" units="cm"/>
      <inkml:brushProperty name="height" value="0.06" units="cm"/>
      <inkml:brushProperty name="color" value="#E71224"/>
    </inkml:brush>
  </inkml:definitions>
  <inkml:trace contextRef="#ctx0" brushRef="#br0">16 78 8141,'-1'-6'305,"-1"2"1,1 1 0,-3 2 1089,1-1-583,-2 1 0,8 1 1,1 5-335,3 3 1,4 0-1,0 2 1,1 0-395,1 0 0,0-2 0,0 2 0,0 0-16,2-2 0,-1 1 0,1-1 0,-2 0-1247,0-1 0,0 0 1,-1-2-1,-1 0-892,0-3 0,-2-1 2071,1-1 0,-2-6 0,1-1 0</inkml:trace>
  <inkml:trace contextRef="#ctx0" brushRef="#br0" timeOffset="264">369 1 7754,'-7'0'0,"1"3"0,2-3 0,-1 2 0,0 0 1038,0 0 0,0-1 1,1 4-1,-1 0-562,-1 0 0,0 3 1,0 0-1,-1 3-352,1 1 1,-1 4 0,1 0 0,0 2-333,-1 1 1,1-1 0,0 2 0,1-1-608,1-2 1,2-3 0,-2 1 0,1-4-3305,2-2 4119,0-5 0,1-1 0,0-3 0</inkml:trace>
  <inkml:trace contextRef="#ctx0" brushRef="#br0" timeOffset="472">266 174 7754,'-4'0'372,"0"0"347,-1 0 1,1 1 0,0 1-1,1 3 78,-1 3 1,0 2 0,-2 5 0,2 4-492,2 4 0,-1 1 1,1 6-1,1 0-576,0 2 1,1-3 0,1-2 0,1-3-346,2-2 1,0-5-1,3-4-657,2-3 1,-1-5 0,2-8 0,-2-1 1271,1-2 0,2-3 0,-1-1 0</inkml:trace>
  <inkml:trace contextRef="#ctx0" brushRef="#br0" timeOffset="685">382 206 8414,'-7'7'0,"1"2"662,-1 1 0,1 3 1,0 2-1,0 4 16,2 3 0,-1 3 1,2 3-1,3 0-180,1-1 0,3-5 0,5 1 1,2-5-243,1-5 0,3-6 1,2-5-1,0-3-824,0-3 0,-3-4 1,1-8-1,-1-4 5,-1-4 1,-4-4 0,-2-3-1,-3-2 229,-1 1 1,-4 1 0,-3 3 0,-2 3 165,0 4 1,-3 6-1,0 3 1,-1 5 64,-1 2 1,2 4 0,0 0 0,2 3-937,0 2 1,2 0 1038,1 3 0,-2-1 0,2 0 0</inkml:trace>
  <inkml:trace contextRef="#ctx0" brushRef="#br0" timeOffset="1499">625 193 6213,'0'-3'1302,"-2"-1"-2,0 2-589,0 1 0,2-1-291,0 4 1,0 5-1,1 5-196,1 4 0,1 6 1,4 7-1,2 2-171,2 2 1,1 0-1,1-4 1,2-4 0,0-6-284,-1-5 1,-1-7 0,-1-7 0,0-3 2,-1-6 0,-6-5 0,1-4 1,-2-3 41,0-5 0,-3 0 1,1-3-1,-2 2 49,-2-1 0,-1 6 0,-4-3 0,1 5-113,-1 3 1,3 6 0,0 3-1159,-1 3 1097,-1 2 0,3 6 1,1 1 309,4-1 0,1 3 0,4-2 0</inkml:trace>
  <inkml:trace contextRef="#ctx0" brushRef="#br0" timeOffset="1751">869 161 7742,'-4'1'749,"0"1"0,2 2 0,0 3 1,1 1-478,1 3 1,0 4-1,1 2 1,0 2-364,2 3 0,1 0 0,-1 2 0,-1-1-322,1-1 0,2-2 0,-3-2 0,0-1-769,1-4 0,-3 0 1182,3-4 0,-3-1 0,0-1 0</inkml:trace>
  <inkml:trace contextRef="#ctx0" brushRef="#br0" timeOffset="2031">863 187 7835,'0'-7'181,"0"1"0,0 0 1,0-2 368,0 0 0,3 1 1,1-2-1,2 2 91,3 1 0,1-1 1,3 1-1,-1 2-352,1-1 0,1 4 0,-1-1 0,1 2-245,-2 2 0,-3 1 0,-1 4 0,-1 2-140,0 2 1,-4-1 0,-1 3-1,-1 0-132,-1 1 0,-3-1 1,-2 0-1,-2 0-8,-2 0 0,-1-1 0,1 1 0,-1-2 241,1 0 1,-2-3 0,3 3 0,0 0 228,1-1 1,3-1 0,0-3 0,1 1 67,2-1 0,1 1 0,4-1 0,3 0-36,2-2 0,2 1 0,2-2 0,0 0-221,0-1 1,0 1-1,1-3 1,-1 0-884,-1 0 0,-1 0 0,0 0 1,-2 0-822,0 0 1,-4-3 1658,2 1 0,-5-3 0,1 2 0</inkml:trace>
  <inkml:trace contextRef="#ctx0" brushRef="#br0" timeOffset="2381">1337 168 7672,'0'-5'0,"0"1"59,0-1 0,0-1 0,0 0 331,0-1 0,-2 3 0,-1 1 1,0 0 132,-2 1 0,-1 2 0,0 0 0,-1 3-20,1 4 1,-1 3 0,1 5 0,0 4-116,-1 4 0,4 5 0,0 2 0,3 1-182,0 1 1,1-2-1,3-3 1,3-3-220,2-3 0,2-4 0,2-3 0,0-4-917,2-4 0,-1-3 1,3-1-1,-2-2-2610,0-2 3540,-2-5 0,3-3 0,0-3 0</inkml:trace>
  <inkml:trace contextRef="#ctx0" brushRef="#br0" timeOffset="2681">1478 347 7672,'-4'7'1151,"0"-2"-397,-1-1 1,1 1 0,1-3-142,0-3 0,1-2 1,2-7-1,0-2-373,3-5 1,0 0-1,4-1 1,0-3-114,1-1 1,0 0-1,2 0 1,0 2-42,0 1 1,-1 4 0,1 1 0,-1 2-106,-1 4 0,-1 4 1,-1 2 48,1 4 1,-3 2 0,0 4-1,0 4 76,0 2 1,2 3-1,-3 4 1,2 1-41,-1 1 0,-2-1 0,2 2 0,-1 2-515,1 0 0,-3-2 0,1 1-652,-1-2 1,-1 1-1,0-6 1,-1-1-1,-1-3 1101,-2-4 0,-2-5 0,0-2 0</inkml:trace>
  <inkml:trace contextRef="#ctx0" brushRef="#br0" timeOffset="2891">1491 334 8484,'0'-4'1799,"0"0"1,1-1-984,1 2 0,2-3 0,3 2 0,1-3-482,3-1 1,3 1 0,3-2-1,0 2-915,3 1 0,2-1 0,-2 1 0,0-1-3997,-2 1 4578,-3 0 0,4-4 0,-3 0 0</inkml:trace>
  <inkml:trace contextRef="#ctx0" brushRef="#br0" timeOffset="3532">2056 71 7701,'-5'0'173,"2"1"332,0 1 0,1 2 1,2 6 5,0 3 1,3 3 0,3 5 0,3 3-161,1 1 1,0 5 0,1 1 0,-1 1 0,0 1-264,0-2 0,-2-8 1,0-7-1,-3-3-130,-3-5 1,-2-4-1,0-4-225,-2-4 0,-4-4 0,-3-1 0,-1 0-23,-2-1 0,0 2 1,-1 2-1,1 0 338,-1 2 1,0 1 0,1 3-1,1 0 108,3 3 1,1 3-1,2 5 1,2 4 28,0 2 1,1-1 0,4 1 0,3 0-365,3 0 0,0-2 0,3-3 0,0 0-470,1-1 0,0-6 0,0 2-163,1-2 0,2-2 0,-3-1 1,1-4 811,0-5 0,0-2 0,0-4 0,0-3 0,-1 0 0</inkml:trace>
  <inkml:trace contextRef="#ctx0" brushRef="#br0" timeOffset="3805">2203 289 9212,'-6'3'291,"-1"2"0,3 3 1,1 3-1,0 2 160,1 2 0,2 1 0,0 3 0,3 0-308,4 1 1,0-2 0,5-1 0,2-2-328,0-4 0,0-3 0,-1-3 0,2-4 101,-1-2 0,-4-6 0,2-4 0,-3-3-117,-3-3 1,-3-3 0,-3 0 0,0-2 78,0-1 0,-3 2 0,-3 0 0,-2 4 124,1 2 1,-3 1 0,2 3-1,-1 1-721,0 4 1,2 4-1733,-2 0 2450,5 1 0,4 4 0,4 0 0,2 4 0</inkml:trace>
  <inkml:trace contextRef="#ctx0" brushRef="#br0" timeOffset="4064">2364 354 7701,'2'9'0,"1"0"0,0-2 410,2 0 1,1-2 0,0 0-1,1-3 156,2-2 0,-1-1 0,2-3 0,1-5-345,-1-2 0,2-6 0,-4-1 1,0-4-99,-1 0 1,-1 1 0,-2 0 0,-2 1-198,-1 3 0,-7 2 0,-2 5 0,-4 2 275,-1 3 1,0 2-1,-1 4 1,0 3 156,0 2 0,2 7 1,-1 1-1,2 4-59,2 4 1,0 1 0,4 2 0,0 2-206,3 2 0,1-4 0,3 1 0,1-2-748,4-2 1,6-6 0,0-1-1,1-5-623,1-3 0,2-3 0,2-3 1,0-4 384,1-5 0,-3-4 0,-1-6 892,0-2 0,-1-9 0,-2-1 0</inkml:trace>
  <inkml:trace contextRef="#ctx0" brushRef="#br0" timeOffset="4301">2556 200 7701,'-4'0'1391,"0"2"-703,1 3 1,1 1 0,2 3-1,0 1-245,0 2 1,6 5 0,2 2 0,2 5-101,3 3 0,-4-1 0,4 2 1,-1-2-225,-2 0 0,-1-3 1,-3 0-1,-2-3-95,-2-1 1,-4-4 0,-3-2 0,-4-2-515,-3-3 0,-1-5 0,-3 2 0,1-4-240,0-1 0,-1-1 0,2-1 0,-1-3-554,1-3 0,3-2 1284,0-5 0,3-2 0,-1-2 0</inkml:trace>
  <inkml:trace contextRef="#ctx0" brushRef="#br0" timeOffset="4983">2883 225 10658,'2'5'0,"0"-1"287,0 1 1,1 4 0,0 3 0,0 4-65,2 2 0,-1 4 1,-1 5-1,1 1-58,-1 2 1,-1-6 0,2 1 0,-1-2-207,-2-2 0,0-7-279,-1-3 0,1-8 0,0-5 0,2-6 188,1-6 1,0-3 0,2-4 0,-1-4-74,2-2 1,-2 0 0,3-3 0,-1 0 81,0 1 0,0 6 1,1 1-1,0 4 236,0 5 0,-1 4 1,0 5 130,-1 4 0,0 6 1,-2 5-1,-1 2 91,0 4 0,-3 1 0,3 6 0,-1 0-27,1 4 0,-1-4 1,-2 3-1,2-1-1003,0-2 1,1-5 0,-1-1 0,2-4-599,-1-4 1,3-5 0,-2-4 894,2-2 0,2-5 1,-1-6 397,-2-2 0,3-5 0,2-4 0</inkml:trace>
  <inkml:trace contextRef="#ctx0" brushRef="#br0" timeOffset="5254">3159 238 7926,'-4'6'661,"-1"1"1,3 0 0,-1 2 3,0 1 0,1 5 0,2 3 0,0 3-295,0 2 0,1-1 0,3 0 0,5-3-263,2-2 0,2-4 1,0-5-1,1-3-281,0-3 1,0-5 0,1-3 0,-2-6-16,-2-4 0,-3-1 0,-4-5 1,-2-1-75,-1 0 1,-4 1 0,-1 2 0,-2 3 71,-3 2 0,-1 3 1,-2 0-1,1 3-247,0 4 0,1 2 1,-1 1-1,3 0-2229,1 1 2667,3 0 0,4 1 0,4 0 0</inkml:trace>
  <inkml:trace contextRef="#ctx0" brushRef="#br0" timeOffset="5496">3326 180 7648,'0'7'-18,"2"-1"0,0 1 0,-1 0 456,0 1 0,0 1 0,0 3 0,2 3 785,1 3 1,-1 1-1,2 6 1,-1 1-1233,-1 1 0,1-1 0,-2-1 0,-1-2-1332,0-4 0,1-3 0,0-4-1111,0-1 2452,-4-4 0,-5-7 0,-3-4 0</inkml:trace>
  <inkml:trace contextRef="#ctx0" brushRef="#br0" timeOffset="5713">3287 373 7701,'3'-7'-298,"-2"1"0,2 0 1,-1-1 1241,3 1 1,4-1-1,3 1 1,4-1-293,2 1 1,3 0 0,4 0 0,-1 1-734,0 1 1,-3-1 0,2 0 0,0 0-1484,-1 0 1564,-7 1 0,6-2 0,-7-1 0</inkml:trace>
  <inkml:trace contextRef="#ctx0" brushRef="#br0" timeOffset="12248">1061 1476 9615,'0'6'0,"0"2"192,0 0 0,1 1 0,1 3 0,0 2-153,2 2 1,-2-1 0,2 1-1,1 0-310,-2-2 0,2 0 271,-3-2 0,3-2 0,-1 0 0</inkml:trace>
  <inkml:trace contextRef="#ctx0" brushRef="#br0" timeOffset="12570">1087 1418 7965,'-6'-6'947,"2"2"-1240,2-1 1,2 4 1,2-1 1,2 4 0,2 2 0,1 2 290,-1 0 0,0 1 0,4 2 0,0 1 0</inkml:trace>
  <inkml:trace contextRef="#ctx0" brushRef="#br0" timeOffset="12830">1273 1476 7798,'-6'-10'172,"-1"2"0,1 3 153,0 3 1,-1 1 0,1 1-1,-1 0-57,1 0 0,2 3 1,1 1-1,1 2-86,0 1 0,1 0 0,3 1 0,2 1-124,2 1 0,2-2 0,2 2 0,-1 0-170,0 0 0,2-1 0,-2 1 1,1 0 78,2 0 0,-3 0 0,-1 3 0,-1-2 115,-3 0 1,-1-1 0,-3 2 0,0 0-23,0-1 0,-4-4 0,-2 2 0,-3-2-132,-1-1 0,-2-2 0,1-2 0,-1-1-392,2-1 1,1 0 0,2-2-1,1-1-416,2-4 0,1-3 0,4-1 880,1-1 0,5-4 0,3 0 0</inkml:trace>
  <inkml:trace contextRef="#ctx0" brushRef="#br0" timeOffset="13083">1408 1425 7996,'-7'0'383,"-2"0"0,4 0 1,-1 0-1,0 0-31,0 3 0,2 0 0,1 4 0,0 0-215,1 1 1,4 2 0,3 3 0,1 1-165,3 0 0,1 0 0,2 2 0,-1-1 81,0 0 1,-3-3 0,2-1 0,0 1-17,-3 0 0,-2-2 0,-1 1 0,-1 0 3,-2 2 1,-3-3 0,-2-2-1,-2-1-175,0 0 1,-1-1 0,-1 0 0,-1-2-390,-1-2 1,2-2-1,-1-3 1,2-3-1627,1-4 2149,2-2 0,-2-1 0,3 0 0</inkml:trace>
  <inkml:trace contextRef="#ctx0" brushRef="#br0" timeOffset="13340">1491 1470 8833,'-3'2'0,"0"3"81,0 0 1,2 3-1,-1 0 1,1 3 617,1 1 0,3-1 1,2 1-1,1 0-653,3-1 0,-2 0 0,3 0 0,0-3-642,0-1 1,1-3 0,1-3 0,-1-2 279,-3-3 1,-1-4 0,-1-2 0,-1-2 222,-1-2 0,-2 0 0,0 0 0,-1 0 59,-1 0 1,0 5 0,0-2 0,0 3 1252,0 2 1,0 3-748,0 3 1,0 3-1,0 5 1,3 1-593,1 1 0,-1 1 0,2 2 1,0-1-434,0-1 1,2 0-1,-1-2 1,1-2-38,-1 1 590,0-2 0,1-2 0,-1-2 0</inkml:trace>
  <inkml:trace contextRef="#ctx0" brushRef="#br0" timeOffset="13604">1703 1495 7798,'9'0'86,"-4"0"1,2 0 0,-2-2 556,1 0 0,0-3 1,1 1-1,-1-2-375,-2 0 1,1-2 0,-3 0-1,-1-2-170,0 0 0,-2-1 0,-1 2 0,-2 1 132,-2 1 0,-2 3 1,-1 2-1,1 2-1,1 2 0,1 6 0,0 4 1,2 3-75,2 4 1,1-1-1,1 5 1,1-2-273,1 0 0,1-3 0,4 3 0,1-3-890,1-1 0,2-5 1,0-1-1,1-4 131,1-3 1,0-2 0,-1-4 0,-1-3 875,-3-3 0,-1-5 0,0-3 0</inkml:trace>
  <inkml:trace contextRef="#ctx0" brushRef="#br0" timeOffset="13865">1844 1457 7798,'0'-10'337,"0"1"244,0 2 1,1 4-1,0 1-163,1 4 0,1 3 0,-1 4 0,0 1-107,2 2 1,0 0 0,1 0 0,-2 0-205,0 1 1,1-4 0,-2 4-1,0-1 51,-1 0 0,1 0 0,0-1 1,-1 1-393,0 0 1,-1-4-1,-1 1 1,0-2 29,-1-1 1,0-3 0,2-4-18,0-4 0,0-4 0,0-5 1,0-2 0,0-3 0,0-2 0,2-3 0,0 2-328,2 0 0,0 2 0,1-1 0,-1 3-21,1 1 1,0 2-1,0 1 569,-1 3 0,3-1 0,3 2 0</inkml:trace>
  <inkml:trace contextRef="#ctx0" brushRef="#br0" timeOffset="14139">2126 1264 7692,'-4'0'1607,"0"1"-1208,-1 1 0,1 0 1,0 1-1,-1 1-354,-1-1 1,0 2-1,-1 4 1,2 2-147,0 1 1,0-1-1,3 0 1,0 2-736,-1-2 1,3 0 0,-2-1 0,3 0 835,1-1 0,6-2 0,-1 2 0</inkml:trace>
  <inkml:trace contextRef="#ctx0" brushRef="#br0" timeOffset="14404">2203 1277 7944,'-6'3'0,"-1"1"505,1-1 0,-1 3 1,0-2-1,0 3 22,1 1 0,2 2 1,-1 3-1,3 0-291,1 2 0,3 0 0,1 1 0,4 0-79,0 1 0,1-4 0,-1 0 1,1 0 11,0-2 0,-5 1 0,3 0 0,-3-1-108,-1 0 1,-2-2 0,-2 1 0,-2 0-489,-2 0 0,-3-5 1,0 2-1,-1-2-255,-1-2 1,1 0 0,0-3 681,0 0 0,-1-3 0,1 0 0</inkml:trace>
  <inkml:trace contextRef="#ctx0" brushRef="#br0" timeOffset="15279">2152 944 8444,'-7'-4'634,"3"2"1,1 4-438,0 2 1,-2 3 0,1 4 0,0 4-207,0 3 1,2 3 0,-2 1-1,1 0 1,2-2-729,0-1 1,1-6 0,0-1-615,0-2 1351,0-4 0,3-4 0,0-2 0</inkml:trace>
  <inkml:trace contextRef="#ctx0" brushRef="#br0" timeOffset="15626">2338 828 8357,'-9'2'0,"-2"2"109,-1 2 1,1-1-1,1 5 1,1 1 256,1 1 0,4 1 0,2 5 1,1 3-103,1 1 0,4 0 1,1 0-1,4-2 2,1-1 1,1-7 0,3-2 0,2-5-547,0-5 0,-1-6 0,2-7 0,-2-4 85,0-1 1,-4-4 0,-1-1 0,-1-1 65,-1 1 1,-3 0 0,-3 1 0,-2 3 202,0 4 0,-3 7 0,-3-1 1,-2 1 37,-2 3 1,-1 3-1,-2 0 1,0 2-504,0 0 1,3 2-1,0 3 271,0 0 0,5 2 0,3-1 120,1 1 0,7-1 0,1 0 0</inkml:trace>
  <inkml:trace contextRef="#ctx0" brushRef="#br0" timeOffset="15993">2479 815 7794,'0'7'1138,"0"-1"-653,0 1 0,0-1 1,0 0-1,0 2-210,0 0 1,0 1 0,1 3 0,1 2-255,2 2 1,0 2 0,0 2 0,0 2 79,0 1 1,1-2 0,-3 0 0,-1-2-484,0-2 218,2-4 1,-2-8-1,1-7 1,-1-6 49,-1-6 0,0-3 0,2-4 0,2-4-188,-1-2 1,3 3 0,-2-2 0,2 2 116,1 1 0,0 1 1,1 4-1,0 3 181,0 2 0,-1 5 0,-1 2 0,1 3 2,-1 2 0,-1 5 1,-1 2-1,0 5 533,0 3 0,-1 0 1,-3 3-1,0 2-266,0 2 1,0-1 0,0 3 0,0 0-496,0 0 0,0-3 0,0 1 0,0-3-369,0-3 1,0-5-1,0-2 1,2-3 598,3-5 0,0-6 0,2-4 0</inkml:trace>
  <inkml:trace contextRef="#ctx0" brushRef="#br0" timeOffset="16274">2729 783 8033,'-3'3'1818,"-2"1"-1527,2 2 1,1 1 0,2-1 0,0 1 214,0 2 0,0-2 0,0 4 0,1 1-464,1 2 1,0 1 0,1 2-1,0 1-751,-2 0 1,2-1 0,-1-2-1,0-3-348,-1-1 1,-1-3 1056,0-6 0,0-6 0,0-5 0</inkml:trace>
  <inkml:trace contextRef="#ctx0" brushRef="#br0" timeOffset="16549">2748 886 7936,'7'0'628,"-1"-2"1,1 0-289,-1 0 1,0 1-1,1 1 1,-1 0-418,1 0 1,1 0-1,2 0 1,-1 0-718,0 0 1,2 0 0,-3 0 0,1 0 793,0 0 0,-2-2 0,3-2 0</inkml:trace>
  <inkml:trace contextRef="#ctx0" brushRef="#br0" timeOffset="16821">2922 828 7794,'-5'0'365,"1"0"314,-1 0 0,-1 3 1,1 1-1,0 3-64,0 1 1,1 3-1,-2 5 1,0 3-437,2 4 1,-1 4 0,3 3 0,0 2-530,1 0 1,1-5-1,0-3 1,0-3-403,0-5 0,3-5 0,2-5 1,0-4-596,2-3 1,-1-3 1346,1-5 0,-1-1 0,0-3 0</inkml:trace>
  <inkml:trace contextRef="#ctx0" brushRef="#br0" timeOffset="16850">3140 809 8040,'-7'-4'1001,"1"2"0,2 2 1142,-1 0-1790,1 0 0,3 0 1,1 2-1,4 0-49,3 2 1,-1 0-1,4 1 1,-1-1-508,2 1 0,-1 0 0,0 0 1,2-1-639,0 1 0,-1-1 1,-1-1-1,1 1-1708,-1-1 2549,2-1 0,-2 1 0,3-3 0</inkml:trace>
  <inkml:trace contextRef="#ctx0" brushRef="#br0" timeOffset="17386">3332 751 7794,'-4'0'979,"0"0"-242,-1 0 0,-1 0 0,0 1 1,1 1-376,1 2 1,0 3-1,-3 2 1,1 4 134,-1 3 0,1 1 0,0 2 0,1 2-39,1 1 1,0 1-1,-1 2 1,2-1-1121,0 0 1,1-4 0,2 0 0,0-3 233,0-4 1,3-8 0,1 0 0,2-4-1235,0-1 0,1-3 0,-1-2 1662,0-3 0,4-4 0,0-5 0</inkml:trace>
  <inkml:trace contextRef="#ctx0" brushRef="#br0" timeOffset="17655">3403 828 7794,'-1'7'378,"0"0"1,-2 1 331,-1 3 1,1 1 0,-2 1 0,1 0-96,1 2 1,1 1 0,2 1 0,0-2-492,0-1 0,1-4 0,1-2 0,3-4-154,3-1 0,0-3 0,1-3 0,1-4-186,-2-5 1,-1-4-1,-1-3 1,0-1-71,-2 1 0,-1 2 0,-3 0 0,0 0 86,0 0 1,0 1 0,-1 2 0,-1 2 62,-2 2 0,0 2 1,0 2-1,0 1-647,0 1 0,-1 3-149,3 1 0,0 1 1,3 3 932,1 1 0,-2-2 0,6 3 0,-2-3 0</inkml:trace>
  <inkml:trace contextRef="#ctx0" brushRef="#br0" timeOffset="17940">3492 758 11778,'0'7'0,"0"1"385,0 3 0,0 2 1,1 1-1,1 2-181,3 0 1,-1-1 0,2 1-1,1 0-242,0-2 1,3 0-1,0-3 1,0-2-265,1-5 0,-2-2 0,1-4 1,0-3-62,0-5 0,-5-4 1,2-5-1,-2-1 222,-2 1 1,0-1 0,-3 1 0,0 2 589,0 2 0,0 6-263,0 0 1,0 9 0,0 1 0,0 5-382,0 5 0,0 1 0,1 1 0,0 0-599,1 2 1,3-3 0,-2 0-80,0-2 0,1 0 0,3-4 873,-1-2 0,1-3 0,-1-1 0</inkml:trace>
  <inkml:trace contextRef="#ctx0" brushRef="#br0" timeOffset="18226">3691 815 8022,'0'-3'3436,"0"1"-3047,0 4 0,2 2 0,1 4 0,0 1 62,0 1 0,1 2 1,-1 2-1,0 1-381,0 2 1,0 0-1,-2 2 1,1 0-109,0 1 0,-2-4 0,0-2-8,0-2 1,0-7 0,0-5-275,0-6 1,0-6 0,0-5 0,0-2 146,0 0 0,3 0 0,1 0 0,2 1-69,1 1 0,-1 3 0,0-1 0,1 2-204,-1 0 0,4 2 0,0 0 0,1 0 15,2-1 0,-3 0 0,4 0 431,0-1 0,3-4 0,0 0 0</inkml:trace>
  <inkml:trace contextRef="#ctx0" brushRef="#br0" timeOffset="18534">4115 815 7794,'-7'0'0,"-1"0"0,-1 1 165,1 1 1,0 2 0,1 4 0,0 2 420,1 2 1,2 1 0,0 4 0,2 0-445,1 2 1,5-2-1,1-1 1,4 0-189,1-2 0,1-3 0,3-3 1,0-4-106,0-4 0,-2-6 1,3-4-1,-2-2-94,-2-1 1,-1-2 0,-3-1-1,0 0-82,-1-2 1,-4-1-1,0 1 1,-1 1 312,-1 2 0,-3 1 0,-2-1 1,-2 0 48,-2 1 0,-1 5 1,1 2-1,1 0-177,-2 2 1,5 3-455,-1 0 0,4 6 1,0 3 595,1 0 0,4 3 0,0 0 0</inkml:trace>
  <inkml:trace contextRef="#ctx0" brushRef="#br0" timeOffset="18842">4262 809 7967,'0'7'390,"0"2"0,0-2 1,0 4-1,0 1 140,0 2 1,1 1 0,0 0 0,1 0-275,0 0 0,1-5 1,2 2-1,0-2-308,2-2 0,-2-4 0,1-2-133,3-1 1,-1-7 0,-1-3 0,1-5-150,-1-3 1,-2-3 0,0-2-1,-1-2 35,0 0 0,1 2 1,-3 2-1,0 2 105,1 3 246,-3 4 0,4 10 1,-3 8-1,2 6 371,1 4 1,-1 2-1,2 0 1,0 0-174,2 1 0,-2-5 1,3-2-1,-1 0-60,0-2 1,-2-2 0,3-1-1,-2-1-40,-2-3 0,1-1 0,0-4 0,0-1-166,0-2 0,-2-5 1,2-2-1,-1-3-94,-1-3 0,1-3 0,-2 0 0,0-2-383,1 2 0,-2 2 0,1 1 0,-1 2-1061,1 0 1,-1 5 499,1 1 1054,2 5 0,-4 1 0,3 3 0</inkml:trace>
  <inkml:trace contextRef="#ctx0" brushRef="#br0" timeOffset="19142">4589 770 7794,'4'8'0,"-2"-1"500,-1 2 0,-1 0 1,0 0-1,0 1 79,0 3 1,0-3-1,0 1 1,0 1-173,0 2 0,0 0 0,0 1 0,0-2-238,0-3 0,0 0 0,0-4-244,0 0 0,0-3-56,0-6 0,0-3 0,0-8 0,2 0 1,0-4 1,3-2-1,-1-2 1,0 1-111,0-1 1,0 2 0,2-1 0,-1 3 449,-1 1 1,1 5 0,0 2-1,0 2 362,0 4 0,-3 1 0,2 5 0,0 2-218,0 5 1,1 6 0,-3 4 0,0 4-615,1 2 0,-2-2 0,1 1 0,-1-1-739,1 0 0,-1-1 0,2-4 0,-1-3 999,0-2 0,3-4 0,-1 0 0</inkml:trace>
  <inkml:trace contextRef="#ctx0" brushRef="#br0" timeOffset="19440">4801 918 7794,'0'4'2092,"0"1"1,0-3-1936,0 2 1,-1-3-2361,-1 1 1,1-1 2202,-4-1 0,4 0 0,-2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7:47:34.886"/>
    </inkml:context>
    <inkml:brush xml:id="br0">
      <inkml:brushProperty name="width" value="0.06" units="cm"/>
      <inkml:brushProperty name="height" value="0.06" units="cm"/>
    </inkml:brush>
  </inkml:definitions>
  <inkml:trace contextRef="#ctx0" brushRef="#br0">0 76 7772,'0'-4'387,"0"0"0,1 2 1,1-2-1,2 1 237,2 2 0,3-1 0,3 1 0,2-2-443,3 0 1,3 0-1,2-1 1,2 0-215,0 0 1,-2-1 0,-2 2 0,-2 1 182,-3-1 1,-3 1 0,-2 2 0,-1 0 72,-1 0-223,-4 0 0,-1 2 0,-3 2 0</inkml:trace>
  <inkml:trace contextRef="#ctx0" brushRef="#br0" timeOffset="431">180 70 7772,'-7'6'318,"1"2"0,-1-1 0,1 3-46,0 0 0,1 0 0,2 3 0,0 1 429,1 3 1,2 0-1,0 5 1,0 2-348,0 2 0,0-3 1,0 2-1,2-2-612,0 0 0,3-2 0,-1-1 0,2-4-775,0-3 1,1-5 0,0 0 0,1-3-311,3-3 0,-1-5 1343,1-3 0,0-6 0,1-5 0</inkml:trace>
  <inkml:trace contextRef="#ctx0" brushRef="#br0" timeOffset="777">321 173 7772,'-6'6'152,"4"3"0,-5 3 1,2 2 854,-1 3 1,2 3 0,2 2 0,2 2-408,0 1 0,2-3 0,3-1 0,2-3-722,4-6 0,-1-6 1,6-4-1,0-2-39,1-2 0,-2-6 0,0-6 0,-1-6 9,-1-2 0,-3-1 0,-2-2 0,-3 1-387,-3 0 0,-2 3 0,-2 0 1,-3 2 541,-3 2 1,-2 4-1,-3 5 1,0 3-33,0 3 0,0 1 1,1 3-1,0 1 9,1 4 0,2 1 0,3 0 20,2 0 0,-2 4 0,2-2 0</inkml:trace>
  <inkml:trace contextRef="#ctx0" brushRef="#br0" timeOffset="1135">654 121 7793,'0'-6'3,"-2"-1"142,0 1 0,0 0 1055,2-1-750,0 4 0,1 3 0,1 7 0,2 6-177,2 6 1,-1 1-1,0 3 1,0 0-123,0 2 0,0-3 0,2 3 0,-1-1-132,1-2 0,-1-3 1,0-1-1,1-2-56,-1-4 1,1-2 0,0-7-1,1-4 4,0-4 0,1-6 0,-1-5 1,1-4 198,-1-2 0,2-3 0,0-2 1,0-1-316,-2-1 1,1 3 0,0-1-1,0 2-656,0 1 1,-4 7 0,3 2 139,0 2 665,0 7 0,-2 0 0,1 6 0</inkml:trace>
  <inkml:trace contextRef="#ctx0" brushRef="#br0" timeOffset="1496">930 192 7793,'0'4'0,"1"0"0,0-1 532,1 1 1,3-2 0,0 1 0,0 0 140,2-1 0,0-3 1,1-3-1,2-3-432,0-2 1,2-4 0,-2-5-1,0 0-241,-1-1 0,-4-1 0,-1 2 1,-2 1 42,0 2 0,-6 4 0,-4 3 0,-1 3-280,-2 3 0,1 5 1,-1 3-1,0 5 228,-1 3 1,2 4 0,1 3 0,3 2 125,1 2 1,2 0 0,1-1-1,0 1-33,1-1 0,3-5 0,3-1 1,2-3-1025,2-3 0,2-5 0,-1-2 1,1-2-442,-1-4 1381,1-1 0,2-11 0,0 0 0</inkml:trace>
  <inkml:trace contextRef="#ctx0" brushRef="#br0" timeOffset="1859">1084 102 7793,'0'6'321,"0"3"0,0 0 1,0-1 223,0 1 0,0 0 0,1 3 0,0 2-162,1 2 1,1-1 0,-1 1 0,0 1-127,-1 2 1,0-3 0,-1 2 0,0-1-205,0 0 1,0-3 0,0 0 0,0-2 186,0-4 1,0-3-89,0-1 0,0-12 0,0-4 48,0-3 0,0-4 0,0-2 0,1-3-76,1-1 0,-1 0 0,3 0 0,1 1-184,1 0 0,0 5 0,0 0 1,-1 1-582,-1 2 1,1 8 0,1-2-1,1 4-1239,-1 3 1,0 2 0,0 4 1879,-2 4 0,2 2 0,-2 4 0</inkml:trace>
  <inkml:trace contextRef="#ctx0" brushRef="#br0" timeOffset="1902">1264 166 7793,'-4'13'0,"-2"2"0,3 0 0,-1 0 709,2 1 0,-1 0 0,1 2 0,1 0-232,0-1 0,1-4 0,0 1 0,1-2-2717,1-3 0,1-2 2240,4-2 0,-1-8 0,1-4 0</inkml:trace>
  <inkml:trace contextRef="#ctx0" brushRef="#br0" timeOffset="2604">1302 70 8234,'-2'-4'0,"-1"0"523,0 1 0,-1-2 0,-1 2 230,1-1-838,2 1 0,2 3 0,5 1 0,0 1-435,2 2 1,0 2 519,1 1 0,2 2 0,3 1 0</inkml:trace>
  <inkml:trace contextRef="#ctx0" brushRef="#br0" timeOffset="2944">1482 6 7792,'-7'0'423,"-1"0"0,-2 0 521,0 0 0,3 0 1,-2 0-1,2 1-207,1 1 0,0 2 0,1 5 0,1 4-337,1 3 1,1 5-1,2 3 1,0 5-179,0 1 0,2 0 1,1 2-1,-1-2-970,1-3 0,-3-3 0,3-3 0,-1-3-1775,0-4 1,1-5 2522,-1-3 0,-1-3 0,2-1 0</inkml:trace>
  <inkml:trace contextRef="#ctx0" brushRef="#br0" timeOffset="2945">1379 243 13802,'9'0'0,"0"0"-284,1 0 1,1 0 0,4 0 0,2 0-1886,2 0 0,-3-2 2169,-1 0 0,-1-3 0,-1 1 0</inkml:trace>
  <inkml:trace contextRef="#ctx0" brushRef="#br0" timeOffset="2946">1520 185 10147,'-6'1'1028,"2"1"0,1 0 0,4 1-662,1 0 1,2-1 0,5-2 0,2 0-1330,1 0 1,1 0-1,-1 0 1,2 0-2977,1 0 3939,-4 0 0,6-3 0,-3 0 0</inkml:trace>
  <inkml:trace contextRef="#ctx0" brushRef="#br0" timeOffset="2947">1706 76 7375,'-6'7'0,"-1"0"742,1 1 0,-1 0 0,0 3 0,-1 1 75,0 2 0,4 3 0,-3 4 0,0 2 124,2 2 0,0 0 0,-1 4 0,-1 0-475,1 0 0,2-2 0,0 1 1,1 0-1442,2 0 1,0-7-1,1-1-463,0-5 0,3-7 0,1-6 0,2-4 1438,0-2 0,4-8 0,0-1 0</inkml:trace>
  <inkml:trace contextRef="#ctx0" brushRef="#br0" timeOffset="3310">1783 250 8509,'-4'7'1440,"0"1"1,1 4-890,-1 2 1,0 5-1,-3 5 1,0 3-534,-1 3 1,3 2-1,-2 0 1,2-1-694,2-1 1,0-4 674,3-5 0,0-1 0,0-1 0</inkml:trace>
  <inkml:trace contextRef="#ctx0" brushRef="#br0" timeOffset="3684">1969 115 7750,'-1'-7'0,"0"1"0,-1 0-117,0-1 1,2 3 0,-1 0 899,-1 2 0,1 0-428,-1 4 1,1 5 0,1 4-1,0 4-17,0 4 0,1 1 1,1 4-1,2 0-190,2 1 0,1-2 1,0 0-1,1-3-366,3-1 1,1-6 0,2-2 0,0-3-92,1-5 0,3-8 1,-3-7-1,1-8-1,-1-4 0,-3-6 0,2-6 0,-2-3 40,-1-1 0,-5 3 0,0 2 0,-3 5 665,-1 6 1,-2 13 0,0 13 236,0 9 1,0 8 0,0 4 0,0 3-313,0 3 0,2-2 0,1 3 0,-1-1-742,0 0 0,0-7 1,2-2-1,1-4-398,1-4 0,0-6 0,1 0 0,-1-3 820,1-4 0,-1-2 0,0-3 0</inkml:trace>
  <inkml:trace contextRef="#ctx0" brushRef="#br0" timeOffset="4086">2399 64 7748,'-1'-8'153,"-1"0"0,1 2 0,-2-2 0,1 0 868,-3 1 0,2 1-531,-1 2 1,0 2 0,0 4 0,2 3-238,1 5 0,4 5 0,0 5 0,2 3 109,-1 2 0,-1-3 0,2 3 0,-1-1 20,-1-2 0,-1-1 0,-2 0 0,0-1-179,0 0 1,-3-3 0,-1-1 0,-3-1-473,-1-3 0,0 1 0,-2-4 0,1 0-1532,1-3 1,1-4 463,0-2 0,4-6 1,1-5-1,4-1 1337,2-1 0,5-2 0,1-2 0</inkml:trace>
  <inkml:trace contextRef="#ctx0" brushRef="#br0" timeOffset="4128">2457 224 7750,'8'-4'463,"1"2"1,0-1-1,-1 1 1,1 0 339,1-1 0,-2 0 0,0-4 0,0 0-496,1-1 0,-4 0 0,1-2 0,-3 0-14,-1 0 0,-2-1 0,-3-1 1,-2 1-237,-2 0 0,-3 6 0,-3 1 0,-1 4 13,-1 4 1,2 4-1,-2 10 1,2 4 193,2 4 1,2 1 0,3 2 0,2 1-69,2-1 1,3-2-1,4 1 1,5-3-595,6-1 1,6-6 0,4-6-1,4-4-997,3-6 0,1-7 0,1-6 1395,-3-5 0,2-5 0,-5-2 0</inkml:trace>
  <inkml:trace contextRef="#ctx0" brushRef="#br0" timeOffset="5001">282 705 7048,'0'-4'627,"0"-1"1,1 4-1,0 0 1,2 3-161,1 4 1,-2 1 0,1 5 0,1 1-156,0 4 0,-3 2 0,1 1 0,-1 3-242,-1-1 1,-1 0-1,-1 0 1,-2-2-136,-2-4 0,0-2 0,1-4 63,1-4 0,1-9 0,-2-7 1,3-7-29,1-3 0,1-4 1,0-2-1,1-1 274,1-1 0,3 4 1,2-1-1,3 5-297,0 2 1,1 6-1,3-1 1,2 1-321,0 2 1,1 3-1,3 4-189,-1 0 0,2 0 0,-1 2 0,0-1 0,-1 0-301,-1 1 0,-6 2 0,1 1 1,-4 0 862,-1 2 0,-3 0 0,-3 3 0,-2 2 0,-2-1 0,-3 2 335,0-1 1,-2 2-1,1 1 1,-1 2 377,1 3 0,0 2 0,0 1 0,2 0 0,1 3-83,3 2 1,0-4 0,3 2 0,2-4-649,5-4 1,1-5-1,5-4 1,-1-4-150,2-6 1,0-6 0,-1-8 0,0-3 0,-2-5 1,-4 0 0,-3-3 0,-5 0 26,-1 2 1,-2 6 0,-1 2 0,-3 3 189,-3 4 1,-2 2 0,-2 5 0,-1 0-45,0 3 1,3 2-1,1 2-360,2 3 1,2-2 0,0 2-1,3 2 1,1 0-873,1 1 1,3 0-1,2 0 1225,0 0 0,5 1 0,0-3 0,2 1 0</inkml:trace>
  <inkml:trace contextRef="#ctx0" brushRef="#br0" timeOffset="5428">738 743 7750,'-7'14'0,"2"0"0,0 2 0,0 0 0,4 1 0,-1 3 0,2 0 871,2 1 0,2-4 0,5 0 0,1-3-358,2-1 0,2-6 0,0-2 0,1-4-502,-1-1 1,1-3 0,-2-5 0,0-4 107,-3-4 0,-3-1 1,-3-2-1,-1-1-210,-3-2 0,-3 3 1,-1 0-1,-2 1 8,-3 2 1,-1 0 0,-2 4 0,1 0-321,0 2 0,3 2 1,-2 0-1,0 2-415,2 2 1,3 3 817,1-2 0,3 0 0,-2-1 0</inkml:trace>
  <inkml:trace contextRef="#ctx0" brushRef="#br0" timeOffset="5810">943 609 7782,'-3'13'0,"2"-3"0,-1 1 0,1 1 549,1 2 1,0 3 0,0 4 0,0 2 655,0 2 0,3 2 0,2 5 0,0 0-1401,2 0 0,-3-4 0,0-2 0,1-2-2476,1-2 1,-2-6 2671,1-1 0,-4-5 0,2-3 0</inkml:trace>
  <inkml:trace contextRef="#ctx0" brushRef="#br0" timeOffset="6196">911 820 9337,'6'-2'1432,"1"0"1,0-2-1,1-1-1325,3-1 0,2-1 0,2-1 0,2-1-1417,1-1 1,2 1 0,-1-1 0,1 0 1309,1 0 0,-1 3 0,2-3 0</inkml:trace>
  <inkml:trace contextRef="#ctx0" brushRef="#br0" timeOffset="6197">1328 711 7683,'-10'0'87,"3"-2"1,-4 0 0,0 1 564,-2 0 0,3 1 0,-1 1 0,0 1 70,1 2 1,-1 5 0,3 5 0,2 4-143,1 5 1,3 6-1,0 1 1,2 3-229,2 1 0,5-8 0,3 1 1,3-3-717,2-4 0,-1-3 0,4-2 0,-1-4-1202,2-2 1,0-5-1,0-2 1566,1-1 0,2-1 0,1 0 0</inkml:trace>
  <inkml:trace contextRef="#ctx0" brushRef="#br0" timeOffset="6583">1482 981 7764,'-7'6'0,"1"1"0,-1-1 937,1 0 1,2-3-278,2-3 0,2-5 1,2-7-1,3-2-465,0-3 0,4-4 0,0 0 1,-1-1-11,1-3 0,1 5 0,1-4 0,0 1 162,0 2 1,-1 3 0,0 3 0,-1 4 411,-1 2 0,-1 5 1,0 3-370,-1 5 1,1 4 0,-1 9 0,0 4-274,1 3 1,-3 1-1,0 4 1,1 0-266,-2 0 0,2-2 0,-2 1 0,0-4-563,0-3 0,-1-2 0,-2-2 0,-1-2-1911,-1-1 0,0-6 0,-4-2 2622,-1-3 0,-4-1 0,1-2 0</inkml:trace>
  <inkml:trace contextRef="#ctx0" brushRef="#br0" timeOffset="6962">1507 981 8334,'0'-7'1713,"0"1"1,1 0 0,1-1-1493,2 1 1,3 1 0,1 1-1,3-1 1,2-1-675,2 0 1,1 2 0,1-1 0,0 0-4183,-2 0 4635,0 1 0,1-1 0,1 1 0</inkml:trace>
  <inkml:trace contextRef="#ctx0" brushRef="#br0" timeOffset="6963">1834 692 7686,'-6'0'1089,"0"1"1,-1 0 176,1 1 0,-1 1 1,1-1-1,0 3-1061,-1 0 0,1 3 1,-1 0-1,1 3-518,-1 1 1,2 3-1,0 1 1,1 0 142,-1 2 0,2-3 0,1 0 0,1-1-1699,1-1 1,3-5-1,1-2 1869,2 0 0,3-3 0,1-1 0</inkml:trace>
  <inkml:trace contextRef="#ctx0" brushRef="#br0" timeOffset="7005">1924 756 7686,'-6'7'0,"-1"-1"705,1 1 1,-3-1 0,2 0 0,0 1 204,2-1 1,3 1 0,-1-1 0,0 1-507,1 2 1,4 1 0,3 2-1,1 0-477,3 1 1,-2-2 0,4 4 0,0-1-34,-1 1 1,0 0 0,-3 1 0,-1 0-157,-2-2 1,-3-2 0,-1-1-1,-1 2-272,-3-2 1,-1-3 0,-6 0 0,0-2 152,-2-2 1,1-3 380,-1-1 0,-3-6 0,0-4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7:47:43.834"/>
    </inkml:context>
    <inkml:brush xml:id="br0">
      <inkml:brushProperty name="width" value="0.06" units="cm"/>
      <inkml:brushProperty name="height" value="0.06" units="cm"/>
    </inkml:brush>
  </inkml:definitions>
  <inkml:trace contextRef="#ctx0" brushRef="#br0">1969 90 8344,'-4'0'895,"0"1"1,2 1-340,0 3 1,1 4 0,2 4 0,1 7-116,3 4 1,0 4-1,2 3-290,-1 2 0,0 2 1,-1-3-1,-2-2-333,0-3 1,1-1 0,-1-6 0,-2-3-1202,0-3 0,-1-1 0,0-9 299,0-5 0,-1-7 0,0-4 1084,-2-2 0,-4-7 0,0 1 0</inkml:trace>
  <inkml:trace contextRef="#ctx0" brushRef="#br0" timeOffset="440">1969 135 7719,'7'-19'151,"-1"2"0,1 1 1,2 2-1,1 3 1,1 1-1,1 2 1,3 3 323,0 3 0,-1 2 0,1 0 0,-3 3-165,-1 4 1,-4 2 0,2 4 0,-3 0 28,-1 2 0,-3 0 1,-2 3-1,0 1-152,-2 1 1,-2-1 0,-2 1 0,-1-1-400,-2-2 1,-1-2 0,-3 1 0,0-2-139,0-2 0,3-6 0,0-2 0,0-3-403,0-1 0,4 0 1,0 0-1,3-2-1644,1-3 2397,2 0 0,0-5 0,0 0 0</inkml:trace>
  <inkml:trace contextRef="#ctx0" brushRef="#br0" timeOffset="836">2187 180 6684,'0'-6'545,"0"1"0,0 2 0,-2-1 788,0 1 0,-1 1-969,1 0 1,1 7 0,-1 4 0,2 4-119,0 4 0,0 1 0,2 5 0,1 1-117,3-2 0,-1 1 0,4-3 0,0-1-482,2-2 0,2-4 0,1-5 0,2-4-157,0-2 0,-1-6 0,0-5 0,-3-6 201,-1-5 0,-2-4 0,-2-5 1,-2-4 1,0-2 1,-2 2 0,-3 2-1,0 5 1331,0 6 1,-1 9 0,-1 8-31,0 4 0,0 3 0,2 5 0,0 4-879,0 3 0,0 3 0,1 1 0,0 1-484,1 0 1,3 0 0,-2-2-1,0-2-1139,2-2 0,-1-4 1,0-4-1037,1-2 2544,1-2 0,0-11 0,0-3 0</inkml:trace>
  <inkml:trace contextRef="#ctx0" brushRef="#br0" timeOffset="1231">2405 52 7719,'5'-4'1134,"-1"-1"1,-2 5 0,2 0 0,-1 3-500,1 3 0,-2 3 0,2 2 0,1 2-311,-2 2 0,3 2 0,-3 3 1,2 3-80,-1 2 0,-2-1 0,2 4 0,-2-1-107,0 1 1,-1-6 0,-1 0-1,0-3-648,0-3 0,2-7-88,0-2 1,0-9-1,-1-2 1,1-5 157,2-3 0,0-2 0,1 0 0,1-2 167,2 0 0,3 4 0,-2 0 1,1 2 137,1 2 0,-1 1 0,1 3 0,0 2-70,1 1 0,1 5 1,-1 2-1,-1 4 493,-2 2 0,-3 3 0,-2 1 1,-2 0 897,-1 2 1,-4 1 0,-1-1 0,-2 0-808,-3-1 0,-1-5 1,-3-2-1,0-4-530,1-2 1,-1-2-1,0-1 1,0-3-732,0-4 0,3-2 0,0-4 1,0-2-990,3 1 0,2-4 1,1 1 1870,1-1 0,1-4 0,2 1 0</inkml:trace>
  <inkml:trace contextRef="#ctx0" brushRef="#br0" timeOffset="1295">2688 1 7719,'-1'6'0,"0"0"668,-2 1 1,1 0 0,2 1 0,0 1 482,0 1 0,0 1 0,0 2 1,0 2-507,0 2 1,0 3 0,0 3 0,0 3-891,0 3 0,0-1 1,0 0-1,0-1-917,0-5 1,1-4 0,0-3 0,2-4-773,1-3 0,-2-3 1934,2-3 0,0-7 0,3-2 0</inkml:trace>
  <inkml:trace contextRef="#ctx0" brushRef="#br0" timeOffset="2203">2803 110 7719,'0'7'495,"0"1"0,0 0 0,0 3 0,0 0 404,0 1 1,0 4-1,0 1 1,0 2-662,0 0 1,0 1 0,0 0 0,1 0-1473,1-2 0,-1-6 0,4-2-181,0-4 1,-2-7 0,-1-6 1414,-2-5 0,3-9 0,1-6 0</inkml:trace>
  <inkml:trace contextRef="#ctx0" brushRef="#br0" timeOffset="2633">2816 110 7719,'0'-10'176,"-2"0"1,0 4 0,0 0 651,-1-1 0,2 1-737,-1-1 1,2 3 0,2 0-1366,2 2 1,3 0 1273,1 4 0,-1 2 0,3 2 0</inkml:trace>
  <inkml:trace contextRef="#ctx0" brushRef="#br0" timeOffset="2634">2938 45 6750,'-7'7'-27,"-1"0"1,-1 2 1167,-1 1 0,1 1 1,-1 1-1,1 2-319,1 2 1,1 2 0,1 2 0,2 3 310,2 2 1,2-3 0,4 3-1,4-2-849,3-2 1,3-6 0,6-3 0,2-3-448,1-3 1,0-3 0,0-3 0,0 0-312,0 0 0,-3-3 0,2-4 0,-2-2 474,-1-1 0,-6-2 0,-1 2 0</inkml:trace>
  <inkml:trace contextRef="#ctx0" brushRef="#br0" timeOffset="3054">7 552 7720,'-1'-8'2287,"-1"2"-1692,1 4 0,-2 3 0,3 5 0,1 5-251,1 6 1,-1 1-1,3 6 1,-1 2 71,-2 3 0,2 2 1,-1 2-1,0 4-406,-2 3 0,0-2 0,0 1 0,-2-3-1515,0-5 0,0-10 266,2 0 1,0-12 0,0-8 1238,0-9 0,3-7 0,0-4 0</inkml:trace>
  <inkml:trace contextRef="#ctx0" brushRef="#br0" timeOffset="3055">199 642 9425,'-6'3'644,"-1"-1"0,1 4 0,-1 2-149,-2 1 0,1 1 0,-2 3 0,-2 1-148,0 1 0,1 1 1,1 3-1,1-1 133,1 2 0,1-6 1,1 4-1,2-3-209,2-2 1,4 1 0,3-4 0,3-1-184,3-1 0,1-5 0,1 2 0,2-4-70,0-1 1,0-1 0,0-1 0,2-3-1625,-1-3 0,2 0 0,-3-2 1,-1 0 1605,0 1 0,-2-5 0,1-2 0</inkml:trace>
  <inkml:trace contextRef="#ctx0" brushRef="#br0" timeOffset="3465">379 764 7725,'4'4'872,"0"0"0,0-2 1,3-1-1,-1-3-667,1-4 1,-1-6 0,0-3-1,-1-2 342,-1-1 0,-2 0 0,2-1 1,-1-1-297,-2 1 1,-2 1 0,-2 3 0,-4 5 148,0 2 1,-3 5 0,0 4 0,0 5-157,-1 6 1,2 5-1,-1 3 1,1 3 31,1 2 0,2-1 0,2 4 0,1-1-64,3 1 1,0-2 0,3 1 0,2-2-733,2-1 0,3-6 0,3-2 0,1-4-771,1-3 0,-2-5 0,2-3 1,-1-5 1290,-1-4 0,-1-9 0,1-3 0</inkml:trace>
  <inkml:trace contextRef="#ctx0" brushRef="#br0" timeOffset="3466">468 719 7725,'0'6'0,"-2"1"629,0-1 1,0 1 0,3-1 0,2 0 948,3 1 0,1-1 0,4 1 0,3-1-1399,2 1 0,3 0 1,0 0-1,0 0-213,1-1 0,-3-4 0,1 0 0,1-1-2196,-1-1 2230,-6 0 0,6-3 0,-5-1 0</inkml:trace>
  <inkml:trace contextRef="#ctx0" brushRef="#br0" timeOffset="3921">712 680 7725,'-6'0'0,"-1"1"0,-1 1 0,-1 0 1015,1 2 0,1 3 0,2 5 0,-1 3 619,-1 4 0,5 7 1,-4 8-1,2 5-1059,3 4 0,0-1 0,1 4 1,0-3-339,0-3 0,1-9 0,0-7 0,2-3-1125,1-5 0,0-6 888,2-4 0,1-4 0,-1 1 0</inkml:trace>
  <inkml:trace contextRef="#ctx0" brushRef="#br0" timeOffset="3966">1065 610 7680,'0'-6'678,"0"2"1,0 2-1,0 4 1,0 4-18,0 4 1,0 4 0,0 7-1,0 4-366,0 4 1,0 2 0,1 5 0,0 2-494,1 2 1,1-2 0,-2 1 0,2-2-753,-2-4 1,0-6-1,-1-7-1346,0-4 2296,0-7 0,-3-9 0,-1-4 0</inkml:trace>
  <inkml:trace contextRef="#ctx0" brushRef="#br0" timeOffset="3967">1014 892 7698,'0'-6'661,"0"-1"1,0 3-1,0 0-23,0-1 0,0 2 0,3 1 0,4 1-588,3 1 0,2 0 0,1 0 0,2 0-664,2 0 0,2-1 1,3-1-1,1-2-488,2-2 0,-1-3 0,-2-2 1102,-2-1 0,3-1 0,-3 1 0</inkml:trace>
  <inkml:trace contextRef="#ctx0" brushRef="#br0" timeOffset="3968">1283 790 7698,'-9'17'733,"1"-1"1,-1 1-118,0 2 1,4-2-1,-1 5 1,3-2-171,1-1 0,4-3 1,3-1-1,3-2-196,3-5 1,3-2 0,2-6-1,0-2-514,2-2 0,-2-4 0,-1-7 0,-2-3-78,0-5 1,-5-1-1,-2-3 1,-3 0 77,-1 2 1,-2 2 0,-3 2 0,-4 3-225,-3 0 1,-2 5 0,-1 1 0,-1 4 498,-1 3 1,-1 4 0,2-2 0,-1 3-17,3 3 1,0 0 0,4 4-1,3-1-536,2 0 541,2-2 0,1 2 0,0-3 0</inkml:trace>
  <inkml:trace contextRef="#ctx0" brushRef="#br0" timeOffset="4762">1623 732 7872,'-3'-4'1313,"2"1"-651,-1 1 0,1 0-138,1-2 1,0 4 0,1 2-262,1 6 0,2 5 1,2 4-1,1 7-96,2 4 0,-1 5 0,2 0 0,0 1-159,0 0 0,-2-4 1,2-5-1,0-5-102,-3-7 1,1-7 0,-2-5-1,0-3 148,1-4 0,0-6 0,0-6 0,1-1-10,0-2 0,-3-3 0,4-2 0,-2-1 167,0 0 0,-3 5 1,0-2-1,1 0-451,1 0 0,-2 5 0,0 1 1,-1 3-1167,1 0 1,-1 6-1,2-1 43,0 4 1,-4 6 1362,1 5 0,-1 3 0,-1 2 0</inkml:trace>
  <inkml:trace contextRef="#ctx0" brushRef="#br0" timeOffset="4968">1905 854 7739,'7'2'176,"-1"0"1,0 0 531,1 1 0,0-3 0,1 0 0,2-4-153,0-1 0,2-5 0,-4 0 0,0-3-174,-1-2 0,-1 1 1,-1-3-1,-1 1-280,-2-1 1,0 5 0,-5 0-1,-3 0 47,-2 2 0,-3 4 0,0 4 0,-1 1-16,-1 1 1,1 6-1,2 2 1,0 4-16,1 3 0,4 2 0,-1 4 1,2 1-116,1 1 0,1 1 0,1 2 0,1 2-630,3-1 1,4-3-1,0 2 1,2-5-611,3-3 1,0-5-1,0-6 1,1-2 82,-3-2 1,2-6 1154,-1-4 0,-2-2 0,1-4 0</inkml:trace>
  <inkml:trace contextRef="#ctx0" brushRef="#br0" timeOffset="5643">2072 783 11982,'3'9'602,"1"1"0,-3 5 0,2 2-373,1 4 1,-2 2 0,2 3 0,-2 1-111,0 2 1,-1-3 0,-1-4-1,-1-2-119,-1-3 1,-2-6 0,-2-3 162,-1-3 1,3-3 0,0-5-1,2-3 76,0-4 1,1-5-1,1-2 1,0-3-131,0-1 1,0 0-1,1-2 1,1-1-112,0 2 0,3-1 1,-1 4-1,2 1-358,0 1 1,1 1 0,-1 4 0,1 1-631,2 3 0,-2 3 0,2 1 1,0 1-162,-1 2 0,1 1 0,-3 2 1,1 2 1150,-1 2 0,0 0 0,1 1 0</inkml:trace>
  <inkml:trace contextRef="#ctx0" brushRef="#br0" timeOffset="6086">2264 783 7739,'0'11'459,"0"-1"0,0 2 153,-3 0 0,3 2 0,-2 3 0,1 3-253,1 2 0,0 1 0,0 1 0,0-1-689,0-1 1,0-9 0,0 1 0,1-4-3025,1-4 3354,-2-2 0,6-7 0,-2-1 0</inkml:trace>
  <inkml:trace contextRef="#ctx0" brushRef="#br0" timeOffset="6087">2309 732 7739,'-4'-4'751,"0"2"0,2 1-1341,0-1 1,2 1 0,2-1 0,3 1-423,0 1 1012,2 3 0,2 0 0,1 4 0</inkml:trace>
  <inkml:trace contextRef="#ctx0" brushRef="#br0" timeOffset="6088">2489 719 7739,'-7'0'100,"2"-1"0,0 0 571,0-1 0,1-1 0,-2 1 0,-1 0 1005,1-2 1,0 3-1068,-1-2 0,1 3 0,2 3 1,1 4-315,0 3 0,3 5 0,-2 2 0,1 4-303,1 3 0,0 1 0,0 3 1,1 2-494,1 1 1,-2-1-1,3-4 1,-1-3-2490,1-4 0,2-7 2990,-1-1 0,2-6 0,0-2 0</inkml:trace>
  <inkml:trace contextRef="#ctx0" brushRef="#br0" timeOffset="6522">2393 905 8057,'-3'-6'896,"1"-1"0,0 3 1,2 0-1,2-1-528,2-1 0,1 2 1,5 0-1,0 1-252,0 2 1,1-1-1,1 1 1,1-1-630,0 0 0,-2 2 0,-1 0 513,-1 0 0,2 0 0,-1 0 0</inkml:trace>
  <inkml:trace contextRef="#ctx0" brushRef="#br0" timeOffset="6523">2508 841 7739,'0'8'258,"0"-2"1,0 0 927,0-1 0,0 0 1,1-2-765,1 0 1,-1 0 0,4-2 0,2 2-726,1-2 1,1 0 0,-1-2 0,1 0-328,1-2 0,1-1 0,1 1 0,1-1 630,0-3 0,3-2 0,0-4 0</inkml:trace>
  <inkml:trace contextRef="#ctx0" brushRef="#br0" timeOffset="6524">2694 745 7739,'-6'0'0,"-1"0"0,1 2 1083,-1 3 0,1 1 0,0 3 0,-1 2 27,1 3 0,-1 4 0,1 6 0,0 5-973,-1 6 1,3 0 0,0 3 0,1-1-625,2-5 0,0-4 1,1-2-1,0-5-1593,0-3 0,0-5 2080,0-5 0,-3 0 0,0-2 0</inkml:trace>
  <inkml:trace contextRef="#ctx0" brushRef="#br0" timeOffset="6994">526 1303 7944,'0'-10'311,"0"0"1,0 0 0,-1 2 0,-1 1 59,-2 0 0,-2 2 0,-2 0 0,-2 3 302,0 2 1,3 0-1,-2 1 1,2 4-327,1 6 1,0 5-1,2 7 1,1 4-171,3 4 1,5 0-1,2 4 1,2-2-59,2-1 1,2-4 0,2 1 0,0-3 38,2-3 1,-3-6 0,1-4 0,-2-4-1294,-3-2 1134,0-3 0,-12-1 0,-6-4 0,-4-1 62,-3 0 0,-3-1 1,-1 2-1,-1-2-303,-1 0 1,0 0 0,1-1 0,0-1-45,2 0 0,5-2 0,1 1 0,3-1 142,3 1 1,2-1 0,6-1 0,2-1-1064,5-1 1207,2 2 0,5-4 0,0 2 0</inkml:trace>
  <inkml:trace contextRef="#ctx0" brushRef="#br0" timeOffset="7447">693 1392 8367,'-1'8'781,"-1"0"0,1 2 0,-2 4 1,1 1-504,0 2 0,0 0 1,2 1-1,0 2-332,0 0 1,0 0-1,0-2 1,0-2-1395,0-3 0,1-8 1448,1 0 0,-1-10 0,1-2 0</inkml:trace>
  <inkml:trace contextRef="#ctx0" brushRef="#br0" timeOffset="7495">699 1348 7958,'0'-9'0,"0"1"879,-3 2 0,3 2-814,-2 2 0,2 2 1,2-1-243,2 3 1,2 3 0,2-1 0,2 1 458,-1-1-282,-1 5 0,7-5 0,-1 5 0</inkml:trace>
  <inkml:trace contextRef="#ctx0" brushRef="#br0" timeOffset="7496">847 1348 7721,'-9'11'644,"1"2"1,-1-3 0,3 4 0,-1 1-208,1 1 1,2-1-1,2 0 1,1 0-305,1 0 0,3-6 0,2 4 0,1-4-193,3-3 1,-2-3-1,4-3 1,1-1-68,0-4 0,1-5 0,1-6 0,-1-2-625,-1-1 1,0 3 0,0-5 0,-1 1 512,0 2 0,-5 3 1,3 5 529,1 3 0,-4 5 1,1 7-1,-2 6 49,-2 7 0,2 4 1,-2 5-1,0 0 461,0 3 1,-1 0 0,-2 1 0,-1 0-102,-1 0 1,-1-5 0,-4 0-1,0-3-451,-2-3 1,-1-6 0,-3-2-1,-1-3-222,-1-3 0,-2-2 1,2-6-1,-1-1-776,0-4 0,3-3 1,-1-2-1,3-2-809,2-3 1,5-2 0,2-2-1,1-1 19,1-1 1539,3 2 0,3-4 0,4 3 0</inkml:trace>
  <inkml:trace contextRef="#ctx0" brushRef="#br0" timeOffset="7949">1142 1380 8956,'-2'6'0,"-1"0"1122,-1 1 0,3-2 0,-1 1 1,0 4-511,0 1 1,1 2 0,-1 2 0,2 1-372,0 3 0,0 1 0,0 5 0,2 0-38,0 1 1,0-7 0,-2 2 0,0-4-590,0-3 153,0-6 0,0-6 0,0-8 1,0-5 14,0-3 0,1-5 0,0-5 1,2-1-41,1-1 1,0 3-1,2 0 1,1 1 77,-1 1 1,1 1 0,0 0 0,1 0-12,3 1 0,-1 5 0,1 1 0,0 5 40,1 3 1,-1 2 0,-1 7 0,0 5 751,0 5 0,-2 4 1,0 4-1,-1 1 153,0 2 0,-3 2 0,0 0 0,0 0-1605,0 1 1,0-5-1,-3-2 1,1-3-290,0-4 1140,-2-6 0,0-2 0,0-6 0</inkml:trace>
  <inkml:trace contextRef="#ctx0" brushRef="#br0" timeOffset="8545">853 1412 7524,'-4'0'27,"0"0"0,2-1 206,0-1 1,1 0 0,1-2-109,0-1 1,1-1 0,1 0 0,3-1 55,0-2 0,2 2 0,-1-1 1,1 1-45,2 3 0,-1-1 0,2 3 0,0 0-121,-1-1 1,0 2 0,1 0 0,-1 1 8,-1 3 0,-1 1 0,0-1 0,-1 0-533,0 2 1,-2-1 0,-1 0-1412,0 1 1919,-3-2 0,3 3 0,-3-3 0</inkml:trace>
  <inkml:trace contextRef="#ctx0" brushRef="#br0" timeOffset="8997">1463 1373 7722,'-13'-2'0,"2"0"471,0 1 0,1 0 0,-2 1 1,0 1 339,1 1 1,3 2-1,-2 4 1,1 1-440,4 1 0,1 1 1,4 2-1,0 0-370,0 2 0,6-3 0,2 2 0,4-1-142,1-2 0,2-3 1,2-2-1,0-3-207,3-2 0,-5-2 0,4-2 0,-3-3 16,-1-4 1,-2-3 0,-1-1 0,-1-1 326,-3 0 1,-1 0-1,-3 0 1,-2 1 261,-1 3 0,-1 2 823,0 2 1,-2 4 0,-1 3-1,0 5-830,0 5 1,1 2 0,2 5 0,0 1-685,0 0 1,1 1 0,1 1 0,2-2-722,-1-1 1,5-2-1,-2-5 1,2-3-2558,2-4 3711,-3-3 0,5-8 0,-2-3 0</inkml:trace>
  <inkml:trace contextRef="#ctx0" brushRef="#br0" timeOffset="9460">1661 1251 7722,'-3'3'855,"1"1"1,1 5 0,1 2 0,1 4-197,1 5 0,1 0 0,4 5 1,-1 2-785,1-1 1,-1 0 0,0-1-1,1 0-604,-1-2 0,-2-3 0,-1-1 0,-1-3 474,0-3 255,0-3 0,-5 3 0,0-3 0</inkml:trace>
  <inkml:trace contextRef="#ctx0" brushRef="#br0" timeOffset="9922">1636 1469 7722,'0'-6'1123,"0"0"0,0-1-594,0 1 1,0 1-1,3 2 1,3-1-614,2 1 0,3 1 0,-1-2 0,2 1-930,0-1 1,0 0 0,2 0 1013,-2 2 0,2-2 0,0 1 0</inkml:trace>
  <inkml:trace contextRef="#ctx0" brushRef="#br0" timeOffset="9972">1796 1380 8048,'-4'10'588,"0"-2"0,1 0 0,0 0 0,0 0-180,2 0 0,0 1 0,2 0 0,1-1-439,2-1 0,2-1 0,2 1 0,1-1-174,1 1 0,-1-2 1,1 0-1,0-3-7,0-2 0,0 0 0,1 0 1,-3-1-64,-1-3 0,-2-1 1,-2-6-1,0 0 146,-2-1 1,0-1 0,-1 0-1,0 1 839,0 1 1,0 1 80,0 2 1,1 4-1,1 2-450,2 5 0,0 6 0,0 4 0,2 3-362,2 3 0,-3 1 0,2 0 0,0 0-885,-2-2 0,0-3 1,1-1-1,-1-2-2586,-1-4 3492,-3-3 0,5-5 0,-2-4 0</inkml:trace>
  <inkml:trace contextRef="#ctx0" brushRef="#br0" timeOffset="9973">2033 1380 7722,'0'10'615,"1"-2"1,1 0 86,0 1 1,0-2-1,-2 3 1,1 0-400,1 0 1,-2 3 0,3 2-1,-1 0 7,1 1 0,-1 0 0,-2 3 0,2-3 101,0-3 1,0-3-129,-2-4 0,0-4 1,0-4-161,0-6 1,2-6 0,0-3 0,0-1-54,-2-2 1,3 1 0,-1 1 0,1 0-488,0 3 0,1 1 0,-1 1 0,0-1-711,0 2 1,2 3-1,-1 1 1,2 1-840,0 0 0,1 4 1967,-1 1 0,1 4 0,-1 1 0</inkml:trace>
  <inkml:trace contextRef="#ctx0" brushRef="#br0" timeOffset="10442">2200 1425 7722,'4'6'534,"1"0"1,-1-1-1,2-2 1,1 0 305,-1-2 0,1 0 1,0-1-1,1 0-388,0 0 0,1-5 0,-1-1 1,1-2-167,-1-1 1,-3-1-1,-2-1 1,0 0-127,-1 0 1,-2 1 0,0 0-1,-3 1 56,-1 1 1,-4 4-1,-1 1 1,-1 3 61,-1 0 1,-1 3 0,1 2 0,1 2 271,1 4 1,0 2-1,3 1 1,1 2-246,1 0 1,3 0 0,-2 2 0,3 1-1067,0 1 0,3-2 0,1 3 0,2-3-1524,3-3 1,-1-5 0,2-4 2284,2-3 0,0-5 0,1-2 0</inkml:trace>
  <inkml:trace contextRef="#ctx0" brushRef="#br0" timeOffset="10939">2405 1450 8890,'1'7'1900,"1"-1"0,-1-2 0,1 1-937,-1 0 1,0 0-1,0 0-2112,1-1 1,1-3 1148,-1 1 0,2-1 0,2-1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7:49:24.068"/>
    </inkml:context>
    <inkml:brush xml:id="br0">
      <inkml:brushProperty name="width" value="0.06" units="cm"/>
      <inkml:brushProperty name="height" value="0.06" units="cm"/>
    </inkml:brush>
  </inkml:definitions>
  <inkml:trace contextRef="#ctx0" brushRef="#br0">45 29 7716,'0'-4'2114,"0"10"1,0 8-1429,0 6 1,0 9 0,0 8-464,0 6 0,0 4 0,0 2 0,0 1 0,-2-1-366,-1-2 0,1-12 0,1-3 0,-1-4-532,0-4 1,-2-4-415,2-2 0,0-13 0,-2-8 1,0-8-1400,0-5 2488,2-4 0,-5-6 0,3-1 0</inkml:trace>
  <inkml:trace contextRef="#ctx0" brushRef="#br0" timeOffset="373">53 105 9212,'8'0'684,"-1"0"0,1-1-269,-1-2 1,4 2-1,2-1 1,2 1-96,3 1 0,-2 3 1,4 2-1,-1 2-91,0 1 1,-2 3 0,0 1 0,-4 3-71,-2 3 1,-6 0 0,-3 3-1,-1 1-39,-1-1 0,-7 0 1,-3 0-1,-3-2-182,-2-1 0,-1-7 0,-2 1 1,-1-3 33,-1-1 1,2-1 0,3-2 0,3-2 164,2 0 1,4-2-121,1 2 1,7-2-1,0 1 1,5 2-21,3 0 1,-1-2 0,4 2 0,0 1-230,1-1 0,-1-2 0,0 3 0,0-1-769,1 0 0,0-2 0,-1 0 0,2-1-429,1-1 1,-1-3 1429,2-2 0,-1-5 0,-1-2 0</inkml:trace>
  <inkml:trace contextRef="#ctx0" brushRef="#br0" timeOffset="691">424 233 7716,'-10'18'0,"0"-1"501,0 0 1,3 3-1,2-1 1,2 1 762,2 0 0,1-2 0,1 1 1,3 1-758,3-1 1,1-2-1,5 0 1,1-5-677,0-4 0,1-4 0,0-5 0,1-2-267,2-5 1,-3-6 0,0-6-1,-4-3 13,-3-2 1,-3 0 0,-3-1 0,-1 0 229,-1 1 1,-4 4 0,-4 3 0,-3 1 346,-1 3 1,-2 3 0,2 2 0,-3 3-191,0 4 0,3 2 0,2 2 0,2 4-405,0 3 0,4 2 1,2 3-1,2-2-33,2 2 0,5-1 1,4 0-1,0-3 474,3-2 0,0 0 0,1 0 0</inkml:trace>
  <inkml:trace contextRef="#ctx0" brushRef="#br0" timeOffset="1000">613 218 7731,'-4'13'836,"-1"-1"1,0 2 0,-1 2 0,1 1 1,2-1 0,1 2 0,2 5 0,0-1-222,3 1 1,3 0 0,6-1 0,3-2-397,1-3 1,3-5-1,0-4 1,2-5-263,-1-2 1,-1-8 0,1-3 0,-3-4-467,-4-4 1,-2 1-1,-6-2 1,-3 1 487,-1 1 1,-8 3 0,-2 3 0,-4 0 168,-2 1 0,2 2 0,-5 0 1,2 1-42,1-1 0,2 3 0,2 1 0,0 0-1254,2 0 1,1 1-1622,3-2 1,3 3 2766,7 0 0,4-2 0,6-1 0</inkml:trace>
  <inkml:trace contextRef="#ctx0" brushRef="#br0" timeOffset="1304">893 97 7731,'0'11'807,"0"1"1,0 3 0,0 0 235,0 0 0,1 1 1,0 2-1,2 2-258,-2 2 0,3 0 1,-1 1-1,1 0-911,-1 0 0,2 0 1,-2 1-1,1-1-398,-1-1 0,0-3 0,-3-1 1,2-1-1128,1-3 0,-2-4 0,-3-1 1651,-3-3 0,-5 1 0,-2-3 0</inkml:trace>
  <inkml:trace contextRef="#ctx0" brushRef="#br0" timeOffset="1339">802 385 7731,'0'-6'1284,"0"1"1,0 3 0,1-3 0,2-1-2,5-1 1,1 0 0,5-1 0,4 1-1122,3-1 1,3 0 0,6-2 0,-2-1-1521,0 0 0,-4-2 0,2-2 0,-4 0 1358,-1 0 0,-3-1 0,-3 1 0</inkml:trace>
  <inkml:trace contextRef="#ctx0" brushRef="#br0" timeOffset="1681">1453 112 7438,'0'-7'0,"-1"-2"292,-2-1 1,-1 3-1,-4-1 1,0 0 383,-2 3 1,0 2 0,-4 0 0,0 3 23,1 3 1,-1 6 0,0 8 0,1 7-114,3 4 1,5 4 0,3 7 0,1 0-398,1 2 1,3-4 0,2-3 0,4-3-373,3-4 1,1-6 0,5-3 0,-2-3-307,-1-3 1,0-3 0,0-5-1,0-1-2059,0-1 0,0-4 2547,0-3 0,1-6 0,-1 0 0</inkml:trace>
  <inkml:trace contextRef="#ctx0" brushRef="#br0" timeOffset="1994">1521 400 7742,'-1'6'194,"-1"0"1,-1-2 2787,-1 0-2292,2 2 0,-1-9 0,3 0 0,0-6-380,0-7 1,3-2 0,2-5 0,3 0-164,2-3 0,-1 0 0,3-5 1,-1 1-81,1 0 1,0 3-1,1 3 1,-1 5 130,-1 4 1,-1 7 0,-2 2 26,-1 5 1,1 4 0,-1 9 0,-2 5-87,1 4 1,-1 1 0,2 8 0,1 1-214,-1 0 0,1-2 1,-1-2-1,-2-1-370,0-2 0,-2 0 0,1-3 0,0 0 304,-3-4 1,0-3 0,-1-3 0,-1 0 139,-1-1 0,-6-5 0,-4-2 0</inkml:trace>
  <inkml:trace contextRef="#ctx0" brushRef="#br0" timeOffset="2301">1551 392 9349,'0'-5'1498,"1"0"1,1 0-1139,3 1 1,5-3-1,4 2 1,3-3-435,3-2 0,6 4 0,3-1 1,4 1-3807,2 2 3880,-7 0 0,8 8 0,-5 0 0</inkml:trace>
  <inkml:trace contextRef="#ctx0" brushRef="#br0" timeOffset="2612">1990 248 7742,'0'-7'0,"0"2"484,0 0 1,0 4 0,1 1 0,0 6 254,2 5 1,2 5-1,-2 8 1,1 1-718,-1 3 0,2-1 0,-2 0 0,1 0-625,-1 0 0,2-3 0,-2-1 1,-1-3 508,1-5 94,-2-8 0,3-7 0,-4-9 0</inkml:trace>
  <inkml:trace contextRef="#ctx0" brushRef="#br0" timeOffset="2926">2081 105 7742,'-8'0'894,"0"0"0,1-1 42,-1-2 1,3 2-601,0-1 1,3 4 0,0 3-892,1 2 1,4-2-1,3 0 1,3 1 554,1 1 0,7 0 0,-1 1 0</inkml:trace>
  <inkml:trace contextRef="#ctx0" brushRef="#br0" timeOffset="2965">2239 142 8045,'-7'8'698,"-1"0"1,2-1 0,0 1 0,1-1-336,2 1 1,1 0-1,2 2 1,4 3 254,3 1 1,4 1-1,4 0 1,1 1-302,-1 2 1,0-2 0,0 2 0,0-1-245,0 0 0,-4-3 1,-2 3-1,-4 0 108,-2-1 0,-4 3 0,-5-3 0,-3 0-252,-4 0 1,-1-6-1,-2 3 1,-1-4-917,0-1 0,-2-4 1,3-1-1,0-4-1453,2-4 2440,4-4 0,-4-13 0,2-1 0</inkml:trace>
  <inkml:trace contextRef="#ctx0" brushRef="#br0" timeOffset="3562">2663 165 7736,'0'-5'835,"0"0"1,1 3-352,1 0 0,0 5 0,3 6 0,1 5-131,1 5 0,1 7 1,1 4-1,1 3-205,0 4 0,-2 2 0,-1 4 0,-1-3-443,-1-1 1,-4-5 0,2-2-1,-2-3-947,-1-4 1,-4-11 0,-1-4 1241,-1-5 0,-5-10 0,-1-3 0</inkml:trace>
  <inkml:trace contextRef="#ctx0" brushRef="#br0" timeOffset="3883">2686 158 7736,'10'-18'0,"0"0"84,-1 1 1,3 7 0,1 4-1,1 1 491,1 4 0,0 4 0,-1 5 0,0 4-149,-2 5 0,-2 2 1,0 4-1,-3 1 148,-2 1 0,0-3 1,-4 1-1,1 0-318,-3-2 1,-3-3 0,-5 1 0,-2-2-353,-1-3 1,-1-6 0,-3 1 0,0-2-134,1-4 1,3-1-1,-1-2 1,3 0-1351,2 0 1,0-4-1,1-2 1,2-2-256,3-2 1834,1-4 0,1 3 0,0-4 0</inkml:trace>
  <inkml:trace contextRef="#ctx0" brushRef="#br0" timeOffset="4199">2898 173 7736,'7'5'529,"0"0"0,-1 1 141,-1 0 0,0 5 0,2 2 0,0 2-136,-2 3 0,1-2 1,-3 4-1,-1-1-247,1 1 0,-2 0 0,2 1 0,-2-2-303,-1-1 0,-4-5 0,0 2 0,-1-4-30,0-2 1,0-5-1,-3-3-24,1-6 0,2-1 0,1-9 0,0-5 172,3-3 0,0-4 0,1-4 0,0-3-142,0-4 1,3 3-1,2-2 1,2 2-613,0 4 0,3-1 1,1 5-1,1 2-411,2 5 0,0 12 0,0 0 0,0 7 1063,-2 6 0,-2 7 0,0 7 0</inkml:trace>
  <inkml:trace contextRef="#ctx0" brushRef="#br0" timeOffset="4236">3140 332 7736,'8'7'0,"1"0"0,1-2 245,0-3 1,-2-2-1,0-2 1,-1-4 520,1-3 1,-1-4 0,0-5 0,-2-2-287,-2-2 0,-3-4 0,0-1 0,-1 1-425,-4 0 1,-1 4 0,-7 2 0,0 5 77,-2 4 1,0 7 0,-1 5 0,0 6-7,1 8 1,4 4-1,0 6 1,3 5 400,4 4 0,2 2 1,4 3-1,3-2 24,5-2 1,5-5 0,4-1 0,5-4-662,2-5 0,3-6 0,3-9 1,2-4-1744,3-5 0,-3-6 0,3-10 1852,-3-2 0,6-13 0,-2 0 0</inkml:trace>
  <inkml:trace contextRef="#ctx0" brushRef="#br0" timeOffset="4557">3548 347 7761,'-3'0'3111,"3"0"-2831,4 0 1,3-3-1,1 0 1,2-1-424,3 1 0,1-2 0,1 2 0,0-1-1344,1 1 0,-1-2 1487,0 2 0,0-3 0,0 2 0</inkml:trace>
  <inkml:trace contextRef="#ctx0" brushRef="#br0" timeOffset="4902">3783 59 8066,'-8'13'0,"1"0"578,-1 1 0,3-1 0,1 2 0,0 2 270,-1 3 1,4 0 0,-2 6 0,2 1-606,1 0 1,0 1 0,0 0 0,0-1-474,0-4 1,1-1 0,2-1 0,2-2-830,1-4 1,2-5 0,0-1 0,-1-3-1328,1-4 2386,-1-1 0,4-7 0,1-3 0</inkml:trace>
  <inkml:trace contextRef="#ctx0" brushRef="#br0" timeOffset="5227">3934 233 7761,'-8'25'239,"1"0"1,-1 0 712,1 1 0,2-2 1,1 2-1,0-3-268,2 0 0,2-4 1,3-2-1,3-4-477,3-2 1,0-6 0,4-3 0,0-3-369,2-4 0,-2-4 1,1-9-1,-1-3-45,-2-3 1,-2-1 0,-2-4-1,-1 0-40,-1 0 1,-4 1-1,0 2 1,-4 2 3,-1 3 0,-1 7 0,-3-1 0,0 4-177,-2 1 0,1 5 1,-1 3-1,3 2-310,2 2 0,-1 3 0,3 5 0,2 3-830,3 1 1559,2 1 0,4 1 0,-1-1 0</inkml:trace>
  <inkml:trace contextRef="#ctx0" brushRef="#br0" timeOffset="5555">4131 173 7761,'-12'10'0,"1"1"0,1 0 831,0 3 0,-1-1 0,3 0 0,-1 1 237,2 0 1,4-1 0,0 2-910,2 0 0,3-4 0,5-2 0,1-3-578,3 0 1,-2-3 0,3-1 0,1-1 199,-1-1 1,1-3 0,-3-2-1,0-3-220,1-2 1,-5-2 0,2-6-1,-2-3-6,-2-3 1,-1 2-1,-2-3 1,1 2 461,0 2 1,1 1 0,-3 6 20,0 2 1,0 5-1,0 8 1,0 5 780,0 6 0,0 7 0,1 2 1,0 6-476,2 2 0,0-3 0,-1 3 1,1-4-785,1-3 0,-1-7 0,1-1 1,0-3-964,1-4 0,0-3 0,1-6 1403,-1-3 0,2-7 0,-3-7 0</inkml:trace>
  <inkml:trace contextRef="#ctx0" brushRef="#br0" timeOffset="6097">4335 14 7761,'0'10'0,"0"2"766,0 2 0,0-2 0,0 5 0,0 1-256,0 3 0,2 3 0,1 6 1,4-1 321,1 2 0,0-5 0,4 2 0,-2-3-295,0-3 1,-2-7 0,0 0-799,-1-4 1,-3-1-255,-4-5 0,-4-2 0,-4-3 0,-2 0 100,-3 0 0,-2-1 0,-1 0 0,0-2 228,2 1 0,1 2 0,1 0 1,1 3 49,3 2 0,3 0 0,1 2 0,0 1 600,3 0 1,3 2-1,3-2 1,2 1-518,1-3 0,2-2 0,1 0 0,0-1 92,3-1 0,-2-2 0,-1-2 0,1-1-639,0-1 0,-2-1 0,3-3 0,-1 0-699,0-2 0,2 0 0,-2-1 0,1-1 1300,-1 0 0,-2-1 0,2-1 0,-1 1 250,-2 3 1,0 2-1,-2 1 1,0 1 591,-2 1 0,2 4 0,-2-2 152,2 2 0,-2 0 0,0-1 0,0-3-568,-1-2 0,2-1 0,-4-2 0,0-1-285,-1-4 0,-1 2 0,0-5 0,-1 2 24,-2 1 0,-1 1 0,-3 1 0,-2 4 44,-1 3 0,2 3 0,-2 5 0,1 3 24,2 5 0,2 5 0,0 4 1,2 5 26,1 2 1,2-1-1,0 3 1,0-1-785,0 0 0,3-1 1,2-5-1,2-2 36,0-4 0,2-6 1,0-1-1,2-6-1397,1-3 1,-2-8 0,1-7 1273,0-6 1,2-4 0,-3-5-1,-1-1 1,0 0 580,-2 0 1,-2 0-1,-3 3 1,-1 2 114,-1 4 0,0 7 0,0 4 604,0 1 0,-3 5 0,1 6 0,0 5 35,1 4 0,4 4 0,0 5 0,1 5 400,2 4 0,2 1 1,1 0-1,1 2-795,-1-2 1,0-2 0,-2-2 0,-2-3-474,0-3 1,-3-6 0,1-2 141,-2-1 1,-2-5 0,-3-2-1,-3-2-649,-5-2 1,0 1 0,0-2 359,-2-1 1,0 4 0,0-3 0,1 2 0,3 2 524,1 2 0,3 1 0,1 4 0,2 1 206,2 2 1,5 1-1,2-2 1,3-1-243,3 0 0,3-2 1,0-2-1,0-3-411,0-1 0,-2-4 0,-1-3 0,-1-4-623,1-2 0,-3-1 1,1 0-1,-4-2-374,-1-1 0,-3 1 1,1-1-1,0 1-997,-1 3 2207,1 2 0,-3 0 0,0 2 0</inkml:trace>
  <inkml:trace contextRef="#ctx0" brushRef="#br0" timeOffset="6458">4842 332 7254,'2'5'2332,"1"0"0,0-3-1839,0 3 0,-2-2 1,2 1-1257,0-1 0,-2 1 763,2-2 0,1-1 0,0 2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7:52:50.075"/>
    </inkml:context>
    <inkml:brush xml:id="br0">
      <inkml:brushProperty name="width" value="0.06" units="cm"/>
      <inkml:brushProperty name="height" value="0.06" units="cm"/>
    </inkml:brush>
  </inkml:definitions>
  <inkml:trace contextRef="#ctx0" brushRef="#br0">974 5125 7855,'0'-9'667,"0"4"0,4 0 1,3 2-623,5 0 1,-1 0 0,3 4 0,1 2 86,-1 4 1,2-1 0,2 2-1,1 3 363,-1 3 1,-2 2 0,-2 6 0,0 4-87,-3 3 1,-5 6 0,-3 9 0,-2 6-105,-1 7 0,-5-2 0,-3 3 0,-5-1-452,-1-5 1,-1-9 0,-3-2 0,2-11-1321,0-8 1,5-12-1,-1-2 1467,5-6 0,-1-9 0,3-7 0</inkml:trace>
  <inkml:trace contextRef="#ctx0" brushRef="#br0" timeOffset="893">1419 5134 8188,'-3'10'527,"0"-1"0,1 0-284,1 0 0,2 5 1,1 2-1,2 5 112,1 4 0,0 7 0,2 5 0,-2 6-285,0 5 0,1 0 0,-3 1 0,-1-2-341,-1 0 0,-1-11 1,0-4-1,0-6-2168,0-6 2439,-4-5 0,-1-9 0,-5-2 0</inkml:trace>
  <inkml:trace contextRef="#ctx0" brushRef="#br0" timeOffset="1270">1391 5153 7847,'4'-19'46,"1"1"1,5 0 0,-1 3 264,0 3 0,4 2 1,3 4-1,2 3 12,4 2 0,-4 6 1,2 3-1,2 6-91,0 3 0,-1 1 0,1 6 0,-3 2-41,0 1 0,-5 2 0,-1 1 0,-3 2-7,-1 1 1,-4-5-1,-3 4 1,-5 2 0,-6 0 1,-4 0-1,-7 0 1,-1-3-146,0-2 1,-5-4 0,2-3 0,0-1 12,-1-4 1,7-8 0,1-3 0,3-4-1249,2-2 0,5 0 0,2-1 1,1-3-1370,2-6 2564,9-3 0,-1-10 0,7 0 0</inkml:trace>
  <inkml:trace contextRef="#ctx0" brushRef="#br0" timeOffset="1597">1790 5236 7801,'-11'11'0,"-1"1"0,2 3 0,-3 7 0,4 4 783,3 4 1,2 6-1,4 8 1,1 6-261,2 3 0,6-5 0,5-3 0,3-10-460,1-10 0,0-12 0,6-7 1,-1-4-95,1-2 1,-2-9-1,0-8 1,-1-9-260,-4-7 1,-4-7 0,-2-3 0,-4-2 41,-4-2 0,-4 5 0,-4 2 0,-5 3 246,-3 3 0,-3 8 0,-4 8 0,-1 1 1,-4 4 0,-2 8 0,1-1 0,1 3-252,3 3 0,6 0 0,1 2 0,3 1-649,4 3 0,3-1 0,6 1 902,2 1 0,6 2 0,5 0 0</inkml:trace>
  <inkml:trace contextRef="#ctx0" brushRef="#br0" timeOffset="1958">1984 5181 7801,'3'6'234,"0"0"1,1-3 0,-2 3 0,3 2 114,0 0 0,0 2 0,2 2 0,-1 5 134,1 3 0,2 4 0,0 5 1,1 3-290,3 5 0,-4 4 1,1 6-1,-3-1-161,1 0 1,-4-4-1,0-3 1,-1-9-7,0-8 0,0-7 0,-3-7-135,0-5 1,-3-16-1,0-12-210,1-6 1,-2-8 0,1-7 0,1-3 82,1-3 0,1 3 0,0 1 0,1 3 190,2 6 1,-1 13 0,4-1-1,1 7 98,1 8 1,3 3 0,0 11 0,1 2 139,0 5 0,1 5 0,-1 8 1,0 3 74,-2 1 1,-1 3 0,1 1 0,-1 2-40,0 1 1,0-2-1,0 2 1,-2-1-149,-1-2 1,-3-2-1,2-2 1,-1-4-22,-2-7 0,-1-6 7,-1-9 1,0-9 0,0-15 0,0-8-383,0-6 1,0-6 0,0-3-1,0 0-166,0 1 1,0 3 0,0 1 0,0 4 532,0 3 0,6 8 0,2 1 0,3 7 50,1 7 0,1 6 1,-1 8-1,0 4 153,-2 7 1,-1 7 0,0 5 0,1 4-87,-1 5 0,0-3 0,-1 6 0,0-1-464,-2 0 1,0 2 0,3 1-1,1 1-409,-1-1 0,0-6 0,0-5 0,2-6 704,1-6 0,-2-2 0,4-5 0</inkml:trace>
  <inkml:trace contextRef="#ctx0" brushRef="#br0" timeOffset="2265">2605 5273 7801,'-13'-4'167,"2"3"0,-2-2 1,1 2 724,-1 1 1,1 5 0,3 3-1,-1 6-206,1 3 0,4 2 0,2 8 0,2 4-365,1 4 1,4-2-1,3 5 1,4-2-245,5-4 0,-1-10 0,2-5 0,1-6-379,2-6 0,-3-8 1,5-6-1,-2-8-496,-2-6 1,-2-4-1,-2-9 474,-1-2 0,-1-4 0,-5 1 0,-2 3 1,0 2 746,0 2 1,-3 9 15,2 0 0,-3 13 1,-1 10-1,0 10-33,0 6 1,0 8 0,0 2 0,0 4-585,0 3 1,0 2 0,1 2 0,1-2-886,1-2 0,3-8 1,-2 0-1,1-6-707,2-8 1,-1-6 1769,0-9 0,0-4 0,3-9 0</inkml:trace>
  <inkml:trace contextRef="#ctx0" brushRef="#br0" timeOffset="2583">2837 5292 7801,'5'15'705,"-2"1"0,-2 0-84,-1 2 1,1 2 0,1 4 0,2 5-312,1 3 0,2 0 1,1 2-1,-1 0-307,-1-2 1,0-10 0,4-1-1,-1-10-2155,0-7 1,-4-12 2151,-2-7 0,3-11 0,-1-7 0</inkml:trace>
  <inkml:trace contextRef="#ctx0" brushRef="#br0" timeOffset="2639">2911 5181 7783,'-9'-10'600,"-1"2"277,1 2 0,4 1-1483,2 2 0,2 3 256,1 0 0,0 4 350,0 5 0,4 5 0,1 0 0</inkml:trace>
  <inkml:trace contextRef="#ctx0" brushRef="#br0" timeOffset="3181">3013 5236 7783,'0'10'806,"0"-1"1,0 1-301,0 2 1,0 0-1,0 2 1,1 2 23,2 1 0,-1 1 1,3 6-1,0 2-144,0 1 1,2 2 0,1 1 0,-1 2-305,-1 0 1,-3-4 0,2 0 0,1-4 443,-1-8-936,-3-3 0,2-14 1,-4-9-1,0-10-37,0-9 0,0-2 1,0-5-1,0-3 25,0-2 0,0 0 0,0-1 0,0 1 304,0 2 1,4 4-1,2 2 1,2 2 380,2 4 0,0 4 0,2 6 0,4 5 179,1 6 1,2 6 0,-2 7 0,0 9-30,-2 10 0,-2 7 0,1 7 0,-1 3-346,-1 3 0,-2-3 1,-2-2-1,0-2-856,-2-3 1,-4-6-1,1-2 1,-2-6-3458,-1-6 4246,0-7 0,0-5 0,0-4 0</inkml:trace>
  <inkml:trace contextRef="#ctx0" brushRef="#br0" timeOffset="3624">3708 5125 7956,'1'-5'638,"1"3"1,2 4-238,1 4 0,-2 6 1,2 5-1,1 5-147,-1 5 0,0 3 1,2 6-1,-2 4-128,-1 5 0,3-1 1,-4 4-1,0-3 19,1-5 1,-3-9 0,2-6-1,-2-4-179,-1-7 0,0-7 0,0-9-113,0-10 1,1-4 0,1-12-1,1-6 53,-1-7 0,3-1 0,1-8 0,0 0-50,0 0 0,0 10 0,3 0 1,2 5-2,1 6 0,-2 10 0,3 2 361,-3 6 1,-1 11 0,-1 10 0,0 4 114,-2 6 1,-3 1 0,2 5 0,0 4-180,0 2 0,-2 3 0,3 3 1,-1 1-579,0 1 1,-2-6 0,3 4 0,1-2-243,2-4 0,1-7 0,1-5 0,3-6-34,0-4 0,-2-9 0,3-4 0,-1-11 702,1-9 0,-4-5 0,2-9 0</inkml:trace>
  <inkml:trace contextRef="#ctx0" brushRef="#br0" timeOffset="3951">4134 5190 7719,'-7'-8'0,"-2"2"758,-2 2 1,1 3 0,1 2-180,0 3 0,-1 2 1,2 6-1,2 4-304,3 1 0,2 3 0,1 1 0,0 3-147,0 0 1,5 1 0,3-3 0,5-1-211,1-2 1,1-2-1,4-4 1,-1-5-53,1-3 0,0-4 0,-1-6 0,1-6-206,-1-6 0,-2-1 0,-3-9 0,-2-3 57,-2-2 1,-3-1-1,0-1 464,-3 4 0,1 3 0,-1 5 276,-1 7 1,-2 14-1,-2 9 1,-1 10-353,1 8 0,1 1 1,1 6-1,0 0-516,0 0 0,3-2 0,1 2-438,1-1 0,2-3 0,1-4 0,-1-4 1,-1-6 848,1-6 0,2-3 0,0-6 0</inkml:trace>
  <inkml:trace contextRef="#ctx0" brushRef="#br0" timeOffset="4624">4421 5190 7719,'0'9'781,"0"-2"0,0 2 1,1 3-273,3 4 1,-2 2 0,3 7 0,0 0-253,0 2 0,-2 5 0,3 1 1,2 1-79,0 0 1,0-4 0,-1 1-1,-1-3-70,2-4 0,-4-8 0,0-8 0,-1-4-244,0-5 1,0-9-1,-3-11 1,1-8-77,2-6 0,-2-1 1,2-6-1,-2 0 26,-1 0 1,0 6-1,0 0 1,1 3 92,3 3 1,-2 5-1,4 4 188,1 5 1,-2 7-1,0 7 1,0 4 261,1 4 1,-3 9 0,3 6 0,1 4-25,1 3 0,-2 6 0,0 0 0,-1 2-114,0 2 1,1-3 0,2 0 0,0 1-188,-2-1 0,0-9 0,2-2 0,-1-7-439,0-8 1,-4-4 0,2-6 0,0-4 48,0-8 1,-3-6 0,1-11 0,-2-3 166,-1-3 0,3 4 0,0-4 191,-1 3 0,-1-1 1,-1 3-1,2 3 1,0 4 278,1 2 1,4 12 0,-2-3-21,0 4 1,3 5 0,-1 2 0,0 4 0,0 4-81,-1 2 1,0 3 0,3 1-1,-2 4-625,-1 1 0,-3 3 1,3 0-265,1 2 0,-1-2 1,-1-3-1,0-4 0,-1-1-76,0-4 1,3-5 0,0 0 0,1-2 784,1-1 0,0-7 0,1-2 0,-1-2 0,0 1 0,0 1 0,1 1 0,-1 0-58,0 2 1,0 3-1,2-2 1,0 1 722,1 2 1,2-3 0,-3-2 0,1-1-27,0-1 1,-2 0 0,-2-2-247,-1-1 1,0-1-1,-4-4 1,-1 2 0,-2-2-111,-3 0 0,-3 1 1,-7 2-1,-2 1-83,-3 5 1,3 3-1,-1 6 1,1 3 13,1 5 1,0 9 0,6 7 0,2 3 224,3 2 0,2 4 1,2 7-1,3 2-144,5 2 0,5-2 1,8-1-1,4-4-84,4-5 0,-1-12 0,1-6 0,-1-8 23,-1-7 1,0-9-1,-1-9-234,-3-3 0,-1-8 0,-4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7:53:20.725"/>
    </inkml:context>
    <inkml:brush xml:id="br0">
      <inkml:brushProperty name="width" value="0.06" units="cm"/>
      <inkml:brushProperty name="height" value="0.06" units="cm"/>
    </inkml:brush>
  </inkml:definitions>
  <inkml:trace contextRef="#ctx0" brushRef="#br0">1110 62 7443,'0'-5'332,"-1"0"-133,-3 5 1,2-1-1,-5-1 268,-1-2 1,1 0 0,-2 2-1,-2-3-179,-1-1 1,-2 3 0,-1-3-1,-1 2-170,-3 1 1,0-1 0,-3 0 0,0 2 47,-2 1 0,-4 1 0,4 0 0,0 1-219,-1 2 1,0 3-1,-2 6 1,3 0 36,2 2 0,5 4 0,0-2 0,0 2-129,1 3 1,0-3-1,4 7 1,0 0 15,-1 3 0,4-2 0,-5 3 73,3 3 1,0 1 0,1 4 0,1 0 53,2 3 1,-2 2-1,3 0 1,0 1 28,-1-2 0,1 5 0,-2-3 0,2 2 0,1 7 114,-1 5 0,-1 0 1,-3 10-124,-1 4 0,1 3 0,-1 3 1,-2 3-1,0 6-1,0 9 0,-2-5 1,8-38-1,-1 1 0,1-1 1,-1-1 11,1 2 0,0-1 1,-11 45-1,11-44 1,0 0 62,-1-1 0,0 0 1,1 1-1,0-1 0,-10 47 1,0-1-59,1-1 1,6-43-1,1 0 1,2-3-1,1-1 1,-1-1 0,1 1-1,0 1 1,0 0 13,-1 1 0,0 1 0,-5 41 1,6-40-1,-1 1 0,1-3 1,0 0-134,-4 46 0,0-4 0,0 3 1,-1 1 119,1-3 1,3-16-1,1 4 1,2-5-2,2-2 1,-3-10 0,2 3 0,0-2-104,2-2 0,1-8 1,0 0 47,0-7 0,0 6 0,0-1 0,1 2 0,2 5 23,0-1 0,0-5 1,-3-4-8,0-5 0,4 6 0,-1-6 1,0 2-1,-2 4 7,-1-1 0,0 0 1,0 5-1,0 0 57,0 0 1,0-10 0,0-2-22,0-4 1,0 7 0,0-4 0,0-1 0,0 3-25,0-1 0,-1 0 1,-2 2-1,0 0-1,1-1 0,-1-9 0,1-1-14,-1-1 1,-1-2-1,4-2 1,0-1-1,0 1 15,0 0 1,0 1 0,0 1 0,0 1-6,0 0 1,0-2 0,0-3-24,0-1 0,0 4 0,0-5 0,1-2-29,3-2 1,-3-2-1,2-1 1,0-1-1,-1 0 1,1-2 1,1-5 0,-3 2 0,1-2-30,2-2 1,-1-3 210,-3 0-57,0-5 1,0 1-26,0-6-51,0 2-22,0-4 1,1 5 0,3 0 0,2 0 7,4 0 0,0 0 0,0 0 0,2 0 58,1 0 1,3 1 0,6 2-24,2 0 1,1 0 0,5-3 0,-2 0 26,1 0 0,6 0 0,-3 0 0,2 0 0,3 0 5,-1 0 1,-6 0-1,1 0 1,-3 0 209,-1 0 0,-2 0-199,-5 0 0,0 0-708,-3 0-638,-7 0 0,-6 1-801,-8 3 1,-1-3 2075,-6 2 0,-4-1 0,-1-2 0</inkml:trace>
  <inkml:trace contextRef="#ctx0" brushRef="#br0" timeOffset="382">606 6731 5969,'-6'-3'-114,"-1"-1"623,4 1 0,-1 2-159,4-3 1,1 3 0,2-2 0,4 2-103,2 1 0,3-4 0,0 1 1,2 0-45,-1 2 1,-1 1 0,1 0 0,0 1 36,0 3 0,2 2 1,-1 5-1,-2 3-66,0 3 1,-3 7 0,-1 3 0,-3 5-264,0 6 0,-2-3 0,-3 9 1,0-1-445,0-1 0,-4-1 0,-3-4 0,-1-6 293,1-6 1,-2-9 238,2-6 0,-7 0 0,-2-4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7:53:26.692"/>
    </inkml:context>
    <inkml:brush xml:id="br0">
      <inkml:brushProperty name="width" value="0.06" units="cm"/>
      <inkml:brushProperty name="height" value="0.06" units="cm"/>
    </inkml:brush>
  </inkml:definitions>
  <inkml:trace contextRef="#ctx0" brushRef="#br0">21 196 7693,'-4'-11'-42,"1"1"2362,-5 4-1977,7 2 0,-4 12 1,5 3-1,1 5-163,3 6 0,-3 3 0,3 5 0,0-1-47,-1 2 1,1-6 0,-4 6 0,0-1-75,0-1 0,0-1 1,0-3-1,0-2-544,0-4 0,0-5 372,0 0 0,0-12 1,0-7-1,0-6 128,0-6 1,0-12 0,1-4 0,2-5 104,4-3 1,-1 1-1,2-6 1,2 0-113,3 3 0,2 3 0,-3 2 0,3 0-348,1 3 0,-2 9 1,2 0-326,-2 10 0,0 7 0,-4 9 0,0 1-1116,-4 3 1781,4 6 0,-9 6 0,3 5 0</inkml:trace>
  <inkml:trace contextRef="#ctx0" brushRef="#br0" timeOffset="630">308 360 7820,'11'0'378,"-1"0"1,-3 0 0,0-1-1,1-1-58,1-2 0,1-5 1,0 0-1,1-5 63,-1-2 0,0 1 0,-1-4 0,-2-3-258,-3 1 0,0-1 0,0 2 0,-3 2-27,-4 1 0,-6 4 0,-6 1 1,-1 4-12,-2 4 0,2 4 0,-1 5 0,-1 5 50,-2 6 1,3 5 0,2 3 0,2 3-62,0 3 1,5 4 0,-2 0 0,5 1-268,4 0 1,1-5-1,1 2 1,3-3-510,3-3 1,6-7 0,4-4 0,3-4-100,0-5 1,4-4-1,2-4 1,0-6 461,2-9 0,-1-5 0,-1-8 0,0-3 304,0-2 1,-6 1 0,-1-2 0,-3 2 89,-3 1 1,-3 3 0,-3-2 0,-4 7 532,-2 8 1,-5 6 0,-3 4 0,-2 3-8,-1 3 0,-1 2 1,2 3-1,1 4-93,1 4 0,2 1 1,-2 4-1,2 1-121,1 2 1,3-3 0,-3 0-1,3 0-348,1-1 0,1-1 0,1-5 1,3 0-172,1 1 0,0-6 1,5-1-28,-1-3 0,4-10 1,-1-5-1,0-4 1,0-4 116,0-2 1,-5 2-1,3 0 1,-3 3 743,-3 6-353,0 1 0,-5 12 0,0 8 0,-1 11-151,-3 7 0,2 5 1,-5 2-91,-1 1 1,2 8 0,0-2-1,-1 0 1,0 0-325,0 2 0,5-4 0,-2 2 0,3-3 27,1-4 0,0-3 1,1-3 60,3-7 0,1-8 0,6-9 0,-1-4-35,0-6 1,1-1-1,-1-9 1,0-2-24,0-4 0,4-4 1,0-3-1,-2-1-686,0 0 0,-2 0 0,0 0 1,1-1-342,-1-2 1,-1 7 1230,-2-1 0,6 1 0,-1 1 0</inkml:trace>
  <inkml:trace contextRef="#ctx0" brushRef="#br0" timeOffset="943">863 237 7820,'-10'0'631,"3"3"0,1 2 0,1 1-145,-1 6 1,4-1-1,-3 6 1,2 2-159,-1 0 0,1 3 1,3 1-1,1 1-184,2-2 1,0 0 0,4-1 0,2-2-260,3-2 1,0-2 0,3-6-1,-2-2-59,1-4 1,3-4 0,-3-4-1,-2-7-23,0-3 0,-2-3 0,0-6 0,1-3 76,-1-3 0,-3-1 1,-2 2-1,1 1 420,0 4 0,-4 7 0,2 3 197,-3 3 0,-1 7 0,0 7-438,0 6 1,0 9 0,0 2 0,0 2-647,0 1 1,1 0 0,1-1-1,2 1-311,-2-1 0,0-7 1,0 2-1,2-4-829,-2-3 1728,4 1 0,-5-1 0,4 0 0</inkml:trace>
  <inkml:trace contextRef="#ctx0" brushRef="#br0" timeOffset="1242">1100 401 6249,'5'-5'2064,"4"4"-1512,-2-2 1,2-2 0,2 2 0,-1 0-178,0-2 0,1 0 0,-1-3 0,0 0-185,0-3 1,1 0-1,-1-5 1,-1 0-155,-2 0 1,-3 0-1,-4-2 1,0 5 219,0 1 0,-4 7 0,-3 1 0,-3 4-24,-4 4 0,3 6 0,-3 8 0,3 5-171,0 4 0,1 1 1,1 0-1,1 2-589,1-1 0,5-4 0,-2 0 0,4-2 232,4-4 1,1-5 0,6-2 0,0-4-912,3-4 0,-2-8 0,4-4 0,0-5 1207,0-8 0,1-4 0,4-6 0</inkml:trace>
  <inkml:trace contextRef="#ctx0" brushRef="#br0" timeOffset="1542">1315 216 7820,'0'-20'282,"0"4"524,0 2 0,0 8-258,0 6 0,0 9 0,0 8 1,2 4 7,1 3 0,3 3 0,4 6 1,1 3-174,3 0 1,-3-5 0,3 1 0,-2 0-133,-2 0 1,0-2 0,-1 3 0,-2-3-99,-3-3 1,-3-3-1,-1 2 1,-1-2-440,-3-4 0,-2-8 0,-5-6 1,-2-2-623,0-1 1,-4-7-1,3-3 1,1-4-161,2-6 0,2-1 0,2-9 0,4 0-1142,1-3 2210,2 6 0,0-15 0,0 8 0</inkml:trace>
  <inkml:trace contextRef="#ctx0" brushRef="#br0" timeOffset="1604">1521 196 8256,'3'10'782,"1"0"1,-1-2 0,-3 1 0,0 4-209,0 2 0,0 2 0,0 4 0,0 3-311,0 4 0,0 3 0,0 2 0,0 1-952,0-1 1,0-1-1,0-2 1,0-3-712,0-3 1,-1-11 1399,-2-6 0,-8-5 0,-5-2 0</inkml:trace>
  <inkml:trace contextRef="#ctx0" brushRef="#br0" timeOffset="2102">1449 422 7820,'0'-11'1122,"3"4"0,2 1-392,1-2 0,-2 3 1,5 1-1,4 0-268,2 1 0,0-2 0,4 3 0,4-2-571,2 2 1,2-2-1,3-1 1,-1-1-1179,-2-2 0,-3 3 1287,3-2 0,1-5 0,3-4 0</inkml:trace>
  <inkml:trace contextRef="#ctx0" brushRef="#br0" timeOffset="2446">2312 185 7925,'0'-16'0,"0"3"253,0 1 0,-1 2 1,-1-2-1,-3 0-39,-1-2 1,-2 2-1,-4 4 1,-3 2 150,-1 1 1,-1 4 0,-4 8 0,1 8 107,-1 7 0,4 5 0,0 7 0,-1 5-229,-2 4 1,8 1-1,1 2 1,3-2-178,3-1 0,0-3 0,6 3 0,3-6-40,3-2 1,3-13-1,2 4 1,3-6-1023,1-5 0,1-6 1,4-3-1,0-3 27,-1-4 0,2-8 0,1-8 0,1-4 968,-2-3 0,5-2 0,-1-5 0</inkml:trace>
  <inkml:trace contextRef="#ctx0" brushRef="#br0" timeOffset="2849">2610 216 7820,'6'-11'-19,"-3"-2"0,-2-1 334,-1 2 0,0 0 0,-1 2 0,-2 0 37,-4 0 1,1 3-1,-1 1 1,-1 1-73,-1 3 0,0 2 1,1 4-1,1 5-137,-1 7 0,4 2 1,0 9-1,3 3 6,1 3 1,1 0 0,3 3-1,1-2-155,1-1 1,3-7 0,-2 4 0,2-3-34,2 0 0,-6-7 0,-1 2 0,-3-2 166,-1-1 1,0-1 0,-2 1-1,-4-1-23,-4-5 0,-8-1 0,1-3 0,-2-2-480,-2-4 1,4-2 0,1-1 0,0-1-156,0-2 1,7-3 0,0-4-1,3-1-1020,4 1 0,2-5 1551,3-2 0,8-2 0,5-2 0</inkml:trace>
  <inkml:trace contextRef="#ctx0" brushRef="#br0" timeOffset="3163">2733 360 7820,'-5'10'84,"1"1"1,2 0 0,0 1-1,-2 3 440,2 1 0,-3 1 0,2 3 0,1-2-452,1-1 1,1-1 0,0 1-73,0-3 0,4-12 0,2-3 0</inkml:trace>
  <inkml:trace contextRef="#ctx0" brushRef="#br0" timeOffset="3164">2795 165 7820,'-1'-6'-469,"-3"3"0,3 3 0,-1 3 0,3 4 469,3 2 0,4 1 0,2 5 0,6 1 0</inkml:trace>
  <inkml:trace contextRef="#ctx0" brushRef="#br0" timeOffset="3472">2939 329 7820,'-12'17'236,"-1"0"1,4-3-1,-4 2 1,2-1 229,3-3 0,-1 0 0,5-2-143,2 0 0,1-3 0,2-1-156,2-1 1,4-3 0,6-6 0,0-4-925,0-4 1,2-1 0,-2-4 0,0-1 310,-2-1 1,0-2-1,-1 0 1,0 1 452,1-1 0,-5 4 0,0 1 0,0 1 125,-1 3 1,-1 5 0,3 4 308,1 1 0,-3 13 0,1 6 0,0 9 544,0 7 1,-4 1-1,2 6 1,0 4-638,-1 1 0,1 1 1,-4 3-1,0 3-176,0 0 1,-5-5 0,-2 3 0,-3-3 27,-4-4 1,-2-8 0,-4-6-1,-2-4-793,-2-5 0,1-9 0,-3-9 0,0-4-603,0-5 0,-1-8 0,0-4 1,3-6 1195,2-5 0,6 2 0,1-8 0</inkml:trace>
  <inkml:trace contextRef="#ctx0" brushRef="#br0" timeOffset="3816">3329 339 6712,'0'-10'152,"0"0"1,0 3-1,0 0 1193,0-1-811,0 4 1,0 0 0,0 9-283,0 5 1,1 3 0,2 6-1,0 4-112,-1 2 1,0 2-1,-2 3 1,0 0 1,0 1 1,0-6-1,0 4 1,0-1-4,0-2 0,-4-7 0,1 1 0,0-4-941,2-4 470,1-5 1,0-11 0,1-10 0,3-5 228,3-5 0,2-7 0,1-6 0,0 0 17,1-1 1,0 5 0,2 0 0,0 4 155,0 5 1,-1 4-1,1 4-51,1 5 0,-2 11 1,-4 12-1,-2 7-54,-1 7 1,-2 2-1,-3 0 1,0 3-390,0 1 1,3-3 0,1 3 0,-1-5-89,2-2 0,2-4 0,5-6 0,2-4 512,-1-5 0,2-4 0,1-2 0</inkml:trace>
  <inkml:trace contextRef="#ctx0" brushRef="#br0" timeOffset="4136">3730 319 7820,'-10'-6'645,"-2"2"1,0 4 0,-3 0-326,-1 0 0,6 8 0,-3 3 0,2 4-39,3 3 1,-3 2-1,6-1 1,-1 0-256,3 2 1,3-6 0,3 5 0,4-1-237,2-3 0,6-3 1,2-6-1,2-4-192,2-1 1,-1-7 0,0-3 0,-1-4 127,2-6 0,-6-4 0,4-2 0,-2 1 269,-1 1 1,-7 3 0,2 2-1,-3 3 616,-3 2 0,0 8 0,-5 4-404,0 6 1,-1 7-1,-2 6 1,-1 2-360,-2 3 1,4 1-1,-2-2 1,3 1-198,1-1 1,1-3-1,3-2 1,3-6-1009,2-4 0,1-3 1357,0-5 0,5-9 0,1-3 0</inkml:trace>
  <inkml:trace contextRef="#ctx0" brushRef="#br0" timeOffset="4456">4018 196 9560,'0'14'778,"0"5"1,0 5-763,0 6 1,1 6 0,1 6-1,2 1-433,-2 2 1,2 1 0,0-4-1,-2 0-232,-1-2 0,-1-7 0,0-3 649,0-8 0,-4-6 0,-2-6 0</inkml:trace>
  <inkml:trace contextRef="#ctx0" brushRef="#br0" timeOffset="4522">3966 545 7820,'0'-10'245,"0"-1"1,0 1 0,2 1-1,0 1 83,1 1 0,5 4 0,-1-3 0,2 0-706,1 1 0,2 2 1,0 0-1,3 1-416,1-2 0,0 3 0,3-4 794,-2 1 0,0-2 0,3-4 0</inkml:trace>
  <inkml:trace contextRef="#ctx0" brushRef="#br0" timeOffset="4838">4203 370 7820,'-7'7'383,"1"0"1,0 1 40,1 1 0,2 2 1,0 2-1,2 2-97,1 1 0,0 2 0,0 4 0,1 1-307,2-1 1,0-6-1,4 4 1,1-3-262,1-1 1,1-7 0,0 0 43,1-3 0,-1-4 0,0-6 0,-1-7-32,-2-5 0,1-3 0,-5-2 1,0 1 118,-2-1 0,2 1 0,1 0 0,-2 2 215,-1 1 0,-1 4 1,0 0-340,0 1 0,0 5-161,0 1 1,1 9 0,2 3 0,0 5-694,-1 2 1088,-1-2 0,-1-1 0,0 1 0</inkml:trace>
  <inkml:trace contextRef="#ctx0" brushRef="#br0" timeOffset="4967">4408 422 7820,'0'10'435,"0"0"0,0 0 1,1 1-1,2-1 34,0 0 0,0 5 1,-3 2-1,2 3-459,1 0 0,-2 0 0,3-3 0,-3-2 142,-1-1 0,0-6 0,1 2-229,2-5 0,-2-6 1,3-7-1,-2-4 85,2-6 1,-2-1 0,5-3-1,0-1-243,-2 0 1,4-3 0,-3 5 0,1-1-453,0 3 1,-4 4-1,4-1 1,0 1 686,-1 2 0,3 2 0,-3 1 0</inkml:trace>
  <inkml:trace contextRef="#ctx0" brushRef="#br0" timeOffset="5502">4675 483 7820,'7'0'831,"0"0"1,-4-4 0,3-3 0,-1-3-507,-3-4 1,-1 1 0,-2-5 0,-2-3-54,-4-1 1,0-1 0,-1 6 0,-1 3 78,1 3 0,-1 5 0,-3 4 0,1 5-137,2 7 1,2 10 0,-1 7 0,2 4-110,2 3 0,0-1 0,4 4 0,1-2-578,3-2 0,1-5 0,6-5 0,0-4-956,3-2 0,-2-9 0,4-2 0,0-9-716,0-7 2145,-3-5 0,2-14 0,-5-3 0</inkml:trace>
  <inkml:trace contextRef="#ctx0" brushRef="#br0" timeOffset="5568">4778 247 7597,'4'-10'140,"-1"-1"0,2 1 1,-2 1 564,4 2 0,-1 5 1,0 9-1,2 8-144,1 6 1,3 3-1,0 6 1,2 3 24,-1 2 1,-2 3 0,-2 3 0,-2 1 132,-3 3 0,-3-2 0,-1 5 0,-3 1-668,-3 2 1,-2-3 0,-8-3-1,0-4-556,0-8 1,2-5 0,-2-10 0,1-4 296,3-7 1,0-5 0,2-3 0,0-4-5421,-1-5 5628,6-5 0,-9-5 0,2-1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7:53:25.189"/>
    </inkml:context>
    <inkml:brush xml:id="br0">
      <inkml:brushProperty name="width" value="0.06" units="cm"/>
      <inkml:brushProperty name="height" value="0.06" units="cm"/>
    </inkml:brush>
  </inkml:definitions>
  <inkml:trace contextRef="#ctx0" brushRef="#br0">82 1 9055,'0'10'1110,"0"3"1,0 4-695,0 7 0,0 14 0,0 10-258,0 8 0,1 12 0,2 0 0,1-3 0,1-4-458,-1-6 0,0-10 1,-4-3-1,0-3-880,0-7 0,0-3 0,-1-9 1180,-3-3 0,-6 1 0,-6-13 0</inkml:trace>
  <inkml:trace contextRef="#ctx0" brushRef="#br0" timeOffset="304">0 453 7814,'0'-20'360,"0"3"0,3 1 0,1 4 0,-1-2 98,2 1 0,2 4 0,5 1 0,3 0-403,1 4 0,1-2 0,3 3 0,-1 0-553,2 2 0,-5-2 0,6-1 0,1 1-943,-1-2 1,-4 3 1440,-1-5 0,0 0 0,4-3 0</inkml:trace>
  <inkml:trace contextRef="#ctx0" brushRef="#br0" timeOffset="602">349 145 7814,'-4'10'837,"3"0"1,-3 0-62,3 1 1,1 0-1,0 3 1,0 4-442,0 5 0,0 4 0,0 6 0,0 3-1,0 0 1,4-1 0,-1 1-1,0-1-181,2-1 0,-4-7 0,4-5 0,-2-6-389,1-6 1,4-7 0,-3 0-131,1-6 1,3-8-1,-2-8 1,1-5 101,-1-3 0,2-1 0,-2-5 0,2-3 202,1 0 1,0 7 0,1 2 0,-2 4 341,-2 2 0,1 9-124,-5 2 0,1 12 1,-4 5-1,0 9-824,0 6 1,-2 1 0,0 4 0,-1-2-92,0-2 0,2-3 0,1-2 1,0-2 758,0-1 0,0-1 0,0-4 0</inkml:trace>
  <inkml:trace contextRef="#ctx0" brushRef="#br0" timeOffset="892">617 432 7814,'10'0'0,"0"0"278,0 0 0,1 0 1,0-1-1,2-2 315,0-4 1,1-2 0,-4-3 0,1 0-150,-1-2 0,-1-5 0,-1 0 1,-2-2-526,-2-2 1,-1 2 0,-7-5 0,-3 1-149,-2 2 1,-6 6 0,-1 4 0,-1 5 177,0 5 1,1 4 0,-2 6 0,2 8 241,1 6 1,2 7 0,7 5-1,1 4 282,0 2 1,5-2 0,0 5 0,7-1-184,6-2 1,4-1 0,7-3 0,3-5-636,3-5 1,5-15 0,2 1 0,1-9-388,-1-6 732,-4-6 0,7-10 0,-3-7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7:53:22.943"/>
    </inkml:context>
    <inkml:brush xml:id="br0">
      <inkml:brushProperty name="width" value="0.06" units="cm"/>
      <inkml:brushProperty name="height" value="0.06" units="cm"/>
    </inkml:brush>
  </inkml:definitions>
  <inkml:trace contextRef="#ctx0" brushRef="#br0">104 461 8395,'-9'4'401,"2"3"0,-1 2 1,4 3-1,1 2 0,-1 4-158,1 5 0,-4 4 1,3 6-347,-2 1 1,3 5-1,-3-2 1,1-1-504,3-1 1,-3-5 0,1-3 605,-2-7 0,-1 1 0,-3-5 0</inkml:trace>
  <inkml:trace contextRef="#ctx0" brushRef="#br0" timeOffset="797">556 60 7881,'-10'-14'217,"-1"2"1,0 0 213,-3 4 0,2-1 0,-4 6 1,0 2 23,0 3 0,3 9 0,-1 10 0,3 6-157,1 7 0,4 4 0,3 8 0,1 3-64,2 0 1,5-3-1,3 0 1,3-4-44,3-6 1,3-6-1,-2-5 1,0-1-280,0-1 0,-2-11 1,-3 4-1,-2-1 102,-2 0 1,-3-5-1,-1 2 1,-4-2 102,-5-2 1,-7-3-1,-2 0 1,-2 1-53,-3 0 1,5-4 0,-6 2 0,-1-3-402,1-1 0,0 0 1,3 0-793,2 0 0,3-1 1,6-2-1,2-1 1,2-2 1127,2-2 0,5-6 0,3-2 0</inkml:trace>
  <inkml:trace contextRef="#ctx0" brushRef="#br0" timeOffset="1157">638 296 7842,'0'11'0,"-3"-1"0,-1 1 0,1 3 332,-2 3 0,4 4 0,-2 2 1,1 2 139,2 1 1,2-1 0,0 4 0,1 0-1261,0 0 1,1-9 0,1-1 787,0-7 0,2-4 0,4-8 0</inkml:trace>
  <inkml:trace contextRef="#ctx0" brushRef="#br0" timeOffset="1227">689 183 8022,'0'-10'0,"0"0"543,0 0 1,0-1-453,0 1 1,0 6-290,0 4 0,2 5 0,1 8 1,4 2 197,2 1 0,6 1 0,1 3 0</inkml:trace>
  <inkml:trace contextRef="#ctx0" brushRef="#br0" timeOffset="1775">885 245 8363,'-21'12'648,"1"1"1,2 0-1,2 4 1,0 1-305,0 2 0,7 0 0,-1 1 0,2-1-1,2 1 0,3-4 1,5-1-1,4 0-302,3 0 0,0-5 0,8 0 0,2-7-496,0-3 0,2-2 0,-1-2 0,1-5-76,-1-5 0,-3-3 1,-1-4-1,-1-1 65,-2 1 0,-2-1 0,-1 2 272,1 1 1,-4 8-1,-2 9 818,0 7 1,-1 6 0,-1 13-1,0 6 68,-1 6 1,0 6-1,-2 3 1,-2 2-198,-1 4 0,1-4 0,-5 2 0,-1-4-240,-1-6 1,-2-3-1,1-9 1,-1-4-101,-3-7 0,1-9 0,-4-4 1,-1-4-833,-1-4 1,-2-6 0,1-7 0,0-4-494,3-3 1,2-3 0,6-6 0,2-3-1675,4 0 2844,2-2 0,1-3 0,0 0 0</inkml:trace>
  <inkml:trace contextRef="#ctx0" brushRef="#br0" timeOffset="1835">1131 348 7842,'0'15'279,"0"-4"0,0 4 0,0 0 428,0 2 1,0 2 0,0 3 0,0 2-156,0 3 0,4 3 0,-1 1 0,1 2-219,0 5 1,-3-4-1,3 6 1,-3-2-135,-1-2 1,3-7 0,1-3 0,-2-7-242,-1-5 1,0-7-1,2-6 65,0-7 1,0-6-1,-2-12 1,2-6-541,0-6 1,2-3 0,-2-9 0,3-1 137,0-2 0,3 0 1,-2 2-1,2 3 189,1 5 1,0 6-1,2-2 1,0 3 345,2 4 0,3 13 0,-3 12 0,-1 8 155,2 11 0,-3 8 0,1 15 0,-1 6 150,-2 6 0,-3 2 0,-1 5 1,-1-2-116,1 0 1,-4-10 0,2 1-1,-3-4-3032,-1-5 0,0-9 2686,0-6 0,0-15 0,0-7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7:53:34.488"/>
    </inkml:context>
    <inkml:brush xml:id="br0">
      <inkml:brushProperty name="width" value="0.06" units="cm"/>
      <inkml:brushProperty name="height" value="0.06" units="cm"/>
    </inkml:brush>
  </inkml:definitions>
  <inkml:trace contextRef="#ctx0" brushRef="#br0">21 97 7919,'-10'-6'621,"4"3"0,3 6-312,1 4 0,2 7 0,0 3 0,2 3-57,1 4 0,3 3 1,5 2-182,3-1 1,-2 0-1,4-4 1,0-2-1,0-3-378,3-2 0,-3-5 0,0-2 0,0-6 171,-1-7 1,-1-5-1,2-8 1,-1-5-237,-2-5 1,-1-1 0,0-1 0,0 2 304,1 6 1,-4 3-1,4 1 1,0 5 47,1 7 1,-2 7 0,4 5-1,0 6 275,0 7 0,-3 5 0,1 7 1,-3 2 191,-1 2 0,-4 1 1,-3 2 177,-2-3 0,-2 2 0,-2-4 1,-4 0-1,-3-1-243,-4-1 1,0-7 0,-5 3 0,-3-4-406,1-2 1,-2-8 0,1 1 0,0-7 187,3-6 1,5-3-1,1-3-1450,1-4 1,6-7 0,3-3 0,2-2 1283,1-2 0,4-4 0,2-1 0</inkml:trace>
  <inkml:trace contextRef="#ctx0" brushRef="#br0" timeOffset="356">514 272 9192,'-4'24'0,"-3"1"266,-2 1 1,2 1 0,1 3-1,1-1-257,3-2 0,2-3 1,4 2-1,2-1 723,4-2 1,3-9 0,2-5 0,1-3-687,2-4 0,-2-7 0,0-5 0,0-7-204,0-6 1,-5-4 0,0-8 0,-2-3-23,-4-6 0,-3 4 0,-2-1 1,0 2-158,0 4 0,-1 8 0,-3-2 0,-1 6-410,-1 7 1,-3 5-1,2 4-52,-2 4 0,3 3 799,3 3 0,-3 3 0,0 4 0</inkml:trace>
  <inkml:trace contextRef="#ctx0" brushRef="#br0" timeOffset="682">689 107 8217,'0'16'596,"0"-2"0,0-2 0,0 2 0,0 2-114,0 0 0,0 7 1,1-3-1,2 3-249,4 2 0,2-2 0,3 3 0,1 0-213,5-4 1,-2-3 0,1-3 0,1-3-144,1-3 0,2-5 1,-2-5-1,-2-1-73,-3-2 0,-2-4 0,-3-8 0,-2-6-37,-4-5 0,-2-6 0,-1-5 0,-1-7-119,-2-2 0,-2 0 1,-2 5-1,4 2 234,2 6 1,-3 9 219,1 3 0,-1 12 1,5 12-1,2 11-162,0 8 1,5 5 0,-2 6 0,1 3-253,0 0 0,-2-3 312,2 2 0,2 1 0,-3 1 0</inkml:trace>
  <inkml:trace contextRef="#ctx0" brushRef="#br0" timeOffset="1013">1007 200 13353,'4'11'0,"0"3"503,2 3 1,-3 3 0,3 3 0,0 2-297,0 2 1,-1 0 0,2 4-1,-2 0-523,-1-1 1,-3-3 0,3-4-183,-3-5 1,-1-9 0,0-10 122,0-8 0,0-12 0,0-10 0,1-5 106,3-4 0,1-1 0,6 1 0,0 1 91,3 1 0,-2 5 0,4 0 0,0 5-829,0 4 1,1 5 1006,4 2 0,-1 5 0,1-3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7:53:33.153"/>
    </inkml:context>
    <inkml:brush xml:id="br0">
      <inkml:brushProperty name="width" value="0.06" units="cm"/>
      <inkml:brushProperty name="height" value="0.06" units="cm"/>
    </inkml:brush>
  </inkml:definitions>
  <inkml:trace contextRef="#ctx0" brushRef="#br0">155 154 7910,'-12'0'86,"0"0"1,-3 0 276,-1 0 1,6 0 0,-3 0 0,0 2-45,2 1 0,0 3 0,1 5 0,2 4-217,2 6 0,0 0 0,-1 7 1,4 1 37,1 4 1,7 1 0,3 1 0,5-2-156,4-3 0,2-10 1,2-1-1,0-6-216,3-4 0,-1-5 1,3-2 9,0-4 1,1-8 0,-3-8 0,-2-1 0,-4-3 120,-4-2 0,-3-2 0,-2-5 0,-1 2 157,-1 1 1,-5 4 0,2 7 492,-3 3 0,-2 4 0,-3 4-429,-3 6 0,3 10 0,0 7 0,2 3-471,-1 4 1,2-1-1,-3 4 1,4 1 172,4-2 1,-2-1-1,4-5 1,-1-2 176,1-1 0,1-4 0,3 1 0</inkml:trace>
  <inkml:trace contextRef="#ctx0" brushRef="#br0" timeOffset="323">463 216 8989,'-6'5'628,"2"2"1,4 5 0,0 3-221,0 1 1,0 2 0,0 5 0,1 3-289,2 4 1,-1-5 0,5 5-1,1-3-94,1-1 1,-2-3 0,-1 0 0,0-5-259,-1-4 0,2-7 1,4-6-118,-1-7 0,0-10 0,-1-12 0,-1-6 13,-1-8 1,1-3-1,5-4 186,0 4 0,1 0 0,-4 8 0,2 5 160,1 5 0,-5 3 0,3 15 0,-3 6 313,-3 8 1,3 12 0,-3 6-1,-1 4 1,1 6 74,-3 3 0,1 1 0,-1 4-592,1 1 1,4-4 0,-3-3 0,-1-9-828,2-7 0,0-6 0,6-11 1021,-1-9 0,0-11 0,0-8 0</inkml:trace>
  <inkml:trace contextRef="#ctx0" brushRef="#br0" timeOffset="653">853 0 7925,'7'0'0,"-1"1"588,-2 3 1,4 3 0,-2 6 0,1 5 10,0 1 1,0 7 0,3 5 0,0 6-247,1 3 0,-1-2 0,-1 0 0,-1-1-267,-1-5 1,-5-4 0,1 0-175,-1-5 0,-4-10 0,-2-6-530,-6-5 0,-2-2 1,-4 0-1,0 0 241,0 0 1,3 0 0,-3 0-1,1 0 505,2 0 1,2 5 0,2 2 0,2 3 335,3 4 1,3-2 0,2 5 0,3 0-191,3-1 1,3 3 0,2-7-1,3-2-214,1-2 1,1-5 0,4-1 0,0-4-362,-1-5 0,1-7 0,-2-3-606,-2-2 0,3-6 0,-4-2 907,0 1 0,-2-4 0,-3 4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7:53:42.644"/>
    </inkml:context>
    <inkml:brush xml:id="br0">
      <inkml:brushProperty name="width" value="0.06" units="cm"/>
      <inkml:brushProperty name="height" value="0.06" units="cm"/>
    </inkml:brush>
  </inkml:definitions>
  <inkml:trace contextRef="#ctx0" brushRef="#br0">11 0 12409,'0'13'337,"0"4"1,0 6 0,0 12 0,0 8-133,0 7 0,-2 4 1,0 4-1,-1 0-532,0-2 1,2-13 0,1 1 0,0-8-771,0-6 1,5-8 0,2-10 0,2-5-1650,1-7 2746,0-5 0,5-14 0,1-3 0</inkml:trace>
  <inkml:trace contextRef="#ctx0" brushRef="#br0" timeOffset="620">247 216 7725,'0'11'231,"0"-1"1,-1 1 302,-3 3 0,2-2 0,-4 7 0,2 2-209,2 6 0,-1 0 0,1 2 0,-1 0-215,0 0 0,2-5 1,1-1-1,0-5-1280,0-4 0,1-8 1,3-4 532,3-8 1,-2-5-1,1-11 1,0-2 636,-1-4 0,1-6 0,2-3 0,-2-5 0,-2-2 0,3 5 0,-3-1 0,-2 5 329,-1 5 1,-1 4-1,0 6 1,0 3 1344,0 4 0,-1 6-1242,-3 3 1,3 4 0,-2 4-1106,2 3 0,5 2 0,3 1 0,2 0-1146,2 1 1819,-1-6 0,0 4 0,0-3 0</inkml:trace>
  <inkml:trace contextRef="#ctx0" brushRef="#br0" timeOffset="931">494 93 7725,'-2'7'550,"-1"0"0,2-4 0,-3 4 0,2 1 392,-1 1 1,2 2-1,-3 3 1,3 4-563,1 5 0,0 5 0,0 5 0,0 2-318,0 2 0,0-3 1,1 2-1,1 0-1508,2-3 0,-1-6 0,-2-5-457,3-7 0,2-6 1903,4-9 0,0-5 0,0 0 0</inkml:trace>
  <inkml:trace contextRef="#ctx0" brushRef="#br0" timeOffset="1275">720 134 7990,'8'-6'1154,"-5"3"1,-1 2 0,-9 2 0,-1 2-768,-1 4 0,1 3 0,0 4 0,-1 3 94,1 3 0,1 5 0,-1 1 0,3 1-572,0 1 0,1-4 1,1 2-1,0-1-485,1-2 0,0-2 0,4-4 1,0-4-392,1-1 1,5-6 0,-1-3 0,2-2 181,2-1 0,0-4 0,1-3 0,2-2 785,-1-2 0,-1 0 0,1-2 0,1 0 19,-2 0 0,1 2 1,-1 2-1,3 1 195,1 1 1,-2 3 0,2-1 0,-1-1 349,-3 0 0,3-1 1,-1-2-1,-1 0-28,2-1 0,-3 1 0,1-7 0,-1 0-124,-2 0 0,-3-3 0,-1-3 0,-2-2-254,-2 1 1,0 1 0,-4 3 0,-2 2 8,-6 3 0,-2 6 0,-5 2 0,-1 4 37,-2 6 0,4 7 0,2 10 0,0 4 89,0 6 0,4 2 1,4 6-1,2 1-65,1-1 1,2-1 0,3-1 0,5-2-576,7-3 1,4-6-1,4-3 1,2-5-982,3-4 1,4-9-1,1-6 1,1-8-2504,0-7 3831,-3-3 0,5-6 0,-4-2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7:53:41.192"/>
    </inkml:context>
    <inkml:brush xml:id="br0">
      <inkml:brushProperty name="width" value="0.06" units="cm"/>
      <inkml:brushProperty name="height" value="0.06" units="cm"/>
    </inkml:brush>
  </inkml:definitions>
  <inkml:trace contextRef="#ctx0" brushRef="#br0">37 255 7767,'-10'-5'305,"3"4"0,1-3-30,2-1 1,-1 4 172,2-2 1,3 1-1,-1 4 1,4 2-56,3 6 1,-3 5-1,4 6 1,0 1-430,-1 2 0,2 3 1,-4 6-1,1 1-1121,-1-1 0,0-2 1,-3-5 1156,2-5 0,3-5 0,4-6 0</inkml:trace>
  <inkml:trace contextRef="#ctx0" brushRef="#br0" timeOffset="81">160 60 7767,'-1'-13'96,"-1"3"1,-3 2 611,0 2 0,1-2-532,-3 5 0,5 1 0,-1 5-354,2 4 1,2 2-1,2 1 1,4 1-2192,2-1 2369,-3 0 0,8 0 0,-3 1 0</inkml:trace>
  <inkml:trace contextRef="#ctx0" brushRef="#br0" timeOffset="701">315 121 7767,'0'11'86,"0"-1"0,0 1 287,0 3 0,3-1 1,0 3-1,0 0 19,-2 0 1,-1 2 0,1 5 0,1 2-210,2 1 1,-1-3 0,-3 1 0,1-1-111,3 1 0,-3-6 0,2 3 0,-2-3 38,-1-2 0,0-1-280,0-5 0,0-7-27,0-6 1,1-7 0,2-12 0,1-3-25,2-6 1,2-2 0,5-6 0,0-2 63,0-1 1,2 2 0,0-4 0,1 6 69,2 3 0,-3 11 0,-2 6 0,-1 7 20,-2 8 0,-1 12 0,-2 12 0,-4 6 158,-1 7 1,-2 2 0,0 5 0,0 0-361,0 0 0,0-8 0,0-2 0,0-2-275,0-3 0,0-5 0,1-9 543,2-4 0,7-8 0,6-5 0</inkml:trace>
  <inkml:trace contextRef="#ctx0" brushRef="#br0" timeOffset="805">808 91 7767,'5'-16'36,"0"1"0,-5 5 0,0-1 650,0 1 1,-1 0-244,-3-1 0,-1 6 0,-6 2 1,2 7-101,2 6 1,-2 3 0,4 7-1,-2 8-122,0 7 0,4 4 0,-3 8 0,1-1-116,3 1 0,1-2 0,1 2 0,0-2-576,0-1 0,0-6 0,0-2 0,0-3-3650,0-3 4121,0-6 0,-5-22 0,0-10 0</inkml:trace>
  <inkml:trace contextRef="#ctx0" brushRef="#br0" timeOffset="1377">705 368 7950,'-3'-7'608,"-1"0"1,2 5 0,5-1-598,4 1 1,2 2 0,2 0 0,0 0-571,3 0 1,2 0 0,3-1 0,-1-2 199,-1-4 0,1 1 0,1 0 0,-2-2 359,-3-2 0,-3 5 92,-1 1 0,-4 4 1,-4 4-1,-4 4 784,-5 4 1,2 4-1,-1 5 1,1-1-237,3 1 1,1-1 0,1 0 0,0-2-663,0-1 1,8-4 0,3-1 0,4-4-127,3-4 1,3-4-1,2-5 1,1-6 53,-1-9 1,-5-1 0,-3-7-1,-4 1-136,-5 1 0,-4 0 0,-3 7 1,-4 2 326,-5 3 0,-1 4 0,-6 3 0,-2 3-325,0-1 0,2 4 0,1-3 0,0 3-874,0 1 1,7 0 1101,-2 0 0,3-4 0,-2-2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7:53:39.405"/>
    </inkml:context>
    <inkml:brush xml:id="br0">
      <inkml:brushProperty name="width" value="0.06" units="cm"/>
      <inkml:brushProperty name="height" value="0.06" units="cm"/>
    </inkml:brush>
  </inkml:definitions>
  <inkml:trace contextRef="#ctx0" brushRef="#br0">83 145 7758,'4'-6'63,"-3"0"1,3 3 617,-3-4 1,-6 2-153,-2 2 1,-2 2 0,-1 2-317,0 2 1,0 8-1,-1 8 1,2 6-9,2 6 0,-1 8 1,5 2-1,1 5 19,0 0 1,4 7-1,2-5 1,6-5-406,6-6 1,4-10-1,1-13 1,2-7-244,1-5 0,4-15 1,-3-6-1,-1-6 228,-3-4 1,0-6 0,-10 5 0,-3 1 185,-2 0 0,-2-1 1,-6-3-1,-1 2-5,-4 2 0,-2-3 0,-2 4 0,-2 1 82,-1 3 1,-3-2 0,4 10-1,0 3-474,2 4 0,1 8-55,4 1 0,1 5 462,5 5 0,5 0 0,0 0 0</inkml:trace>
  <inkml:trace contextRef="#ctx0" brushRef="#br0" timeOffset="376">432 1 7758,'-1'7'490,"-1"-1"1,-3 2 256,-1 2 0,4 0 0,-1 1 1,1 4-496,2 6 0,0 5 1,2 8-1,0 5-517,1 4 0,4 1 1,-2 3-1,-1-2 299,1-1 0,-2-7-34,-3-2 0,0-8 0,0-2 0</inkml:trace>
  <inkml:trace contextRef="#ctx0" brushRef="#br0" timeOffset="441">370 360 7758,'0'-10'127,"4"0"0,0 1 0,1 0 326,-1-2 0,4 7 1,-1-7-1,4 2-433,2 0 1,0 2 0,3 0 0,0 1-851,0 0 0,1-3 1,2 3-1,-2-1 830,-3 0 0,2 1 0,0-5 0</inkml:trace>
  <inkml:trace contextRef="#ctx0" brushRef="#br0" timeOffset="1035">627 134 7758,'-6'11'168,"3"-1"0,1 0 0,-1 2 0,0 1 438,1 4 0,1 1 1,1 1-1,0 5-239,0 4 0,0-1 1,1 6-1,1 0-306,1-1 1,4 0-1,-2-4 1,-1-2 168,1-6 1,0-6 0,-2-2-477,4-4 1,-1-4-1,-1-9 1,1-5-1,0-6 0,-3-6 0,4-3 0,1-5 89,1-2 1,1 3 0,1-5 0,-1 3 133,0 3 0,0 3 1,1 6-1,-1 1 116,0 0 1,-3 10 0,0 2 0,1 4 413,1 6 1,-2 6 0,-1 8 0,-2 5-416,-1 5 1,1-2 0,0 0-1,-2 0-722,-1 1 0,0-5 0,3 2 150,2-2 0,0-10 0,1-6 0,1-3-55,1-3 0,1-5 0,1-2 1,0-3 633,3-4 0,-2 2 0,4-4 0,0 1 309,0 2 0,-3 1 0,2-1 0,-2 0 33,1 0 1,-4 0-1,-4 1 1,-1-3-79,-3-1 1,-1-1 0,-1-2-1,-1 0-172,-3 2 0,-2 5 0,-8-2 0,-2 4 29,0 3 0,0 4 0,3 10 1,0 8 47,0 7 0,3 4 0,3 5 1,2 1-35,1 2 1,3-5-1,-2 1 1,5-1-608,1-3 0,8-4 1,0-6-154,0-1 1,4-3 0,0-5 0,1-3-2649,2-3 3174,1-1 0,-3-9 0,-1-3 0</inkml:trace>
  <inkml:trace contextRef="#ctx0" brushRef="#br0" timeOffset="1391">1131 278 7758,'0'7'1436,"0"0"0,0 1-794,0 1 1,0 1 0,0 2-1,1 1-403,2 5 1,0 2 0,2 3-1,1 2-277,0 1 1,-4-2-1,1 3 1,-2-2-27,-1-3 0,0-4 0,0-5-60,0-1 0,2-8 0,0-5 239,1-8 0,2-10 0,-3-9 0,4-3 43,3-3 0,-1 1 0,6-5 0,-2 0 21,2-2 0,-1 2 1,3 2-1,0 3-957,-1 4 0,-1 5 0,2 2 0,0 6-528,0 6 0,-2 3 0,2 0 1306,-1 4 0,8-3 0,-2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7:53:50.251"/>
    </inkml:context>
    <inkml:brush xml:id="br0">
      <inkml:brushProperty name="width" value="0.06" units="cm"/>
      <inkml:brushProperty name="height" value="0.06" units="cm"/>
    </inkml:brush>
  </inkml:definitions>
  <inkml:trace contextRef="#ctx0" brushRef="#br0">124 276 7684,'-10'3'68,"-1"0"1,1 5 457,0-1 1,4 2 0,4 0-246,4-2 0,8-2 0,7-5 1,3 0 83,0 0 0,2-1 1,1-4-251,1-5 1,0-2-1,-5-5 1,-1-1 0,-2-2-81,-1-4 1,-2-3 0,-6-4-43,-4 1 0,-4-1 0,-6 1 1,-7 4 85,-4 5 1,-3 7 0,-3 7 0,-4 4 0,0 7 107,0 6 0,0 9 0,4 10 0,1 4 349,1 5 1,3 5-1,2 2 1,4 0-211,5 4 1,3-9-1,7 5-357,1-4 0,4-7 0,7-2 0,3-5 0,3-5-947,4-2 1,3-7 0,2 0-1,1-5 141,1-5 0,-6-7 0,6-6 0,-2-9 254,1-7 0,-3-4 0,-1-8 0,-4-4 583,-2 0 0,-3 6 0,0-5 0,-2 2 0,-5-2 0</inkml:trace>
  <inkml:trace contextRef="#ctx0" brushRef="#br0" timeOffset="404">473 80 7847,'-1'-5'478,"-1"2"0,-2 7 0,1 6 0,-1 7 0,1 6 195,1 4 1,1 8-1,1 1 1,0 3-596,0 2 1,3-6 0,2 7 0,-1-2-109,1-1 1,-2-5 0,-3-5 0,0-2-819,0-5 0,0-8 0,-1-5 0,-2-4 73,-4-6 0,0-9 0,-2-7 0,-3-3 759,1-4 1,-1 4 0,2-1 0,1 0 62,2 3 0,-2 4 0,3 1 491,1 1 0,0 5 0,5 0-205,0-1 1,1 4-1,3 0 1,4 2-165,4-1 0,4 0 1,6-2-1,2-1-576,3 0 0,0 3 0,0-4 0,1-1 65,2-1 1,-2-1-1,-2 0 1,0 2 147,0 2 1,-4-1 0,-1-2 0,-7 1-17,-2 1 1,-8 3 1082,-4-2 1,-8 3 0,-6 1 0,-1 4-66,0 5 0,-2 2 0,3 2 0,2 0-359,0 3 1,5-1-1,0 6 1,1 1-361,0 2 0,1-5 0,5 5 0,0-2-550,0-2 0,8 0 1,3-1-1,1-4-2100,3-1 2561,1-6 0,4-6 0,1-6 0</inkml:trace>
  <inkml:trace contextRef="#ctx0" brushRef="#br0" timeOffset="750">894 378 7719,'11'5'3063,"-6"-3"-2958,-1 5 0,-3-4 0,0 3-105,3-1 0,-3-2 0,3-3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7:53:46.984"/>
    </inkml:context>
    <inkml:brush xml:id="br0">
      <inkml:brushProperty name="width" value="0.06" units="cm"/>
      <inkml:brushProperty name="height" value="0.06" units="cm"/>
    </inkml:brush>
  </inkml:definitions>
  <inkml:trace contextRef="#ctx0" brushRef="#br0">164 103 7725,'0'-10'119,"-1"-1"1,-1 1 130,-1 0 1,-5 4-1,1 3 1,-4 2 23,-2 1 1,1 1 0,-2 2 0,0 5-100,0 5 1,-1 3-1,4 4 1,-1 2-162,3 2 1,2 2-1,1 5 1,2 1-213,3 2 0,6-5 0,3 2 0,4-3-95,5-2 1,4-5 0,2-8 0,2-6 101,1-3 0,0-5 1,3-6-1,-2-9 24,2-9 0,-4-9 0,-1-13 1,-4-5 93,-2 0 0,-4 3 0,-3 3 0,-2 5 315,-2 8 1,-4 11 0,-6 12 54,-4 5 1,1 9 0,-1 4 0,-1 5-140,-1 8 1,2 1 0,2 4 0,0 0-350,3 1 0,1-1 0,1 1 1,0-2-310,0 0 0,0-6 0,0 0 0,1-3 500,2-3 0,3-2 0,4-1 0</inkml:trace>
  <inkml:trace contextRef="#ctx0" brushRef="#br0" timeOffset="361">483 0 7931,'0'11'412,"0"-1"1,-1 0 0,-1 1 0,-2 3-176,2 3 1,-3 4 0,1 3 0,-1 3-62,1 3 1,0 2 0,3 0-1,-1 0-223,-2-3 0,1-3 1,3-1-1,0-4-270,0-5 1,0-6-1,1-5 196,2 0 0,1-6 1,5-6-1,2-3-90,1-4 1,4 2-1,0-1 1,2 1 186,3 2 0,-7 3 0,7 1 0,-2 2 87,1 2 0,-3 5 0,-1 5 1,-1 6 9,-3 6 0,-4 2 0,-2 4 0,-1 1 414,-3-1 1,-7-2 0,-4 2 0,-5-1-24,-1-2 0,-3-5 0,-2-2 0,-2-2-389,-2-5 1,1 0 0,-2-5 0,2-2-599,4-1 1,2-7-1,0-3 1,4-5-86,5-2 1,4 3 0,5-4 0,2-2-71,4 0 0,3-3 678,4-2 0,7 3 0,5-4 0</inkml:trace>
  <inkml:trace contextRef="#ctx0" brushRef="#br0" timeOffset="723">791 195 7775,'-4'16'184,"-3"-1"0,-2 1 342,-2 5 1,1 1 0,0 5 0,1 1-123,2 2 1,-1-1 0,4-1 0,2 1-381,1-4 0,6-9 0,1-5 0,4-2-160,0-4 1,1-4-1,2-4 1,1-5-36,-2-5 0,0-4 0,-2-7 0,0-3-142,0-3 0,-4 3 1,-1 0-1,-2 1 8,0 0 0,1 2 1,-4-1-1,0 2 33,0 3 1,-4 10-1,1 0 1,0 2-558,-2 2 829,4 2 0,-4 4 0,10 4 0,1 2 0</inkml:trace>
  <inkml:trace contextRef="#ctx0" brushRef="#br0" timeOffset="1091">894 175 7726,'0'10'211,"0"0"0,0 1 88,0-1 1,0 1 0,0 3-1,0 3 8,0 3 0,0 1 0,0 1 0,1 1-289,3 0 0,-2-7 0,5 3 0,1-3-55,1-3 0,5-7 0,-1-2 0,1-4 17,1-4 1,0-3 0,2-11 0,-2-6-91,-1-4 1,-2-4 0,2-1 0,-3-1 106,-1 0 0,0 7 0,0 4 141,-4 5 0,2 10 0,-4 11 31,-2 10 0,-1 6 0,-1 4 0,0 2-294,0 2 1,0-5 0,0 2 0,1-2-744,3-1 1,-2-4 0,5-1 284,1-1 1,-2-6 0,1-6 582,1-2 0,1-5 0,1-2 0</inkml:trace>
  <inkml:trace contextRef="#ctx0" brushRef="#br0" timeOffset="1166">1284 82 7989,'0'-4'730,"0"4"0,2 10 0,0 10 0,1 5-522,0 4 0,-1 1 1,0 7-1,2 0-385,-2 3 1,0-4-1,0 4 1,2-4-591,-2-3 1,-1-4-1,-1-4 1,-1-3 766,-2-6 0,-8-4 0,-5-2 0</inkml:trace>
  <inkml:trace contextRef="#ctx0" brushRef="#br0" timeOffset="1528">1192 370 7725,'0'-10'830,"0"0"1,3 3-1,2 1 1,1 0-587,2 1 0,5-1 0,4-2 0,4 1-460,3-1 1,-1-1 0,4-1 0,2-2 318,0-1-103,2 1 0,5-7 0,0 3 0</inkml:trace>
  <inkml:trace contextRef="#ctx0" brushRef="#br0" timeOffset="1934">1880 134 7666,'-9'-10'-58,"2"-1"0,-2 4 322,2 1 1,-1 2 0,0-2 341,2 2 1,2 2-450,-3 5 0,5 4 0,-1 5 0,1 3-138,2 1 0,2 1 0,0 4 1,2-1-173,2 1 0,1-4 0,3-1 0,1-1-41,-1-2 0,1-5 0,2-3 1,2 0 26,1-3 0,-3-6 0,3-7 1,-1-6 73,-2-6 1,-1-3 0,1-4 0,1 3 185,-2 3 0,-4 3 0,-1 4 1,1 5 111,1 4 0,-2 4 1,0 10-1,0 8 46,-2 9 0,3 7 0,-4 7 0,-1 4-75,2 1 0,-4 2 0,1-2 0,-3 1-89,-2 1 0,-7-4 1,1 3-1,-4-3-168,-3-2 1,-3-8 0,-3 2 0,-2-2-173,1-5 0,0-7 1,1-5-1,1-5 167,1-5 0,6-7 0,2-5 0,3-5 63,2-2 0,5-1 0,-2-2 1,4 0 144,4 2 0,1 0 0,6-2 0,0 0 73,3 2 0,2 1 0,4-1 0,1 2-168,-1 0 0,1 3 0,-1-4 1,2 1-254,2 2 1,-1 2 0,4 2 0,1 1-181,-2 1 0,3 5 0,-5-3 0,-2 2-95,0-1 0,-3 1 0,-1 2 0,-5-1 501,-1-2 0,3-4 0,1 2 0</inkml:trace>
  <inkml:trace contextRef="#ctx0" brushRef="#br0" timeOffset="2380">2343 267 7468,'-1'-9'-36,"-3"2"1,2 3-1,-5 4 725,-1 0 0,-1 6 0,0 4 0,1 6-216,1 3 0,0 6 0,-2 2 0,2 0-240,4 0 1,2-3 0,1 1 0,1-2-280,2-3 1,4-8-1,6-1 1,1-7 14,2-3 0,-2-3 0,2-5 1,-1-7-427,-3-4 0,0-7 0,-3-1 0,-2-2 192,-4 1 0,2 0 1,-2-3-1,0 3 197,-2 3 0,-2 5 0,-2 3 0,-1 3-63,-2 3 1,4 4 0,-3 3-293,1 0 0,2 1 1,0 4-75,4 1 1,1 1 0,4-4 390,1 0 0,1 0 1,1 0 105,0 0 0,-4 1 0,-1 1 269,-1 2 1,-3 5 0,3 0-1,-3 5 71,-1 2 1,0 1 0,0 3 0,0 1 33,0-1 1,0 1 0,0-2 0,1 0 170,2-2 0,3-4 1,5 3-580,3-1 0,-2-6 1,1-6-1,0-7-42,1-6 1,-3-6 0,3-7 0,-3-3-48,-1-4 1,-3 4-1,0-7 1,1 1 215,1 3 1,-2 6 151,0 6 0,-4 10 1,3 5-1,0 10 27,-1 8 1,2 5 0,2 2-423,-2 1 1,2 4 0,-2-2 0,1 1-814,-1-3 1,2-4 962,-2-3 0,2 3 0,2-4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7:53:45.216"/>
    </inkml:context>
    <inkml:brush xml:id="br0">
      <inkml:brushProperty name="width" value="0.06" units="cm"/>
      <inkml:brushProperty name="height" value="0.06" units="cm"/>
    </inkml:brush>
  </inkml:definitions>
  <inkml:trace contextRef="#ctx0" brushRef="#br0">62 185 7725,'10'-11'-2,"-4"1"0,-3 0 79,-1 0 1,-2-1-1,-2 2 215,-1 2 1,-3-1 0,-4 5 0,0 1 275,-1 0 0,5 2 1,-1 0-40,-1 0 0,0 2-441,1 1 1,2 3-1,5 5 1,0 3 64,0 3 1,0 4-1,2 3 1,1 4-298,4 5 1,-1 0-1,-1 5 1,1 1 21,0 1 0,-1 2 0,3 0 0,-2-1-195,-1-4 0,1-7 0,-2-5 0,-1-4-419,2-5 1,-4-9-1,4-7 184,-1-6 0,-3-7 0,3-4 552,-3-3 0,-6-5 0,0-1 0</inkml:trace>
  <inkml:trace contextRef="#ctx0" brushRef="#br0" timeOffset="342">62 51 7725,'0'-10'232,"-1"1"1,-1 1 342,-2 1 1,0 3 164,0-2-590,3 3 1,-4 0-1,7 6 1,0 4-1225,1 2 0,5 2 0,-2-1 1074,0 0 0,7 5 0,-1 1 0</inkml:trace>
  <inkml:trace contextRef="#ctx0" brushRef="#br0" timeOffset="693">226 216 8323,'-5'4'314,"-1"-3"1,4 4 0,-2-1-13,2 3 1,1 2 0,1 3 0,0 3-181,0 5 1,0 9 0,0 6 0,0 3-36,0 4 0,0-4 0,0 2 0,0-4 38,0-3 0,0-5 0,0-5-305,0-5 1,0-6-138,0-8 1,0-7-1,0-10 1,1-5 183,2-5 1,3-5-1,4-5 1,1-2 86,-1-2 0,1 0 1,2-3-1,1 1 5,-2 1 1,1 8 0,-1 2 0,2 5 259,-1 7 1,-3 9-1,-2 8-61,-1 8 1,-5 11-1,1 7 1,-1 4-285,-2 3 0,0-2 1,0 3-1,0-5-273,0-2 1,0 0-1,1-5 1,2-2 89,4-3 1,2-10 0,1-1 308,1-5 0,4-2 0,0 0 0</inkml:trace>
  <inkml:trace contextRef="#ctx0" brushRef="#br0" timeOffset="1052">617 164 7725,'0'-10'-503,"0"0"1,-1-1 1476,-3 1 1,-1 4 0,-6 4-398,1 4 0,0 9 0,1 8 0,1 6-312,1 6 0,5 8 0,-3 1 1,2 4-199,-1 3 0,1 0 1,3 0-1,0-4-618,0-1 0,3-11 0,1 2 0,-2-7-1153,-1-6 1,-1-4-96,0-6 1799,0-9 0,-9-6 0,-3-11 0</inkml:trace>
  <inkml:trace contextRef="#ctx0" brushRef="#br0" timeOffset="1407">483 524 7725,'0'-11'43,"0"1"0,0 0 0,0 0 0,0-1 297,0 1 1,0 3 0,1 2 0,2-1-125,0 0 1,5 4-1,-1-2 1,3 3-260,4 1 1,-1-1 0,4-1-1,1-3-606,1 0 0,2 1 1,-1-3-1,1-1 317,0-1 1,-1 0-1,0 2 1,-3 3 296,-4-1 1,-5 4 0,-2 0 430,-1 6 0,-2 3 0,-4 11 1,-1 2 198,-2 6 0,-4-1 0,2 0 0,1 0-227,1 1 1,3-4-1,1-1 1,0-2-311,0-3 1,5-9 0,2-1 0,2-5-147,1-2 0,0-6 0,1-5 0,-1-8-71,0-8 0,-1-4 0,-2-3 0,-2-3-44,-1-3 1,-3 5 0,2 3 0,-4 2 29,-3 1 1,-4 8 0,1 2-307,-2 3 0,-1 7-1429,0 5 1908,4 3 0,6 1 0,6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7:55:02.857"/>
    </inkml:context>
    <inkml:brush xml:id="br0">
      <inkml:brushProperty name="width" value="0.06" units="cm"/>
      <inkml:brushProperty name="height" value="0.06" units="cm"/>
    </inkml:brush>
  </inkml:definitions>
  <inkml:trace contextRef="#ctx0" brushRef="#br0">61 19 7851,'0'-10'748,"0"4"0,0 4 1,0 8-188,0 8 1,0 6-1,0 4 1,2 3-409,1 3 1,-1 5-1,4 2 1,-2 1-483,-1 3 0,1-3 1,0 3-1,-2-4-715,-1-2 0,-1-11 1,0-1 1043,0-6 0,-4-3 0,-2-4 0</inkml:trace>
  <inkml:trace contextRef="#ctx0" brushRef="#br0" timeOffset="350">10 255 7963,'0'-10'528,"0"0"1,-1 4 0,-1 1-245,-2 1 0,2-1 0,5-2-333,4 4 0,2-2 0,2 2 0,-1 1-543,0 1 1,5-1 0,1 0-1,1-1-212,0 0 804,-4-2 0,11-1 0,-3-4 0</inkml:trace>
  <inkml:trace contextRef="#ctx0" brushRef="#br0" timeOffset="703">277 60 7861,'-10'0'808,"4"1"-375,3 3 0,0 1 1,1 7 5,-1 1 1,-1 0 0,5 3 0,2 1-182,0 2 0,1 0 0,-3 5 1,1-1-76,1 1 0,1-3 0,-3 2 0,1-5 32,2-4 1,-1-3-1,-2-1-850,3-4 0,-2-2 1,5-9 304,1-5 1,1-5 0,0-7 0,0 0 128,2-2 0,-3-1 0,5 2 0,-1 0 160,-2 3 0,0 4 1,0 7-1,0 1 162,-4 1 0,4 5 0,-5 0 0,1 4 335,-3 5 0,-1 8 0,-2 4 0,1 4-484,2 0 0,-2-1 0,3-2 0,-3 1-695,-1-1 1,1-4 0,1-2 102,2-3 1,4-5 0,-3-4 0,2-4 252,0-5 1,-1-5 0,2-2 0,-1 0 366,1-1 0,1 4 0,1-3 14,0 3 1,1 1 0,-1 1 0,0 1 155,0 1 1,-2 0-1,0-3 1,2-1 396,-2 1 1,-2 0 0,2-1 0,-2 1 50,-1 0 1,-2-1 0,-3-2-445,0-1 0,-5 1 0,-3 3 0,-3 4 38,-3 2 1,-3 8 0,4 2 0,-1 5-33,-1 2 0,4 5 1,-3 5-1,4 4 208,3-1 1,2 4-1,5-3 1,0 3-581,0 1 1,6-1 0,4 0 0,7-4-851,6-5 1,3-6 0,5-8 0,1-6-1647,2-7 2688,-2-5 0,8-14 0,-3-2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7:55:00.741"/>
    </inkml:context>
    <inkml:brush xml:id="br0">
      <inkml:brushProperty name="width" value="0.06" units="cm"/>
      <inkml:brushProperty name="height" value="0.06" units="cm"/>
    </inkml:brush>
  </inkml:definitions>
  <inkml:trace contextRef="#ctx0" brushRef="#br0">0 92 7970,'0'-7'2250,"0"0"-1953,0 5 1,0-2 0,0 9-1,0 4-114,0 4 0,0 9 0,0 2 0,1 6-83,3 4 1,-2 3 0,4 3 0,0-1-79,-1-2 1,1-7-1,2 0 1,-1-5-91,1-6 0,1-7 0,1-10 0,2-7 116,1-8 1,-1-6-1,1-10 1,0-4-111,1-3 1,-3 2 0,4-4-1,-1 1-242,-1 0 0,1 2 0,-4 6 0,1 3-357,-1 2 0,0 8 0,0-2 0,1 5-1429,-1 7 2090,-4 4 0,3 7 0,-3 0 0</inkml:trace>
  <inkml:trace contextRef="#ctx0" brushRef="#br0" timeOffset="369">339 236 7789,'7'3'276,"0"0"1,1 0 290,1-2 1,-2-1-1,0-1 1,1-4-220,1-5 1,1-3 0,-1-6 0,-1-3-286,-1 1 1,-1-5 0,1 2-1,-4 0 20,-2-1 1,-2 8 0,-2 0 0,-4 6 206,-2 4 1,-1 3 0,-1 8 0,0 5-161,-3 7 1,3 2-1,-2 10 1,4 1-79,2 4 0,5 0 1,-2 4-1,3 0-513,1-1 0,1-2 0,3 2 0,3-2-408,2-1 1,5-7-1,0 3 1,1-6 868,0-7 0,3-4 0,-2-1 0</inkml:trace>
  <inkml:trace contextRef="#ctx0" brushRef="#br0" timeOffset="717">524 215 9714,'-5'0'1021,"0"2"1,5 4 0,1 5-741,3 4 1,-2 2 0,4 5 0,-2 3-153,-2 6 0,3 0 0,-2 3 1,0-2-87,-2-1 1,-1-5-1,0-3 1,-1-4 84,-3-1 0,3-12-59,-2-2 0,2-13 0,1-12 0,0-6-45,0-6 1,0-4 0,1-3 0,2 1-111,4 2 1,1 4 0,0-2 0,-1 4-356,1 4 1,1 5-1,1 6 1,0 2-590,1 1 1,-1 6 0,0 4 0,1 2-327,-1 1 1,0 1 1355,0 2 0,1 3 0,-1 4 0</inkml:trace>
  <inkml:trace contextRef="#ctx0" brushRef="#br0" timeOffset="1062">771 215 7789,'0'19'0,"-1"0"361,-3-2 1,3 1 0,-3 5 0,0 2-127,1 1 1,-1-2 0,4 3-1,0-1-640,0 0 1,0-7-615,0 2 1,4-13 0,0-7 1018,2-12 0,1-19 0,3-12 0</inkml:trace>
  <inkml:trace contextRef="#ctx0" brushRef="#br0" timeOffset="1409">802 174 7789,'-5'-10'-279,"-1"-1"0,0 1 742,-1 0 0,4 3 1,-1 1 1543,-1 2-2508,4-4 1,0 8-1,6-1 1,0 4-721,3 3 0,1 1 1221,2 3 0,4 0 0,1 0 0</inkml:trace>
  <inkml:trace contextRef="#ctx0" brushRef="#br0" timeOffset="1410">1017 92 7789,'-10'-6'0,"0"3"439,0 1 0,-1 2 0,1 0 1,0 0 649,0 0 0,-1 0 0,2 2 0,1 2-577,1 6 0,4 2 0,-3 6 0,2 4-522,1 4 1,2 5 0,1 3 0,0 5-505,0 4 0,4-4 1,0 1-1,1-3-721,-1-4 0,1-6 0,-3-4 1235,2-5 0,-1-7 0,-3-7 0</inkml:trace>
  <inkml:trace contextRef="#ctx0" brushRef="#br0" timeOffset="1470">884 338 7789,'0'-7'-633,"0"1"447,0-2 0,0 2 0,0-1 1755,0-1 1,1-1 0,4 0-1424,5 2 1,0-1 0,4 5-1,-2 0-831,2 2 1,-1 1 0,3 0 0,0 0 684,0 0 0,-4 0 0,3 0 0</inkml:trace>
  <inkml:trace contextRef="#ctx0" brushRef="#br0" timeOffset="1471">1059 246 7789,'0'7'2880,"0"0"-2758,0-5 0,1 2 0,3-4-925,7 0 0,-1 0 1,4 0-1,-3 0-52,-1 0 0,2 0 855,1 0 0,-1-4 0,3-2 0</inkml:trace>
  <inkml:trace contextRef="#ctx0" brushRef="#br0" timeOffset="1472">1244 143 7778,'-11'6'650,"1"3"1,0-3 0,-1 2 188,1 2 0,3-4 0,0 6 0,-1 2-187,-1 1 0,2 0 1,2 4-1,0 5-530,3 4 0,-3 2 0,2 8 1,0 1-768,-2 1 1,4-6 0,-3-2-1,3-1-1669,1-3 0,1-5 2314,3-2 0,-3-1 0,4-4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7:54:59.964"/>
    </inkml:context>
    <inkml:brush xml:id="br0">
      <inkml:brushProperty name="width" value="0.06" units="cm"/>
      <inkml:brushProperty name="height" value="0.06" units="cm"/>
    </inkml:brush>
  </inkml:definitions>
  <inkml:trace contextRef="#ctx0" brushRef="#br0">21 68 7727,'0'-16'31,"0"2"1,0 3-1,0 1 1477,0-1-634,0 6 1,2 13-1,0 10-278,1 6 0,4 3 0,-3 4 0,-1 0-400,2 0 0,-4 1 0,3 1 1,0 1-534,-1-1 1,1-1 0,-4-2 0,0-2-1090,0 0 1,0-9 1425,0 2 0,0-8 0,0 2 0</inkml:trace>
  <inkml:trace contextRef="#ctx0" brushRef="#br0" timeOffset="341">1 294 11192,'4'-6'0,"3"3"39,2 2 1,3 1 0,2 0 0,4-1-505,5-3 1,-1 3 0,6-4 0,0 2-299,2 0 0,0-5 0,-3 1 1,-3-2 762,-2-2 0,-6 5 0,-2 0-24,-3 1 1,-6 2 0,-5 5 240,-6 5 1,-4 0-1,-3 8 1,-1-2 476,2 1 0,1 1 1,3-1-1,3 2-57,0 0 1,3 0 0,5-4 0,4 2-453,2-2 0,6-1 0,3-5 0,4-2-246,2-3 1,3-2 0,-3-4-1,-1-5 125,-1-6 1,-6-4-1,-3-3 1,-5-2-454,-5-2 0,-4 3 0,-6-2 0,-7 1 200,-4 2 1,-6 6 0,-1 3-1,-1 4 35,-3 3 1,4 3 0,1 4 0,2 0-407,2 0 0,5 4 0,3 3 1,6 3 559,1 4 0,6-3 0,5 4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7:54:58.226"/>
    </inkml:context>
    <inkml:brush xml:id="br0">
      <inkml:brushProperty name="width" value="0.06" units="cm"/>
      <inkml:brushProperty name="height" value="0.06" units="cm"/>
    </inkml:brush>
  </inkml:definitions>
  <inkml:trace contextRef="#ctx0" brushRef="#br0">0 104 7826,'0'-7'613,"0"0"1,0 6-1,0 1-302,0 5 1,0 6 0,0 2 0,2 6 35,1 3 1,-2 1 0,4 5 0,-2 0-212,1 2 1,-1 4 0,-3 0-1,0 1-136,0 0 1,0-4-1,0 0 1,0-6 144,0-3 0,0-10 0,0-4-414,0-6 1,0-13-1,0-13 116,0-5 1,5-5-1,1-1 1,5-2 81,2-2 0,0 4 0,3 1 1,0 3 137,0 4 0,-2 1 0,2 7 0,0 2 38,0 3 0,-4 7 0,1 5 1,-4 6 332,-2 6 1,-2 6 0,2 7 0,-2 2-267,-1 1 1,-2 3 0,1 4 0,-2 1-36,-1-1 1,0-1 0,0-2-1,1-3-1228,3-3 1,-3-3-1127,2-4 0,-2-9 2217,-1-12 0,0-11 0,0-11 0</inkml:trace>
  <inkml:trace contextRef="#ctx0" brushRef="#br0" timeOffset="381">319 288 7792,'10'0'125,"1"0"1,-1 0-1,1-1 547,3-2 0,-3 1 1,4-4-1,-1 0-59,0 0 1,4 3 0,-2-4-1,0 0-377,-2 2 1,-3-4-1,-1 2 1,1-1-61,-1 1 0,-4-2 0,-3 2-259,-2-2 1,-5 0-1,-4 2 1,-4 3-223,-2 3 0,0 1 0,1 0 1,-1 1 439,2 3 1,0 1 0,2 7 0,0 0 68,0 2 0,0 1 0,2-2 0,3 1-390,0 2 1,2 0-1,3 3 1,0-3-666,0-2 1,0 4 0,1-5 0,2 0-125,4-2 0,6-5 0,1-3 975,2-2 0,2-10 0,2-2 0</inkml:trace>
  <inkml:trace contextRef="#ctx0" brushRef="#br0" timeOffset="721">566 278 7738,'6'0'2593,"1"0"-1982,1 0 0,1-4 0,2-3 0,0-2-400,3-2 0,-3-2 1,3-2-1,-3-1-138,0-2 1,-2-2-1,-2 0 1,-4 0-40,-2 3 1,-2 2-1,-2 6 1,-4 2-117,-2 4 0,-5 3 0,-1 4 1,0 7 78,0 5 1,2 4-1,2 3 1,1 2 184,0 1 0,4 2 0,3 2 1,2-2-407,1-1 1,1-3 0,2 3 0,5-2-228,5-2 1,-1-10 0,5-4 0,2-3-850,0-4 1,2-10 0,-1-6 1299,1-8 0,4-9 0,1-5 0</inkml:trace>
  <inkml:trace contextRef="#ctx0" brushRef="#br0" timeOffset="1058">833 1 7792,'0'11'1065,"0"3"1,0 3 0,1 6 0,1 3-523,2 4 1,4-2 0,-2 7 0,4-5-388,0-2 1,0-2 0,-1-4 0,-1-1-331,-1-1 1,0-8-116,3-1 0,-5-6 0,-5-5 0,-7 0-274,-6 0 1,1-4 0,-5-2 0,-2 0 296,0 3 0,2 2 1,1 1-1,0 0 508,0 0 0,7 4 0,0 3 0,3 4-54,4 2 0,1 0 0,2 3 1,2-1-6,4-3 0,2-2 1,3-2-1,1-2-690,4-1 0,3-2 1,0-4-1,1-2-387,-1-4 1,2-7 0,0-3 0,1-3 893,-1 0 0,-2-5 0,5-1 0,-4-5 0</inkml:trace>
  <inkml:trace contextRef="#ctx0" brushRef="#br0" timeOffset="1109">1079 83 7792,'-10'3'0,"0"2"454,0 1 0,-1 1 0,2 3 0,1 0 314,1 0 0,5 1 0,-1 0 0,1 2-362,2 0 1,5 6 0,3-3 0,3 1-256,3 0 1,4 0 0,-2 3 0,2 1 21,-1 0 0,-5-1 0,2 1 0,-4-1-126,-3 1 0,-2-4 0,-5-1 1,-2-1-545,-1-3 1,-4 3 0,-5-2-1,-3-3-542,-1-2 1,2-2-1,-2 1 1,0-4-1331,0-2 2369,4-5 0,-3-7 0,4-5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7:54:56.961"/>
    </inkml:context>
    <inkml:brush xml:id="br0">
      <inkml:brushProperty name="width" value="0.06" units="cm"/>
      <inkml:brushProperty name="height" value="0.06" units="cm"/>
    </inkml:brush>
  </inkml:definitions>
  <inkml:trace contextRef="#ctx0" brushRef="#br0">196 30 7689,'-12'-5'340,"-1"1"0,-2 3 0,-3 1 1,1 1-1,-2 2 74,0 0 1,2 8-1,1 1 1,1 3 48,2 3 1,3 1 0,3 3 0,4 2-118,2 3 1,2 4-1,2 1 1,5 0-188,5-2 1,-1-2 0,5 2 0,2-1-519,0-2 0,-2-4 0,0 1-347,2-2 0,-1-6 1,0-4 705,-1-4 0,5-3 0,4-5 0</inkml:trace>
  <inkml:trace contextRef="#ctx0" brushRef="#br0" timeOffset="397">443 421 8834,'-6'-7'529,"2"0"1,3-2-277,1-4 0,1-4 1,3-5-1,3-5-89,2-2 1,2-3-1,2-7 1,2 1-35,1-1 1,-3 6 0,3 1 0,-1 4-117,-2 6 1,-2 6-1,-1 9 114,1 4 0,-1 7 0,-1 7 0,-1 6-111,-1 6 1,-4 3-1,3 5 1,-1 1-94,-3 2 1,2 2 0,0 3 0,-2-2-444,-1-3 0,-1-3 0,0 4 1,0-2-835,0-3 0,-1-8 1353,-2 2 0,-3-14 0,-4 4 0</inkml:trace>
  <inkml:trace contextRef="#ctx0" brushRef="#br0" timeOffset="740">484 267 10757,'4'-6'983,"0"1"1,5 5 0,4-1-844,6-2 0,0 1 0,10-4 0,3 0-2306,4 0 2166,0 0 0,4-9 0,-4-1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7:55:05.692"/>
    </inkml:context>
    <inkml:brush xml:id="br0">
      <inkml:brushProperty name="width" value="0.06" units="cm"/>
      <inkml:brushProperty name="height" value="0.06" units="cm"/>
    </inkml:brush>
  </inkml:definitions>
  <inkml:trace contextRef="#ctx0" brushRef="#br0">0 62 7163,'10'-5'962,"-1"5"0,-2 0 1,-3 6-397,-3 3 0,2 3 0,1 0-399,-2 2 0,-1 5 1,0 1-1,2 4 1,0 1-279,-1 0 1,-1 4-1,-1-3 1,0 1-503,0 1 0,0-6 0,0 1 0,0-4-606,0-6 1,-4-6 1218,-3-4 0,-2-6 0,-1-3 0</inkml:trace>
  <inkml:trace contextRef="#ctx0" brushRef="#br0" timeOffset="402">41 93 7806,'9'-15'131,"-6"4"1,14-4-1,-7 4 1,1 1-1,2 1 1,-1 1-1,2 2 250,-1 2 0,-1 0 1,0 5-1,-1 3-200,-2 3 0,-2 2 0,0 1 0,-4 0 88,-1 1 0,-2 2 0,-2 1 0,-1 0-138,-4 1 1,-2-4-1,-1 3 1,-2-2-385,-1 2 1,1-4 0,-3 2 0,2-4-410,-1 0 0,0-4 0,5 1 0,1-2-694,1 1 0,4-1 1356,-4-3 0,5-4 0,-3-2 0</inkml:trace>
  <inkml:trace contextRef="#ctx0" brushRef="#br0" timeOffset="753">308 134 7806,'12'7'253,"1"0"0,-1-5 0,1 1 1,-1-3 692,-2-3 0,0-2 0,1-4-716,-1-1 1,-1 2 0,-1-7 0,-2 1 0,-2 0-212,-1-2 0,-2 3 1,-1-1-1,0 3 208,0 1 0,-5 4 0,-2 2 0,-3 3 9,-4 1 0,3 1 0,-3 3 0,3 4-3,1 4 0,-1 4 0,2 4 1,1-2-246,1-1 0,5 0 1,-1 4-1,2-1-605,1 1 0,0-5 0,1-2 0,2-2-236,4 2 0,3-6 0,3 1 0,2-3-1866,1-4 2719,1-1 0,3-10 0,1-2 0</inkml:trace>
  <inkml:trace contextRef="#ctx0" brushRef="#br0" timeOffset="1108">503 52 7806,'6'0'1644,"-1"0"0,-5 5 1,0 5-1432,0 2 0,0 6 0,0 0 0,0 1-40,0 1 1,0 4 0,0 2 0,-1-1-105,-3 0 0,2-2 0,-4-5 0,2-2 63,1-1 1,-1-7-273,0-8 1,1-6 0,3-9 0,0-5-78,0-7 1,5 1 0,1-1 0,3-2-311,2-1 0,-1 4 0,0 2 0,1 3-124,-1 0 1,0 5 0,0 2 0,2 4-481,2 3 1,-3 3 1130,3 4 0,-3 0 0,-1 0 0</inkml:trace>
  <inkml:trace contextRef="#ctx0" brushRef="#br0" timeOffset="1465">740 0 7806,'-10'0'389,"-1"0"585,1 0 0,0 1 1,-1 2-284,1 0 0,3 5 1,2-1-1,0 3-442,3 4 0,1-3 0,2 4 0,1-1-132,1 0 1,5 4-1,-1-2 1,1 1 35,-1 0 0,1-3 1,-4 2-1,-2 0-7,-1 0 1,-2-4 0,-3 3 0,-2-1-540,-4 0 0,-3-1 0,-2-2 0,0-2-360,0-2 1,0-3 0,3-4-629,-2 0 0,5-1 0,6-2 1381,1-4 0,7-7 0,1-2 0</inkml:trace>
  <inkml:trace contextRef="#ctx0" brushRef="#br0" timeOffset="1546">791 113 7806,'0'7'1846,"-1"-1"-737,-2-2 1,0 4 0,-2-1-485,0 2 0,2 2 0,3 0 0,0 2-458,0 0 1,1 1 0,2-4-1,4 1 36,2-1 1,3-4-1,0-3 1,3-2-179,1-1 1,-3-5 0,0-5 0,-1-3-1115,-2-3 1,-3-1 0,-1-4 0,-2 2 953,-2 1 0,-2 0 0,-3 5 0,-4 0-74,-2 2 0,-1 1 1,-1 4-1,1 2-992,0 3 1,0 1 59,-1 0 0,6 1 1141,1 3 0,8 1 0,1 6 0</inkml:trace>
  <inkml:trace contextRef="#ctx0" brushRef="#br0" timeOffset="1547">914 103 8010,'6'10'438,"-2"1"1,-2-5 0,0 1 0,2 1 189,-2 1 1,-1 2 0,-1-1-1,0 0-203,0 1 0,0-1 1,0 1-1,0 2-273,0 1 1,-3 0 0,-2 0-318,-1 3 1,4-5-182,-1-2 1,1-8 0,2-3 92,0-8 0,2-6 1,1-6-1,4 0 162,2-3 0,-2 1 1,0-3-1,1 1-4,1 2 0,2 1 0,2 3 119,1 2 0,-1-1 0,-2 7 0,-1 3 1,0 2 352,0 4 0,4 7 1,-1 5-1,-3 7-228,-2 6 1,-2 3 0,0 5 0,-2 0-915,-3 0 1,-1-5 0,0-2 0,0-3 764,0 0 0,0 0 0,0-1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7:55:13.887"/>
    </inkml:context>
    <inkml:brush xml:id="br0">
      <inkml:brushProperty name="width" value="0.06" units="cm"/>
      <inkml:brushProperty name="height" value="0.06" units="cm"/>
    </inkml:brush>
  </inkml:definitions>
  <inkml:trace contextRef="#ctx0" brushRef="#br0">33 29 7737,'0'-6'24,"1"1"1,0 1 285,1-1 1,0 2 334,-2-2 1,2 5-1,0 0 1,3 3 0,-3 6 0,-1 2-95,0 3 1,1 3 0,0 4 0,0 1-283,-2 1 0,0 1 0,0 1 1,-2 1-92,-3-1 1,0-1 0,-2-1 0,1 0-1080,-1-1 0,2-5 0,0-1-682,-2-4 0,2-5 0,2-8 247,3-7 0,0-2 1336,3-8 0,3-2 0,4-2 0</inkml:trace>
  <inkml:trace contextRef="#ctx0" brushRef="#br0" timeOffset="314">148 87 7737,'7'-6'408,"-1"2"1,-2-1-1,1 3 156,0 0 0,-2 2 0,1 2 221,-1 3 1,-1 1-1,-3 3 1,0 1-366,-2 2 1,-2 0 0,1-1-1,-2 2-206,-3 1 1,2-2 0,-2 3 0,0-2 19,1 0 1,-1 1-1,3-1 1,-1 1-49,1 1 0,2-5 1,0 2-1,1-2-226,2-2 1,1-2 0,3-2-286,3-2 0,1-2 0,4-2 0,0-2-681,1-2 0,1-3 1,-2-1-1,0-1 538,0 1 1,1 0-1,0-2 1,-1 2 120,-2 1 1,-2 0 346,-1 3 0,0 0 0,1-1 0</inkml:trace>
  <inkml:trace contextRef="#ctx0" brushRef="#br0" timeOffset="633">251 196 7852,'1'4'534,"1"0"-219,2-1 0,0-1 1,0-2-1,2 0 457,1 0 0,1 0 0,3 0 0,0-1-466,-1-1 0,2-2 1,-2-5-1,2-2-36,-2-1 1,2 1-1,-4 1 1,0-2 66,-3 0 0,-3 2 0,-2 2-159,0 1 0,-2 3 0,-3 2 1,-3 1-18,0 1 1,-1 3 0,1 2 0,-1 3 31,1 3 0,1 1 0,1 3 0,0 0-96,2 2 1,-1 0-1,3 2 1,0 1-318,2 1 0,0-3 1,2 1-1,2-2-349,0-1 1,3-4 0,0-2 0,1-3-452,1-2 1,-1-2-1,2-5 1,0-2-2026,0-5 3045,-2-5 0,7-5 0,-2-4 0</inkml:trace>
  <inkml:trace contextRef="#ctx0" brushRef="#br0" timeOffset="956">469 125 6775,'0'-6'940,"0"-1"0,-1 4 1,0 1-1,-2 4-54,-1 2 1,2 2 0,-1 1-632,0 2 1,1-2 0,2 3 0,0 0-1,0 0-265,3-1 0,0 0 0,4-1 0,0 1-217,1-2 0,0-2 1,3-1-1,0-1 52,1-2 1,1 0 0,0-2 0,0-2-360,2-3 1,-3 0 0,0-3 0,-1 2 624,-1 0 0,-5 2 1,2 0 621,-2 3 1,-2 5-1,-1 4 1,-1 3-122,-1 2 1,0 4-1,0 3 1,-1 2 111,-1 2 0,-1-1 0,-4 1 0,1 2-356,-1-1 1,-1-6 0,-1 4 0,-1-2-554,-2-5 0,0-2 0,-1-4 0,0-1-75,-2-3 1,3-3-1,0-2 1,2-4-4010,3-2 4289,2-3 0,2-4 0,3-3 0</inkml:trace>
  <inkml:trace contextRef="#ctx0" brushRef="#br0" timeOffset="1280">713 292 8260,'5'6'2583,"0"1"-2583,0-4 0,-1 0 0,2-3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7:55:12.754"/>
    </inkml:context>
    <inkml:brush xml:id="br0">
      <inkml:brushProperty name="width" value="0.06" units="cm"/>
      <inkml:brushProperty name="height" value="0.06" units="cm"/>
    </inkml:brush>
  </inkml:definitions>
  <inkml:trace contextRef="#ctx0" brushRef="#br0">164 58 7747,'0'-12'0,"0"1"275,0 2 1,0 2-1,0 1 1,-2 0 42,-3 2-1,0 1 1,-3 3 0,1 1 575,-2 4 0,0 3 0,2 9-562,0 5 0,-1 5 1,5 4-1,-1 3 1,0 3-406,1 1 1,1-4 0,2 1 0,0-4-540,0-4 1,0-5 0,0-1 0,0-4-1317,0-4 0,-1-7 1374,-1-6 1,-1-5 0,-4-6 554,1-1 0,-4-1 0,0 0 0</inkml:trace>
  <inkml:trace contextRef="#ctx0" brushRef="#br0" timeOffset="535">10 321 7747,'-2'-7'0,"0"1"492,1-1 0,-2 1 1,1 0-212,3 2 1,2-1 0,4 3-1,2 0-96,1-1 1,2 2 0,2-3 0,1 0-435,2 1 0,4-4 0,0-2 0,1-1-132,0-1 0,-5-1 1,2 0-1,-3 1 243,-1 2 1,-8 4 0,-2 3 551,-4 4 1,-4 8 0,-1 3 0,-2 4 193,0 3 0,-1-1 0,2 4 0,1 0 3,1 0 0,3-5 0,0 0 0,0-3-663,3-3 1,2-4-1,4-1 1,1-5-152,2-4 1,0-4 0,1-5-1,-1-1 30,-1-1 0,-3-2 0,-4-2 0,-1-1-10,-3-1 1,0 3 0,-3-2 0,-4 1 57,-3 0 1,0 5 0,-2 0 0,-2 2-83,0 2 0,2 3 1,1 2-1,2 0-426,2 2 1,2 1 136,0 2 1,3-1-1,5 3 1,3-1 84,4 1 0,1-2 1,0 1-1,2 0 411,1-1 0,-2 1 0,3-1 0,-2 2 0,0 1 0,-2 1 0,0 0 887,0 1 0,-1 1 1,0 1-1,-1 1 1,-1 0-141,-1 0 0,-2 0 0,-2 3 0,0 0-290,-2 0 1,0-3 0,-1 1-1,-1 0-426,-1-1 0,-1 1 0,-4-2 0,1-1-319,-1-1 1,0-4 0,-1-1 219,0-1 1,-1-4-1,4-2 1,0-2 0,1-2 53,1-1 0,1-3 0,2-2 0,0 0-2,0-1 1,5 2 0,2-2-83,3 0 1,0 1-1,3 2 1,1 1-1,1-1-781,2 3 1,1-2 0,1 2 97,1 0 0,-1-2 0,1 4 781,1 0 0,-1-2 0,2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7:55:10.492"/>
    </inkml:context>
    <inkml:brush xml:id="br0">
      <inkml:brushProperty name="width" value="0.06" units="cm"/>
      <inkml:brushProperty name="height" value="0.06" units="cm"/>
    </inkml:brush>
  </inkml:definitions>
  <inkml:trace contextRef="#ctx0" brushRef="#br0">142 77 7806,'0'-6'14,"0"2"1,-1-1 0,-1 1 283,-2 1 0,0-3 0,0 2 0,-2 0 234,-2 0 0,1 2 0,-3 0-105,0 2 0,-1 0 1,0 3-1,-1 3 0,0 5 6,1 3 1,2 4 0,3 5 0,0 4-300,2 4 0,1-3 1,3 3-1,1-3 17,3 0 0,1-9 0,7 1 0,1-5-439,1-5 1,2-5 0,-2-5-1,2-5-280,0-5 0,-2-2 0,0-7 0,-1-2 250,-3-1 1,-2 1-1,1-2 377,-2 1 0,-2-1 0,0 4 0,-3 3 660,-1 4 1,-1 4-409,0 6 0,0 6 0,0 7 0,0 3 0,0 1-352,2 2 1,0-2 0,1 1 0,1 0-1049,0-2 0,0-3 0,2-3 1,1-1 1088,-1-3 0,1-1 0,-1-3 0</inkml:trace>
  <inkml:trace contextRef="#ctx0" brushRef="#br0" timeOffset="396">437 77 8206,'0'-6'596,"-1"0"0,0 1 0,-2 1-197,-1-1 0,0 1 0,-2 1 1,-1 0-32,1 2 1,2 1-1,-1 2 1,1 2-227,0 2 0,2 4 1,2 3-1,0 3-202,2 2 0,2 2 0,2 1 0,2 1-8,0 1 0,-1-2 0,3 2 1,-2-1 8,1-1 1,-2-3 0,-2 0-1,-3 1 59,-1-1 1,-2-3 0,-1 0 0,-4-2 243,-4 0 1,-1-3 0,-4-2-1,0-1-333,0-3 0,-1-1 0,3-3 0,-1-1-652,2-1 1,5-4 0,2-4 0,1-2-2170,3 0 2910,0 0 0,7-9 0,1 1 0</inkml:trace>
  <inkml:trace contextRef="#ctx0" brushRef="#br0" timeOffset="690">520 58 7884,'4'-4'997,"-2"0"0,-1 3 0,-1 2 1,0 4-72,0 5 0,0 7 0,0 3 0,0 3-497,0 4 0,0-3 0,0 5 1,0 0-443,0-1 0,0 0 1,0-2-1,0 0-1303,0-3 0,0-6 1,0-2-121,0-4 1,3-4 0,1-7 1435,2-3 0,0-4 0,0-6 0</inkml:trace>
  <inkml:trace contextRef="#ctx0" brushRef="#br0" timeOffset="985">687 161 7884,'4'-11'158,"0"1"1,-1 1 846,-2 1 0,-1 4 0,-2 2-276,-2 1 0,-2 4 0,0 1 0,-1 2-297,-2 3 1,2 1 0,-2 3 0,0 0-110,1-1 1,-1 1 0,3 0 0,-1 1 21,1 1 0,1-2 1,2 2-1,0-1-291,2 1 1,0-1 0,1 1 0,1-2-827,4 0 1,-1-3 0,5-1 0,0-3-146,2-2 0,1-1 0,1-3 0,0-3-2531,0-4 3448,0-2 0,-1-7 0,1 0 0</inkml:trace>
  <inkml:trace contextRef="#ctx0" brushRef="#br0" timeOffset="1279">758 129 8460,'-6'6'549,"2"1"1,-1-1 0,3 0-1,0 2-50,1 0 1,1 3-1,0 3 1,0 1-753,0-1 1,3 0 0,-1-1 0,0-1 129,1-2 123,0 0 0,1-4 0,-1 0 0</inkml:trace>
  <inkml:trace contextRef="#ctx0" brushRef="#br0" timeOffset="1574">758 65 7884,'-1'-5'2442,"-1"1"-3610,-2 3 544,1-2 1,3 5 0,3 1 0,1 0 623,-2 2 0,1 0 0,1 0 0,0-1 0,1-1 0,-3 0 0,2-1 0,1 2 0,-1-1 0,-1 0 0,1-1 97,-1 0 0,-1 2 0,2-1 0,-1 1 660,-2 1 1,2-2 0,-1 1 0,0 2-214,1 2 0,-2 0 1,1 3-1,-1 1-202,-1 2 0,2 0 0,0 3 0,-1 1-174,0 1 1,-1 0 0,0-1-1,0 0-86,0-1 1,0-5 0,0-2-229,0-2 1,1-4-1,0-4-43,1-3 1,1-5-1,-1-7 1,1-3-91,0-2 0,-1-3 0,3-2 0,0 0 86,0-1 1,4 4-1,-1-2 1,0 3 429,-1 2 0,2 8 0,-1 2 1,1 3 4,0 3 1,-4 5 0,2 4 0,-2 6-114,1 4 1,-2 2 0,0 5 0,-1 0-445,-2-1 1,1-1-1,-1 0 1,1-1-711,0-3 1,0-4-1,1-3 1025,1-3 0,0 1 0,3-5 0</inkml:trace>
  <inkml:trace contextRef="#ctx0" brushRef="#br0" timeOffset="1882">1085 7 8744,'-7'-4'722,"1"2"1,0 1 0,0 2 0,1 1-133,1 3 0,-1 3 0,-1 4 0,-1 2-94,1 3 1,2 0 0,2 2 0,2 0-350,0 1 0,0-2 1,0-4-1,2-3-131,3-2 1,0-3 0,2-2 0,0-1-985,2-3 1,-2-3 0,3-4-1,0-2 508,-3-1 0,1-1 0,-2 2 0,0 1 433,1 1 1,-3 4 0,0 2 765,-1 4 0,1 5 1,-2 8-1,-1 4 50,0 5 1,-1 2 0,0 4 0,0 3-312,0 1 1,-1 0 0,0 2-1,-2-2-269,0 0 1,-4-7 0,-2 1 0,0-5-374,-1-4 0,-1-7 0,0-8 0,-2-3-814,-2-4 0,2-6 0,-2-7 0,1-5-3792,2-5 4770,2 2 0,-5-8 0,1 5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7:55:17.089"/>
    </inkml:context>
    <inkml:brush xml:id="br0">
      <inkml:brushProperty name="width" value="0.06" units="cm"/>
      <inkml:brushProperty name="height" value="0.06" units="cm"/>
    </inkml:brush>
  </inkml:definitions>
  <inkml:trace contextRef="#ctx0" brushRef="#br0">135 16 8357,'0'-7'587,"0"1"1,0 3-1,0 4-17,0 5 1,0 4 0,0 5-295,0 5 0,0 2 0,0 7 1,0 3-1,0 6-115,0 6 1,-2 1 0,-1 6 0,0-2-626,0-3 0,-2-7 0,1-3 0,-2-3-531,0-4 0,1-6 0,1-1-355,-1-8 0,-1-1 1350,0-9 0,-6-3 0,-2-4 0</inkml:trace>
  <inkml:trace contextRef="#ctx0" brushRef="#br0" timeOffset="431">0 458 8235,'0'-6'863,"1"0"0,1-1 1,2 0-489,2-1 1,4-2-1,3-3 1,4-2-418,3-2 0,3 0 0,3-4 0,0 1-642,2 1 1,-2 1 0,2 0 0,-2 0 58,-3 3 1,-3 0 0,-4 1-1,-2 1 625,-2 0 0,-1 2 0,0-1 0,-1 1 0,0 3 0,-4 1-90,-2 0 0,-4 4 0,-1 3 689,-5 4 1,-2 2 0,2 3 0,-1 1 83,-2 3 0,4 1 0,-2 2 0,0 4-146,2 2 1,0 3 0,-1 3-1,2 1-236,2 0 1,1-4-1,1 2 1,1-2-481,1-1 0,2-8 1,4-2-1,2-4 141,0-4 1,2-6 0,3-7 0,0-4-294,-2-6 0,0-3 1,-1-6-1,-1-2-190,0-5 1,-5 3-1,0-3 1,-3 1 466,-1 1 0,-2 6 0,-3 3 1,-1 6 126,-2 5 0,-1 5 1,-1 3-262,-3 0 0,4 3 0,1 3-453,3 0 0,1 0 0,2 1-478,0 1 1,3-2 1118,4-1 0,-1 1 0,3 1 0</inkml:trace>
  <inkml:trace contextRef="#ctx0" brushRef="#br0" timeOffset="666">539 151 7818,'-7'19'267,"1"1"0,0 3 0,-1 4 563,1 1 1,-1 3 0,2 1 0,0 0-25,3-1 1,1-7 0,1 1-1,1-6-457,1-4 1,5-7 0,3-4-1,1-3-303,2-3 1,-1-5 0,4-4 0,1-4-335,-1-4 0,-2-2 0,-1-4 0,-2-3-76,-2-2 1,-1 3 0,-4-2-1,-1 2 69,-3 3 1,0 3 0,-1 6-1,-3 2-335,-2 3 1,-5 7 0,0-2-1,-1 5-2259,0 2 2889,-1 4 0,0 4 0,0 3 0</inkml:trace>
  <inkml:trace contextRef="#ctx0" brushRef="#br0" timeOffset="885">718 260 7721,'0'12'207,"0"-2"0,1-1 361,1-2-568,-1-3 0,2-1 0,-3-3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7:55:38.631"/>
    </inkml:context>
    <inkml:brush xml:id="br0">
      <inkml:brushProperty name="width" value="0.06" units="cm"/>
      <inkml:brushProperty name="height" value="0.06" units="cm"/>
      <inkml:brushProperty name="color" value="#E71224"/>
    </inkml:brush>
  </inkml:definitions>
  <inkml:trace contextRef="#ctx0" brushRef="#br0">180 58 7919,'0'-11'103,"-1"1"0,-1 1 340,-2 1 1,-3 1 0,-1 1 0,-3 2 114,-1 2 1,-2 2 0,0 3 0,-2 5-170,0 6 1,2 4 0,-1 9 0,2 5 210,2 5 1,2-1-1,3 5 1,2 3-296,2 1 0,2-3 0,5 1 1,3-3-417,4-3 0,1-8 0,2 1 0,3-5 60,3-5 1,-1-7-1,4-4 1,0-3-2636,1-4 1,1-2 2685,-1-2 0,-2-4 0,-1-4 0</inkml:trace>
  <inkml:trace contextRef="#ctx0" brushRef="#br0" timeOffset="332">398 481 8083,'-5'0'538,"1"0"1,3-6-1,-1-3 1,2-6-338,2-6 0,1-6 1,4-7-1,2-3 1,2-3 0,1 0 1,1-4-1,-1 1-10,1 4 1,0 6 0,-1 9-1,-1 6 173,-3 7 1,0 7 0,-3 4 157,0 6 0,0 5 0,-3 6 1,2 5-52,1 4 1,-1 4 0,-1 4-1,0 1-487,-2 3 0,2-1 0,-1 1 0,0-2-302,-2-1 0,0-5 0,0 2 0,0-4-1077,0-3 0,0-3 0,0-5 1394,-2-5 0,-2 1 0,-2-3 0</inkml:trace>
  <inkml:trace contextRef="#ctx0" brushRef="#br0" timeOffset="570">385 404 7860,'0'-6'1654,"0"-1"1,0 1-672,0 0 1,3-1-1,2 1 1,3 1-670,5 1 1,1 0-1,5-3 1,2 1-760,1 0 0,2-1 0,2 2 445,0 0 0,4-3 0,-4 1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7:55:40.211"/>
    </inkml:context>
    <inkml:brush xml:id="br0">
      <inkml:brushProperty name="width" value="0.06" units="cm"/>
      <inkml:brushProperty name="height" value="0.06" units="cm"/>
      <inkml:brushProperty name="color" value="#E71224"/>
    </inkml:brush>
  </inkml:definitions>
  <inkml:trace contextRef="#ctx0" brushRef="#br0">0 72 7015,'0'-5'762,"0"1"1,0 2-228,0-2 0,0 6 1,1 2-1,1 7-182,2 5 1,2 4 0,1 6 0,0 4-250,1 4 0,0 0 1,2 5-1,-1 0-120,-1-2 0,0-6 0,-1-2 0,1-6-67,0-4 0,-2-9 0,2-4 0,0-5 0,0-5 1,0-5-1,1-7 1,-1-5 100,1-3 1,0-3 0,-1-5 0,1-1-53,1 1 1,-2 0-1,1 1 1,-1 0-90,0 1 1,-1 5 0,2-1-1,-2 3-734,-1 3 0,1 4 1,-1 2 856,1 5 0,-1 1 0,0 4 0</inkml:trace>
  <inkml:trace contextRef="#ctx0" brushRef="#br0" timeOffset="240">347 219 8133,'3'4'0,"2"0"355,2-1 0,1-1 1,3-3-1,0-1 123,1-2 1,-1-5 0,0-2 0,-1-3-145,0-4 1,0 0 0,-5-1 0,0-1-242,-3-2 1,-2 3 0,-2 0 0,-3 3 93,-3 3 1,-2 6 0,-3 2 0,0 5 103,0 2 1,3 7 0,-1 6 0,0 3-79,1 4 1,1 1 0,3 4 0,-1 0-80,1 0 0,2-4 1,2 4-1,2 0-572,2-3 1,3 0-1,3-5 1,3-1-947,1-1 1,1-8 0,0 0 0,0-6 1383,2-2 0,-1-7 0,1-1 0</inkml:trace>
  <inkml:trace contextRef="#ctx0" brushRef="#br0" timeOffset="500">520 155 7850,'-3'-4'976,"2"1"0,-2 6 0,3 2 0,0 4-598,0 4 1,1 2 0,1 5-1,0 0-173,2 1 0,-3 2 0,2 2 0,-3 1 8,0 0 1,0-3 0,0-1-1,-3-2-244,-1-3 0,1-4 0,-2-3 114,0-3 1,0-5 0,1-6 0,2-5 68,1-2 0,1-7 0,0-2 0,0-4 110,0-2 1,3 0-1,1-2 1,1 1-187,1 2 0,-1 3 0,4 2 0,-2 1-389,2 2 1,-1 5-1,2 0 1,0 4-830,0 2 1,-2 4 0,3 0-1249,0 1 2390,-1 1 0,-1 6 0,-3 1 0</inkml:trace>
  <inkml:trace contextRef="#ctx0" brushRef="#br0" timeOffset="728">706 206 7850,'0'13'0,"0"0"0,0 0 256,0 2 0,-2 0 0,0 1 0,0 0-8,1 1 1,1-3 0,0 0 0,0-2-886,0-1 637,0-6 0,0 1 0,0-6 0</inkml:trace>
  <inkml:trace contextRef="#ctx0" brushRef="#br0" timeOffset="962">732 72 7850,'-5'-4'538,"1"1"291,-1 0 0,1 3-962,0-3 0,3 3 0,1 0 133,1 3 0,7 3 0,-1 4 0</inkml:trace>
  <inkml:trace contextRef="#ctx0" brushRef="#br0" timeOffset="1190">956 20 7850,'-9'-3'0,"1"0"0,-2 2 0,1 0 544,1-1 0,1-1 0,0 3 0,1 1 880,-1 1 1,2 5 0,1 4 0,1 4-845,0 4 0,2 3 1,-1 5-1,1 1-345,1 4 1,0-1 0,0 2 0,0-1-181,0-2 0,0-1 1,0-1-1,0-3-2454,0-5 0,1-5 0,0-2-265,2-4 1,1-7 2663,-2-4 0,-3-6 0,-2-2 0</inkml:trace>
  <inkml:trace contextRef="#ctx0" brushRef="#br0" timeOffset="1419">828 238 12001,'-3'-3'1738,"2"0"-1200,3 0 0,3 2 0,1-2 0,3 1-1457,3 0 1,0 0-1,3 1 1,1 0 918,1-1 0,-1-3 0,0 1 0</inkml:trace>
  <inkml:trace contextRef="#ctx0" brushRef="#br0" timeOffset="1643">1014 193 7839,'-6'1'1206,"1"1"1,1 0-10,-1 2 0,2-2 1,1 2-848,1 1 1,4-2-1,2-1 1,2 0-195,2 0 1,2-1 0,0 1 0,1-2-3907,1 0 3750,-1 0 0,4 3 0,1 1 0</inkml:trace>
  <inkml:trace contextRef="#ctx0" brushRef="#br0" timeOffset="1683">1181 110 7839,'-3'-4'1170,"-2"2"1,0 4 0,0 3 0,1 0-61,-1 2 1,2 3-1,-1 3 1,0 6-815,1 4 0,-1 5 0,-1 4 1,2 2-236,0 4 0,-1-3 0,1 3 0,0-3 89,0-4 0,1-4 0,2-7-150,0-5 0,-3 3 0,0-4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7:55:48.196"/>
    </inkml:context>
    <inkml:brush xml:id="br0">
      <inkml:brushProperty name="width" value="0.06" units="cm"/>
      <inkml:brushProperty name="height" value="0.06" units="cm"/>
      <inkml:brushProperty name="color" value="#E71224"/>
    </inkml:brush>
  </inkml:definitions>
  <inkml:trace contextRef="#ctx0" brushRef="#br0">78 135 7322,'-5'-4'797,"1"0"-419,-1 1 1,-1 1 0,0 2 0,0 2 272,-1 2 1,1 5-1,-1 8 1,1 5-153,-1 4 0,2 4 1,0 4-1,3 0-284,2-1 0,2-4 0,3-4 0,3-8-314,3-8 1,4-6 0,2-7 0,2-7 86,0-7 1,0-7 0,0-10 0,-2-5-363,-2-1 1,-2 1-1,-4 2 1,-2 5 444,-4 7 0,-6 11 0,-3 5 0,-3 4 360,-3 4 0,0 3 0,-3 2 0,1 1-52,-1 1 1,2 0-1,0 2 1,1 0-555,1 1 1,2-1-1,1 2 1,3-2-690,3 0 1,2-1 0,2 0 0,3 1-644,3-1 0,5 0 0,4-2 1507,1-2 0,4 2 0,1-1 0</inkml:trace>
  <inkml:trace contextRef="#ctx0" brushRef="#br0" timeOffset="1">379 0 7699,'-11'0'837,"1"0"0,0 0 236,0 0 1,0 3 0,0 2 0,1 3-605,2 3 0,1 2 1,0 4-1,2 5 106,2 2 1,1 5 0,1 0 0,1 1-529,1 2 0,-1-3 1,3 2-1,1-1-1572,1 0 1,-2-8-1,1-2 1,-1-5-682,-1-5 1,0-5 2205,-3-1 0,-3-2 0,0 1 0</inkml:trace>
  <inkml:trace contextRef="#ctx0" brushRef="#br0" timeOffset="434">238 295 7699,'0'-6'1948,"0"0"1,0-1 0,1 1-1460,4-1 0,2 3 0,6 0 0,2-1-532,2-1 1,3 2 0,0 0 0,3-1-1271,2-1 1,-3 1 0,3-1 1312,-2-1 0,-2-1 0,-1 2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7:55:43.446"/>
    </inkml:context>
    <inkml:brush xml:id="br0">
      <inkml:brushProperty name="width" value="0.06" units="cm"/>
      <inkml:brushProperty name="height" value="0.06" units="cm"/>
      <inkml:brushProperty name="color" value="#E71224"/>
    </inkml:brush>
  </inkml:definitions>
  <inkml:trace contextRef="#ctx0" brushRef="#br0">58 23 7921,'0'-8'1742,"0"-1"-1269,0 3 0,0 8 1,0 6-1,0 8 19,0 6 1,0 3 0,0 6 0,0 3-254,0 1 1,2 1-1,0 2 1,0 0-334,1 0 1,-1-4 0,1 2-709,0-5 1,-1-3 0,-1-7 0,0-5 801,1-4 0,0 1 0,-2-3 0</inkml:trace>
  <inkml:trace contextRef="#ctx0" brushRef="#br0" timeOffset="468">0 318 8324,'0'-6'360,"1"-1"0,1 1 94,2 0 0,3-1 0,1 1 0,3 1-110,1-2 0,4 2 1,1-3-1,2 1-1197,2 0 0,0-2 1,2-1-1,-1-1 853,-1 1 0,-1-1 0,-1-2 0</inkml:trace>
  <inkml:trace contextRef="#ctx0" brushRef="#br0" timeOffset="867">276 36 8405,'-3'13'0,"-1"0"380,-2 0 1,3 0-1,0 1 1,1 0 197,-1 0 1,1 0 0,2 3 0,0 3-80,0 0 1,1-1-1,0 4 1,2 0-334,-2 2 0,2-1 0,-1 3 0,0-2-64,1-4 1,-2-3-1,1-2 1,1-3 36,-1-3 0,1-5 1,-2-3-561,1-4 0,2-4 0,-1-5 0,1-2 196,1-2 0,-1-2 0,1-4 0,2-3 139,0-1 0,-2 4 1,4 2-1,-2 1 111,-1 2 0,1 5 0,-1 0 0,1 3 244,-1 5 1,-2 2 0,0 4-1,-1 6-69,-2 5 1,0 5 0,-1 2 0,0 1-863,0 0 1,0 2 0,0 1-1,0-1-475,0 0 0,0-8 1,1-1-1,0-4-456,1-3 1593,3-6 0,-1 1 0,2-3 0</inkml:trace>
  <inkml:trace contextRef="#ctx0" brushRef="#br0" timeOffset="915">488 318 8104,'6'-6'0,"0"-1"398,1 1 0,-1 0 0,1-1 0,0 1 177,1-1 1,-1 0 0,2-1 0,-1-3-286,0-1 0,0 1 0,-1 1 0,-1 0-377,-2 0 0,-2 2 0,0-2 0,-2 0-49,-2 3 1,-3 0 0,-3 3 0,-3 2 32,-1 1 1,-1 4-1,-2 2 1,0 3 47,-2 5 0,5 1 0,0 2 1,1 1 529,1 2 0,5-3 1,-1 5-1,2 0 516,3 1 0,1 0 0,3 1 0,4-1-943,5-2 1,4 0 0,5-5-622,1-4 1,2-2 0,-1-7 0,2-2 0,2-2-1235,0-4 0,-5-3 1,1-4 1806,-4 0 0,1-3 0,-4 0 0</inkml:trace>
  <inkml:trace contextRef="#ctx0" brushRef="#br0" timeOffset="1320">1014 196 7700,'-5'0'308,"1"0"121,-1 0 0,2 1 0,1 1 0,1 3-73,1 3 1,0 3 0,0 6 0,1 4-334,1 3 1,0 1 0,1 4-1,1-1-541,-1 0 0,-1-5 0,2-3 518,-1-4 0,2-4 0,-2-6 0</inkml:trace>
  <inkml:trace contextRef="#ctx0" brushRef="#br0" timeOffset="1426">1071 81 7757,'-3'-4'-200,"3"2"0,-2 4-217,1 3 0,4 0 1,1 2 416,2-1 0,3 3 0,1 1 0</inkml:trace>
  <inkml:trace contextRef="#ctx0" brushRef="#br0" timeOffset="2173">1200 49 7757,'0'9'450,"0"-1"0,0 2 1,0 1 129,0 1 1,0 1-1,0 4 1,0 3-135,2 0 0,4-1 1,3 4-1,-2 1-245,1-1 0,-2-1 0,0-4 0,-1-1-403,-1-2 0,-3-2 0,2-2-176,-3-3 0,0-3 1,-3-3-1,-4-1-43,-3-1 0,-2-3 1,-1 1-1,1 1 161,-1 0 0,0-1 1,1 0-1,0 0 546,2 2 0,4 3 1,0 2 107,0 2 0,4 1 0,1 0 0,4 0 82,3 0 1,-1 0 0,4-1 0,0-1-553,2-2 0,1-2 0,1 0 1,0-1-785,-1-1 1,1-3 0,0-1 0,0-2 859,0-1 0,0-2 0,-1-1 0</inkml:trace>
  <inkml:trace contextRef="#ctx0" brushRef="#br0" timeOffset="2222">1360 395 7757,'4'0'842,"0"0"-528,1-3 1,2 0 0,1-4 0,1-2 136,1-2 0,-2-4 1,2-2-1,0-2-211,-2-2 1,-3 0 0,-2-2 0,0 0-19,-2 1 1,-3 3 0,-4 2 0,-3 4 135,-1 5 1,2 6-1,-3-1 1,0 3-71,-1 3 0,1 3 1,2 5-1,0 4-142,1 2 0,5 2 0,-3 2 0,2 1-436,3 1 0,0-2 1,2 2-1,1 1-213,2-1 1,3-1 0,1-4 0,2-2-1054,0-1 1,2-6 0,-1-1 1555,1-4 0,1-4 0,0 0 0</inkml:trace>
  <inkml:trace contextRef="#ctx0" brushRef="#br0" timeOffset="3014">1475 254 7419,'0'-6'4031,"2"3"-3395,1 3 1,-1 6-1,-2 5 1,2 3-283,0 3 0,0 3 0,-2 0 1,1 3-179,1 2 1,-1-3 0,1 3 0,-1-2-50,-1-3 0,0-2 0,0-2 0,0-2-289,0-4 0,0-6-271,0-4 0,0-9 0,0-6 0,2-5 65,3-4 0,-2-4 0,2-3 0,0-1 98,3 0 1,-1 4 0,2 0 0,-1 3 187,0 5 0,0 5 1,2 2-1,0 4 571,0 4 0,-2 4 1,0 5-1,-3 5 30,0 2 0,-3 5 0,1 3 0,0 3-174,-1 3 1,-2-1 0,0 4-1,0-2-755,0 0 0,0-3 1,0-2-1,0-2-1249,0-4 1,1-2 0,1-7-2126,2-5 3784,-1-6 0,3-7 0,-2-5 0</inkml:trace>
  <inkml:trace contextRef="#ctx0" brushRef="#br0" timeOffset="3446">1738 62 7757,'0'-7'791,"2"3"1,1 1 199,-2 2 0,0 4 1,-1 7-1,0 5-577,0 2 0,0 2 1,0 4-1,0 0 58,3 2 0,-3 2 1,2 5-1,-1-1-821,-1 1 1,0-3-1,0 4 1,0-2-700,0-2 0,0-7 1,-1-4-1,-1-4 1048,-2-4 0,-2-2 0,0-2 0</inkml:trace>
  <inkml:trace contextRef="#ctx0" brushRef="#br0" timeOffset="3447">1687 331 7757,'2'-14'433,"0"2"1,0 1 97,1 1 0,-1 2 1,2-2-1,2 0-93,2 2 1,-1 2 0,1 1 0,0 1-150,1 2 0,1-1 1,2 1-1,-1 0-850,0 1 1,-3 0 0,1 1 0,-1 0-1211,1 0 0,0 0 1771,-3 0 0,0 0 0,1 0 0</inkml:trace>
  <inkml:trace contextRef="#ctx0" brushRef="#br0" timeOffset="3448">1867 222 7757,'0'10'484,"0"-1"0,-3 1 1,1 0-1,0 0 449,-1 1 0,3 0 1,-2 4-1,1 2-389,1 2 1,0 0 0,0 0 0,0-1-1182,0 1 0,1-6 0,1 1-3036,2-6 3673,-1-3 0,2-13 0,-1-3 0</inkml:trace>
  <inkml:trace contextRef="#ctx0" brushRef="#br0" timeOffset="3449">1912 126 7757,'0'-7'2118,"0"1"-2240,0 2 0,0 4 0,2 5 1,1 0-1775,0-1 1896,-2 2 0,8-3 0,-2 4 0</inkml:trace>
  <inkml:trace contextRef="#ctx0" brushRef="#br0" timeOffset="3450">2008 100 9168,'-4'3'1066,"2"1"0,-1 2 1,1 1-1,1 2-348,0 1 0,1 5 0,1 2 1,0 3-384,1 1 0,2 2 1,-1 3-1,0 0-188,0 2 1,-1-1-1,-2 1 1,0-3-1984,0-2 1,0-5 0,0-1-1,-1-6 343,-1-3 0,1-4 0,-3-3 1493,-1-2 0,-4-6 0,-1-3 0</inkml:trace>
  <inkml:trace contextRef="#ctx0" brushRef="#br0" timeOffset="3877">1976 338 8149,'0'-7'287,"0"1"1,0 1 0,3 1 818,1-1 1,2 0 0,2 0-210,1 1 0,-1 2 0,-1 0 1,1-1-491,1 1 1,0 0 0,-1 2-1947,3 0 0,-2 2 0,0 0 0,-2 1 387,0-1 1,-3-1 1151,0 1 0,0-1 0,3-1 0</inkml:trace>
  <inkml:trace contextRef="#ctx0" brushRef="#br0" timeOffset="3878">2142 254 8616,'0'7'3177,"1"-2"-2273,1 0 0,0 0-970,2-1 0,0 1 1,3 0-1,-1-1-152,0-1 1,1 0 0,-1-2 0,1 1 217,2 0 0,-2-4 0,2-2 0</inkml:trace>
  <inkml:trace contextRef="#ctx0" brushRef="#br0" timeOffset="4312">2290 203 7726,'0'-4'-1,"0"-1"1027,0 0 0,-1 2 214,-1 1 0,1 2 1,-3 3-1,1 4-648,-1 3 0,2 3 0,-2 3 0,-1 5-110,2 3 0,-3 6 1,2 7-1,0 5-260,0 3 0,0 0 1,-1 4-1,1-2-1509,-1-4 1,2-10-1,1-5 1,1-8-4111,1-9 5397,0-6 0,0-8 0,0-4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7:55:49.664"/>
    </inkml:context>
    <inkml:brush xml:id="br0">
      <inkml:brushProperty name="width" value="0.06" units="cm"/>
      <inkml:brushProperty name="height" value="0.06" units="cm"/>
      <inkml:brushProperty name="color" value="#E71224"/>
    </inkml:brush>
  </inkml:definitions>
  <inkml:trace contextRef="#ctx0" brushRef="#br0">14 102 6704,'0'-6'1512,"0"2"228,0-1-1365,0 1 1,0 3-1,0 4 1,2 4-169,0 4 1,0 3 0,-2 2 0,0 4-137,0 2 0,0 2 0,0 3 1,-1-1-195,-1-1 0,1-4 0,-3 0 0,1-4-48,-1-4 1,3-7 234,-1-6 1,1-8 0,1-7 0,0-4-59,0-2 1,3-3 0,1-3 0,2-3 77,3 1 0,-1 2 1,2 4-1,3-1-207,1 2 0,0 3 1,2-1-1,1 3-574,-1 5 0,-1 5 0,2 1 0,-2 4-1894,-3 2 2591,-2 3 0,-1 9 0,1 2 0</inkml:trace>
  <inkml:trace contextRef="#ctx0" brushRef="#br0" timeOffset="464">225 224 7815,'7'0'260,"-1"0"0,1 0 0,-1 0 387,0-3 1,2-3 0,0-5 0,3-2-164,1-4 1,1 0 0,-1-5 0,-2 1-356,-1 0 1,-3 3-1,-1-2 1,-4 3 9,-2 4 1,-3 3-1,-3 3 1,-2 2 22,-1 2 0,-3 4 1,-1 3-1,1 4-304,1 3 0,1 1 0,0 4 1,1 2 165,0 0 1,2 1 0,2 3 0,1 1-258,1 0 1,2-2-1,1 3 1,2 0-465,4 1 0,1-2 1,3-3-1,2-4-39,3-3 0,1-7 0,2-2 0,1-4-1060,0-4 1796,1-3 0,1-12 0,-1-1 0</inkml:trace>
  <inkml:trace contextRef="#ctx0" brushRef="#br0" timeOffset="931">469 45 7711,'0'-7'227,"-1"2"493,-1 0 0,-1 2 0,-4 4 0,1 1-103,-1 3 1,2 3 0,0 3-1,0 1-359,0 1 1,0 2-1,1 0 1,2 0-231,1 0 0,1-1 0,0 0 1,1-2-109,1-1 1,2-5 0,3-1 0,1-1-485,0-3 1,4-4-1,-2-3 1,0-5 386,1-3 1,-3 1-1,0-3 1,0 1 51,-2 0 0,-2 3 0,0 3 766,-1 2 1,-2 4 0,-3 4-250,-2 5 0,-2 4 0,-1 7 0,-1 3-175,-1 5 0,1-3 0,1 6 0,1 1-238,0-1 1,0 2 0,1-5 0,1 1-211,2-1 0,-1-5 0,3 3 0,0-5 116,0-3 0,3-4 0,2-3 0,0-3 126,2-3 1,1-2 0,1-3 0,1-4-68,2-3 1,0-5 0,1-2 0,0-2-367,-1-2 0,1 1 0,-1-2 0,0 2-333,-2 1 0,-2 0 0,1 0 1,-2 2-395,-1 0 0,-1 0 1149,-1 0 0,0-2 0,3 3 0</inkml:trace>
  <inkml:trace contextRef="#ctx0" brushRef="#br0" timeOffset="1390">668 96 7711,'-3'4'508,"-1"2"1,-1 0-1,0 2 248,0 2 0,2-1 0,-1 2 0,1 3-242,0 2 1,2 0 0,-1 2 0,2-1-539,2 2 0,0 0 0,4-1 0,1-3 1,0-4 0,3-4 0,0-3 0,2-3-213,1-2 1,-4-5 0,4-6 0,-2-3-6,-1-7 1,1-1-1,-2-4 1,-1 2 226,-1-1 1,-1 5-1,1-3 1,-1 4 155,1 3 0,-3 4 323,0 5 1,-2 6-1,2 6 1,-1 4-369,-2 5 0,0 4 0,-1 0 1,0 2-742,0 0 0,0 0 0,0 1 0,0-1-616,0 0 1,1-3 0,0-1 0,2-4 1259,0-2 0,-1-2 0,1-1 0</inkml:trace>
  <inkml:trace contextRef="#ctx0" brushRef="#br0" timeOffset="1391">886 237 7711,'6'0'376,"-1"0"1,-1-1 237,1-1 1,1 0 0,0-4 0,1-1-153,2-3 1,-1 0 0,2-4 0,-1-2-234,-1-3 1,-1 0-1,-2-3 1,0 3-47,-3-1 1,-1 6 0,-2 3 0,-2 3 35,-3 4 0,-4 6 0,-2 3 0,-1 3 222,0 5 1,0 3-1,1 5 1,1 2-60,0 2 0,3 0 0,0 4 0,2 0-512,2-2 0,3-2 0,-1-2 0,4 0-734,5-3 0,2-7 0,4-3 0,1-5-521,0-3 0,0-2 0,1-2 0,-1-5-259,1-3 1644,-4-2 0,7-4 0,-5 0 0</inkml:trace>
  <inkml:trace contextRef="#ctx0" brushRef="#br0" timeOffset="1856">1149 109 7711,'-1'-4'1633,"-1"-1"-592,-2 0 1,0 2 0,0 1-425,-1 2 0,0 0 1,0 3-1,1 4-371,2 2 1,-1 6 0,3 3-1,0 2-176,0 2 0,3 2 1,-1-1-1,2 0 84,1 1 1,1-2-1,-1 2 1,0-3-112,-3-1 0,-1-3 0,-1-2 0,-1-2-47,-1 0 1,-3-3 0,-3-1 0,-2-3-407,0-2 0,-2-1 0,1-3 0,0 0-456,0 0 1,2-3-1,2-2 1,2-3 17,0-2 1,2-3 0,4-1 0,1-2-1298,3 0 2145,3-1 0,2-6 0,3 1 0</inkml:trace>
  <inkml:trace contextRef="#ctx0" brushRef="#br0" timeOffset="2321">1264 96 7711,'4'1'877,"-2"1"1,1-1 0,-1 4 0,0 0-269,-2 3 0,1 3 0,0 4 0,1 5 69,0 5 1,-1 2 0,-1 2-1,0-1-856,0-1 0,0 0 1,-1-3-1,-1-3-720,0-3 0,-2-7 0,1-3 0,0-3-737,-2-3 1,-1-4 1634,0-2 0,-4-5 0,0-1 0</inkml:trace>
  <inkml:trace contextRef="#ctx0" brushRef="#br0" timeOffset="2322">1207 301 7711,'3'-7'124,"-1"-1"0,-1 0 0,-1 0 0,1 1 727,1 3 1,1-2-1,4 3 1,-1-1-309,1-1 1,2 4 0,2-1 0,1 1-927,1 1 0,-3 0 1,0 0-1,0 0-104,0 0 0,-1 0 1,2 1-1916,0 1 2402,-5 1 0,6 4 0,-5-1 0</inkml:trace>
  <inkml:trace contextRef="#ctx0" brushRef="#br0" timeOffset="2323">1393 269 7819,'6'0'368,"1"0"0,-1 0 0,0 0 8,1 0 1,-1-3-1,1-2 1,-1-3-54,0-2 1,-1-3 0,-2-1-1,0-2 51,-1 0 0,-2 1 1,-3-2-1,-2 2 406,-2 3 0,-1 3 1,-2 5-1,0 2-165,0 4 0,2 3 1,-1 5-1,2 6-205,1 4 1,0 1 0,2 4 0,2 2-297,1-1 0,1-2 0,0-1 1,1-1-2258,1-1 0,4-5 0,3-4 0,1-5 2143,1-4 0,-2-2 0,1-1 0</inkml:trace>
  <inkml:trace contextRef="#ctx0" brushRef="#br0" timeOffset="2373">1521 186 7711,'0'6'1938,"0"1"-942,0-1 1,0 1 0,0 1 0,0 1-336,0 1 1,0 1-1,0 2 1,0 0-30,0 2 1,0-1-1,0 3 1,0-1-638,0 1 0,-1-3 0,0 0 0,-2-2-180,-1-1 0,0-5 0,-2-1 189,-1-1 1,2-3-1,0-6 1,3-3 85,1-4 1,4-3-1,2-2 1,2 0-104,3-3 1,0 5 0,4-4 0,1 2-621,1 1 0,-2 1 1,1 0-1,-1 2-473,1 0 0,-1 0 1,3 0-1,-1 1-1143,0-1 2249,2 0 0,1-3 0,0 0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7:55:56.090"/>
    </inkml:context>
    <inkml:brush xml:id="br0">
      <inkml:brushProperty name="width" value="0.06" units="cm"/>
      <inkml:brushProperty name="height" value="0.06" units="cm"/>
      <inkml:brushProperty name="color" value="#E71224"/>
    </inkml:brush>
  </inkml:definitions>
  <inkml:trace contextRef="#ctx0" brushRef="#br0">222 105 7769,'0'-7'280,"0"0"0,-1-1 28,-1-1 1,-2-2-1,-5 2 1,-2 0-100,-1-1 1,-4 2 0,-2 4 0,0 2 492,-2 1 0,2 7 0,1 6 1,4 6-1,2 7-237,4 4 0,4 3 0,1 5 0,3 0-322,3-1 0,3-8 0,7 1 1,1-3-123,3-4 0,-2-6 0,1-3 0,-1-2-448,-2-1 0,-1-2 0,-2 3 242,-5 1 0,-3-3 0,-6 0 0,-4-2 56,-5 0 0,-2-3 0,-4 0 0,0-1-302,-1-2 1,0-1 0,1-2 0,1-3-535,2 0 0,6-5 0,-2-1 965,3-1 0,4-1 0,1 0 0</inkml:trace>
  <inkml:trace contextRef="#ctx0" brushRef="#br0" timeOffset="317">300 189 7769,'0'18'0,"0"1"415,0 1 0,0 0 1,0 5-1,0 0-82,0 0 1,0-4-1,0 0 1,0-2-32,0-1 0,1-10-302,1-4 0,-1-8 0,1-6 0</inkml:trace>
  <inkml:trace contextRef="#ctx0" brushRef="#br0" timeOffset="637">333 98 7769,'-1'-10'208,"-1"1"1,0 2-1,-1 1-42,0-1 1,1 3-1,2 0 1,2 1-482,3 2 0,1 1 0,1 2 0,1 2-1189,0 2 1504,4 1 0,-2-1 0,3 1 0</inkml:trace>
  <inkml:trace contextRef="#ctx0" brushRef="#br0" timeOffset="679">509 98 7769,'-10'10'0,"1"-2"0,-2 2 0,-1 3 668,0 1 0,1 1 1,0 1-1,3 1 179,3 0 0,2-5 0,3 0 1,0-2-830,0-2 0,4-1 1,2-3-1,5-2-408,1-1 0,1-7 1,0-3-1,1-6 222,1-4 0,-3-1 0,2-4 0,-1 0-548,-1 1 1,-2 3-1,1 6 1,-1 3 638,-1 4 1,-4 5-1,2 9 1,-1 8 683,-1 9 0,-1 13 0,-2 6 0,-1 3-2,-1 1 1,0-2 0,0-4 0,-1-2-265,-1-3 0,-2-6 0,-2 0 0,-1-2-214,1-2 0,-4-5 0,-1-2 0,-1-3-377,-1-1 1,-3-6 0,0-4 0,-2-2-1225,1-3 1,2-6-1,-2-5 1474,1-1 0,1-7 0,2-1 0</inkml:trace>
  <inkml:trace contextRef="#ctx0" brushRef="#br0" timeOffset="1266">847 131 7381,'0'-7'-429,"0"1"0,0 1 1151,0 1 1,0 3 0,0 2-109,0 5 1,0 6-1,1 6 1,1 1-374,0 3 1,0 2 0,-1 2 0,0 2-66,1 0 1,0-2 0,-2 3-1,0-2-113,0-2 1,0-4 0,0-1 0,0 0-84,0-2 1,-2-8 0,-1 0 24,0-4 0,1-2 0,0-7 0,1-3-193,1-5 0,3-2 1,2-5-1,1-3-57,3-4 1,-1-4 0,2-1 0,1-1 225,1-1 0,-2 3 1,5-3-1,-1 3 1,0 3 0,-2 8 0,-2 7 0,-2 4 140,-2 5 1,0 8-1,-4 8 1,0 5 141,-2 7 1,0 0 0,-2 4 0,-1 0-366,0-1 1,1-3 0,0-1 0,1-2-600,1-2 0,1 0 0,1-3 0,3-3-284,3-4 1,0-6-1,3-4 984,1-2 0,3-9 0,2-3 0</inkml:trace>
  <inkml:trace contextRef="#ctx0" brushRef="#br0" timeOffset="1600">1160 163 8093,'-3'-5'0,"-1"0"59,-2 3 0,-1-1 0,-1 1 0,-1 1 1087,1 0 0,-1 4 1,0 4-1,1 3-589,1 2 1,3 2-1,2 1 1,2 3-523,0 1 0,0 2 0,2 1 1,3-1-217,3-1 0,3-4 0,2-3 0,2-3-135,0-3 0,2-4 0,-1-4 0,0-5-99,0-4 0,0-6 1,-2-3-1,0-5 501,-2-4 1,-3 2 0,-1-1 0,-1 3 619,-3 2 1,-1 6-387,-3 5 0,0 8 0,-1 6 1,0 7-95,-1 6 0,-3 3 1,3 3-1,1 2-755,0 1 1,1-1-1,0-2 1,1-1-638,1-5 0,2-2 1,2-4-1,1-4 1166,-1-5 0,4-7 0,0-4 0</inkml:trace>
  <inkml:trace contextRef="#ctx0" brushRef="#br0" timeOffset="1929">1395 20 7789,'0'-7'1296,"-1"1"-872,-1-1 0,1 7 1,-1 5-1,1 5 160,1 4 1,0 4 0,0 3 0,0 3-144,0 2 1,3 1 0,-1 0-1,1 3-616,0 2 1,2-1 0,-3 4 0,-1-2-606,0-4 1,-1-8 0,0 0 0,0-6 779,0-5 0,-3-5 0,-1-2 0</inkml:trace>
  <inkml:trace contextRef="#ctx0" brushRef="#br0" timeOffset="2264">1343 242 7789,'0'-11'0,"0"3"0,-2 0 0,-1 2 0,3-1 900,1 1 0,1 2 1,3-1-1,1 1-616,2 0 0,4 1 0,-1 3 0,2 0-757,2 0 0,-1 1 0,1 1 0,-1 0-778,-1-1 0,-3 0 0,1-1 1251,1 0 0,0-3 0,1-1 0</inkml:trace>
  <inkml:trace contextRef="#ctx0" brushRef="#br0" timeOffset="2602">1519 124 7789,'-2'7'296,"-1"-1"0,-2-1 1,2 1-1,-1 1 270,2 1 0,-1 2 0,1 1 0,0 2-367,2 2 0,3-1 0,1 3 0,2 0-45,0-1 1,3-3 0,0 0 0,1-1-267,2-3 0,0-5 0,1 0 1,-2-3-38,0-3 0,-3-5 1,1-6-1,-2-3-5,0-2 0,-3 1 0,-1-3 0,0 0 18,-1 2 0,-1 3 1,-1 0-1,0 3 431,0 1 0,0 5-45,0 0 1,0 4 0,0 2 0,0 5-288,0 3 0,0 1 1,0 3-1,0-2-105,0-1 1,0 2-1,0-2 1,0-2-3941,2-2 4082,-1 1 0,5-2 0,-2 2 0</inkml:trace>
  <inkml:trace contextRef="#ctx0" brushRef="#br0" timeOffset="2942">1675 157 7657,'7'0'989,"-2"3"0,0 1 1,-3 2-418,-1 0 1,1 5 0,0 1-1,0 3-52,1 2 0,-2 0 0,1 3 0,-1-1-524,-1 1 1,0-4 0,0 0-205,0-3 0,0-5 0,2-6 124,0-4 1,2-9 0,-1-7-1,0-3-167,0-3 1,2-1 0,-1 0 0,0 1-304,0 2 0,0 3 0,1 1 1,-1 3-893,-1 1 0,1 6 1446,-2 2 0,3 1 0,-1-2 0</inkml:trace>
  <inkml:trace contextRef="#ctx0" brushRef="#br0" timeOffset="2943">1871 170 7789,'9'6'401,"-4"-4"0,2 4 1,-2-1 639,1-1 0,1 0 0,2-3-388,2 1 0,-2-2 0,0-5 1,-2-1-397,0-3 1,-1 1 0,-1-2 0,-2 0-250,0 0 1,-1-1 0,-2 1 0,-2 1 107,-3 2 1,-1 3 0,-3 2 0,-2 1 59,-1 1 1,-1 6-1,0 3 1,0 5-65,0 4 0,3 4 1,1 3-1,2 1 205,3 2 0,1-3 0,3 3 1,2-4-874,2-2 1,3-7 0,7-5 0,1-4-979,2-4 0,2-4 1,0-4-1,-1-2 1534,0-2 0,-1-3 0,3 0 0</inkml:trace>
  <inkml:trace contextRef="#ctx0" brushRef="#br0" timeOffset="2985">2236 40 7696,'0'-5'152,"0"1"261,0-1 0,0 1 1,0 0-8,0-1 0,-3 2 0,-2 1 0,-1 1 379,-3 1 0,1 4 0,-3 2 0,0 5-74,-2 3 1,0 5-1,0 4 1,1 3-146,1 3 1,0 3 0,3 4 0,2 1-260,3 1 1,4-5 0,3 0 0,5-3-722,2-6 0,5-8 1,2-6-1,1-4-910,3-4 1,-1-5 0,1-4-1,-1-5 1324,-2-5 0,-4-2 0,1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7:55:54.842"/>
    </inkml:context>
    <inkml:brush xml:id="br0">
      <inkml:brushProperty name="width" value="0.06" units="cm"/>
      <inkml:brushProperty name="height" value="0.06" units="cm"/>
      <inkml:brushProperty name="color" value="#E71224"/>
    </inkml:brush>
  </inkml:definitions>
  <inkml:trace contextRef="#ctx0" brushRef="#br0">143 232 7731,'-5'-7'88,"1"1"0,-1-1 383,-1 0 1,-3 2 0,-1 0 0,-1 3-27,0 1 0,0 5 1,-2 3-1,1 3-186,1 5 1,1 2-1,2 4 1,1 2-95,1 0 0,4-2 0,1 0 0,3-2-234,4-2 0,4-5 1,4 1-277,1-3 0,1-4 0,2-4 0,-1-3 33,1-3 0,0-6 0,1-8 0,-3-3 108,0-3 1,-1-7 0,-2-1 0,0-1 0,-3 2 435,-4 3 1,-2 9 380,-4 4 0,-1 11 0,-1 5 0,-2 8-130,1 6 0,-2 5 1,3 3-306,0 3 1,1 1 0,1-2-1,0-1-721,0-1 1,3 1-1,2-6 1,3-3-1,1-3-2135,1-3 2678,-2-5 0,4-1 0,-1-3 0</inkml:trace>
  <inkml:trace contextRef="#ctx0" brushRef="#br0" timeOffset="365">364 199 8543,'-2'6'0,"0"2"610,1 0 1,0 1-1,1 3 1,0 3-141,0 1 1,0 0-1,0 2 1,0 1-200,0 2 0,2-2 0,1 2 1,0-3-192,3 0 0,-3-4 0,2 1 0,-1-2-237,-1-2 1,3-4 0,-1-6-25,0-2 1,0-9 0,-1-6-1,1-5 0,1-5 1,-1-1 0,1-5-1,1-1-157,0-1 1,1 4 0,0 3 0,1 3 416,-1 3 1,-1 8 0,0 2-1,-1 8 122,1 4 1,-4 6-1,-1 7 1,-1 5 81,-1 4 0,2 3 0,1-1 1,-2 0-248,0 1 1,-1-4 0,0 2 0,0-3-1123,0-1 0,3-8 0,1-3-2204,2-2 3290,0-6 0,1-10 0,-1-5 0</inkml:trace>
  <inkml:trace contextRef="#ctx0" brushRef="#br0" timeOffset="674">677 3 7753,'4'-2'812,"0"2"39,-1 6 1,0 4-1,-2 5 1,2 4-247,1 4 1,-2 2 0,2 5 0,-1 2-261,1-1 1,0-2 0,2-3-1,-1 0-515,-1-4 1,-2-6 0,0-3 0,-1-3-288,-1-2 0,-1-4 0,-1-2 1,-3-1-146,-3-1 0,-2 0 0,-3 0 0,0 1 276,0 1 1,0 0 0,0 3 0,2 2 511,3 0 0,3 1 0,1 5 0,1 1 265,2 1 0,3 0 0,3 2 0,3-2-64,3-3 0,2 0 1,2-6-1,2-2-278,2-3 0,-1-4 0,-2-5 0,1-4-95,0-5 0,-5-2 0,0-3 0,-2-2-910,-5-1 1,1 0 0,-4 1 895,0-1 0,-1-2 0,-1 4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7:56:00.044"/>
    </inkml:context>
    <inkml:brush xml:id="br0">
      <inkml:brushProperty name="width" value="0.06" units="cm"/>
      <inkml:brushProperty name="height" value="0.06" units="cm"/>
      <inkml:brushProperty name="color" value="#E71224"/>
    </inkml:brush>
  </inkml:definitions>
  <inkml:trace contextRef="#ctx0" brushRef="#br0">189 125 7712,'0'-5'74,"0"1"232,0-1 1,0-1 0,-1 0 46,-4-1 0,0 3 0,-6 2 1,-1 1 12,-2 1 0,-1 4 0,-2 3 0,-1 4 45,-1 6 0,1 2 0,3 6 0,0 3-30,3 1 0,6 1 1,2 3-1,2-2-331,2 0 0,6-7 0,3-6 0,5-4-676,4-4 1,3-5-1,2-4 1,2-5-362,1-7 0,-3-5 0,5-6 0,-1-3 987,0-5 0,-3 3 0,-2-5 0</inkml:trace>
  <inkml:trace contextRef="#ctx0" brushRef="#br0" timeOffset="367">339 1 8615,'-6'3'238,"-1"1"0,3 3 0,0 3 0,0 5 222,1 3 0,1 3 1,0 5-1,-1 1-183,1 1 1,0 2 0,2 5 0,0 0-91,0 1 1,-2-3 0,0-1 0,0-1-64,1-4 1,1-6 0,0-2-118,0-5 1,1-7-1,1-5 1,3-4-368,1-2 0,-2-3 0,1-4 0,1-5 152,2-5 1,3-3 0,-1-5 0,0-3 99,1-1 1,0 4 0,-1-2 0,0 5 14,0 2 1,-2 5-1,1 7 413,-2 4 0,-4 8 0,0 8 0,-3 4-128,0 4 0,0 4 0,-2 1 0,0 1-623,1 2 0,0-3 1,1 0-1,0 0-409,0-2 1,0-2 0,1-3-1,1-4 840,2-4 0,2-4 0,0 1 0</inkml:trace>
  <inkml:trace contextRef="#ctx0" brushRef="#br0" timeOffset="783">587 255 7712,'4'0'1366,"0"0"-952,2 0 0,-3-1 0,1-2 0,2-2 82,2-3 0,-1-5 0,2 1 0,-2-3-379,0-2 0,-3-1 0,0-2 0,-1-1-88,-2 3 1,-3 3 0,-2 2-1,-3 4 165,-1 4 1,-3 3 0,-4 4 0,0 4-36,0 4 1,2 3 0,0 5 0,0 4 161,0 3 1,2 0-1,3 5 1,1 2-100,0 2 0,3 0 0,2 2 0,2-3-726,2-3 1,4-3 0,4-5 0,3-4 222,3-4 0,0-8 0,2-3 0,2-3-1157,3-5 1,-1-4-1,0-4 1,2-4 947,0-4 0,-2-1 1,-1-4-1,-2-2 490,-2-3 0,-3 0 0,-1-4 0,-3 3 14,-1 1 0,-4 4 0,-1 5 0,-3 2 338,-1 6 0,-2 3 0,-3 5 0,-1 2 642,0 2 1,-1 2-1,1 2 1,-1 3 21,-2 3 0,2 3 0,-2 4 0,2 3-305,0 3 1,1 1 0,0 3 0,1 3-536,1 1 0,2 1 1,0 2-1,1 0-178,1 0 1,0-4 0,1 2-1,1-1-1173,2-6 0,2-4 0,1-5 0,2-5-690,2-4 1,1-7 0,1-6 1864,0-4 0,0-7 0,0-4 0</inkml:trace>
  <inkml:trace contextRef="#ctx0" brushRef="#br0" timeOffset="1225">1030 125 7712,'-4'0'3454,"-1"2"-2431,0 0 0,2 3 0,-2 0 0,0 2-526,-1 2 1,1 3 0,0 1 0,-1 4-293,-2 2 1,3 3 0,-4 0-1,2 1-607,0 2 0,1-2 0,0-1 0,2-1-1381,1-5 1,3-2 0,0-3-26,3-2 1,0-5 1807,4-2 0,2-1 0,1-1 0</inkml:trace>
  <inkml:trace contextRef="#ctx0" brushRef="#br0" timeOffset="1624">1134 190 8351,'-1'3'2517,"0"0"-560,-1 0-1075,0-2 0,1 3-535,-1-2 0,-1 1 0,-2 4 0,0-1-144,0 1 0,0 0 0,0 2 0,1 2-33,-1 1 1,-1 1 0,0 0 0,1 0-389,1 0 1,2-2-1,0-1 1,2 0-194,0-3 1,2 0-1,3-3 1,1-1-36,0 0 0,1-2 0,1 0 1,2-1-46,0-3 0,1-2 1,1 1-1,0-3 141,-2-1 0,-1 1 0,1-3 1,0 1 138,-2 1 1,-1-3 0,-1 2 0,1 1 210,-1-2 0,1 3 0,-1-3 0</inkml:trace>
  <inkml:trace contextRef="#ctx0" brushRef="#br0" timeOffset="2009">1297 229 7712,'-6'3'322,"-1"0"1,1 4-1,1-1 546,1 1 0,2-1 1,-2 1-1,1 0-340,2 2 0,0 1 0,1 3 0,0 1-337,0 1 0,0-1 0,1 1 1,0-1-97,1-1 0,1-2 0,-1-1 0,1-1-2225,0-1 0,-1-4 0,2-4 2130,-1-4 0,2-7 0,-1-3 0</inkml:trace>
  <inkml:trace contextRef="#ctx0" brushRef="#br0" timeOffset="2010">1323 157 8760,'-3'3'699,"-3"-2"0,3 5-1358,-1-2 0,1 0 659,3 0 0,0 0 0,0 3 0</inkml:trace>
  <inkml:trace contextRef="#ctx0" brushRef="#br0" timeOffset="2375">1388 190 7712,'0'6'435,"0"1"1,0-1 289,-3 1 1,3 0 0,-2 1-1,1 1-329,1-1 0,0 3 1,0 0-1,0 3 124,0 0 1,0-1-1,0 5 1,0-1-225,0 0 1,0-1 0,0-1-1,0-1-320,0-1 1,-2-2 111,0-3 1,-1-4 0,3-2-1,0-6-450,0-3 1,1-7-1,1-4 1,0-3 130,2-3 1,0 1 0,3 0 0,-1 1 158,1 1 1,-1 1 0,-1 3 0,-1 4 271,1 4 0,-1 5 0,-1 3-65,0 5 1,0 6 0,-1 7 0,0 3-298,-1 1 0,0 2 0,-1 1 0,0-3-35,0 0 0,0-6 0,0-1 0,1-2-1007,1-3 0,-1-4 0,4-2 0,1-4 574,2-3 1,-1-5 0,4-8 0,-1-3 629,0-2 0,-1-3 0,1-2 0,0 0 0,0 2 0,-1 3 0,0 2 0,-1 3-28,-2 4 824,-1 5 0,-4 1 0,-3 6 1,-2 2 313,-3 3 0,4 1 1,-3 1-1,0 1-517,0 0 0,1 3 0,-1 0 0,2 1-305,-1 0 1,2 0-1,1 1 1,1 0-294,1-1 1,0-1-1,0 1 1,0-3-493,0 0 0,3-5 0,2-1 1,0-2-65,2-2 0,2-4 0,-1-6 0,1-2 178,0-1 1,-1-2-1,0 2 1,-1 2 229,0 2 1,-3 3 0,1 2 0,0 3 644,1 2 0,-2 8 0,0 4 0,-2 7 211,0 6 1,1 2-1,-1 1 1,-1 3-168,0 2 0,-2-5 1,-1 4-1,-2 0-230,-2-3 1,-3-3 0,-2-2-1,-2-2-505,0-2 0,0-4 0,-3-1 0,-1-5-505,-2-5 0,-1-2 0,-2-3 0,-2-2-4265,-1-3 4969,2-4 0,-8-6 0,0 0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7:56:04.972"/>
    </inkml:context>
    <inkml:brush xml:id="br0">
      <inkml:brushProperty name="width" value="0.06" units="cm"/>
      <inkml:brushProperty name="height" value="0.06" units="cm"/>
      <inkml:brushProperty name="color" value="#E71224"/>
    </inkml:brush>
  </inkml:definitions>
  <inkml:trace contextRef="#ctx0" brushRef="#br0">1 177 7831,'0'-6'461,"0"-1"0,0 3 384,0-1 0,0 5-361,0 0 1,0 4-1,0 7 1,0 4-287,0 4 1,2 4 0,1 3 0,0 2-545,0-1 0,1 3 0,-1-3 0,0-1-519,0-3 0,1-7 865,-2-2 0,3-7 0,-1-4 0</inkml:trace>
  <inkml:trace contextRef="#ctx0" brushRef="#br0" timeOffset="379">106 33 7831,'0'-7'729,"-2"0"1,-1 1 945,-1-1-1830,0 4 0,0 0 1,3 6-1,3 1-472,4 2 0,2 0 0,3 1 0,1 0 627,3 2 0,2-2 0,2 3 0</inkml:trace>
  <inkml:trace contextRef="#ctx0" brushRef="#br0" timeOffset="704">395 52 7831,'-9'-2'0,"-2"0"448,-1 1 0,1 0 0,0 1 0,1 1 436,0 1 0,0 2 0,-1 5 0,1 3-238,1 2 1,4 5-1,-1 4 1,2 4-708,3 2 0,0 3 0,1 1 0,0 2-547,0-1 1,0-5 0,1 1-1,0-4-378,1-4 1,3-8 985,-3-3 0,3-3 0,-1-1 0</inkml:trace>
  <inkml:trace contextRef="#ctx0" brushRef="#br0" timeOffset="745">178 309 7875,'-3'0'1514,"6"-2"1,5 0 0,5 0-1536,2 1 0,3-1 0,4-1 0,2 0 285,4-2 0,0-4-264,3-2 0,-4-2 0,3 0 0</inkml:trace>
  <inkml:trace contextRef="#ctx0" brushRef="#br0" timeOffset="1087">724 125 8917,'-2'3'869,"2"1"0,2 2 1,6 1-1,1 1-646,2 1 1,2 3 0,1-1 0,2 0-750,1 0 0,-1 1 0,0-4 0,1-1-600,0-2 1,0-4-1,0 1 1126,-1-4 0,1-4 0,-1-5 0</inkml:trace>
  <inkml:trace contextRef="#ctx0" brushRef="#br0" timeOffset="1179">1007 72 7865,'-12'9'0,"0"0"654,1 2 0,3 2 0,-3 4 0,0 2 72,0 3 0,1 5 0,2 2 1,-1 2-509,1 1 0,2-1 0,1 1 0,2-3-706,0-3 1,3-7 0,-2-1-1,4-4-305,2-3 1,2-3 0,1-3 0,2-3 792,2-1 0,1-7 0,2-1 0</inkml:trace>
  <inkml:trace contextRef="#ctx0" brushRef="#br0" timeOffset="1787">1093 184 8264,'-7'14'546,"-2"1"0,1 1 1,-3 3-1,0 4-61,1 2 0,0 2 1,4 0-1,2 0-82,2-1 0,2-7 1,2 0-1,3-5-378,3-3 0,2-6 0,3-3 0,1-3-161,2-3 0,-2-2 0,1-7 0,-1-3-97,-1-3 1,-3-3 0,-3 0 0,-3-2-47,-1-1 1,-1 4 0,-2 1 0,0 1-11,-3 3 1,0 1 0,-4 3-1,1 1-19,-1 2 0,0 4 0,1 1-2675,-1 1 2983,4 1 0,0 5 0,3 1 0</inkml:trace>
  <inkml:trace contextRef="#ctx0" brushRef="#br0" timeOffset="2121">1185 184 7865,'-3'13'440,"2"-2"0,-3 0 0,1 2 172,2 1 1,0 3 0,1 3-1,0 1-341,0 3 0,1-3 1,3 3-1,3-5-298,3-1 0,-1-4 0,2-1 1,0-4 83,2-1 0,-2-5 1,-1-3-1,0-5-516,0-3 0,-2-3 1,-1-6-1,-3-4 191,-1-4 1,0-1 0,-3-5 0,0 1 380,2 0 0,-1 3 0,1 5 0,-1 3 425,-1 4 0,1 9 0,0 3-67,1 8 0,4 7 0,-2 10 0,2 3-152,0 3 0,0-3 0,-1 2 1,1 0-771,2 0 0,-5-4 0,4 0 0,-1-6-3451,-1-3 3902,-1-6 0,5 2 0,-2-4 0</inkml:trace>
  <inkml:trace contextRef="#ctx0" brushRef="#br0" timeOffset="2191">1692 105 7777,'0'-7'0,"0"1"0,0-1 1102,0 1-318,3 2 0,0 2 0,1 5 0,-1 4-271,0 6 1,-2 3 0,2 6 0,-1 1 29,0 3 0,0-1 0,-2 5 0,0 0-152,0 0 1,0-1 0,0 0 0,0-2-1124,0-4 0,2-4 0,0-3 0,1-1-960,0-3 1,-2-6-1,3-1 373,2-4 1319,-4-1 0,4-6 0,-2-1 0</inkml:trace>
  <inkml:trace contextRef="#ctx0" brushRef="#br0" timeOffset="2813">1922 158 7777,'0'-7'0,"0"3"1354,0-1 1,-1 4 0,-1-1-759,-2 1 1,-2 1 0,-1 1 0,-2 1-290,-2 2 1,1 5 0,-1 2 0,0 1-59,0 2 0,-1 2 1,3 0-1,-1 3 52,1 1 0,6-4 0,-1 3 0,2-3-217,2-1 0,0-1 0,2-2 0,2-3-384,2-2 0,5-3 0,-1 0 0,2-1 37,1-3 1,-2 0 0,3 0-1,-2-3-757,0-1 1,0-2 0,1-1 0,0-2-1233,-3-2 1,3 0 2251,-2-2 0,1-2 0,1-4 0</inkml:trace>
  <inkml:trace contextRef="#ctx0" brushRef="#br0" timeOffset="3165">2027 177 7777,'-4'5'374,"0"-1"1,1 1 355,-1 1 1,2 1-1,-2 2 1,1 3-193,-1 3 1,2 0 0,0 3-1,1 2-240,-1 0 0,1-1 1,-1 3-1,1-1-148,1-1 0,0-6 0,0-1 0,0-3-203,0-2 0,0-3-211,0-1 1,0-6-1,1-1 1,0-5 147,1-3 1,3 0 0,0-5-1,1-1-2,0-2 0,2-2 0,0 1 1,0-1 69,0-1 1,2 6 0,-1-4 0,1 4 117,-1 1 1,0 4-1,-2 3 1,-1 4-68,1 7 1,-3 4 0,0 9 0,-1 4 161,-2 3 0,0 3 1,-2 0-1,0 0-72,-1 1 1,0-6 0,2-2 0,0-2-1237,0-3 0,0-3 0,0-3 176,2-3 0,4-7 1,3-7-1,0-4 967,0-2 0,2-2 0,2-3 0</inkml:trace>
  <inkml:trace contextRef="#ctx0" brushRef="#br0" timeOffset="3514">2271 184 7777,'-7'9'0,"1"0"541,-1 2 0,1-2 0,0 4 0,1 4 320,0 3 1,2 2 0,-2 2 0,3 1-395,1 0 1,4-4-1,2-2 1,1-2-387,3-2 0,1-6 1,3-3-1,1-3-325,2-1 1,-4-7-1,2-2 1,-1-3 25,-1-4 0,-4-1 1,-2-4-1,-3-2 23,-2-2 1,-1 1-1,-1 0 1,-2 0 120,-3 1 0,-2 6 1,-2-2-1,0 2-174,0 1 1,1 3 0,-1 3 0,0 2-591,2 2 1,1 2-1,1 1 280,2 2 1,1 1 0,6 1-1,3 0 558,2-1 0,2-2 0,-2 0 0,1 0 0,2 0 0,-3 0 0,0 0 0,0 0 0,-2 0 1,1 1 0,-1 2 337,-2 4 1,-1 0 0,-3 4 0,1 1 550,1 0 0,-1 4 0,1 2 0,-1 1-490,-1 0 0,0 1 0,2-1 0,1-2-126,0-4 0,2 0 0,1-5 0,2-2-254,0-4 1,0-2 0,3-5-1,-1-4-97,0-5 1,-2-1 0,1-4 0,-2-2-91,-3 1 0,2-3 0,-3 2 0,1 1 234,-2 2 1,-1 3 0,-1 0 0,0 4 135,0 2 0,0 5 189,0 4 1,0 7-1,0 5 1,1 4-46,1 3 0,2 0 0,2 5 0,1-1-251,-1 1 1,2-2 0,0 1 0,1 0-343,1 1 0,1-2 0,2 0 1,-1-1 152,-1-4 1,-1-3-1,1-4 1,-3-3-52,0-2 1,-2-4 0,0-2 0,-1-5 18,0-4 1,-3-4-1,2-3 1,-1-3-43,1-3 0,0 1 1,1-2-1,-1-1-282,1 0 0,1-2 0,1 0 1,0-1-25,2 0 1,-2 4 0,2-2-1,0 1-2310,0 2 2784,0 3 0,0-2 0,2 2 0</inkml:trace>
  <inkml:trace contextRef="#ctx0" brushRef="#br0" timeOffset="3897">2929 138 8772,'2'-3'666,"0"3"0,3 4 0,-1 7 0,0 6-512,1 6 0,-1 5 0,2 6 1,-1 2-336,0 0 0,-4-3 0,2-2 0,-1-2-1010,0-4 0,1-9 470,-3-3 1,0-8 0,0-5 720,0-6 0,-3-7 0,-1-3 0</inkml:trace>
  <inkml:trace contextRef="#ctx0" brushRef="#br0" timeOffset="4257">2968 197 7772,'7'-12'0,"0"0"69,-1 0 0,-1 2 0,1 4 0,2 0 278,2 1 0,1 2 1,2 5-1,0 2-25,0 5 0,-2 3 0,-1 4 0,0 2-99,-2 3 0,-3-2 0,-1 2 0,-1-1-7,-2 1 0,0-5 0,-2 3 0,-2-3-171,-3-2 1,-2-3 0,-3 1 0,0-2-405,-2-2 0,0-3 1,1-3-1,0-1-251,1-1 1,1-3 0,-1-2 0,3-1-1,2-3 0,4-1 1,2-3-1,0 0 610,0-1 0,2-1 0,3 0 0,1-4 0,0 3 0</inkml:trace>
  <inkml:trace contextRef="#ctx0" brushRef="#br0" timeOffset="4620">3133 191 7772,'9'3'161,"-1"1"1,1 0-1,-2 0 1,-1 2 108,1 2 1,-1 2 0,-1 4 0,-1 1 313,-1 3 1,1 4 0,-2 1 0,0 1-356,-2 0 1,0-3 0,-2-1-1,-1-2-111,0-2 0,0-3 0,-1-3-46,-1-3 0,1-2 0,0-5-52,-1 0 1,1-4 0,0-2-1,1-4 137,2-3 1,0-1 0,1-3 0,0-3 66,0 0 0,1-4 0,1 1 0,3-1-159,0 0 1,2 0 0,0 0 0,0 2-494,2 2 1,1 5-1,3 3 1,0 2-182,0 4 0,-2 3 0,0 3 0,1 0-336,0 2 1,-1 3 0,-3 3 0,0 1 496,1 2 1,-4-3 0,2 3 447,-1 1 0,0 0 0,0 2 0</inkml:trace>
  <inkml:trace contextRef="#ctx0" brushRef="#br0" timeOffset="4988">3370 289 7772,'3'13'226,"0"1"0,-3 0 1,0 0-1,0 1 164,0 0 0,0-1 0,-2-2 0,0 0-455,1-1 0,-2-3 1,0 1-629,2-2 1,0-4 0,1-4 0,0-4-168,0-6 860,3-4 0,1-5 0,2-3 0</inkml:trace>
  <inkml:trace contextRef="#ctx0" brushRef="#br0" timeOffset="4989">3416 151 7772,'0'-6'303,"0"-1"0,0 0 262,0 1 1,-1 2-1,0 1-598,-2 0 0,1 3-815,-1-3 0,3 6 0,-2 1 848,4 2 0,1 0 0,4 1 0</inkml:trace>
  <inkml:trace contextRef="#ctx0" brushRef="#br0" timeOffset="5034">3501 158 7772,'0'9'178,"0"1"1,0 4 0,0-1 345,0 3 0,1 1 0,1 5 1,0 0-62,-1 2 0,1-2 0,-1 2 0,2 0-242,1-1 1,-2-2 0,2-4 0,1-1 27,1-2 1,1-3 0,-1-3-201,1-3 0,0-3 0,-1-7 0,1-4 136,-1-5 0,1-1 0,-1-4 0,-1-3-122,-1-3 1,0-1-1,1-3 1,-1 1-134,-1 3 0,2 2 0,-2 0 0,2-1-414,-1 1 0,-2 5 0,2 1 0,0 4-501,-1 2 0,1 3 0,1-1 0,0 2-278,3 3 0,-2 1 1263,3 3 0,1-3 0,0-1 0</inkml:trace>
  <inkml:trace contextRef="#ctx0" brushRef="#br0" timeOffset="5695">3890 92 7772,'-5'4'1277,"1"-2"0,0 1 0,0 2 0,2 1-403,1 0 0,0 4 1,0 4-1,-1 5-611,0 5 0,1 2 0,-1 2 0,-1 2-151,0 2 1,-2-3-1,-1 0 1,1-5-2503,1-4 0,2-8 957,0-1 0,2-7 0,2-4 0,3-6 1433,1-4 0,0-3 0,1 0 0</inkml:trace>
  <inkml:trace contextRef="#ctx0" brushRef="#br0" timeOffset="6095">4041 151 7772,'4'-4'3657,"1"2"-2385,-4 2 1,1 0-1123,-4 0 0,-1 2 0,-4 4 0,0 2 162,-2 3 1,1 1-1,-3 1 1,0 1 148,1 1 0,-3 2 0,3 2 0,-1 0-161,0-2 0,3-2 0,-1 2 1,3-3-131,1-1 0,2-7 0,5 0-495,2-2 1,1-2 0,6-3-1,1-1-677,0-2 1,2-2-1,-1-2 1,0 0 138,0 0 0,0-1 0,0 3 0,-2 1 863,0 0 0,0 1 0,2-3 0</inkml:trace>
  <inkml:trace contextRef="#ctx0" brushRef="#br0" timeOffset="6096">4186 263 7772,'6'1'264,"-1"0"1,-1 1 361,1 0 1,-1-1 0,0-1-119,1 0 1,1-1-1,0-2 1,-1-4-230,0-3 0,-3-2 1,1-2-1,0-2-87,-1-1 0,-1 1 0,-1 0 0,-1 3 83,-1-1 0,-3 4 0,-3 2 0,-1 3 0,-2 3 1,1 1 0,-1 3-1,0 2 105,2 5 1,0 3 0,2 3 0,1 4 47,-1 2 1,3 0 0,0 3-1,1 1-230,2 1 1,0-2 0,2-1 0,1 0-283,2-2 0,2-4 1,2-4-1,0-3-1451,3-3 0,0-3 0,-1-2 1,0-2-1181,0-2 0,1-4 2715,0-3 0,-2-6 0,-2 1 0</inkml:trace>
  <inkml:trace contextRef="#ctx0" brushRef="#br0" timeOffset="6477">4317 197 8084,'-6'0'586,"1"2"0,2 1 0,-1 1 191,0 1 1,3-1 0,-1 2 0,1 2-357,1-1 1,0 1-1,1 1 1,1 1-268,2 0 0,3 0 0,1-2 0,2-1 62,0-1 1,1-4-1,3 0 1,0-1-522,-1-1 0,-2-3 0,2-2 0,-2-3-137,0-3 0,-2-2 0,-1-2 0,-3-1 320,0-1 0,-3 0 0,2-2 0,-1 3 244,1 0 0,-3 7 0,2-2 0,-3 3 190,0 1 0,1 5 1,1 3 168,0 5 1,2 6-1,-1 1 1,1 5-157,1 6 1,-2 0 0,0 5-1,-1 0 126,0 2 1,0-2 0,-2-1 0,0 1-104,0 0 1,-3-5 0,-2 2 0,-3-3-153,-3-2 0,1-3 1,-1-4-512,-1-2 0,0-1 1,-1-4-1,0-5 0,-1-4-1168,1-5 0,3-5 1,1 0-1,2-3 119,0-2 0,4-1 0,0-1 0,3-1-613,3 0 1977,0 3 0,7-2 0,0 2 0</inkml:trace>
  <inkml:trace contextRef="#ctx0" brushRef="#br0" timeOffset="6524">4581 171 7772,'6'6'634,"1"1"0,-1 0 1,1 2-1,0 2 750,2 1 1,-1 2 0,2 2-1,1 2-296,-1 3 1,0 0 0,1 1 0,-2-1-351,-2 1 0,-3 0 0,-2 3 0,-2 2-459,-2 0 1,-2 1-1,-3 0 1,-2 2-693,-2 2 0,-2-3 1,-3-1-1,-1-5-1093,-2-6 0,1-6 1,1 0-1,-1-3 1506,-1-2 0,-1-2 0,0-1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7:56:55.389"/>
    </inkml:context>
    <inkml:brush xml:id="br0">
      <inkml:brushProperty name="width" value="0.06" units="cm"/>
      <inkml:brushProperty name="height" value="0.06" units="cm"/>
      <inkml:brushProperty name="color" value="#E71224"/>
    </inkml:brush>
  </inkml:definitions>
  <inkml:trace contextRef="#ctx0" brushRef="#br0">556 1647 7742,'4'-8'754,"-4"0"40,3 1 0,-2 1-504,-1 1 0,0 8 1,0 2-1,-1 8 323,-2 7 1,3 6 0,-4 9-1,0 3-295,-1 7 1,1 1 0,-2 6 0,1 0-531,1 0 1,-2-8-1,2-1 1,0-5-994,1-5 0,-1-6 1,3-1-2768,-2-4 3972,0-10 0,3-12 0,0-9 0</inkml:trace>
  <inkml:trace contextRef="#ctx0" brushRef="#br0" timeOffset="583">421 1966 7752,'0'-5'-209,"0"8"1,0 5 669,0 1 1,0 3 0,0 1-1,1 3-215,1 3 0,3 1 0,3 5 0,0 1-94,0 4 0,2-2 1,2 0-1,-1 0-54,1-3 1,2-4 0,-2-4-1,1-5-331,1-7 0,-1-3 0,2-4 1,-1-3-11,-1-6 0,-2-10 1,2-6-1,1-6-249,1-4 0,-1-3 0,-2 0 0,0 0-873,-3 1 1365,0 10 0,3-9 0,0 10 0</inkml:trace>
  <inkml:trace contextRef="#ctx0" brushRef="#br0" timeOffset="1126">15 88 7822,'-5'2'1425,"-1"1"-985,5 0 1,-1-3 0,6 0 0,6 0-107,4 0 1,5 0-1,6 0 1,3 0-319,0 0 0,2 0 0,3-1 0,0-2-497,1-2 0,-7 1 0,2-1 0,-6 1-681,-1-1 1,-8 0 0,-1-2 1161,-3 2 0,-6-6 0,0 2 0</inkml:trace>
  <inkml:trace contextRef="#ctx0" brushRef="#br0" timeOffset="1659">317 72 7809,'-3'23'15,"1"-2"0,-2 5 0,0-2 48,2 0 1,1-4 0,0 5 0,0 1-237,-2-1 0,-2-2 0,1-1 0,0 0-307,-2-2 1,-1-3 0,-2-2 479,-2-2 0,-1 3 0,-4-4 0</inkml:trace>
  <inkml:trace contextRef="#ctx0" brushRef="#br0" timeOffset="2184">79 438 7822,'-8'0'218,"0"-3"1,0 1 247,0 0 1,2 0-1,2-1 1,1-1 50,4 0 1,4-4 0,5 1 0,4-3-403,4 0 0,1 1 0,4 0 0,1 0-407,1-2 0,1 0 0,-1 4 0,0-1-1437,1 0 1,-3 0 1728,3 0 0,-1 0 0,-1 0 0</inkml:trace>
  <inkml:trace contextRef="#ctx0" brushRef="#br0" timeOffset="2185">644 40 7822,'-3'-8'282,"-1"1"0,0 1 109,-2 1 1,-1 2 0,-1-2 0,0 2 48,0 1 1,-3 1-1,1 3 1,1 2-80,3 4 1,-1 7 0,5 3-1,0 5-230,1 2 1,5 1 0,2-1 0,3 2-106,5-2 0,-2 0 1,1-1-1,2 0-121,0 0 0,-3-3 1,-1-1-1,-3 0-20,-3-3 1,-2 3-1,-4-2 1,-2-3 100,-5 0 1,-1-7-1,-4 0 1,-2-3-263,-3-2 1,1-2 0,-1 2 0,1-3-521,1-3 1,3-2 0,1-5 0,3-2-315,2-3 1,4 1 1109,0-5 0,6-1 0,1-1 0</inkml:trace>
  <inkml:trace contextRef="#ctx0" brushRef="#br0" timeOffset="2722">763 64 8760,'-8'0'846,"0"1"1,0 1-522,0 0 0,4 5 1,1 0-1,2 4 93,1 1 1,0 2-1,1 2 1,3 0-287,3 3 0,1-1 0,3 3 0,-2 1-8,-1 1 1,0-3 0,-1-1 0,-2-1 74,-2 0 1,-2 0 0,-2 1-1,-2-1-283,-2-3 0,-3-7 1,-2 0-1,-1-2-507,-2-2 0,4 0 1,-2-4-1,2-1-1274,1-2 0,0-2 1865,0-5 0,0-3 0,0-3 0</inkml:trace>
  <inkml:trace contextRef="#ctx0" brushRef="#br0" timeOffset="2771">946 128 7628,'-1'-8'-433,"-2"0"1,2 2 2388,-1 1-1484,-3 3 1,5 6-1,-3 6 1,2 5-257,1 4 1,1 2 0,2 6 0,2 1-58,2 0 1,1 2 0,0-3 0,1-1-131,1 2 1,-1-7 0,3-1-1,-2-5-381,1-4 1,-1-6 0,-2-6 0,0-7 146,0-7 1,0-8-1,0-7 1,-1-1 141,-1-4 1,0 2-1,-3-4 1,1 3 438,-1 3 1,0 3-97,-3 7 1,0 11 0,0 10 0,0 9 55,0 8 1,0 4 0,0 5 0,1 1-446,2 2 0,0-3 0,3 2 0,0-2-828,0 0 0,4-7 0,0 3 1,1-5 163,0-1 0,1-7 1,2-4 772,-1-3 0,0-9 0,3-2 0</inkml:trace>
  <inkml:trace contextRef="#ctx0" brushRef="#br0" timeOffset="3768">1272 136 7970,'-8'-5'0,"0"2"231,0 3 0,0-3 1,0 0-1,0 2 88,0 0 0,3 5 1,0 3-1,0 5 400,0 3 1,2-1 0,3 4-1,0 0-648,3 1 1,2-3-1,2 3 1,2-3-20,2-3 0,-1-4 0,3-5 0,0 0-513,0-2 0,1-6 0,-4-4 0,1-4 21,0-3 1,-4-2-1,0-2 1,-2-1 627,-1 0 0,-2 1 0,1 5 690,-2 1 0,-1 5-853,0 3 0,0 6 1,0 12-1,0 4 6,0 2 0,0 2 0,0 3 0,0-1-424,0-2 1,2 1 0,2-4 0,-1-2-1805,1-2 1,2-8 2196,-1 0 0,3-8 0,-1-3 0</inkml:trace>
  <inkml:trace contextRef="#ctx0" brushRef="#br0" timeOffset="4310">1415 191 8012,'0'-4'931,"0"1"1,0 6-1,1 3-662,2 4 1,-2 2 0,2 4-1,0 1 59,0 1 1,-1 0-1,-2 2 1,1 0-237,2-2 1,-2-3-1,1-1 1,-1-4-339,-1-1-58,4-4 0,-1-10 0,3-8 0,0-7 152,0-3 1,-2-4 0,2-1-1,1-1-184,2-1 0,0 5 0,3-1 0,-2 4 540,1 3 0,3 4 1,-1 2-1,-1 5-171,-1 5 1,-3 9-1,0 5 1,-1 6-1,-1 4 0,-2 3 1,-2 2-1,1 1-96,-2 2 0,0-4 1,-1 1-1,0-4-1222,0-3 1,0-5 1284,0-1 0,-3-3 0,-2 1 0</inkml:trace>
  <inkml:trace contextRef="#ctx0" brushRef="#br0" timeOffset="4311">1757 80 8337,'-7'4'843,"1"1"1,1-4 0,0 3-260,0 0 1,-2 3 0,2 2 0,-1 3-214,0 0 0,0 2 1,3 4-1,2 2-133,0 0 1,1-2 0,1 3-1,0-2-679,2-1 1,4-5 0,0-3-1,3-3-693,0-2 1,-1-3 0,1 1-1,2-2-1706,0-1 2840,-2-4 0,5 0 0,-3-4 0</inkml:trace>
  <inkml:trace contextRef="#ctx0" brushRef="#br0" timeOffset="4312">1885 215 7806,'8'-1'330,"0"-1"1,-2 0 0,0-3 0,1-2 268,-1 0 1,1-2-1,1 0 1,-1-3-241,-2 0 0,1-2 0,-3-4 0,-2-1-226,0 2 1,-2 0 0,-1 3 0,-4 2-225,-4 4 0,-2 7 0,-4 1 0,-1 8 299,-2 7 1,2 8 0,0 8-1,3 1 227,3 3 1,2 0 0,2-2-1,3-1-235,4-1 0,4-5 0,8-2 0,4-5-30,7-5 0,2-6 0,4-7 1,1-3-1413,1-6 1,-1-7 0,-2-6 1241,-1 1 0,3-3 0,-1 3 0</inkml:trace>
  <inkml:trace contextRef="#ctx0" brushRef="#br0" timeOffset="4870">301 764 7695,'0'8'10,"0"-3"1,0 1 0,0 0 278,0 1 1,0 4 0,0 3-1,1 1-94,2 1 0,-1 3 0,2 1 1,1 1-425,-1-3 0,-1-1 1,2-2-1065,1-2 1,-2-5 1292,-2-8 0,3-11 0,-1-6 0</inkml:trace>
  <inkml:trace contextRef="#ctx0" brushRef="#br0" timeOffset="4871">341 669 7742,'0'-6'-608,"0"1"226,0-1 132,0 2 0,1 1 0,3 4 250,4 1 0,-1-1 0,5 10 0,-4-2 0</inkml:trace>
  <inkml:trace contextRef="#ctx0" brushRef="#br0" timeOffset="4872">508 669 7742,'-8'3'334,"0"3"1,4 1 0,1 3 0,2 1-107,1-1 0,4 2 1,1 0-1,3 2-192,3-1 0,-1 0 1,3 3-1,1 1-30,1 1 1,-2 0-1,0 2 1,-3 1 4,-3-1 1,0-5 0,-4 1 0,-2-2-43,-3-1 0,-3-2 1,-5-4-1,-2-1-185,-3 0 1,2-5 0,-4 2 0,2-3 13,0-3 0,5 2 0,-1-5 0,2-1-482,1-3 1,4 1-1,1-5 684,2 0 0,5-1 0,0-1 0</inkml:trace>
  <inkml:trace contextRef="#ctx0" brushRef="#br0" timeOffset="5437">874 764 7844,'-5'-2'789,"0"-1"-311,-1 0 1,2 4 0,1 3-236,2 4 0,4 0 0,1 6 0,0 1-197,2 2 0,-1 1 1,-1 3-1,0 1-602,-3-2 1,0 3-1,-1-4 1,0 0 17,0-3 1,-3-6 0,-3-3 0,-3-5 537,-2-6 0,-3-5 0,2-14 0,-4-2 0</inkml:trace>
  <inkml:trace contextRef="#ctx0" brushRef="#br0" timeOffset="5438">834 645 7265,'4'-8'-383,"0"0"0,2 0 0,-1 1 518,1 2 0,-1 1 1,0 4-1,1 0 86,1 0 1,1 4 0,0 1 0,0 3-917,0 2 1,0 0 694,0 3 0,3 1 0,2 2 0</inkml:trace>
  <inkml:trace contextRef="#ctx0" brushRef="#br0" timeOffset="6009">1010 701 7775,'-8'0'103,"2"0"1,1 0 331,-1 0 0,-1 0 0,0 0 0,1 3-122,4 2 1,1 1-1,1 1 1,0 2-224,0-1 1,6 5-1,2 0 1,2 1-133,1-1 0,1 2 0,2-2 0,-1-1-229,1-1 1,0-3 0,0-3 0,0-2-61,0-2 1,-2-5-1,1-2 1,-2-4 183,-1-3 0,-1-3 0,-2-2 0,-1 0 198,-1 0 0,-3 2 1,1 2 619,-2 1-378,-1 7 1,0 6 0,0 10 0,0 4-362,0 2 0,0 0 1,0 1-1,0 1-450,3 0 0,-1 1 1,2-4-1,1-1-1289,-1-1 1807,1-7 0,3 9 0,0-7 0</inkml:trace>
  <inkml:trace contextRef="#ctx0" brushRef="#br0" timeOffset="6010">1288 669 7842,'-4'5'230,"1"0"1,2 1 117,1 2 0,0 2 0,0 2 1,1 0 10,2 2 1,4 1 0,3 1 0,1 1-299,0 1 0,1-1 0,1 2 0,-2-1 55,-2 0 0,-2 0 1,-1 2-1,-2 0-13,0-3 0,-5 0 0,-4-2 0,-3-1-217,-3-1 0,1-3 1,-3 0-1,0-4-500,0-3 1,-1-3 0,4-3 0,0-3-370,1-4 1,4-3 0,0-5 982,2 0 0,4-8 0,3 1 0</inkml:trace>
  <inkml:trace contextRef="#ctx0" brushRef="#br0" timeOffset="6011">1391 740 8033,'8'-5'0,"-2"1"272,-1 0 0,0 1 1,3 3 109,0 0 1,-2 5-1,-2 2 1,0 4-63,-3 4 1,3 0 0,-2 6 0,0-1-700,-1 0 1,-1-1 0,0 2 0,0 0-366,0 0 1,-3-3 0,-3-4-1,-2-5 183,-2-2 561,1-4 0,-10-3 0,3 0 0</inkml:trace>
  <inkml:trace contextRef="#ctx0" brushRef="#br0" timeOffset="6594">1344 836 7775,'4'-4'251,"-1"-1"0,0 1 0,1-1 0,1 1 301,4-1 1,1 3-1,5-3 1,2 1-243,3-1 0,1 3 1,3-3-1,1 1-579,1-1 1,-1 4 0,2-2 0,-4 2-527,-1 1 1,-4 5 0,-5 2 0,-3 3 794,-4 3 0,-2 0 0,-4 3 0</inkml:trace>
  <inkml:trace contextRef="#ctx0" brushRef="#br0" timeOffset="6595">930 1234 7512,'11'-16'-225,"-3"1"1,1 1-1,-3 3 523,-3-1 1,0 6-1,-3-2 625,0 1 1,-4 4 0,-1 0-443,-2 2 0,-1 3 0,1 2 0,1 5-273,0 3 1,5 2 0,-2 4-1,2 4-116,1 4 1,1-1 0,2 1 0,2-1-97,2-1 1,1 0-1,0-1 1,0-1-131,0-1 1,0-2 0,-1 0 0,-1-1 18,-1-3 0,-3-4 0,0 1 0,-4-2 10,-3-3 0,-5-5 1,-1 1-1,-2-2-266,-1-1 0,-1 0 1,0 0-1,1 0-77,1 0 1,3-6-1,0-2 1,4-2-992,3-1 1,2-1 1438,1-1 0,4-6 0,0 2 0</inkml:trace>
  <inkml:trace contextRef="#ctx0" brushRef="#br0" timeOffset="7184">1089 1289 8058,'5'4'415,"-3"1"1,0 2-1,0 1 1,0 1-264,0 2 0,-1-1 1,-1 5-1,0 2-320,0 0 0,0 1 0,0-2 0,-1 1-483,-2-2 0,3-4 0,-4-1-595,1-4 1246,-2-6 0,-3-12 0,0-5 0</inkml:trace>
  <inkml:trace contextRef="#ctx0" brushRef="#br0" timeOffset="7185">1073 1226 7757,'5'-7'141,"1"1"1,-1 3 0,3 3-512,0 0 1,3 1 0,0 0 0,1 2-454,-1-1 823,3 2 0,-1 1 0,3 3 0</inkml:trace>
  <inkml:trace contextRef="#ctx0" brushRef="#br0" timeOffset="7186">1224 1234 7757,'-6'12'0,"-2"0"221,-1-1 1,1 1 0,0 3 0,2 0 367,1-2 0,3-3 0,0 3 0,1-2-474,1-1 1,1-2 0,1-3-217,4-2 1,3-3-1,3-3 1,0-3-143,2-4 1,-1-3-1,-1-5 1,0-1-92,1-1 1,-3 2 0,3 0 0,-2 3 214,-1 2 1,0 6 0,-1 0 0,2 3 499,-1 5 1,-1 6 0,-2 8-1,-1 6 164,-1 5 0,-3 5 1,1 4-1,-3 2 42,-3 2 1,1-2-1,-3-3 1,-2-2-358,-3-4 1,0-9-1,-2 1 1,0-2-489,-1-4 0,3-2 0,-3-4 0,1-3-25,-1-3 1,3-1-1,-3-2-1615,2-5 0,4 0 0,4-7 1898,2-1 0,1-1 0,0-1 0</inkml:trace>
  <inkml:trace contextRef="#ctx0" brushRef="#br0" timeOffset="7776">1399 1313 7757,'1'9'406,"1"1"0,1 1 13,-1 2 0,1 0 0,0 3 0,-1 0 77,2 0 1,-2 2-1,2 1 1,0-1-212,-3 2 0,3-3 0,-1 1 0,-1-1-227,2-1 0,-3-3 0,1 0 232,-1-2-376,-1-4 1,0-8 0,0-7-1,0-4-103,0-3 0,0-5 1,0-4-1,1-6-4,2-3 0,-2 1 0,5-1 0,0 3 18,1 0 0,1 5 0,0 2 1,0 3 475,0 2 1,2 8-1,1 3 1,-1 4-95,-1 7 1,-1 4 0,0 8 0,0 4-51,-1 4 1,-1 1-1,-2 5 1,1 1-153,-1-1 1,-1-2 0,1 0 0,1 0-1639,-1-3 0,-2-6 1,1-5-1242,1-4 2874,-3-4 0,2-13 0,-3-2 0</inkml:trace>
  <inkml:trace contextRef="#ctx0" brushRef="#br0" timeOffset="7777">1654 1258 8091,'0'5'943,"0"0"1,0 1-565,0 1 0,0 2 0,0 2 0,0 2-538,0 2 1,1 2-1,1 1 1,1 3-586,2-1 1,-3 0 0,3-5 743,-2-2 0,0-2 0,-3-3 0</inkml:trace>
  <inkml:trace contextRef="#ctx0" brushRef="#br0" timeOffset="7778">1678 1178 6417,'0'8'0</inkml:trace>
  <inkml:trace contextRef="#ctx0" brushRef="#br0" timeOffset="8368">1789 1218 7742,'0'12'320,"0"-1"0,0-2 278,0 2 0,3 1 0,0 3 0,-2 0-63,0 1 0,0-1 0,1 6 0,1-1-226,2 0 0,-3-1 0,1 1 0,0 0-219,0-3 1,-1-1 0,-1-3-42,2-5 0,-2-5 0,1-6 1,-1-6-217,-1-6 1,0-6-1,-1-7 1,-1-3-73,0-1 0,-1 3 0,3-2 0,0 3 155,0 2 0,0 8 0,1 2 0,1 2 30,0 1 0,5 5 0,-3 7 1,1 3 121,1 6 1,-1 5 0,3 5-1,0 3-542,0 2 0,-2 2 0,1 1 1,2 1-323,0 2 0,1-9 0,-1-1 0,3-4 393,0-6 1,-1-4 0,1-7-1,0-6 403,1-8 0,-3-7 0,0-4 0,-2-3 0,-3-1 0,0 4 0,-3 0 0,0 2 333,0 5 1,-5 3 0,-5 4 0,-1 5 711,-1 1 1,0 6 0,1-1 0,-2 4-49,1 3 0,1 0 0,2 2 0,2 2-702,2 0 1,2 3 0,1 1-1,0 0-355,0 0 0,4 0 1,1 2-1,2 0-227,1-2 1,1-3-1,1-1 1,1-2-304,2-5 0,-3-1 0,3-2 1,-1-1 256,1-4 1,-6-2 0,3-1-1,1 1 335,0 4 0,-3 2 1,2 3-1,1 4 557,0 5 1,-1 7-1,0 10 1,-1 3 197,-1 3 0,0 1 0,-1 2 0,-1-1-137,-4-1 0,-2-7 1,-2-5-1,-4-3-389,-1-1 1,-2-3 0,-1 2 0,-4-4-1135,-1-3 1,-1-6-1,-1 2 1,-1-2-2368,0-2 1,6 1 3269,-4-3 0,6-4 0,-2 0 0</inkml:trace>
  <inkml:trace contextRef="#ctx0" brushRef="#br0" timeOffset="8369">2235 1560 7682,'3'-5'1239,"-2"1"1,3 2 1378,-1 0-2618,-2-1 0,6 3 0,-2 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7:57:11.067"/>
    </inkml:context>
    <inkml:brush xml:id="br0">
      <inkml:brushProperty name="width" value="0.06" units="cm"/>
      <inkml:brushProperty name="height" value="0.06" units="cm"/>
      <inkml:brushProperty name="color" value="#E71224"/>
    </inkml:brush>
  </inkml:definitions>
  <inkml:trace contextRef="#ctx0" brushRef="#br0">0 610 7882,'0'7'-49,"0"6"0,0-10 878,0 7-509,0-7 1,0 2-259,0-10 0,0-3 0,0-6 1,0 0 42,0-1 1,0-3 0,0-3 0,0-1-207,0-3 1,0 3-1,0 0 1,0 0 82,0 0 1,5 4 0,0-1-1,-2 4 26,-2 1 0,4-1 57,0 1 0,1 6 0,-1 5-33,4 6 1,-1 4 0,0 4-1,0-3-18,0-2 0,-3 3 0,4-4-15,2-2 0,2 0 1,1 0-24,0 2 1,0 0 0,0-5 124,0 0 1,1-5 0,-1-1-82,0-2 0,0 0 0,0-3 0,0 2-13,1-2 0,-4 3 1,3-2-13,6-1 0,-1 3 1,0 1 6,-3 0 1,-2 3-1,2 4 1,1 0 0,3 0 57,3 0 1,-9 0 0,3 0 0,2 0-32,1 0 1,-1 0 0,3 0 2,-1 0 1,2-5 0,-2 0 0,-1 2 0,2 1 67,0 2 1,2 0 0,3-1 0,-2-2-64,-1-2 1,-2 0 0,3 5-1,-2-1-16,3-4 0,-4 3 0,1-2 4,2 2 0,-3 0 0,2-1 0,0-1 0,-1-1 33,1-1 0,-2 4 1,3-4-1,-1 1-97,1 0 1,2 1-1,1 4 1,0 0 21,1 0 0,-1 0 0,0 0 3,1 0 1,-1 0-1,0 0 1,1 0-1,-1 0-55,0 0 0,1 0 0,-1 0 0,-1 0 35,-4 0 0,4 0 0,-5 0 0,2 0 40,-1 0 0,-1 0 0,4 0 1,-4 0-9,-2 0 0,1 0 0,-3 0 1,5 0 0,-1 0 0,3 0 0,-6 0 0,0 0 22,1 0 1,0 1 0,4 2 0,-3 2 6,-1-2 1,-3 3-1,5 1 1,0-1 15,0 0 1,-3 4 0,3-4-33,-1 2 1,2-3 0,-2 3 0,-1-2 0,2-1-6,0 1 1,-3-5 0,5 4 0,0-3 8,-2-2 1,0-2 0,-5-1 59,2-2 0,6 1 1,-3 4-1,2 0 1,-1 0 29,2 0 1,-1 1-1,1 2-74,0 2 1,5 0 0,-4-5 0,2 0 0,3 0 11,1 0 0,-5 0 0,7 0 1,-1 0-4,0 0 0,2-7 0,-4 0 0,3-3 22,-3 1 0,5 4 0,0-3-25,1 2 1,4-1-1,-5 4 1,2-1-1,1 0-1,5 3 1,-5-1 0,7-1 0,1-2-11,2 2 0,-2 2 0,2-1 1,0-3 4,1-4 0,-7 1 0,10-1 1,-2-2-14,1-2 0,-7-1 1,1 0-1,3 1 25,4 4 0,-4-2 0,6 6 0,-1 2-15,1 1 0,-5 2 1,8 0-1,1 0-30,-1 0 0,-11 0 0,5 0-27,-5 0 0,11 0 0,-9 0 0,0 0 0,1-1 10,1-4 1,-10 3 0,12-4-1,1 1 32,-2 1 0,-3-6 0,-1 4 1,1 0 23,1-1 1,-5 1 0,8 3 17,-7-2 1,4 0-1,-6 5 1,5 0-1,4 0-5,3 0 0,-4 0 1,-2 0-1,0 2-29,1 3 1,1-4 0,3 4 0,-2-3 3,-1-2 1,-5 0 0,4 0 0,-1 0 8,1 0 1,-3-5 0,6 0-1,3 2 21,1 1 1,-6 2 0,6 0-31,-3 0 1,2 0 0,-7 0-1,2 0 1,3 0 5,-1 0 0,-6 5 0,3 0 0,1-2-35,3-1 0,-5-1 0,8 2 0,1 2-11,-1-2 1,-6 0 0,8 0 54,0 2 0,3 0 0,-4-4 0,-2 3 1,1 2-5,0 2 1,4-3 0,6 4-1,-2 0 5,0-1 1,-11 5-1,13-5-9,-2 0 0,6 3 1,-6-5-1,-3 0 1,3 2-10,0 0 1,-1-3 0,9 3-1,-3-2-36,0-3 1,-5 0 0,9 0-1,2 2-1,-1-2 1,-8 0 0,4 0 0,1 4-4,-1 1 0,-1-5 1,6 3-1,0-1 7,2 0 1,-12 1-1,12-3-18,-3 2 1,1-1 0,-3-4 0,-3 0 0,3 0-21,3 0 0,-5 0 0,8 0 1,-6 0-8,-4 0 0,-9 0 0,12 0 0,-3 0 8,-2 0 0,-8 2 0,1 3 0,2 4 3,-1 4 1,-6 1 0,4 0 0,-5 2-83,-3 3 1,-9-4-1,1 4 24,-3-3 0,1 3 0,-9 0 1,-3-2-1,-3 0-51,-4 2 0,-4-3 0,3 3 0,-1-3 28,-4-2 0,-1 0 0,-3 0 1,-2 0 157,-2 1 1,-4 3 0,3 3 131,-2 1 1,3 0-1,-4 3 1,-2-1 0,0 1 54,2 2 0,-3 1 0,2 2 1,-2 3-123,-2 5 1,0 6 0,0 6 0,0 10-41,0 8 1,0 6 0,0 11 0,0 3-75,0 6 1,0-7-1,-2 9 32,-2-2 1,2-41 0,0 0 0,-1 0 0,-1-1 0,0 3 0,0 1 0,1-1 0,-1 0 37,2-3 1,-2-2-1,-5 41 1,2-1-1,1 0 19,0 4 1,1-7-1,4 7-139,-4-4 0,3-2 0,-4-14 0,1-3 0,0 3 28,2 3 1,-3-4-1,1 10 109,2-4 1,-3-1 0,1-5 0,2-7 0,1-5-24,2-6 0,0-7 0,0-1 1,0-1-32,0 1 1,0-6 0,0 4 0,0 1-86,0-2 1,0 2-1,0-2 36,0-2 1,0 4-1,0-8 1,0-1 0,0 0 124,0-4 0,0-11 1,0 5-1,0-4 10,0-1 0,5-8 1,0 4-135,-2-1 1,3 0 0,-1-3 0,-2 1 0,0-1-26,2 0 1,-3-5 61,2 1 26,-2-7 0,-4 3 1,-1-7-1,-5-4-150,-4-4 1,-1-6 0,-10-3 0,-4-8-107,-5-5 1,-1-2-1,-6-7 1,-2-2 35,2-2 0,-1 3 1,-1-6-61,4 3 0,-1 3 0,9 3 0,7 6-195,5 7 1,6 6-1,6 13-1126,10 11 1,6 9-1,3 16 1568,0 3 0,7 3 0,1 7 0</inkml:trace>
  <inkml:trace contextRef="#ctx0" brushRef="#br0" timeOffset="522">11816 4803 8041,'0'14'980,"0"0"-978,-6 1 1,10-15 0,1-10 0,9-12 339,10-9 1,1-2 0,13-8-1,3-5 458,4-3 0,3-6 0,7-9 0,5-9-1239,3-4 0,-8 6 0,-2 0 1,-6 5 438,-6 8 0,-8 16 0,2 1 0</inkml:trace>
  <inkml:trace contextRef="#ctx0" brushRef="#br0" timeOffset="1001">11391 5143 7889,'0'-14'-10,"0"0"0,0 0 123,0 0 1,0 4-1,-2 2 427,-2 2 1,-4 0 0,-6 2-1,-2 1 5,-3 5 1,-3 4-1,-6 10 1,-2 4-152,-3 9 1,1 5-1,-4 10 1,3 2 145,6 1 1,0 2-1,10-3 1,4 1-213,7-1 0,6-4 0,6-3 0,10-2-275,11-3 1,4-10-1,10-8 1,3-4-71,0-5 1,2-4 0,-2-6 0,2-5-1051,0-6 1,-7-10 0,3 0 0,-5-2-1161,-3-3 1,-10 1 2226,-1 0 0,-5-1 0,-4 1 0</inkml:trace>
  <inkml:trace contextRef="#ctx0" brushRef="#br0" timeOffset="1472">11547 5427 8819,'6'7'643,"-3"0"1,7-7-1079,1 0 0,1 0 1,2-2-1,2-1 435,3-2 0,-3-6 0,4 3 0</inkml:trace>
  <inkml:trace contextRef="#ctx0" brushRef="#br0" timeOffset="1545">11844 5299 9691,'-17'14'0,"0"0"808,-1 1 0,6 0 1,-7 4-1,3 6-170,2 7 1,0-1-1,1 6 1,4 0-251,4 4 0,3-6 0,2 6 0,0-3-1478,0-2 1,7-5-1,4 2 1,6-4 121,7-6 1,-2-9 0,1-9 0,3-6 967,0-9 0,9-6 0,1-12 0</inkml:trace>
  <inkml:trace contextRef="#ctx0" brushRef="#br0" timeOffset="1546">12028 5483 7889,'-6'14'441,"-3"1"0,-4 0 0,1 3 1,0 2 212,3 2 0,6 2 0,0 2 0,4 0-278,4-3 0,11-1 0,0 0 0,4-7-587,5-9 1,-1-6 0,1-6 0,2-10 215,-2-11 0,-6-4 0,0-9 1,-5-2-413,-5-2 1,-2 9 0,-7-1 0,-2 7 241,-3 6 1,-3 7 0,-6 0-1,-1 7-243,-4 3 0,1 1 0,-4 6 0,2 3-1829,3 0 2237,1 1 0,2 1 0,-1 2 0</inkml:trace>
  <inkml:trace contextRef="#ctx0" brushRef="#br0" timeOffset="2441">12666 5058 7923,'0'-6'901,"0"6"0,0 14 0,0 13 1,0 7-464,0 7 0,5 7 1,-1 13-1,1 5-574,1 3 0,-2-3 0,3-1 0,0-2 67,-4-3 1,3-7 0,-1-5 0,-2-8 467,-1-8-399,-2-12 0,-7-5 0,-1-9 0</inkml:trace>
  <inkml:trace contextRef="#ctx0" brushRef="#br0" timeOffset="2929">12652 5483 7889,'-2'-12'2418,"-2"2"-2354,2-2 1,2 10-1,9-3 1,6 4-656,3 1 0,6 4 0,8 1 0,2-2-404,2-1 1,-3-4 994,5-2 0,0-11 0,4-7 0</inkml:trace>
  <inkml:trace contextRef="#ctx0" brushRef="#br0" timeOffset="2930">13077 5327 7889,'-8'26'121,"-3"-1"1,-5 3 391,-1 2 0,9-2 0,-5 9 0,6 0 47,3 4 1,4-6-1,5 4 1,5-7-367,2-10 1,9-11 0,2-7 0,6-7-289,4-11 1,-2-6 0,5-21-1,-1-6 145,-4-7 0,-7 0 0,-7-5 0,-4 4-459,-4 3 0,-5 6 0,-1 2 0,-6 8-139,-7 7 0,-9 15 1,-6 2-1,-5 4-16,-3 5 0,0 3 1,5 4-1,-1 7 563,1 7 0,0 4 0,-1 6 0</inkml:trace>
  <inkml:trace contextRef="#ctx0" brushRef="#br0" timeOffset="3424">11660 6333 7160,'0'14'941,"2"-4"-190,2-1 0,-2-4 0,3 4-378,-4 2 1,-1 8 0,0 5 0,0 4-272,0 5 0,2 5 0,1 8 0,2 3-134,-2 1 0,-2-3 0,-1 2 0,0-5-404,0-8 0,0-6 0,-1-8-647,-4-8 0,4-7 0,-6-12 0,3-8 1083,-1-9 0,0-4 0,4-15 0,-3-3 0,0 0 0,-1-5 0,5 3 0,0 2-145,0 0 0,1 9 0,3-6 1,2 4 198,2 0 1,-3 11 0,4-3-1,2 3 399,2-1 0,1 5 1,2 3-1,1 3-184,2 2 0,6 4 0,-1 3 0,2 0-292,3 4 0,-1 2 0,0 1 0,1 0-330,-1 0 1,-4 0 0,-1 0-1122,2 0 1474,-10 6 0,3 2 0,-10 6 0</inkml:trace>
  <inkml:trace contextRef="#ctx0" brushRef="#br0" timeOffset="3923">12269 6291 8044,'-14'0'465,"0"0"0,0 0 0,0 0-26,-1 0 1,-3 1-1,-1 4 1,1 6 3,3 6 1,0 2 0,1 11 0,2 8-211,2 6 0,4 10 1,6-4-1,0 2-171,0 0 0,6-8 1,5-2-1,7-9-317,5-7 0,4-11 0,1-7 0,1-3-30,-1-7 0,0-10 0,-1-13 0,-2-8 58,-1-10 1,-7-3 0,0-9 0,-5-3 245,-8 0 0,-2 6 0,-4 5 0,-2 6 198,-6 8 0,-3 1 0,-1 15 1,0 4-231,0 7 0,0 4 0,0 4 0,-1 1-518,1 2 0,6 7 0,4 1 0,2 4 152,2 1 1,8-1-1,5-1 379,4-2 0,8 10 0,-3-9 0</inkml:trace>
  <inkml:trace contextRef="#ctx0" brushRef="#br0" timeOffset="4427">12638 6319 8044,'-15'14'-11,"4"-3"0,-1 2 1,-4 4 802,0 4 0,1 4 0,2 6 0,2 6 6,2 3 1,5 6-1,0 8 1,4-6-569,4-5 1,6-12 0,9-2 0,4-10-311,4-8 0,1-5 0,1-9 0,-1-7 32,0-9 1,-4-7 0,-2-7 0,-3-5-69,-6-3 0,-6-3 0,-7 0 0,0-2 178,0 0 1,-6 10 0,-3-3-1,-5 6-144,-5 6 1,1 13 0,-4 0 0,2 3-455,3 3 0,1 2 0,2 7-617,-1 4 1,8 4 0,3 9 0,8 1 1152,5-2 0,10-1 0,3-2 0</inkml:trace>
  <inkml:trace contextRef="#ctx0" brushRef="#br0" timeOffset="4428">13006 6177 9668,'-9'15'720,"-1"-1"0,7 0 0,-2 2 0,4 4-270,1 8 0,0 9 1,0 8-1,1 6-699,4 4 0,1-2 1,5 7-1,-1-6-728,1-7 0,-3-8 0,-1-4 0,0-4-1855,-4-4 2832,-1-14 0,-2-1 0,0-12 0</inkml:trace>
  <inkml:trace contextRef="#ctx0" brushRef="#br0" timeOffset="4429">12921 6588 8033,'-8'-6'0,"-3"3"1287,6-7 1,1 6 0,4-6-434,0-1 0,6 0 0,5 0 0,5 2-1164,3-2 1,6 3 0,-2 0-1,4 0-1140,2 0 0,-1-1 1,0-5 1449,1-1 0,5 1 0,2 0 0</inkml:trace>
  <inkml:trace contextRef="#ctx0" brushRef="#br0" timeOffset="4930">13544 6177 8033,'-20'0'470,"4"-4"0,-3-1 0,2 2-110,-2 1 1,6 2 0,-4 0 0,0 0 564,1 0 1,0 8 0,4 5 0,1 7-310,1 7 0,2 0 1,-1 10-1,4 4-531,4 5 1,1 4 0,0 6-1,1-5-288,4-3 0,4-4 0,9-5 0,2-4-741,2-7 1,2-11 0,4-2 0,1-9-654,-1-5 0,-5-1 0,1-1 1597,1-4 0,2-3 0,1-6 0</inkml:trace>
  <inkml:trace contextRef="#ctx0" brushRef="#br0" timeOffset="4931">13629 6702 8704,'-14'-2'438,"0"-3"1,0 4 0,1-6-1,4 1-229,4-3 1,4-4 0,1-3 0,0-4-11,0-8 1,1-2-1,4-10 1,6-2-124,6-4 0,0-3 0,6 4 0,-1-1-12,0 5 0,-5 5 0,2 11 0,-5 4 112,-5 7 0,2 11 0,-4 5 264,1 10 1,-4 10-1,4 11 1,0 5-255,0 3 1,0 8 0,3 1 0,-2 0-574,2-2 0,-3-1 0,0-3 1,0-3-633,0 0 0,-4-7 1,4 0-1,-1-6-2609,-4-5 3628,-2-2 0,-7-7 0,-2 0 0</inkml:trace>
  <inkml:trace contextRef="#ctx0" brushRef="#br0" timeOffset="4932">13686 6546 8303,'-14'-14'1008,"6"4"1,3 1-320,4-2 1,2 3 0,4-2 0,4 1-1069,4 1 1,3-5 0,1 6 0,4-3-1114,1 1 1,1 4 1491,6-4 0,-7 5 0,-2-2 0</inkml:trace>
  <inkml:trace contextRef="#ctx0" brushRef="#br0" timeOffset="5013">14069 6447 7983,'0'14'1532,"0"-5"-2173,0 1 1,0-6 640,0 6 0,0-1 0,0 5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7:57:18.064"/>
    </inkml:context>
    <inkml:brush xml:id="br0">
      <inkml:brushProperty name="width" value="0.06" units="cm"/>
      <inkml:brushProperty name="height" value="0.06" units="cm"/>
      <inkml:brushProperty name="color" value="#E71224"/>
    </inkml:brush>
  </inkml:definitions>
  <inkml:trace contextRef="#ctx0" brushRef="#br0">50 299 7891,'-7'1'3,"-2"1"1,2 0 0,-2 1 940,2 0 1,2-1-610,1-2 0,3 0 0,1 0 0,4 0-43,4-3 0,1 0 0,4-2 1,1 1-325,0-1 1,3-1-1,0 0 1,1 1-473,-1 0 0,-1 4 0,1-1 0,0 2-2006,0 2 2510,-2-1 0,4 7 0,-2 0 0</inkml:trace>
  <inkml:trace contextRef="#ctx0" brushRef="#br0" timeOffset="509">309 120 9918,'1'9'315,"1"2"0,3 9 1,4 4-1,2 6-134,1 5 1,4 0-1,-1 3 1,1 0-8,0-2 0,-2-7 0,2 0 1,-2-6-309,-1-5 1,-4-5-1,-1-6 110,0-4 0,0-6 1,-2-4-1,-1-4 208,-3-4 1,-2-3 0,0-3-1,0-3-56,0-1 1,0-1-1,0-5 1,0 2-97,0 1 0,0 0 0,0 1 1,0 2-471,0 4 0,3 5 1,0 4-1,0 4-695,2 2 0,2 6 0,1 0 1133,1 3 0,3 6 0,-2 2 0</inkml:trace>
  <inkml:trace contextRef="#ctx0" brushRef="#br0" timeOffset="987">702 146 9375,'-20'8'0,"0"1"298,3 2 0,0 1 0,5 1 0,0 1 372,1 2 1,4 0-1,0 3 1,4-2-451,2 2 0,2-4 0,1-1 0,3-1-474,4-1 0,2-3 0,3-1 0,3-3-98,0-3 0,-2-3 1,2-2-1,0-5 41,0-4 1,-4-2-1,0-5 1,-2-2 55,-3-2 0,1 0 0,-5-2 0,-1-1 635,-1 1 1,-1 6 0,-1 1 233,0 3 1,-3 9 0,0 4 0,-2 8-186,1 7 0,2 6 0,0 5 0,1 2-369,1 1 1,1-1-1,1 1 1,3-1-897,1-2 0,2-4 0,1-5 0,0-3 836,1-4 0,0-3 0,3-2 0</inkml:trace>
  <inkml:trace contextRef="#ctx0" brushRef="#br0" timeOffset="1467">894 47 7976,'-3'6'646,"0"4"1,-2 0 0,1 1-80,1 0 0,1 1 0,2 3 0,0 2-153,0 2 1,2-2-1,1 4 1,1 2-457,1 2 1,1-2-1,1 2 1,-1-2 255,1-4 0,0-6 0,-1 0-214,1-3 0,3-1 0,0-3 0</inkml:trace>
  <inkml:trace contextRef="#ctx0" brushRef="#br0" timeOffset="1468">987 186 6880,'0'7'0,"0"0"-242,0 2 0,0 0 0,0 3 0,0 3 1367,0 1 1,0 0 0,0 1 0,0-1-907,0-1 0,1-2 0,1-2-219,3-5 0,0 1 0,2-3 0</inkml:trace>
  <inkml:trace contextRef="#ctx0" brushRef="#br0" timeOffset="1952">1000 93 7976,'-6'3'-534,"2"-2"1,1 5-1,3-3 1</inkml:trace>
  <inkml:trace contextRef="#ctx0" brushRef="#br0" timeOffset="1953">1160 33 9725,'-4'0'1597,"1"0"0,3 1-1414,0 1 0,0 0 0,0 2 0,0 1-52,0 1 1,0 2 0,0 0-1,1 1-55,1 2 1,-1 0 0,2 2-1,-1 0 83,0 1 1,1-3 0,-1 1-1,0 1-80,-1-1 1,0-3 0,-1 2 0,1-2-132,1-1 1,-1 0-1,1-2-86,-1 1 0,1 0 0,0-1-459,0 1 0,-1 0 0,-1-1-726,0 1 0,0-1 1323,0 1 0,2 0 0,2-1 0</inkml:trace>
  <inkml:trace contextRef="#ctx0" brushRef="#br0" timeOffset="2498">1193 53 7838,'0'-4'88,"-1"0"224,-1 1 1,1 0-1,-4 2 246,0-1 0,1-1-332,0 3 0,3 3 0,-2 2-23,3 4 1,0 1 0,0 4 0,3 2-32,1 4 1,0 2-1,0 3 1,1 3-107,1 2 1,2 1 0,-1 1-1,0-1-35,-1-2 1,-1-5 0,1-4-1,-1-5-207,0-3 0,-4-6 0,2-6-75,-3-4 1,0-5 0,-3-2-1,-1-1 134,-2-1 0,-1-1 0,-1 2 0,-2 0 27,0 1 0,-1 3 0,-3-1 1,2 2 68,1 3 1,-2 1 0,3 4 0,1 3 212,0 3 0,4 4 0,-3 0 1,4 4 27,1 0 1,1 3-1,3-2 1,1 0-30,2 0 1,2-2-1,1-4 1,0 0-94,2-2 1,1-4 0,1-2 0,1-1-640,-1-1 0,2-1 0,1-1 0,1-6-710,0-4 1,1-2 1250,0-4 0,-2-3 0,2-2 0</inkml:trace>
  <inkml:trace contextRef="#ctx0" brushRef="#br0" timeOffset="2992">1346 226 7838,'0'10'349,"-2"4"0,0-3 0,-1 3-79,0 1 1,3-3-1,-3 2 1,3-3-73,0-1 0,0-4 0,3-2-12,1-1 0,1-2-186,0-6 0,1-2 0,-3-6 0</inkml:trace>
  <inkml:trace contextRef="#ctx0" brushRef="#br0" timeOffset="3193">1379 80 6730,'0'4'-189,"0"-2"1,0-2 0</inkml:trace>
  <inkml:trace contextRef="#ctx0" brushRef="#br0" timeOffset="3194">1446 40 7838,'0'7'785,"0"0"-376,0 2 0,0-1 0,0 3 1,0 2-46,0 1 1,3 2-1,1 3 1,2 3-310,1 3 1,-1-2 0,1 3 0,-1-2-715,-2 0 1,1-5 0,-2 0 658,-2-2 0,3 2 0,-1-2 0</inkml:trace>
  <inkml:trace contextRef="#ctx0" brushRef="#br0" timeOffset="4047">1446 226 9956,'0'-4'994,"0"0"0,3 0-851,1 1 0,2 0 0,1 0 1,0 0-1542,2 1 0,-1 1 1398,3 1 0,0 0 0,2 0 0</inkml:trace>
  <inkml:trace contextRef="#ctx0" brushRef="#br0" timeOffset="4048">1579 219 8472,'-4'3'462,"2"2"0,1-2 0,2 1-316,1-1 1,2-1 0,2-2 0,2 0-147,0 0 0,3-3 0,2 0 0</inkml:trace>
  <inkml:trace contextRef="#ctx0" brushRef="#br0" timeOffset="4817">1765 86 7838,'-9'7'289,"0"0"0,3-1 0,-3 1 0,2 0 685,3 2 1,-1-1 0,2 3 0,0 3-503,0 3 0,1 2 0,2 7 1,0 3-388,0 2 1,0 1 0,0 4 0,0-3 99,0 1 1,0-6 0,0-3 0,0-4-4214,0-4 4028,0-5 0,3-2 0,0-4 0</inkml:trace>
  <inkml:trace contextRef="#ctx0" brushRef="#br0" timeOffset="4818">2070 113 7809,'0'-4'1049,"1"1"-663,1 3 1,0 4-1,1 3 1,2 4-177,1 4 1,-3 5 0,5 7 0,1 4-275,-2 4 1,0-2-1,0 1 1,-1-3-362,-2-2 0,0-6 0,-3 0-179,2-6 1,-2-7-1,-3-9 604,-2-2 0,-5-6 0,-2-3 0</inkml:trace>
  <inkml:trace contextRef="#ctx0" brushRef="#br0" timeOffset="5489">2103 146 7809,'5'-13'0,"-1"0"0,1 0 0,1 2 0,2 2 58,1 2 0,-1 1 0,2 1 0,0 1 396,1 1 1,-5 2-1,0 3 1,-1 2-63,-1 2 0,1 4 0,-2 1 0,-3 1-115,-1 2 1,-3 0 0,-3 1 0,0 3-183,-2 1 1,2-3 0,-2-2 0,2 0-740,0 0 1,1-5 0,1 2-1098,0-2 1,5-6 1740,0-1 0,6-7 0,4-2 0</inkml:trace>
  <inkml:trace contextRef="#ctx0" brushRef="#br0" timeOffset="5490">2336 160 8224,'7'2'290,"-1"0"1,1 0 0,0-3 0,0-1-79,2-2 0,-2-2 1,2-1-1,-2-2-113,0-2 1,0-2 0,-1 0 0,-2-1-2,-2-2 1,-1 4 0,-3-2 0,-1 1 38,-4 4 0,-4 0 1,1 3-1,-1 2 14,0 2 1,0 5 0,-2 3 0,1 3 291,1 4 1,5-1 0,0 6 0,0 1-170,3 3 1,0 1 0,3 4 0,0-1-477,3 1 1,1-2-1,4 0 1,2 0-1171,0-2 0,2-7 0,3-4 1,0-4-1180,0-4 2551,-1-2 0,-1-8 0,1-2 0</inkml:trace>
  <inkml:trace contextRef="#ctx0" brushRef="#br0" timeOffset="5491">2489 106 7904,'0'5'1079,"0"-1"-741,0 1 1,0 1-1,0 1 1,0 0-61,0 2 1,1 2 0,0 5-1,2 2-57,1 1 1,-2 3 0,2 0 0,-2 0-96,0 1 0,-1-5 0,-1-1 0,0-2-13,0-1 0,-1-6 0,-1-2-95,-3-3 0,0-3 0,0-6 0,1-3 183,1-4 0,0-3 0,2-5 0,-1-2-80,0-3 0,2-1 0,2-2 0,2 2-44,0 1 1,2 2 0,-2 3 0,3 1-81,2 3 1,-1 5 0,2 1 0,0 5-483,-2 1 0,0 4 0,0-1 0,1 2-1781,-1 2 1,-1 2 2265,0 2 0,3 4 0,0 0 0</inkml:trace>
  <inkml:trace contextRef="#ctx0" brushRef="#br0" timeOffset="5492">2695 179 8051,'-1'20'0,"-1"0"434,-3-3 0,2 2 0,-1-4 0,0 0-74,1-1 0,1-1 0,0-2-601,1-2 0,2-6 241,1-6 0,2-6 0,2-8 0</inkml:trace>
  <inkml:trace contextRef="#ctx0" brushRef="#br0" timeOffset="5545">2695 47 7809,'-4'-4'-814,"1"1"0,4 3 814,1 0 0,2 6 0,2 1 0</inkml:trace>
  <inkml:trace contextRef="#ctx0" brushRef="#br0" timeOffset="5546">2814 93 8610,'-9'18'0,"1"1"176,-1 2 1,3-1 0,1 5 0,2 0 357,1 0 1,1-6-1,-1 4 1,4-3-225,2-4 1,3-5-1,1-4 1,2-4-247,0-2 1,1-8-1,2-3 1,1-7-172,-1-4 1,-3-2-1,-1-7 1,-2 0 27,-3-1 0,-1 5 0,-3 1 1,0 3-103,0 3 1,-3 3 0,-1 2 0,-2 2-89,-1 3 0,-2 5 0,0 1 0,1 3-580,1 0 0,1 3 1,2 1-739,1 2 1587,3-2 0,0 2 0,0-3 0</inkml:trace>
  <inkml:trace contextRef="#ctx0" brushRef="#br0" timeOffset="5547">2941 0 7809,'0'7'197,"0"-1"1,0 1 0,0 0 0,3 0 521,1 2 0,0-1 0,0 2 0,1 1-344,1-1 1,2-1 0,0 1 0,1-2-369,-1-2 0,-3-2-175,-1 0 0,-3-1 1,-1-3 1,-4 0 0,-5 0 0,-2 0-227,-1 0 1,1 2 0,0 2 0,1 3 305,0 2 0,2 3 1,-1 4-1,2 2 482,3 1 1,1 1 0,3 2 0,3 0-82,4-1 0,0-5 0,4-4 0,2-3-257,2-4 1,-1-3 0,1-3 0,-1-6-299,0-8 1,-3-3 0,-1-6 0,0-2-703,-2-2 0,-4 0 943,-2-3 0,-1 6 0,-1-1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7:57:25.045"/>
    </inkml:context>
    <inkml:brush xml:id="br0">
      <inkml:brushProperty name="width" value="0.06" units="cm"/>
      <inkml:brushProperty name="height" value="0.06" units="cm"/>
      <inkml:brushProperty name="color" value="#E71224"/>
    </inkml:brush>
  </inkml:definitions>
  <inkml:trace contextRef="#ctx0" brushRef="#br0">11 21 8480,'-7'0'660,"3"0"1,4-2 0,5 0 0,4 0-199,2 2 0,4 0 1,2 0-910,0 0 0,3 0 0,4-1 0,0-1 0,1-1 447,-1 0 0,3 1 0,-3-1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7:57:51.911"/>
    </inkml:context>
    <inkml:brush xml:id="br0">
      <inkml:brushProperty name="width" value="0.06" units="cm"/>
      <inkml:brushProperty name="height" value="0.06" units="cm"/>
    </inkml:brush>
  </inkml:definitions>
  <inkml:trace contextRef="#ctx0" brushRef="#br0">84 27 7936,'-7'0'1729,"3"0"-1618,0 0 1,2 0-441,0 2 0,4 2 0,3 2 0,1 1 321,3-1 8,-2 1 0,8-1 0,-2 0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7:58:07.198"/>
    </inkml:context>
    <inkml:brush xml:id="br0">
      <inkml:brushProperty name="width" value="0.06" units="cm"/>
      <inkml:brushProperty name="height" value="0.06" units="cm"/>
      <inkml:brushProperty name="color" value="#E71224"/>
    </inkml:brush>
  </inkml:definitions>
  <inkml:trace contextRef="#ctx0" brushRef="#br0">283 178 7796,'-3'-5'628,"-1"0"0,0 0-342,0 3 0,2 1 0,-2 3 0,1 2 0,2 3-72,0 1 0,1 5 0,1 4 0,2 0-76,3 3 1,1 0-1,4 4 1,0-1 61,1 2 0,4-3 0,0-2 1,2-3-295,-1-4 1,0-6 0,2-5 0,0-4-229,1-5 0,-4-5 0,-2-6 0,-2-3 160,-4-5 0,-1-2 0,-2-4 0,-2 0 46,0 2 1,-1 5 0,-3 5 0,0 4-76,-1 5 1,-3 6 0,1 4-210,1 2 1,0 1 0,3 2 0,0 2-148,0 2 0,0-1 0,0 1 547,0-1 0,3 3 0,0 0 0</inkml:trace>
  <inkml:trace contextRef="#ctx0" brushRef="#br0" timeOffset="336">636 101 7796,'-4'3'37,"-2"1"0,3 2 0,-2 1 604,1 2 0,3-1 1,-1 3-1,1 3-119,1 2 0,3 3 0,1 2 0,2 1-705,0 1 0,1-1 0,1 2 1,1 1-165,-2-1 0,-2-5 0,0-3 1,-1-3-248,0-2 1,-1-4 0,-2-1 593,-1-6 0,-2-5 0,-4-5 0</inkml:trace>
  <inkml:trace contextRef="#ctx0" brushRef="#br0" timeOffset="627">623 178 7796,'3'-12'-380,"0"-1"0,-2 1 0,0 0 1000,1 2 0,4 2 1,0 0-1,2 2-67,-1 2 1,3 2-1,1 0 1,1 2-186,1 2 0,-2 3 0,-1 3 0,0 1-208,0 1 0,-2-2 0,0 3 0,-1 0-184,0 2 1,-4-2-1,-1 1 1,-2 2-191,-2-1 1,-1-1 0,-4-2-1,0 2-25,-1 0 0,0-1 0,-3-2 0,0 1 96,-2-2 0,4-1 0,0-1 0,2 1 711,0-1 1,3-2-200,0 1 1,5-2 0,1 1 0,4-2-388,3-1 1,1-1 0,2-1 0,2 0-156,1-1 0,-1-3 0,1 1 0,-1-2-594,1 0 1,-2-1-1,2 1 1,-4 1-443,-3-2 0,0 4 1,-2-3 1208,0 0 0,4 1 0,0-2 0</inkml:trace>
  <inkml:trace contextRef="#ctx0" brushRef="#br0" timeOffset="920">918 101 7796,'-3'-3'2419,"2"0"0,-2 4-1859,3 1 1,0-1-1,0 4 1,0 2-407,0 3 1,0 3-1,0 3 1,0 2-60,0 3 0,0 3 0,0 0 1,0 0 53,0 0 1,0-2-1,0-4 1,0-1-211,0-2 1,1-4-1,1-3 1,2-2 88,2-2 0,1-3 0,2 1 0,2-3-217,1-1 0,-1-4 0,1 0 1,2-1-80,-1-1 1,1 1 0,-2 0-1,-1 1-655,0-1 1,-3 2 0,0 0 922,0 3 0,-2-1 0,0-1 0</inkml:trace>
  <inkml:trace contextRef="#ctx0" brushRef="#br0" timeOffset="1398">1424 101 7748,'0'-4'261,"-2"0"1,0 2 594,-2-3-395,2 4 1,0 1 0,2 5 0,0 3 32,0 3 1,2 4 0,1 2 0,-1 3-249,1 3 1,2-1 0,-3 6 0,-1 1-349,0 2 0,-1-2 0,0-2 1,0-3-484,0-2 1,0-5-1,0-3 107,0-2 1,0-7 0,0-5 477,0-3 0,3-9 0,0-1 0</inkml:trace>
  <inkml:trace contextRef="#ctx0" brushRef="#br0" timeOffset="1732">1482 76 8009,'-1'6'510,"-1"1"1,2-1 0,-3 1 0,3 2-40,0 1 0,0 1 0,0 1 1,3 0-280,1 2 1,2-2 0,1 3 0,1-1-197,0-2 0,1-4 0,-1-1 0,1-2-94,-1-2 1,-1 0-1,1-4 1,1-4-46,-1-3 0,-1-4 0,-1-3 0,1-2 57,-1-2 0,0 2 1,-1 1-1,-1 1 134,1 1 0,-2 3 1,0-2-1,-1 4 319,0 1 0,1 3-150,-1 0 0,-1 3 0,1 4 0,-1 3 71,1 3 0,1 3 1,2 4-1,0 3-186,0 2 1,-2 1 0,1 3 0,-1-1-503,1 0 1,-2 0 0,1-3 0,1-1-391,0-3 1,-2-3-1,2-4 1,0-2-1881,0-1 2670,2-4 0,-3-2 0,4-3 0</inkml:trace>
  <inkml:trace contextRef="#ctx0" brushRef="#br0" timeOffset="2081">1809 108 7748,'-6'0'406,"-1"0"1,1 0 0,0 0 0,-1 0 402,1 0 0,2 0 0,-1 0 1,1 1-256,0 1 1,-1 2-1,3 5 1,1 2-436,0 3 0,1 3 0,1 2 1,1 0-379,2 0 0,2 0 0,1-3 0,2-3-70,1-4 0,0-4 1,1-3-1,0-3-315,2-3 1,-3-4 0,0-6-1,-3-3 415,-1-1 0,-2-1 1,1-4-1,-1 1 409,-1 2 0,-1 2 0,-2 2 0,0 3 649,0 3 0,-1 3 0,-1 2-353,-2 3 1,1 7 0,1 4 0,1 3-410,1 3 0,0 2 0,0 4 1,0 1-54,0 0 0,3-1 1,0-1-1,2-4-1740,-1-3 1,0-4 0,3-1 0,-1-3 1725,1-3 0,-1-7 0,0-2 0</inkml:trace>
  <inkml:trace contextRef="#ctx0" brushRef="#br0" timeOffset="2367">1963 50 10689,'0'7'0,"0"0"531,0 1 1,1 4 0,1 5 0,2 5-181,2 4 0,3 3 0,-1 3 1,1-1-813,0 1 1,-3-6 0,1 1 0,-1-4-1489,-1-2 1,-3-6 1948,1-2 0,-3-7 0,0-1 0</inkml:trace>
  <inkml:trace contextRef="#ctx0" brushRef="#br0" timeOffset="2648">1957 249 7748,'-2'-4'0,"0"-1"730,0 0 1,1 2 0,1-1 0,0-1-12,0-1 1,1 0 0,1 0 0,3 1-1035,3 1 1,0-1 0,3-1 0,0-1-664,1 1 0,1 2 0,0 0 0,0 1 978,2 2 0,2-3 0,2 1 0</inkml:trace>
  <inkml:trace contextRef="#ctx0" brushRef="#br0" timeOffset="2933">2169 101 7738,'-11'-3'0,"1"1"0,1 1 0,1 1 0,0 0 0,1 1 0,0 1 1414,1 2 1,2 2 0,-1 1 0,3 2-687,2 4 1,0 3 0,0 3 0,2 1-673,3 1 1,1 1-1,2 1 1,1-3-537,1-2 1,-1-7-1,1 0 1,2-4-659,0-2 0,1-3 0,-1-5 0,-1-4-2320,0-5 3458,0-4 0,-1-6 0,-1-1 0</inkml:trace>
  <inkml:trace contextRef="#ctx0" brushRef="#br0" timeOffset="3218">2265 31 8110,'-1'3'1347,"0"0"-659,-2 0 0,1 1 0,2 2 1,0 1-99,0-1 0,0 3 0,0 3 1,0 3-349,0 4 1,2 3 0,1 4 0,1 2-156,1 2 1,-2 1-1,1 1 1,0-2-62,-1-3 1,-1-7 0,3-5 0,-1-4-240,-1-4 0,1-4 0,-3-1 0,2-5-26,1-3 1,-2-3-1,1-5 1,1-1-20,0-2 1,-2-2-1,1-2 1,1 0-40,-1 0 1,2 1 0,0 2 0,0 1 558,0 2 1,-2 4 0,2 3 228,-1 3 0,0 4 0,0 5 0,-1 5-310,0 5 0,-2 3 0,3 3 1,-1 3-569,-2-1 1,1-2 0,-1 0 0,1-3-1174,0-1 0,1-4 0,-1-4 1560,2-3 0,-3-5 0,2-4 0</inkml:trace>
  <inkml:trace contextRef="#ctx0" brushRef="#br0" timeOffset="3509">2470 153 9735,'4'3'672,"-2"1"0,-2 3 0,0 3 0,1 4-437,1 1 1,0 5 0,1 4-1,1 1-803,-1 0 0,-1-3 1,2-3-1,-1-6 568,-2-3 0,3-6 0,-1-1 0</inkml:trace>
  <inkml:trace contextRef="#ctx0" brushRef="#br0" timeOffset="3510">2515 24 8046,'-1'-3'180,"-1"1"-807,1 1 1,-2 4 0,4 1 626,1 2 0,2 3 0,2 1 0</inkml:trace>
  <inkml:trace contextRef="#ctx0" brushRef="#br0" timeOffset="3538">2605 82 8092,'0'7'0,"-1"0"720,-1 1 1,1-1-1,-1 2 1,1-2 15,1 0 1,1 2 0,0 1-1,2 0-327,-2 1 1,2 1 0,0 2 0,0 1-288,-1 2 1,3 0 0,-3 2 0,-1-2-123,0-2 0,1-4 1,0-1-1,0-1-146,-2-1 1,0-4 0,0-4-123,0-4 1,0-5 0,0-4-1,0-4-102,0-4 1,1-2 0,1-4 176,2-1 0,0 1 0,0 3 1,1 2-1,-1 3 68,0 2 0,1 7 0,3-2 1,0 5 526,0 3 0,0 6 0,0 5 1,1 3-276,-2 4 1,1 4 0,-3 2 0,0 2-266,0 1 0,-3 0 1,1 0-1,0 0-732,-2-1 1,2-5 0,-1 1 0,1-3-632,-1-5 0,0-7 1501,2-5 0,0-7 0,3-8 0</inkml:trace>
  <inkml:trace contextRef="#ctx0" brushRef="#br0" timeOffset="4087">2874 31 7719,'-6'0'197,"-1"0"1,0 1 0,-1 1 999,0 5 0,-1 0 0,3 3 0,-1 1-400,1 1 0,2 0 1,2 4-1,2-1-766,0-1 1,0-2 0,2 2 0,3-2-17,0-4 1,2-4 0,1-1 0,2-3-300,0 0 0,0-5 1,2-4-1,-1-2-426,-2-2 1,-2 0 0,-1 0 0,1 0 678,-1 0 0,0 4 0,0 2 0,-1 3 645,-1 1 0,-2 4 1,3 6-1,-1 6-6,0 6 0,1 9 0,-3 7 1,1 4-105,0 4 0,-1-4 0,-2-2 0,0-2-254,-3-2 1,-1-4 0,-4 2 0,-1-3-684,-1-3 1,-1-6 0,-4 0-1,0-4-1017,-2-5 0,0-2 1,-1-6 1449,1-3 0,-5-5 0,2-4 0</inkml:trace>
  <inkml:trace contextRef="#ctx0" brushRef="#br0" timeOffset="4514">3355 44 7614,'0'-10'107,"-2"3"0,-1-1 1,0 1 345,-2 3 0,-1-1 1,-1 3-1,1 2 10,0 4 0,1 3 0,1 7 0,0 3-130,0 4 0,1 5 0,3 3 0,0 3-174,0 3 1,1-2 0,1 6-370,3-4 1,0-1 0,2-7 0,1-3 0,1-1-845,1-3 1,-2-5 0,0-5-1877,-3-2 2930,-2-4 0,-9-4 0,-1-4 0</inkml:trace>
  <inkml:trace contextRef="#ctx0" brushRef="#br0" timeOffset="4819">3246 339 7614,'0'-13'256,"0"5"0,0 2 0,0 0 134,0 0 1,1 2-1,1 0 1,3-1-141,3-1 0,0 0 0,2 1 1,2 2-676,0 0 1,1 0-1,2 2 1,0-1-479,-1 0 1,-1 1-1,-1 1 903,-1 0 0,1-2 0,-2-2 0</inkml:trace>
  <inkml:trace contextRef="#ctx0" brushRef="#br0" timeOffset="5127">3471 243 7614,'3'7'0,"0"1"250,0 3 0,-2 0 0,1 1 0,-2 1 199,0 1 0,0 0 0,0 0 1,-2 1-264,0 0 0,-3-2 0,2-1 0,-2 0 17,1-2 1,0-4-1,-1 0-175,1-3 1,1-1 0,-2-4-265,3-3 0,2-3 0,0-2 0,2-2-41,3 0 0,0 2 1,2-5-1,0 1-120,1 1 1,0-1 0,3 2 0,0 0-58,1-1 1,2 1 0,0-2-1,-1 0 454,-1 1 0,0 2 0,0 2 0,-2 2-69,-1 4 0,-5 2 0,-2 4 608,-4 3 0,-1 4 0,-4 4 0,1 2 180,-1 0 0,2 1 1,0 3-1,1-2-355,1-1 0,1 0 0,2-4 0,1 0-377,1-3 1,2-3 0,5-3 0,2-1-167,4-3 0,-3-3 0,2-4 1,0-5-2,0-2 0,-4-4 0,-2 1 0,-2-1-11,-2-2 0,-2 4 1,-1 1-1,-2 1 159,-4 2 1,-1 2-1,-3 1 1,-1 2-183,0 1 0,-2 1 1,2 1-1,0 0-727,2 0 0,3 1 208,1 0 1,2 2 732,0-3 0,7 2 0,2-1 0</inkml:trace>
  <inkml:trace contextRef="#ctx0" brushRef="#br0" timeOffset="5514">3714 217 7368,'7'6'120,"-1"1"1,0 0 0,-1 1 0,-2 2 696,0 2 1,2-3 0,-3 5-1,-1-1-330,0 1 0,-1 2 0,1-2 0,0 2-262,1 0 0,0-1 1,-2 2-1,0-2-181,0 0 1,0-5-1,0-1-182,0-2 0,0-4 0,0-4-54,0-4 0,0-5 0,1-5 0,1-3 40,2-3 0,0-2 1,1-2-1,1-1-40,2 0 0,1 5 1,-3 1-1,1 1 203,-1 1 1,0 5-1,1 2 1,-1 3 392,1 4 1,-1 6-1,0 5 1,-1 4-98,-1 3 0,-2 3 0,2 4 0,-1 0 11,-2 0 0,0-1 0,1-2 0,0 0-18,-1-1 0,0-3 1,-1 1-1,0-4-734,0-3 0,0-5-77,0-5 0,1-4 0,0-8 0,2-1 172,1-5 1,0 0-1,2-2 1,1-1 96,-1 0 1,1 4-1,1 2 1,1 2 324,1 2 1,1 8-1,2 1 1,0 5 535,0 3 0,-1 8 0,0 3 0,0 3-404,-1 3 0,-4 2 0,2 2 1,-2 0-422,0 1 0,-3-2 0,-1 2 1,0-2-470,-1-3 675,-2-8 0,0 8 0,0-8 0</inkml:trace>
  <inkml:trace contextRef="#ctx0" brushRef="#br0" timeOffset="6582">154 602 7614,'0'-7'-8,"0"3"1,0 0 85,-2-1 1,1 1 0,-2 1 269,0 0 1,2 1-173,-1 5 0,2 1 1,0 5-1,0 4 1,0 3 134,2 3 1,2 3 0,2 1 0,1 3-27,-1 2 1,1 0-1,0 3 1,1-2-87,0 0 1,1-4-1,-4-5 1,0-3-1098,0-7 668,-4-3 1,-1-11 0,-5-2-1,-3-4 1,-3-2 55,-3-1 0,-1 2 0,-2 1 0,0 1 92,-2 1 1,0 2 0,0 2-1,2 1 145,2 3 1,2 3 0,0 4 0,4 3 322,2 5 0,4 1 0,3 3 0,3 1-302,4 2 0,2-5 0,4 2-222,2-3 0,3-1 0,3-5 0,-1-1 0,3-2-164,1-1 0,0-2 0,-1-3 0,0-3 302,-1-4 0,2-3 0,2-4 0</inkml:trace>
  <inkml:trace contextRef="#ctx0" brushRef="#br0" timeOffset="6956">334 794 7798,'-13'3'244,"3"-2"0,-1 4 0,0 3 434,1 2 1,3 2 0,3 3-1,2 3-240,0 3 0,5 0 1,3 1-1,5-1-356,3 0 1,1-8 0,2 1 0,1-4 28,3-4 1,-1-3 0,1-6 0,-1-4-600,0-5 1,-4-2 0,-2-3-1,-3-1 399,-5 0 0,-2-1 0,-5 0 0,-2 1 265,-3 1 0,-3 5 1,-4-1-1,-1 2-34,-1 1 1,0-2-1,-3 5 1,3 0-224,-1 2 1,5 3 0,-1-1 0,2 0-1632,2 1 0,3 2 467,1 0 0,6 2 1245,2 0 0,2 0 0,3-2 0</inkml:trace>
  <inkml:trace contextRef="#ctx0" brushRef="#br0" timeOffset="7346">494 730 7798,'1'7'0,"1"2"232,0 1 1,1 1 0,-1 1 0,1 2 454,1 2 1,2 0 0,-2 2-1,1 3-298,2 1 0,-3-1 1,0 0-1,-1-1-298,1-1 0,-3-2 0,1-1 0,-1-2-101,-1-4 0,0-5 0,-1-1 0,0-2-141,-1-3 0,-2-2 1,1-6-1,-1-5-132,-1-5 1,2-1-1,-1-5 1,1-3 84,2-3 1,0 5 0,1-3 0,0 2 135,0 3 0,3 1 1,1 4-1,2 2 32,0 2 1,4 5 0,0 4-1,2 3 68,1 2 0,0 5 1,-1 3-1,0 5 296,-2 4 0,-1 4 0,1 0 1,-1 3 34,-1 2 1,-2-3 0,-1 4-1,-1-1-116,-1 0 1,0-5 0,-2-1-1,1-3 194,0-2 1,-2-3-641,0-2 1,0-8 0,0-4 0,0-7-126,0-5 1,0-4 0,0-4 0,0-2 102,0-2 1,2 3-1,1 1 1,1 1 112,1 1 1,0 4-1,2 3 1,-1 3 152,1 2 0,-1 5 1,1 2-1,-1 4 598,0 2 0,1 5 0,-1 1 1,1 4-184,-1 3 1,0 1 0,-1 5 0,-1 2-894,1 0 1,-1-2 0,0 0 0,1-2-96,1-2 1,1-3 0,1-4-1,1-3-788,1-3 1,-2-4 0,3-2 0,0-5 1309,-1-2 0,2-6 0,-2-4 0</inkml:trace>
  <inkml:trace contextRef="#ctx0" brushRef="#br0" timeOffset="7754">963 743 7798,'-5'-7'0,"-2"2"6,0 0 1,0 0-1,1 3 1,-2 1 887,0 0 0,1 5 0,-2 1 0,2 4-5,1 1 1,2 4-1,2 2 1,1 1-649,1 0 0,0 0 0,1 3 1,2-2-105,3-1 1,1 0-1,4-3 1,1-3-520,2-1 0,-1-4 0,0-5 0,0-3-133,-2-4 0,0-6 0,0-6 0,-2-4 499,0-3 1,-2-1-1,0-2 1,-2 3 538,0 1 0,-2 4 1,-1 5 353,-2 1 0,0 6 0,0 9-585,0 5 0,-2 4 0,0 4 0,1 1-446,0 2 1,1-2 0,0 2 0,0 0-901,0-1 0,1 0 0,0-4 0,2 0-709,1-2 1,0-5 0,2-1 837,1-5 0,-2-7 925,0-5 0,0-7 0,-1 0 0</inkml:trace>
  <inkml:trace contextRef="#ctx0" brushRef="#br0" timeOffset="8172">1123 724 8605,'0'6'725,"1"1"1,0 1 0,1 1-334,0 1 1,1 1 0,-1 2 0,0 0-379,1 2 1,-2-3 0,3 0 0,-1-2-1059,1-2 0,-2-2 0,1-2 1,0-4-639,-1-4 1682,-2-7 0,0-3 0,0-5 0</inkml:trace>
  <inkml:trace contextRef="#ctx0" brushRef="#br0" timeOffset="8217">1142 672 7798,'-3'-9'36,"-3"1"1,2-2 0,0 0 33,0 0 0,2 5 1,0-2-312,2 1 1,0 4-1,2 0-120,0 4 1,3-1 0,-1 3 360,2 1 0,3 4 0,1 1 0</inkml:trace>
  <inkml:trace contextRef="#ctx0" brushRef="#br0" timeOffset="8218">1251 666 7677,'0'11'5,"0"-1"0,0 1 0,0 1 0,0-1 980,0 0 0,1 1 1,0 2-1,2 2-347,-2 0 1,2-1-1,-1 2 1,0 1-291,1 0 1,-2-1 0,3 0 0,-1-1-87,-2-2 1,0-6 0,-1-1-331,0-2 1,1-5 0,0-2 0,1-6-205,0-5 0,-2-4 1,0-6-1,1-3 59,1 0 1,0-1 0,2 1 0,0-1 167,0 2 1,1 6 0,-1 0-1,0 3 267,1 2 1,-1 4 0,2 3-1,1 5 104,-1 1 1,0 2 0,1 1 0,-1 5-51,1 3 1,-1 5 0,1 1 0,-1 2-1295,0 1 0,0-1 0,-1 4 0,-1 0-1101,-2 2 1,1-1 2118,-1 3 0,2-5 0,2 4 0</inkml:trace>
  <inkml:trace contextRef="#ctx0" brushRef="#br0" timeOffset="8873">1566 871 8397,'-7'0'526,"1"0"1,1 0-527,1 0 0,3-3 0,-2 0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7:58:42.188"/>
    </inkml:context>
    <inkml:brush xml:id="br0">
      <inkml:brushProperty name="width" value="0.06" units="cm"/>
      <inkml:brushProperty name="height" value="0.06" units="cm"/>
    </inkml:brush>
  </inkml:definitions>
  <inkml:trace contextRef="#ctx0" brushRef="#br0">263 41 7783,'0'-10'-75,"0"2"103,0 1 0,0 0 650,0 1 0,0 3-292,0 3 0,0 5 1,0 4-1,1 1-117,1 2 0,-1 0 1,4 3-1,0 3-121,0 3 0,0-1 0,-1 2 0,0 0-395,0 2 1,1-1 0,-2 2 0,-1 2-488,1 2 0,0-5 1,-1-1-1,0-5-1398,-1-3 2132,0-4 0,-1-2 0,0-2 0</inkml:trace>
  <inkml:trace contextRef="#ctx0" brushRef="#br0" timeOffset="342">180 336 7783,'0'7'108,"0"-1"1,0 1-1,2-1 267,0 0 1,3 4 0,-1 0 0,0 3-128,3 2 0,-1 1 1,4 2-1,0-2-121,0 0 0,-2-1 0,3-3 1,-1-2 42,0-4 0,3-2 0,-3-6 0,0-2-182,1-4 0,0-5 0,1-2 0,1-2-232,0-1 0,0-3 0,0-2 0,0-2-221,-1-2 0,3 1 0,0 2 0,-3 4-1975,0 3 2440,-4 10 0,-2-2 0,-3 9 0</inkml:trace>
  <inkml:trace contextRef="#ctx0" brushRef="#br0" timeOffset="782">148 734 6964,'-3'-8'87,"-2"2"1,0-2 0,-2 4 0,-2 1 440,-2 1 0,1 1 1,0 2-1,-2 2-70,0 3 1,-1 3 0,1 4 0,2 1 52,1 1 1,2 2 0,1 3 0,2 0-103,2 1 1,1-2-1,2 2-314,1-1 0,1-2 0,5-1 0,0-2-66,3-4 0,1 1 1,1-4-1,0-1 1,0-2-1290,2-3 0,-1-2 1,4-3-1,-1-4 87,-1-5 1,0-2 0,-1-5 1172,0-3 0,0-5 0,-3-3 0</inkml:trace>
  <inkml:trace contextRef="#ctx0" brushRef="#br0" timeOffset="1113">257 683 7968,'-6'-3'1187,"2"3"-841,2 3 1,1 4 0,1 1 0,1 3-69,1 1 1,-1 4-1,3 0 1,1 1-76,1 1 1,0-1-1,0 2 1,-1 0-123,-1 0 1,0 0 0,1-2 0,-1-2 98,-2-1 0,3-4 0,-2-1-435,0-1 1,-1-3 0,2-6 0,-1-2 45,-2-3 1,3-4 0,-1-5 0,1-2 0,1-2 1,-2-1 0,2-1 0,0 0 92,0 0 1,0 4 0,2 3-1,-1 3 335,1 2 0,-1 3 1,0 3-57,-2 5 0,1 4 0,-3 7 0,0 1 174,1 1 0,-2 1 0,1 3 0,-1-1-799,1 1 0,-1-3 0,1 3 0,0-2-684,0-1 1,-1-5-1,1 0 1145,1-3 0,-2-4 0,2-2 0</inkml:trace>
  <inkml:trace contextRef="#ctx0" brushRef="#br0" timeOffset="1413">488 805 7950,'4'0'502,"0"0"0,0 0 0,4 0 0,-1 0-106,2 0 1,2-3-1,0-1 1,2-3-275,2-1 1,-2 0-1,2-3 1,-3 0-134,-2-2 1,-4 1 0,0 0 0,-3 0 13,-1 1 0,-5 4 0,-3 0 0,-4 3 149,-3 1 1,1 1 0,-1 2 0,0 1 196,0 4 0,0 0 0,1 5 1,1 2-54,3 3 1,1 0 0,1 3 0,1 0-197,1 2 1,2-2-1,1 2 1,2-1-212,4-1 1,1-3-1,2 1 1,2-2-990,2-4 0,-1-3 1,4-3-1,0-3-60,0-2 0,-2-3 1,2-5 1159,-1-1 0,1-5 0,2-2 0</inkml:trace>
  <inkml:trace contextRef="#ctx0" brushRef="#br0" timeOffset="1661">718 676 8022,'-4'-2'0,"0"0"582,-1 1 1,-1 0 0,0 1 274,-1 0 0,1 1 1,0 1-486,2 2 1,-1 5-1,3 1 1,0 3 82,2 2 1,0-1-1,3 3 1,1-1-367,2 1 1,0-3 0,1 2 0,1-2-486,0-1 0,2-3 0,-2 1 0,1-3-840,1 0 1,-2-5 0,2-1 0,0-1 575,0-1 0,-2-4 0,1-1 660,-2-3 0,-1-6 0,1 0 0</inkml:trace>
  <inkml:trace contextRef="#ctx0" brushRef="#br0" timeOffset="1909">885 638 7842,'-4'3'347,"0"1"0,2 2 0,-3 0 1,1 1 343,0-1 0,2 1 1,2 1-1,0 1-104,0 1 1,0 1 0,0 2 0,0 2-456,0 2 1,0 1 0,2 0 0,1 2-185,0 0 1,-1 1 0,2-1 0,-1 0-665,1-2 1,-2-5 0,2-1 0,1-2-455,1-2 0,-2-4 0,1-2 0,0-5 1170,0-3 0,2 0 0,-1-9 0,1 1 0</inkml:trace>
  <inkml:trace contextRef="#ctx0" brushRef="#br0" timeOffset="2158">1001 689 7842,'-3'-3'639,"-1"0"1,-2 3 0,-1 0 6,1 0 0,0 3 0,-1 1 0,1 2-378,-1 3 0,1-1 0,0 3 0,0 2-90,2 1 0,1 1 0,3-3 1,0 0-124,0-2 0,1 0 0,3 1 0,3-2-525,2-2 1,3-3 0,2 0 0,1-2-311,2 0 0,-2-2 1,1-3 779,0-3 0,2-4 0,-2-3 0</inkml:trace>
  <inkml:trace contextRef="#ctx0" brushRef="#br0" timeOffset="2731">1353 689 8518,'0'10'0,"1"3"288,1 3 1,0 4 0,2 3 0,1 3-261,1 0 1,0 1 0,1-3-1,-1 0-275,0-3 1,1-4 0,-1-5-2086,1-5 2332,-4-9 0,0-11 0,-3-7 0</inkml:trace>
  <inkml:trace contextRef="#ctx0" brushRef="#br0" timeOffset="3002">1411 542 7768,'-3'-4'-241,"0"1"0,-1 1 1407,-1 0-1330,4 0 0,-1 2 1,4 1-1,2 1-354,2 5 1,2-1-1,2 3 518,0 1 0,0 0 0,3 3 0</inkml:trace>
  <inkml:trace contextRef="#ctx0" brushRef="#br0" timeOffset="3251">1674 587 7766,'-6'-5'57,"-1"1"0,1 3 0,0-2 1,-2 1 488,0-1 0,0 1 0,-2 2 1,1 0-72,1 0 0,1 4 0,0 2 0,1 5-300,0 3 0,1 4 1,2 5-1,0 3-128,1 3 0,2 1 1,3 3-1,1 0-425,2-2 1,1-5 0,1-1 0,0-2-658,0 0 1,-1-7 0,-1-2 0,1-3-377,-1-3 1411,-2-4 0,2-1 0,-3-3 0</inkml:trace>
  <inkml:trace contextRef="#ctx0" brushRef="#br0" timeOffset="3495">1514 869 8059,'-7'-2'0,"2"-1"320,0-1 0,3 2 114,2-2 1,5 0 0,4-2 0,4 1-91,4 1 1,1 0 0,4-1 0,2 1-1119,1-1 0,-2-2 0,4-1 0,0 0 774,-1 0 0,1-2 0,-2 0 0</inkml:trace>
  <inkml:trace contextRef="#ctx0" brushRef="#br0" timeOffset="3863">2232 554 7768,'-1'-12'76,"-1"1"1,-2 0 147,-2 0 0,-3 1 1,-2 0-1,-1 1 304,-1 4 1,1 1-1,0 5 1,0 1-182,1 2 1,1 5 0,0 1-1,2 3-292,3 2 1,2 2 0,3 2 0,1 0-51,1 0 1,4 1 0,3 0 0,1 1 131,1 0 0,1-5 1,1 3-1,1 0-347,1-1 0,-4-1 1,1-2-1,-4 0-84,-2 0 0,-4-2 0,0-3 0,-2 0 354,-2 0 0,-2-3 0,-5 0 0,-2-2-139,-4-3 0,1 1 0,-2-1 0,0 0-149,2-1 1,1-1 0,2-2-1,3-1-639,1-1 0,1-2 0,2 0 190,2-2 0,2-3 677,2 3 0,1-4 0,4 2 0</inkml:trace>
  <inkml:trace contextRef="#ctx0" brushRef="#br0" timeOffset="4196">2251 651 7768,'-6'0'518,"0"0"1,0 0-1,2 3-203,2 1 0,1 3 0,2 3 0,1 3-286,5 3 0,0 3 0,4 3 1,1-1-88,2 1 0,-2-5 1,2 0-1,1-2-77,-2-2 1,1-6 0,-2-3 0,-1-4-388,0-4 0,-1-6 1,1-8-1,-3-4 331,-1-3 1,-3-3 0,-2-5 0,-1-2 263,-1 1 1,0 3-1,0 6 1,0 4 460,0 6 0,-1 9 1,-1 3-144,0 6 1,-2 5 0,2 9 0,1 3-414,0 2 1,3 1 0,1 2 0,0-1-523,2 0 0,1-3 1,0-1-1,1-4-521,-1-3 1,1-5 1064,-1-2 0,1-2 0,-1-4 0</inkml:trace>
  <inkml:trace contextRef="#ctx0" brushRef="#br0" timeOffset="4562">2508 490 7768,'4'1'570,"-2"1"0,-1 2 0,1 3 0,2 2-217,-1 4 0,3 3 1,-2 6-1,1 2-259,0 3 1,0 0 0,-3 2 0,-1 1-13,0-1 0,-1-7 0,0-1 0,0-4 37,0-3-469,0-3 1,0-9 0,0-5-1,1-6 8,1-3 0,1 1 1,4-4-1,1 1 101,1 1 1,2 1 0,-2 2 0,1 4 100,1 3 0,-2 3 0,0 3 1,-1 3 500,0 4 1,-3 5 0,1 2 0,-2 2 167,0 0 0,-3 0 0,1 1 1,-4-2 9,-2-1 1,-2-3-1,-2-4-433,-1-1 1,-2-3-1,0-4 1,0-1-1,-1-2-222,2-1 0,0-4 0,-1-3 0,2-1-1376,2-2 1,4 0 0,1-3 1491,1 0 0,1 0 0,0 3 0</inkml:trace>
  <inkml:trace contextRef="#ctx0" brushRef="#br0" timeOffset="4830">2777 664 7804,'3'12'0,"-1"1"64,-1 0 0,1 1 0,-1 1 0,1 2 346,0 1 0,-2 1 1,0 0-1,0-1-7,0 2 0,0-4 1,0 4-1,0-1-899,-3-1 0,2-4 0,-3-2 1,-1-4-1232,-1-6 1727,-3-4 0,-1-10 0,-3-5 0</inkml:trace>
  <inkml:trace contextRef="#ctx0" brushRef="#br0" timeOffset="5088">2758 516 7768,'1'-4'120,"1"-1"1,1 3 0,2-1 41,-1 0 0,0 1 0,3 2 1,-1 3-8,1 1-155,-1 2 0,3 3 0,1 1 0</inkml:trace>
  <inkml:trace contextRef="#ctx0" brushRef="#br0" timeOffset="5348">2919 683 7768,'0'7'0,"0"1"218,0 0 1,0-2 0,3-4-1,3-2 276,4-2 0,3-4 0,-1-6 0,1-2-346,0-3 1,0-4 0,-1 0 0,-1 2-88,-3 1 0,-3 3 0,-3 0 0,-2 1 21,-2 4 1,-5 3 0,-4 3 0,-1 2 304,-1 4 1,1 4-1,-1 5 1,0 2-135,0 2 1,3 3-1,2 4 1,1 3-36,0 1 1,1-3 0,2 4 0,2-1-3,1-2 0,4-3 0,2-1 1,3-4-287,3-3 0,1-7 0,3-2 0,0-2-1514,2-2 0,-2-5 0,3-2 1,2-3 1583,-1-1 0,0-4 0,3-1 0</inkml:trace>
  <inkml:trace contextRef="#ctx0" brushRef="#br0" timeOffset="5610">3188 593 7768,'3'-13'350,"0"0"1,-5 0-1,-1 1 1,-2 2 354,-2 1 0,-2 4 0,0 2 0,-1 0-44,0 1 1,0 4 0,3 3 0,-2 4-218,1 4 0,2 5 0,2 5 0,1 1-316,0 2 0,2-1 0,-1 4 1,1 0-589,1 1 1,3-5-1,1-1 1,2-4-538,1-3 1,2-4 0,1-3 0,1-4 233,2-5 0,-2-7 0,4-5 0,-1-4 333,-1-2 1,0-4 0,-1-3 0,-1-3 429,0-3 0,-1-2 0,0 1 0,-3 1 22,-2 2 0,-3 5 0,2 2 0,-2 4 442,0 4 0,-2 6 70,-2 5 0,1 7 0,-1 3 0,1 5 374,1 2 1,0 2 0,0 4-1,0 3-809,0 0 1,0 0 0,0-1 0,0 0-788,0-1 1,0-1-1,0-1 1,-1-3-1357,-1-2 2044,-1-9 0,-7 9 0,0-8 0</inkml:trace>
  <inkml:trace contextRef="#ctx0" brushRef="#br0" timeOffset="5874">3207 728 8140,'0'-7'547,"0"1"1,1 2 0,1-1 0,2 0-23,2-3 1,3 0 0,3-3 0,2 0-430,3-1 1,2 1 0,2 0 0,0 1-1169,0 0 0,-3 1 1,-3 4 1071,-1 1 0,3 2 0,-3 0 0</inkml:trace>
  <inkml:trace contextRef="#ctx0" brushRef="#br0" timeOffset="6564">218 1452 7869,'-8'-2'0,"-2"-3"37,0 0 0,3-2 1,-2-2-1,2-2 265,0-1 1,1-4 0,0-3 0,1-5-39,1-3 1,3 0 0,1-2 0,4-1-53,2 1 1,4 5 0,2 1-1,3 4-76,1 2 0,0 7 0,2 0 1,0 2-87,0 3 0,-2 2 0,0 6 0,0 3-21,-2 4 1,-3 3 0,-3 1 0,-1 3 91,-3 1 1,-1-1-1,-3 3 1,-2 2-64,-2 0 1,-1-3 0,-6 1 0,0-1-114,-1-1 0,-4-2 0,-1 0 0,-2-2-14,-3-2 1,2-6 0,-3 0 118,1-2 0,-1-2 0,3-3 1,3-1-62,3-2 0,0-2 0,6-1 413,3 1 1,2 2 0,6 0 0,3 1-72,4 2 0,6 0 0,2 1 0,4-2-31,0 0 0,3 0 0,1 2 0,1 0-392,0 0 0,-4 0 0,3 0 0,-2 0-469,-1 0 1,-6 0-1,-3 1-1156,-2 1 1,-2-1 0,-6 3 1716,-1 1 0,-8 4 0,-3 1 0</inkml:trace>
  <inkml:trace contextRef="#ctx0" brushRef="#br0" timeOffset="7432">802 1145 7767,'0'-9'0,"0"0"-13,0 2 1,0 0 0,0 0 827,0 1-312,0 2 1,0 2 0,0 4-95,0 2 1,0 6 0,1 2-178,1 2 0,-1 5 0,3 0 1,-1 3-1,0 2-5,0 2 0,0-4 0,-2 2 0,1-3-317,0-2 1,-1-5 0,1-1-81,0-4 1,-1-5 0,-3-5-97,-2-4 1,-2-5 0,-1-3 0,-2-1 100,-1 1 0,0 0 0,-1 4 1,0 2-1,-1 2 186,-1 3 1,2 1-1,1 2 1,1 1 155,1 2 1,1 5-1,1 2 1,2 1-185,2 3 1,2 0 0,2 1-1,3 0-18,3-2 1,0 0 0,4-2-1,3 1-832,0-3 0,0-3 1,2-5-1,2-2 379,2-2 1,-2-5 0,3-4 0,-2-5 477,-1-5 0,-3-1 0,-1-5 0,-1 0 0,-1 1 0,-5 5 0,-3 5 0,-1 4 0,-3 3 0,-3 5 0,-3 2 0,-2 2 385,-1 2 0,-1 4 0,3 5 0,-1 2 495,1 2 1,2-1 0,2 3 0,1 0-590,1 0 0,1 0 1,2-2-1,3-3-393,4 0 1,3-7 0,1-1 0,2-3-66,0-3 1,-1-5 0,1-6-1,-2-2-14,-2-4 1,-3 3 0,-1-4 0,-3 0 48,-3 0 1,-5 6 0,-3-3 228,-4 2 0,-2 2 1,-2 2-1,1 3 0,-2 3-124,1 0 0,2 4 0,-2-1 0,2 3-368,4 1 1,1 4 0,1 0-11,2 2 0,1 0 0,3-1 0,0-1 0,3 0 405,4 1 0,-1-4 0,6 3 0,-2-2 0</inkml:trace>
  <inkml:trace contextRef="#ctx0" brushRef="#br0" timeOffset="7912">1090 1228 7767,'0'6'137,"0"2"1,0-1 0,0 2 303,0-1 0,0 2 0,0 0 0,0 0-43,0 1 1,1 0 0,1 2 0,0 0-253,-1 2 1,0-1 0,-1 2 0,1-2-45,1-2 0,-2-1-288,3 0 0,-3-6 0,0-7 45,0-6 0,0-6 0,0-4 0,0-1-19,0-2 1,3 1 0,1-1 0,0 3 76,0 1 1,-2 4-1,3-1 1,-1 1 8,0 2 1,1 2 0,0-1 0,0 3 176,2 4 1,-3 1 0,0 4-1,1 3 223,1 5 0,-2 7 0,0 6 0,-1 3-89,1 2 0,-3 0 0,2 1 1,-1-2-87,0-2 0,1-7 1,-3-1-1,0-5-412,0-4 1,0-5-1,0-5 138,2-6 0,0-6 0,1-3 0,1-3-28,-1-4 0,0 3 0,1-5 0,2 1 49,1 1 0,-1 2 1,2 2-1,1 2 86,0 2 1,-1 2 0,2 4 0,0 3 180,0 2 1,-2 5 0,1 0 0,-2 5-107,-1 5 0,-2 3 0,0 7 0,-1 1-235,-2 3 1,2 4 0,-1 1 0,0 1-261,1 0 1,-1-3 0,1-1 0,1-3-1021,-1-4 1,2-9 1455,1-1 0,1-9 0,-1-1 0</inkml:trace>
  <inkml:trace contextRef="#ctx0" brushRef="#br0" timeOffset="8211">1430 1241 7767,'-4'-6'337,"0"1"0,-1 2 583,-1 0 0,0 1 1,-1 2-479,1 0 0,2 0 1,0 2-1,1 3-231,2 3 1,0 0 0,1 3-1,0 1-176,0 2 0,3 0 0,1 1 0,2-2-367,0 0 1,3-1-1,0-1 1,1-3-116,2-3 0,-2-3 1,0-3-1,-1-3 373,1-5 1,-1-5 0,1-3-1,-1-2 336,-1 0 1,-3 1 0,-1 0 0,-1 4 424,-2 3 0,0 3-284,-1 6 1,0 6 0,0 9 0,0 4-586,0 4 0,0 2 0,0 2 0,0 1-575,0-1 1,0-2 0,0-3-1,2-3-294,0-5 1,3-6 0,-1-2 0,2-4 1050,0-4 0,1-6 0,-1-6 0</inkml:trace>
  <inkml:trace contextRef="#ctx0" brushRef="#br0" timeOffset="8489">1597 1279 7330,'-3'1'1254,"1"1"1,1 5 0,1 3 0,0 3-1516,0 2 1,0 1 0,1 3 0,1-1-705,2-1 1,-1-3 0,1 0 964,-1-2 0,5-3 0,-1-3 0</inkml:trace>
  <inkml:trace contextRef="#ctx0" brushRef="#br0" timeOffset="8523">1616 1196 7871,'-3'-7'227,"-3"3"1,2 1 758,-2 0-1242,3-2 0,1 4 0,4-1-1706,2 1 1962,2 1 0,0 6 0,0 1 0</inkml:trace>
  <inkml:trace contextRef="#ctx0" brushRef="#br0" timeOffset="9054">1713 1222 8049,'0'6'415,"0"0"0,0 1 0,0-1 0,-1 1 88,-1-1 0,1 1 0,-1 1 1,1 1-142,1 1 0,0-1 1,0 1-1,0 0-262,0 3 0,0-4 0,0 3 0,0-1-48,0-1 0,0-3-214,0 2 0,0-6 0,0-5 0,0-6-133,0-4 1,2-4 0,1-2 0,1-3 143,1 0 1,-2 1 0,2 2 0,0 1 85,0 2 1,0 3 0,-1 2 0,2 1 127,1 1 0,1 4 1,0 3-1,-1 5 142,0 4 1,1 7 0,1 2 0,-1 5-373,-1 3 0,-1 2 0,0 2 0,-1 0-887,-1-2 0,-2-4 0,0-3 1054,-2-4 0,0-1 0,0-5 0</inkml:trace>
  <inkml:trace contextRef="#ctx0" brushRef="#br0" timeOffset="9545">2117 1125 6820,'0'-6'276,"0"2"593,0-1 0,0 3-457,0-2 1,0 3 0,0 1-94,0 4 0,0 4 1,2 4-1,1 3-103,0 4 1,-1 2-1,2 4 1,-1 2-63,-2 1 0,0 0 1,-1 0-1,1 0-150,1-3 0,-1-5 0,1-1 1,-2-6-494,0-3 1,0-7 0,0-4 256,0-4 1,3-5 0,-1-5 0,2-1 107,1-2 1,1-1 0,0-3-1,0 1-6,1 0 0,-1 4 0,1-1 1,1 2 129,1 1 0,-1 5 0,-1 2 0,-1 3 147,1 3 1,-3 4 0,-1 6 0,0 4-59,-1 4 0,-2 4 0,0 3 0,1 3-91,1 0 1,-1-2 0,1-2-1,0 0-270,0-2 0,-1-4 0,3 0 0,2-4-382,2-3 1,0-5-1,2-2 1,0-4 653,0-5 0,0-4 0,0-5 0,-1-3 0,1-8 0,0 1 0</inkml:trace>
  <inkml:trace contextRef="#ctx0" brushRef="#br0" timeOffset="9850">2380 1183 7892,'-1'-8'0,"-1"-1"445,-2 1 1,-2 1 0,-1 1 7,1 2 1,0 2-1,0 4 1,1 3-209,1 3 0,2 0 0,0 2 0,1 2-130,1 3 0,0-1 1,1 3-1,1 1-213,0 0 1,3 0 0,0-1 0,2 0-76,1-1 1,2 0 0,-2-5 0,2-2-122,0-5 0,2-3 0,-2-2 1,0-3 162,-1-5 0,-2-6 0,-1-4 0,0-4 161,-2-2 1,1 2 0,-3 1-1,1 1 393,-1 2 0,-1 5 36,1-1 0,-2 7 1,-1 5-1,-1 5-250,0 4 1,2 5-1,0 0 1,0 1-285,0 1 0,0 0 0,0 1 0,0-1-910,0-1 0,2-1 0,3 1 0,0-3 80,2-2 0,-1 0 1,1-5 904,-1 0 0,3-2 0,1 0 0</inkml:trace>
  <inkml:trace contextRef="#ctx0" brushRef="#br0" timeOffset="10158">2623 1138 7954,'-6'0'316,"0"0"1,1 0-1,1 0 1,-1 1-24,-1 1 1,3 2-1,1 4 1,1 1-29,1 1 0,3 1 0,2 2 0,3 0-239,2 2 0,2-1 0,1 1 0,1-1-87,1 1 0,-4 2 0,1 1 0,-2 1 14,-2 0 0,-1-3 0,-3 2 1,-2-2-4,-1-1 0,-5-2 0,-2-3 1,-4-1-49,-2-2 0,-1-4 0,0 0 0,0-3-510,0 0 1,0 0 0,1-2-1,2-1-339,1 0 0,2 1 947,1-3 0,-1 1 0,1-2 0</inkml:trace>
  <inkml:trace contextRef="#ctx0" brushRef="#br0" timeOffset="10761">3169 1170 7757,'0'-6'0,"0"-1"0,-1 1 86,-1 0 1,1 1 0,-2 1 0,1-1 295,0-1 1,-3 2 0,1 1-1,-3-1-73,-1 0 1,1 3 0,-2-1 0,1 2-125,0 2 0,1 4 0,-2 5 0,3 2 13,1 2 0,2-1 0,3 3 0,0 1-170,0 1 0,3-1 0,2-1 0,2-1-417,2 0 1,2-5-1,-2 2 1,0-1 263,0 0 1,0-3-1,-3-2 1,-2 1 122,-2-1 1,-1 0 0,-2 0 0,-1-1-34,-2 1 1,-4-4-1,-1 0 1,-1-1-88,1 0 1,-2 1 0,3-3 0,-1 0-120,0 0 1,2-1-1,-2-1-425,2 0 1,4-3 0,1 2 665,4-1 0,4-2 0,4 3 0,3-4 0</inkml:trace>
  <inkml:trace contextRef="#ctx0" brushRef="#br0" timeOffset="11140">3278 1202 7757,'-7'-3'96,"1"-1"1,-1 3 0,0-1 269,-1 0 1,1-1 0,-2 1 0,1 1-88,0 0 0,1 1 0,-1 1 0,2 1-158,2 2 1,2 3 0,0 2-1,2 3 35,2 2 0,2 4 1,3-1-1,2 2-408,1 0 1,2-1-1,1 0 1,1-4 9,1-3 0,-3-4 1,1-3-1,0-2 95,-1-3 0,-3-5 1,0-7-1,-1-4 84,-2-4 1,-2-1-1,0-3 1,-2 0 81,-1 2 1,-1 4 0,0 1 0,0 4 1092,0 4-1018,0 5 1,-2 6-1,0 5 1,0 2-302,2 2 0,0 1 0,2 2 0,0 0-296,-1-1 0,2 1 1,0-1-1,0-1-814,0-2 1317,2-2 0,-2 2 0,4 1 0</inkml:trace>
  <inkml:trace contextRef="#ctx0" brushRef="#br0" timeOffset="11560">3425 1177 9240,'0'8'655,"0"1"1,0 2-375,0 3 1,0 1 0,0 5 0,1-1-203,1 0 0,-1 0 0,1 0 0,-1-1-165,-1-1 0,0-6-193,2 0 0,2-10 0,2-7 0,-1-7 77,-1-5 0,0-2 0,3-5 1,0 0 22,1 2 0,-2 4 0,1-1 1,0 1-65,-2 3 0,0 5 345,1 3 1,-2 4-1,-2 4 1,-1 4 132,1 4 0,-1 2 0,1 4 0,-1 0-66,-1 1 1,0 3 0,0-2 0,0 0-43,0-1 0,0 1 0,0-1 0,0-1-210,0-3 0,2-2-92,0-2 0,1-7 0,-2-2 0,2-6 106,1-5 0,-2-1 0,2-4 0,1-1 16,1 1 1,-2 3-1,0-2 1,1 2 139,1 0 0,3 3 1,-1 1-1,0 2 232,-1 2 0,0 4 1,1 1-1,1 1 36,-1 1 1,-1 3 0,-2 4-1,0 3-188,0 5 0,-3 2 0,1 4 0,0 1-130,-1 3 1,-2-3 0,0 1-1,1-2-1113,1-2 0,-1-3 0,1-3 0,0-5-513,0-3 1,-2-3 1588,3-4 0,0-4 0,1-4 0</inkml:trace>
  <inkml:trace contextRef="#ctx0" brushRef="#br0" timeOffset="11872">3752 1292 7757,'7'-2'163,"-1"0"0,-2-3 1,1 1-1,0-2 146,0-1 0,2-2 0,-1-1 0,0-3-55,-2 1 0,0-3 1,-3 0-1,1 0-210,0 2 0,-4 2 0,-3 1 0,-1 1 127,-3 1 1,2 4 0,-3 2 0,0 4 66,0 2 0,2 5 1,0 2-1,2 3 184,2 3 0,3 5 0,-2 1 0,3 3-178,0 2 1,3-4 0,1 0 0,2-2-303,3-1 1,1-5 0,3-1 0,0-5-1016,2-5 1,1-5 0,4-5 1072,-1-3 0,3-9 0,1-3 0</inkml:trace>
  <inkml:trace contextRef="#ctx0" brushRef="#br0" timeOffset="12360">4214 1106 7757,'-3'-6'-180,"2"1"411,-3 1 0,1 1 0,0-2 70,0 0 1,0 4 0,2-2 150,-1 0 1,0 3 0,1 0-187,-1 4 0,1 5 0,-1 4 0,1 4-73,1 4 1,0 1 0,0 4-1,0 0-22,0 2 1,4-3 0,1 2-1,5 0-20,2-3 0,0-4 0,5-7 0,1-3-269,3-6 1,0-8 0,2-6-1,-1-7-105,-2-7 0,-2-2 0,-4-4 0,-3-2-22,-2 2 1,-5 1-1,-2 1 1,-1 2-43,-1 1 1,-3 8 0,-1-2 0,-2 6-325,0 2 1,-1 6-123,1 1 0,2 5 0,2 4 733,1 0 0,1 2 0,0-1 0,3 1 0,1-1 0</inkml:trace>
  <inkml:trace contextRef="#ctx0" brushRef="#br0" timeOffset="12673">4496 1055 10224,'0'6'965,"0"2"1,0 2-1,0 4-729,0 4 0,1 1 0,1 4 0,0 2-433,-1 2 1,0-1 0,-1 2 0,0 2-551,0-3 0,-2-2 1,-1-3-1,0-4-71,0-4 1,0-7 0,2-4 0,-2-4 817,-1-5 0,3-7 0,-2-3 0</inkml:trace>
  <inkml:trace contextRef="#ctx0" brushRef="#br0" timeOffset="12987">4471 1132 7493,'0'-13'-231,"2"2"0,1 1 0,0 0 494,2 0 0,3 2 0,1 0 0,1 1 581,2 0 1,-2 4 0,3 1 0,0 1-419,1 1 1,-3 3 0,-1 1-1,-1 3-248,-1 1 1,-3 0-1,-1 3 1,-1 1-2,-2 2 1,-4 1 0,-3 3 0,-1 0-508,-1 0 0,-2-4 1,2-1-1,-1-1-35,0-2 1,2-3-1,-1 0 363,3-1 0,2-2 0,3 1 307,0 0 1,3 0 0,2 2 0,2-1-97,2 1 0,2 0 1,0 0-1,1 0-184,1-1 0,0-1 0,0 0 0,-1 0-980,1 0 0,-3-4 1,-1 1-515,-2-1 1,-1-4 1468,-2-1 0,1-5 0,-1-1 0</inkml:trace>
  <inkml:trace contextRef="#ctx0" brushRef="#br0" timeOffset="13308">4817 1100 9164,'-6'3'1266,"2"-2"1,1 3 0,1-1-550,0 1 0,-1 1 1,2 3-1,-1 3-117,0 1 0,-1 4 1,0 1-1,0 2-189,-2 2 1,1-2 0,1 2 0,-1 0-177,1 1 0,1-4 1,0-1-1,1-3-61,1-4 1,0 2-1,1-5 1,2-1-181,3-3 1,1-2-1,4-2 1,1-1-377,0-2 0,1-2 0,-1-1 0,-1 0-826,0-1 1,-3 0-1,0-2 1,0 1-501,1 1 1,-5 1 0,3 0 1707,-1 1 0,-1 0 0,2-1 0</inkml:trace>
  <inkml:trace contextRef="#ctx0" brushRef="#br0" timeOffset="13624">4977 1305 7757,'0'4'7615,"0"0"-7615,0-2 0,3 4 0,1-3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7:59:21.624"/>
    </inkml:context>
    <inkml:brush xml:id="br0">
      <inkml:brushProperty name="width" value="0.06" units="cm"/>
      <inkml:brushProperty name="height" value="0.06" units="cm"/>
    </inkml:brush>
  </inkml:definitions>
  <inkml:trace contextRef="#ctx0" brushRef="#br0">7 414 7757,'-3'-3'1251,"0"2"0,3-3-832,0-1 0,0-1 0,3-1-447,1-2 1,4 1 0,4-2 0,2-2 0,4 0-1401,3-3 0,-1 0 1428,4-2 0,-1 0 0,3-2 0</inkml:trace>
  <inkml:trace contextRef="#ctx0" brushRef="#br0" timeOffset="900">341 132 7757,'-5'-6'237,"1"2"0,2-1 1,-2 2 308,2 0 0,-1 0 1,3 0 331,-2 0 1,2 2-613,0 3 0,0 4 1,5 6-1,-1 2-250,-1 3 1,3 2 0,-2 3 0,1 1-365,0 2 0,0-1 1,-3 0-1,0-1-302,1-1 1,-2-3 0,1 0 0,-2-3-55,0-3 0,0-5 0,-2-5 468,-3-4 0,0-3 0,-1-5 0,1-3 236,1-3 0,0-2 0,-1 0 0,1-3 35,2-1 1,-1 0-1,3-2 1,0 2 206,0 3 1,1-2-1,1 5 1,3-1 88,0 1 0,5 5 0,0-1 0,2 1 250,1 2 0,1 6 0,1-3 0,1 5-370,0 2 0,1 4 0,-4 5 0,1 2-13,-2 2 0,-3 1 1,-1 3-1,-1 1 62,-3 2 1,-1-4-1,-3 3 1,-1 0 65,-1-2 0,-2 2 0,-4-2-186,-1-2 0,-4 2 0,-1-8 0,-1-2-294,-1-1 1,0-3 0,3 0 0,0-3-711,1-1 0,3-2 0,1-1 0,3-3-129,3 0 1,2-2-1,2-1 1,3-1 992,3 1 0,2-2 0,3 0 0</inkml:trace>
  <inkml:trace contextRef="#ctx0" brushRef="#br0" timeOffset="1273">597 203 7757,'-6'0'818,"2"0"1,-1 2 0,0 3-271,0 3 1,-2 3 0,2 4 0,0 2-58,3 2 1,1 0-1,1-1 1,1 0-265,1-1 0,4-3 0,3-2 1,1-5-370,2-4 1,0-3-1,3-3 1,0-3-332,-1-4 0,-3-5 0,-1-2 0,-1-2 147,-3 0 1,-3-1 0,-3 0-1,0 0 381,0 1 0,-5 4 1,-2-1-1,-2 2-191,-3 2 0,0 5 0,-1 2 1,1 1-199,-1 3 0,3 0 0,1 2 0,2 0-313,1 1 0,2 5 0,2 0 1,1 0 646,1 0 0,0 2 0,0 1 0</inkml:trace>
  <inkml:trace contextRef="#ctx0" brushRef="#br0" timeOffset="1600">732 158 7757,'0'6'48,"0"0"1,0 1 456,0-1 0,0 1 0,0-1 0,0 1-72,0 2 0,1-1 1,0 2-1,1 2-288,0 0 1,1 4 0,-1 0 0,-1 2-76,0 1 0,-1-3 0,0 4 0,0 0 22,0-3 0,-2-2 0,-1-1 0,-1-4-22,-1-4 1,2-4-1,-1 0-74,1-4 1,-1-5 0,2-6 0,0-3-222,2-2 1,3-2 0,1-2 0,2-1 136,0-2 0,3-1 1,1 2-1,1 1-237,0 2 1,-1 4 0,3-3 0,0 1 200,0 3 1,0 7 0,1 3 0,-1 4 465,0 2 0,-3 6 1,0 5-1,-3 4-218,-5 5 0,-1 0 0,-1 3 1,0 1-41,0-2 0,0-2 1,-1-3-1,-1-2-474,-2 0 1,0-2 0,0-3 0,-1-4-411,0-3 0,-2-3 1,1 0-1023,-1-2 1822,1-2 0,-1-5 0,1-1 0</inkml:trace>
  <inkml:trace contextRef="#ctx0" brushRef="#br0" timeOffset="1928">1066 17 9927,'-5'0'2245,"1"0"-1690,-1 0 0,1 0 0,0 2 0,-2 3-70,-1 0 0,-1 2 0,-1 3 0,1 2-605,-1 2 1,-2 4 0,3-1-1,0 1-1087,1-1 0,3-1 1,2-4-1,1-2 547,1-1 0,4-5 0,2-2 1,2-2-452,2-2 1,-1-4 1110,2-5 0,-1-1 0,3-1 0</inkml:trace>
  <inkml:trace contextRef="#ctx0" brushRef="#br0" timeOffset="2234">1098 49 9637,'0'6'518,"0"3"0,0 2 0,0 2-9,0 2 1,0 4 0,-1 5-1,-1 3-788,0 0 1,-2 3 0,1-2-1,0-1-941,-2 0 0,1-5 0,0-1 1220,-1-3 0,-4-2 0,-1-4 0</inkml:trace>
  <inkml:trace contextRef="#ctx0" brushRef="#br0" timeOffset="2544">995 299 7757,'0'-10'0,"0"3"0,1-1 0,0 1 281,1 0 0,3 0 0,0-1 1,1 0 793,2 0 1,0 1 0,3 0 0,0 1-1063,2 0 1,1-1 0,1 1 0,0-1 182,1 1 0,-2 2 0,1-1-196,-2 0 0,3 0 0,0-2 0</inkml:trace>
  <inkml:trace contextRef="#ctx0" brushRef="#br0" timeOffset="2858">1380 100 8107,'-4'6'808,"-1"1"1,3-1 0,-1 1-450,0-1 1,1 3 0,2-1-1,0 1-25,0 3 0,0-3 0,0 6 1,-1 2-249,-1 3 0,1-2 0,-1 1 0,1-1-53,1-2 0,-2 0 1,0-4 37,0-1 1,1-5-1,0-4 1,-2-4-112,2-2 0,0-3 1,1-4-1,1-4 11,1-3 1,1-2-1,2 0 1,0-2-17,2-1 0,0 2 0,1 0 1,0 1 52,0 1 1,0 4 0,2 2 0,0 1 126,-3 3 0,3 6 1,-2-1-1,0 5 323,-1 6 0,-3 3 0,-1 5 0,-1 3-283,0 2 0,0 2 0,-2 2 0,0 1-411,0-1 1,0-3 0,0 0 0,0-2-120,0-2 0,0-6 1,0 0-4041,0-3 4395,0-5 0,-3 0 0,0-3 0</inkml:trace>
  <inkml:trace contextRef="#ctx0" brushRef="#br0" timeOffset="2896">1572 183 8653,'4'3'1160,"-1"-2"1,-1 2-428,3 0 0,-2-3 0,2 2 0,0-1-279,3-1 0,0 0 1,3 0-1,0 0-465,1 0 1,0-3-1,-1-1 1,1-2-88,0 0 1,-4-3-1,0 0 1,-2 0-217,-2 0 0,-3-3 0,1 2 0,-2-1-3,-2 1 0,-3 2 0,-5 0 0,0 2 193,-1 2 0,-1 1 0,-1-2 1,0 3 406,0 1 1,3 4 0,0 2 0,0 1 45,0 3 1,2 1-1,-1 5 1,3 3 57,2 3 1,-2-1 0,2 3 0,1 1-70,1 1 0,1-5 1,2 2-1,1-4-1555,2-4 1,3-4 0,1-4 0,3-2 566,1-1 0,1-6 1,2-4-1,0-2-1083,2-1 0,-2-2 1753,2 1 0,0-1 0,2-1 0</inkml:trace>
  <inkml:trace contextRef="#ctx0" brushRef="#br0" timeOffset="3491">1777 209 7726,'4'-3'1884,"2"2"-1137,-2-1 0,0 2 0,-1-1 1,1-1-184,-1 0 0,-1-2 1,2 1-1,0-1-394,-1-3 1,-1 0 0,3-2 0,0 0-434,0-2 1,-1 1-1,0-1 36,-1 0 0,1 2 1,-2 0 69,-3 2 1,0 3 0,-3 0 0,-2 1 141,-2 2 1,1 0 0,-3 1-1,0 1 313,2 1 0,-1 2 0,1 5 0,0 2 122,1 1 1,0 1 0,2 2-1,0 2-90,3 2 0,1 0 1,1 0-1,1-2-506,1 1 1,3-5-1,3 0 1,3-3-1021,1-1 1,1-5 0,2 0 0,0-5 186,-1-3 1,2-5-1,1-4 1,-1-4 502,-1-4 1,-1 1 0,-2-4 0,1 0 497,0-1 0,-5 1 1,-2 2-1,-1 2 157,-1 1 0,-1 4 1,-3 1-1,0 2 733,0 4 1,-1 1 0,-1 4 389,-2 3 1,1 3 0,1 5 0,1 2-494,1 2 1,0 0 0,0 6 0,1-1-348,1 2 0,1 0 0,4 0 1,-1 1-440,1-1 1,-3-2 0,0-1-1,0-1-939,0-3 0,0-2 165,-2-6 1,-2-1-1,-1-4 1,-4-1 224,-3-2 0,-3 0 0,0 1 0,-1 0 447,-1 1 0,2 2 0,1 0 0,-1 1 434,1 3 1,1 2 0,5 6 0,2 2 373,1 2 0,2-1 1,1 1-1,4-1-457,4-1 0,1-5 0,6 1 0,-1-4-182,0-4 0,2-1 0,0-3 1,0-2-1402,-1-5 1,-6-1-1,-1-1 1,-4-1-2386,-4 1 3726,-1-1 0,-4-1 0,0 1 0</inkml:trace>
  <inkml:trace contextRef="#ctx0" brushRef="#br0" timeOffset="3811">950 671 7797,'-4'0'2488,"0"0"-2020,2 0 1,-1 3 0,3 3-323,0 2 0,0 4 0,0 0 0,0 3-390,0 1 1,0 2 0,0 3 0,0 1-379,0 1 1,0-2 0,0-2-1,-2-1-184,0-3 1,-3-8-1,1 1 806,-2-4 0,-3-2 0,-1-2 0</inkml:trace>
  <inkml:trace contextRef="#ctx0" brushRef="#br0" timeOffset="4132">873 812 7757,'0'-4'2869,"1"1"-2513,1 3 1,-1 0 0,4-2 0,0 0-491,0 1 1,5 0 0,0 1-1,2 0-337,1 0 0,3 0 0,1 0 0,2 0-226,0 0 0,-2-3 1,-1-1-1,0-2 697,-2 0 0,-3-3 0,1 1 0,-2-1 0</inkml:trace>
  <inkml:trace contextRef="#ctx0" brushRef="#br0" timeOffset="4450">1091 722 7885,'-6'-4'0,"1"0"431,1 1 0,2 1 0,-2 2 42,-1 0 1,1 3 0,1 1 0,0 3-121,1 1 1,2 2-1,0 3 1,3 0-193,1 0 1,2 0-1,2 1 1,2-1-312,2 0 1,0-6 0,3 0 0,-1-4-360,1-3 0,-2 0 0,2-2 0,-2-3 33,-2-3 0,-2-3 1,-3-3-1,-2-1 734,-2 1 1,-3 0-1,-2 2 1,-4 0 235,-3 2 1,2 1 0,-3 0 0,0 1-261,-1 2 1,0 4-1,1 0 1,2 1-277,-1 1 1,5 0 0,0 1-791,1 1 0,3 0 0,3 1 1,3 1 831,3-1 0,2 2 0,2 1 0</inkml:trace>
  <inkml:trace contextRef="#ctx0" brushRef="#br0" timeOffset="4783">1457 607 7757,'-3'-4'310,"2"1"1,-4 1-169,0 0 0,2 0 387,-2 2 1,4 1 0,0 1 0,1 3 187,2 2 0,1 2 0,-1 3 0,2 2-590,0-1 1,1 1-1,-3 1 1,1 3-96,0 0 0,-1-1 0,-2 0 0,0-1-31,0 0 0,-1-4 1,0 1 41,-1-3 0,-2-6-219,2-6 0,-1-3 0,3-5 0,1-2-112,1 0 0,2 0 1,4 1-1,2 2 113,0 0 0,0 4 0,3-2 0,0 3 76,0 0 1,-3 1 0,0 4-1,0 1 333,0 2 1,-3 5 0,0 1-1,-4 3 499,-3-1 1,0 4-1,-2 1 1,-3 2-225,-3 0 0,-1-3 0,-2-1 0,-2-2-561,-1-2 0,2 0 0,-3-5 0,2-2-391,0-3 0,3-1 0,1-1 0,2-2-1137,1-3 0,2-4 0,2-4 1,2-1 1579,2 1 0,2-3 0,2 1 0</inkml:trace>
  <inkml:trace contextRef="#ctx0" brushRef="#br0" timeOffset="5118">1630 786 7757,'14'6'0,"0"-1"910,-2-1 0,-2 0 0,1 0 0,1-2-96,0-1 1,-3-4-1,0-1 1,-1-2-477,-2 0 1,-2-4 0,0 0 0,-1 0-309,-3-1 0,0 0 0,0-1 0,-3 1-28,-1 0 1,-4 3 0,-2-2 0,-2 0-122,-1 2 1,2 4 0,-3 2-1,2 3 233,1 3 1,1 2 0,-1 6-1,3 2 416,1 2 1,3 1-1,2 3 1,1 1-32,1 3 0,5-1 0,3-1 0,3-1-684,5 0 0,3-8 0,2 1 1,2-6-891,2-4 1,1-6 0,-1-5 0,-1-5-1902,0-5 1,-6-1 2975,-1 1 0,-3-1 0,-1 1 0</inkml:trace>
  <inkml:trace contextRef="#ctx0" brushRef="#br0" timeOffset="5456">1264 1113 7757,'0'-6'474,"0"0"-24,0-1 1,0 1-1,-2 1 1,-3 2-113,0 0 0,-2 1 0,1 2 0,-1 0 398,-2 0 1,1 3-1,-2 2 1,1 3-422,1 2 0,2 4 0,1 2 1,1 1-172,1 0 1,1-1 0,2-1 0,2-1-348,2-2 1,1-2 0,6-2-1,0-3-296,1-3 1,4-2-1,0-5 1,1-3 14,0-4 1,-2-4 0,2-3-1,-2-2 157,0-2 1,-5 3-1,-1-1 1,-3 3 1175,-1 3 1,-2 5-72,-1 4 0,-1 9 0,2 7 0,0 4-445,1 2 0,2 2 1,0 2-1,0 0-962,1-1 0,-1-2 0,1-1 1,0-3 628,1-4 0,0-2 0,1 0 0</inkml:trace>
  <inkml:trace contextRef="#ctx0" brushRef="#br0" timeOffset="5962">1822 1049 7757,'-6'-2'0,"0"-1"557,-1 0 1,1 1 0,-1 0 0,1 1 546,-1 1 1,1 0 0,0 1-595,-1 1 1,3 5 0,0 3 0,2 2-264,0 1 1,4 3 0,3 0-1,1 1-169,3 1 0,0-1 0,2 1 0,-1 1 31,-1 0 1,1-5 0,-3 2 0,0 0 114,-1-1 1,-4-3 0,-1 0 0,-2-3-20,-3-1 1,-3-5 0,-1 3 0,-4-2-243,-2-3 1,0 0 0,-3-1-1,-1-1-977,2-1 0,0 1 0,4-4 0,2 0-382,1 0 1,3-3-1,1 1 1,4-3-1219,2 0 2614,6 3 0,3-6 0,3 3 0</inkml:trace>
  <inkml:trace contextRef="#ctx0" brushRef="#br0" timeOffset="6297">1919 1203 7757,'10'4'1205,"0"0"0,0-1-432,-3-2 0,0 0 1,-1-2-1,-1-2-218,-1-3 0,0-1 1,1-4-1,-1-1-306,-2-2 0,3-3 0,-3-1 0,-1 0-336,0 1 1,-1 3 0,-1-1 0,-1 2 67,-2 2 1,-3 4-1,0 4 1,-3 0 166,0 1 1,0 2 0,-3 2 0,0 3-20,0 3 1,1 2 0,1 4-1,2 1 164,0 2 1,4 0 0,-2 1 0,2 3-393,2 1 1,0 0 0,4 0-1,2-2-738,3-1 1,3-4 0,5-1-1,1-3 77,2-5 0,0-3 1,2-6-1,1-4-355,2-5 1,-1-4-1,0-6 1,-1-1 1114,0-2 0,-4-1 0,0 0 0</inkml:trace>
  <inkml:trace contextRef="#ctx0" brushRef="#br0" timeOffset="6641">2117 1049 8530,'-4'-8'0,"0"1"765,-1 2 0,-1 0 1,0 1-85,-1 2 0,3 2 0,1 3 0,0 2 371,1 3 1,2 4 0,0 0 0,0 3-770,0 2 1,0-2 0,2 2 0,2 1-810,0 0 1,1 1 0,0 1-1,2-2-460,2-1 1,-1-1 0,-1-4-1,0-1-3054,2-3 4040,-2-3 0,2-2 0,-3-3 0</inkml:trace>
  <inkml:trace contextRef="#ctx0" brushRef="#br0" timeOffset="6991">2188 1094 7757,'0'7'642,"2"-3"1,0 0-1,0 1 194,-2 1 1,1-1-1,1 0 1,0 3-356,-1-1 0,0 3 0,0 0 0,0 0-530,1 1 0,0 0 0,-2 2 0,0-1 179,0-2 1,-2 0-1,-1-5-305,0 0 0,1-3 0,-2-3 0,1-4 244,2-6 0,0-2 0,1-6 1,0-1 616,0-2 0,0 1 1,1 0-1,1 2-540,2 0 0,2 4 1,0-2-1,1 2-899,-1 3 1,1 1 0,1 1 0,1 1-951,1 1 1,1 4 0,1 2 1702,-1 4 0,1 4 0,-2 4 0</inkml:trace>
  <inkml:trace contextRef="#ctx0" brushRef="#br0" timeOffset="7347">2361 1139 7757,'4'6'0,"-1"0"819,-1-2 1,0-1 0,2-3 0,0-1 172,0-3 0,2-4 1,-3-7-1,1 0-797,-2-2 0,1 0 1,-1-1-1,-1 0-35,0 1 1,-4 5 0,-1 0 0,-2 2 112,0 5 1,-3 1 0,0 5 0,0 2 651,-1 3 0,0 4 0,1 5 0,1 2-378,1 2 1,2 3-1,0 1 1,3 3-413,1 2 1,1-1-1,1 1 1,2-1-823,3-2 0,2-8 0,4-2 1,3-4-193,0-6 0,0-5 0,2-6 879,-2-7 0,3-10 0,-1-3 0</inkml:trace>
  <inkml:trace contextRef="#ctx0" brushRef="#br0" timeOffset="7390">2541 921 13668,'-6'3'0,"1"1"1642,1 2 0,2 3 1,0 2-1,1 2-759,-1 2 1,1 2 0,0 3 0,1 3-599,2 2 1,3 1-1,-2 4 1,-1 2-1845,1-2 0,-1-4 0,-2-2 0,0-2-6509,0-4 8068,0-3 0,-5 1 0,-2-3 0</inkml:trace>
  <inkml:trace contextRef="#ctx0" brushRef="#br0" timeOffset="7391">2483 1126 8750,'2'-6'0,"1"-1"1713,1 1 0,0 0 1,2 0-1,1 0-612,-1 0 1,3 3 0,-1-3 0,1 2-851,0 0 0,-1 2 1,3-1-1,0 0 268,1 1-519,-2 2 0,2-3 0,-2-1 0</inkml:trace>
  <inkml:trace contextRef="#ctx0" brushRef="#br0" timeOffset="7392">2669 1062 7757,'0'6'626,"0"1"0,0-3 4622,0 0-5248,0-2 0,0 1 0,0-3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01:15.570"/>
    </inkml:context>
    <inkml:brush xml:id="br0">
      <inkml:brushProperty name="width" value="0.06" units="cm"/>
      <inkml:brushProperty name="height" value="0.06" units="cm"/>
    </inkml:brush>
  </inkml:definitions>
  <inkml:trace contextRef="#ctx0" brushRef="#br0">568 70 8362,'-2'-9'472,"-1"2"0,2 1 1,-4 3 77,1-4 1,3 1 0,-4 0 0,0 2 66,-1 2 0,-4-3 0,0 2 0,-1-1-88,-3 0 1,-2 2 0,-5 0 0,-1 4-191,-2 5 1,-2 4 0,-4 1 0,2 4-107,0 4 0,2-2 0,-2 5-233,4-5 1,3 2 0,0-4 0,2 0-197,1-3 0,5-1-571,6-2 1,3-4 545,8-3 1,-3-3-1,4-2 1,-1-1-278,3 0 1,-1 2 632,1 1 1,-4 0-1,3 1 1,-2 3 210,-1 3 0,1 6 0,0 5-168,-2 1 0,-1 10 0,-1 4 0,0 6 0,0 11-136,0 13 0,-5 9 1,-1 20-113,-4 2 0,4-42 1,-1 1-1,0 0 1,0 0-1,0 1 1,0 0-12,0 1 0,-1 0 1,3 1-1,-1 0 0,-1-3 1,0-2-1,-4 44 1,0-3 85,1-7 1,0-8 0,1 5 0,2-6-14,3-6 0,2-14 0,0 0-17,-2-4 0,1-6 0,3-10 0,0-4 66,0-2 0,0-2 1,0-9 232,0-2-82,0-6-111,0-7 1,1-4-109,2 0 0,4 0 1,6-1-1,3-1 94,3-2 1,2-3-1,9 3-37,2-2 1,9-1-1,1-3 1,3 0-1,2-1 45,0 1 0,-2 4 1,0 3-84,-2 2 0,-2 1 0,-10 0 0,-7 1 1,-7 4 34,-7 5 0,-6-2 0,-1 4-112,-2 1 1,-5 0-1,-2-3-679,0 0 0,-6-4 0,1-3 0,0-1 0,-2-2-1467,0 0 1,1-8 2230,-2-3 0,-2-6 0,0 1 0</inkml:trace>
  <inkml:trace contextRef="#ctx0" brushRef="#br0" timeOffset="773">526 2120 7822,'-7'4'3310,"1"-1"-2718,3 1 1,0-4-1,7-2-315,7-1 1,0 1 0,6-5 0,3 0-204,3 1 0,-2 2 0,4 4 1,-4 0 65,0 0 0,-1 4 1,0 4-1,-3 5 286,-3 4 0,-4 8 0,-3 6 0,-4 6 54,-1 3 0,-8 6 0,-4 1 0,-8 1-422,-4 0 0,0-8 1,-2-1-1,2-6-1120,1-7 1,2-4 0,2-5 0,3-4-3826,3-5 4887,5-4 0,-3-8 0,3-2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01:17.701"/>
    </inkml:context>
    <inkml:brush xml:id="br0">
      <inkml:brushProperty name="width" value="0.06" units="cm"/>
      <inkml:brushProperty name="height" value="0.06" units="cm"/>
    </inkml:brush>
  </inkml:definitions>
  <inkml:trace contextRef="#ctx0" brushRef="#br0">20 264 7822,'-3'-7'141,"2"0"0,-1-1 1,0-1 171,-1-1 0,1 2 1,2 0-1,0 1 671,0 0 1,0 4-480,0 3 0,0 5 1,0 5-1,1 6-6,1 4 1,-1 3 0,1 5 0,-1 3-293,-1 2 1,0 1-1,0 1 1,0 2-533,0 1 0,-2-1 1,-1 5-1,0-1 22,0-3 0,1-8 0,2-8-1097,0-6 0,3-7 1,0-10 1399,1-5 0,1-6 0,-1-4 0</inkml:trace>
  <inkml:trace contextRef="#ctx0" brushRef="#br0" timeOffset="435">33 200 7991,'0'-9'1096,"0"0"-447,0 1 0,0 8 0,0 4 0,1 5-257,1 4 1,1 5 0,4 3 0,0 2 53,1 3 0,0 1 1,3 6-1,1 2-222,2 3 1,1 2 0,2 4 0,0 1-222,-1-1 1,2-5-1,-4-8 1,-1-6-82,-2-8 0,-3-10 1,1-5-1,-2-6 13,-1-6 1,-2-5 0,-1-6 0,-1-3 105,0-3 1,-1-5-1,-2-4 1,-2 0 102,0-1 1,-2 4-1,0-1 1,0 3-521,0 1 0,4 6 0,-1 2 0,1 5-327,1 6 1,1 7 0,1 3 0,3 4 126,3 6 0,-1 2 1,1 2-1,0 0-745,1 0 1,-2-3 1320,2 1 0,1-3 0,0 1 0</inkml:trace>
  <inkml:trace contextRef="#ctx0" brushRef="#br0" timeOffset="863">373 347 8872,'-7'0'192,"1"3"1,0 1-1,-1 2 323,1 0 1,1 4 0,2 3 0,0 4 739,2 4 0,1 2 0,3 4 0,3 1-941,4-1 1,5-3-1,2-4 1,1-5-417,2-4 0,1-7 0,0-5 0,0-7 104,-1-6 1,-3-7 0,-1-2 0,-3-2-278,-3-1 0,-5 0 0,-2 2 0,-4 1 174,-3 2 1,-4 5-1,-4-3 1,-2 3 55,-1 2 0,-1 3 0,-1 3 0,2 2-437,-1 2 0,3 3 0,0-2 0,4 3-294,2 0 1,3 3 0,3 0-2846,2 1 3621,3 1 0,5-1 0,1 2 0</inkml:trace>
  <inkml:trace contextRef="#ctx0" brushRef="#br0" timeOffset="1286">604 123 7822,'0'7'383,"0"1"0,0 1 958,0 1 0,0 1 0,0 4 1,2 4-265,0 3 1,3 3 0,-1 5 0,2 1-622,0 2 1,2 1 0,-1 2-1,2 0-886,-1 2 1,-1-8 0,-1 3 0,-1-1-923,-1-3 1,-3-4-1,1-3 1,-1-4-3642,-1-6 4993,-3-6 0,-3 3 0,-4-6 0</inkml:trace>
  <inkml:trace contextRef="#ctx0" brushRef="#br0" timeOffset="1287">572 469 7822,'0'-7'695,"0"1"1,0 0-1,0-1 767,0 1 0,3-1 1,2-1-1,2-1-662,1 1 0,4-1 0,1 0 0,4-1-1142,1-1 1,2 1-1,1 0 1,1 0-571,1 0 912,-3 2 0,5-4 0,-2 2 0</inkml:trace>
  <inkml:trace contextRef="#ctx0" brushRef="#br0" timeOffset="1722">1046 398 8189,'-3'0'883,"1"-2"0,2 1 0,2-1 0,6 0-256,4 0 1,3-1 0,5-5-1,0 0-404,1-3 1,0-2-1,1-1 1,-2-2-284,-4-3 1,-5 1-1,-5-2 1,-4 1 141,-6 2 1,-4 5 0,-7 0 0,-3 3 73,-2 3 0,-1 3 0,-2 6 0,1 3 217,2 4 0,0 5 0,3 3 0,3 3 163,3 2 1,2 3 0,5 1 0,2 1-311,1 2 0,4-2 0,5 3 0,4 0-248,4 0 0,3-1 0,0-1 0,0-3-767,0-1 0,1-10 1,-1 0-1,-1-6-1434,-1-3 0,2-4 0,-3-7 2223,-2-5 0,4-8 0,-5-5 0</inkml:trace>
  <inkml:trace contextRef="#ctx0" brushRef="#br0" timeOffset="2154">1296 315 8316,'-5'6'941,"0"1"1,1-1-84,1 1 1,-1-1 0,2 0-1,1 1-228,3-1 0,2 1 0,4 1 0,4 1 50,2-1 1,3-1 0,4-1-1,1 1-1255,1-1 1,-2-2 0,2 0 0,0-1-787,0-2 1,-6 0-1,1-1 1,-4 0-2061,-1 0 3421,-3 0 0,2-3 0,-2-1 0</inkml:trace>
  <inkml:trace contextRef="#ctx0" brushRef="#br0" timeOffset="2593">1534 244 7757,'-9'3'609,"-1"2"0,-3 3 0,0 3 904,0 1 1,0 4 0,-2 3 0,0 3-774,1 3 0,1-2 0,0 7 1,3 1-797,1 1 1,4-1-1,2 0 1,0 0-1208,1 0 1,4-8 0,3-4 0,2-5-1998,4-7 3260,-4-4 0,11-3 0,-4-3 0</inkml:trace>
  <inkml:trace contextRef="#ctx0" brushRef="#br0" timeOffset="2644">1668 257 7999,'-2'-4'0,"0"0"918,-2 2 1,2-1-169,-2 1 0,2 2-195,0 2 0,4 3 0,2 9 0,3 3-270,1 3 1,2 5 0,3 0 0,0 3-652,0 1 0,-3 1 0,1 1 0,0 0 178,-1-1 1,0-3 0,-3 0-1,0-3-950,-1-2 0,-4-7 0,-1-4 1138,-2-3 0,-3-6 0,-2-6 0</inkml:trace>
  <inkml:trace contextRef="#ctx0" brushRef="#br0" timeOffset="2645">1726 302 7674,'6'-17'125,"-2"0"0,4 0 0,-1-2 0,3 2 474,4 2 0,-1 2 0,4 1 1,-1 2-105,0 3 1,-3 4 0,-1 4 0,0 3-214,-2 5 1,-2 5 0,-3 3 0,-1 3 82,-1 4 1,-2-3 0,-3 4 0,-2-1-59,-2-2 1,-3-3 0,-2-1 0,-1-1-277,-1-3 1,-3 0 0,0-3 0,-2-2-424,-1-2 0,2-3 0,-3 0 0,3-2-433,1-1 0,3-1 0,4-1 1,1-1-459,2-2 1,5-2-1,1-2 1283,4-1 0,4-2 0,2 1 0</inkml:trace>
  <inkml:trace contextRef="#ctx0" brushRef="#br0" timeOffset="3452">1970 232 8286,'0'6'969,"0"-1"0,0 1 1,0 1-306,0 0 1,0 4 0,1 1 0,0 5-555,1 1 0,0 2 0,-1 2 1,1 1-637,0-1 1,1 0 0,-2-4 0,1-2 525,-1-3 0,0-8 0,-1 1 0</inkml:trace>
  <inkml:trace contextRef="#ctx0" brushRef="#br0" timeOffset="3937">1983 135 8371,'-3'-3'2979,"2"-1"-3168,-4 2-492,4 1 0,1-1 0,4 4 681,2 0 0,0 6 0,1-1 0</inkml:trace>
  <inkml:trace contextRef="#ctx0" brushRef="#br0" timeOffset="3938">2130 174 7719,'-2'7'210,"-1"1"0,0 0 573,1 0 1,-1 2 0,3 0 0,0 1-119,0 0 0,0 0 0,1 4 1,1 2-506,3 2 1,-2 0 0,1 0-1,-1 0-159,1 1 0,-3-3 0,1-1 0,-1 0 109,-1-2 0,0-5 0,0-3 1,-1-1-5,-1-2 1,1 0 0,-3-6 0,1-2-33,2-2 1,0-6 0,1-4 0,0-3-53,0-1 0,3 0 0,1-1 0,2-1 8,1 0 0,-1 2 0,0 1 1,2 1-811,0 2 1,0 2 0,2-1-1,0 3-1517,0 3 1,-2 5 2296,3 3 0,-3 1 0,1 1 0</inkml:trace>
  <inkml:trace contextRef="#ctx0" brushRef="#br0" timeOffset="3939">2342 283 7719,'3'6'930,"1"1"1,0-3-1,0 0 1,2-2-424,1 0 1,1-5 0,2-3 0,0-4 111,0-3 1,-1-2 0,1-2 0,-2 0-518,-2 0 0,0 2 0,-4-1 1,-1 0 47,-3 2 0,-4 3 0,-5 3 0,-1 3 105,-1 3 1,-2 2 0,0 2 0,0 3-79,0 3 0,4 5 0,0 5 0,3 3-70,2 2 1,2 5 0,0 2 0,1 1-250,2 1 1,4 0 0,2-3 0,4-4-864,1-2 1,-2-8-1,3-4 1,1-3-727,2-5 0,0-4 1,1-5 1730,-1-4 0,1-3 0,2-7 0</inkml:trace>
  <inkml:trace contextRef="#ctx0" brushRef="#br0" timeOffset="3989">2566 1 9072,'-4'10'772,"0"1"0,2 0 0,0 2 1,2 0-293,0 2 0,0 2 0,0 4 0,2 1 590,3 1 1,1-2-1,2 2 1,1-2-674,-2-2 0,1-3 1,-2-4-1,0-1-779,-2-2 0,0-3 352,-4-2 0,-2-1 1,-6-3-1,-3 1-701,-1 1 1,-2-1 0,1 2 0,-1-1 397,2 3 0,1 3 0,1 3 1,3 2 690,2 2 0,4-1 0,-1 2 0,4 0 339,5-2 1,2 0-1,4-2 1,0-1-575,0-3 0,2-4 0,0-1 0,2-3-924,1-3 1,-2-4 0,0-5 0,0-3 425,-2-1 0,-1-1 1,-2-2-1,-3-1 375,-3 1 0,0 3 0,-1 0 0</inkml:trace>
  <inkml:trace contextRef="#ctx0" brushRef="#br0" timeOffset="3990">2708 309 8554,'0'6'2690,"0"0"0,0 1-2556,0-1 0,0-2-134,0 1 0,2-1 0,2 2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02:38.277"/>
    </inkml:context>
    <inkml:brush xml:id="br0">
      <inkml:brushProperty name="width" value="0.06" units="cm"/>
      <inkml:brushProperty name="height" value="0.06" units="cm"/>
    </inkml:brush>
  </inkml:definitions>
  <inkml:trace contextRef="#ctx0" brushRef="#br0">29 1441 7922,'-7'1'631,"0"1"0,2-1 0,1 2 1754,1 0-1862,1-2 0,5 2 0,2-4-160,4-1 0,2 0 1,3-2-1,3-2 1,1 0-46,3-1 0,3 0 0,2 0 1,4-1-80,5-1 0,6-2 1,6-3-1,7 0-182,4 0 1,0-1 0,7 0 0,2-2-50,1 2 0,-5-1 0,6 0 0,1-3 30,1-4 1,-5-2-1,11-1 39,-4 3 0,7-2 0,-1 5 1,4-1 126,5-2 0,5-2 0,-3 0 1,1-1-1,-44 11 0,1 0-120,1-2 0,1 0 0,44-12 0,-43 14 1,1-1-1,-1 2 0,-1 0-102,0 0 1,0 1 0,40-11-1,-40 12 1,1-1 0,-1 1-1,0 0 80,0 1 0,-2 0 0,43-12 0,2 1-50,-3 1 0,4-3 0,-14 3 1,-4 0-1,-3 1-253,-4 4 1,-13 4-1,0 1 1,-8 4-473,-8 3 1,-10 0-1,-6 2 1,-3 1-476,-4 2 0,-5 3 0,-5 3 1,-4 0-835,-2 0 0,-5 1 2022,-3 1 0,-7 2 0,-3 3 0</inkml:trace>
  <inkml:trace contextRef="#ctx0" brushRef="#br0" timeOffset="702">3524 329 10019,'-3'0'2016,"4"-3"-1527,5-1 0,2 0 1,6-1-1,4 0-314,4-2 0,4-2 1,5 1-1,4 1-120,3 1 1,-3 5-1,4-2 1,-5 3 55,-3 3 1,-8 2 0,-4 6 0,-5 4 40,-6 2 1,-6 5-1,-2 3 1,-7 5 282,-7 5 0,-3-1 0,-6 8 0,-1 0 0,-1 1 0,1-5 0,-2 0 1,-1-3-753,3-4 1,2-3 0,1-5 0,3-3-419,1-4 1,7-6 0,2-2 734,2-2 0,5-6 0,-2-4 0</inkml:trace>
  <inkml:trace contextRef="#ctx0" brushRef="#br0" timeOffset="1372">4440 134 7812,'0'-16'0,"0"1"72,0-1 1,-4 5 0,-3-2 0,-3 2 642,-3 3 0,2 3 1,-5 3-1,-1 1-130,0 1 0,0 7 0,4 4 0,0 8-123,1 6 0,7 2 0,0 7 0,4 4-259,1 2 0,4-4 1,3 2-1,4-2-129,2-3 1,4-5-1,1-2 1,3-2 65,0-4 1,-1-2 0,-2 1 0,-4 1-479,-1 0 1,-8-3-1,-1 1 1,-5 0 267,-3-1 0,-9-3 0,-3 1 0,-4-1 34,-3-1 1,0-4 0,-2-1-1,0-2-152,0-4 0,2-1 0,-1-1 0,2-1-202,4-1 0,8-1 0,4-3 390,2-1 0,2-8 0,2 0 0</inkml:trace>
  <inkml:trace contextRef="#ctx0" brushRef="#br0" timeOffset="2032">4698 71 8992,'-10'0'0,"-2"0"689,-1 0 0,1 0 0,-1 1 1,-2 4-204,0 4 1,3 6-1,4 5 1,3 7 222,2 6 0,3 1 1,3 4-1,3-1-481,5-3 1,1-5-1,6-1 1,0 0-341,0-1 0,-3-2 1,1 1-1,-1 2 247,-1 1 0,-4-1 1,-3 3-1,-4-2-441,-2-1 1,-5-7-1,-3-2 1,-4-3 59,-5-3 1,1-6 0,-4-3 0,0-2-295,-2-2 0,3-2 1,0-2-1,1-2-734,1-2 1,4-3-1,1-1 1274,1-1 0,0-4 0,3-1 0</inkml:trace>
  <inkml:trace contextRef="#ctx0" brushRef="#br0" timeOffset="2094">5048 120 7882,'-3'-6'885,"-2"1"1,1-1 2664,-1 4-2990,4 0 1,-2 5-1,3 2 1,0 5 81,0 4 0,0 3 0,0 7 0,-1 1-196,-1 3 0,-3 3 0,-4 4 0,-3 5-410,-1 3 0,-3 0 0,-2 1 0,1-1-55,0-1 1,1-6-1,3-4 1,2-6 201,4-5 0,1-7-98,6-7 1,3-3 0,7-5 0,4-1 258,4-3 1,0-1 0,3-1-1,3 0 101,3 0 0,4-3 0,0-2 0,0-2-305,-1-2 0,0 1 0,2-1 0,-4 1-5056,-1 1 1,-5 3 4874,2 2 1,-6 1-1,-1 1 1</inkml:trace>
  <inkml:trace contextRef="#ctx0" brushRef="#br0" timeOffset="2757">5642 15 7957,'5'-6'737,"-1"1"108,2 3 1,-2 1 0,0 1-159,2 0 0,-1 6 1,0 4-1,-3 7-287,-1 6 1,-2 6 0,-2 11 0,-4 6 547,-4 6 1,-6 1 0,-3 5 0,-3 1-514,-2-1 1,2-5 0,1-2 0,2-6-546,4-8 1,4-12-1,4-3 1,2-6 116,4-5 0,1-6 0,2-4-1187,1-3 0,3-6 0,4-2 1180,3-2 0,1-8 0,1-2 0</inkml:trace>
  <inkml:trace contextRef="#ctx0" brushRef="#br0" timeOffset="2906">5859 267 7902,'-8'0'593,"-1"0"0,1-3 0,-2 1 1259,3 0 0,3 1 0,3-1-978,5 0 0,4-4 1,9 1-1,3-3-394,5-1 1,1-3 0,7 2 0,0 0-363,1 0 1,-1 0 0,-1 2 0,-2 1-1769,-3 3 1,-2 3 0,-5 1-1,-4 1-4836,-4 4 6486,-4 3 0,-4 6 0,-1 0 0</inkml:trace>
  <inkml:trace contextRef="#ctx0" brushRef="#br0" timeOffset="4132">6054 267 7902,'-10'14'0,"-4"3"0,2-1 0,-2 4 0,1 3 2144,-1 1 0,3 3 0,-1 5 0,1 5-1140,0 6 1,1-4 0,3 4 0,0-4-1681,3-5 1,1-8 0,3-8-1,3-5-1318,1-4 1,6-5 0,1-4 1993,3-4 0,0-8 0,-1-3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02:50.802"/>
    </inkml:context>
    <inkml:brush xml:id="br0">
      <inkml:brushProperty name="width" value="0.08" units="cm"/>
      <inkml:brushProperty name="height" value="0.08" units="cm"/>
    </inkml:brush>
    <inkml:brush xml:id="br1">
      <inkml:brushProperty name="width" value="0.06" units="cm"/>
      <inkml:brushProperty name="height" value="0.06" units="cm"/>
    </inkml:brush>
  </inkml:definitions>
  <inkml:trace contextRef="#ctx0" brushRef="#br0">257 24 11613,'-1'-6'0,"0"1"1366,-1 0 1,-1 3-605,1-2 1,-1 3-1,-2 1-306,3 4 1,1 8 0,1 6 0,0 5 138,0 5 1,3 0 0,-1 5 0,-1 3-752,0 2 1,1-1 0,0-1 0,0-1-1531,-2-3 1,0-5-1,0 0 1710,-2-5 0,-2-1 0,-3-1 0</inkml:trace>
  <inkml:trace contextRef="#ctx0" brushRef="#br1" timeOffset="832">7 333 7759,'-4'1'431,"2"1"0,1 1 1,1 4-1,0 0 101,0 2 1,4 4 0,2 6-1,3 2-69,4 3 0,-1 2 0,4 2 1,0 1-317,1 1 0,0-4 0,1-1 0,0-3-11,1-5 1,3-4-1,0-7 1,0-2-121,0-4 0,-3-7 1,3-6-1,0-5-155,0-6 0,-2-4 0,2-9 0,1-4-384,-1-2 1,4 0 0,-4 4 0,1 4-952,-1 7 0,-6 10 1474,2 7 0,-7 5 0,-1 6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02:49.038"/>
    </inkml:context>
    <inkml:brush xml:id="br0">
      <inkml:brushProperty name="width" value="0.08" units="cm"/>
      <inkml:brushProperty name="height" value="0.08" units="cm"/>
    </inkml:brush>
  </inkml:definitions>
  <inkml:trace contextRef="#ctx0" brushRef="#br0">138 26 9144,'0'-6'566,"1"1"1,1 1 2020,0-1-1247,0 2 1,-2 1 0,0 4-590,0 5 1,0 3 0,-1 3 0,-1 3-139,-2 1 0,0 3 0,0 2 0,-2 2-221,-2 2 1,0 1-1,-3 0 1,1 1-159,0 2 1,-2-4 0,-2 5 0,1 1 81,0-2 1,4-6 0,1-4 0,3-4-174,3-3 0,1-7 1,2 0-1,2-2-291,3-3 1,4 0 0,4-2-1,1-1 212,3-2 1,-1-2-1,2-1 1,0-2-178,2-2 0,-4-2 0,2 1 0,-2 0-594,0 1 0,-5 3 1,1 0-1,-3 0-654,-2 2 0,-1-1 0,0 0 0,0 0 400,2-2 1,-1 1 930,3-3 1,0 0 0,2-2 0</inkml:trace>
  <inkml:trace contextRef="#ctx0" brushRef="#br0" timeOffset="879">546 26 9144,'-8'0'0,"-3"0"1662,-1 0 1,0 0 0,-3 0 0,1 1-184,1 1 1,3 2 0,1 3 0,2 2-764,0 2 0,3 3 0,2 2 0,2 5-432,2 2 0,5 4 1,3 3-1,2 0-17,1 1 1,-3-2 0,4 0 0,-1 1-270,-1-2 0,-3-4 1,-1-1-1,-3-2 65,-3-2 0,-4-3 0,-3-2 0,-4-1 137,-4-2 1,-3-6 0,-4 1 0,0-2-656,-2-3 0,3 0 1,1-2-1,3-3-1167,2-3 1,4-1-1,1-1 1,3-2-4623,3-1 6255,7-2 1,3 1-1,5 0 1</inkml:trace>
  <inkml:trace contextRef="#ctx0" brushRef="#br0" timeOffset="958">731 283 9144,'0'7'2175,"0"1"1,0 1-495,0-1 0,-1-1 0,-1 0-1946,0-1 0,0-1 0,1-2 0,0 1 287,-1 0 1,-1-3 0,3 2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02:54.790"/>
    </inkml:context>
    <inkml:brush xml:id="br0">
      <inkml:brushProperty name="width" value="0.06" units="cm"/>
      <inkml:brushProperty name="height" value="0.06" units="cm"/>
    </inkml:brush>
    <inkml:brush xml:id="br1">
      <inkml:brushProperty name="width" value="0.08" units="cm"/>
      <inkml:brushProperty name="height" value="0.08" units="cm"/>
    </inkml:brush>
  </inkml:definitions>
  <inkml:trace contextRef="#ctx0" brushRef="#br0">203 79 7921,'0'-6'538,"0"0"44,-3 1 1,0 2-1,-5 5 1,0 3 98,0 6 1,-1 8 0,2 7 0,1 3-116,-1 3 1,3 2-1,2 5 1,2-1-151,0-1 1,0-4 0,2-1 0,3-2-141,1-2 1,0-7-1,0-2 1,-1-3-119,-3-2 0,-2-3 1,0 0-96,-2-3 1,-3 0 0,-4-5 0,-2 0 0,-2 0 60,-2-2 1,0 0 0,-2-2-877,1-1 1,1-2 0,2-2 0,0-1 0,2 0-680,3 1 0,3-2 1,4 0-1,2-1-1272,4-1 2703,3 2 0,9-5 0,3 3 0</inkml:trace>
  <inkml:trace contextRef="#ctx0" brushRef="#br0" timeOffset="815">322 369 7960,'9'0'351,"0"0"1,1 0 0,0 0 0,0 0 0,1 0 0,0-1 829,0-1 0,0-3 0,1-3 0,0-3-912,-1-2 0,-3-2 1,1-1-1,-3-2-266,-1-2 1,-3 2 0,-4-3 0,-3 2 12,-3 3 1,-5 2 0,-3 4 0,-1 3 239,-1 4 1,1 4-1,0 3 1,1 6-55,-1 4 1,4 3 0,0 5 0,2 1 230,3 3 1,0 0 0,6 5 0,1 2-655,3 1 0,4-2 0,5 2 0,2-2-1128,3-4 1,-1-9-1,4-4 1,1-5-3774,-2-4 5122,2-5 0,-3-8 0,2-3 0</inkml:trace>
  <inkml:trace contextRef="#ctx0" brushRef="#br0" timeOffset="1586">532 231 11235,'0'6'646,"0"1"0,1 3 1,1 3 185,0 4 1,2 5 0,-1 3 0,0 3-507,0 5 1,1-1 0,-2 1 0,0 0-567,-1-1 1,-1-7 0,0-2-1,0-6 162,0-4 0,-1-7 1,-1-2-1,0-5 6,1-6 0,0-6 0,1-7 0,0-4-11,0-4 0,1-3 0,0-3 0,3-2-37,2-3 0,-1 6 0,4-1 1,-1 3-406,0 3 0,3 6 1,2 4-1,0 3 119,0 5 0,-2 5 0,0 3 1,0 2-3632,-1 2 4037,0 1 0,-1 7 0,2 0 0</inkml:trace>
  <inkml:trace contextRef="#ctx0" brushRef="#br0" timeOffset="1587">763 224 7960,'-7'7'1161,"1"-1"0,1 1-216,1 2 1,2 0-1,0 3 1,1 4-345,1 2 0,1 1 1,1 5-1,3 1-278,0 1 0,3-1 0,0-2 0,1-5-651,2-4 0,0-8 0,1-2 1,0-3 195,-1-3 0,0-8 1,1-5-1,-1-5-136,-2-4 0,-2-1 0,0-4 1,-1 1-104,1 3 1,-3 4 0,0 1-1,-1 1-685,1 3 1,-2 4 0,1 4-2470,-1 3 3525,-1 2 0,2 6 0,-3 0 0</inkml:trace>
  <inkml:trace contextRef="#ctx0" brushRef="#br0" timeOffset="1652">973 316 7960,'7'6'2737,"-1"-2"-2243,1-1 1,-1-3 0,2-3 0,0-3 346,1-4 0,0-1 0,-1-7 0,1 0-453,-1-1 1,-3-2-1,-1 0 1,-1-2-196,-2 0 0,-3 5 1,-2 2-1,-2 5 70,-1 7 1,0 3 0,-1 4 0,-2 4-127,0 6 0,2 4 0,-1 5 1,3 2-61,1 1 0,0 2 1,3 0-1,0 1 47,2 0 1,3-2 0,2 1 0,3-2-2284,3-3 1,1-5 0,1-4 0,1-4-2989,2-4 5147,-2-8 0,2-7 0,-3-7 0</inkml:trace>
  <inkml:trace contextRef="#ctx0" brushRef="#br0" timeOffset="1653">1157 224 12765,'-3'7'1463,"1"0"1,1 2-922,1 2 1,0 5-1,0 3 1,1 3-141,1 4 0,-2 1 1,3 4-647,-3-3 0,0 1 0,0-2 0,0-2 0,-3-3-187,-1-3 0,-1-5 1,0-6-1,0-3 295,0-2 0,2-9 0,-1-3 1,1-6 38,2-4 1,1-6 0,2-5-1,2-5 147,2 0 0,4-2 1,1 4-1,2 1 155,2 2 0,1 7 0,2-2 0,0 5-732,0 2 0,-1 7 1,1 3-1,-1 3-350,0 2 0,1 1 0,-2 2 877,-2 0 0,3 3 0,0 1 0</inkml:trace>
  <inkml:trace contextRef="#ctx0" brushRef="#br0" timeOffset="2447">1822 73 7966,'-3'-4'1234,"-1"1"0,-2 3-785,-1 0 0,1 0 0,-1 1 0,0 2 251,-2 3 0,2 2 0,-1 3 0,2 2-250,1 4 0,2-1 0,-2 7 1,3 2-137,1 1 1,1-2-1,0 3 1,1 0-117,1 0 0,-1 0 0,1 1 0,-1-1-336,-1-1 1,-3-7 0,-2 4 0,-3-1-296,-3-4 1,1-2 0,-1-5-1,2-2-583,1-2 0,1-3 1,0-2 391,0-1 1,4-7 0,1-1 0,1-3 623,1-4 0,3-2 0,0-4 0</inkml:trace>
  <inkml:trace contextRef="#ctx0" brushRef="#br0" timeOffset="2610">1901 290 7966,'13'-3'399,"0"2"0,0-1 1,-2 1 348,0 1 0,0 0 0,2-1 0,-2 0-102,0-1 1,-3-3-1,1 0 1,-2-1-179,0-3 0,-3-1 0,0-3 1,-1-1-486,-1-2 0,-7 2 0,-2 0 1,-3 2-12,-1 3 0,-2 5 0,0 2 1,0 1-37,0 1 0,0 6 1,0 3-1,1 5 98,1 4 0,3 2 0,0 1 1,3 4-65,0 0 1,4 2 0,-2 0 0,3 1-698,3 0 1,1-3 0,5 2-1,2-6-623,1-6 1,2-8 0,1-3 0,2-7 347,0-5 1,-1-9 1001,-3-10 0,0-2 0,1-4 0</inkml:trace>
  <inkml:trace contextRef="#ctx0" brushRef="#br0" timeOffset="2611">2098 191 10287,'0'7'0,"-2"-1"267,0 1 1,-1 0 0,2 2-1,-2 2 1055,2 1 0,0 5 0,1 3 0,0 4-892,0 4 1,0-1 0,0 1 0,0-3-389,0-1 1,0-5-1,0 0 1,1-6-216,1-4 1,0-5 0,2-5 0,1-2-72,1-3 0,-2-7 1,1-8-1,0-5-225,1-6 1,2-4-1,2-3 1,-1 2 255,1 2 1,2 4-1,-2 4 1,1 4 590,0 6 0,-3 9 1,1 6-1,-2 8 120,-1 6 0,-2 7 1,-2 6-1,0 1-304,0 2 0,-1 0 1,1 2-1,-1 0-702,2 0 0,-3-5 0,3-1 0,-1-3-1113,1-4 1,2-7 0,-2-6-1,2-6-38,-1-7 0,1-8 1659,1-9 0,1-6 0,-1-5 0</inkml:trace>
  <inkml:trace contextRef="#ctx0" brushRef="#br0" timeOffset="4131">2355 99 8303,'4'-11'2141,"-2"0"-1350,-2 3 1,3 5 0,0 7-1,0 7 44,-1 6 0,4 1 1,-3 7-1,2-1-350,-1 2 1,0 0 0,2-2 0,-1-2-539,0 1 0,-3-5 1,2 1-1,-1-5-504,-2-3 1,0-3 0,-2-3-125,-1 0 0,-5-2 1,-4-3-1,-1 0 79,-1 0 1,2 0 0,0 3 0,0 2 670,1 3 0,0 1 0,4 2 0,1 2 367,1 1 1,3 1 0,0 2 0,4-1 96,3-2 0,0-3 0,4-2 1,0-1-247,1-5 0,-3-1 0,3-4 0,1-3-330,0-6 1,2-5-1,-2-6 1,0-3-1195,-1-3 0,-3 1 0,0 0 0,0 1-1698,-2 2 2935,-2 6 0,2-4 0,-2 5 0</inkml:trace>
  <inkml:trace contextRef="#ctx0" brushRef="#br0" timeOffset="4971">2750 99 8488,'-7'-2'677,"1"0"1,1-1 0,1 3-74,2-3 1,0 3-1,4-3 60,3 0 0,4 1 0,4-1 0,3 0-150,3 1 1,-1 2 0,4 2 0,-1 1-770,1 0 1,-3 4 0,2 2-1,-2 0-796,0 0 0,-4-1 0,0 2 0,-4 1-3603,-2-1 4654,-5-2 0,2 7 0,-2-1 0</inkml:trace>
  <inkml:trace contextRef="#ctx0" brushRef="#br0" timeOffset="4972">3072 20 7966,'-1'-4'-369,"0"-1"1,-2 1 1353,-1 0 0,2 1 1,-2 3-1,-1 0 230,-1 0 0,1 3 0,-1 2 0,-1 4-665,-1 4 0,1 2 0,0 5 0,-1 2-563,-1 3 0,-2 2 0,2 1 0,0 2-394,0 2 1,2-3 0,0 4 0,2-1-640,3 1 0,0-8 0,4-2 0,3-4-612,1-5 1,3-6 0,2-7 1657,1-2 0,2-12 0,-1-4 0</inkml:trace>
  <inkml:trace contextRef="#ctx0" brushRef="#br0" timeOffset="4973">3184 125 8449,'-9'9'0,"0"1"739,-2 0 1,3 4 0,0 3 0,0 3-251,2 2 0,2 1 1,2 4-1,2-1 288,2 0 1,2-5 0,5-2 0,2-5-961,2-6 1,1-4 0,0-5 0,2-5-76,1-7 0,-5-4 0,2-7 0,-3-3 46,0-3 0,-4 3 0,-3-4 1,-2 1 109,0 4 1,-4 1 0,-3 6 0,-1 2-25,0 2 1,-4 4 0,0 3 0,-1 2-533,0 4 1,3 1 0,0 2-1,3 1-405,3 3 1,1 1 0,1 2 1062,0 1 0,3 6 0,1-1 0</inkml:trace>
  <inkml:trace contextRef="#ctx0" brushRef="#br0" timeOffset="4974">3329 66 7966,'-5'-1'1658,"1"0"-974,-1-1 1,-1 0 0,0 4 131,2 3 1,1 4-1,3 2 1,0 4-521,0 2 0,1 1 0,1 1 1,3 1-376,3 1 1,2-1 0,3-1 0,-2-3 169,0-3 1,0-7-1,2 0 1,-2-3-339,0-3 0,-3-5 0,0-6 0,-2-5-105,-1-4 0,-3-2 0,1-3 0,0-1 340,-1 1 0,-1 3 1,1-1-1,0 3 267,-1 3 1,1 8 0,-1 6-110,2 6 1,1 4 0,-1 7 0,0 2-326,0 4 1,1-2 0,-1 4-1,0-1-762,0-1 1,2-2 0,-1-1 0,0-3-2872,0-1 3812,1-5 0,4 5 0,2-3 0</inkml:trace>
  <inkml:trace contextRef="#ctx0" brushRef="#br0" timeOffset="5041">3625 165 9969,'-4'3'1500,"-1"-2"0,3 4 0,0 0-711,-1 3 0,-1 3 0,-2 5 0,0 3-569,0 4 0,1 3 1,-4 7-1,1 3-797,-1 1 1,2-3 0,-1 2 0,2-5-4249,1-5 4825,4-7 0,-5 0 0,3-6 0</inkml:trace>
  <inkml:trace contextRef="#ctx0" brushRef="#br0" timeOffset="5042">256 902 7966,'-7'0'2035,"3"-1"-1433,0-1 1,3 2-1,1 0 1,4 3 51,4 3 0,5 1 1,3 0-1,1 1-535,4 1 1,-3 0-1,3 0 1,1-1-956,-2 0 0,3 0 0,-2 0 0,-1-1-2659,-2-1 3495,-4-4 0,3 1 0,-4-3 0</inkml:trace>
  <inkml:trace contextRef="#ctx0" brushRef="#br0" timeOffset="5043">565 856 8551,'-7'0'1070,"-2"3"1,2 1-1,-2 5 1,2 2-176,0 1 0,1 5 1,-1 3-1,0 4-601,1 4 1,1 1 0,2 4 0,-1 4-373,0 0 1,3-2 0,-1-1 0,2-4-1196,2-4 0,2-9 0,3-3 0,2-5-718,2-6 1,-1-3 1990,1-4 0,0-6 0,2-7 0</inkml:trace>
  <inkml:trace contextRef="#ctx0" brushRef="#br0" timeOffset="5901">677 967 8543,'-6'1'0,"1"2"1023,1 4 0,-1 0 0,-1 5 0,-1 2-297,1 2 0,1 2 0,2 1 0,0 2-493,4 2 0,1-3 0,4-1 0,4-5-348,1-4 0,3-7 1,1-3-1,1-7-383,1-5 0,-4-6 0,1-5 0,-2-5 83,-2-4 1,-2 4 0,-2-2-1,-2 4 51,-2 2 0,-1 7 0,-2 3 1,-1 4 31,-2 4 1,-3 3-1,-1 6 1,-1 3-226,1 5 1,3 2 0,1 1 0,1 0-828,2-2 1384,0-3 0,1 3 0,0-2 0</inkml:trace>
  <inkml:trace contextRef="#ctx0" brushRef="#br0" timeOffset="6098">809 941 9839,'-3'5'787,"1"-1"1,0 1-1,2 3 1,0 2-374,0 0 0,0 2 0,1 2 1,1 2-532,2 1 1,3-2-1,1 1 1,2 0-9,3-2 0,-2-4 0,4 0 0,-2-4-257,0-4 0,-3-2 1,2-3-1,-1-3-20,-1-4 0,-2-6 1,1-1-1,-4 0 424,0-1 0,-4 4 0,2-1 0,-1 3 287,1 1 1,-1 3 0,-2 0 22,3 2 0,-2 3 0,4 5 0,0 2-146,0 5 0,0 3 1,-1 2-1,1 1-1561,1 3 1,1 1-1,-1 0 1375,-2-2 0,2 2 0,-2-2 0</inkml:trace>
  <inkml:trace contextRef="#ctx0" brushRef="#br0" timeOffset="7839">1269 928 7804,'0'-7'0,"0"1"243,0-1 0,0 3 1579,0-1-1310,0 4 1,0-1 0,1 5-30,1 3 0,3 4 0,3 3 0,0 2-197,0 2 0,2 1 1,-1 4-1,1-1-238,-1 1 0,0-4 0,-1 2 0,0-2-17,0-1 0,1-2 0,-2-5-792,-1-3 0,1-7 0,-1-7 0,1-4 277,0-6 1,0-4 0,1-5-1,1-1 41,2-1 1,-3 3 0,3-1 442,-2 3 0,3 1 0,-2 2 0</inkml:trace>
  <inkml:trace contextRef="#ctx0" brushRef="#br0" timeOffset="8725">1585 941 7849,'7'0'112,"-1"0"1,1 0 694,-1 0 1,1-1-1,0-1 1,-1-5-311,1-3 1,-1-1 0,0-2-1,-1-1-410,0-2 1,-4 1 0,1 0-1,-2 1 73,-2 3 1,-2 2 0,-4 3-1,-2 2 6,0 2 0,2 4 0,-1 5 0,1 4 37,-1 4 0,2 4 0,-1 5 0,3 0-187,3 0 0,0-2 1,1 1-1,-1 0-564,0-2 0,5-2 0,3-1 0,3-1 28,1-4 0,1-3 1,1-2-1,1-4-1448,0-4 1,-3-6 1967,5-7 0,-2-6 0,3-5 0</inkml:trace>
  <inkml:trace contextRef="#ctx0" brushRef="#br0" timeOffset="8726">1736 895 7849,'-3'1'813,"0"0"299,0 1 1,2 4-1,-1-1-658,1 3 1,3 0 0,1 3 0,0 0-353,0 2 1,2 3 0,-3 2 0,-1 1 22,0 0 0,-1 1 0,0-1 0,0-1-15,0 0 1,-2-6 0,-1 0-1,0-3 40,0-3 0,-1-5 0,1-2 0,0-5-27,0-7 1,1-3 0,2-6 0,0 0-25,0-2 1,3 0-1,1-1 1,2 0 66,0 1 1,2 4 0,0 0 0,1 2-895,-1 2 1,1 5 0,0 1 0,0 4-630,0 4 1,-2 1 0,2 2 0,-1 2 1356,-2 4 0,1 2 0,-1 4 0</inkml:trace>
  <inkml:trace contextRef="#ctx0" brushRef="#br0" timeOffset="8727">1894 928 8033,'0'11'204,"0"0"0,0 0 0,-2 2 1,0-1 25,0-1 0,2 4 0,0-2 0,0 1-538,0 0 0,0-4 0,0-2 308,3-3 0,-3-8 0,3-4 0</inkml:trace>
  <inkml:trace contextRef="#ctx0" brushRef="#br0" timeOffset="8728">1940 823 7849,'-2'-5'315,"-1"2"1763,0 0-2182,1 1 0,-1 2 1,4 2 480,1 3-377,2 1 0,2 3 0,1 1 0</inkml:trace>
  <inkml:trace contextRef="#ctx0" brushRef="#br0" timeOffset="8729">2092 757 8181,'-9'-2'0,"0"0"621,1 0 1,1 1-1,0 1 1,1 1-144,-1 1 0,1 3 0,1 3 0,1 4 134,2 3 0,-1 0 0,1 4 0,0 2-492,0 2 1,2-1 0,0 1 0,2 1-852,0-1 1,0-2 0,-2-1 0,0-2-401,0 1 0,0-6 1,0-2 1130,0-3 0,-3-5 0,0 0 0</inkml:trace>
  <inkml:trace contextRef="#ctx0" brushRef="#br0" timeOffset="8730">1993 948 9004,'0'-5'4001,"1"2"-3943,1 0 0,-1 0 0,4 1 0,1 0-1170,2 1 0,0-2 0,2 1 0,0 0-1393,0 1 2505,-2 1 0,5-3 0,-3 0 0</inkml:trace>
  <inkml:trace contextRef="#ctx0" brushRef="#br0" timeOffset="8731">2111 908 8284,'-4'1'2510,"0"1"0,3-1-2795,1 1 1,3 1-1,3-1 1,1 0-809,0-2 0,0 0 1093,2 0 0,-2 0 0,3 0 0</inkml:trace>
  <inkml:trace contextRef="#ctx0" brushRef="#br0" timeOffset="8732">2250 810 8337,'-7'0'1176,"3"2"0,0 1 1,1 0-532,2 2 1,-2 1 0,1 2 0,-1 0-468,0 3 0,3 5 1,-3 1-1,2 4-266,-1 3 0,1 1 0,-1 5 0,0 2-756,0 0 1,1 1-1,-1-2 1,2-1-1250,0-4 2093,0-10 0,2 2 0,2-7 0</inkml:trace>
  <inkml:trace contextRef="#ctx0" brushRef="#br0" timeOffset="9612">2723 737 7907,'4'-12'0,"-2"1"312,-1 2 0,-2 2 0,-2 1 151,-3 1 1,-1 3 0,-2 2-1,0 1-49,0 3 1,0 2 0,1 7 0,-1 4-113,1 4 0,1 2 0,3 3 0,2-1-100,1-1 0,1-3 0,0 1 0,1-2-153,1 0 1,1-5 0,4-1-1,0-1-79,2-1 1,-2-3 0,1 0 0,-2-2 38,-4 0 1,1-1 0,-2 1 70,-2-1 0,-2-2 1,-3-2-1,-1-1-389,-2-1 0,1 0 0,-2 0 1,-1 0-457,1 0 0,2-2 0,0-1 0,2-1-1063,2-1 0,2-1 1828,0 0 0,1-1 0,1 0 0</inkml:trace>
  <inkml:trace contextRef="#ctx0" brushRef="#br0" timeOffset="9613">2822 829 8065,'4'1'632,"-2"1"1,-1 3-198,-1 3 0,-1 6 0,-1 3 0,0 3-402,1 2 1,-2-1 0,1 2 0,0-1-1758,1-3 1,1-3 1723,0-5 0,3-7 0,1-5 0</inkml:trace>
  <inkml:trace contextRef="#ctx0" brushRef="#br0" timeOffset="9614">2848 836 7907,'-2'-11'280,"-1"1"0,0 0 594,0 2 0,0 3-843,1 1 1,2 3-503,-3 1 0,6 3 0,1 3 0,3-1-1,1-1 0,2 1 0,2 0 0,-2 1 472,2-2 0,1-3 0,0 2 0</inkml:trace>
  <inkml:trace contextRef="#ctx0" brushRef="#br0" timeOffset="9615">2967 783 7892,'-5'0'130,"1"1"0,-1 1 426,-1 3 1,0 1-1,-1 3 1,1 3-226,2 2 0,-1-2 0,2 1 0,0-1-513,0-2 0,1 0 0,2-5 0,3 0-147,1-3 0,2-2 1,3-2-1,0-3 133,1-3 1,-1-3 0,1-1-1,0 1-169,-2 2 1,0 5-1,1 2 602,2 4 0,-4 4 1,-1 6-1,-2 3 401,0 5 1,-3 4 0,1 3-1,-4 3-16,-2 0 0,-2-4 0,-1 1 0,-2-1-326,-2-1 0,-1-3 0,-2-1 0,1-5-320,-3-3 1,4-7 0,-3-1 0,0-5-780,2-2 0,2-5 1,2-5-1,2-5-467,3-2 1,1 0 0,3-4 1269,0 0 0,3-4 0,1 0 0</inkml:trace>
  <inkml:trace contextRef="#ctx0" brushRef="#br0" timeOffset="10549">3355 862 7907,'0'-6'96,"-1"-1"0,0 0 346,-1 1 1,-3 2 0,0 2-1,-1 2 85,-3 2 0,1 3 1,-1 3-1,0 3-266,0 2 0,3 0 0,1 1 0,1 0-161,0 2 0,1-1 0,3-2 0,1-2-232,1-3 1,3-1 0,3-3-1,1-2-189,2-1 0,0-2 0,2-4 0,-1-3 0,-1-4 1,2-4 0,-4-1 0,1-1 183,-2 1 0,-2-1 0,2-1 0,-3 2 850,-2 1 1,-1 5-150,1 3 1,-1 7 0,-2 5 0,-1 7-440,-1 3 0,1 4 0,-1 3 0,1 2-679,1 0 0,0-3 0,0 0 0,1-1-421,1-3 1,2-4 0,2-4 0,1-3 974,0-3 0,2-4 0,1-1 0</inkml:trace>
  <inkml:trace contextRef="#ctx0" brushRef="#br0" timeOffset="10550">3506 836 7907,'0'-7'1576,"0"4"1,0 11-1,1 7-1086,1 4 0,-1-1 0,1 0 0,-1 0-333,-1 1 1,1-1 0,0 0-1,1 0-125,0-2 1,-1-5 0,1 1-1,1-2-319,0-2 0,-1-3 0,2-4 0,0-3-206,-1-5 0,2-5 0,1-6 0,0-1 97,-1-3 0,1 1 1,-2-3-1,2 1 276,0 2 0,1 3 0,-1 3 0,1 1 167,0 4 0,-3 7 0,0-1 1,1 5 321,-2 6 1,3 4-1,-4 6 1,-1 2-223,0 2 0,-1 0 1,0 0-1,0 1-473,0-1 1,1-3-1,0-3 1,1-4-97,0-2 0,-1-4 0,1-5-250,3-3 1,-1-5 671,0-5 0,0-3 0,3-1 0</inkml:trace>
  <inkml:trace contextRef="#ctx0" brushRef="#br0" timeOffset="10551">3730 803 8231,'4'-9'1219,"-2"0"0,-1 4-778,2 2 0,-3 9 0,3 2 1,-3 3 134,0 2 1,0-1 0,1 5 0,0-1-386,2-1 0,-1-1 1,-2-1-1,1 0-375,1 0 0,-2-2 1,3-1-1,-3 0-21,0-2 0,0-3 0,0-1 0,-3 1-216,-1-2 0,-2 3 0,-3-2 0,-2 0 94,-2 1 0,2-1 0,0 3 0,0-1 433,1 1 1,1 1 0,3 2 0,1-1 251,3 1 1,2 2-1,0-3 1,3 1-152,4-2 0,0-4 0,4 2 0,1-2-87,0-3 1,-1-4-1,-1-3 1,1-5-856,-1-4 0,0-3 1,1-3-1,-3-2 735,-3-3 0,1 4 0,-2-3 0</inkml:trace>
  <inkml:trace contextRef="#ctx0" brushRef="#br0" timeOffset="11458">1697 1310 7907,'-3'-7'0,"2"3"424,-1-1 0,1 5 1,1 0-1,0 4 241,0 4 0,1 5 1,1 5-1,3 4-391,1 2 1,0 4-1,0 0 1,-1 0-464,-1-1 0,0-6 0,1-3-498,0-3 1,-5-7 428,0-8 0,-5-6 0,-4-5 1,-2-1 159,0-1 0,-2-1 1,-2 2-1,0 0 343,0 1 0,3 6 0,2 1 0,1 2 217,1 2 1,0 5 0,2 3-1,2 2-292,2 4 0,1 0 1,2 3-1,2-1-151,3-2 1,4 0 0,4-2 0,1-3-1188,3-2 0,1-5 0,3-1 0,0-5 475,2-4 1,-2-6-1,0-2 1,0-5 692,-1-2 0,-5 2 0,3-1 0</inkml:trace>
  <inkml:trace contextRef="#ctx0" brushRef="#br0" timeOffset="12363">1868 1421 7907,'-7'5'621,"1"-1"1,-1 2-18,-2 2 0,1 1 1,0 3-1,0 3-83,2 1 1,2 2-1,2 1 1,2-1-316,2-1 0,3-5 0,3-2 1,2-4-356,2-4 0,1-2 0,3-5 0,-1-4 28,0-5 1,-5-4 0,2-4-1,-1-2-244,-3-1 0,-3 1 0,-2 0 0,0 2 278,-1 0 1,-7 5 0,-2 2-1,-2 3 95,-3 4 0,-1 3 1,0 3-1,0 1-177,0 1 0,3 1 0,2 1 0,2 2-310,1 0 1,4 4 0,-1-2 0,2 2-197,2-1 0,2-3 1,3 0-1,1-1 675,1-2 0,3 0 0,-2-1 0</inkml:trace>
  <inkml:trace contextRef="#ctx0" brushRef="#br0" timeOffset="12364">1940 1356 7932,'4'6'118,"-2"1"0,0-1 0,-1 1 1,1 0 713,0 2 0,-1-1 0,1 3 0,0 2-273,-1 1 1,0 1 0,0 4 0,0 0-469,2-1 1,-1-2 0,-2 0 0,0-1 48,0-3 1,0-4-237,3-1 1,-2-5 0,3-6-1,-1-6-3,-2-4 1,3-3 0,-1-4 0,2-2-138,-1 0 0,0-1 1,1 1-1,-1 2 19,1 3 1,1 6 0,1-1 0,-1 3 165,1 2 1,0 4 0,-1 4 0,1 5-8,-1 6 1,0 0 0,-1 7-1,-1 1 169,-1 2 1,0 0 0,-2 3 0,2-2 324,-2-3 0,0 0 0,-1-5 0,2-1-465,0-1 1,0-8-79,-2-1 0,1-13 0,1-7 56,3-2 0,-2-1 0,2-4 0,-1 1-20,0 0 0,2 2 0,-2 2 0,2 5 336,0 2 0,1 6 1,0 0 59,-1 2 0,1 6 0,-1 5 0,-1 6-168,-1 3 0,-2 4 1,3 2-1,-1 2-550,0 2 1,1-2 0,0-1 0,1 0-992,0-2 1,2-3 0,0-4-1,1-5 150,1-4 0,-1-5 1234,2-5 0,-3-2 0,2-6 0</inkml:trace>
  <inkml:trace contextRef="#ctx0" brushRef="#br0" timeOffset="12365">2329 1415 8265,'-1'-7'0,"-1"1"698,-3-1 1,-1 1 0,0-1 0,-1 1 699,1 2 1,-1 1-1004,1 3 1,0 3-1,1 4 1,1 4-1,1 4-205,2 2 1,0 2 0,2 1 0,0-1-390,1-1 1,3-2 0,0-3-1,1 0-203,3-3 1,-1-6-1,2 0 1,1-4-257,-1-4 0,-1-4 0,1-5 301,-1-3 0,0 0 1,-2-2-1,-1 1 1,0 1 547,-2 1 0,2 2 1,-4 2-1,-1 2-40,0 2 0,-1 4 275,0 3 1,-2 3 0,0 4 0,0 2-883,1 2 1,1 2 0,0 0 0,1 0-255,1 0 0,0-3 0,2-1-2355,1-2 3065,1-3 0,1-4 0,-1-4 0</inkml:trace>
  <inkml:trace contextRef="#ctx0" brushRef="#br0" timeOffset="12366">2460 1421 7629,'0'8'2333,"0"1"0,1 2-1960,1 1 1,-1 2 0,1 0-1,-1 3-804,-1-1 1,0-3 0,2-1 430,0-2 0,3-4 0,-1-3 0</inkml:trace>
  <inkml:trace contextRef="#ctx0" brushRef="#br0" timeOffset="13234">2487 1369 7907,'-3'-4'1568,"1"1"391,-2 3-1271,2-3-688,-1 3 0,3-3 0</inkml:trace>
  <inkml:trace contextRef="#ctx0" brushRef="#br0" timeOffset="13235">2565 1369 8694,'0'10'614,"0"-1"0,-2-1 1,0 0-1,1 1-42,0-1 0,0 2 0,0 1 0,-2 1-175,2 2 0,0-1 1,1 2-1,0 1-200,0 1 0,0-2 0,0-1 1,0-1-303,0-2 0,1-6 127,1 2 0,-1-6 0,2-1 0,-1-7-371,0-5 1,1-5 0,-1-5 0,2-2-25,0-2 1,2 2 0,-2 0 0,2 0 269,0 1 0,-1 3 1,1 5-1,0 3 353,1 1 0,-1 6 0,3 0 0,-1 5-68,1 2 0,-3 4 0,1 6 0,0 3-396,-2 2 0,-1 3 0,1 1 0,-1 2 30,-1 0 0,1-2 1,-2 1 183,0-4 0,2 1 0,-1-2 0</inkml:trace>
  <inkml:trace contextRef="#ctx0" brushRef="#br0" timeOffset="13236">2776 1500 12373,'-7'0'0</inkml:trace>
  <inkml:trace contextRef="#ctx0" brushRef="#br0" timeOffset="14157">3210 1343 7907,'-6'-3'314,"-2"0"1,0-2 0,-3 1 100,1 1 0,0 1 0,2 3 0,-2 1-89,0 5 1,2 3-1,-1 6 1,3 2-92,1 3 0,2 1 0,3 4 0,1 1-137,1 0 0,3-5 0,4-4 0,2-3-159,4-5 0,1-5 0,1-3 0,0-3-136,-1-3 1,-4-6 0,2-8 0,-2-2-38,-2-1 0,-3-1 0,-2-1 0,-3 0 126,-2 2 1,0 1-1,0 1 1,-2 3-70,-3 3 1,-3 6 0,-1 2 0,-1 0-196,1 2 1,0 1 0,2 1 0,1 2-592,2 4 1,-1-2 962,3 2 0,2-1 0,4 3 0</inkml:trace>
  <inkml:trace contextRef="#ctx0" brushRef="#br0" timeOffset="14158">3342 1362 7907,'0'13'235,"-1"-2"0,0 4 0,-2-1 296,-1-1 1,3-1 0,-2 0 0,3 2-229,0 0 0,0 1 0,0-2 0,0 2-149,0 0 0,0-3 1,0 3-339,0-4 0,0-2 57,3-4 0,0-6 0,3-6 0,-1-3 43,0-2 0,-1-4 1,3-1-1,-1-1-51,1 1 0,-2-1 0,0-1 0,1 1 134,-1 0 1,0 6 0,2-1 0,-1 2 264,1 1 1,-1 2 0,1 0 29,0 3 1,-3 9 0,0 7 0,-1 5-195,-2 6 0,2 2 0,-1 4 0,0 1-245,-2 1 0,0-3 1,0-1-1,1-4-726,1-4 1,0-4-1,2-6 1,1-3-380,1-3 1,1-7 1249,2-4 0,-2-3 0,3-1 0</inkml:trace>
  <inkml:trace contextRef="#ctx0" brushRef="#br0" timeOffset="15098">3618 1343 9075,'-6'0'404,"2"2"0,-2 0 1,2 3-1,-1 2 45,0 1 1,0 3-1,2 0 1,0 2-22,0 3 1,1-2-1,2 3 1,0-1-754,0-1 0,0-1 0,1-2 0,1-1-578,2-2 1,0-2-1,1-3 1,0-2 157,0-1 0,2-4 0,0-1 0,1-2 745,1-1 0,-2-2 0,-1 1 0,2 0 63,-1 0 0,0 2 0,0 0 0,-1 1 305,1 0 1,-3 3-1,1-2 1,0 2 37,1 0 0,-2-1 1,1 0-1,0 0-32,0 0 0,2-2 0,0 2 0,-1-2-326,1 1 0,-3-1 0,0-1 0,-1-1 43,-2 1 0,0-1 1,-2 1-1,-2 2-78,-3 2 1,-1 1-1,-2 1 1,0 1 475,0 1 1,0 4-1,3 3 1,-1 2 66,1 3 0,0 0 0,1 3 0,3 0-373,1-1 0,1 0 0,1 1 0,2-1-876,4-2 1,0-3 0,4-2-1,1-2-819,0-3 1,2-2-1,0-5 1512,-1-3 0,5-4 0,-5-3 0</inkml:trace>
  <inkml:trace contextRef="#ctx0" brushRef="#br0" timeOffset="15099">4105 1369 7907,'-3'-4'0,"0"1"452,-1 0 0,-2 3 0,2-3 0,0 0 328,0 1 0,-1 0 0,-1 3-287,-1 1 0,3 2 0,-1 3 1,0 2-46,-1 5 1,3 2 0,0 6-1,3 0-271,0 2 1,0-2 0,3 0 0,2 0-324,3-3 1,2-9 0,3-2 0,0-5-101,1-6 0,-1-4 0,-1-9 1,-1-2 37,-2-3 1,-3-1 0,-1-3-1,-3-1 60,-1 1 1,-2 4 0,-1 0 0,-3 3 476,0 3 1,-5 5 0,0-3-1,0 3-544,1 2 1,2 4 0,0 2-580,0 1 1,4 2 0,1 2-322,1 3 1,2 1 0,1 1 0,3 0 1114,3-2 0,-1 1 0,3 0 0</inkml:trace>
  <inkml:trace contextRef="#ctx0" brushRef="#br0" timeOffset="15100">4210 1296 10277,'0'-3'1311,"-3"1"0,3 2 1,-2 3-1,1 3-1025,1 4 0,0 6 0,0 2 0,0 4-713,0 4 1,-1 3 0,0 4 0,-2-2-564,-1 0 0,3-6 0,-2-3 0,3-5-273,0-6 0,3-6 0,1-3 1263,2-1 0,3-7 0,2-1 0</inkml:trace>
  <inkml:trace contextRef="#ctx0" brushRef="#br0" timeOffset="16043">4355 1356 8197,'-1'-4'1063,"-1"2"0,-1 1 0,-4 2 0,0 1-598,1 2 0,-1 5 0,1 1 0,1 1-178,1 0 1,2 0 0,0 2-1,2 1-192,0-1 1,0-2 0,0-1 0,2 0-520,0-2 1,4-3-1,0-2 1,2 0-999,0-1 1,0-2 0,0-2 0,1-3 1421,-1-1 0,2-3 0,0-1 0</inkml:trace>
  <inkml:trace contextRef="#ctx0" brushRef="#br0" timeOffset="16044">4460 1382 7907,'0'7'973,"-3"-1"0,0 1 390,-1-1 1,-2 2-1,3 0 1,-2 4-930,1 3 0,2 4 0,-3 6 1,0 0-470,-1 1 0,2 1 0,0-2 0,-1 0-1462,2-4 0,-3-3 0,4-3 1497,1-4 0,-6 2 0,0-3 0</inkml:trace>
  <inkml:trace contextRef="#ctx0" brushRef="#br0" timeOffset="16045">3520 1783 7907,'-5'-3'0,"1"0"0,-1-2 520,-1 1 1,1 2 0,1-3-1,-1 1 27,-1 0 0,-1 1 0,1 1 1,-1 0-349,1 1 0,-1 3 0,1 2 0,-1 3-89,0 2 1,4 2-1,1 4 1,1 2 17,1 0 0,1-1 0,1-2 0,3 0-386,3-1 1,2-5 0,3 0 0,2-3-74,2-5 0,-1-5 0,4-5 0,-1 0 67,0-2 1,-4 0 0,-1-1 0,-1 2 364,-1 3 0,-3 3 1,1 4-1,-3 3 283,-3 5 0,-3 3 0,-2 8 1,-3 4 309,-3 3 1,-4 1-1,0 0 1,-2-1-252,-2 2 1,0-5 0,-1 0 0,1-4-701,0-2 0,4-7 0,-3 2 1,2-5-488,3-1 1,0-5 0,4 0 0,0-3-478,3-3 0,2-4 0,2-3 1,3-2 1220,3-2 0,3-1 0,2-1 0</inkml:trace>
  <inkml:trace contextRef="#ctx0" brushRef="#br0" timeOffset="16046">3664 1954 7907,'13'0'124,"1"0"0,-1 0 379,0 0 0,0 0 1,0 0-1,-2-2 38,0-3 1,-1-1 0,1 0 0,-4-1-231,-2 1 1,-3-4 0,0 0 0,-2-1-160,0 0 1,-3 2 0,-3-1 0,-2 0 132,0 2 1,-2 3 0,2 2 0,0 0-96,0 4 1,1 3 0,-1 5 0,0 4-365,2 1 0,0 5 0,3 0 0,0 1-645,0 1 1,1-4 0,2 2 0,1-2-882,1-2 1,2-5 0,3-1 1699,2-1 0,1-5 0,3 0 0</inkml:trace>
  <inkml:trace contextRef="#ctx0" brushRef="#br0" timeOffset="17049">3816 1902 7907,'0'-7'2765,"0"1"-2251,0 2 0,0 4 0,0 5 0,0 3-7,0 3 0,0 2 0,0 0 0,0 0-388,0 0 1,0 0 0,0 0 0,0 0-160,0 1 0,0-1 0,0-1 0,0-1-2,0-2 0,0-4-72,0-1 0,0-4 1,0-1-1,0-6 113,3-5 1,-2-3 0,3-4 0,2-2-125,2-1 0,0 2 0,0-1 0,0 2 192,1 1 1,1 4 0,4 1 0,-1 3 60,0 3 1,-2 4 0,-1 2 0,0 4 213,-2 6 0,-1 4 0,-1 2 0,-2 3-1,-2 1 0,-1 0 0,0 1 1,0 0-202,1-1 1,1-2 0,-3-1-1,0-3-2401,0-2 0,0-4 0,3-3 1113,1-1 0,0-6 1148,0-4 0,0-4 0,3 1 0</inkml:trace>
  <inkml:trace contextRef="#ctx0" brushRef="#br0" timeOffset="17050">4158 1816 9263,'-2'5'2939,"-1"-1"-2160,2 1 0,0 2 0,1 1 0,0 2-433,0 2 0,0 1 1,1 4-1,0 2-258,2 0 0,-1-2 1,-2 1-1,0-1-1282,0 0 1,0-1-1,2-3-614,0-2 0,1-5 0,-1-4 1808,3-4 0,0-4 0,2-5 0</inkml:trace>
  <inkml:trace contextRef="#ctx0" brushRef="#br0" timeOffset="17051">4270 1862 8142,'0'-6'2351,"0"2"0,0 3-2093,0 5 1,-3 1 0,-2 5 0,0 1 297,1-1 0,-2 0 0,2 2 0,0-2-119,0 0 0,1-1 0,0-1 0,-1 1 126,0-1 0,3-1 0,-1 0 0,1-1-1151,1 1-305,0-3 0,3-2 0,1-2 0,2 0-1249,1 0 1,-1 0 0,1-2 2141,-1-3 0,4-1 0,0 0 0</inkml:trace>
  <inkml:trace contextRef="#ctx0" brushRef="#br0" timeOffset="17957">4349 1922 9433,'4'-3'882,"0"1"0,-1-1 0,1 2-560,1-1 0,1-4 0,0 2 0,-1-2-23,-1 0 1,-2-2 0,2 0 0,-1-3-304,-2-2 0,0 1 0,-1 1 1,0-2 152,0 2 1,-1 2 0,-1 1 0,-2 2 296,-2 2 0,-1 2 1,-2 1-63,-2 2 0,4 6 1,0 4-1,2 4 374,1 3 1,1 1 0,1 0 0,0 2-454,1 1 1,1-1 0,1 2 0,2-2-896,1-2 1,0-3 0,3 0-1,1-1 86,1-3 1,1-6 0,-2-2-1,1-2 504,1-2 0,1-6 0,3-1 0</inkml:trace>
  <inkml:trace contextRef="#ctx0" brushRef="#br0" timeOffset="17958">4447 1908 9778,'-3'1'1109,"0"1"1,3 0 0,0 1-1,3 1-3224,1 0 1,2-2 2114,0 2 0,4-2 0,0 1 0</inkml:trace>
  <inkml:trace contextRef="#ctx0" brushRef="#br0" timeOffset="17959">4572 1836 7907,'-3'4'0,"0"1"1724,-1 0 1,-2 1-1,3 0-48,-1 1 1,0 0 0,3 1 0,-1 2-1365,0 3 1,1-1-1,-1 7 1,0 0-918,1 3 0,-1 0 0,1-1 0,-2-1 70,2-1 1,0-3 0,2-3 534,1-3 0,-1-4 0,2-6 0</inkml:trace>
  <inkml:trace contextRef="#ctx0" brushRef="#br0" timeOffset="17960">4585 2014 7907,'0'-4'9830,"0"1"-9232,0 3 0,-2-3 0,-2-1 0</inkml:trace>
  <inkml:trace contextRef="#ctx0" brushRef="#br0" timeOffset="19206">4980 1810 8540,'-6'-9'0,"-1"0"188,0 1 1,0 3-1,-1 1 1,-1 1 232,1-1 1,-1 3 0,0 1 0,0 5-272,0 3 0,4 5 0,-1 4 0,1 3 21,2 2 0,1-1 0,1 2 0,2-1-280,4-1 0,1-5 0,1 1 0,2-4-184,2-2 1,-1-6-1,1 0 1,0-5-25,2-2 0,0-4 0,-1-7 0,0-4 140,-1-5 0,-3-3 0,1-3 0,-2-1 246,-3-1 0,1 5 0,-3 2 0,0 4 566,-2 3 1,0 8-1,-2 5 1,-2 6-312,0 6 0,-1 3 0,2 4 0,0 1-473,0 2 1,1 1 0,3 0 0,0-1-427,2 1 0,2-4 0,0-3 1,3 1-984,3-3 1558,-2-2 0,7 4 0,-3-3 0</inkml:trace>
  <inkml:trace contextRef="#ctx0" brushRef="#br0" timeOffset="20354">5158 1829 8540,'-5'7'129,"1"0"1,2 0 0,-2 1 0,1 2 660,-1 3 0,2-3 0,0 4 0,2 1-487,0-1 1,0-2-1,0-2 1,0 0-135,0 0 1,2-2-1,3 1-465,1-2 1,0-3 0,1-3 0,-1-5-86,1-5 1,0-7-1,-1-5 1,1-6 181,-1-4 1,1-3-1,0-2 1,-1 2 174,1 2 0,-3 9 0,0 1 0,1 5 213,-2 5 0,1 6 1,-2 6-1,0 5 358,-1 6 1,0 7 0,-1 1 0,1 2-222,1 0 0,-1 0 1,1 0-1,-1 1-730,1-3 1,1-2 0,3-3 0,-2 0-973,1-2 1,1-6-1,1-1 1376,2-4 0,1-4 0,3 0 0</inkml:trace>
  <inkml:trace contextRef="#ctx0" brushRef="#br0" timeOffset="20450">5349 1711 8487,'-1'-6'892,"-1"2"1,1 4-1,-1 5 1,2 3-252,2 3 0,-1 2 0,3 2 1,0 2-503,-1 0 1,1 2-1,1-2 1,-1 0-314,-1 1 0,-1-3 0,-2-1 0,0-1-126,0-2 1,0-6 0,-1 1 0,-1-1-239,-2-2 0,-4 0 0,-1 1 0,1 2 201,1 2 1,1 2 0,1 3-1,1 0 558,1 0 1,1-2 0,2 0 0,1-3 383,1-2 1,1-2 0,5-5 0,0-2-315,3-3 1,2-4 0,0-6 0,0-2-592,0-3 1,0-1 0,0 0 0,-2 1-2733,-2 2 3032,-2 3 0,0-3 0,-1 2 0</inkml:trace>
  <inkml:trace contextRef="#ctx0" brushRef="#br0" timeOffset="20451">4651 2218 8470,'-3'-7'0,"-1"0"67,-2 1 0,2 2 0,0 3 377,1 2 1,1 7 0,2 4 0,0 3-98,0 2 0,3 1 0,1 1 1,2-1-176,1 0 0,-1-3 0,2 2 0,0 0-392,3-1 1,2-3-1,-1-1 1,1-2-124,0-2 0,-2-3 1,5-3-1,-2-3 4,-1-3 1,-2-6 0,-2-8 0,-1-1 192,-2-1 0,-3 1 0,1 0 1,-1 1 563,-2 3 1,0 3 60,-1 1 1,-2 7 0,0 1-343,0 6 0,1 5 0,1 2 1,0 0-367,0 2 0,0-3 1,1 1-1,1-1-306,3-1 1,-2 1-1,2-3 535,0-2 0,4 2 0,1-2 0</inkml:trace>
  <inkml:trace contextRef="#ctx0" brushRef="#br0" timeOffset="22346">4914 2251 8470,'4'-3'386,"-1"-1"1,-2 1-1,0 4 224,1 5 0,4 3 1,-3 4-1,2 1-215,-1 2 0,-2-2 1,3 3-1,-1 0-147,0 0 1,-1-2 0,-1 2-1,0 0-346,-1-1 0,-1-1 0,-2 0 0,-2-3-755,1-1 1,-4-3-1,1 0 1,-2-3-120,0-3 1,3-2 0,2-3 971,0-3 0,-2-4 0,1-3 0</inkml:trace>
  <inkml:trace contextRef="#ctx0" brushRef="#br0" timeOffset="23285">4980 2382 8165,'10'-4'-279,"-1"-1"0,3 2 0,-1 1 442,1-1 0,-3-3 0,0 2 0,-2-2 713,0 0 1,-4-1 0,0 0-716,-3 1 0,0-1 1,-3 1-1,-1-1-180,-2 1 0,-1 2 0,-1 2 0,-2 1 91,0 1 1,2 1-1,-1 2 1,2 3 12,0 4 0,3 3 0,0 1 0,1 1 99,2 3 1,1 1 0,2 0 0,3-2-423,0-1 1,5 0-1,1-2 1,2-1-456,2-4 0,3-2 1,3-4-1,2-3 693,0-3 0,1-6 0,3-1 0</inkml:trace>
  <inkml:trace contextRef="#ctx0" brushRef="#br0" timeOffset="23286">5388 2244 8412,'-6'-3'-20,"-1"2"1,0-1 0,-1 1 319,-1 1 1,0 0 0,3 1 0,-1 2 364,0 4 0,4 3 0,1 4 0,1 3-732,1 2 0,1-3 0,1 4 0,2-1-469,2 0 1,1-2 0,-1-2 0,1-2-964,-1-2 1,-1-2 1498,-1-4 0,-2-2 0,0-3 0</inkml:trace>
  <inkml:trace contextRef="#ctx0" brushRef="#br0" timeOffset="23287">5316 2362 8599,'-5'-2'0,"2"-1"269,0 0 0,0 1 0,1-1-113,0 0 0,1 3 0,2-3-195,1 0 1,6 2 0,-1-1-1,3 0-428,1 0 0,2 1 0,0-3 0,0 0 198,0 1 1,-2 1 0,-1-2 0,0 1 313,-2 1 0,-1 2 0,-1 0 0,-1 3 54,0 4 0,-3 1 1,1 4-1,1 3 337,0 1 0,0 2 0,2 1 0,0-2-212,0-1 0,0-2 1,3-3-1,0-1-254,0-4 1,0-4 0,-2-2-1,1-5-108,-2-3 0,-4-5 0,0-4 0,-1 0 117,-1-1 0,-5 1 0,-3-2 0,-1 1 18,-3 3 0,2 3 1,-1 3-1,-1 1-106,0 2 1,-1 1 0,2 1 0,3 2-359,0 1 1,4 2 212,-1 1 1,5-1 0,0 1 0,4-1-22,4-1 0,2-3 0,3 0 1,-1 0 303,-2-2 1,1 2-1,3 1 1,-1 1 199,0 1 0,-2 1 0,-1 3 1,0 3 322,-2 3 0,-1 1 1,0 1-1,-1 1 21,1 0 0,-3-2 0,0 6 0,-1-2 102,1 0 1,-2 1-1,0-1 1,-2 0-580,0 0 0,0-1 0,-2-2 1,-3-1-388,-1-2 1,0-2-1,-1-3 29,1-2 1,0-7 0,1-4 0,3-4 48,1-4 0,1-2 1,0-4-1,2 0 124,2 2 1,1 0 0,6 0 0,2-1 270,1 0 0,1 5 1,2 2-1,0 3-525,-1 1 0,-1 6 0,0 0 0,-3 5 177,-1 2 166,-6 4 0,4 8 0,-5 2 0</inkml:trace>
  <inkml:trace contextRef="#ctx0" brushRef="#br0" timeOffset="23288">4691 2632 8675,'-6'1'441,"1"1"0,0 0 0,3 3 0,1 2-230,0 3 0,1 3 1,0 0-1,0 1-363,0 1 0,1 0 1,0 1-1,2 1-73,1-3 1,-3-1-1,1-2 1,-1-2-155,-1-2 1,0-4 182,0-6 0,-3-3 0,-1-7 0,-2-1-23,-1-2 0,2 0 0,-1-4 0,2 0 446,-1 0 0,2 3 0,1 0 1,2 1 134,2 1 1,2 1 0,3 0 0,2 0-108,2 1 0,3 5 0,2 2 0,-2 3 177,0 2 1,-1 2-1,0 1 1,-2 3-181,-2 3 0,-4 3 1,-2 2-1,0 0-200,-1 0 0,-2 0 1,0 0-1,-3-2-176,-1 0 0,-2-3 1,0 1-1,0-2 45,1 0 1,0 0-1,3 1-300,1 1 1,0 0 0,2-3 44,1 1 1,2-1-1,4-2 1,2-1-205,0 0 1,1-2 0,2 1 0,0-1-1431,0 2 1968,1-3 0,2 3 0,1-3 0</inkml:trace>
  <inkml:trace contextRef="#ctx0" brushRef="#br0" timeOffset="23289">4954 2698 8466,'-3'-10'101,"-1"0"1,-2 1 126,-1 1 1,1-1-1,-1 2 1,0 1 181,-2-1 1,1 3-1,-2 2 201,0 2 1,2 1-1,4 3 1,2 3-425,1 3 0,2-1 0,1 3 1,3 2-159,3 0 0,0 0 0,2-1 0,0 0-56,-2 1 0,0-3 1,-1 1-1,0 0-21,-1 0 1,-1 0-1,-1 0 1,-2 0-106,-1-1 1,-1-1 0,0 1 0,0-2-322,0-2 0,-3-2 0,-1-2-475,-2 0 0,-1-1 0,1-5 949,2-1 0,-2-5 0,2-1 0</inkml:trace>
  <inkml:trace contextRef="#ctx0" brushRef="#br0" timeOffset="24301">5013 2876 8466,'-6'3'-36,"1"-3"1,1 2 340,-1-1 1,1-2 0,0-1-1,1-2 101,2-2 0,-2-2 1,1-2-1,0-3-151,2-1 1,0-3-1,2 0 1,1 0-96,0-1 0,2 1 0,2 0 0,1 1 49,1 2 1,0 4-1,-3 2 1,2 3-52,0 3 0,0 1 0,0 3 0,0 2-115,-2 5 1,1 3-1,-1 3 1,1 3-404,0 1 1,-3-1 0,0-2 0,-1 2-940,1 1 0,-3-3 1,2 2-1,-3-3-281,0-5 1580,0-2 0,-3-1 0,0-1 0</inkml:trace>
  <inkml:trace contextRef="#ctx0" brushRef="#br0" timeOffset="24302">5026 2797 8466,'-6'-5'0,"1"2"151,1 0 0,2 0 2173,-3 3-2008,4-2 1,1 0 0,4-2-1,3 2-477,2 0 1,-1 1-1,3 1 1,1-2-935,3 0 1,-1 0-1,3 2 1,0 0 1094,0 0 0,-3 3 0,2 0 0</inkml:trace>
  <inkml:trace contextRef="#ctx0" brushRef="#br0" timeOffset="24303">5401 2895 8451,'-3'7'-247,"0"0"0,1-1 324,-1 1 1,0-1 0,2 1 0,-2-1 96,-1 1 0,2-3 0,-2 0-59,-1-1 1,1-1 0,0-2 0,-1-1-2,-1-1 0,1-2 0,1-5 0,-1-2 48,-1-1 1,-1-1 0,2-1 0,-1 1-10,2 0 1,2 0 0,-2 0 0,1 1 75,2-1 0,0 3 0,1-3 0,0 1 68,0-1 1,4 2 0,2 1 0,2 1-119,3 1 1,0 0-1,2 2 1,1 2-46,1 2 0,-3 1 0,3 1 0,0 1-33,-2 1 1,-1 2 0,-2 5-1,0 3-131,-2 3 0,-1-2 0,-2 3 0,-2-2-180,0 2 0,-1-2 0,-4 2 0,-1-1-62,-3-3 1,-2-1 0,-5 0 0,-1-2-7,1-1 0,-2-3 0,0 0 0,-1-3 190,0-1 1,5-1 0,0 0 0,3 0 322,2 0 0,1 0 0,2 0 172,2 0 0,1-3 1,6 1-1,2-1-74,2 0 0,1 1 1,2 2-1,-1-1-485,-1-1 1,2 1 0,-3-1 0,1 1-563,0 1 0,-1 0 1,2 0-1,-1 0 714,1 0 0,-3 0 0,1 0 0</inkml:trace>
  <inkml:trace contextRef="#ctx0" brushRef="#br0" timeOffset="25371">5651 2941 8337,'-6'3'-13,"-1"2"0,1 0 0,-1-1 1,0-1 204,1 0 0,1-2 0,1 0 0,0-3 57,0-5 0,0-2 0,3-5 1,-1-1-68,0-3 0,2-1 0,2-1 0,1 0 1,0-2 1,4 3 0,2-1-1,1 0-22,-1 2 1,2 4 0,-1 3 0,0 3-13,2 4 0,-2 3 1,0 1-1,-2 3 129,0 4 1,-2 5-1,2 5 1,-2 1-414,-1 2 0,-3-3 0,1 4 0,0 0-472,-1 0 1,-2-1 0,0-1 0,0-1-581,-2-3 1,-2-3 0,-3-2 1186,1 0 0,-7-2 0,-1-1 0</inkml:trace>
  <inkml:trace contextRef="#ctx0" brushRef="#br0" timeOffset="25513">5618 2895 8337,'0'-6'-33,"-2"2"0,1-2 1,-1 2 324,1-2 1,2 2-1,1 0 1,2 1 24,2 2 1,3-1-1,0 1 1,2-2-687,0 2 1,2-2-1,0 0 1,1 0-133,1-3 0,-1 0 0,1-2 0,-1-2 180,-1 0 1,-2 1 0,-3-2-1,0 0 321,-2 1 0,-2 1 435,-2 2 0,-1 4 269,-1 3 1,0 4-1,0 4 1,0 1 56,0 2 0,0 0 0,0 4 0,0 1-291,0 1 0,0 0 0,1 2 0,0 0-376,1 1 1,3-4 0,-2 3-1,-1-1-588,1-2 1,0-3-1,-1-1-385,0-1 0,0-6 0,-3-6 188,-1-5 0,-1-7 0,-4-6 0,0-3 376,1-1 1,-1-1-1,1-1 1,0 1 227,1 2 1,0 3 0,3-2 0,1 2 444,0 2 0,2 4 0,1 1 0,3 1 131,3 3 0,0 3 0,2 2 0,1-1-180,-1 0 1,-1 3 0,1-1 0,-1 1-100,-1 1 1,0 1 0,-3 1-1,0 2-364,-3 2 0,-1 1 1,-1-1-1,0 2-69,0 0 0,-3 0 0,-1 3 0,0-1 277,-1 0 0,2-2 0,-2 1 1,2-2 105,1 0 0,1-3 0,-1 1 0,2-1 0,2 0 1,0 1-1,4-3 1,2-1-107,1 0 1,2-3 0,3-1 0,-1-1-297,0-1 0,0 0 0,-1 1 0,-1 2-269,-2 1 1,-1 1 0,-3 1 50,0 1 0,-3 1 0,-4 4 0,-3 0 105,-3-1 1,0 0 0,-3-1 0,-1-1 318,-1 2 0,1-3 0,0 2 0,2 0 700,1 1 0,0-2 0,3 0 0,2 1 40,1 1 0,3 3 0,0 0 1,0-1-212,3-1 1,1 1-1,5 0 1,1-3-771,0 1 1,3-3 0,-3-1-1,1-1-589,0-1 1,0-3 0,1-2 0,0-3 157,-1-3 0,-2-1 1,1-1-1,-1-1 708,-1-2 0,-3 2 0,-2-1 0,-1 1 0,0 1 0,0 0 0,-2 1 0,-3 3 169,-1 2 0,-2 4 0,0-1 464,-1 2 0,3 0 0,0 4 0,1 3 298,2 0 1,0 2 0,2 0 0,1 0-313,2 2 0,2 0 0,1 3 0,-1 3-31,1 1 1,-1 1 0,0 3 0,-1 0-179,0 2 1,-4 2 0,1 1-1,-1 0-441,-1-1 1,-3-5 0,-1 0 0,-3-3-708,-2-3 0,1-6 0,-4-5 0,-1-1-1738,2-1 0,-2-4 2476,-2-2 0,1-7 0,-2-3 0</inkml:trace>
  <inkml:trace contextRef="#ctx0" brushRef="#br1" timeOffset="25514">6191 3007 20196,'-3'7'0,"-1"0"925,1 2 0,-2-4 0,2 1-134,-1-3 1,3 0-1064,-2 0 0,3-3 0,0 0-678,3-1 0,0-4 0,3 0 898,-2 0 1,2-2 0,-2 0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07:52.610"/>
    </inkml:context>
    <inkml:brush xml:id="br0">
      <inkml:brushProperty name="width" value="0.06" units="cm"/>
      <inkml:brushProperty name="height" value="0.06" units="cm"/>
    </inkml:brush>
  </inkml:definitions>
  <inkml:trace contextRef="#ctx0" brushRef="#br0">147 101 7717,'-5'-7'66,"1"-1"1,0 1 251,0 0 1,-2-1 0,-3 1 0,-1 1 64,1 1 0,1 1 0,2 5 0,0 2-169,1 5 0,3 7 1,0 9-1,1 5-52,1 4 0,3 1 0,0 2 0,1-2-54,2-2 0,1-4 0,1-2 1,0-1-50,-1-1 1,-4-6 0,1-3 0,-1 0-57,-1-2 0,-4-6 1,-3 0 13,-2-3 0,-1-2 0,-2-2 0,-1-1 0,-1-1-726,-1-3 1,4-2 0,0-1-178,0-1 1,2-2-1,0-2 1,0 2 885,2 0 0,2-5 0,3 0 0</inkml:trace>
  <inkml:trace contextRef="#ctx0" brushRef="#br0" timeOffset="299">220 284 7717,'10'0'0,"0"0"306,-1 0 1,1-2 0,0 0 0,0-1 242,0 0 1,-1 1-1,3-3 1,-2-3-345,-1-1 0,0-4 0,-3 1 0,0-3-75,-1-2 1,-4 1 0,1-3 0,-4 2 84,-3 3 1,-2 3 0,-2 4 0,-1 2 129,-2 3 1,0 2-1,-2 2 1,1 5-26,1 4 1,0 1 0,0 6-203,2 0 0,2 1 0,2 3 0,0-1 0,2 0-273,1-2 0,0 1 1,4 0-1,1-1-921,3-2 0,5-4 1,2 2-1,3-5-25,2-5 1,-1-2-1,4-3 1,0-4 1100,2-3 0,0-4 0,0-6 0,-4 1 0,0-2 0</inkml:trace>
  <inkml:trace contextRef="#ctx0" brushRef="#br0" timeOffset="463">470 145 7717,'0'-16'163,"-1"2"1,-1 2 333,0 4 1,-4-1-1,0 3 1,-2 1 45,-2 3 1,1 2 0,1 2 0,1 3-33,0 1 0,2 6 0,1 2 1,0 6-286,-1 4 1,4-1 0,-2 3 0,3 0-676,0 1 1,2-3 0,1 2 0,1-1-375,2-4 0,3 0 0,1-5 1,0-2 372,0-3 0,1-6 0,2-3 0,-1-2-1590,1-2 2040,-2-3 0,-1-8 0,-2-3 0</inkml:trace>
  <inkml:trace contextRef="#ctx0" brushRef="#br0" timeOffset="729">550 189 7717,'0'-16'160,"0"2"0,0 3 418,0 2 1,-1 4-115,-1 2 0,1 3 1,-1 3-1,1 5-246,1 3 1,0 3 0,1 1 0,1-1-370,3 1 1,2 0-1,0-1 1,1 1-104,2 0 1,-1-4 0,2-1-1,1-2 19,-1-1 0,-1-2 0,1-3 1,0-2-67,-2-2 0,-1-3 0,-1-6 0,0-3 393,-2-2 1,0-2 0,-2 2 0,-1-1 450,-2 0 0,0 5-280,0 2 0,0 7 1,0 5-224,0 4 1,0 6 0,0 0 0,0 0-634,0 0 0,0-3 0,0 1 1,1-2-482,2-1 0,-2-2 1074,4 0 0,-3-3 0,1 1 0</inkml:trace>
  <inkml:trace contextRef="#ctx0" brushRef="#br0" timeOffset="996">770 123 7457,'1'-6'-23,"2"1"1,-2-1 651,4 3 0,-3 5 1,1 5-1,-1 3 11,1 4 1,2 0 0,-2 5 0,0-1-244,1 1 0,0-3 1,-1 2-1,-1 0-12,2-1 1,-4 0 0,3-3 0,-2-2-5,-1-2-491,0-2 1,0-7 0,0-5 0,0-5 32,0-5 0,0-3 1,0-4-1,1-2-109,1-3 0,0 3 0,2-2 0,0 2-94,0 1 0,-2 4 0,3 1 0,1 2-426,0 3 1,-1 1 0,0 5 0,1 1-147,0 2 0,2 2 0,-1 2 0,0 2 852,1 2 0,-1 1 0,0 5 0,1 0 0</inkml:trace>
  <inkml:trace contextRef="#ctx0" brushRef="#br0" timeOffset="1246">976 152 7717,'3'8'144,"-2"-1"1,2 0 760,0 1 0,-1-3 1,3-1-271,1-1 0,1-1 1,2-5-1,1-3-334,-1-3 0,0-3 0,0-4 0,1-2-256,2-1 1,-3 0 0,0-2-1,-1 3-154,-3 0 1,0 8-1,-2-2 286,-2 3 0,-3 5 0,-4 3 1,-2 5-99,-2 6 1,-3 7 0,2 4 0,-1 4 472,-1 4 0,4-2 1,-1 6-1,0-1-279,0 0 1,4-3 0,3-3 0,2-1-696,1-4 0,0-3 1,1-7-1,3-4-1296,3-3 1,1-4-1,4 0 1,1-4-2050,1-3 3767,1 0 0,3-10 0,0 1 0</inkml:trace>
  <inkml:trace contextRef="#ctx0" brushRef="#br0" timeOffset="1346">1203 182 7717,'4'1'922,"-1"1"640,-2 3 0,-1 1-1577,3 2 1,-2-3 0,1 0-809,-1 0 1,0-2 822,1 0 0,-1 1 0,2 0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07:42.712"/>
    </inkml:context>
    <inkml:brush xml:id="br0">
      <inkml:brushProperty name="width" value="0.06" units="cm"/>
      <inkml:brushProperty name="height" value="0.06" units="cm"/>
    </inkml:brush>
  </inkml:definitions>
  <inkml:trace contextRef="#ctx0" brushRef="#br0">828 1827 8026,'0'-8'0,"0"1"414,0 0 0,1 2 1,1 3 1,-1 2 0,1 3 0,-1 5 195,-1 3 0,0 4 1,0 3-1,0 4-425,0 4 1,0 0 0,0 1 0,0 0-262,0 2 0,0 1 0,0 0 0,0 0-422,0-1 1,0-6-1,0 0 1,0-2-820,0-3 1,0-5-1,0-3 1316,0-2 0,0-4 0,0-1 0</inkml:trace>
  <inkml:trace contextRef="#ctx0" brushRef="#br0" timeOffset="349">711 2113 7798,'0'-5'975,"0"0"0,0 4-541,0 1 1,0 4-1,0 6 1,0 3-186,3 3 1,-2 4 0,4 3 0,2 3-142,2 0 0,-1 0 1,2 1-1,-1-3 42,1-1 0,-2-3 0,4-2 0,-1-4-171,1-5 1,-3-4-1,3-5 1,-1-2-155,1-2 0,-3-5 1,1-8-1,1-1-239,1-4 0,0 0 1,1-6-1,1-2-180,-1-1 1,0 0-1,-1 2 1,-2 1 593,-2 2 0,-1 4 0,0-4 0</inkml:trace>
  <inkml:trace contextRef="#ctx0" brushRef="#br0" timeOffset="1033">395 15 7758,'0'-5'1120,"0"0"0,-1 3-714,-1 0 0,-2 5 1,-4 5-1,-2 7-213,-2 6 0,-5 7 1,-3 8-1,-2 7-67,-2 6 1,-3 3 0,-1 3-1,1-6-346,3-4 1,6-12 0,5-3-1,1-8-669,3-8 1,5-9-1,4-5-384,4-4 1,3-8 1272,0-3 0,4-4 0,0 0 0</inkml:trace>
  <inkml:trace contextRef="#ctx0" brushRef="#br0" timeOffset="1215">424 22 8603,'0'8'177,"0"2"1,0-1 0,0 3 0,0 2-22,0 2 0,0 6 1,-2 5-1,0 2 815,0 3 1,1-1-1,0 2 1,0-1-1294,-2-1 1,1-5 0,1 1 0,-1-5-341,0-3 0,-3-7 0,2 2 0,-1-3 662,-2-5 0,-1-2 0,0-4 0</inkml:trace>
  <inkml:trace contextRef="#ctx0" brushRef="#br0" timeOffset="1366">219 389 10517,'-4'-4'1341,"2"3"-924,4-4 0,5 3 0,6-3 0,1 1-547,3 0 1,5 3 0,3-3-1,1 1-405,2-2 1,0 1 534,1-1 0,-2 0 0,-2-2 0</inkml:trace>
  <inkml:trace contextRef="#ctx0" brushRef="#br0" timeOffset="1699">740 81 7784,'-11'-4'187,"1"-1"1,1 0 0,0-1 0,-2 2 418,0 1 0,-1 0 1,0 3-1,2 0-172,-1 0 0,5 6 1,0 2-1,2 4-359,2 3 0,1 1 0,2 5 0,2 1 87,5 1 1,0-2 0,4 3 0,0 0-313,0 0 1,1-3 0,-3 1 0,0-2 120,-2-1 0,0 0 1,-5-3-1,-2 2 68,-3 1 1,-3-3-1,-5 1 1,-2-2 135,-2-3 0,0-2 1,-1-5-327,0 0 0,1-3 1,0-1-1,1-2 0,4-4-1359,1-2 1,3-1-1,3-1 406,1 0 1,4-4 1103,2 4 0,5-8 0,2 2 0</inkml:trace>
  <inkml:trace contextRef="#ctx0" brushRef="#br0" timeOffset="1932">879 73 8712,'-7'0'2354,"2"0"-2024,0 0 1,4 1-1,-2 2 1,2 6 8,1 4 1,0 4 0,1 4 0,2 3-213,1 1 0,3 0 1,0 3-41,1-1 0,-2 5 0,-1-4 0,-3-2 0,-1-1 13,-1-1 1,-3-6 0,-3 1 0,-3-2-315,-3-3 1,-2-2 0,0-3 0,-1-3-461,0-4 0,1-1 0,0-1-607,2 0 1,-1-4-1,4-4 1281,0-3 0,3-3 0,-5-1 0</inkml:trace>
  <inkml:trace contextRef="#ctx0" brushRef="#br0" timeOffset="2582">1041 169 7795,'-8'-4'0,"1"0"625,0 1 1,-1 2 0,2 0-85,1 2 0,2 2 0,3 4-417,0 4 1,0 3-1,0 3 1,0 3-1,3 3-42,2 1 0,2 4 0,2-2 0,3 1-134,1 0 1,-2-4 0,4-1 0,-1-5-614,3-4 0,-4-6 0,1-4 394,0-3 0,-2-9 0,-1-7 1,0-6-1,-2-6 5,-1-6 0,-2 0 0,0-5 0,-2 1 63,-1 2 1,1 5-1,-3 4 1,2 6 774,-2 7 0,-2 8 1,-3 7-1,0 6-304,-1 7 0,1 4 1,-1 5-1,2 0-42,2 2 0,0-1 1,1-2-1,0 0-480,0-3 1,0-1-1,0-4 119,0-2 1,3-1 0,2-5 0,1-1 134,2-2 0,-1-6 0,0-1 0</inkml:trace>
  <inkml:trace contextRef="#ctx0" brushRef="#br0" timeOffset="3049">1305 125 8125,'0'7'446,"0"0"1,-3 1 0,1-1 0,0 1-156,1 2 0,-1 1 0,0 5 0,0 0 135,1 1 0,1 4 1,0-3-1,0 2-313,0 0 0,0-2 0,1 2 0,1-3-317,0-2 0,0-2 41,-2-1 0,1-6 0,1-2 1,0-5-48,0-4 0,1-7 0,0-4 0,2-3 26,0-3 0,-1-4 1,1-3 139,1 0 0,1 3 0,2 1 0,0 3 0,-1 3 41,0 1 0,-4 6 0,3 3 0,0 4 171,-1 2 0,-1 11 1,-1 5-1,-1 5 66,-1 5 0,1 2 0,0 4 0,-2-1 87,0-2 1,-1-2 0,0 1-1,0-3-178,0 0 0,-2-5 0,-1-3-256,2-3 0,0-5 0,1-6 1,1-6-17,1-5 1,0-3 0,3-7 0,1-4-258,3-3 0,-1 1 0,3-5 188,-1 2 1,-1 1-1,3 2 1,-2 4 408,-1 2 1,2 5 0,-1 6 0,-1 6 116,-1 5 0,-4 6 0,-2 6 0,-1 4-196,-1 2 1,0 6 0,0 1-1,0 0-265,0-2 0,0 0 1,0 0-1,0 0-1184,0 0 1,0-7 0,0-3-1068,0-3 2384,3-5 0,2-2 0,2-4 0</inkml:trace>
  <inkml:trace contextRef="#ctx0" brushRef="#br0" timeOffset="3298">1672 264 7668,'6'-4'77,"-3"1"0,6 3 0,0 0 583,-1 0 1,1-1 0,-2-2 0,1-1-91,2 0 1,-2-3 0,2 0-1,-2-2-391,-1 1 1,-3-4-1,0 0 1,-2-3-313,0-2 1,0 4-1,-4-1 1,-4 2 122,-3 1 0,0 5 0,-3 1 159,-1 3 0,0 9 1,0 3-1,1 6 1,1 4 63,-1 4 1,6 3 0,-1 3 0,3 0 56,3-1 1,0-2 0,2 1 0,4-3-95,5-3 0,6-7 0,4-2 0,2-4-1568,2-5 1,0-9-1,2-5 1392,-1-6 0,3-3 0,-2-3 0</inkml:trace>
  <inkml:trace contextRef="#ctx0" brushRef="#br0" timeOffset="4097">124 814 7846,'0'-7'301,"0"2"16,0 0 1,-4 0-1,0-1 1,-3 1 259,0 2 0,-1 3 0,1 0 0,0 3-123,-1 2 0,1 5 1,0 5-421,-1 4 0,1 3 0,1 2 0,1 3 16,2 2 1,2 0-1,2 0 1,2 0 0,2-2-610,4-3 1,4-7-1,3-3 1,2-3-878,0-5 1,2-3 0,1-6 1170,-1-4 1,0-7 0,-3-6 0,0-5 264,-2-4 0,-3-3 0,-3-3 0,-1 2 0,-1 1 0,-2 3 0,-2 4 227,-3 5 0,-4 10 0,-2 8 0,-3 8 440,0 5 1,0 7-1,2 3 1,0 4-3,-1 1 0,4-1 0,2 2-399,1-2 0,2 3 0,2-7 0,4-3-181,2-1 0,6-3 0,1-6 1,1-4-1,1-4-399,1-5 1,-2-7-1,1-8 70,-2-4 1,-3-1 0,-7-3 0,-1 0 0,-2 0 106,-3 3 1,-4 4-1,-2 3 1,-4 2 313,-1 5 1,-2 2 0,-3 2-265,1 2 1,-2 2 0,4 3-1,0 1 1,2 1-40,2 3 1,3 2-1,2 0 1,1 1-466,1 2 0,5-2 0,2 2 591,1-2 0,5 3 0,0 0 0</inkml:trace>
  <inkml:trace contextRef="#ctx0" brushRef="#br0" timeOffset="4431">424 822 8508,'-4'7'413,"2"0"0,1 5 0,1 1 0,0 5-117,0 4 1,0 0 0,1 5-1,1 2-47,0-1 0,3-4 0,-2 0 1,0-4-311,1-3 1,1-7 0,-2-4-137,1-1 1,-2-6 0,1-5 0,-1-3 19,1-3 1,2-5 0,-2-4 0,1-2-37,2-4 0,-2-2 0,1 0 115,0 0 1,2 1 0,0 3-1,1 3 1,-1 4 182,0 5 1,1 2 0,-1 7 100,0 4 1,-2 6 0,-1 8 0,-1 2-22,-1 3 1,1 6 0,0 2-1,-2 1 129,0 2 0,-1-1 0,0-1 0,0 0-585,0-1 0,0-5 1,0 0-1342,0-3 1,1-2 1631,1-10 0,3-8 0,2-7 0</inkml:trace>
  <inkml:trace contextRef="#ctx0" brushRef="#br0" timeOffset="4797">645 822 10149,'0'10'530,"0"2"1,2 3 0,0 2-281,0 3 0,-1 2 0,-1 2 0,0 3-176,0 2 1,1-3 0,0-2 0,2-1-71,-2-1 1,0-7 0,-1-2 11,0-4 1,0-7 0,0-4-418,0-7 0,3-8 0,0-5 0,0-5-1,0-1 0,3-3 1,-2-2-1,1-1 105,0 2 0,0 1 0,2 3 1,1 3 424,-1 3 0,0 8 0,1 2 60,-1 6 0,-2 6 0,-1 5 0,-1 4 177,-1 4 1,1 1 0,-1 3 0,1 1-36,0 4 1,-2-2-1,1 4 1,0 0-580,1 1 0,-2-4 0,3 2 0,-1 0-431,-1-2 0,2-3 0,0-4 0,1-2-481,0-2 0,-3-5 1161,3-3 0,0-1 0,3-1 0</inkml:trace>
  <inkml:trace contextRef="#ctx0" brushRef="#br0" timeOffset="5097">872 895 7791,'3'7'488,"-1"0"0,3-2 1,0 0-54,2-2 1,0-1 0,1-2 0,1 0-328,1 0 1,2-3 0,-1-2 0,0-2-114,2-3 0,-1-1 0,-1-4 1,0 0-95,-2 1 1,-3-1-1,-2 1 1,-1 1 101,-1 1 1,-5 3 0,-2 0 0,-2 3 286,-3 4 0,-1 2 0,-4 2 0,0 4-8,1 3 1,1 2 0,2 4 0,0 0 116,-1 2 0,3 2 0,0 4-464,4 2 0,-1 0 1,3 2-1,3 0 1,1-2-899,4-2 0,2-3 1,3-4-1,2-5-350,2-4 1,2-5-1,0-2 1313,1-4 0,4-9 0,-3-3 0</inkml:trace>
  <inkml:trace contextRef="#ctx0" brushRef="#br0" timeOffset="5281">1143 807 7791,'-10'0'977,"-2"0"1,0 1-529,0 1 0,0 0 0,-2 3 1,1 1 285,1 3 1,3 0-1,0 3 1,2 3-383,2 4 0,4 0 1,-2 6-1,4-2-520,4 2 0,1-2 1,6 1-1,1-2-648,1-2 0,1-7 0,1-5 366,2-2 1,1-1 0,-1-6 0,-1-4-1,0-5 449,0-3 0,-4-8 0,5-2 0</inkml:trace>
  <inkml:trace contextRef="#ctx0" brushRef="#br0" timeOffset="5431">1290 741 7791,'-1'-7'-53,"-1"-1"0,0 4 1054,-3 2 0,4 5 0,-2 5 0,2 5-494,1 3 1,0 6-1,0-1 1,0 3-696,0 2 0,0 0 0,0 1 1,1 3-354,2 0 1,-3-4 0,3 2-1,-2-4-894,-1-3 1435,0-7 0,0 3 0,0-5 0</inkml:trace>
  <inkml:trace contextRef="#ctx0" brushRef="#br0" timeOffset="5547">1224 924 7791,'4'-5'-564,"-1"0"1078,1 0 0,-3 2 0,4-1 1,1 2-189,0-1 1,2 1 0,-1 2 0,1 0-717,2 0 1,-1-3-1,2 1 390,0 0 0,5-2 0,0 0 0</inkml:trace>
  <inkml:trace contextRef="#ctx0" brushRef="#br0" timeOffset="5697">1393 844 7791,'4'4'-128,"-2"1"1,-1 1 690,-1 1 0,0 1 1,0 1-1,0 1-100,0 2 1,0 1 0,0 4 0,0 2-392,0 3 0,0-1 0,0-2 1,0-2-1840,0-1 0,1-5 1767,1-4 0,2-6 0,4-5 0</inkml:trace>
  <inkml:trace contextRef="#ctx0" brushRef="#br0" timeOffset="6014">1444 829 7767,'-5'0'691,"0"0"0,4 1-1240,-2 1 0,2 0 0,2 2 1,2 0 299,2 0 0,1-2 0,1 0 1,1-1 248,-1-1 0,0-1 0,1-1 0,-1 0 112,0 0 0,1-1 323,-1 1 1,-2-1 0,-1 4 0,-1 1 0,-1 3 827,-1 2 1,1 4 0,1 3 0,-1 3-757,1 2 1,-1 1-1,3 3 1,1 0-444,3-2 1,0-4 0,4-3 0,0-3-341,1-3 0,-2-5 0,-1-3 0,0-5-44,-2-7 1,-1-2 0,-2-7 0,-1-2-247,-2 0 0,-6 1 0,-2 2 0,-1 1-72,-1 1 1,-4 4-1,0 5 1,-2 1 170,1 0 1,3 4 0,-1 2-1,2 0 467,1 0 0,3 1 0,1-2 0,3 3 0</inkml:trace>
  <inkml:trace contextRef="#ctx0" brushRef="#br0" timeOffset="6314">1686 800 7791,'3'4'-189,"-1"0"0,2-2 1089,-1 3 0,2-1 0,-1 1 8,0 1 1,-3 0 0,3 2-1,-2 1-599,0 1 0,1 4 0,-3 0 0,0 3-322,0 2 1,0-1 0,0 2 0,0-2-7,0 0 0,0-6 0,-1 0-198,-1-6 1,1-4 0,-2-5-1,3-5-244,0-6 1,0-7 0,0-5 0,2-2 286,0-1 1,4 4 0,-1-4 0,2 3 52,0 2 1,0 7 0,1 3 0,0 3 455,1 2 0,3 5 0,3 5 1,-1 6 463,1 7 0,0 5 0,-1 5 0,1 4-843,0 3 0,-4 0 0,-1 2 1,-3 0-657,-2-2 0,1-4 0,-4-4 1,0-6 210,-1-4 489,-5-8 0,-3 2 0,-4-3 0</inkml:trace>
  <inkml:trace contextRef="#ctx0" brushRef="#br0" timeOffset="6831">153 1416 7763,'0'-15'-539,"0"0"0,0 2 635,0 0 0,0 3 0,0 2 0,-1 1 296,-1 0 0,-3 3 0,-4 1-73,-1 2 1,-2 2 0,1 2 0,0 5 0,-1 4 258,0 4 1,-2 4-1,3 4 1,0 1-85,1 1 1,2-2-1,3 2-318,0 0 1,3 1 0,1-3 0,2 0 0,5-2-367,3 0 0,3-2 1,5-2-1,3-3-1079,1-3 1,1-4 0,0-3 761,0-3 1,-1-5 0,0-6 0,0-6-1,-1-7 507,-2-4 0,-2-1 0,-1-2 0</inkml:trace>
  <inkml:trace contextRef="#ctx0" brushRef="#br0" timeOffset="7147">270 1313 7763,'0'-7'113,"0"-1"1,-2 1 310,0 0 0,-1 3-162,3 4 0,0 8 0,0 6 1,1 6 58,1 4 1,2-1 0,4 4 0,-1 1-183,0 0 1,1 0-1,-2 0 1,0 0-51,-1 0 1,0-3-1,2 1 1,0-2 127,-2 0 0,0-7 0,-2 0-509,-2-6 1,3-7 0,-2-4 142,0-7 0,1-7 0,-1-5 1,1-3 63,0-3 0,-1 2 1,3-1-1,-1 1-61,1 1 1,1 3 0,-2 2 110,0 2 1,3 7 0,-2 4-1,0 5-25,0 6 1,1 7-1,-3 6 1,0 1-128,1 1 1,1 0-1,0 0 1,1-1-293,-1-1 0,1-2 0,0-5 1,2-3-231,2-2 0,0-7 709,-3-1 0,4-6 0,0-6 0</inkml:trace>
  <inkml:trace contextRef="#ctx0" brushRef="#br0" timeOffset="7430">564 1438 7763,'0'-14'0,"0"2"0,-3 4 0,-2 6 0,-2 2 325,0 2 1,0 6 0,-1 4 0,1 3 510,0 2 1,2-1 0,2 4-1,1 0-629,-1 1 1,1-1-1,3-2 1,0-1-67,2-1 1,3-5 0,1 3 0,3-3-111,1-5 0,1-2 0,3-4 0,0-4-949,-1-3 1,1-4 0,-1-6-1,-1-4 431,-1-2 1,-2-2 0,0-3 629,-1 1 0,-1 1 1,-6 5-1,1 3 0,-1 3-110,0 3 1,1 7 0,-3 5 290,0 5 1,-3 5 0,1 4 0,0 3-1,2 2-138,0 1 0,0-2 0,3 0 1,1-1-1333,0 0 0,2-2-1208,-1-3 2354,5 0 0,2 0 0,2-2 0</inkml:trace>
  <inkml:trace contextRef="#ctx0" brushRef="#br0" timeOffset="7746">784 1416 8951,'0'7'1117,"0"4"0,0 1 0,0 2-835,0 0 0,0 2 1,0 0-1,0 1-269,0 0 1,2-2-1,2-1 1,-1-2 119,0-2 1,0-5-1,0-3-600,2-1 0,-2-7 0,0-4 0,0-3 126,-1-2 0,3-3 0,-2-1 1,1 0 343,-1-1 1,3 4 0,-2-1 164,0 1 0,1 5 0,-1 1 0,0 3-32,1 2 0,0 5 1,-1 7-1,0 4 62,0 6 1,-3 2 0,3 2 0,-2 2-418,1 0 0,1-3 1,-1-1-1,-1-1-817,2-2 1,-3-3 0,4-2-1081,1-3 2116,-3-3 0,4-8 0,-3-1 0</inkml:trace>
  <inkml:trace contextRef="#ctx0" brushRef="#br0" timeOffset="8080">975 1372 7763,'4'-8'732,"0"4"-119,-2 2 0,-1 4 1,2 4-1,-3 4-171,0 4 0,0 4 0,0 4 0,1 0-224,2 0 1,-3 0-1,3 0 1,-2 0-182,-1 0 1,0-3-1,2-3 1,1-2-344,-2-5 1,3-2 121,1-5 0,-2-6-1,1-8 1,-2-2 22,1-1 0,0-2 1,-2-3-1,3-1 118,0-1 0,-2 0 1,3 1-1,0 0 134,-1 2 1,3 2 0,-3 0 0,3 3 57,0 1 0,2 4 0,-1 4 0,2 3-142,-1 4 0,-2 6 1,-2 6-1,2 5-81,-1 2 0,-3 4 0,1-1 0,0 0-821,0-1 1,-2-4-1,0 0 20,-1-1 0,1-2 1,2-4 875,0-5 0,4-3 0,3-4 0</inkml:trace>
  <inkml:trace contextRef="#ctx0" brushRef="#br0" timeOffset="8298">1261 1504 7763,'10'-3'147,"-2"2"1,2-2-1,-1 2 388,1-2 1,-2-1 0,2-3 0,-2-1-125,-1-2 1,1-2-1,-2-2 1,0-2-229,-1-1 1,-3 1-1,0-3 1,-1 1 83,-1 2 0,-3 1 0,-2 3-179,-2 2 0,-3 5 1,1 3-1,0 3 1,0 4-31,2 4 0,0 8 1,0 3-1,2 4 85,0 3 0,3-1 1,0 1-1,1-1-162,1 1 1,1-2-1,1-4 1,3-1-693,1 0 1,3-7-1,0-2 1,1-3-1261,2-3 1,-3-7 1970,4 0 0,-1-7 0,2-3 0</inkml:trace>
  <inkml:trace contextRef="#ctx0" brushRef="#br0" timeOffset="8479">1466 1240 8318,'-4'5'3747,"1"0"-3264,0 3 0,2 1 1,-2 5-1,2 4 347,1 5 1,1 4 0,1 10 0,1 5-837,1 2 0,1-6 0,2 2-617,1-3 0,-1-1 0,0-7 0,0-4 0,-1-7-971,-1-5 0,-1-9 1594,1-4 0,4-6 0,-1-6 0</inkml:trace>
  <inkml:trace contextRef="#ctx0" brushRef="#br0" timeOffset="8999">1804 1394 7717,'4'-4'372,"-1"4"1,-3-2-1,0 6 1,0 4 0,0 4-300,0 3 0,0 3 0,0 5 0,0 1-132,0 0 0,1 1 0,1-2 0,2-1-965,0-3 0,3-6 1024,-2-3 0,1-5 0,2-2 0</inkml:trace>
  <inkml:trace contextRef="#ctx0" brushRef="#br0" timeOffset="9145">1899 1291 7717,'-3'-4'1297,"1"0"-601,-3 1-1116,0 3 0,2-4-174,3 4 0,4 1 1,5 2-1,2 1 594,0 0 0,1 2 0,3-2 0</inkml:trace>
  <inkml:trace contextRef="#ctx0" brushRef="#br0" timeOffset="9329">2038 1269 7717,'-4'7'398,"-1"-2"1,1 0-1,1 2 2,0 2 0,0 0 0,4 5 0,2 3 38,1 4 0,4 0 0,1 5 0,1 0-162,-1 0 0,0-2 0,-1 0 0,-1-1-133,-1-1 1,-2-2-1,-3-2 1,-2 0-10,-4-1 1,-2-2 0,-3-1 0,-2-2-725,-2-2 1,-1-3 0,1-2 0,0-2-523,0-3 1,3-3-1,-3-2 1112,3-4 0,1-6 0,3-4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07:55.658"/>
    </inkml:context>
    <inkml:brush xml:id="br0">
      <inkml:brushProperty name="width" value="0.06" units="cm"/>
      <inkml:brushProperty name="height" value="0.06" units="cm"/>
    </inkml:brush>
  </inkml:definitions>
  <inkml:trace contextRef="#ctx0" brushRef="#br0">113 14 7569,'-1'-5'-130,"-1"0"551,1 3 0,-2 0-181,3 4 0,0 3 1,0 4-65,0 3 0,0 3 0,-1 9 0,-1 3 0,-1 6 1,-1 7 1,-4 7-1,-2 6 1,-1 4-86,1 0 0,-3-10 0,1 2 0,1-8 107,1-8 1,4-14-259,1-9 0,6-10 0,0-4 0,2-4-294,3-4 1,1 0-1,2-3 1,2-3 143,0-2 0,-1-1 1,2 1 140,-2 0 0,6-6 1,-2 4-1,2 0 0,-1 1-44,0 2 1,0 5 0,-2 2 0,0 4 449,0 3 1,-7 4-1,2 5 1,-3 6-59,-1 3 0,0 3 1,-4 0-1,0 2-373,0 1 1,0-5 0,0 0 0,0 0-797,0 0 0,0-5 386,3-2 503,1-4 0,3-3 0,1-4 0</inkml:trace>
  <inkml:trace contextRef="#ctx0" brushRef="#br0" timeOffset="165">392 219 8024,'-1'8'0,"-2"0"352,-2 2 0,2-1 0,0 4 1,1 1-90,-1 3 1,0 0-1,1 0 1,0 1-430,0 0 0,1-1 0,1-1 0,0-2-1300,0-2 1,1-6 1465,2-1 0,1-7 0,3-2 0</inkml:trace>
  <inkml:trace contextRef="#ctx0" brushRef="#br0" timeOffset="298">399 102 7298,'-1'-7'-895,"-1"3"2988,-3 1-2170,2 2 1,-1 2-1,4 2 330,0 1-253,4 3 0,0 0 0,3 1 0</inkml:trace>
  <inkml:trace contextRef="#ctx0" brushRef="#br0" timeOffset="616">487 175 7820,'0'8'87,"0"0"0,0 1 0,-1 1 428,-1 2 1,1-2 0,-2 2 0,3 2-98,0 2 0,0 0 1,0 3-1,0 0-315,0-1 1,0-1 0,0-1-1,0-3-206,0-3 1,0-2-67,0-1 1,0-3 0,0-5 0,0-6-36,3-4 0,0-7 0,3-3 0,-1-5-39,0-2 0,3 0 0,1-3 0,1 3 284,-1 1 0,-1 6 0,-1 2 1,0 4 234,1 5 0,-3 4 1,-1 6-1,1 2-126,-1 2 0,1 5 0,-4 9-77,2 1 0,-1 2 1,-2 2-1,0 1 0,0 0-705,0 0 1,0-4 0,0-2 0,1-2-273,1-2 1,0-5 0,3-1 903,1-5 0,0-12 0,1-3 0</inkml:trace>
  <inkml:trace contextRef="#ctx0" brushRef="#br0" timeOffset="816">722 58 14308,'0'7'0,"0"1"335,0 2 0,0 2 0,0 3 0,0 3-317,0 4 1,0 4-1,0 6 1,0 3-607,0 3 0,-3 1 0,1 0 0,0-3-317,1-2 0,1-11 26,0-1 1,1-13 0,1-7 0,1-8-1286,1-5 2164,-2-3 0,8-7 0,-2-2 0</inkml:trace>
  <inkml:trace contextRef="#ctx0" brushRef="#br0" timeOffset="1249">839 131 7820,'3'-10'339,"-1"2"509,3-2 1,-4 6-235,-1 4 1,-1 4 0,-4 5-1,-1 1-334,0 2 1,-2 0 0,2 3-1,0-1-108,1 1 1,3 0-1,-2-1 1,0 1-128,0 0 0,2-1 0,0 0 0,1-1-368,1-1 0,0 0 0,1-1 0,0-3-282,2-2 1,3-4-1,1 0 1,2-2 196,0-2 0,1 0 0,0-3 0,0 0 233,0-2 0,2 0 0,2 2 1,-1 1 219,-1 0 0,-2-1 0,1 1 0,1-1 142,-1 0 0,-2 0 0,1-2 1,-2-2-29,-1 0 0,1 0 0,-2-3 0,0-2-89,-1 1 1,-4-2-1,2 1 1,-2 1 67,-1 1 1,-3 5 0,0 1 0,-1 2 146,-2 2 1,0 1 0,-1 3 0,1 2 15,1 3 1,1 6 0,-1-1-1,2 2-145,0 4 0,2-1 0,-1 3 0,1 1-221,1 0 0,3-1 0,1 1 0,2-1-206,1-3 0,0-4 1,4-3-788,0-1 1,4-4-1,0-6 1,0-5-1,2-7 1058,0-7 0,-2-6 0,2-5 0,-1-1 0,-1-3 0,-1 1 0</inkml:trace>
  <inkml:trace contextRef="#ctx0" brushRef="#br0" timeOffset="1532">1199 73 7820,'4'-8'-423,"-1"1"1094,-3 0 0,-1 3 1,-1 4-1,0 4 27,0 3 1,-1 3 0,1 3-1,0 1-205,1 4 0,1-2 1,0 3-1,1 2-338,1 0 0,2-1 1,1-2-1,0 0-443,-2-2 0,2 0 1,0-2-1,-1-2-734,-2-2 0,-2-5 439,-2-3 1,-2-4 0,-5-2 0,0-1 504,-4 0 1,2 3 0,0 0-1,-1 1 2,1 1 1,2 2 0,-1 2 0,3 4 817,2 2 0,2 3 0,3 1-321,0 1 1,3-3 0,2 0 0,2-2 0,3-1-532,2-1 1,2-4 0,1-1 0,-1-2-559,1-1 1,0-4 0,-1-3 0,0-3-537,-2-1 0,0-1 1,-3-4 1203,0-1 0,1 1 0,-2-4 0,-1-3 0,0-3 0</inkml:trace>
  <inkml:trace contextRef="#ctx0" brushRef="#br0" timeOffset="2032">1543 36 12277,'-4'6'650,"1"1"0,3 7 1,0 3-592,0 3 1,0 5-1,0 7 1,-1 2-350,-1 2 0,1-5 1,-2 0-665,-1-3 1,1-2 0,-3-6-1,2-5 290,-2-4 1,-1-5 0,0-10 0,0-3-1,-1-4 664,1-3 0,2-4 0,0-1 0,-1 0 0,3 2 0,0 4 0,1 2 309,-1 0 0,1 1 0,2 3 1,0 0 402,0-1 1,0 3 0,3 1 0,2 1-679,1 1 0,5-1 1,0 1-1,2-1-24,-1 0 1,0 1 0,2-3 0,0 0-378,0-2 1,-3 0-1,3 0-430,-3-1 0,1 2 0,-2 0 1041,-1 1 0,-1 4 0,-4 1 0,-2 5 968,-4 4 1,-2 3 0,-2 5-677,1 0 1,-1 6 0,4-1 0,0 0-1,1-1-349,1-2 0,1-2 1,2-1-1,2-3-412,4-3 0,0-6 0,3-4 0,-1-6-268,0-5 1,-2-2 0,1-7 207,-2 0 1,-4-1 0,-1-1 0,-2 0-1,-1 3-67,0 2 1,-4 5 0,-4 3 0,-3 2-263,-3 2 1,-1 4 0,1-2 0,-2 2-760,-1 1 1373,2 0 0,-10 4 0,2 0 0</inkml:trace>
  <inkml:trace contextRef="#ctx0" brushRef="#br0" timeOffset="2899">150 857 6753,'0'-9'0,"0"-1"219,0 0 0,0 10 0,0 5 253,0 6 0,2 6 0,1 3 0,1 3-315,-1 1 0,2 1 1,-2-2-1,0 0 0,0 2-76,-1-2 1,-1-3 0,0-4 0,0-3-82,2-3 0,-1-7-155,-2-5 1,0-9 0,0-9 0,1-4 91,2-3 1,-2-2-1,4-1 1,2 0 14,2 1 0,-1 2 1,4 0-1,-1 4-16,1 2 1,0 8-1,2 5 1,-2 6 112,-2 3 0,-2 8 0,-2 8 0,-1 4-16,-2 2 0,-2 2 1,1-1-1,1 1 229,-2 0 1,0-4 0,-1 2 0,0-2-26,0-3 1,0 1-1,0-3 1,0-2-50,0-3 0,1-8-378,1-5 0,0-7 0,3-8 1,0-3 38,2-4 1,0-2-1,1-2 1,0 0 66,2 1 0,-1 3 0,3 1 0,0 2 41,-1 4 0,1 8 0,-3 2 0,0 4 55,-3 4 1,1 6 0,-5 7 0,1 4-137,0 3 0,-1-1 1,2 5-1,0-2-236,0-1 0,-2-2 0,3 0 1,1 1-139,0-3 0,0-2 0,1-3 498,4-3 0,-2-8 0,-1-9 0,-2-5 0,-2-5 0,2-3 0,-2-3 0,0-1 0,0 0 0,-2 1 0,2 3 0,0 3 0,-2 0 0,-2 8 0,-1 0 220,-1 4 1,-1 2 0,-3 7 255,1 3 0,3 3 1,0 4-1,1-1 1,1 3-59,0-1 0,2 2 0,2-2 1,3 1-508,1 1 1,4-7-1,0 3 155,2-4 0,-2-5 1,0-2-1,1-2 0,0-3-399,-1-5 1,-1-2 0,-4-5 0,-3 0 199,-1-2 0,-2 3 0,-2-2 0,-2 2 284,-1 1 0,-5 3 1,-1 0-1,0 2-586,-1 0 0,3 4 0,-1 0-679,0 0 0,5 1 746,2 1 1,1-3 367,1-2 0,7 0 0,1-1 0</inkml:trace>
  <inkml:trace contextRef="#ctx0" brushRef="#br0" timeOffset="3064">773 718 7907,'5'0'27,"-1"1"133,-1 1 1,1 4 0,-3 5-1,2 6 431,2 3 0,-3 1 0,2 6 0,0 2-361,0 2 1,1-3-1,2 3 1,0 1-797,-2 1 1,-1-5 0,-2 0 0,0-3-310,0-1 1,-2-9 0,-4 1 874,-3-6 0,0-5 0,-4-5 0</inkml:trace>
  <inkml:trace contextRef="#ctx0" brushRef="#br0" timeOffset="3615">744 960 7907,'1'-10'0,"0"1"53,2 0 0,0 3 0,-1 1 0,1-1 138,1 0 1,1-2 0,3 1-1,1 0-121,1-1 0,3 1 0,-1 0 0,2 0-712,0 2 1,-1 0-1,-2 1 397,0 0 0,1-1 1,-1-1-1,-2 0 0,1 1 245,-1 0 0,-6-2 0,2 0 0,-3-1 0,-2 1 0,0 0 0,0-1 0,0 1 4,0 0 1,0-1 0,-1 1 232,-1 0 1,0 3 0,-2 0 338,1 1 1,0 3 0,3 1 0,0 5-135,0 3 1,0 5-1,0-1 1,0 4-117,0 2 0,3-2 1,-1 3-1,0 0-193,2 1 1,-3-1-1,2-1-109,0-1 0,-2 1 0,1-1 0,-1-1 0,-1 0 5,0-4 0,3-5 1,-1-1-620,0 0 0,-2-5 326,0-2 0,3-3 1,0-4-1,0-1 0,2 0-8,-1-2 1,0 2-1,4-2 1,-1 2 170,1 1 0,-1 0 1,0 0 117,1 2 0,-1-1 0,1 2 0,1-1 0,2 0 65,0-1 1,-1 0 0,1-2-1,0 1 131,-2-1 0,-1 0 0,-2-1-192,-1 0 1,1-4 0,-4 3 0,0-1 0,-1 1 152,-1 1 1,-3 0-1,-2 3 1,-2 1 252,0 3 0,0 2 1,-1 2-199,1 3 1,2 5 0,0 2 0,0 2-1,1 1-18,2 2 0,0 0 0,0 1 0,0 0-610,0-1 0,2-1 0,2-1 0,1 1-736,1-2 1,1-2 0,3-1 0,-1-2 181,0-4 0,1-4 953,-1-1 0,3-6 0,2-6 0</inkml:trace>
  <inkml:trace contextRef="#ctx0" brushRef="#br0" timeOffset="3947">1177 857 7929,'0'-4'2376,"0"-1"-1926,0 3 0,0 0 0,0 4-245,0 3 0,2 2 0,0 2 0,1 2 0,-1 0-104,1 2 1,-1 2 0,-2 1 0,0 1-158,0 0 1,0 1-1,0-1 1,0-2-221,0-2 1,0-2 152,0-4 1,0-4 106,0-6 1,0-7-1,1-8 1,1 0-1,3-3-13,2 0 1,0 2 0,1-1 0,-1 0-44,0 2 1,1 2-1,-2 5 1,0-1-322,-1 1 0,0 2 0,2-1 0,0 2-170,1 1 0,-1-1 1,0 1-1,0 0 563,-2-1 0,4 1 0,-3 0 0,1-1 0,-2 1 0,4-3 0,2-2 0</inkml:trace>
  <inkml:trace contextRef="#ctx0" brushRef="#br0" timeOffset="4348">1389 652 9225,'-5'3'261,"1"-1"0,2 1 0,-1-1 1,0 1 236,1 1 0,-1 1 0,3 3 0,0 2-304,0 2 0,0 3 0,1 2 0,1 3-131,0 4 1,3 0 0,-2 2 26,-2-1 1,2 1-1,0-2 1,-2-2 0,0 0 41,-1-2 1,0-4 0,-1-2-1,0-1 30,-2-5 1,0-3-489,1 0 0,1-5 0,-2-5 1,3-4-78,0-4 0,3 0 0,1-2 239,0 0 0,3 1 0,-3-1 0,3 1 0,0 2-241,1 2 1,0 4 0,1 2-1,1 0 323,-2 0 0,1 2 0,-2 0 1,1 2 675,2 2 0,-2 5 0,1 4 0,-3 0-97,-4 2 0,-1 1 1,-1 1-1,0 0-99,0 2 0,-4-1 0,-3 0-216,-5-3 0,-1 0 1,0-3-1,2-2 0,-1-2-875,1-1 1,2-3-1,-1 0 1,2-2-405,1-2 0,3-2 0,1-3 0,3-2 330,3 0 1,-1-3-1,5-2 767,1 2 0,3-2 0,-1 2 0,6-2 0,0 0 0</inkml:trace>
  <inkml:trace contextRef="#ctx0" brushRef="#br0" timeOffset="4581">1580 865 7907,'5'-4'297,"0"1"0,-4 3 483,2 3 0,-5 1 1,-1 3-1,0 1-28,-1 2 0,1 1 0,2 3 0,-2-1-573,1 0 0,2-2 0,0 1 0,2-1-515,1-1 0,2-4 0,0 1 1,2-3-165,0-3 0,0-3 1,0-3-1,-1-2 132,-2-3 0,-1 1 0,1-3 1,-1-1-21,-1-1 0,-1 2 0,-1 2 0,-1 0-42,-2 0-1,2 3 1,-4 3-782,-1 1 1212,3-3 0,0 4 0,3-3 0,3 4 0,1-3 0</inkml:trace>
  <inkml:trace contextRef="#ctx0" brushRef="#br0" timeOffset="4832">1719 799 7527,'-7'1'1036,"0"1"1,2 2 0,1 3 0,0 1-670,3-1 0,-2 0 0,0 1 1,2-1-462,0 0 1,2 1 0,1-1 47,3 0 1,1-2-1,2-3-248,-1-1 0,0-1 0,1-1 1,-1-1-252,0-3 0,-2 1 0,0-1 561,1-1 1,-3 2 0,0 0-120,1 1 1,-3 0-371,4 3 0,-2 1-1764,2 1 2237,-4-1 0,6 2 0,-3-3 0</inkml:trace>
  <inkml:trace contextRef="#ctx0" brushRef="#br0" timeOffset="5413">1844 769 8390,'0'2'2055,"0"3"-1673,0 2 1,0 6 0,0 0 0,0 4-146,0-1 1,-1 3 0,0-1 0,-3 1 24,0-2 1,3-2-1,-2-3 1304,2-2-1247,-2-2 0,3-7 0,-1-4 0,4-5-229,1-5 0,1 2 1,1-1-1,0-1-963,-1-1 0,0-1 0,2 1 0,0 0 307,1 0 0,0 1 0,1-4-189,1 1 0,-1 2 0,-1 0 0,-1 1 1,1 0 136,2-1 0,-2 5 1,2-1 679,-2 2 1,-1 1 0,0 2 0,-1 0 788,-1 2 0,-4 2-384,2 3 0,0 2 0,-1 4 0,0 1 0,-1 2 191,-1 0 1,0 1 0,0 2 0,0-1-258,0 0 0,0-2 1,0 2-1,1-1-160,1 1 1,-1-2-1,1-1 1,-1-2-372,-1-1 1,0-2 13,0 0 1,-1-1 0,-1 1-297,-3-3 1,-2-1-1,-1-1 1,-1 0 0,-1 1 180,-2 1 0,3 0 0,-4 3 602,0 1 0,5 1 0,1 2-75,0 1 1,4 2 0,1-1 0,1-1 263,1 1 1,3-1 0,2-3 0,2-1-1,2 0-317,1-1 1,3-3-1,-2-1 1,2-2-1039,-1-4 1,-2-3 0,0-1 0,0-4-278,-1 0 0,-3-2 1,2 0-1,-2 0 24,-1 1 0,-1-1 0,0 1 658,0 2 1,1-1 0,0 3 0,-1 2 389,1 2 0,0 0 0,3 2 0,-1-4 0</inkml:trace>
  <inkml:trace contextRef="#ctx0" brushRef="#br0" timeOffset="6014">2270 784 7906,'-5'7'729,"3"1"-147,1-1 0,2-2 0,2-1-249,5-1 0,-1 0 0,4-3 1,-1 0-153,2 0 1,0 0 0,-1-1 0,0-1-189,-2-3 0,1-5 0,-1-2 0,-1 0-132,-3 0 0,-1 0 0,1-3 40,-2 0 0,-2 2 0,-1 0 1,-1 1-1,-2 2 154,-2 1 0,-4 1 1,0 3-1,0 3 56,1 1 0,-2 2 0,0 1 1,0 4 226,0 3 1,4 3-1,-1 5 1,0 0-25,1 2 0,1 2 0,1 2 0,0 3-136,3 0 0,0-3 0,2 1 0,1-3-60,3-1 1,2-4 0,0 0 0,0-3-1252,1-3 0,1-5 0,1-3 166,-1-1 0,2-5 0,-2-3 1,1-5-1,0-2 515,0-3 0,0-3 0,-1-4 0,1-3 452,-1-2 0,0-1 0,0 0 0,1-2 0,-1-1 0,-1 3 0,-2-3 0,0 4 158,-1 2 1,-3 9-1,0 1 786,-1 2 1,-1 7-178,0 0 1,0 7 0,0 1 0,0 4-106,0 2 1,0 5 0,0 1-458,0 2 0,0 6 1,0 4-1,0 3 1,0 4-175,0 2 0,2-2 1,1 3-1,-2-1-230,0 1 1,2-6 0,-1 0-1,0-4-1097,-1-3 1,-1-7-1,-1-2 199,-2-6 0,2-4 0,-4-7 1097,-1-5 0,0-6 0,-2-3 0</inkml:trace>
  <inkml:trace contextRef="#ctx0" brushRef="#br0" timeOffset="6330">2460 740 10591,'5'0'900,"0"0"-1355,1 0 1,0 0 0,2 0 0,2 0 0,2-1-273,2-1 1,-1 0 0,1-3-1,3 0 727,0-2 0,-2-1 0,1-1 0,-1-2 0,1 0 0,-5 1 0,2-2 0,-3 0 495,-4 0 0,-3 2 981,-1 2 1,-4 4 0,-3 3-1026,-2 2 1,2 3-1,1 4 1,-1 0 0,1 1-387,1 1 0,2 3 0,1 0-26,0 3 0,0 0 0,0 1 0,1 1-377,2-1 0,0 2 1,3-1-1,-2-1 0,2 0-780,1-4 1,-1 0-1,0-1 1118,-1-2 0,3 1 0,3 0 0</inkml:trace>
  <inkml:trace contextRef="#ctx0" brushRef="#br0" timeOffset="6447">2820 769 8091,'-1'8'290,"-2"-1"1,3-2-1,-4 0-579,1 1 0,2-2-1207,-1 1 1496,1-4 0,-2 6 0,-1-3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08:12.484"/>
    </inkml:context>
    <inkml:brush xml:id="br0">
      <inkml:brushProperty name="width" value="0.06" units="cm"/>
      <inkml:brushProperty name="height" value="0.06" units="cm"/>
    </inkml:brush>
  </inkml:definitions>
  <inkml:trace contextRef="#ctx0" brushRef="#br0">13 184 8114,'-7'0'2524,"3"-1"-2065,2-1 1,5-2 0,5-3-1,5 1-228,4-1 1,4 0-1,1 0 1,4 0-276,3-3 1,3 2 0,3-3 0,0 1-539,-2-1 0,-4 3 0,-2-1 0,-5 3-1519,-3 2 0,-10 2 2101,0 0 0,-5 4 0,-1 2 0</inkml:trace>
  <inkml:trace contextRef="#ctx0" brushRef="#br0" timeOffset="133">307 68 8084,'-6'7'0,"0"0"281,2 2 1,2 3 0,-2 4 0,1 3-45,1 3 0,1 1 1,1 6-1,-2 4-21,0 1 1,0-1 0,2-3 0,0-1-695,0-3 0,-3-5 0,0-2 0,0-3-2004,-3-3 2482,-3-4 0,-5 4 0,-3-3 0</inkml:trace>
  <inkml:trace contextRef="#ctx0" brushRef="#br0" timeOffset="284">88 491 7805,'-4'-2'1071,"-1"0"0,5-3-495,2 0 0,3 1 0,7 0 1,2 1-466,4-1 1,2-1-1,2-4 1,3 0-619,1 1 0,-1-3 0,3 0 1,-1 0-2703,-1 0 3209,-3 2 0,3-4 0,-2 3 0</inkml:trace>
  <inkml:trace contextRef="#ctx0" brushRef="#br0" timeOffset="484">621 102 7772,'-11'0'1064,"0"0"0,0 0-316,1 0 1,-1 2 0,0 1 0,2 2-276,1 3 1,1 0-1,1 6 1,2 3-280,1 4 0,3 2 0,0 4 0,0 1-413,3 3 0,0-2 1,3 1-1,0-3-699,-2-2 0,1-7 1,1 1-1,-1-3-1139,0-3 1,-4-7 2056,2 1 0,-3-4 0,0 0 0</inkml:trace>
  <inkml:trace contextRef="#ctx0" brushRef="#br0" timeOffset="617">478 348 8069,'0'-7'551,"0"0"0,0 3 1,0-1 127,3 0 0,1 1 0,5 0 0,3 1-638,1-1 0,4-1 0,3-2 0,2 0-1034,3-2 0,-2 0 0,4-2 993,1-1 0,1-1 0,-2-1 0</inkml:trace>
  <inkml:trace contextRef="#ctx0" brushRef="#br0" timeOffset="1367">1092 164 7907,'-3'6'400,"2"-1"1,-1 0 0,1 1-149,1 2 0,0 3 0,0 5 1,1 3-97,1 3 1,2 6-1,3 5 1,0 2-87,0 1 0,0-6 1,-1 0-1,2-5-132,1-7 1,-1-9 0,3-5-55,-1-5 0,1-9 0,-1-7 1,-1-5-1,0-6 22,0-5 1,-5-3 0,2-3 0,0-1 108,1 3 0,-3 7 0,1 7 273,0 5 0,-2 9 0,-1 10 0,0 7-21,0 7 1,0 4 0,2 8 0,1 4-167,2 1 1,-3 0-1,1-2 1,1-1-160,2-2 0,1-7 0,3-3 0,1-5 18,-1-5 1,0-3 0,2-5 5,0-1 0,-4-3 1,0-5-1,-1-3 0,-1-6-69,0-3 1,-4 0 0,2-4 0,-1-1-594,-1-2 1,-3 5 0,2-2-34,0 1 0,-1 3 1,1 4 728,0 2 0,3 5 0,-2 1 0</inkml:trace>
  <inkml:trace contextRef="#ctx0" brushRef="#br0" timeOffset="1617">1536 259 8351,'3'9'0,"0"1"378,0 1 1,0-5 0,1 0-1,2-2 79,3-3 1,-2-4 0,2-4-1,-1-4 12,-1-4 0,0-1 1,-1-4-1,-2-1-322,-2 0 1,-1-1 0,-1 0 0,-1 1-11,-1 1 0,-2 8 1,-5 1-1,-3 5 70,-1 4 1,0 5-1,1 4 1,2 7-125,0 6 0,0 4 0,2 5 0,1 4-23,1 3 1,3-1-1,2 3 1,3-3-598,5-1 1,0-8-1,5-2 1,1-6-618,2-4 0,0-8 0,3-2 0,-2-6-231,-1-5 1,0-3 1384,-1-6 0,-1-5 0,1-3 0</inkml:trace>
  <inkml:trace contextRef="#ctx0" brushRef="#br0" timeOffset="1967">1727 95 7797,'0'-4'1228,"-3"2"1,3 2 0,-3 2-643,3 3 1,0 5 0,0 4 0,0 4-164,0 4 0,0 5 1,2 5-1,1 3-284,1 4 0,-3-5 0,2 4 0,-3-3-138,0-2 1,0-2 0,0-5 0,0-3 276,0-5-712,-3-6 1,3-8 0,-3-8 0,2-5 44,1-5 1,4-5-1,0 0 1,2-3 38,1 0 1,2 0 0,1 3 0,1 0 201,1 0 1,1 7 0,0 1-1,-1 3 146,-1 4 0,0 4 0,2 6 0,-1 4 534,0 3 0,-5 8 0,1-1 0,-3 2 30,-2 2 0,-1-3 0,-3 2 0,-2-2-413,-4 0 0,-3-3 0,-3-2 0,-2-3-609,-1-2 1,2-7 0,-2 0-1,1-3-710,-1-3 0,4-5 1,-1-5 1169,2-3 0,2-6 0,2-3 0</inkml:trace>
  <inkml:trace contextRef="#ctx0" brushRef="#br0" timeOffset="2600">2431 136 7778,'1'-9'0,"0"-1"-31,2 0 0,-1-2 0,-2-1 0,0 1 346,0 1 1,-2 5 0,-1 0 0,-1 2 265,-2 2 1,1 3 0,0 4 0,1 7-201,1 5 1,1 6-1,2 3 1,0 2-208,0 1 1,0-2 0,2 4 0,1 0-36,1 0 1,0-5-1,3-1 1,-1-1-80,-1-1 0,0-5 1,-3 2-1,0-3-177,-1-2 0,-5-3 0,-2-3 0,-3-2 34,-2 0 0,0-2 0,-3-2 0,0 0-688,1-1 0,-1 0 0,1-1-207,2 1 1,-1 1-1,3-3 1,1-1 977,3-1 0,-1-5 0,2-4 0</inkml:trace>
  <inkml:trace contextRef="#ctx0" brushRef="#br0" timeOffset="2834">2574 314 7778,'17'-7'178,"-5"-1"0,2-1 1,-1-2-149,0-2 1,-3 1 0,-1-1 0,-2-2 394,-2-2 1,-2 1 0,-3-1 0,0 2-210,0-1 0,-5 6 0,-3-3-34,-2 2 1,0 5 0,-3 4 0,2 2-1,-1 2 332,-1 3 1,0 5-1,2 2 1,1 5-335,0 3 1,5 2 0,-2 5-1,1 1-589,3 2 0,0-1 0,3 1 1,0-1-574,3-2 0,3-5 1,4 0-1,1-5-1508,3-3 2490,0-8 0,6 0 0,-3-6 0</inkml:trace>
  <inkml:trace contextRef="#ctx0" brushRef="#br0" timeOffset="3085">2704 191 7778,'0'7'0,"0"0"0,0 2 385,0 3 1,0 1 0,0 4 0,0 4 457,0 3 0,0 3 0,0 0 1,0 0-688,0 0 1,0-3 0,0-3 0,0-5 73,0-1 0,0-7 0,1-2-14,1-2 1,-1-5 0,2-3 0,-1-4-471,1-3 1,2-2-1,-1-6 1,3-2-47,2-3 0,0-3 1,1-2-1,1-1-169,0 1 0,-2 0 0,1 2 1,0 1-272,-1 1 1,0 9 0,0 0-1,-2 6-80,-2 4 820,-4 3 0,6 3 0,-4 0 0</inkml:trace>
  <inkml:trace contextRef="#ctx0" brushRef="#br0" timeOffset="3301">2882 246 7778,'0'12'425,"0"1"1,0 0 0,-1 5 0,0 1 95,-2 1 0,1 1 1,2-1-1,0 0-108,0-2 0,1-3 0,2-6-393,4-1 0,-1-3 0,4-5 0,-2-3 57,1-4 1,-1-6 0,1-5 0,-2-2-442,0-1 1,0-2 0,-1-1 24,-1-1 1,0-1 0,-2 4 0,0 2 0,1 1-381,0 0 1,-3 5 0,2 1 0,-1 4 9,1 3 1,-1 5 708,-2 4 0,3 4 0,1 6 0</inkml:trace>
  <inkml:trace contextRef="#ctx0" brushRef="#br0" timeOffset="3533">3018 293 7778,'6'7'187,"0"0"189,1 0 0,2-3 1,-2-2-1,0-1 13,2-1 0,0-1 1,1-1-1,0-4-20,-2-2 1,0-3 0,-1-5-1,0 0-284,0-2 1,-4 2 0,0-2 0,-3 0-50,0 0 1,-3 3 0,-3 4 0,-4 4 19,0 4 0,1 3 0,-2 3 0,1 5 134,2 5 0,0 4 1,1 6-1,1 2 33,2 1 0,-2 0 0,4 0 0,1 1-503,0 1 0,2-3 0,1 0 0,3-2-594,1-3 0,0-7 1,1-2-1,0-3 263,0-4 1,0-4-1,0-5 611,-1-3 0,4-6 0,1-3 0</inkml:trace>
  <inkml:trace contextRef="#ctx0" brushRef="#br0" timeOffset="3833">3162 232 7778,'4'0'0,"1"0"378,0 0 0,-1 0 0,0 1 25,-1 1 1,2-1 0,0 4 154,1 0 1,-2 4-1,0 1 1,0 1-333,0 3 1,-3 4-1,2 5 1,-3 2-134,0 1 1,0 2 0,-3 0 0,-1 1-255,-2 0 1,-1-8-1,0 1 1,1-6 41,1-3 1,0-8 0,3-2 6,0-6 1,2-7 0,0-4 0,3-4-40,4-4 0,1-1 0,2-3 221,0 1 0,2-6 0,0 4 0,1-1 0,0 0-112,1 0 1,0 4 0,-1 2 0,2 2 188,1 2 0,-2 5 0,2 0-750,-2 3 0,0 1 0,0 2 0,-1 0 0,-1 0 603,-1 0 0,-2 0 0,0 1 0</inkml:trace>
  <inkml:trace contextRef="#ctx0" brushRef="#br0" timeOffset="4066">3592 6 7840,'-1'-3'612,"-1"0"0,1 4 0,-2 4 515,0 4 0,2 5 0,-4 4 0,0 8-883,-1 7 0,-2 7 0,0 9 0,-2 7-238,-1 5 1,0-3 0,-2 0 62,2-6 0,1-2 1,3-12-1,1-3 0,1-4-2868,0-3 1,3-7 2798,-3-2 0,1-4 0,-3-1 0</inkml:trace>
  <inkml:trace contextRef="#ctx0" brushRef="#br0" timeOffset="4699">3606 259 7840,'3'-4'-132,"-2"-1"329,4 3 0,-3-3 1,3 3 103,0 0 1,-1 2 0,0 0 0,2 4 152,0 2 0,-2 5 0,1 4 0,0 2-66,1 0 0,-1 2 1,-1 2-324,-1 2 0,-1-2 1,-2 2-1,0 0 1,-1 0-124,-1-1 0,-2-1 0,-3-2 0,0-2-339,1-4 154,-1-3 1,1-4-1,1-7 1,3-5-1,1-5 181,1-2 0,3-4 1,2-2-1,1-2 76,1-1 1,0-1 0,2-4 0,2 1-325,0 1 0,2 3 0,-2-2 0,2 1-202,0 1 0,1 5 0,-1-1 1,-1 3 511,0 5 0,-7 6 0,1-2 0</inkml:trace>
  <inkml:trace contextRef="#ctx0" brushRef="#br0" timeOffset="4966">3818 375 7840,'6'0'947,"1"0"-597,0 0 1,0 0-1,0 0 1,0-2-10,2 0 0,0-4 1,1 0-1,1-3-213,0-2 1,-3 0 0,1-3-34,-1 0 0,-5 1 0,0 2 1,-3 2-1,-3 2 168,-1 2 0,-3 2 0,-1 3 0,-1 2-164,0 2 1,-1 4 0,1 6 0,1 2-4,0 3 0,4 1 1,0 2-1,1 1-17,1-1 1,2-2 0,0-1-56,0 0 1,4 0 0,2-4-1,2-3 1,1-1-2167,1-3 1,1-4 0,1-2 2141,0-4 0,4-1 0,-2-4 0</inkml:trace>
  <inkml:trace contextRef="#ctx0" brushRef="#br0" timeOffset="5502">4029 259 7840,'0'7'378,"0"0"0,-2 0-124,0 0 0,-1-1 1,3 1-1,0 1 52,0 1 0,0-1 0,0 4 1,1 2-43,2 1 0,-2 4 0,3-1 0,-1 3-26,-2 2 1,0-1 0,-1 2-1,0-1 143,0-4 0,0-1-281,0-4 0,0-5 0,0-5 0,0-6-176,0-6 1,0-5 0,1-5-107,1-2 1,0-3 0,2-1 0,2 0 0,0-1-23,0 1 0,1 0 0,0 2 0,0 1 104,0 1 0,0 4 0,-1 1 64,1 3 1,0 1 0,0 5 0,-1 5 220,-1 6 1,0 6 0,-3 5 0,0 2 37,-2 2 0,3 0 0,-1 1 0,0 0-35,-2 2 1,0-4 0,0 0 0,0-1-91,0-3 0,0-3-102,0 0 0,0-6 0,0-1 0,0-7-303,0-6 0,3-6 0,2-5 0,1-3 1,1-3 1,0-2 0,-1-1 0,2 0 249,1 1 0,-1 5 0,4 0 0,0 3 84,1 3 1,1 5 0,1 4-1,1 4 481,0 2 0,-4 7 1,-2 4-1,0 5-292,-1 3 0,-2 4 0,-1 2 0,0 0-497,-2 2 1,-2-4 0,1 0 0,-1 0-480,0-1 1,1-3 0,-3-3-1,2-5-194,0-3 1,3-6 952,0-1 0,1-6 0,1-4 0</inkml:trace>
  <inkml:trace contextRef="#ctx0" brushRef="#br0" timeOffset="5748">4473 266 7840,'-7'0'1039,"1"2"1,0 2 0,0 6-33,2 4 0,-1 5 0,-2 3 1,1 4-400,2 3 0,1-4 1,3-1-1,1-3-594,4-3 0,0-6 1,6-1-1,2-5-116,-1-4 0,2-5 0,0-4 1,-1-4-704,1-4 1,-5-3-1,-1-2 1,-2-1 402,-3 1 1,1-1 0,-2 2 0,-1 2 329,-3 1 1,-2 5 0,-2-1-1,-2 3-178,-1 3 0,1 3 0,-1-1 0,2 1-615,0 2 1,2-1 0,1 0 169,1-3 1,1-1 0,3-1 694,1 1 0,2-4 0,3-1 0</inkml:trace>
  <inkml:trace contextRef="#ctx0" brushRef="#br0" timeOffset="5915">4665 170 7840,'0'7'763,"0"0"1,0 1-295,0 1 1,0-2 0,0 3 0,0 0 482,0 1 1,0 1 0,0 1 0,0 2-715,0 2 0,0 2 0,0 3 0,0 1-258,0 1 1,0-1-1,-1 1 1,-1 0-1278,0-2 1,-3-4-1,1-3 1,-1-2-819,1-4 0,-1-5 2115,-2-1 0,1-6 0,-1-1 0</inkml:trace>
  <inkml:trace contextRef="#ctx0" brushRef="#br0" timeOffset="6065">4596 444 7840,'4'-10'242,"0"2"0,-3-1 1,2 1 49,1 2 0,-1-1 0,3 0 0,2 0 664,-1 0 1,1 1-1,0 1 1,1 1-817,2 1 1,0-1 0,0 1 0,1 2-887,1 0 1,-1 1-1,-2 0 1,1 0 76,-1 0 0,-3 0 0,2 0 0,-1 0-1517,0 0 2186,-1 3 0,0 1 0,0 3 0</inkml:trace>
  <inkml:trace contextRef="#ctx0" brushRef="#br0" timeOffset="6298">4842 355 8105,'7'0'857,"-2"0"21,-1 0 0,-2 0 0,3-1-249,0-1 1,-1 1 0,0-2 0,0 0-530,-1-2 1,1-1 0,1 0 0,-2-2 70,0-1 0,-2 0 1,1-1-1,-1 0 231,-1 2 0,-3 2 0,-2 3-236,-1-1 1,-1 4-1,0 4 1,0 4-1,1 4 60,-1 5 1,0 2 0,0 1 0,1 1-529,2-1 0,-2 1 0,4 1 0,0-2-829,2-2 0,0-4 1,0-3-1,3-1-347,4-3 1,1-3-1,3-2 1478,1-1 0,1-4 0,1-1 0</inkml:trace>
  <inkml:trace contextRef="#ctx0" brushRef="#br0" timeOffset="6431">5020 396 7840,'-7'3'571,"2"-2"1,2 4 0,-1 1 596,0 2 0,0 3 1,-1 3-1,0 2-571,0 3 0,-1 4 1,0 4-1,1 3-948,0 3 0,0-2 0,-1 2 0,-1-2-1108,0-2 1,2-6 0,2-3 1458,0-3 0,-3-1 0,2-2 0</inkml:trace>
  <inkml:trace contextRef="#ctx0" brushRef="#br0" timeOffset="7566">252 853 7840,'0'-6'-15,"0"1"1,0 1 383,0-2 0,-1 3 69,-1 1 0,1 2 0,-1 3 0,1 3-152,1 2 1,3 5-1,0-2-211,0 2 0,3 0 0,2 1 0,2 0 1,1-1-266,1-2 0,1 1 1,0-3-1,1 0-215,0-2 1,0-3 0,1-2 152,1-1 0,-2-2 1,-4-2-1,0-3 0,-2-3 103,-3-2 0,0 0 1,-2-3-1,-2 1 134,0-1 1,-1 3 0,0 2 0,1 3 115,1 1 1,0 3 0,2 5 89,1 4 1,4 6 0,0 8-1,0 4 1,0 4 323,0 2 0,0 1 0,-2 1 0,-1 0-131,-1-3 0,-2 0 1,-3-2-1,-1 0 1,-1-2 1,-3-3-1,-4-1 1,-2-2-229,-2-2 0,-1-5 1,0-1-400,-2-4 0,1-2 1,-1-7-1,3-1 1,1-4-902,0-5 1,5-1-1,0-6 1,4 0-171,2-2 1,2 4 1312,1-5 0,2 2 0,3-1 0</inkml:trace>
  <inkml:trace contextRef="#ctx0" brushRef="#br0" timeOffset="7832">662 976 7840,'-3'12'746,"-2"-1"0,-1-1 0,0 2 0,1 2-131,0 0 1,4 2 0,-1 4 0,1 0-186,1 0 0,1-1 0,3 3 0,4-3-533,2-3 1,1-5 0,3-2-1,-1-4-163,1-3 0,-1-5 0,-2-3 0,-1-6 24,0-3 0,-6-3 0,1-5 0,-3-2-258,-2-2 0,-1 2 0,-1 1 1,-3 1 521,-1 0 1,-3 5 0,0 3 0,0 3 73,2 3 0,-1 4 0,0 1-113,-1 1 1,0 1 0,4 4-1,1 1 1,1 1-1200,2 1 0,1 1 0,2 0 1216,3-1 0,1 1 0,0-3 0</inkml:trace>
  <inkml:trace contextRef="#ctx0" brushRef="#br0" timeOffset="8132">764 1024 7840,'0'9'0,"1"1"435,1 1 1,0-3-1,2 1 1,0 0 111,-1 0 0,2-3 0,2 2 0,0 1-293,-1 1 1,3-2 0,1 1-1,-1-3-520,1-2 1,-1-1-1,4 1 1,-3-2 28,0-3 1,-1-3 0,-3-5 0,-1-3 57,-3-3 0,-1 0 1,-1-4-1,0 0 64,0 0 0,-1-2 0,0 2 0,-2 3 427,-1 2 1,2 7 0,0 0-1,0 2 116,0 1 0,1 3 1,-1 4-155,1 4 0,1 2 1,1 0-460,1 3 1,-1-2 0,2 2 0,-1 0 0,1 1-467,-2 1 1,0-2 0,-1 0-104,0 0 1,2 2 753,1-2 0,-1 1 0,-2 0 0</inkml:trace>
  <inkml:trace contextRef="#ctx0" brushRef="#br0" timeOffset="8417">928 1065 7840,'0'-7'0,"0"1"259,0-1 0,0 0 1,0 0 369,0 0 1,3 3 0,2 2 0,1 1-122,1 1 0,0 3 0,2 3 1,1 2-249,0 3 0,-1 2 0,2 2 0,-1 0-50,-2 1 1,0 2-1,-2-2 1,-1 0-421,0 1 1,-4-4 0,2 2 0,0-4 64,-1-1 1,0-3-1,-3-3 282,-1-1 0,-2-3 1,-2-3-1,1-5-42,0-2 0,4-2 0,-1-4 0,1-2 51,1-2 1,0 2-1,0 0 1,1 0 16,1 0 1,2-1 0,3 3 0,2 1-373,3 1 0,-2 1 1,2 1-1,0 1-590,1 1 0,1 1 1,1 2-1,1 0-1296,-1 0 2095,0 1 0,-1-1 0,-1 0 0</inkml:trace>
  <inkml:trace contextRef="#ctx0" brushRef="#br0" timeOffset="8914">1543 1011 7228,'2'-7'0,"1"0"-22,-2 0 0,1 3 646,0 2 0,-1 2 1,3 3-211,-1 4 0,0 3 0,-3 4 1,0 2-161,3 2 1,-3 2-1,3 1 1,-3 1-372,0-2 1,0-1 0,0-5-1,0-1-1915,0-2 0,0-3 2032,0-8 0,-3-5 0,0-9 0</inkml:trace>
  <inkml:trace contextRef="#ctx0" brushRef="#br0" timeOffset="9046">1591 915 8419,'0'4'549,"0"2"-1135,0-2 1,0 0-1,1 0 1,1 0 585,2 0 0,3-3 0,-1 2 0</inkml:trace>
  <inkml:trace contextRef="#ctx0" brushRef="#br0" timeOffset="9368">1700 949 7788,'0'9'0,"0"0"0,0 0 0,0-1 0,0 0 0,0 2 0,0 1 0,2-2 0,1 2 0,-2 1 607,0 1 1,-1 2 0,0 0-1,0 2 58,0 0 1,0-2-1,0 0 1,0-2-542,0-4 1,0-2-300,0 0 0,0-5 0,1-3 0,0-7-75,2-4 1,2-4 0,-1-7 0,2-2-83,1-4 0,0-1 1,1-2-1,0-1 54,1 3 0,1 4 0,-2 5 0,2 3 306,-2 4 0,2 6 0,-1 1 367,-1 4 1,2 6 0,-1 5 0,0 4 0,-2 5 236,0 2 0,-1 1 0,-1 5-378,0 1 0,-4 3 0,2 0 0,0 0-845,-1-1 0,0-3 0,-1-3 0,1-5-811,0-3 0,0-3 0,-1-5 728,1-1 1,2-5 673,3-5 0,0-7 0,-1-2 0</inkml:trace>
  <inkml:trace contextRef="#ctx0" brushRef="#br0" timeOffset="9580">2089 847 7788,'-3'-4'0,"0"0"0,-2 3 0,1-2 824,-2 2 0,0 1 0,0 2 0,1 3-378,0 1 1,1 4 0,-2 2 0,0 4-134,2 4 0,2 7 0,0 5 1,1 4-344,1 3 1,0-1 0,1 1 0,0-2-390,2-4 1,0-4-1,-2-3 1,2-5-4254,-2-5 4672,3-9 0,-6-7 0,1-8 0</inkml:trace>
  <inkml:trace contextRef="#ctx0" brushRef="#br0" timeOffset="9898">1980 1134 7788,'0'-5'-503,"0"0"3542,0 0-2604,0 2 1,1 0-1,1 3-224,3 0 0,2 0 0,2 0 0,2 0-567,2 0 0,1 0 1,2 0-1,1-1-455,3-1 0,-3-3 0,2-3 0,-1-1 234,-3 1 0,-1-2 1,-1 1 590,-1 0 0,-6 4 0,-3 2 688,-3 2 1,-3 3 0,-1 8-1,-2 1 228,-1 2 0,1 1 0,1 1 0,3 2-451,1 1 1,1-3-1,0 0 1,2-2-601,2-2 0,2-3 0,5-1-294,1-4 209,1-3 0,1-3 0,-1-4 0,-1-5-337,-1-3 1,-2-3-1,-1-3 1,-3-1 12,-3 0 1,-1 4 0,-2-1 0,-1 3 34,-2 4 0,-2 5 0,-1 1-84,0 2 0,-2 1 579,0 1 0,-3 1 0,1-2 0</inkml:trace>
  <inkml:trace contextRef="#ctx0" brushRef="#br0" timeOffset="10963">2609 997 7788,'-3'-4'611,"1"-1"-215,-3 3 0,4 1 1,-1 5-35,4 5 0,2 7 0,3 3 0,0 3-138,2 3 0,-1 0 0,2 1 0,-1-1-25,0 1 0,2-2 0,-2-2 0,0-4-119,-2-5 0,0-3 0,0-6-247,0-4 1,-1-7 0,-1-9 0,-1-7-177,-1-5 0,0-5 0,-1-5 0,2-3 76,0-1 0,0 7 1,-3 4-1,2 8 96,1 7 0,-2 8 1,2 10-1,0 7 245,0 8 1,-2 5 0,3 4 0,0 0 84,1 0 0,1-3 0,0 1 1,0-2 93,-1-2 0,1-5 0,1-1 0,0-5 76,1-1 1,0-4 0,-2-2 0,0-2 3,0-2 1,0-3 0,-1-4-1,1-3-220,0-3 1,-2-4 0,-2-5 0,1-2-674,0-2 0,-2 3 1,0-1-1,-1 2-550,-1 2 1,2 3 0,1 2 392,1 2 0,-2 6 1,3 5 716,0 1 0,-2 7 0,0 3 0</inkml:trace>
  <inkml:trace contextRef="#ctx0" brushRef="#br0" timeOffset="11096">2991 990 7788,'2'20'0,"1"0"199,1 0 1,-2-1 0,0 3 0,0-2 337,0-2 1,-1-3 0,1 1 0,-1-2-1193,-1 0-55,3-6 0,-3-6 0,3-9 1,-3-4 709,0-4 0,0-3 0,3-5 0,1-2 0</inkml:trace>
  <inkml:trace contextRef="#ctx0" brushRef="#br0" timeOffset="11195">3039 888 6265,'0'6'0,"0"-1"0,0 0 0,3-1 0,1 3 0</inkml:trace>
  <inkml:trace contextRef="#ctx0" brushRef="#br0" timeOffset="11363">3128 894 7788,'0'8'450,"0"1"0,0-1 0,-1 4 0,-1 0 2,0 1 0,0 1 0,1 2 1,0 3-377,-2 3 0,1 1 0,2 3 0,0 0-571,0 0 1,0-3-1,1-2 1,1-3-430,3-5 0,-2-4 0,2-2 924,0-4 0,1-6 0,1-4 0,0-3 0</inkml:trace>
  <inkml:trace contextRef="#ctx0" brushRef="#br0" timeOffset="11513">3251 833 8053,'3'-4'1693,"-2"1"-1045,4 3 1,-4 3-1,2 2 1,-2 5-41,1 3 0,-1 5 0,2 8 0,-1 7-391,1 6 1,-1 5-1,-2 3-464,0-1 0,2-5 1,1-5-1,-2-6 247,0-7 0,2-4 0,1-8 0</inkml:trace>
  <inkml:trace contextRef="#ctx0" brushRef="#br0" timeOffset="12232">3606 983 7649,'-7'-7'42,"3"3"1,1 0 2060,0 1-1694,2 1 0,-2 8 0,3 3 0,0 5-224,0 4 1,0 1-1,0 5 1,0 0-81,0 1 0,0 0 1,0 1-1,0 0-64,0-1 1,0-5 0,0 0 0,0-3-268,0-2 3,0-6 1,0-4 0,0-8 0,1-4 153,1-4 0,0-2 1,2-3-1,2-3-50,0-3 0,-1 0 0,1-3 1,2 1-59,-1 0 0,3-1 0,0-1 136,1 3 1,-1 2 0,3 7 0,-3 5 0,1 2-23,-1 5 0,-4 8 0,1 6 0,-1 4 257,-3 4 1,1 4 0,-2 0 57,0 0 0,0 1 0,-2-3 1,0-1-520,0 1 1,0 2 0,1-3-1,1-3 1,1-2-911,0-3 0,2-4 0,2-3 1177,0-2 0,-1-7 0,4-7 0,1-4 0</inkml:trace>
  <inkml:trace contextRef="#ctx0" brushRef="#br0" timeOffset="12463">3838 1038 7788,'-3'14'592,"-1"0"1,-2 2-1,1 2-58,0 2 1,4 1 0,-1 0 0,2 1-98,2-3 0,2-3 0,3 0 0,2-2-530,3-3 1,1-3 0,3-4 0,0-2-304,2-3 1,-3-3 0,1-5 0,-2-2 174,0-2 1,-4-4 0,-1-1 0,-4-2 100,-3 0 1,-1-1 0,-2 2 0,-1 0 199,-2 0 1,-5 4 0,0 0-1,0 3-210,-1 3 1,3 4 0,-3 2 0,3 1-814,0 0 1,1 0-858,1 4 1800,2-1 0,9 2 0,2-3 0</inkml:trace>
  <inkml:trace contextRef="#ctx0" brushRef="#br0" timeOffset="12612">4070 942 8133,'4'18'0,"-2"1"697,-1 0 1,0 1 0,0 2 0,2 2-251,1 0 0,-1-2 0,0 1 0,1-1-402,0 1 1,-3-7 0,2 2 0,-3-2-980,0-2 0,0 0 1,-3-3 933,-1-2 0,-5 2 0,-2-1 0</inkml:trace>
  <inkml:trace contextRef="#ctx0" brushRef="#br0" timeOffset="12729">4022 1209 8106,'4'-5'532,"0"1"1,2 1 0,2-1 0,1 1 30,2-1 0,3-1 0,2-2 1,3 1-445,3-1 1,1-2-1,3-1 1,0-1-729,2-1 609,-4 2 0,9-6 0,-5 2 0</inkml:trace>
  <inkml:trace contextRef="#ctx0" brushRef="#br0" timeOffset="13363">4548 1045 7788,'-3'-7'259,"2"0"0,-3 0-39,1 0 1,-1 1 0,1-1 0,2 0 574,0 0 0,1 3-569,0-1 0,1 1 0,1 0 1,2 2-4,0 4 0,3 4 0,-1 7 0,1 4-71,1 4 0,1 4 1,-2 2-1,-1 2-95,-2 0 0,2-2 1,-4-1-1,0-2 1,0 0-380,1 1 0,-1-8 0,-3 0 159,-1-4 0,0-2 0,-1-7-28,0-4 1,0-4 0,3-5-1,0-2 1,1-2-1,2-1 1,3 0 119,2 1 0,5-1 1,-2 0-1,1 1 1,0 2 74,0 2 0,-1 4 0,2 3 65,-2 1 0,1 2 1,-5 1-1,-1 4 0,-3 2 572,-1 3 0,-4 3 0,-3 1 0,-2 2-349,-2 0 1,-1-1-1,-4 3 1,-1-1-621,0-1 1,2-3 0,0-6-1,2-2-766,0-4 0,3-1 0,0-3 0,2-2 222,4-6 0,4-2 0,4-1 872,2-1 0,3 0 0,2 1 0</inkml:trace>
  <inkml:trace contextRef="#ctx0" brushRef="#br0" timeOffset="13579">4828 1243 8064,'19'-3'0,"-1"-2"537,-1-1 0,-5-1 0,-3 0 0,-2-2-54,0-3 1,-3-1 0,-2 0 0,-2 1-22,-2 1 1,-2 0-1,-3-2 1,-2 1 200,-3 3 0,-1 4 0,-3 1 1,-1 2-482,-3 6 0,3 1 1,-2 9-1,1 2-10,3 3 1,4 3 0,2 2 0,2 4 272,2 0 1,3 0 0,5-1-1,5-2-301,4-3 1,6-1 0,5-4-1,3-6-1108,2-6 0,4-5 0,4-5 0,1-7-1995,1-7 0,-1-5 2959,4-3 0,-7 0 0,2-1 0</inkml:trace>
  <inkml:trace contextRef="#ctx0" brushRef="#br0" timeOffset="14230">2103 1537 7954,'0'-7'433,"0"0"1,-1 0 0,-1 0 0,-2 0-258,-3 1 1,0-1-1,-2 3 1,-3 2 200,0 1 1,-2 2 0,1 2 164,2 3 0,1 7 0,6 6 0,2 3 0,2 5-264,5 4 0,5 4 1,7 6-1,3 1-184,4 1 0,-1-6 0,1 0 0,0-3 32,-2-6 0,-2-6 0,-4-8 0,-6-3-169,-4-4 0,-3-5 1,-7 0 50,-2-1 1,-3-1 0,-4 0 0,-3 0-90,-3 0 0,1 0 0,-5 0 0,1-1-510,-1-1 0,1-3 1,-2-3-1,1-2-385,3 0 1,6 0 0,5 0-1053,4 0 1,4-4 2027,5 3 0,4-4 0,5 5 0</inkml:trace>
  <inkml:trace contextRef="#ctx0" brushRef="#br0" timeOffset="14547">2376 1728 8286,'7'-5'2054,"0"1"1,-2 1-734,-1-1 0,-2 2-1090,0-3 1,-2 3-1,-2-1 1,-1 1-124,0 0 0,0-3 0,-1 3 0,-2 0 15,0-1 0,-1 2 1,-2-1-1,0 1-82,-2 1 0,0 1 1,-3 1-1,-1 3-156,0 1 0,0 3 1,-1 3-1,3 2-3,1 1 1,3 1 0,4 5 0,4 2 97,2 3 0,8-1 0,6 0 0,6-2-107,5-1 0,3-4 0,4-3 0,1-5-171,0-6 0,-5-2 0,3-4-56,-3-2 0,2-4 0,-9-6 0,-5 1 0,-2-2-1060,-3-1 0,-3 1 1,-3-2-1,-2-1 1414,-4 1 0,-3 2 0,-1-1 0,-5-2 0,-2 1 0</inkml:trace>
  <inkml:trace contextRef="#ctx0" brushRef="#br0" timeOffset="15145">2288 1885 7700,'0'-4'1120,"0"1"0,0 3 1,3 0-1003,1 0 1,5-2 0,0-1 0,2-2-315,1-2 0,2-3 0,1-5 1,1-4-125,-1-3 320,0-4 0,-2-8 0,1-1 0</inkml:trace>
  <inkml:trace contextRef="#ctx0" brushRef="#br0" timeOffset="15665">2841 1680 7395,'0'-7'405,"-1"3"0,-1-1 166,-3 0 0,1 1 0,0 0-18,-1 1 1,-4 1-1,0 2 1,0 0-1,0 1 286,0 1 1,-1 3 0,2 7-587,-2 3 0,2 10 0,4 4 0,1 2 0,3 3-195,0 1 1,3-2-1,4 1 1,5-5-674,3-6 1,0-9 0,3-2 0,1-3-657,1-5 1,-1-7-1,0-3 1,0-6 257,-3-3 1,0-3 0,-3-1 1012,-2 1 0,2-5 0,-3 2 0</inkml:trace>
  <inkml:trace contextRef="#ctx0" brushRef="#br0" timeOffset="15962">2977 1694 8001,'-6'0'514,"-1"0"0,2 0 1,1 0-1,-2 3 207,0 1 1,2 3 0,2 2 0,1 3-359,1 3 1,1 4 0,2 3 0,4 1-467,4 1 0,2-4 0,1 0 0,1-3-365,1-1 0,2-6 0,-2-3 0,-1-4-61,0-2 1,-1-5 0,-2-4 0,0-4 95,-3-6 0,-4-5 1,-1-4 488,-1-2 1,-1-2 0,-2 3 0,0 3 0,0 2 1717,0 3 1,0 11-1091,0 5 0,0 11 1,0 8-1,1 4-560,1 4 1,2 1-1,4 0 1,0 0-84,1-2 0,0-3 0,-1-3 1,0-1-1943,1-5 1,1-4-1,-1-4 1901,0-1 0,3-4 0,-2-1 0</inkml:trace>
  <inkml:trace contextRef="#ctx0" brushRef="#br0" timeOffset="16195">3333 1653 7652,'-3'13'848,"2"-1"0,-1 1 0,0 3 107,0 0 0,1 3 0,-1 3 0,0 2-550,0 0 1,1-1-1,-1 1 1,0 0-237,0-2 0,1-4 1,-1-3-1,1-3-147,1-3 1,0-5-76,0-4 1,0-4 0,0-5 106,0-2 0,3-4 1,1-3-1,1-2 0,-1-3-113,2-3 1,0-2-1,0 1 1,-1 0-415,0 3 0,-1 3 0,3-1 0,0 3-1165,0 3 1,-1 4 0,2 2-1,0 3 1638,1 3 0,1 6 0,2 4 0,3 5 0</inkml:trace>
  <inkml:trace contextRef="#ctx0" brushRef="#br0" timeOffset="16428">3503 1776 7652,'9'16'0,"1"-1"236,-2 1 1,0-3 0,1-2 961,3-4 0,-2-3 0,-1-5 0,-1-2-583,1-4 1,-3-4 0,2-4 0,-1-2-433,-2-3 1,-3 1-1,1-4 1,-3 2-158,0 0 0,-3 3 0,-1 2 1,-3 0 93,-2 3 0,0 7 0,-2 0 0,-1 2 128,-1 2 0,0 5 0,1 2 0,1 4-12,1 5 0,1 2 0,1 6 0,0 0-142,2 3 0,3 3 0,0 0 1,0 1-935,1-1 0,5-2 0,3 1 1,3-6 232,2-4 0,1-7 0,4-3 1,2-4 606,2-2 0,0-7 0,1-2 0</inkml:trace>
  <inkml:trace contextRef="#ctx0" brushRef="#br0" timeOffset="16539">3736 1844 7652,'9'-4'1897,"0"2"1,-2 1-1,-4 2 2298,0 1-5214,3-1 1,-5 2 1018,4-3 0,-4-3 0,2-1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12:11.884"/>
    </inkml:context>
    <inkml:brush xml:id="br0">
      <inkml:brushProperty name="width" value="0.06" units="cm"/>
      <inkml:brushProperty name="height" value="0.06" units="cm"/>
    </inkml:brush>
  </inkml:definitions>
  <inkml:trace contextRef="#ctx0" brushRef="#br0">449 2913 7357,'0'-9'-23,"0"1"1,-1 2-1,-1-1 1,-1-2 186,1-1 0,-2-5 0,-2-1 0,-2-4 285,0-6 0,-5-4 0,-1-8-218,-3-2 1,-4-13-1,-2-6 1,-1-4 0,1-5-98,0-2 0,2 4 1,-1-12-1,1-2-29,2-2 1,4 4-1,1-3 1,2 1-31,1 2 0,2 11 0,1-7 0,2 5-133,0 5 0,0 10 1,-3 2-1,1 9 114,-1 10 0,1 7 0,0 5 0,1 1 23,1 0 1,1 7 0,-3-3-1,1 2-13,2 4 0,3-1 0,-1 1 0,2-2-228,1 2 0,0 3 1,0 1 33,0 0-349,0 2 406,0 0 122,0 4 543,0 0 1,1-4-497,2-2 0,-1-2 1,3-4-1,3-2-30,3-2 1,6-6 0,6-4 0,4-6 38,4-4 1,9-2-1,11-4 1,6-4 9,5-4 1,1 1 0,9-5 0,-1 3-70,1 2 0,-8 8 1,-1 3-1,-6 8-38,-7 10 0,-8 6 0,-6 6 1,-6 2-38,-7 4 1,-8 2 0,-4 1 0,-1 3 39,-1 1 1,-4-2-383,1 3-338,-4-4-808,2 1 1002,-4-3 1,-4 0-1,-3 1 513,-3 2 0,-4 2 0,-3 4 0</inkml:trace>
  <inkml:trace contextRef="#ctx0" brushRef="#br0" timeOffset="467">854 198 7731,'0'-5'446,"0"-3"0,1 4 0,2-2-141,3 0 0,1 0 0,3-2 0,1-2-193,4-1 0,2 0 0,3-3 1,4-1-25,4 2 0,0-3 0,2 2 1,1 1-174,0 1 1,-4 3 0,1 1-1,-3 2 22,-2 4 0,-7 5 1,1 7-1,-4 7 111,-2 8 1,-6 10-1,-3 7 1,-4 5 67,-3 3 0,-7-2 1,-3 4-1,-4-2 186,-4-3 1,1-9-1,0 3-606,0-1 1,0-1 0,4-8 303,2-2 0,4-6 0,0-2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12:13.251"/>
    </inkml:context>
    <inkml:brush xml:id="br0">
      <inkml:brushProperty name="width" value="0.06" units="cm"/>
      <inkml:brushProperty name="height" value="0.06" units="cm"/>
    </inkml:brush>
  </inkml:definitions>
  <inkml:trace contextRef="#ctx0" brushRef="#br0">298 440 7881,'-14'-5'148,"3"2"0,-3 2 0,1 1 1,-1 1 19,-1 2 0,1 2 0,-3 4 1,-1 3 2,1 2 1,3-1-1,0 2 1,2 0-80,1 1 0,6-1 0,2-1 0,2 2-84,1 0 0,8 0 0,3-1-120,4 0 1,4-1 0,1 3 0,2 1 0,0-1-12,-2 0 0,-2-2 0,-1 1 0,0 0 15,-3-1 0,-3 1 0,-5 1 0,-3 0 307,-2 0 1,-9 2 0,-3 1 0,-5 2 143,-5 0 1,-1-1 0,-3-4-215,-1 0 0,-3-3 0,1-3 0,2-2 0,2-3-49,0 0 0,6-4-1152,1 1 0,6-6 1072,3-3 0,11-5 0,6-2 0</inkml:trace>
  <inkml:trace contextRef="#ctx0" brushRef="#br0" timeOffset="183">427 646 7926,'0'6'29,"0"0"1,0 2-18,0 2 1,-3 2 0,0 4 0,0 3-5,0 2 1,2-1 0,-2 2 0,2 0 28,1 0-37,-4-6 0,3 8 0,-3-6 0</inkml:trace>
  <inkml:trace contextRef="#ctx0" brushRef="#br0" timeOffset="334">470 353 7758,'-4'-4'-496,"2"0"0,-3 4 176,-2 0 1,2 1 0,0 2 319,2 2 0,0 3 0,-1 1 0,-1-1 0</inkml:trace>
  <inkml:trace contextRef="#ctx0" brushRef="#br0" timeOffset="867">591 414 7901,'0'17'118,"-1"0"0,-1 0 1,-1 2 89,1 1 1,0-4 0,0 4 0,-1 1-3,1 0 0,2 0 1,0-3-1,0-1-176,0 0 1,0-3-1,0-3 1,0-1-284,0-2 0,2-2 94,1 0 0,1-5 93,-1-1 0,-2-4 0,2-6 0,-2-1 41,-1-4 0,3-5 0,0-3 30,-2-2 0,4 0 1,0-1-1,1 0 26,0 0 0,-2 0 0,3 1 1,-2 2-1,0 3 13,-1 2 0,1 5 0,2 2-20,-1 4 0,-4 8 0,1 8 50,1 4 1,-3 7-1,2 3 1,-2 2 0,-1 1-15,0 0 1,0 0-1,0-1 1,0-1-55,0-1 0,3-4 1,0 0 1,-1-4 1,-1 1 0,0-6-40,1-2 1,0-3 0,3-7 0,0-4 4,0-6 1,-2-7 0,2-5-18,2-3 1,2-7-1,1-4 1,2-2 0,-1-1 44,2-1 0,-4 6 0,3 2 1,-3 5 80,0 4 1,-1 6 0,1 10-19,0 5 0,-4 5 1,-3 9 15,-1 1 1,-1 5 0,0 5 0,0 1 0,0 1-163,0-1 1,0 3 0,0-3-213,0 0 0,1 2 1,1-4-1,1 0 1,-1-2-1611,-1-1 1903,-1-4 0,4 4 0,1-4 0</inkml:trace>
  <inkml:trace contextRef="#ctx0" brushRef="#br0" timeOffset="1016">970 310 7890,'0'10'93,"0"1"1,0 4 272,0 1 0,0 2 1,0 1-1,0 3-338,0 3 1,0-5 0,0 3 0,0-3-428,0-3 1,0-4-1,1-2 399,2-5 0,-2 2 0,3-3 0</inkml:trace>
  <inkml:trace contextRef="#ctx0" brushRef="#br0" timeOffset="1149">1013 121 7859,'-6'0'0,"1"0"0,-1 4 0,-3 0 0</inkml:trace>
  <inkml:trace contextRef="#ctx0" brushRef="#br0" timeOffset="1383">1091 69 9265,'0'10'557,"0"2"0,1 5-298,2 5 1,-3 5-1,4 4 1,-1 5-308,0 5 1,1 1 0,-2 6 0,1 0-348,-1 0 0,-1-9 0,-1 0 1,2-5-24,1-4 0,3-12 0,-2-5 1,1-5-536,1-4 953,2-2 0,1-10 0,-1-1 0</inkml:trace>
  <inkml:trace contextRef="#ctx0" brushRef="#br0" timeOffset="1716">1349 224 7859,'4'-12'118,"-3"5"0,2-2 375,-2 2 1,-2 3-181,-2 1 1,-2 2 0,-3 2-1,-1 2-49,0 3 0,2-1-1,0 3 1,2 2-184,1-1 0,1 5 1,1 0-1,-1 3-115,1 3 0,1-1 0,1 1 0,0-1-186,0 1 1,3-5 0,1 2 0,0-5-95,3-4 1,2-4 0,1-5 194,2-1 1,2-7-1,-2-6 1,-2-4 51,0-1 1,0-6 0,0 3 0,-3 0 0,1 1 491,0 2 1,-3 6-242,-3 3 1,-1 7 0,-1 6 0,0 7-234,0 6 1,-2 2 0,-2 6 0,0 0-277,0-1 0,1 0 0,3-3-229,0 1 1,0-4-1,0-4 555,0-3 0,0-4 0,0-1 0</inkml:trace>
  <inkml:trace contextRef="#ctx0" brushRef="#br0" timeOffset="1983">1547 129 7628,'6'-3'562,"0"3"0,-4 3 0,1 6 0,-1 1-275,1 1 0,-2 0 1,1 3-1,-1 1-98,-1 2 1,0 3 0,0 1 0,0 1-172,0 2 1,0-2 0,0 0 0,-1-1-183,-1-2 1,1-4-19,-2 0 0,2-11 0,1-5 0,0-11 77,0-9 0,4-8 0,2-2 1,4-4 37,1-2 1,5 4 0,-2 0-70,2 2 1,2 3 0,0 4 0,1 3 0,2 2-355,1 3 0,-3 2 490,1-1 0,-2 3 0,0 3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13:58.085"/>
    </inkml:context>
    <inkml:brush xml:id="br0">
      <inkml:brushProperty name="width" value="0.06" units="cm"/>
      <inkml:brushProperty name="height" value="0.06" units="cm"/>
    </inkml:brush>
  </inkml:definitions>
  <inkml:trace contextRef="#ctx0" brushRef="#br0">256 0 9345,'-6'1'474,"1"1"1,2 5-1,3 4 1,1 3-279,1 1 1,1 3 0,2 4 0,0 2-111,0 2 1,-1-3 0,0 4 0,1-1-1077,-2 0 0,0-7 0,-3-2 990,0-4 0,0 1 0,0-3 0</inkml:trace>
  <inkml:trace contextRef="#ctx0" brushRef="#br0" timeOffset="432">188 229 7831,'0'6'-87,"0"1"1,0 0 0,0 0 273,0-1 0,0 3 0,1 1 0,1 1-90,3 3 0,2 0 0,1 4 0,2 2 46,3 1 0,0-2 0,4 1 0,0-1 12,0-2 0,-2-6 0,1-5 1,-1-2-141,0-3 0,-3-4 0,2-4 0,-2-6-44,-2-4 0,0-3 0,-4-3 0,1-1 12,0-2 1,-1-1 0,0 2-1,-1 1-957,-3 4 1,-1 5 0,-1 0 973,0 3 0,0 2 0,0 3 0</inkml:trace>
  <inkml:trace contextRef="#ctx0" brushRef="#br0" timeOffset="952">68 725 7783,'2'8'0,"1"1"-95,1 2 0,-1 2 0,3 1 282,1 1 0,4 2 0,0 1 0,1 0 1,0 0 212,-1-1 0,-2 0 0,0-4 0,-3-2 270,-1-2-581,1-5 1,-9-3-1,1-3 1,-4-1-43,-3 0 0,-1 3 0,-4-3 1,0 0-65,-1 1 1,0 0 0,0 2 0,1 0 57,0 0 1,1 0 0,0 1 44,2 1 1,2 5 0,5 4 0,1 2 0,3 3-94,0 2 1,5 2 0,4 2 0,3-1-208,2-1 0,0-3 1,1-5-1,1 0-224,1-3 0,1-4 1,2-1-1,-2-2 31,0-3 1,-3-3-1,1-7-1242,-2-2 1649,-1-8 0,-2 0 0,-1-6 0</inkml:trace>
  <inkml:trace contextRef="#ctx0" brushRef="#br0" timeOffset="1215">242 846 7824,'0'8'109,"0"1"0,0 2 311,0 1 0,2 3 0,1 0 0,5 4-125,2 3 1,1-2 0,2 0-1,1-5-119,2-3 1,-1-3-1,1-4 1,0-4-182,-1-2 0,-5-6 0,1-4 1,-3-3-378,-1-4 0,-4 0 1,0-4-1,-3 1 242,0 1 0,-3 1 0,-3 0 0,-3 0 65,1 0 0,-2 6 0,-1 1 1,-2 3 23,0 3 1,-1 1 0,1 1-1,-1 2-157,1 1 0,4 2 0,1 1 1,2 2 40,1 2 1,2 1 0,1 0 0,2 0-286,2-1 1,1 1-1,3 0 452,4-1 0,-1-2 0,1-1 0</inkml:trace>
  <inkml:trace contextRef="#ctx0" brushRef="#br0" timeOffset="1549">397 779 7824,'4'0'546,"0"0"-375,2 0 1,0 4 0,0 2-1,0 3 95,0 4 0,0 1 0,2 5 0,1 3-111,0 1 1,-2-1 0,2 2 0,-2 0-21,0 0 1,0-5-1,0 0 1,-1-4-164,1-2 1,-2-5-79,-1-1 1,-3-5-1,2-6 1,-3-4-101,0-4 0,0-3 0,-3-5 0,0-1 93,-1-1 1,0-2 0,3-3 0,-1 0 24,0 1 1,1 3 0,1 2 0,0 1 36,0 2 1,1 5 0,1 2 0,3 5 184,1 1 0,1 5 1,1 2-1,1 5-13,0 5 1,0 1 0,0 5-75,-1 0 1,2 2 0,-1 0 0,-1 0-1,0 0-75,1 0 1,-1-2-1,1-1 1,-2-1-801,-3-3 1,1-3-240,-3-3 1,1-9 1066,-3-5 0,-3-7 0,-1-3 0</inkml:trace>
  <inkml:trace contextRef="#ctx0" brushRef="#br0" timeOffset="1782">772 531 7824,'0'6'531,"0"1"-132,0 0 1,0-3-1,-2 1 1,-1 1-161,-1 2 0,0 1 0,-3 4 0,1 2-15,-1 1 0,-1 0 1,1 1-1,-1 0-450,2 0 1,2-3 0,0 0-1,1-2-516,3-3 0,0-2 0,0-3 1,3-2 130,1-3 0,2 0 0,1-4 611,-1-2 0,4-3 0,1-3 0</inkml:trace>
  <inkml:trace contextRef="#ctx0" brushRef="#br0" timeOffset="1948">846 591 7824,'4'7'155,"0"3"0,-3 1 1,1 1 118,0 2 1,-1 3 0,1 2 0,1 2-38,1 3 0,-2-3 0,2 6 0,-1-1-463,1 0 1,-2-4-1,2-2 1,-1-2-348,-2 0 0,2-3 0,0-4 0,-2-2 573,0-1 0,-4-1 0,-1-1 0</inkml:trace>
  <inkml:trace contextRef="#ctx0" brushRef="#br0" timeOffset="2080">839 866 7764,'0'-7'757,"0"-1"1,0-1-391,0 0 0,0 1 1,1 1-1,1-1-216,0-1 0,3 3 0,0-3 1,1 2-170,3 0 1,0 1 0,1-1 0,0 1-857,1 1 0,0-1 874,2 2 0,-2-5 0,-1-1 0</inkml:trace>
  <inkml:trace contextRef="#ctx0" brushRef="#br0" timeOffset="2881">1242 665 8482,'0'4'362,"0"1"0,0 0 0,0 1-230,0 1 0,2 3 0,1 4 0,1 3-60,1 2 1,-1 4-1,1 1 1,-1 0 34,0-2 1,-1-1 0,-1-4 0,0-1 32,0-2 0,-2-3-340,0-2 0,0-8 0,0-4 0,0-5-33,0-5 1,0-5 0,-2-4 155,0-3 1,0-1 0,2-1 0,0-2 0,0 0 68,3-2 1,-2 3 0,4 0 0,0 4 36,1 4 0,1 8 1,0 3 118,2 5 1,-2 8 0,3 5 0,-1 7 0,0 5 88,-1 3 0,2 3 0,-1 1-281,-1-1 1,0 0-1,-2-4 1,1 0 0,0-2-337,-1-1 0,1-7 0,-1 0 1,-1-3-250,0-2 1,-3-3 0,2-4 628,2-2 0,-3-3 0,3-6 0,-3 0 0</inkml:trace>
  <inkml:trace contextRef="#ctx0" brushRef="#br0" timeOffset="3148">1511 759 7904,'3'-7'-37,"0"0"1,3 1 0,0-1 151,-2 0 1,1-2 0,3 0 0,0 1 144,0-2 1,-2-1 0,3-2-1,-2 0-15,0-1 1,-2 1-1,-2-1 1,0 1-145,-1-1 0,-1 4 0,-1 1 0,-1 2-106,-1 3 0,-2-1 0,-3 2 0,0 3 119,-2 1 0,1 4 1,-1 3-1,2 1 53,0 2 1,0 0-1,2 3 1,0 0-18,3 1 0,1 0 1,1 2-1,0 1-64,0-1 0,0-2 0,1 0 0,1 0-467,3 1 1,0-2 0,2 1 0,1-2-368,1-2 0,1-3 0,3 1 0,-1-2-254,-1-3 0,-1-2 1002,1-4 0,2-2 0,-2-2 0</inkml:trace>
  <inkml:trace contextRef="#ctx0" brushRef="#br0" timeOffset="3414">1752 699 7904,'7'-10'191,"0"2"1,-1-2 0,1 1-33,0 1 0,-3-1 1,0-5-1,-1 1-40,-1 0 0,-2 1 0,0 0 0,0-1 104,-3 1 0,0 0 0,-4-1 1,0 2-38,0 2 1,0 4 0,-1 1 0,-1 1-39,1 2 1,0 4 0,1 4 0,1 3-35,2 3 0,1 4 0,3 2 0,0 4 20,0 3 0,3-2 0,1 4 0,2-1-146,1-2 0,0-4 1,0-1-1,2-1-341,-1-3 0,4-5 0,-1-1 0,0-4-294,0-4 1,0-4 0,1-3-1,-2-4 103,0-5 0,-2-3 1,-3-7-1,-1-5 544,-1-3 0,-1 0 0,-2-4 0</inkml:trace>
  <inkml:trace contextRef="#ctx0" brushRef="#br0" timeOffset="3715">1880 457 6905,'3'7'358,"-2"-1"0,1 1 0,-1 0 401,1-1 0,0 2 0,2 1 1,1 2-323,-1 2 1,2 0-1,-2 1 1,2-1-272,1 0 1,-1 1 0,1-1 0,0 1-252,0-1 1,-4-2-1,0 0 122,-3 1 0,0-2 0,0-1 1,-3-1-509,-1-2 1,-3 1-1,-1 0 1,-2 0 167,0 2 1,2-1 0,-1 3-1,1-1 240,2 1 1,1 0 0,1 2 0,1 1 136,2-1 1,4-2-1,3 0 1,3 1 49,1-2 1,1 0 0,2-4 0,-1-2-99,-1-2 0,0-2 1,2-2-1,-2-3-107,-2-3 0,-1-1 0,-2-4 0,1-2-482,0-1 0,-4 0 0,0-2-41,-3 0 0,0-2 604,0 0 0,-3-3 0,0-1 0</inkml:trace>
  <inkml:trace contextRef="#ctx0" brushRef="#br0" timeOffset="4480">2477 537 8055,'-3'-6'426,"-1"2"0,0-1 0,-1 3-225,0 0 1,-3-1 0,-2 1 0,1 0 0,-1 2 165,2 3 1,0 3-1,0 7 1,1 4-183,4 5 1,1 5 0,3 4 0,2 3-53,4 3 1,3-2-1,5-1 1,1-4-154,2-5 1,-3-10 0,3-4 0,1-5-8,0-4 0,-4-7 1,-2-5-1,-2-6-421,-1-6 0,-4-3 1,0-8-1,-2-3 211,-3-3 0,-4 3 0,-2-3 217,-4 4 0,-5 2 1,0 8-1,-2 7 1,-2 4 73,-1 5 0,3 5 0,-3 2 1,3 2 18,4 2 1,3 4 0,2 4-1,3 0-314,1 2 1,0-2-1,4 1 1,1-1-15,0 1 1,5-2-1,1 0 1,1 0-536,3-1 0,4-5 1,2 2 789,1-4 0,1-1 0,1 0 0</inkml:trace>
  <inkml:trace contextRef="#ctx0" brushRef="#br0" timeOffset="4664">2752 410 8012,'-6'3'0,"-1"1"349,0 2 0,0 3 0,1 1 1,-1 0 180,0 2 1,4 4 0,0 1-1,3 2-274,0 1 0,0 2 0,0 4 0,3 2-187,1 1 1,1-3-1,1 2 1,1-1-596,0-2 1,-1-7 0,-2-2 0,1-5-2785,-2-3 3310,0-2 0,-6-2 0,0-1 0</inkml:trace>
  <inkml:trace contextRef="#ctx0" brushRef="#br0" timeOffset="4797">2658 719 7870,'-3'-9'624,"0"3"1,2 0-272,-1 0 0,1-1 0,-1 0 0,4 1-5,2-1 1,3 0-1,2 0 1,2-1 16,2-1 1,1-1 0,2 2 0,2-1-441,1 1 1,2-1-1,0 2 1,0-1-4202,1 0 4276,-6 2 0,7-7 0,-6 2 0</inkml:trace>
  <inkml:trace contextRef="#ctx0" brushRef="#br0" timeOffset="5432">3323 417 7869,'-11'-9'-261,"-1"3"303,0 0 1,1 1-1,-1 0 1,1 3 0,1 2 572,-1 2 1,5 3-1,0 3 1,3 4-315,1 3 1,4 1 0,3 3-1,2 1-179,2 1 0,1-1 0,3 4 1,1-1-207,-1 1 0,1-1 0,-2 0 0,0-2 140,-4-1 1,0-1 0,-2-1 0,-2-2 0,-1-1 0,-3-6 0,-3 0 0,-2 0 32,-3-3 1,-2-3 0,-4 0 0,0 0-129,-2-1 1,1-2 0,-1 0-1,0 0-852,1 0 1,5 0 0,-3 0 0,4 0 223,3-3 1,2 0 0,4-4 235,0 0 0,3 1 431,1-1 0,5 0 0,2 0 0</inkml:trace>
  <inkml:trace contextRef="#ctx0" brushRef="#br0" timeOffset="5698">3491 584 7869,'17'-6'0,"-2"-1"0,-3 0 0,-1 1 0,-2-1 241,0 0 0,-2 0 0,-1 1 0,-1-1 98,-3 0 1,-2 0 0,-2-1-1,-3-2-112,-1-1 1,-4 3 0,0-1 0,-2 2-9,-1 0 1,1 1-1,-4 2 1,2 1-21,0 3 0,1 1 1,0 3-1,1 3-62,1 3 1,3 2 0,0 4 0,3 3-96,2 5 0,3 1 0,0 4 0,0-2-129,3 0 0,0-2 1,4 1-1,1-1 14,0-2 1,3-4 0,2-5-1,1-3-1214,-1-5 0,1-4 1,1-3-1,2-6-515,0-5 1802,-2-2 0,4-11 0,-2 0 0</inkml:trace>
  <inkml:trace contextRef="#ctx0" brushRef="#br0" timeOffset="6180">3725 410 7869,'-11'-4'206,"0"2"1,2 1 0,-2 1 0,0 0 350,0 0 0,-1 4 1,1 2-1,1 3-121,1 1 1,1 4-1,2 4 1,2 2-80,2 3 0,2-2 1,2 3-1,3 1-301,3 1 0,1-6 1,2 2-1,1-4-455,0-3 1,2-4 0,-1-3 0,1-3-342,-1-3 1,0-2 0,0-3 0,-1-3 189,-1-5 0,0-5 0,0-3 0,-2-4 126,-2-1 0,-1 0 0,-1-2 0,-2 2 424,0 2 0,-3 5 0,3-2 0,-3 1 106,0 3 1,-3 7-1,-1 2 1,-2 2-8,-1 2 0,1 5 0,-1 1 0,1 2 733,1 1 1,0 2-1,3 0 1,1 2-383,0 1 0,1-2 0,0 1 1,0 1-366,0-2 0,1 2 0,1-3-173,2-1 0,2 0 1,2-2-1,0-2 1,2-2-122,0-1 0,-1-2 1,1-1-1,0-3-348,-2-3 0,2-5 0,-1-4 0,-1 0 347,0-1 1,-5 1 0,0 2 0,0 0 324,-1 2-56,0 3 0,-1 7 0,0 7 0,2 7 24,1 3 0,-2 3 0,2 1 0,0 0 199,-1-2 0,0 0 0,1-3-874,1 1 0,-1-5 0,1-2-141,0-4 0,-2-8 733,2-1 0,-4-8 0,2-1 0</inkml:trace>
  <inkml:trace contextRef="#ctx0" brushRef="#br0" timeOffset="6447">3987 417 7869,'4'-3'0,"2"2"0,-2-1 0,0 4 0,0 2 0,0 3 824,-1 2 1,-1 1 0,1 4 0,-1-1-490,0 1 0,1 2 0,-1 1 0,0 2-313,-1 1 0,2-4 0,0 4 0,-2-3-321,0-2 0,-1-3 109,0-1 0,0-7 0,0-4 1,0-8-171,0-7 0,0-2 1,0-3-1,1-1 194,1-1 0,-1 1 0,2-1 0,-1 1 98,0 1 1,3 2 0,-1 3 0,1 1-199,-1 0 1,1 2-1,1 0 126,1 3 1,0 2 0,-1 1 0,1 1 139,0 3 0,2 1 0,2 1 0</inkml:trace>
  <inkml:trace contextRef="#ctx0" brushRef="#br0" timeOffset="6731">4256 443 7869,'6'3'2,"1"-1"1,0 0 186,0 1 0,-3-2 0,1 1 0,0-2 179,1-2 0,0-2 0,-1-3 0,-1 0-315,-1-2 1,-1 1 0,-2-3 0,0 1-92,0 0 1,-3 1 0,-2-2 0,-3 1 69,-1 2 0,-3 2 1,1 1-1,-2 3 78,0 1 0,2 3 0,0 1 0,-1 5 151,2 1 1,1 3 0,5 2 0,1 1 121,3 3 0,0 2 0,0-1 0,3 1-10,4 0 0,3-4 0,3 3-318,1-1 0,2-6 0,2-6 0,1-3 1,1-3-970,1-2 0,1-5 1,0-7-1,-2-3-859,1-2 0,-5-2 1773,2 1 0,0 0 0,-1 0 0</inkml:trace>
  <inkml:trace contextRef="#ctx0" brushRef="#br0" timeOffset="7330">4900 256 7772,'-10'-7'-195,"0"1"1,-3 1 506,2 3 0,-2 1 0,3 3 0,-1 2 0,2 6 94,-1 4 1,5 5 0,-2 5 0,2 3-148,1 0 0,1 4 0,4 1 0,2 0-78,4-2 1,0-3 0,4 2 0,1-4-234,1-3 0,-2-5 1,0-3-284,1-1 0,-1-1 0,-1-4 0,0-3 0,-1-1-156,0-3 1,1-4 0,1-3 0,-2-6-1176,-1-6 1666,-2 1 0,1-13 0,0 3 0</inkml:trace>
  <inkml:trace contextRef="#ctx0" brushRef="#br0" timeOffset="7696">5001 256 7918,'3'-4'350,"-3"1"1,3 4 0,-3 1 0,0 3-68,0 3 1,0 3 0,0 4 0,0 2-25,0 3 0,0-1 0,0 6 0,0 0-56,0 1 1,1-1-1,1-1 1,1 0-149,0 0 0,2-3 0,2 0 1,-1-4-114,1-3 0,-3-6 0,1-1 0,0-4-197,1-3 1,-1 0-1,-1-3 1,1-5 31,1-5 0,-1-3 1,-1-4-1,1-1 132,1-1 1,1 2-1,0-1 1,0 0 81,-1 2 0,1 3 175,0 4 0,-1 7 0,0 8 0,0 8 6,-2 5 1,-2 6 0,2 3-1,-1 1-385,-2 1 1,3-2 0,0-2 0,0-2-166,1-1 1,-1-5-1,3 0 1,0-5-378,-1-3 0,2-7 0,0-2 541,1-6 1,0-7 0,-2-4 0,-1-1 213,-2-3 0,5-5 0,-1 0 0</inkml:trace>
  <inkml:trace contextRef="#ctx0" brushRef="#br0" timeOffset="7963">5276 336 7918,'-2'-7'0,"-1"1"419,-1 2 1,-1 2-1,-1 5 233,-1 3 0,3 4 0,0 4 1,1 2-329,1 2 1,2-1-1,0 0 1,0 0-171,0 0 0,0-1 0,0 0 0,3-1-70,4-2 0,0-4 0,2-1 1,1-2-320,1-1 1,0-5 0,-1 0 0,1-4-143,-1-4 0,1-3 0,0-5 0,-2-3 217,-2-2 1,0 0-1,0-2 1,-1 2 251,1 1 0,-3 5 1,0 3 44,-1 1 1,0 6 0,-1 6 0,0 5-29,-1 4 0,0 4 0,-1 1 1,0 1-605,0 1 0,2-1 0,1 0 0,-2 0-331,0-1 0,2-5 0,1 3 0,0-3 826,0-1 0,1-5 0,2-1 0</inkml:trace>
  <inkml:trace contextRef="#ctx0" brushRef="#br0" timeOffset="8296">5497 349 6371,'0'-6'2269,"0"2"-1662,-3 2 0,3 5 0,-3 4 0,3 3-196,0 3 0,0 1 0,0 1 0,0 1-199,0 1 0,0-1 0,0 1-98,0-1 0,2 2 0,0-2 0,0-2-77,1-2 0,-1-2 1,2-4-263,2-2 1,-3-4 0,1-7 0,-1-4 8,-2-4 0,2-3 0,0-5 0,0-2 225,0-3 0,3-1 1,-2 0-1,2 0 51,1 3 1,-1 7 0,1 2 0,0 5 130,0 5 1,-3 4 0,1 6 0,0 4-132,1 6 1,-2 1 0,0 4 0,-1 1-317,-2 0 0,2 1 0,0 0 0,-1-2-468,1 0 1,-2-3 0,2 1-346,0-2 0,-2-1 0,4-2 1069,0-2 0,1-2 0,0-3 0,1-1 0</inkml:trace>
  <inkml:trace contextRef="#ctx0" brushRef="#br0" timeOffset="9080">5712 323 7918,'-1'-5'1101,"-1"1"1,1 3 0,-1 1 0,1 4-714,1 2 1,0 3-1,0 0 1,0 2-170,0 1 0,1 0 0,1 2 0,0-1-57,-1 1 0,1-1 0,-1 0 1,2-2-405,1-2 0,-2-2 0,1-1-91,0-1 1,-2-2-1,3-5 86,-1-2 0,1-4 1,-1-6-1,0-2 92,0-1 1,0-1 0,-1 1 0,1-1-12,0 0 0,1 0 0,1 3 0,-1 1 347,-1 3 1,2 5 0,0 0 0,1 2 61,0 2 1,-1 3-1,-1 4 1,2 4-103,0 3 0,-2 4 0,0 2-351,-1 1 0,1 1 1,-1 1-1,0 1 0,0 0-545,-1 0 1,1-6-1,-1-4 1,0-1-179,1-3 0,-1-4 1,2-3 932,1-5 0,-1-1 0,0-5 0,-1-1 0,1 1 0,-2-1 0,3 0-64,0 2 1,-1 0 0,0 0-1,-1 0 700,1 2 0,-2 2 0,3 2-85,0 0 1,1-2-1,1 2 1,-1 0 0,1 0-68,0-1 1,-1-1 0,1-1 0,0-2-225,0-1 0,-1 1 0,-1-3 0,-1-1-114,-1-1 1,-1 2 0,-2 0 0,-1 0 67,-1 0 1,-2-1 0,-3 4 49,1 2 0,-1 0 0,0 4 1,0 0-1,1 3-91,-1 4 1,3 0-1,0 7 1,1 2-194,1 3 1,2 1 0,0 1-87,0 2 1,0 1-1,0-1 1,0 0-1,3 2-723,1-2 0,0-3 0,0-3 0,2-2-289,-1-2 1,3-5 0,0 0 0,1-3 453,-1-4 1,2-5 0,0-5-1,0-2 664,2-3 0,-2 0 0,-1-2 0,-2-1 0,0-4 0,0 2 0,-1-1 0,-1-1 0,-1 1 0,-2 1 0,0 2 0,-1 1 984,-1 2 1,-1 7 0,-1 2 451,-3 2 1,2 2 0,1 3-463,1 4 0,1 3 0,0 4-719,0 2 0,3 6 1,0 1-1,0 3 1,2 2-330,1-1 0,-1-1 0,-1 1 0,2 0-505,0-1 1,-2-1 0,0 0-1102,-1-1 0,1-6 0,-1-2-2260,1-3 3940,-3-4 0,2-6 0,-3-3 0</inkml:trace>
  <inkml:trace contextRef="#ctx0" brushRef="#br0" timeOffset="10122">2088 1128 7891,'0'-7'40,"0"1"1,0-1-1,0 0 273,0 0 0,-3 4 1,-2 1-55,-1 1 0,0 1 0,-1 0 0,0 1 12,-2 1 1,0 2-1,-1 5 1,0 2-11,2 2 1,1 1 0,1 2 0,0 2-36,2 1 1,2-1 0,0-1-1,2 0-81,2 1 1,1-6-1,3 1 1,1-3-246,1-1 0,1-5 0,1-3 0,0-2-200,2-3 0,-1-5 1,-1-3 140,0 0 1,1-6-1,-1-2 1,-1 0-1,1-1 66,-2 0 0,0 0 1,-1 2-1,-1 1 71,1 2 1,-3 5 305,1 2 1,-4 7 0,2 5 0,0 6 0,-1 3-19,-1 3 0,1 4 1,-1-1-1,2 1-448,-2 1 0,1 0 1,-1-1-1,1-2-67,0-1 0,1-7 0,0 3-571,0-4 1,0-4 0,1-3 0,1-2 0,-1-5 819,1-5 0,-1-3 0,3-6 0</inkml:trace>
  <inkml:trace contextRef="#ctx0" brushRef="#br0" timeOffset="10378">2276 1074 9300,'0'7'461,"0"0"0,0 0 0,1 1 0,0 3-65,1 2 0,0-2 0,-2 6 0,1-1-33,1-1 1,0 2 0,2-2 0,-1-1-23,1-1 0,-2 0 1,3-5-459,0-2 1,1-2-1,0-6 1,-1-2-230,0-5 1,-1-5 0,3-3 0,0-4-15,-1-2 1,1-1 0,0-2 0,-1 1 234,1 3 1,0 1 0,0 4 0,-1 3 373,1 2 1,-3 7 0,1 2-1,-1 6 116,0 6 0,1 6 0,-2 3 1,0 1-163,0 1 0,2 3 1,-2-1-1,0 0-80,0 1 0,1-4 0,-1 0 0,0-2-1719,0-4 0,2-4 0,-1-5 749,0-4 0,1-6 0,-2-6 1,1-3 468,1-3 0,-2-1 0,-1-1 378,-1 0 0,2-4 0,1 1 0</inkml:trace>
  <inkml:trace contextRef="#ctx0" brushRef="#br0" timeOffset="10660">2524 1014 6973,'7'-10'-278,"0"1"0,-2 3 0,1 3 1,-3 0 1089,0 4 0,3 3 0,-3 4 1,2 2 202,-1 0 1,0 1 0,1 2 0,0-1-608,0-1 0,0 0 1,0 2-1,-1-2-481,-1-2 0,0-2 0,-1-2-309,0 0 1,-1-4 0,-3 1 85,-2-1 1,-2-1 0,-2-1 0,0 0-209,-1-1 1,-2 0-1,2 4 1,1 4 508,0 2 1,2 2 0,1 4-1,1-1 761,1 0 0,1 2 1,3 0-1,1-1-243,3-1 0,3 0 1,1-4-1,0-1-168,0-1 0,2-3 0,2-2 0,1-2-141,-1-2 1,-2-2-1,-1-5 1,-1-2-1774,-1-2 1,-3-1 0,3 1 0,-4 0 1558,-1 2 0,-1-2 0,-2 3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14:14.978"/>
    </inkml:context>
    <inkml:brush xml:id="br0">
      <inkml:brushProperty name="width" value="0.06" units="cm"/>
      <inkml:brushProperty name="height" value="0.06" units="cm"/>
    </inkml:brush>
  </inkml:definitions>
  <inkml:trace contextRef="#ctx0" brushRef="#br0">19 205 8132,'0'-4'1384,"-2"2"0,0 1-1122,-2 1 0,2 0 1,-2 1-209,1 1 0,1 2 0,2 3 0,1 1 107,1 0 1,2 1-1,2-3 1,0 1-515,1-1 0,2-2 1,2-2-1,1-2-257,1 0 1,0-3-1,1-4 1,1-3 312,0-4 1,-2-3-1,-1-1 1,0 0 199,-2 1 1,-2 1 0,-2 1 0,-2 4 206,-2 4 0,-1 4 0,1 6 386,-1 4 0,0 8 0,0 4 0,2 4-154,1 4 0,-2-1 0,1 8 0,0 0 28,-2 1 0,0-2 0,-1 1 1,-1-4-94,-1-2 1,-2-6-1,-4-2 1,-1-3-214,-1-4 0,-1-4 1,-1-1-1,0-2-52,-1-2 1,4-2 0,-4-1-365,1-2 0,0-5 0,0-3 0,1-1 0,2-2-562,0-3 0,4 2 1,-1-2-1,2 1 215,3 1 1,3 1 0,2-1 698,2 0 0,3 0 0,1 0 0</inkml:trace>
  <inkml:trace contextRef="#ctx0" brushRef="#br0" timeOffset="284">327 211 8178,'-2'7'0,"-1"0"549,-3 4 0,2 1 1,-4 7-1,4 5-312,1 4 0,1 1 0,2 4 0,0-3-206,0-3 0,4-7 0,1-6 0,4-5-99,1-4 0,1-5 0,1-2 0,1-4-140,0-4 1,-2-2 0,-1-7 0,-1-4-195,-1-3 0,-3-1 0,-2-2 1,0-1 305,-1 1 1,-2 5 0,0 0 0,0 4 107,-2 3 1,-2 5 0,-2 6-76,-1 3 0,2 5 1,0 2-90,0 2 1,4 0-1,-1 2 1,1-1-1,1 2-1054,0-1 1206,3-1 0,3-1 0,4 1 0</inkml:trace>
  <inkml:trace contextRef="#ctx0" brushRef="#br0" timeOffset="568">488 185 8553,'-5'6'0,"2"-1"515,0-1 1,0 1-1,2 3 1,-2 2-372,2 2 1,1 0-1,1 3 1,2-2-173,1 0 1,0-2-1,3-1 1,1-1-235,1-1 0,-1-4 0,-1-2 0,-1-5-113,0-3 0,1-5 0,-1-5 0,-1-4 114,-1-2 1,-2-2 0,2-1 0,-1 0 13,1 1 0,-2 5 1,2 5 501,1 2 0,0 7 1,0 5-1,-1 7 154,1 5 0,2 4 0,1 4-256,0 1 1,1 0 0,-2 3 0,1-3 0,1 2-391,1 1 1,-2-4-1,2 4 1,-2-2-711,0-4 0,-4-5 947,2 0 0,-1-4 0,1 0 0</inkml:trace>
  <inkml:trace contextRef="#ctx0" brushRef="#br0" timeOffset="1150">1103 153 7888,'4'-2'206,"-1"-2"95,-3-2 0,-3 2 1,-1 2-1,-3 1 73,-1 1 1,-2 3 0,-1 2 0,0 3-37,0 3 0,2 1 0,0 4 1,2 3-331,1 1 1,0 2 0,2-1-1,1 1-527,3 1 0,3-3 0,2-1 0,2-3-114,4-3 0,4-6 0,3-2 1,2-5 298,1-2 0,1-5 0,-1-6 1,1-6 333,1-4 0,-3-2 0,-1 0 0,-3-1 0,-3 0 0</inkml:trace>
  <inkml:trace contextRef="#ctx0" brushRef="#br0" timeOffset="1417">1257 160 7888,'-9'0'330,"1"1"1,-2 0 0,0 2 104,0 0 1,2 0-1,-2 1 1,0 0 57,0 0 1,2 1-1,-1 0-378,2 0 0,4 2 0,1-2 0,4 1-189,2 1 0,2-5 1,3 4-1,2-2 86,4 0 1,-2-3 0,2 2-1,-1-3-470,1 0 0,-3 0 1,3-3-1,-2 0 139,-1-1 1,-2-1 0,-1 0 654,2 0 85,-5 1 1,0 2 0,-6 4-360,0 2 1,-2 2 0,-1 0 0,0 1-647,0-1 0,1 1-980,2-1 1,1-1 1563,1-3 0,1-3 0,4-5 0</inkml:trace>
  <inkml:trace contextRef="#ctx0" brushRef="#br0" timeOffset="1700">1418 147 7888,'4'-2'536,"0"0"0,-2 0-21,0 4 1,-2 3 0,-2 3 0,0 1-201,1 1 1,-2 0 0,1 3-1,0 1-164,-1 1 0,2-2 0,-1 2 1,1-1-130,1-1 0,0-3 1,0 0-379,0 0 0,1-5 0,1-6 58,2-5 1,2-6-1,0-5 1,2-2 6,0-3 0,-1 2 1,3-3-1,-2 1 222,1 1 1,0 4 0,-1 3-1,1 3 193,1 5 1,-2 3-1,0 6 1,0 4-13,-2 5 1,0 5 0,0 5 0,-1 2-371,-1 1 0,0-3 1,1 0-1,-2 1-283,0-3 1,2-3 0,0-2 540,0-4 0,2-2 0,-1-2 0</inkml:trace>
  <inkml:trace contextRef="#ctx0" brushRef="#br0" timeOffset="2367">1963 51 7888,'0'-7'-49,"-2"3"0,0 0 60,0-1 0,-1 1 0,1 0 214,1-1 0,0-1 718,1 0-427,-3 2 0,2 2-353,-1 4 1,4 3 0,1 4 0,-1 3 0,1 3-52,-1 1 0,1 1 1,-1 3-1,-1 0-101,0 1 0,1 0 0,0 1 0,0 1-76,-2 0 0,0-4 0,0-1 0,0-2-304,0-4 179,0-2 1,1-7 0,0-4 0,2-5 117,1-6 0,0-3 0,2-4 0,0 1 0,-1 0-14,-1 0 1,1 4 0,1 0-1,1 3-96,-1 2 1,-2 3 0,1 5 111,0 2 1,-2 4 0,1 5 0,1 4-276,-2 2 1,3 0 0,-2 2 0,2-2 49,0 0 1,1-2 0,1-3-1,2-3 295,0-3 0,3-5 0,3-4 0</inkml:trace>
  <inkml:trace contextRef="#ctx0" brushRef="#br0" timeOffset="2899">2207 70 7888,'-7'-2'569,"1"0"-190,-1 0 1,1 2-1,0 0 1,1 2-100,1 3 0,2 1 0,-2 3 0,1 2 74,2 3 1,0 1-1,2 1-419,1 0 0,2 1 1,2-2-1,1-2 1,0-1-222,1-4 0,0-3 1,2-3-1,0-2 28,0 0 1,-4-5 0,1-5-1,0-3 113,-2-4 0,-1-2 1,0-1-1,-1 0 196,0 1 1,-2 4 0,1 0 0,-1 2 745,-1 3 1,0 4-830,0 6 1,-2 6-1,-1 4 1,2 3-249,0 2 1,1-1 0,0 3-6,0-2 1,0 0-1,1-2 1,1-1-1,2-2-485,2-2 1,1-4-1,-1 1 770,0-1 0,1-5 0,-1-6 0,1-3 0,-1-2 0,0-1 0,1 0 0,-1 1 0,0-1 0,-2 0 0,1 3 0,-3 1 587,0 2 1,-1 4 63,-1 3 0,0 4 1,0 5-1,0 2-99,0 3 0,2 3 0,0 1-436,-1-1 1,2 3 0,0-3 0,0-1 0,2-2-14,1-1 1,-2-4 0,1-2 0,0-4-36,0-3 1,0 0 0,-1-3 0,0-4-186,0-3 1,2-2 0,-3-3-1,1 0-202,1-2 1,-4 2-1,1-1 1,0 0-400,0 2 1,-2 0 0,3 2-1,-1 2 108,1 1 0,-1 3 0,1 1 610,1 3 0,4 1 0,2 1 0</inkml:trace>
  <inkml:trace contextRef="#ctx0" brushRef="#br0" timeOffset="3116">2566 121 8006,'6'0'234,"1"0"0,-1 0 0,0 1 0,1 0-27,-1 2 1,1-1 0,-1-3-1,1 0 46,2-2 0,-4-2 0,1 1 0,-1-2-115,-1-3 1,-1 1 0,-3-2 0,-1-2-66,-1 0 1,-3 2-1,-3 0 1,-3 1 63,-1 3 1,-1 3-1,1 3 1,1 1 136,0 3 1,2 2 0,0 6 0,1 2 56,3 2 1,3 2-1,-1 3 1,3 1-313,0 1 0,5-2 1,2 2-1,2-1-659,2-1 0,4-4 0,3-4 0,0-4-686,1-4 1,1-7 0,-1-5 1325,0-3 0,0-5 0,1-1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14:19.177"/>
    </inkml:context>
    <inkml:brush xml:id="br0">
      <inkml:brushProperty name="width" value="0.06" units="cm"/>
      <inkml:brushProperty name="height" value="0.06" units="cm"/>
    </inkml:brush>
  </inkml:definitions>
  <inkml:trace contextRef="#ctx0" brushRef="#br0">26 180 7888,'-2'-4'-6,"0"0"0,-3 1 198,0-1 0,2 3 279,-1-1 1,2 2-238,0 2 1,1 4 0,2 5 0,0 2-383,2 5 1,-1 0 0,-2 7 0,2 3 140,0 2 1,0 3-1,-2 3 1,0-4 115,0-4 0,-1-7 0,0-5-134,-1-3 1,0-8 0,2-8 0,2-6-41,0-7 0,1-2 0,-1-8 0,2-3-275,2-4 0,0 2 1,2-3-1,-1 0 172,2-1 0,0 6 1,0 1-1,1 3 111,0 3 0,1 9 0,-2 1 1,-2 7 12,1 7-1,-4 4 1,0 8 0,0 1 239,0 2 1,0 1 0,-3 2-1,2 0-77,0 1 0,-1-1 0,1 1 0,-1-1 95,0-1 1,1-1-1,-2 0 1,1 0 190,0-2 1,-1-5-326,1-2 0,-1-7 1,2-4-256,0-6 0,-3-6 0,3-4 0,0-3 56,1-5 1,0 0 0,0-3 0,1 2 45,1 2 1,0 5 0,1 0 0,-1 5 8,1 4 0,-1 5 1,0 5-1,-1 5 343,-1 4 1,0 6 0,0 4 0,-1 3-316,0 2 1,-2 2-1,3 0 1,-2 0-113,0 1 0,1-5 0,0 3 0,-1-4-375,1-3 0,2-3 0,0-5 524,0-5 0,2-8 0,-1-4 0</inkml:trace>
  <inkml:trace contextRef="#ctx0" brushRef="#br0" timeOffset="317">340 161 7929,'-5'6'0,"0"1"115,0-1 1,3 1 0,-1 0 0,0 1 280,1 3 0,2 1 1,0 2-1,2 0-155,3 1 0,0 3 0,3-2 0,-1 0-239,2-1 1,2-2 0,-1-2 0,1-3-421,0 0 0,-3-6 0,2-2 0,0-5 129,0-5 0,-2-4 1,1-6-1,-3-3 42,-2 1 0,2-2 0,-2-1 0,0 1-12,0 0 1,-2 8-1,3 0 836,0 4 1,0 5 0,1 10-191,-2 7 1,1 3 0,-2 4 0,0 1-284,0 3 1,2-3-1,-2 1 1,2-1 40,-1-2 0,-2 2 0,2-4-538,-2-1 0,3-1 0,-2-5 1,0-2-2401,2-4 2793,-2-7 0,0-6 0,-3-5 0</inkml:trace>
  <inkml:trace contextRef="#ctx0" brushRef="#br0" timeOffset="485">597 142 7888,'0'-7'218,"0"1"0,-2 3 531,0 3 0,-1 4 0,3 3 0,0 3-352,0 2 1,0 1 0,0 5 0,0 1-206,0 1 0,3-3 0,-1 4 1,0 0-781,1 2 1,0-5-1,2 0 1,-1-3-927,1-3 0,0-4 1514,2-2 0,-1-5 0,1-5 0</inkml:trace>
  <inkml:trace contextRef="#ctx0" brushRef="#br0" timeOffset="665">699 110 7888,'0'-5'194,"0"1"1397,0-1-1160,0 2 1,3 10-1,-1 7-127,-1 2 1,2 1-1,0 1 1,0 4-417,0 2 1,1-1-1,-2 4 1,0 0-477,1-1 1,-2 0 0,1-1 0,-1-3-1159,-1-3 1746,0-10 0,0 6 0,0-8 0</inkml:trace>
  <inkml:trace contextRef="#ctx0" brushRef="#br0" timeOffset="798">706 270 7888,'0'-6'0,"0"-1"0,0 1 0,1 0 209,1 2 1,-1-2 0,3 2 164,1 1 0,1-2 0,1 3-670,-1 0 1,0 1-1,1-1 1,-1 0-658,1 1 953,-1 0 0,3-2 0,1 0 0</inkml:trace>
  <inkml:trace contextRef="#ctx0" brushRef="#br0" timeOffset="932">815 199 8132,'2'5'436,"0"-1"1,0-1 0,-1 2-1,0 3-361,2-1 1,1 3-1,-2 3 1,0 2-268,1 4 1,-2-1 0,3 3-1,-1-2-592,-2-2 0,2-2 0,-1-5-117,0-6 901,-2-10 0,0-10 0,0-7 0</inkml:trace>
  <inkml:trace contextRef="#ctx0" brushRef="#br0" timeOffset="1048">860 122 7746,'0'-10'-331,"0"2"1,-1 1 216,-1 3-68,1 1 1,-1 6 0,4 1 181,0 2 0,3 3 0,-2 1 0</inkml:trace>
  <inkml:trace contextRef="#ctx0" brushRef="#br0" timeOffset="1198">930 135 7888,'0'10'0,"1"2"0,1-2 0,0 1 469,-1 0 1,1 0 0,-1 3 0,1 2-185,-1 0 0,2 0 1,-1 3-1,1 1-255,-1 0 1,-1-1 0,1 1 0,0-1-653,0 0 1,-1-3 0,1-3 0,-2-4-126,0-2 1,0-4 0,0-4 746,-2-4 0,-2-8 0,-2-3 0</inkml:trace>
  <inkml:trace contextRef="#ctx0" brushRef="#br0" timeOffset="1415">950 142 7888,'2'-13'211,"3"0"0,0-2 1,2-1-1,0 0-72,2-2 0,1 5 0,2 0 0,1 2 106,0 3 1,-2 3 0,-1 5 0,-1 3 79,-1 4 0,-3 3 0,-2 5 0,0 4-152,-1 1 0,-2 2 1,0-2-1,0 0-215,-3-1 1,1-4-1,-3 0 1,0-2-357,0 0 1,2-4-1,-1-1 1,1-4-289,-1-1 0,3-2 1,-1-3-27,1-2 1,1-4 0,0-1 711,0-1 0,0-1 0,0-2 0</inkml:trace>
  <inkml:trace contextRef="#ctx0" brushRef="#br0" timeOffset="1815">1091 84 8338,'3'-4'554,"-3"4"1,2 5 0,-1 0-218,-1 2 0,0 1 0,0 2 0,0 0-330,0 1 1,1 1 0,0 1 0,1 0 8,0 2 1,1-2 0,0 0 0,-1 1-680,1-1 0,2-4 0,0 1 1,0-3 236,2-3 1,-1-2 0,0 0-1,1-2 305,-1-2 0,1 0 1,1-2-1,2-2 437,-1-2 0,0 1 0,1-1 1,-1 0 120,-1 2 1,0 0-1,0-1 1,0 1 23,0-1 1,-3 0 0,-1-1 0,-1-1-47,1-1 0,-3 2 1,1-2-1,-1-1-279,-1-1 0,-1 3 1,-1-4-1,-2 3 8,-2 0 1,0 4 0,-1 0-1,0 3-223,-1 1 1,0 5-1,-1 4 1,0 3-50,1 2 1,5 3 0,-3 3-1,2 0 190,3 1 1,0 1 0,2 1 0,2 1-39,3 1 1,4-2 0,3 1 0,1-1-325,1-2 1,3-7-1,-1 0 1,0-4-198,0-5 1,-3-8-1,1-6 1,-2-5 496,-2-5 0,1-1 0,-2-4 0</inkml:trace>
  <inkml:trace contextRef="#ctx0" brushRef="#br0" timeOffset="2482">1771 142 7391,'0'-11'0,"0"1"-12,0 1 1,-3 1 0,-1 3 0,-2 1 0,-1 1 569,-2-1 0,1 3 0,-2-1 1,-2 4-179,0 2 1,1 5 0,1 2 0,1 3-220,1 1 0,1 2 0,1 0 0,2 2-398,2 0 1,1 0-1,1 1 1,1 1-200,1 0 1,2-1 0,5-5 0,2-1-78,1-4 1,4-6 0,0-5 0,1-4 512,0-5 0,-1-6 0,2-3 0,-3-4 0,1-5 0,0-1 0</inkml:trace>
  <inkml:trace contextRef="#ctx0" brushRef="#br0" timeOffset="2699">1854 142 7991,'-6'7'414,"2"1"0,-1 0 0,2 3 1,0 1-171,0 2 0,1 0 0,2 2 0,0-1-160,0-1 0,4-4 0,2 0 1,2-3-8,2-2 0,1-4 1,2-5-1,-1-5-138,1-5 0,-2-2 1,-1-4-1,-1 1-154,-1-3 0,-4 1 0,-1-1 0,-3 0 251,0 1 0,0 6 0,-3 4-81,-1 3 1,-4 1 0,-1 4 0,0 3 0,-1 1-310,3 3 1,-1 3 0,2 1-1,0 0-63,2 0 0,1-3 0,3-1 0,0 1 417,0 1 0,3-2 0,4 1 0,2-1 0</inkml:trace>
  <inkml:trace contextRef="#ctx0" brushRef="#br0" timeOffset="3066">2059 71 7753,'7'7'169,"-1"2"1,-2 1 0,1 5-1,0 3 100,0 3 0,-1-3 0,-2 3 0,-1 1 44,-1 2 1,0-1-1,0 1 1,0 0-244,0-1 1,0-4 0,0 1 0,-1-1-147,-1-4 1,1-3 0,-2-5-712,0-2 1,2-5 0,-3-5 0,1-3 396,-1-5 1,0-3 0,-2-5 0,1-1 389,1-1 0,0 2 0,-2-1 0,2 0 34,2 2 1,-1 1 0,1-2 0,0 3 148,2 1 1,0 2 0,0-2 0,2 2 239,3 0 1,3 5 0,2 1-170,0 2 0,4 1 0,-1 2 0,1 2 0,-1 1 2,0 1 0,0 3 0,-1 1-9,-1 2 0,-3 3 0,-3 2 1,-1 1-1,-1 2 22,-2 1 0,-1-1 1,-2 2-1,-2-1-326,-2-1 0,0-4 0,-1 2 1,-1-2-418,-1-2 0,-1-1 0,1-1 0,1 0-897,1-2 0,3-1-365,-1-3 1736,4 0 0,-2-3 0,3 0 0</inkml:trace>
  <inkml:trace contextRef="#ctx0" brushRef="#br0" timeOffset="3216">2265 116 8295,'3'3'543,"1"-1"0,-3 4 0,1 2-325,0 1 1,-2 2-1,1 3 1,0 2-334,2 1 1,-1-1 0,-2 1 0,-1-1-1107,-1-1 1,1-4-543,-1 0 1763,1-9 0,-2-9 0,0-6 0</inkml:trace>
  <inkml:trace contextRef="#ctx0" brushRef="#br0" timeOffset="3332">2290 90 7894,'-3'-5'981,"-1"0"-1296,1 0 0,1 4-443,4-1 1,0 4 757,2 2 0,3 2 0,3 0 0</inkml:trace>
  <inkml:trace contextRef="#ctx0" brushRef="#br0" timeOffset="3632">2412 167 7753,'3'4'114,"-2"2"97,1-2 1,-1-1-1,1-1 203,3-1 1,0-2 0,2-1 0,-1-3-356,1-3 1,-1-4-1,0-4 0,-2 0-69,-2-2 1,-1 2 0,-1 1-1,0 2 339,0 0 0,-4 4 0,-1 2 0,-4 4-10,-1 3 0,1 3 1,-1 4-1,0 3-103,0 5 0,3 1 0,-2 3 1,2 1 40,1 2 1,2-4-1,2 3 1,1-1-514,1 0 1,0 0 0,1-2 0,2-2-615,3-3 0,3-5 0,4 0 134,0-3 1,2-3 0,1-5 0,0-4 0,2-5-346,0-4 1081,2-3 0,-1-3 0,0-1 0</inkml:trace>
  <inkml:trace contextRef="#ctx0" brushRef="#br0" timeOffset="3816">2649 20 7753,'-6'0'623,"0"0"1,-1 0 0,1 1 0,-1 1-79,1 2 0,2 4 1,0 2-1,1 1-12,2 3 0,0 3 1,1 0-1,0 1-287,0 2 0,3-3 1,0 1-1,2 1-238,-1-1 0,-3-3 0,2 2 0,-3-1 20,0 0 1,0-1 0,0 1-1,-3-2-687,-4-1 1,0-4-1,-3 1 1,1 0-1134,1 0 0,1-5 0,1 2 1792,-1-1 0,1-4 0,-1 1 0</inkml:trace>
  <inkml:trace contextRef="#ctx0" brushRef="#br0" timeOffset="3931">2739 231 7753,'7'3'286,"-3"1"0,0 2-95,1 1 1,-2-3-1311,-1 0 1119,-1-2 0,-1-2 0,0-4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16:12.091"/>
    </inkml:context>
    <inkml:brush xml:id="br0">
      <inkml:brushProperty name="width" value="0.06" units="cm"/>
      <inkml:brushProperty name="height" value="0.06" units="cm"/>
    </inkml:brush>
  </inkml:definitions>
  <inkml:trace contextRef="#ctx0" brushRef="#br0">69 294 7612,'-6'-12'0,"-4"1"-179,-2 2 0,-2 4 1765,0-4-1085,6 6 0,3-4 0,10 7-242,4 0 1,5 0-1,3 0 1,4-1-84,0-4 1,4 2 0,6-5-1,4 1-139,0-1 1,3 3 0,4-4 0,1-2-11,4-1 0,2 1 0,6-2-200,-4-2 0,7-2 0,-6 1 1,-2-1-1,-2-2-72,-3 2 0,-14 6 1,4 4-1,-7-1-454,-8 0 228,-3 5 616,-9-3 0,-2 7 0,-8 2 666,-2 2-583,2 0 0,-6-5-168,4 0 0,2 1 1,-3 4 27,4 4 1,1 4 0,0 1-33,0 0 1,0 6 0,-2 3 0,-1 5 0,-1 5 126,1 4 1,-5 7 0,0 5 0,-1 10 29,-1 8 1,-1 9 0,-6 16-146,-1 6 1,6-43-1,-1 2 1,1 1 0,-1 0-1,-2 3 1,-1 1 0,-2 4-1,-1 0-56,-1 2 1,-1-1 0,2-4-1,-1 0 1,1 3 0,-1 0 0,0-2-1,0-2 92,1-3 1,-1-1-1,3-9 1,0 0-1,0 0 1,0-2-46,-13 32 1,1 2 0,10-19 0,2 0 0,2-3 96,1-9 1,4-16-71,1-6 0,6-4-376,-2-1-24,4-9 0,2-8 202,4-6 0,3 0 0,6 0 0,0 0 136,0 0 0,-1-4 1,3-1 42,3 2 1,2-3 0,7-1 0,2 0 0,3-4-121,4-2 0,3-1 0,4-1 0,4-2 9,8-2 0,-3-1 0,7 3 1,3-2 8,-1 2 0,6 6 0,-4 3 3,-1 2 1,4 1 0,-6 5-1,-2 2 1,0 3-48,2 4 0,-13-1 0,2 1 0,-5 0 23,-7-1 0,0 3 1,-9-5-12,-1 2 1,-3-3-1,-11 2 1,-1 1-1,-3-2 62,0 1 0,-7 4 146,1-2 1,-2-1 0,-4 1 0,-2 2 0,-6 1 36,-2 2 0,-7 5 0,-1 1 0,-2 3 70,-2 7 0,-4-5 0,-5 6-233,-4 0 1,-4 2 0,-2-1 0,-1 4 0,-2 3-96,-4 3 0,6-3 0,-12 7 0,1 1 82,-5 4 1,6-9 0,-3 8 42,2-4 1,4-2-1,9-5 1,3-5 0,5-3 98,6-4 1,9-9-1,1 1 1,4-4 752,4-1-936,4-6-710,6-2 569,0-6 0,2 0 1,1 2 46,1 3 1,3-4 146,-3 4 1,-1 1 0,5 0 188,-2 2 1,-1-3-138,-5 4 0,5 0 0,-1 7 0,1 1 0,0 5 40,-1 4 1,3 0 0,-4 12 0,3 2 22,2 5 0,-4 2 1,4 7-1,0 7-35,0 6 1,-1-4-1,4 9 1,-3 1-69,-2 3 1,4-3 0,-6 16-57,-1 2 0,4 6 0,-3-1 0,-1-9 0,0-3 68,2-3 0,-3-10 0,2 7 0,-1-5 24,2 2 0,-2-9 0,5 15 1,0 2-97,0 1 1,1-16-1,3 3 1,-1 1 26,-2 2 0,-4-5 0,3 10 8,-2-4 0,-1 9 0,-5-11 1,1-2-1,2-1-40,2-8 0,1-12 0,-1-5 1,4 2 70,4 1 1,-2-2 0,0 4-28,-1-2 0,11-1 0,-7-5 1,1 0-1,1-2 36,-2-2 0,0-7 0,0-6 0,0 1-26,0-1 1,0 0 0,-2 1 0,-1-1-10,-2-2 1,-1-4 0,3 3 0,-2-1-27,2 1 0,-3-5 0,0 2 71,-2-4 1,-2-1 0,-4 0 137,0 0 1,-3-6-150,-6-3 1,-6 1 0,-15-1 0,-4-2 0,-8-2-526,-8-1 0,-6 0 0,-3 0 0,-3 0-121,-2 0 1,10 5-1,1 1-56,8 2 1,-3 1-1,10 7 1,4 1-1,3 2 662,3-2 0,0-8 0,0-3 0</inkml:trace>
  <inkml:trace contextRef="#ctx0" brushRef="#br0" timeOffset="2466">1940 242 8266,'-6'1'212,"-1"1"0,4 5 0,0 7 1,3 6 195,0 8 0,0 8 1,3 11-1,0 7-120,1 5 0,1 6 1,-3 6-1,0-2-213,-2-2 1,0-15-1,0-1 137,0-6 1,0-1 0,0-4 0,-2-7-874,0-6 0,0-14 0,4-16 661,0-11 0,3-15 0,-1-8 0</inkml:trace>
  <inkml:trace contextRef="#ctx0" brushRef="#br0" timeOffset="2832">2031 151 8166,'0'10'89,"0"3"1,0 5-1,0 6 1,0 4 0,0 7 451,0 7 0,1 3 1,1 1-1,3 0-189,0 1 0,2-5 0,0 7 0,1 0-207,1-1 1,0-8 0,-1-3 0,2-6 39,0-6 0,-2-9 0,0-4 0,0-4-538,-2-4 0,3-7 1,0-3-1,-1-6-80,-1-4 1,-2-7 0,0-9-1,1-9 137,-1-7 1,0-5 0,1-6 0,2 1 217,0 3 0,0 5 0,2-1 0,0 3 51,1 3 0,-1 14 0,3 6 0,-2 8 627,0 10 0,-2 11 0,1 10-95,-1 9 1,3 11 0,-1 10 0,1 5 0,1 5-139,0 5 1,-1 0 0,-1 6 0,2 4-69,-2-1 1,-1-6-1,0-8-1118,-1-7 1,0-2-1,-2-11 1,1-6 818,1-6 0,2-6 0,-1-3 0</inkml:trace>
  <inkml:trace contextRef="#ctx0" brushRef="#br0" timeOffset="3449">2689 522 8133,'-9'3'178,"1"-2"1,-2 4-37,3 0 1,0 6 0,5 4 0,1 5 0,3 8-5,2 7 0,5 3 0,1 6 0,3-2 239,0-2 1,0-7-1,3-2 1,1-5-459,2-5 1,-2-11-1,0-4 1,0-7-148,2-5 1,-3-8 0,3-8 87,-3-5 1,0-10 0,-3-5 0,0-5 0,0-8 0,0-5 1,0 8-1,0-1 1,0 5 311,0 7 1,-3 12 0,-2 9 135,-3 11 0,0 15 0,-3 14 0,0 7 0,-2 5 175,0 5 1,0 0 0,0 6 0,0 4-119,0 3 0,0-4 0,0 2 0,1-4-798,1-5 0,2-9 0,2-3 1,2-4-666,0-4 0,2-5 1,3-6 1096,-2-3 0,4-11 0,-1-5 0</inkml:trace>
  <inkml:trace contextRef="#ctx0" brushRef="#br0" timeOffset="3633">3223 281 8223,'0'6'648,"0"1"0,0 1 1,-2 3-1,0 5-9,0 7 0,2 4 0,0 8-484,3 2 1,-3 7 0,3 4-1,-1 3-406,1 1 0,2-2 1,-1-4-1,2-6 0,0-8-25,1-9 0,0-7 0,1-12 276,1-4 0,2-6 0,-1-4 0</inkml:trace>
  <inkml:trace contextRef="#ctx0" brushRef="#br0" timeOffset="3815">3393 333 8381,'0'-6'963,"0"2"0,0 16 0,0 10-494,0 6 1,0 1 0,0 8-436,0 4 0,0 6 1,0 5-1,0 1 1,0 0-639,0-3 1,2-9 0,0-2 603,-1-10 0,0-5 0,-1-4 0</inkml:trace>
  <inkml:trace contextRef="#ctx0" brushRef="#br0" timeOffset="3949">3347 626 8356,'2'-11'226,"0"0"0,1 3 0,-1 0 0,3 1 11,1 0 0,0 3 1,1 1-1,1 1-374,1 0 1,3 0 0,-2 2-1845,3 0 1981,0 0 0,0 3 0,0 0 0</inkml:trace>
  <inkml:trace contextRef="#ctx0" brushRef="#br0" timeOffset="4084">3568 567 8185,'-3'23'94,"-2"1"0,3 3 0,0 0 399,1 1 0,1-3 0,0 2 0,0-2-1021,0-3 0,3-6 528,-1-3 0,3-5 0,-2-5 0</inkml:trace>
  <inkml:trace contextRef="#ctx0" brushRef="#br0" timeOffset="4200">3588 379 8123,'-7'-8'1596,"1"1"0,2 2-1467,2-1 0,2 0 0,2 1-574,3 3 0,0 2 445,2 2 0,2 5 0,1 3 0</inkml:trace>
  <inkml:trace contextRef="#ctx0" brushRef="#br0" timeOffset="4649">2878 1466 8121,'-6'-19'131,"-1"-1"0,-2-1 0,-1-1 0,-2-4 297,-1 0 1,1 3 0,-6-1 0,0 4 102,-1 3 0,0 6 0,0 5 0,2 3 13,1 4 0,3 6 0,0 8 0,3 6-373,1 5 0,2 8 0,3 11 0,2 2-73,1 2 0,2-1 1,1 1-162,2 0 1,4 3 0,2-2 0,0-1 0,1-3-610,2-4 0,-2-10 1,-1-4-1,2-5-907,0-3 1,-2-6 1578,-1-3 0,-2-3 0,0-2 0</inkml:trace>
  <inkml:trace contextRef="#ctx0" brushRef="#br0" timeOffset="4816">2565 1746 8304,'0'-12'0,"0"1"0,0 2 0,1 2 0,2 1 411,4 2 1,5 0-1,5 3 1,3-1-469,2 0 1,1 2-1,3 0 1,3 0-409,1 0 1,0-2 0,2-1 0,-1-5-1093,-2-1 1557,-2-2 0,2-5 0,1 0 0</inkml:trace>
  <inkml:trace contextRef="#ctx0" brushRef="#br0" timeOffset="5098">2976 1551 8473,'-13'1'0,"-1"1"364,-1 2 1,-1 3 0,-1 1 0,1 4 101,3 2 0,2 4 0,3 3 0,1 4-8,3 3 1,1-2 0,4 1 0,1-4-462,2-6 0,5-4 0,2-4 0,2-5-332,2-3 0,0-4 0,4-4 1,1-6-215,1-6 1,-1-5 0,-1-5 0,-1-3-12,-1-1 1,-2 1 0,0-2 594,-2 3 0,0 0 0,-2 5 0,-3 2 221,0 3 0,-5 9 1,-1 11-1,-1 9 326,-1 9 1,-2 5-1,0 7-265,0 1 0,2 1 0,0 1 0,0-1-493,0 0 0,0 2 0,2-5 0,4-2 0,1-3-514,4-6 0,0-8 1,1-3 689,2-2 0,4-8 0,-2-3 0</inkml:trace>
  <inkml:trace contextRef="#ctx0" brushRef="#br0" timeOffset="5282">3354 1427 8231,'-11'-6'186,"0"0"1,-1 2 267,0 1 0,-1 3 0,0 3 1,-1 4 410,-1 3 1,3 4 0,1 2 0,1 5-441,2 1 0,5 2 1,-3 2-1,2 1-389,3 1 1,4-1 0,3 3 0,2 0-182,2-1 0,2-6 0,2-2 0,3-4-969,2-2 0,-1-7 0,4-4-157,-2-3 0,-1-7 1,0-6 1270,0-9 0,-1-5 0,5-6 0</inkml:trace>
  <inkml:trace contextRef="#ctx0" brushRef="#br0" timeOffset="5448">3516 1323 8141,'0'-17'700,"0"4"1,0 5-315,-3 3 0,1 6 0,-4 5 0,3 6 40,0 5 0,-1 4 0,1 7 0,0 3-199,0 3 1,1-3 0,2 1 0,0-1-435,0 1 0,0-2 0,0 2 1,0-1-158,0-2 1,0-5 0,0 1 0,-1-4 363,-1-2 0,-2-9 0,-2-2 0</inkml:trace>
  <inkml:trace contextRef="#ctx0" brushRef="#br0" timeOffset="5781">3432 1636 8132,'0'-7'0,"0"1"129,0-1 1,0 3-1,0-1 1,3 1-131,1 0 0,2-1 1,3 1-1,3 0 109,2-1 1,1 1 0,4-3 0,1-2-218,1-2 0,-1 1 1,-1-1-1,-1 0-287,-1-2 1,-5 5-1,-2 2 530,-4 0 1,-3 4 0,-4 2-1,-1 4 612,-3 4 1,0 2 0,-2 4 0,1 1-223,2 3 0,1 2 0,3 2 0,0 3-291,0 0 0,3-1 1,2 1-1,3-3-321,3-2 0,2-7 0,1-2 0,2-6-185,1-6 1,-3-11-1,1-8 1,-4-5 84,-2-3 1,-5 1 0,-1-1 0,-3 1 154,0 4 1,-3 5-1,-3-1 1,-3 5-120,-1 5 1,-1 4 0,-1 3 0,0 1-488,2 1 0,2 0 1,-1 1-77,2 1 0,2-1 0,2 2 715,0 0 0,3-3 0,4 3 0</inkml:trace>
  <inkml:trace contextRef="#ctx0" brushRef="#br0" timeOffset="6032">3803 1505 8416,'3'7'371,"-2"0"0,3 1 1,-1 1 264,1-1 1,0 1 0,1 0 0,-1-1-152,1 2 1,-1 1 0,0 3 0,0 2-564,0 1 1,-1 2 0,-3 3 0,0 0-260,0 0 0,-3-4 0,-2 0 1,-2-3-4,-2-2 0,-2-7 0,2-2 257,-1-3 1,2-2 0,-1-3 0,2-6-1,1-4 143,2-3 0,1-2 0,4-3 0,1-1 94,2-1 0,5 1 0,2 2 0,3 0-223,1 3 1,3-2 0,0 3-246,1 1 0,4-2 1,2 2-1,0 0 0,0 0-739,0 1 0,-3 5 1053,0 1 0,-4 2 0,5 0 0</inkml:trace>
  <inkml:trace contextRef="#ctx0" brushRef="#br0" timeOffset="6532">2370 2951 8153,'-3'7'0,"-1"-1"292,-2 1 0,2-1-242,-1 1 1,1-4-1,-2-1 1,1-4 179,1-2 1,2-5-1,0-2 1,2-5-8,0-3 0,0-5 0,0-6 0,0-7-38,2-4 1,2-7 0,3-8 0,3-3-141,3-3 1,0 6 0,5 1 0,0 3-33,1 7 0,-2 17 1,-1 8-1,-1 16 21,0 14 1,-5 13-1,2 13 1,-2 8 129,-2 3 0,-1-3 1,0-1-1,-1 1-19,1-1 0,-1-2 0,0 3-518,-1-4 0,-2-1 1,-3-5-1,0-5 1,0-3-787,0-5 0,-2-7 1159,-2-1 0,-1-7 0,-4 0 0</inkml:trace>
  <inkml:trace contextRef="#ctx0" brushRef="#br0" timeOffset="6699">2377 2801 8033,'-3'-15'0,"-1"0"0,0-1 0,2 0 0,2 0 0,2 4 0,4 0 277,2 1 1,4 6-1,4-1 1,0 1-354,2 2 1,2 1 0,1 0-1,1 2-180,2 0 1,-2 0 0,2 0 0,0 0-585,-2 0 840,-2 0 0,2-6 0,-2-1 0</inkml:trace>
  <inkml:trace contextRef="#ctx0" brushRef="#br0" timeOffset="6982">2676 2573 8294,'-6'1'0,"-1"1"198,1 3 1,0-1 0,2 2 0,1 2 38,3 1 0,0 2 1,0 3-1,3 1-67,4 2 1,3 1 0,4 0 0,2 1-411,1-1 0,0-3 1,3-1-1,-1-3-44,1-4 0,-1-4 0,-1-6 160,-1-4 1,-2-8 0,-1-7 0,-2-5 0,-4-1 58,0-2 0,-3 2 0,0-2 0,-2 1 289,0 2 1,-3 3 0,2 5 0,-1 4 174,-1 3 1,-2 6-1,0 7-237,0 5 0,2 6 0,0 6 0,3 3 0,2 4 38,3 2 0,2 1 1,3 1-1,0 1-853,3 0 0,-2-4 0,3 0-239,-1-3 1,1-3 891,-2-10 0,3-3 0,-1-4 0</inkml:trace>
  <inkml:trace contextRef="#ctx0" brushRef="#br0" timeOffset="7148">3067 2424 8185,'-6'0'660,"2"2"1,1 6-1,3 5 1,1 5-430,1 5 1,2 2 0,5 4 0,2 2-474,1 0 0,1-3 1,0 3-1,0 0-478,0 0 1,-2-2-1,-1-1 720,-1-1 0,0 1 0,-2-5 0</inkml:trace>
  <inkml:trace contextRef="#ctx0" brushRef="#br0" timeOffset="7248">3093 2814 8208,'-6'-18'0,"2"-1"315,2-1 0,1 4 1,2-5-1,1 1-379,2 0 1,4 3 0,2-2 0,0 3-93,1 1 1,-1 1 0,1 1 155,1 0 0,0 0 0,1 0 0</inkml:trace>
  <inkml:trace contextRef="#ctx0" brushRef="#br0" timeOffset="7715">3230 2358 8033,'0'18'105,"2"-2"1,1 2 316,0 1 0,0-1 0,1 6 0,2-1 134,2 0 1,-1 0 0,2 1 0,-2-2-251,-1-2 1,2-1 0,0 1-324,0 0 0,0-4 0,-3-1 1,0-2-1,0-2-80,0-2-126,-1-2 0,-1-6 1,-2-4-1,0-4 1,1-3-100,0-2 0,-1 0 0,-1-3 0,0-1 396,0-2 0,0 2 0,2 1-62,0 1 0,2 2 0,-1 1 0,1 3 1,1 0-48,1 2 0,0 2 0,1 3 0,-1 2 136,1 4 1,0 3-1,2 3 1,1 2-91,3 2 0,0 2 1,2 2-1,1-2 6,0-2 1,-3-5 0,2-3 0,-1-4-102,0-2 1,-1-5-1,-2-3-4,-2-6 0,-2-2 0,-1-6 0,-2 0 51,-2 0 0,-1 0 0,-2 2 0,-3 4 1,-3 0 190,-3 3 0,2 3 0,-3 1 155,2 3 1,-2 2 0,0 4 0,1 2 0,2 3 71,0 4 1,4 1-1,0 2 1,1 1-43,2 2 0,0 1 0,2 3-358,1-1 0,3 1 1,2 0-1,3-1 0,0 0-1753,2-2 1,-2-3 0,1-5 1771,0-1 0,1-3 0,1-5 0</inkml:trace>
  <inkml:trace contextRef="#ctx0" brushRef="#br0" timeOffset="8064">3634 2508 7951,'0'7'0,"0"-1"0,-1 1 0,-1 0 658,0 2 0,0-1 0,2 3 0,0 0 0,1 1 25,1 1 0,-1 1 0,4 1-471,0 3 0,1-2 1,-1 2-1,0-2 1,-1 0-272,-1-1 0,1-5 0,-2 1-85,0-3 1,-1-5-1,-1-4-20,0-5 1,0-6-1,0-6 1,0-3-1,0-2-434,0-2 1,0 0 0,0-2 444,0 2 0,0 1 0,0 3 0,3 2 0,2 0 391,3 3 0,2 2 0,5 4 0,1 4 78,0 3 1,-1 6 0,0 6 0,-1 7-71,-1 6 1,-1 1-1,0 5 1,-2 1-164,-1 0 0,-1 3 1,-3-3-1,0 0-608,0-1 0,-2-6 1,1 2-1,-1-6-1057,-2-5 0,0-8 1582,-1-7 0,-3-10 0,0-8 0</inkml:trace>
  <inkml:trace contextRef="#ctx0" brushRef="#br0" timeOffset="8248">3868 2300 7921,'7'-10'0,"-2"1"270,0 2 1,0 3-1,-1 3 1,0 5 492,1 5 1,-3 9 0,2 5 0,1 5-404,1 4 1,-2 0 0,1 4-1,0 0-340,1 0 0,0-6 1,1 0-1,-2-2 64,0-1 0,0-3 0,-2 0-816,0-2 0,-1 2 0,0-3 1,-2-3-1,-2-4-3131,-3-2 3863,0-7 0,-5-2 0,0-7 0</inkml:trace>
  <inkml:trace contextRef="#ctx0" brushRef="#br0" timeOffset="8381">3901 2632 7887,'0'-11'0,"0"0"264,0-1 0,0 0 0,0 0 0,1 1 229,3 0 0,1 0 1,4-2-1,0 0-386,-1 3 1,4-1 0,-1 4-1,2-2-77,2 1 1,-3 1 0,1 0 0,-2 1-2781,-1-1 2750,0 1 0,-4-1 0,1 1 0</inkml:trace>
  <inkml:trace contextRef="#ctx0" brushRef="#br0" timeOffset="8531">4089 2358 7864,'0'23'501,"3"1"0,-1 3 0,0 0-158,1 1 1,0-5-1,3 4 1,-1 0-442,0 0 1,-1-6 0,2 0-1,-1-2-32,-1-3 1,0-6 0,1 0 129,-1-4 0,-2-6 0,1-3 0</inkml:trace>
  <inkml:trace contextRef="#ctx0" brushRef="#br0" timeOffset="8665">4115 2326 8496,'-4'-9'0,"-1"1"626,0 0 0,2 3-856,-1 3 1,3 1-240,1 1 1,4 1 0,4 0 468,0 2 0,7 2 0,-1-2 0</inkml:trace>
  <inkml:trace contextRef="#ctx0" brushRef="#br0" timeOffset="8865">4317 2228 7849,'-9'6'348,"3"-2"0,-2 6 0,0-1 585,1 2 1,-2 2-1,1 2 1,1 4-458,2 4 1,3 3-1,-2 5 1,1 1-256,2 1 0,2-3 0,2 1 0,1-3-525,1-2 0,3-2 1,1 0-272,-1-3 1,2 2 0,1-2 0,0-1 0,1-4-621,-1-5 0,-1-6 0,3-4 1,0-6 1194,0-6 0,-2-4 0,1-7 0,-2-1 0</inkml:trace>
  <inkml:trace contextRef="#ctx0" brushRef="#br0" timeOffset="9131">4422 2358 8900,'-7'-10'0,"1"2"382,-1 0 0,0 6 1,-1 2-1,-1 5 218,1 5 0,1 2 1,1 8-1,1 3 13,1 3 1,2 1-1,0 1 1,1-1-566,1-1 1,4-5 0,3-2 0,3-3-336,2-4 0,1-4 0,0-5 0,0-2-377,0-4 1,1-5-1,0-4 252,-1-2 0,0-5 1,-3-4-1,-1-2 0,1-2-145,-2-2 1,-1 1 0,1 2 773,-2 3 1,0 5 0,-5 9 0,2 5 586,-2 8 0,0 10 0,0 8-489,1 3 1,-1 1-1,3 0 1,1 1-1,0 0-642,1-2 0,-1-6 1,4-2-1,-1-5-2084,1-3 2411,-2-5 0,5-4 0,-2-4 0</inkml:trace>
  <inkml:trace contextRef="#ctx0" brushRef="#br0" timeOffset="9314">4708 2137 7813,'0'-6'1174,"-3"3"1,-1 5-292,-2 4 1,2 5 0,2 2-1,2 4-481,0 2 0,0 6 0,0 3 0,2 5-455,3 4 0,3 0 0,0 6 0,1-1-624,1-2 0,-3-6 1,1-4-1,-2-5-792,-2-3 1,-3-4 0,1-4 1468,-1-2 0,-9-3 0,-3-2 0</inkml:trace>
  <inkml:trace contextRef="#ctx0" brushRef="#br0" timeOffset="9580">4650 2541 7811,'0'-7'649,"0"3"1,0 0-107,0-1 1,0-1-1,0-1 1,2 0-244,3-2 0,-1 1 0,2-2 0,2-2-801,1 0 1,2-2 0,2-1 0,0-1-260,0 0 1,2-2 0,0-3 0,-2 1 413,-2-1 1,-2 6 0,1-1-1,-3 3 346,-1 4 0,-3 4 0,1 4 0,-1 4 259,-2 3 0,1 6 1,-1 0-1,1 4 562,0 3 1,1 0 0,-1 5 0,1 0-475,0 2 1,2-3-1,-3 0 1,2-1-497,1-1 0,-1-6 0,0 2 1,0-5-1672,0-3 1,1-5 1819,-3-4 0,3-9 0,-1-5 0</inkml:trace>
  <inkml:trace contextRef="#ctx0" brushRef="#br0" timeOffset="9698">4897 2222 8440,'-1'-6'935,"-1"2"0,1-2-818,-4 4 1,3 0 0,-1 3-519,0 1 1,1-1 0,4 2-395,3 0 1,-2-2 794,2 3 0,-1 1 0,2 1 0</inkml:trace>
  <inkml:trace contextRef="#ctx0" brushRef="#br0" timeOffset="9898">4943 2293 7774,'0'16'154,"0"-4"0,2 7 0,1 0 656,0 0 1,2 1-1,1 1 1,1-1-339,-1-1 1,1-7-1,1-2 1,2-4-543,0-4 0,-2-2 0,1-3 0,-2-4-407,-1-5 1,-1-5 0,-2-5 0,0-2 269,-1-1 0,-2 1 0,-2 1 1,-1 1-59,0 1 1,-2 0 0,-1 3 0,-1 2 61,1 3 0,-1 7 0,1-1-37,2 1 0,-2 4 1,2 0-1,-1 4-1388,1 2 1628,1-1 0,0 3 0,-1-3 0</inkml:trace>
  <inkml:trace contextRef="#ctx0" brushRef="#br0" timeOffset="10312">5125 2183 7930,'6'3'296,"1"1"1,-3 2-1,0 2 1,0 2 248,-1 0 0,-1 1 0,0 2 0,-2 0-115,0 3 0,3-1 0,-1 3 0,-1 1-381,0-1 1,-1-3 0,0 0-1,0-1-40,0-1 1,0-3 0,0-1-1,0-2 190,0 0 1,0-5-700,0-2 0,0-3 0,0-6 0,0-2 143,0-1 1,2-1 0,1 0 0,0-1 130,0-1 0,2 3 0,-1 0 0,0 1 272,0 1 0,1 2 0,1 0 0,1 2 123,-1 2 0,1 3 0,-1-1 0,1 1 70,-1 1 0,1 3 1,-1 4-1,0 3-580,-2 2 0,1 4 1,-2 2-1,-1 3-290,1 3 0,-2-1 0,3 1 0,-1-2 313,-2-1 1,0-4 0,1-2 0,1-4 317,0-2 0,0-2 33,1-3 1,0-4 0,0-4 0,-1-2 357,0 2 1,-2-1-1,3 2 1,-1 0 128,1 0 1,0 1 0,3 2-293,-1 0 0,1 2 1,-1 1-1,0 1-228,-1 1 0,0 1 0,-1 0 0</inkml:trace>
  <inkml:trace contextRef="#ctx0" brushRef="#br0" timeOffset="10862">4428 2352 6658,'-6'0'-37,"1"0"760,1 0-154,2 0-355,0 0 1,2 0-76,2 0 1,0 0 0,2 0 0,2-1-99,2-1 0,0-1 1,2-2-1,0 1-166,0 2 1,-2-1 0,2 1 0,-2 0-795,1 1 1,0 0 918,-3 1 0,1 6 0,-1 1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16:37.316"/>
    </inkml:context>
    <inkml:brush xml:id="br0">
      <inkml:brushProperty name="width" value="0.06" units="cm"/>
      <inkml:brushProperty name="height" value="0.06" units="cm"/>
    </inkml:brush>
  </inkml:definitions>
  <inkml:trace contextRef="#ctx0" brushRef="#br0">18 204 7775,'0'8'414,"0"-2"0,1 0-92,2 0 0,-1-1 0,4 0 1,4-1-1,3-4-157,3-1 1,2-5-1,1-5 1,2-4-102,1-1 1,-3-5-1,0-2 11,-4-1 0,-3-1 0,-7 1 1,-2 3-1,-3 1 144,-3 4 0,-4 3 1,-6 7-1,-1 5 316,-4 2 1,0 9-1,-4 7 1,1 6 30,2 4 0,1 4 0,2 3-248,2 0 0,-1 0 0,4 1 0,4 0 0,3 2-362,3-1 1,1-9 0,1 3-512,2-5 0,5-6 0,7-7 0,1-4 0,3-2-1225,3-3 0,-2-10 0,6-5 1,0-7 1779,1-7 0,-4-3 0,2-6 0</inkml:trace>
  <inkml:trace contextRef="#ctx0" brushRef="#br0" timeOffset="167">343 67 9078,'-8'4'0,"1"2"1092,2 5 1,2 2 0,-2 5-1,1 4-529,2 7 1,1 0 0,1 9 0,1 2-465,2 0 0,-1-2 0,3 0 0,0-2-880,-1-3 1,1-6 0,1-2-1,-3-7-1042,-2-6 0,-1-7 0,-1-5 1823,-2-5 0,-2-6 0,-3-2 0</inkml:trace>
  <inkml:trace contextRef="#ctx0" brushRef="#br0" timeOffset="300">274 383 8194,'-5'-8'487,"-1"-1"0,4 3 0,-1 1-7,2-2 1,1 2-1,1 0 1,2 2-227,3 1 1,2-2-1,4 1 1,2 0-600,2-1 0,2 4 0,1-3 0,2 1-17,1-1 0,1-1 1,2-3-1,2 2 362,1-2 0,-1-4 0,2-3 0</inkml:trace>
  <inkml:trace contextRef="#ctx0" brushRef="#br0" timeOffset="450">599 212 7775,'-12'-7'0,"0"0"250,-1 1 0,2 4 0,-1 0 1,1 1 583,-1 1 1,1 0 0,2 1-1,1 2 137,-1 6 0,4 0 1,0 6-1,1 0-469,2 1 1,1 1-1,1 0 1,0 1-443,0 2 1,3-1-1,1 2 1,1-2-1047,1-3 1,3-4-1,1 1 1,2-3-1814,-2-2 0,3-5 2799,2-1 0,-3-1 0,0-1 0</inkml:trace>
  <inkml:trace contextRef="#ctx0" brushRef="#br0" timeOffset="550">736 383 7754,'0'9'262,"0"-1"0,0 1-85,0-1-1574,0-3 1397,0-1 0,0-4 0,0 0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16:34.515"/>
    </inkml:context>
    <inkml:brush xml:id="br0">
      <inkml:brushProperty name="width" value="0.06" units="cm"/>
      <inkml:brushProperty name="height" value="0.06" units="cm"/>
    </inkml:brush>
  </inkml:definitions>
  <inkml:trace contextRef="#ctx0" brushRef="#br0">1 479 7848,'0'-9'0,"0"1"0,0 2 0,0 0 0,0 1 97,3 0 0,2-2 0,5 4 0,1 1 513,3 1 1,2 1 0,2 0-1,1 0-1084,1 0 1,4 1 0,-2 1 0,1 2 473,-1 1 0,-3-3 0,2 2 0</inkml:trace>
  <inkml:trace contextRef="#ctx0" brushRef="#br0" timeOffset="1619">650 137 7879,'-4'-6'10,"-2"1"1,-1 3 0,-3-1-1,0 3 366,-2 3 1,-3 6 0,2 8-1,-1 6 527,-1 5 0,4 3 0,-1 5 0,1 2-723,4 1 1,4 0 0,0 1 0,3-3-316,3-2 0,2-8 1,7-3-1,2-5 60,2-6 0,2-6 0,2-4 0,3-4-1662,2-5 0,-3-7 0,0-11 1737,-1-3 0,3-8 0,-2-3 0</inkml:trace>
  <inkml:trace contextRef="#ctx0" brushRef="#br0" timeOffset="1803">803 308 7858,'-12'17'231,"2"2"0,-4 3 1,2 4 254,2 4 0,1 1 1,3 1-1,3-2-55,3-5 1,4-6-1,5-3-251,4-6 0,3-7 0,2-9 0,1-6 1,2-7-137,1-7 1,-3 0 0,0-5 0,-3 0-578,-2-2 0,-4 4 0,-2-2 0,-4 3 248,-3 3 1,-1 5-1,-1 2 1,-3 2 148,-4 3 1,-4 7 0,-3 3 0,1 3-853,-1 3 988,2 1 0,-3 5 0,3 0 0</inkml:trace>
  <inkml:trace contextRef="#ctx0" brushRef="#br0" timeOffset="2118">1085 0 8523,'-3'24'860,"1"2"0,-1-2 1,3 8-1,0 0-284,0 1 0,0-1 0,0 1 0,1 0-261,2-1 0,0-6 1,4-2-1,-2-5-412,-1-2 0,1-9-487,-2 1 0,-1-7 1,-5-2 176,-3-5 0,-5 0 1,-3 0-1,-2 2 141,-1 1 1,-1 1-1,1 1 1,0 2 26,0 3 1,3 2 0,2 8 0,1 3 1198,4 4 1,4 0-1,1 0 1,4-1-600,3-2 0,4-7 0,2-3 0,5-1-787,3-4 1,-1-2-1,2-4 1,-1-3-196,0-4 1,0-6 0,3-1 0,-1-4 620,-2-2 0,-1 0 0,-1-4 0</inkml:trace>
  <inkml:trace contextRef="#ctx0" brushRef="#br0" timeOffset="2335">1196 368 7830,'4'7'4053,"2"-1"-3452,1-3 1,0-2-1,1-2 1,1-2-503,1-3 0,-1-2 0,-1-3 0,-2-1-102,0-1 0,-4-2 1,1-1-1,-2 2 122,-1 3 0,-4 5 1,-3 3-1,-2 3-5,-3 3 0,-3 6 0,2 9 404,0 7 1,-3 6 0,2 6 0,2 1-144,3 1 1,5-2 0,5-4 0,1-4 0,5-3-941,4-7 0,4-9 1,6-9-1,3-6-288,3-6 0,-2-12 853,7-5 0,-5-8 0,3-3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17:20.553"/>
    </inkml:context>
    <inkml:brush xml:id="br0">
      <inkml:brushProperty name="width" value="0.06" units="cm"/>
      <inkml:brushProperty name="height" value="0.06" units="cm"/>
    </inkml:brush>
  </inkml:definitions>
  <inkml:trace contextRef="#ctx0" brushRef="#br0">27 482 7674,'-3'-6'0,"-1"1"0,-1 1 0,2-3 0,-2 1 431,1-2 0,1 2 0,4 1-184,2 1 0,5-2 0,5 2 1,2 0-211,1 0 1,4 1-1,2 3 1,1 0-308,2 0 0,-2 0 0,1 0 1,0 0 37,-1 0 232,3 0 0,-3 0 0,4 0 0</inkml:trace>
  <inkml:trace contextRef="#ctx0" brushRef="#br0" timeOffset="349">461 184 7684,'0'9'0,"1"1"0,1 4 292,1 7 0,4 5 0,-2 14 0,1 6-90,0 5 1,0 4 0,2-1 0,-1 1-169,-1-2 1,-4-10-1,1 3 1,-2-7-756,-1-7 1,0-7 0,1-6 240,2-6 0,-2-6 1,2-11 479,-2-5 0,-5-12 0,-1-7 0</inkml:trace>
  <inkml:trace contextRef="#ctx0" brushRef="#br0" timeOffset="599">452 265 7674,'0'-18'0,"1"0"-105,2 0 0,0 4 1,5 2-1,3 2 67,2 1 1,2 1 0,3 1 0,1 2 429,2 1 0,-1 1 1,3 3-1,0 0-232,-3 0 0,-4 7 0,-2 2 0,-1 2 116,-2 2 1,-2-1 0,-3 4 0,-3 2-10,-2 1 0,-5-1 0,-2 6 1,-3-1-83,-3 0 0,-2-3 0,-4 1-286,0-2 0,-1-5 0,-2-1 0,0-2-473,1-2 0,2 1 0,2-7 0,2-1-2398,1-1 2972,5-1 0,12 0 0,6 0 0</inkml:trace>
  <inkml:trace contextRef="#ctx0" brushRef="#br0" timeOffset="949">904 311 7674,'-19'0'72,"2"0"0,1 1 222,1 2 1,0 2 0,-2 4 0,1 1-13,1 2 1,1 2 0,-1 5 0,4 2-39,4 3 1,3 0-1,4 1 1,2 0-298,4-3 1,4-3 0,8-5-1,1-4-178,2-6 1,1-3-1,3-2 1,-1-3 15,1-6 1,-1-5 0,-1-7-1,-1-4-81,-2-2 0,0-3 0,-1-6 1,0 0 334,-2 2 0,-6 5 0,-1 1 0,-4 7 187,-2 7 1,-2 9 0,-4 6 171,-1 5 1,-4 10 0,2 5 0,-1 4 0,1 3-86,1 1 0,0-2 0,2 4 1,-1-2-696,1-1 1,1-4 0,1-2 0,1-4-574,2-5 1,2-1-1,4-8 955,0-1 0,4-1 0,1-1 0</inkml:trace>
  <inkml:trace contextRef="#ctx0" brushRef="#br0" timeOffset="1727">1436 265 7674,'-6'-10'50,"0"-2"1,0 2-1,-3-2 1,-1 3 277,-2 3 0,-2 2 0,-4 4 0,0 1 38,0 2 0,3 3 0,1 7 0,1 5-175,2 5 0,5 2 0,3 1 0,2 3-152,1 2 1,8-4 0,3 1-108,2-2 1,7 1 0,-1-5 0,2-1 0,2-1-188,0-2 1,-3-8 0,1 1 0,-3 0 124,-3-1 1,-5-3-1,-7-1 1,-2 1 170,-1 1 0,-9 1 0,-3 0 1,-5 0 227,-4 0 0,0-3 1,-4 0-1,-1 1-366,1 1 0,4 0 1,0-1-484,2-1 1,5-3 0,4 2 78,6-1 0,7-2 1,11-5-1,5-4-382,3-4 883,2 1 0,7-11 0,1 2 0</inkml:trace>
  <inkml:trace contextRef="#ctx0" brushRef="#br0" timeOffset="1969">1653 265 7674,'-13'0'191,"2"0"0,-4 1 0,-1 2 310,-1 4 0,3 5 1,2 3-1,2 3-202,1 3 1,4 2-1,2 4 1,3 0-225,3 0 1,6-2 0,5 0 0,1 0 34,0-3 1,0 0 0,2-3-1,-1 1-228,-1 0 0,-4-6 1,0 4-1,-4-1 18,-4 0 0,-2-2 0,-3 0 103,-4 1 1,-1-3 0,-8-1 0,-1-2 0,-1-2-124,-1-2 0,3-2 0,1-4 0,1 0-204,2 0 1,2-1 0,2-3 0,2-5-1176,1-5 1,1-1 1498,3-3 0,8 2 0,2-6 0</inkml:trace>
  <inkml:trace contextRef="#ctx0" brushRef="#br0" timeOffset="2367">1798 374 7674,'-1'13'71,"-1"2"0,-2 2 290,-1 1 0,3 1 0,-1 1 0,2 2-19,1 1 1,0-1 0,1 4 0,2 0-215,3-1 0,2-3 0,1 0-55,0-3 0,0-3 0,0-8 0,0-2 0,0-3-238,0-2 1,0-6 0,0-5-1,-1-6-233,-2-4 0,1-8 1,-3 1-1,0-2 294,0-3 0,-1 5 1,-3-1-1,0 4 51,0 2 1,3 4 0,0 4 120,-1 1 1,0 7 0,0 9 69,1 8 1,3 9-1,-2 4 1,1 2 3,2 1 1,1 0 0,1 0 0,0-3 93,0-3 1,0-5-147,0-1 0,0-5 0,0-1 0,0-6-37,0-5 0,-1-5 0,0-7 0,-3-5-127,-1-3 1,0-3 0,-2-4-1,1 0-332,-1 0 1,2 3 0,0-4-1,1 2 118,2 1 1,-1 2 0,2 0 0,2 0-1403,0 3 1690,0 1 0,-1 3 0,0 0 0</inkml:trace>
  <inkml:trace contextRef="#ctx0" brushRef="#br0" timeOffset="2642">2186 428 7674,'-9'25'0,"0"2"337,0 1 1,3-3 0,1-2 0,1 1 400,2-1 1,3-3 0,4 0 0,5-4-711,3-4 1,0-6 0,4-3 0,3-3-284,2-3 0,-1-7 0,2-8 0,-1-5 124,-2-3 0,-3-5 0,-4-2 0,-3 1-125,-5 2 1,-3 1-1,-3 0 1,-2-1 229,-3 1 1,-3 4 0,-3 3 0,-4 2 22,-1 3 0,-2 3 1,-1 1-1,-1 3-81,1 5 0,5 3 1,3 3-148,2 2 0,2 3 0,2 5 1,3 2-1,3 2-422,3 1 0,2-2 0,4 0 653,0-1 0,4 3 0,1-2 0</inkml:trace>
  <inkml:trace contextRef="#ctx0" brushRef="#br0" timeOffset="2911">2394 347 7674,'9'9'136,"-1"3"1,-1 1 0,-1 0 0,0 1-1,0-1 1,-1 1 395,-1 0 1,3 2 0,-2 3-1,0 1-342,-2 0 0,1-2 0,-1 6 0,-1-2-77,-1-2 0,-1-1 0,0-1 0,0 0-39,0 0 0,-3-4 0,-1-3 0,0-3-51,0-2 0,0-4 1,1-1-148,-3-6 0,1-3 0,0-10 178,1-4 0,1-6 1,3-4-1,0-1 0,0-4-10,0 0 0,1 4 0,2-4-83,3 2 0,2-1 1,2 5-1,2 0 0,3-1-352,2 3 0,1 5 1,-1 5-1,-1 6-332,-1 7 1,-3 4 0,2 2 0,-1 1-772,-2 2 1494,0 2 0,-2 8 0,0 1 0</inkml:trace>
  <inkml:trace contextRef="#ctx0" brushRef="#br0" timeOffset="3050">2728 564 7674,'-6'9'145,"0"0"0,1-3 0,-2-1 204,1-1-1102,4-1 753,2-3 0,9-4 0,5-1 0</inkml:trace>
  <inkml:trace contextRef="#ctx0" brushRef="#br0" timeOffset="3916">2927 31 7674,'0'-9'148,"0"0"1,0 3 87,0 0 1,0 8 0,0 2-1,0 6 67,0 5 0,0 7 0,1 5 0,1 6-123,1 5 0,3-2 0,-2 4 0,1 3-42,2 3 1,-2-2 0,0 1 0,-1-6 49,-2-6 1,0-13-359,1 1 0,-3-13 0,0-4-36,-5-5 0,-4-6 0,-3 1 0,-4-2-42,-5-1 1,2 0 0,-3 1 0,0 2 113,-2 3 1,1 2-1,0 2 1,0 2 153,0 3 1,2 7 0,-1 4 0,2 4 201,3 2 0,8 3 1,0 2-1,2 0-28,1-2 1,2-8 0,5-1-1,3-3-153,6-3 0,0-5 0,5-3 0,2-3-68,3-3 0,0-7 0,4-7 1,1-5-196,1-4 1,-2 3-1,0-6-247,1 0 1,0-4 0,0 3 0,-2 2 0,-3 3-1358,-3 4 1826,-5 6 0,5-2 0,-3 3 0</inkml:trace>
  <inkml:trace contextRef="#ctx0" brushRef="#br0" timeOffset="4083">3116 518 7674,'0'9'-131,"0"0"1,-1 0-1,-1 0 131,-1 1 0,0-5 0,3 3 0,0-3 0</inkml:trace>
  <inkml:trace contextRef="#ctx0" brushRef="#br0" timeOffset="5148">3559 211 7666,'5'5'585,"-1"4"-350,0 5 0,-2 8 0,3 6 0,0 7-45,0 9 0,-3 1 0,2 10 0,-1-1-118,0-1 0,0-8 1,-3-3-1,-1-5-149,-2-5 0,1-10 0,-4-1 110,-1-7 0,0-9 0,0-5-379,1-5 0,0-4 0,-4-3 1,-1-3-1,-1-3-19,1-3 0,1 1 0,1-4 0,-1-1 179,1-1 0,1-1 1,1 0-1,2-1 237,1 1 1,1 0-1,3 0 1,0-1 135,0-2 0,5 1 0,3-2 1,5 1-12,5 1 1,0 5-1,7-2 1,2 2-6,1 1 1,-1 3-1,4 0 1,-1 4-34,-1 4 1,-4 3 0,1 3 0,-7 3-121,-5 2 0,-8 6 1,-3 4-1,-2 6 24,-1 5 1,-4 1 0,-3 4 0,-5 2-54,-3 1 1,-2-1 0,-1 5-1,0-2-22,0-1 1,3-6 0,0 3 16,-1-3 1,3-3 0,2-5 0,4-3-16,4-2 0,3-2 0,3-2 0,4-2-20,4 0 0,6-2 1,5 3-1,1 0-5,2 0 1,-3-2-1,-1 3 1,-1 1 35,-2 1 1,-1 2 0,-3-1-1,-5 1 347,-5 2 0,-3-1 1,-2 4-1,-3 1-12,-5 1 0,-4-2 0,-6 0 0,-3 1-99,-2 1 1,1-3 0,0-2-226,1-2 0,-2-2 0,3-1 0,1-2 1,2 0-1851,3 0 1010,2-3 0,13 1 0,6-7 0,8-4 849,6-3 0,3-5 0,8-2 0,1-5 0</inkml:trace>
  <inkml:trace contextRef="#ctx0" brushRef="#br0" timeOffset="5398">3992 509 7717,'-3'16'427,"-1"1"0,0 5 218,0 3 0,-2 1 0,3 7 0,1 0-437,1-1 1,2-1 0,2-6-1,3-4-130,2-6 0,5-8 1,2-5-1,2-6-309,1-8 0,0-4 0,0-11 0,-3-5-242,-3-5 0,-2-1 1,-2-2 268,-2 3 1,-2-2 0,-5 7-1,-3 1 1,-5 3-148,-5 3 1,-3 8-1,-1 0 1,-1 3-124,1 3 1,0 1-1,0 2 474,0 2 0,8-2 0,4 2 0,0-2 0,1-1 0</inkml:trace>
  <inkml:trace contextRef="#ctx0" brushRef="#br0" timeOffset="5742">4182 166 7674,'6'9'0,"-1"0"0,0 0 0,0 0 0,0 3 0,2 1 0,-2 2 714,-1 4 1,0 2 0,-2 5 0,1 2-269,-1 0 0,-1 4 0,-1 0 1,-1 1-285,-2 0 0,1-4 0,-4 0 1,-1-2-95,-1-3 1,2-7 0,0 0 0,0-3 205,1-3-687,-3-1 1,7-9 0,-2-5 0,2-6 65,1-5 1,4-3 0,2-3-1,3-2 74,3-1 0,3 3 0,5 6 119,1 3 1,3 3 0,-2 3 0,0 4 0,1 4 309,1 4 1,-3 7-1,1 4 239,-3 3 0,-1 6 0,-8-1 0,-3 3 0,-3 2 38,-5-1 1,-4 0-1,-7-1 1,-4 0-219,-4-2 0,0-7 0,-4-1 0,-3-1-429,-2-4 0,0-8 0,-3 1 0,-1-4-1791,-2-2 0,0-5 2005,-7-4 0,0-8 0,-4-7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17:30.434"/>
    </inkml:context>
    <inkml:brush xml:id="br0">
      <inkml:brushProperty name="width" value="0.06" units="cm"/>
      <inkml:brushProperty name="height" value="0.06" units="cm"/>
    </inkml:brush>
  </inkml:definitions>
  <inkml:trace contextRef="#ctx0" brushRef="#br0">160 193 7876,'0'-6'0,"0"-1"179,-2 1 1,-4 1-1,-3 2 1,-1 0 240,-2 2 1,0 1 0,-1 2-245,0 2 0,1 7 0,-1 4 0,3 4 0,1 3-48,2 4 0,4-2 1,1 3-1,4 0-108,2-1 0,5-2 0,3-3 0,2-4-215,1-2 1,0-2 0,0-2 0,0-2 60,-2 0 1,-3-3 0,-1 2 0,-3 0 184,-2-1 0,-1 3 0,-3 0 1,-3 1 75,-4-1 0,-1-2 0,-4 1 1,-1-2-75,-1-1 0,1-2 1,-1-2-1,0-2-369,-1-2 1,2-2-1,3-2 1,0-1-332,0-2 1,4-1-1,1-3 1,1 0-571,3-2 1217,0 1 0,4-4 0,0 1 0</inkml:trace>
  <inkml:trace contextRef="#ctx0" brushRef="#br0" timeOffset="364">237 129 7905,'0'8'64,"0"2"0,0-1 1,0 2 397,0 1 1,0 1 0,0 5 0,0 3-220,0 4 1,0-2 0,0 6 0,0 1-71,0 0 0,1-3 1,1 0-1,0-4-106,-1-1 0,2-6 0,0 2 1,0-3-136,-1-3 0,3-6 0,0-2-254,0-3 1,0-2-1,-2-3 1,1-3 146,-1-2 0,1-5 0,1-3 0,-1-4 50,1-3 0,1 2 1,0-1-1,1 1-10,-1 1 1,1 2-1,-1 2 1,0 5 292,1 2 0,-3 7 0,0 4 0,-1 7-13,1 6 1,-3 6 0,2 2 0,-1 5-242,0 1 1,1 0 0,-1 1 0,0-2-112,2 0 1,0-6-1,3 2 1,0-2-71,1-4 0,0-6 0,2-7 0,-1-4 277,-1-4 0,2-6 0,0-6 0</inkml:trace>
  <inkml:trace contextRef="#ctx0" brushRef="#br0" timeOffset="964">500 366 7905,'-10'7'541,"2"2"0,1 2-72,0 1 1,2 2 0,0 2 0,2 2-105,1 2 1,1 1-1,-1 2 1,4-1-209,2-2 0,4-3 0,1-2 1,1-2-237,2-5 0,-2-4 1,0-5-1,2-4-342,0-6 1,1-7 0,-2-4 0,-1-3 157,-1-3 1,-6 2-1,3-6 1,-3 1 106,-1 2 0,-2 2 0,-2 4 0,-3 0 46,0 3 1,-4 4 0,0 3-1,0 3-38,-1 3 0,2 5 0,1 1-165,1 2 1,2 5-1,2 3 1,2 1 44,0 2 0,2-1 0,3 0 0,1-1 268,3 0 0,-2-2 0,1-1 0,0-1 0,1 0 0,-2-1 0,2-2 0,0 1 135,-1-1 1,1-1-1,-3 3 1,-2 0 258,1 0 1,-3 2 0,1-1 0,0 1 91,-1-1 1,-2 1-1,0 1 1,0 1 175,0-2 0,0 1-818,0-2 55,0-2 1,3-4-1,-1-5 1,2 0-36,1-2 1,0-1-1,0-2 1,-1 1 4,1 0 0,0 0 1,0 3-1,-1-1 99,-1 1 1,1 2 0,-1 0 177,0 1 1,2 3-1,1 4-13,0 4 1,2 7 0,-1 5 0,3 3-16,0 4 1,0 2 0,3 3 0,0-2-35,0 0 1,0-8 0,-1-4-1,-1-5-280,0-4 0,-3-6 0,2-6 0,-1-7 79,-3-6 0,0-5 0,-2-3 0,-1-2 18,-1-1 0,-1-3 1,-1-1-1,0 0-88,0-1 1,-1 2 0,-1-4 0,-2-1-34,-2-2 0,0-3 0,-1 2 1,1-1-1048,0 2 1267,-1 4 0,-2-8 0,-1 6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17:29.451"/>
    </inkml:context>
    <inkml:brush xml:id="br0">
      <inkml:brushProperty name="width" value="0.06" units="cm"/>
      <inkml:brushProperty name="height" value="0.06" units="cm"/>
    </inkml:brush>
  </inkml:definitions>
  <inkml:trace contextRef="#ctx0" brushRef="#br0">7 16 7829,'0'-6'-7,"1"2"0,0 1 241,1 0 1,0 3 24,-2 0 0,1 6 0,1 5 0,2 4 0,0 4 10,0 6 0,1 3 0,1 8 0,0 2-238,1 2 1,-1-3-1,0 2 1,-2-3-273,-2-3 1,-1-4 0,-1-4 0,0-3-581,0-5 1,-1-7 0,-1 0 366,-2-5 0,-2-5 0,0-8 454,-1-6 0,-2-3 0,-1-5 0</inkml:trace>
  <inkml:trace contextRef="#ctx0" brushRef="#br0" timeOffset="349">1 292 6988,'0'-7'1421,"0"4"-1131,2 1 1,3 2 0,3 1 0,1 2-333,1 1 1,-2-2 0,4 1 0,1 0-301,1-1 1,3-2-1,-1 0 1,-1 0-23,1-3 0,0 0 1,-2-4-1,2-1 124,0-1 0,-6 1 0,0 1 240,-2 1 0,-3 4 0,-2 4 0,-3 6 470,0 6 0,-2 2 0,-1 4 0,0 2 385,1 1 0,0 0 1,2-1-549,0-2 0,2 2 0,3-5 1,1-5-1,3-4-358,4-5 1,1-4 0,2-5 0,0-6-145,1-5 1,-5-2-1,0-6 1,-2-2-59,-2-2 0,-4 2 0,-2 1 54,-1 3 0,-5 1 0,-2 7 0,-5 2 0,-3 2 248,-3 3 0,1 4 0,-1 2 0,2 2-200,0 2 1,2 1-1,1 2-363,1-1 0,2-2 0,2 2 514,1-1 0,2 2 0,1-2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17:28.101"/>
    </inkml:context>
    <inkml:brush xml:id="br0">
      <inkml:brushProperty name="width" value="0.06" units="cm"/>
      <inkml:brushProperty name="height" value="0.06" units="cm"/>
    </inkml:brush>
  </inkml:definitions>
  <inkml:trace contextRef="#ctx0" brushRef="#br0">14 209 7853,'-1'-6'-48,"-1"-1"0,1 1 1,-2 0 391,1 2 1,1 0-87,-1 2 1,1 2 0,1 0 0,0 4-110,0 4 0,3 3 0,0 5 0,2 3-27,-1 4 1,-2 2-1,2 3 1,-2 3-66,0 2 0,-1 4 1,-1 2-1,0 0-96,0-1 1,0-8 0,0-2 0,0-8-62,0-7 0,0-7 0,0-9-39,0-7 0,0-6 1,0-5-1,0-4-8,0-4 1,2-2-1,3-5 1,1 1-44,3-1 0,-1 4 0,2-1 0,2-1 166,0 1 0,1 1 1,-1 4-1,-1 4 171,0 6 0,-1 10 0,0 4 86,-1 5 0,-3 9 1,-1 8-1,0 5 1,0 5-15,0 1 0,0 2 0,-2 2 1,1 0-131,-1-2 1,-1 0 0,2 2-1,0 1-163,-1-1 1,-1-4 0,2 2-685,-1-4 0,2-6 0,-1-6-280,2-4 1,0-5 1037,1-6 0,-1-6 0,0-4 0</inkml:trace>
  <inkml:trace contextRef="#ctx0" brushRef="#br0" timeOffset="517">367 395 7923,'8'-6'0,"0"1"0,0 2 46,2 0 1,-2-1-1,2 1 1,1-1 347,1-1 1,-3-1 0,4-2 0,-1-1-105,-2-1 1,1-1 0,-2-2 0,-2-2-287,-2 0 1,0-2 0,-3 0-1,-2 0-32,-1 0 0,-3 3 1,-5 1-1,-2 2 84,-3 2 1,0 3 0,-1 4 0,2 3 127,0 3 1,0 3 0,1 6 0,1 1-11,3 1 0,0 1 0,3 4 0,0 1-169,0 0 1,4 2-1,-1-1 1,1 1-287,1-1 0,0 0 0,1-2 1,1-1-260,2-3 1,3-4 0,1-4-1,1-3-99,1-3 1,0-4-1,3-3 1,1-3 638,1-3 0,-2-3 0,2-1-49,-1 1 1,0 1 0,0 1 0,0 2 0,0 0 48,0 0 0,-3 4 0,-1-1 153,-1 1 0,2-1 0,-2 3 1,1-1-1,0 0 482,-1 1 1,-1-1 0,1-1-321,-2-1 0,-1 1 0,1 0 0,-1-1-221,-2 1 1,-1-3-1,-3-2 1,-1-1-1,-1-1-49,-2 0 0,-3 2 1,-1 1-1,-3-1 113,-1 1 0,-1 3 0,1 3 1,1 2 80,3 3 0,0 5 0,3 4 0,0 3-143,0 2 1,4 2 0,0 5 0,1 0-154,2 1 1,3 0 0,0-2 0,1 0-304,3 0 1,-1-2 0,2-3-180,2-3 0,-1-4 0,0-5 0,0-5 1,1-4-827,0-5 1,0-8 1364,1-4 0,0-5 0,0-2 0</inkml:trace>
  <inkml:trace contextRef="#ctx0" brushRef="#br0" timeOffset="799">783 100 7853,'6'-27'30,"-2"1"1,-1 10-1,-3 2 356,0 3 0,0 6 1,0 6-1,1 4 144,1 5 0,0 8 1,2 4-1,1 5-112,1 5 0,-1-1 1,0 2-1,0-1-149,0-1 0,0-3 1,1 0-1,-1-3-233,-1-4 0,-2-6 0,2-1 0,-1-2-243,-2-4 0,-1-4 0,-3-3-118,-3-3 1,-1-2 0,-4 1 0,0 0 72,-1 0 1,-1-1-1,1 2 1,1 1 196,2 0 1,4 4-1,2 4 1,0 3 192,2 2 0,1 4 1,2 0-1,4 1 72,2 0 0,3-5 0,0-2 0,1-3-202,1-2 0,0-3 0,-1-5-348,-1-3 0,2-4 0,-1-5 0,-1-2 1,0-3-651,-1-1 990,0 1 0,-1-5 0,1 2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17:37.314"/>
    </inkml:context>
    <inkml:brush xml:id="br0">
      <inkml:brushProperty name="width" value="0.06" units="cm"/>
      <inkml:brushProperty name="height" value="0.06" units="cm"/>
    </inkml:brush>
  </inkml:definitions>
  <inkml:trace contextRef="#ctx0" brushRef="#br0">292 57 7921,'-9'-9'-263,"3"3"1,0 1 421,-1 2 1,-4-3 0,-1 3-1,-1 0 1,-2 0 583,-1 0 1,3 0 0,-5 4 0,1 1-555,1 1 0,2 4 0,2-1 0,4 1-72,2 2 1,2 1 0,4 1 0,1 3 42,2 2 1,5-2 0,6 6 0,2-1-578,2 0 1,-6-1 0,6 0 0,-1 0 220,-1-1 1,-2 1-1,-2-1 1,-3-2 284,-4 0 1,-1-3-1,-5 3-68,-2 0 0,-2 1 1,-8-1-1,-5-4 1,-4-1 150,-4-1 1,0-1 0,0-2 0,2-3-388,0-2 1,7-2 0,1-1 0,2-2-379,3-1 0,5 2 1,3-3 177,2-1 1,2-1 0,2-1 0,4-2 0,3-2 414,2-1 0,4 3 0,-3-5 0,5 2 0</inkml:trace>
  <inkml:trace contextRef="#ctx0" brushRef="#br0" timeOffset="483">397 251 8004,'13'9'73,"0"-3"1,3-1 0,-3-1 127,0-2 1,0-2-1,-2-3 1,0-4 19,0-4 0,-1-4 0,-2-4 0,-2-2-101,-3 2 1,-2-4 0,-1 0 0,-1 1-2,-2 1 1,-3 3-1,-6 1 1,-3 2-35,-1 4 1,0 5 0,0 3 0,0 3 119,0 3 1,1 3 0,1 4 0,1 4-80,0 3 1,3-1-1,-1 7 1,4 0-45,1-1 1,4 3 0,-1 3-115,2 1 0,2 1 1,2-5-1,4-1 0,3-4-849,5-1 1,3-5-1,1-3 1,3-5 50,1-3 1,0-10 0,3-4 829,-3-5 0,2-6 0,-5-1 0,0-3 0,-2 0 0,3-3 0,0-2 0,-2 1 0,-1-1-24,-4 3 1,-1 4 0,-5 2 0,-3 3 134,-5 6 0,-4 3 0,-6 4 0,-2 3 608,-2 2 0,0 2 1,-1 1-1,1 3 123,0 3 0,-2-1 0,4 5-489,2 1 0,0 1 0,2 3 0,1 2 1,2 1-217,1 0 1,1 4-1,3-3 1,0 1-342,0-1 0,4 3 0,3-4-293,4-4 1,0 0-1,3-6 1,2-3-1,1-3-597,0-2 1,2-6 0,0-5 0,-1-7 674,-1-4 1,-2-5 0,-1 0 418,-2 0 0,2-7 0,0 4 0</inkml:trace>
  <inkml:trace contextRef="#ctx0" brushRef="#br0" timeOffset="683">777 119 8004,'0'-6'942,"0"0"-505,0 0 0,0 2 0,0 5-235,0 7 0,0 1 1,0 4-1,0-1-137,0 3 0,-3 2 0,0 0 0,1 1-88,1 0 0,1-4 0,0 0 1,0-1 9,0-2 1,0-2-19,0 0 1,0-6-1,0-5 32,0-6 1,1-6 0,1-1 0,2-3-293,1-2 0,1 3 0,2-1 0,1 0-353,0 2 1,0 4 0,0 1 0,0 1 643,-1 1 0,1 0 0,0 0 0</inkml:trace>
  <inkml:trace contextRef="#ctx0" brushRef="#br0" timeOffset="950">936 163 7978,'4'9'-59,"1"0"1,3-2 0,0 0 0,-1-2 323,-1-1 1,0-1 0,3-3 0,-1-1-69,1-2 1,-3-2 0,-1-4 0,0 0-46,0-3 0,-3 1 0,1-4 1,-2 1-174,-1 0 0,0-2 0,-1 5 1,-2 0 126,-3 1 0,-2 1 0,-1 1 1,-1 2 167,-1 3 0,1 3 0,-2 4 0,2 5-49,1 5 0,1 3 1,-1 1-87,0 3 0,4 1 0,2 5 0,2 0 0,1 2-184,0 0 1,1 0-1,2-4 1,3-2-711,2-3 0,4-8 0,0 0 30,2-7 1,0-5-1,1-4 1,-1-6 0,0-7 724,0-5 0,-4-4 0,3-8 0,-4-2 0</inkml:trace>
  <inkml:trace contextRef="#ctx0" brushRef="#br0" timeOffset="1116">1147 13 8180,'0'-9'1752,"0"5"-1248,0 4 0,0 5 0,0 6 1,0 2-218,0 0 0,0 5 1,0 4-1,0 0-283,0 3 0,0 1 0,0 2 0,1 0-459,2 0 0,-2-4 0,2 3 1,-2-1-706,-1-5 0,0-4 0,0-3-79,0-1 1239,-4-6 0,-5-7 0,-4-4 0</inkml:trace>
  <inkml:trace contextRef="#ctx0" brushRef="#br0" timeOffset="1249">1094 260 7978,'0'-6'1444,"0"0"1,0 0-1015,0-2 1,4-1 0,2 0 0,3 0-508,3 0 1,-1 3-1,3 0 1,2 0-729,1-2 0,-3 2 0,1 1 0,1 1 805,0 2 0,2 1 0,0 1 0</inkml:trace>
  <inkml:trace contextRef="#ctx0" brushRef="#br0" timeOffset="1331">1412 207 7898,'-9'0'-203,"0"4"0,0 1 1</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17:35.265"/>
    </inkml:context>
    <inkml:brush xml:id="br0">
      <inkml:brushProperty name="width" value="0.06" units="cm"/>
      <inkml:brushProperty name="height" value="0.06" units="cm"/>
    </inkml:brush>
  </inkml:definitions>
  <inkml:trace contextRef="#ctx0" brushRef="#br0">151 203 7256,'-5'-8'80,"2"-1"1,-2 3 0,-1 1 0,-2 1 281,0 2 1,-1 1-1,0 1 1,-1 1-156,-2 2 1,2 3-1,-4 6 1,1 3-187,2 5 0,2 0 0,1 3 1,2 2-143,3 0 1,2-1 0,1-2-39,0 0 1,1-1 0,2-4 0,3-5 0,2-2-50,4-4 0,2-4 0,4-2 0,0-7 22,3-6 0,-3-4 1,3-8-1,-2-4 17,-2-1 0,-2-1 0,-1-2 1,-2-1 120,-1 0 0,-1 6 0,-2 3 0,-2 5 247,-3 4 1,-2 10-1,-1 3 37,0 7 0,0 9 0,0 4 0,0 3-163,0 3 0,0 1 1,0 4-1,0-1-205,0-1 1,0-8-1,1 1 1,1-2 238,1-5-107,3-5 0,-1-7 0,4-5 0</inkml:trace>
  <inkml:trace contextRef="#ctx0" brushRef="#br0" timeOffset="366">380 1 7925,'0'11'0,"0"1"106,0-1 0,0 3 0,0-1 0,0 2 83,0 0 0,0-1 0,0 4 0,0 1-12,0 1 1,-3-3-1,0 3 1,1-1-119,1 0 1,1-1 0,0-1 0,0-1-78,0-2 0,-1-4 0,-1 0-173,-1-3 0,2-6 1,2-1-53,2-5 0,7-6 0,-1-2 0,2 0 53,2-3 1,-3 0 0,5 1-1,2 1 118,2 1 1,-2 1-1,2 4 1,-2 0 107,-1 2 1,-1 2-1,-1 5 119,-2 2 1,-3 3-1,-3 6 1,-3 2-1,-2 4 61,-1 2 1,-5 3 0,-3 3 0,-4 0 213,-1-3 0,-5 3 0,-3-4 1,1-2-260,-2-2 0,4-6 0,-3-1 1,2-2-433,2-3 1,6-2-1,2-5-403,1-2 1,4-2 0,1-5-1,4-1 1,4-5 663,4-4 0,6-2 0,-2-5 0</inkml:trace>
  <inkml:trace contextRef="#ctx0" brushRef="#br0" timeOffset="617">645 150 7925,'0'9'0,"0"0"0,0 4 0,-1 2 0,-1 1 148,-1 2 1,-1 3 0,2 3 0,-1 1 367,1 2 0,1-4 0,1-1 0,0-3-449,0-6 1,1-3 0,2-4 0,3-3-45,2-2 0,1-8 0,-1-4 0,1-4-277,0-7 0,-3 0 0,0-4 0,0-1-25,-1-1 1,-1 2 0,-4 2 0,0 3 0,0-1 0,0 6 1,0 0-1,0 2 75,0 3 0,-4 5-40,-2 3 0,1 2 0,0 2 0,1 2 243,2 3 0,1 2 0,-3 1 0,-1 0 0</inkml:trace>
  <inkml:trace contextRef="#ctx0" brushRef="#br0" timeOffset="884">715 133 7925,'5'4'85,"-2"2"0,-1 1 1,0 2-1,1 0 154,-1 0 0,2 1 0,-1 1 0,0 1 28,1 2 0,0-2 1,3 1-1,-2 1-298,2 0 1,1-6-1,1 0 1,0-2-144,0-2 0,-1-2 1,1 1-1,1-3 69,2-3 0,-2-2 1,1-3-1,-1-2-189,-1-2 1,0 1 0,-1-3 0,-1-1 136,-2 1 1,-2-2 0,2 2 299,-1 0 0,-1-2 0,-2 6 1,1 1 194,1 2 1,0 6 0,-3 2-141,0 7 0,1 4 0,1 6-390,1 0 1,3-1 0,-2 2-1,1 0 1,0-1-1711,0-1 1902,3-5 0,-3 0 0,4-3 0</inkml:trace>
  <inkml:trace contextRef="#ctx0" brushRef="#br0" timeOffset="1033">1051 53 7925,'0'9'166,"0"0"1,0 0 0,0 1 0,0 1 109,0 4 1,0 2 0,1 0 0,1 3-337,1 4 0,2-3 0,-1 8 1,0 0-445,0 1 0,0-1 1,-2 0 503,1-1 0,0-2 0,-3 1 0</inkml:trace>
  <inkml:trace contextRef="#ctx0" brushRef="#br0" timeOffset="1182">1024 274 7925,'-3'-9'323,"0"0"1,0 1 0,5 0 44,4 2 1,0-1-1,6 3 1,-1 0-350,0 0 1,4-3 0,5 1 0,0-1-1904,0-2 1884,-2 0 0,4 0 0,1 0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17:33.583"/>
    </inkml:context>
    <inkml:brush xml:id="br0">
      <inkml:brushProperty name="width" value="0.06" units="cm"/>
      <inkml:brushProperty name="height" value="0.06" units="cm"/>
    </inkml:brush>
  </inkml:definitions>
  <inkml:trace contextRef="#ctx0" brushRef="#br0">27 248 7877,'-4'4'172,"3"4"1,-2-2-25,2 2 0,1 6 0,0 3 0,0 6 0,0 2-99,0 2 1,0 2-1,0 1 1,0-3-278,0-2 1,0-4-1,0-4 1,0-2-1154,0-4 1381,0-5 0,0-6 0,0-5 0</inkml:trace>
  <inkml:trace contextRef="#ctx0" brushRef="#br0" timeOffset="131">44 53 7927,'-8'0'-492,"-1"0"295,0 0 0,1 1 1,2 2-138,3 3 0,2-1 334,1 1 0,4 0 0,1 3 0</inkml:trace>
  <inkml:trace contextRef="#ctx0" brushRef="#br0" timeOffset="466">150 186 7927,'0'15'-95,"0"2"0,0 2 249,0-1 1,0 2-1,0 1 1,0 2 105,0 3 0,0 0 0,0 0 0,0-3-163,0-2 1,0-3-1,0-1 1,0-2-178,0-4 0,1-5-77,2-3 0,-2-7 0,3-5 1,-1-5-10,0-6 0,3-4 1,-2-8-1,1-4 76,2-3 0,1 4 1,3-2-1,1 3 114,-1 4 1,1 1 0,0 5 67,-1 3 0,2 5 1,-1 10-1,-2 4 1,0 3 208,-1 4 0,-3 6 1,-1 11-139,-1 4 1,-1 4-1,-2 3 1,0-2 0,2 1-263,-1-1 0,-1-5 1,-1-2-1,0-3-310,0-5 1,1-8 0,2-4-1471,3-8 1879,2-2 0,5-14 0,0 1 0</inkml:trace>
  <inkml:trace contextRef="#ctx0" brushRef="#br0" timeOffset="683">609 18 7927,'-4'-6'242,"-2"0"0,1 4 1,-1 0-1,0 1 118,-2 1 1,-1 0 0,0 0 0,0 1-5,0 1 0,1 6 0,0 5 0,1 1-93,1 1 1,1 6 0,-1 2 0,3 2-74,2 4 0,1 0 1,0 10-1,1 3-248,2 2 0,-1-5 1,4 2-1,1-2-1188,1-4 1,1-8-1,-1-6 372,1-7 0,-3-6 0,-1-10 874,-1-4 0,-1-8 0,-3-8 0</inkml:trace>
  <inkml:trace contextRef="#ctx0" brushRef="#br0" timeOffset="1016">503 300 7927,'-9'-3'657,"1"2"0,0-3-137,2 0 0,2 4-448,4 0 1,4 4 0,2 4 0,3 0-317,2-2 1,0 1 0,4-4 0,0-1-220,2-1 1,1-1 0,-1-1-1,1-2 198,0-3 1,-4-2 0,0-1 0,-1 1 82,-2-1 0,-2 3 0,0 1 556,0 1 0,-4 3 0,-2 6 151,-2 4 1,-1 7 0,0-1 0,0 4 6,0 0 0,0-3 0,0 3-482,0-4 0,1-5 0,2-1 1,3-5-40,2-3 1,-3-9 0,0-5 0,-1-5-148,-2-6 0,2-5 0,-1-2 0,-1 2-31,-1 3 0,-5 5 0,-2 1 0,-2 5 135,0 3 1,-1 5-1,0 2 1,0 1 5,0 2 1,3 2-1,0 2-670,0 1 0,-1 4 696,1-1 0,2 2 0,4 1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18:28.282"/>
    </inkml:context>
    <inkml:brush xml:id="br0">
      <inkml:brushProperty name="width" value="0.06" units="cm"/>
      <inkml:brushProperty name="height" value="0.06" units="cm"/>
    </inkml:brush>
  </inkml:definitions>
  <inkml:trace contextRef="#ctx0" brushRef="#br0">13 177 7544,'-2'-6'-416,"-1"-1"1026,-1 1 1,3 2-1,-1-1-222,1 0 1,4 0 0,2-1 0,4 1 115,3 1 1,3 0-1,4-1 1,3 1-420,2-1 0,2 2 0,0 0 0,-1 1-23,1 0 1,-4 0 0,-3 2-123,-3 0 0,-2-1 0,-2 0-3811,-2-2 3871,-6-2 0,-1 2 0,-7-4 0</inkml:trace>
  <inkml:trace contextRef="#ctx0" brushRef="#br0" timeOffset="133">225 107 7788,'-7'13'79,"1"2"0,2 1 0,0 4 1,1 2 272,2 1 1,0 1 0,1 0 0,0 1-253,0-1 1,0 3 0,0 2-1,0-1-557,0 0 1,0-3 0,-1 2 0,0-3-801,-1-2 1257,-3-5 0,-2 1 0,-3-1 0</inkml:trace>
  <inkml:trace contextRef="#ctx0" brushRef="#br0" timeOffset="283">32 600 11752,'10'-2'0,"1"-1"266,3 0 0,3-1 0,5-3 0,3 0-678,4-2 0,-1 0 1,3-4-1,-1 0 412,-1 0 0,-5 0 0,1 0 0</inkml:trace>
  <inkml:trace contextRef="#ctx0" brushRef="#br0" timeOffset="483">417 145 7882,'-3'13'558,"3"0"1,-3-1 0,3 2 31,0 1 1,0-1 0,2 3 0,1 2-283,0 2 1,2-3 0,3 3 0,1 2-239,-2-1 0,1 3 0,-2-3 1,0 2-173,-2-1 1,1-5-1,-3-1 1,0-5 101,-2-4 0,0-1 0,0 0 0</inkml:trace>
  <inkml:trace contextRef="#ctx0" brushRef="#br0" timeOffset="617">347 357 7882,'0'-5'733,"0"1"1,1 2 0,3-2-1,3 1-91,5-1 1,1 0 0,5-3 0,4-1-659,2-1 0,-1-2 1,4 0 15,0-1 0,0-1 0,-2 1 0</inkml:trace>
  <inkml:trace contextRef="#ctx0" brushRef="#br0" timeOffset="1582">802 254 7828,'0'-4'64,"0"-1"961,0 4-718,3-5 1,-2 6-1,3 1 1,-1 5-144,1 4 1,-2 3 0,2 2 0,-1 5-147,1 2 0,-2 3 0,1 2-74,0 0 1,-1-1 0,-2 0 0,0-5 0,0-4-72,0-4 1,0-5 82,0-8 0,0-5 0,0-11 0,0-4-87,0-5 0,0-1 0,1-4 0,1-1 81,3 0 0,1 1 1,3 2-1,1 0 42,2 1 1,2 5 0,1-2 0,2 4-30,1 3 1,0 7 0,-3 6-1,0 4 8,-3 4 1,-4 5 0,0 7 0,-2 5 343,-2 3 0,0-1 1,1 4-1,-2 0 26,0-1 1,0 1 0,-2 0 0,1 1-103,0-1 0,-1-3 0,-1-1 0,0-3 275,0-4-421,0-2 1,0-10-1,0-6-521,0-7 1,0-9-1,0-7 1,0-5-1,0-5-9,2-2 0,2 0 0,2-3 0,1 2 189,2 2 1,1 4 0,3 2 169,0 3 1,-1 7-1,-1 9 1,-2 7-1,-1 6 383,-2 6 0,-1 6 1,1 7-1,-1 3-56,-1 1 1,-3 1-1,2 0 1,-1 1 219,0-2 0,1-1 0,-1 0 0,1-1-655,0-2 1,-1-2 0,3 2 0,-1-1-105,-1-3 1,3-5 0,-2-4 289,2-3 0,1-5 0,-1-3 0</inkml:trace>
  <inkml:trace contextRef="#ctx0" brushRef="#br0" timeOffset="1899">1296 132 8070,'-4'7'469,"-1"-1"1,1 3-1,-2 1 1,2 2-143,2 0 1,1 1 0,1 3-1,0 0-36,0 1 1,3 0 0,1 1 0,3 0-280,1-1 1,2 0 0,3 0 0,0-3-164,0-3 1,0-4 0,-1-5 0,2-3-343,1-3 0,-2-7 0,2-8 137,-4-4 0,0-4 0,-1-4 0,-2-1 0,1-2 426,-1-2 1,-4 6 0,3-3 0,0 3 242,-2 5 0,-3 9 0,2 9 155,-1 8 0,-1 8 1,-1 9-1,1 3 24,2 5 0,0-2 0,-1 3 1,1 0-578,-1-1 0,2-1 1,0-3-1,0-1-383,0 0 1,-1-6-1,2 2 74,1-5 1,-1-3-1,0-4 394,1-1 0,-1-3 0,1 2 0</inkml:trace>
  <inkml:trace contextRef="#ctx0" brushRef="#br0" timeOffset="2216">1694 81 7877,'-10'-3'145,"2"0"1,-2-1-1,1 2 364,1 1 0,1 1 0,1 1 1,-1 2 128,1 3 1,2 5 0,3 5 0,2 4-407,4 2 1,4 0-1,3 1 1,3 1-284,1 1 1,2-3-1,0-2 1,0-1-53,-1-1 0,-3-1 0,0 3 0,-1 0 124,-3 1 0,-5 0 0,0 1 376,-4 1 1,-2-3 0,-3-3 0,-3-2 0,-2-3-81,-3-3 1,0-1 0,0-6-1,1-1-956,0 0 0,2-4 0,-1-4 0,1-3-508,1-2 1,3-2 0,2 0 0,0-1-291,1-2 1,2-1 1436,0-3 0,3 1 0,0-2 0</inkml:trace>
  <inkml:trace contextRef="#ctx0" brushRef="#br0" timeOffset="2366">1847 158 7877,'0'11'565,"0"1"1,0 2 192,0-1 0,1 2 1,1-1-1,0 2-370,2 0 0,0 1 0,1 2 0,-1 1-626,1 2 0,-2-4 1,1 3-134,-1 0 1,-1-4 0,-2-2 370,0-1 0,0-1 0,0 0 0</inkml:trace>
  <inkml:trace contextRef="#ctx0" brushRef="#br0" timeOffset="2498">1783 325 7877,'1'-5'1125,"1"1"1,2 3-1,3-2 1,2 0-968,4-1 0,3 0 0,4 0 0,1-2-1302,2-2 1,0 1 1143,1-1 0,-1-2 0,3 0 0</inkml:trace>
  <inkml:trace contextRef="#ctx0" brushRef="#br0" timeOffset="3215">2200 10 7859,'-3'-3'340,"3"-1"537,-2 2-490,1 1 0,2 4 0,1 6 0,2 6-139,2 4 0,-2 4 0,0 4 0,1 2-83,1 2 0,0-1 0,0 2 0,-1-2-133,-1-1 0,-2-5 0,0 2-60,-1-1 0,-1 0 1,0-8-1,0-3-126,0-3 1,-3-6 0,1-5-111,1-4 0,2-4 0,2-3 111,4-1 1,3 0-1,2 0 1,1 2-1,4 0 46,1 0 1,-2 2 0,4 1-1,0 1 223,-3 2 0,-1 2 0,1 1 77,-2 2 1,-1 3 0,-5 5-1,-3 2 1,-3 4 379,-1 2 0,-4 1 1,-3 2-1,-3-1 249,-3 0 0,-3-2 0,-2 0-694,0-2 0,-1-3 0,-1-5 0,0-3 0,-1-1-418,-1-2 0,3-3 0,0-2 0,2-3-134,3-1 1,5 0-1,1-3 1,3 1-1081,1 0 0,2-2 0,3 2 55,4 0 1,4-2 1448,4 1 0,3-1 0,-2-1 0</inkml:trace>
  <inkml:trace contextRef="#ctx0" brushRef="#br0" timeOffset="3482">2681 286 7839,'15'0'0,"0"0"758,-1 0 1,-2-1 0,-2-1 0,-1-2 152,-1-2 0,-4 0 0,-1-1 0,-1 0-498,0-1 1,0-2-1,-4-3 1,-3-1-343,0-1 1,-5-1-1,0-2 1,-3 0 17,-2 1 1,1 5 0,-3 2 0,-1 5 278,-1 2 0,1 6 1,1 4-6,-1 5 1,1 10 0,6 6-1,2 5 1,2 5 127,3 4 1,3-1 0,3 4 0,4-1-336,4 0 1,7-9-1,6-5 1,3-5-995,1-7 1,3-5 0,3-9-1,1-2-1301,-1-4 1,-4-2 0,3-5-222,0-1 1,-3-2 2359,-3-1 0,4-6 0,-7-1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18:33.530"/>
    </inkml:context>
    <inkml:brush xml:id="br0">
      <inkml:brushProperty name="width" value="0.06" units="cm"/>
      <inkml:brushProperty name="height" value="0.06" units="cm"/>
    </inkml:brush>
  </inkml:definitions>
  <inkml:trace contextRef="#ctx0" brushRef="#br0">128 52 7897,'-13'-10'126,"1"2"1,1-2 0,-2 1 211,0 1 1,3 4-1,-3 2 1,1 1 124,2 1 0,1 7 0,3 4 0,2 7-149,2 5 1,2 4-1,2 3 1,3 2-106,3 3 0,5-5 0,3 1 0,2-3-90,1 0 1,-2-4 0,3 4-102,-2-4 1,-1-1 0,-4-2 0,-1-1 0,-1 1-2,-3-1 1,-3-5-1,-4-1 1,-2-2 57,-4-3 0,-3-1 0,-3-2 0,-1-2-121,-1-2 1,0-1-1,-2-1 1,0 0-392,1 0 0,1-3 1,1-1-1,0 0-371,1 0 1,4 0 0,1-4-1,3 1-985,2-2 1793,1-2 0,3 1 0,1-3 0</inkml:trace>
  <inkml:trace contextRef="#ctx0" brushRef="#br0" timeOffset="283">365 353 7909,'8'-3'0,"1"-1"209,-1-2 0,0 0 0,0-1 0,0-1 249,0-1 1,-1-3 0,-1 1 0,-1-3-91,-1 0 0,-3 0 1,1-4-1,-4 1-144,-2 2 0,-2-1 1,-2 3-1,-2 0-106,-2 3 1,0 2-1,-5 2 1,1 2 36,0 2 0,1 5 0,0 3 1,1 5 154,-1 3 0,4 3 0,1 4 1,3 4-20,2 2 0,0 5 0,3 3 0,1 2-226,3-1 0,2-4 0,5-2-653,1-3 0,5-4 0,1-7 0,1-5 1,2-3-370,-1-4 0,0-7 0,2-3 0,1-5-1229,-1-3 2186,-4-5 0,8-4 0,-4-3 0</inkml:trace>
  <inkml:trace contextRef="#ctx0" brushRef="#br0" timeOffset="466">545 173 8110,'-9'0'0,"0"0"412,2 0 1,-1 0 0,2 1 0,0 1 1,-1 3 1,2 3-1,0 3 1,1 2 144,1 2 0,1 2 0,2 4 0,1 2-414,1 0 0,1 2 0,5-3 1,-1 1-400,2-1 1,2-3 0,-2-3-14,1-3 1,0-2-1,1-4 1,-1-4 0,0-1-387,0-2 653,-2-3 0,4-6 0,-2-5 0</inkml:trace>
  <inkml:trace contextRef="#ctx0" brushRef="#br0" timeOffset="749">615 231 8103,'-6'3'561,"0"-2"1,1 3-1,1 0-137,2-1 1,-1 1 0,3 3-1,0 2-288,0 2 0,3 1 0,2 1 0,1-1 30,3 1 0,0 0 1,4 0-558,0 0 1,0-3 0,0-2-1,0-3 1,-1-4-166,1-2 1,-2-6 0,-1-4 0,-1-4 437,-1-4 1,-4-1 0,-1-3 0,-1 1 61,0 1 0,1 1 0,-3 2 458,0 0 1,0 9-1,0 7 646,0 5 0,0 6 0,0 3-987,0 3 1,0 4-1,0-1 1,0 1 0,2 0-466,3-1 1,-2-2 0,2 0 0,0-1-421,0-3 824,2-5 0,-1-1 0,0-3 0</inkml:trace>
  <inkml:trace contextRef="#ctx0" brushRef="#br0" timeOffset="983">846 212 7909,'4'1'0,"-2"1"114,-2 2 0,3 0 1,-1 0-1,1 2 597,0 1 1,0 1 0,-1 3-1,2 0-228,-1 1 1,3 4 0,-3 1 0,2 2-353,-1 0 1,-2 0 0,2 0 0,-1 0 126,-2-2 1,0-4-351,-1-5 0,0-4 0,0-5 0,0-4-161,0-5 1,0-6-1,0-3-81,0-1 0,0-3 1,0 3-1,0 2 0,2 1-319,0 1 0,2 1 1,-1 1-1,1 2-321,1 1 974,-2 6 0,5-3 0,-1 4 0</inkml:trace>
  <inkml:trace contextRef="#ctx0" brushRef="#br0" timeOffset="1249">1083 314 7909,'10'4'-121,"-3"-1"0,3-3 1,0 0 661,-3 0 0,-2-1 1,0-1-1,0-2-201,0-2 1,-1-3 0,-2-1 0,-1-2-236,-1 0 1,-3-1-1,-1-3 1,-2 0 64,0 2 1,-4 3 0,0 3 0,-2 2 61,-1 1 0,0 3 1,0 5-1,0 3 206,0 4 0,1 5 0,2 3 0,1 4 112,2 3 0,3 5 1,3 5-1,4 3-174,5 1 1,3-3 0,7 0 0,2-4-546,3-5 1,2-8-1,2-5 1,2-6-1035,0-5 1,-3-10-1,1-5 1,-1-7 1202,-2-5 0,2-3 0,-3-6 0</inkml:trace>
  <inkml:trace contextRef="#ctx0" brushRef="#br0" timeOffset="1749">1750 161 7855,'-6'-7'0,"0"1"199,-1-1 0,-1 3 0,-2 0 308,0 2 1,0-1-1,-1 3 1,1 1-1,0 1 263,0 3 0,2 5 1,0 4-1,3 2-352,0 4 0,4 3 0,-1 5 0,2 2-226,2 4 1,2 2-1,5 0-595,1-4 0,5-1 0,0-9 0,1-5 0,0-4-829,1-5 0,-2-6 0,1-6 0,0-5 1232,-2-6 0,3-9 0,-1-2 0</inkml:trace>
  <inkml:trace contextRef="#ctx0" brushRef="#br0" timeOffset="2082">1847 71 8564,'-4'3'0,"2"1"114,1 2 1,1 2 0,0 1 0,0 2 613,0 3 1,1 0 0,1 4 0,2 3-405,2 1 0,0 2 0,0 3 0,-1 1-172,-1 1 0,1-1 1,0 5-1,0-3-53,0-2 1,-4-8-1,2 0-197,0-5 0,-3-8 0,3-9-269,0-6 1,-2-6 0,2-4 0,0-3-11,1-2 1,-1-2 0,2-1 262,0 0 0,0 2 0,2 3 0,-1 4 0,1 4 151,-1 3 0,-2 5 1,1 1-1,-1 6-11,-1 4 1,2 9-1,-2 6 1,0 4-19,0 3 0,2-1 1,-1 2-1,0-2-712,0-2 0,0-5 1,3-1-1,0-6 63,1-6 1,0-4 0,3-6 640,0-3 0,1-9 0,1-5 0</inkml:trace>
  <inkml:trace contextRef="#ctx0" brushRef="#br0" timeOffset="2332">2116 205 8118,'-6'0'0,"-2"-2"570,0 0 0,0 0 0,-1 3 0,0 1 143,1 2 1,5 5-1,-4 4 1,2 4-380,2 4 1,0 3 0,4 2 0,1 1-157,2 0 1,4-7-1,1 0 1,1-5-435,2-5 0,0-6 1,1-4-1,-1-6-217,1-4 1,-1-4 0,-1-2 0,-2-3-77,1-1 1,-3 0 0,1 1 380,-3 2 1,0 2-1,-3 4 1,-1 3 93,0 1 1,-1 4 0,0 3 0,0 4 804,0 4 1,0 5 0,2 4-894,0 1 1,1 2-1,-2-1 1,2 0-1,1-2 154,1-2 0,-2-2 8,2 0 0,-1-3 0,2-1 0</inkml:trace>
  <inkml:trace contextRef="#ctx0" brushRef="#br0" timeOffset="2665">2283 238 7855,'0'6'114,"0"0"0,0 1 1,0 1 493,0 1 0,0 2 0,0 1 0,0 2-243,0 3 1,0-1-1,0 2 1,2-1 37,0-1 0,2 2 1,-1-3-1,0-1-278,0 0 0,0-4-313,-1-2 1,-1-5 0,3-5-30,-1-6 1,-1-8-1,-2-4 1,1-6-202,1-3 1,-1 0 0,3-3 237,1 2 0,-1 3 0,0 5 0,1 4 129,1 1 1,0 6 0,0 6 0,-1 6 361,-1 7 0,0 4 1,1 3-219,-1 2 0,0 2 0,1 1 0,-2 3 0,1 2-522,-1-1 1,-1 2 0,2-4 0,0 0-555,-1-3 0,-1-7 0,3-2 983,0-4 0,0-4 0,2-2 0</inkml:trace>
  <inkml:trace contextRef="#ctx0" brushRef="#br0" timeOffset="2982">2475 225 8137,'0'6'1339,"0"1"0,0 0-726,0 1 1,0 2-1,0 4 1,1 1-424,1 5 0,-1 0 0,3 2 0,0 0-83,-1-1 0,-1-4 0,2-2 0,-1-4-103,-2-3 0,2-4 0,0-5-259,0-4 1,-1-7 0,1-6 0,-1-4-68,0-3 0,2 0 1,-1-1-1,0 0 173,0 2 0,2 4 0,-1 1 1,2 2-18,0 3 0,3 5 0,1 1 774,0 3 0,0 2 0,-3 4 1,1 2-1,0 4-354,0 5 1,-3 4 0,-1 2 0,1 1-1165,-2 0 0,1 0 0,-3 4 191,1-1 1,2-2 0,-1-3-1,-1-2-504,1-4 1223,-3-5 0,3-3 0,-3-3 0</inkml:trace>
  <inkml:trace contextRef="#ctx0" brushRef="#br0" timeOffset="3232">2712 308 7855,'10'0'-1162,"0"0"1860,-1 0 0,-3 0 0,2 0 0,-1-1-121,1-1 1,-1-2 0,1-4 0,1-2-175,1-2 0,-2 1 0,1-4 0,-2 1-352,-1 1 0,-1-2 0,-2-2 1,0 1-65,-2 1 0,-3 3 1,-2 2-1,-2 2 32,-3 2 0,1 3 1,-2 4-1,1 3 154,1 5 1,1 4-1,1 3 1,1 3 522,1 1 1,3 3-1,-1 1-611,1 1 1,1 0 0,1 2 0,0-1 0,3 0-905,1-1 0,1-5 0,5-3 0,0-2-622,1-5 1,0-6 0,-1-5 0,1-6 1440,-1-7 0,1-5 0,1-7 0</inkml:trace>
  <inkml:trace contextRef="#ctx0" brushRef="#br0" timeOffset="3398">2931 84 7855,'-4'0'1337,"2"2"0,1 5 0,1 4 0,0 4 0,1 4-541,1 4 1,-1 2-1,4 1 1,0 0-939,0 2 0,2-2 0,-1 1 0,1-1-282,-1 0 0,0-7 1,1 2-1,-1-3-2411,1-2 0,-3-6 2835,0 1 0,1-5 0,1 3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19:18.983"/>
    </inkml:context>
    <inkml:brush xml:id="br0">
      <inkml:brushProperty name="width" value="0.06" units="cm"/>
      <inkml:brushProperty name="height" value="0.06" units="cm"/>
    </inkml:brush>
  </inkml:definitions>
  <inkml:trace contextRef="#ctx0" brushRef="#br0">14 96 8134,'-3'4'1750,"1"-1"-1263,-2-3 0,3-1 0,-2-1-69,3-2 1,3-2-1,2-1 1,2 0-412,4-1 1,2 0-1,1-2 1,2 1-1152,0 1 0,-1 1 1,2 0 1143,1 1 0,1-1 0,0 1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19:19.515"/>
    </inkml:context>
    <inkml:brush xml:id="br0">
      <inkml:brushProperty name="width" value="0.06" units="cm"/>
      <inkml:brushProperty name="height" value="0.06" units="cm"/>
    </inkml:brush>
  </inkml:definitions>
  <inkml:trace contextRef="#ctx0" brushRef="#br0">38 122 7914,'-6'0'124,"-1"0"1,1 0 0,-1 0 694,1 0 1,2 0-294,2-3 1,2 0 0,2-4 0,3 0-196,3-1 1,2 0 0,3-2 0,0 0-235,0 0 0,2 1 0,0 0 1,-1-1-620,-1 2 1,0 1-1,-1 2 1,0 0-499,-2 3 0,-2 1 0,1 1 0,-3 1 1020,-1 1 0,0 5 0,-1 3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19:25.979"/>
    </inkml:context>
    <inkml:brush xml:id="br0">
      <inkml:brushProperty name="width" value="0.06" units="cm"/>
      <inkml:brushProperty name="height" value="0.06" units="cm"/>
    </inkml:brush>
  </inkml:definitions>
  <inkml:trace contextRef="#ctx0" brushRef="#br0">33 145 7914,'-5'-3'229,"1"-1"0,2 1 0,-2 0 855,1 0 1,-1 3-644,2 0 1,-2 1 0,2 5 0,0 3-231,1 2 0,1 1 1,0 5-1,0 1-201,0 1 1,3 0-1,-1 0-426,-1 0 0,1 0 1,-1-2-1,2-3 1,0-2-91,0-4 0,-1-3 0,1-4 0,0-2 506,1-4 0,1-6 0,-1-3 0</inkml:trace>
  <inkml:trace contextRef="#ctx0" brushRef="#br0" timeOffset="333">180 36 11150,'0'6'652,"-1"-2"0,0 1 0,-1 0-343,0 0 0,1 5 1,-1 0-1,0 3 237,-2 2 1,2 1 0,-2 4 0,1 0-302,-1 1 0,2-1 0,-1 1 1,0-2-84,1 0 1,2-4-1,0 2 1,0-5-104,0-4-47,0-4 1,0-1 0,2-3 0,3-3 58,0-1 1,4-2 0,-1 0 0,1 0-174,0-1 1,-1 0-1,2-1-442,-1 0 1,2-1 0,-2 3 0,0-1 0,-1 1-714,0 0 1,-2-1 0,3 1-1,-2-1 401,-1 1 0,0 2 1,1-1 855,-1 0 0,4-3 0,0-2 0</inkml:trace>
  <inkml:trace contextRef="#ctx0" brushRef="#br0" timeOffset="584">392 10 7914,'-7'0'0,"0"1"757,-1 1 1,2 1-1,-2 2 1,0-1-275,1 1 1,2 1 0,2 2 0,0 2 184,1-1 1,2 0-1,0 1 1,1 0-478,3 0 1,1 1 0,6 1-134,0-2 1,1 3 0,1-3 0,-1 2 0,0-1-90,-2 0 0,-1-3 0,0 2 0,-1 0-98,-2 0 1,-4-1-1,0 1 1,-1 0-42,-1 0 1,-3-2 0,-2-1-106,-3-2 1,-1 1-1,-3-2 1,2 0-1,-2 0-954,0-2 1,0 0-1,1-2 326,3-2 1,1-3 0,1-3 902,2-3 0,-2-1 0,3-1 0</inkml:trace>
  <inkml:trace contextRef="#ctx0" brushRef="#br0" timeOffset="901">565 10 7914,'3'-4'1069,"0"-1"0,-1 5 1,1 0-416,-2 6 1,0 4 0,-1 5 0,0 3-156,0 3 0,0 5 0,0 5 0,0 2-411,0 3 1,0-3 0,0 4 0,0-3-317,0-3 1,0-5-1,0-1 1,0-4-906,0-4 0,0-5 0,0-7 0,0-3-2018,0-4 3151,3-5 0,-3-3 0,3-3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19:28.545"/>
    </inkml:context>
    <inkml:brush xml:id="br0">
      <inkml:brushProperty name="width" value="0.06" units="cm"/>
      <inkml:brushProperty name="height" value="0.06" units="cm"/>
    </inkml:brush>
  </inkml:definitions>
  <inkml:trace contextRef="#ctx0" brushRef="#br0">131 83 7914,'1'-6'0,"0"0"14,2-1 0,-1 1 0,-2-1 236,0 1 0,-2 0 1,-1-1-1,-1 0 180,-1-2 1,0 5-1,-2-2 1,1 2 80,-1 3 1,0 0 0,0 2-1,-1 1-181,0 2 0,5 5 0,-3 1 0,2 3-75,0 2 1,4 2 0,0 2 0,3 1-163,3 1 1,1-1 0,1 1 0,1-3-69,1-1 1,-1-2 0,1 0-128,-1-2 1,1-1 0,-1-1 0,-2-2 12,-2-2 0,-2-1 59,-3 1 0,-4-2 0,-1 0 1,-4 0-1,-1-1-140,-1-1 0,-1 1 0,-1-3 1,-1 1-417,-1 0 1,2-1-1,-1-1-101,2 2 1,3-1 0,2 1-394,1-1 1,3-2 0,3-1 1079,4-2 0,1-5 0,2-1 0</inkml:trace>
  <inkml:trace contextRef="#ctx0" brushRef="#br0" timeOffset="334">298 45 7914,'-13'0'110,"0"0"1,3 0-1,-1 0 1,0 0 708,-1 0 1,2 0 0,1 1-1,2 1-104,0 2 1,2 3-1,1 1 1,1 3-481,3 1 1,3 1-1,4 2 1,3 3-177,2 0 1,3-1-1,0 0 1,2-2-306,1-1 1,-3 0 0,0-1 0,-2 0 137,-2-1 0,-2 1 0,-3-1 0,0 0 168,-2-1 1,-1-4-1,-3 1 1,-3-2 44,-4-2 0,0 0 1,-4 0-1,0-2-491,-1-1 1,-1-1 0,1 0-48,1 0 0,0 0 0,2 0 0,-1-1 1,2-2-512,2-3 0,0-1 0,4-4 1,1 0-817,0-1 1760,4-4 0,1-1 0,2-2 0</inkml:trace>
  <inkml:trace contextRef="#ctx0" brushRef="#br0" timeOffset="616">446 26 7914,'0'6'2354,"0"1"0,0-1-1610,0 0 1,0 1 0,0-1 0,-1 1-107,-1 2 1,0-1 0,-2 2 0,0 3-238,0 1 0,-1 2 1,0 3-1,0-1-203,-2 2 1,1-3 0,-1 3 0,2-3 61,0-2 0,2-2 1,3-3-7,0-1 1,1-3 0,1-4-148,3-1 0,2-2 0,3-1 0,0-2-57,1-2 0,1 0 0,2-1 0,0 1-765,1-1 1,0 0-1,-3 0 1,-1-1-491,0 1 1,-3 3-1,1-2 1,-2 3-287,-1 1 1491,-2 2 0,1 0 0,-1 0 0</inkml:trace>
  <inkml:trace contextRef="#ctx0" brushRef="#br0" timeOffset="732">664 237 7914,'0'7'1254,"0"-1"1,0-1-1,0-1 357,0 1 1,0 0-4610,3-1 2998,-3 2 0,3-8 0,-3 1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1:02.499"/>
    </inkml:context>
    <inkml:brush xml:id="br0">
      <inkml:brushProperty name="width" value="0.06" units="cm"/>
      <inkml:brushProperty name="height" value="0.06" units="cm"/>
    </inkml:brush>
  </inkml:definitions>
  <inkml:trace contextRef="#ctx0" brushRef="#br0">187 0 8359,'3'1'1972,"-1"2"-1715,-1 3 1,0 5 0,0 6 0,2 6-484,1 8 0,1 4 0,2 8 0,2 2-358,-1-2 0,-2-7 584,-1-2 0,0-8 0,-1-2 0</inkml:trace>
  <inkml:trace contextRef="#ctx0" brushRef="#br0" timeOffset="799">20 481 7855,'-4'-6'30,"-1"2"0,3-1 865,-2 3-369,2 0 0,0 3 0,2 4 0,0 3-54,0 3 1,2 5-1,3 2-303,0 3 0,2 1 0,-1 3 0,1 0 0,0 2 61,1 1 1,0 2 0,2 1 0,0-3-246,0-2 0,-2-6 0,1-4 0,-2-6-349,2-7 1,-2-6-1,2-5 1,-2-6 36,2-6 0,-2-8 0,2-1 0,-2-1 112,-1 0 0,1 3 0,-1 1 105,0 4 1,1 3 0,-1 8-1,1 7 1,0 6 234,1 6 0,0 7 1,2 2-1,0 3 102,0 3 1,-2-1-1,1 5 1,0-2 82,-1-1 1,1-4 0,-3-2-63,1-4 0,-1-4 1,1-5-1,-1-4-40,0-2 1,0-6 0,-1-6-1,-1-4 1,-1-5 23,1-3 0,-3-5 0,1-2 0,-1-2-354,-1 1 0,0 1 1,0-3-1,0 4-527,0 4 0,0 8 1,0 2-1,0 5-401,0 4 1,0 4-1,0 4 1,0 4 1049,0 4 0,3 2 0,0 3 0</inkml:trace>
  <inkml:trace contextRef="#ctx0" brushRef="#br0" timeOffset="965">552 481 7927,'0'13'174,"0"-2"1,0 1 0,0 3 711,0 0 0,0 0 0,0 2 0,0 1-502,0 1 0,0-2 0,0-1 0,1 0-1579,1-2 1,0-3 1194,2-3 0,0-12 0,3-4 0</inkml:trace>
  <inkml:trace contextRef="#ctx0" brushRef="#br0" timeOffset="1098">604 353 7927,'0'-4'1326,"0"-1"1,-3 5-1341,1 0 0,0 2 1,2 5-1,0 0-374,0 1 0,0 0 0,0 0 0,1-1 388,1-3 0,2 2 0,2-3 0</inkml:trace>
  <inkml:trace contextRef="#ctx0" brushRef="#br0" timeOffset="1248">655 327 7927,'0'7'0,"0"0"584,0 1 1,0-1 0,1 3 0,1-1-31,2 2 0,0 1 0,2 1 0,1 3-230,0 3 1,3 1-1,0 4 1,1 0-271,0 1 1,-1-2 0,0 0 0,-1 0-254,-2 0 1,-1-3 198,-2 2 0,-1-2 0,-3-1 0</inkml:trace>
  <inkml:trace contextRef="#ctx0" brushRef="#br0" timeOffset="1398">693 680 7802,'-2'-7'0,"0"-2"0,0 2 0,3-1 865,1 0 0,-1-1 1,4-2-1,2 0 1,1 0-634,2 0 1,-1 2 0,1-1-1,2 0 260,0 0-492,1 0 0,-3-6 0,-1 0 0</inkml:trace>
  <inkml:trace contextRef="#ctx0" brushRef="#br0" timeOffset="1732">822 359 7835,'0'12'0,"0"0"199,0-2 0,0 2 1,2 2-1,0 1 546,-1-1 0,3 3 1,0-1-1,2 2-433,0 1 1,0-1 0,0 3-1,-1-1-174,3 0 1,-2-6 0,-1-2 0,1-2-339,-1-2 0,0-5 26,1-3 0,-2-4 0,-2-7 1,-2-4 12,0-5 1,0-4-1,1-3 1,1-1-73,0-2 0,2 3 0,-1 1 0,0 3 380,2 4 1,-1 7-1,0 2 1,2 4 220,2 4 1,-3 10 0,3 5 0,-1 4-218,0 5 1,-4 1 0,4 4-1,-1 2-426,-1 0 0,2-4 0,-1 0 1,0-2-1103,1-3 0,-1-7 1,1-6 1376,-1-2 0,3-3 0,1-2 0</inkml:trace>
  <inkml:trace contextRef="#ctx0" brushRef="#br0" timeOffset="1966">1110 378 7835,'-4'7'0,"0"0"658,-1 2 1,0 3-1,0 5 1,1 3-1,1 5-84,2 2 0,0 1 1,1 1-1,0-3 47,0-3 0,4-6 0,1-5 0,4-5-508,1-4 0,-1-4 0,1-4 0,-1-5-276,-1-6 1,-1-4-1,-1-2 1,0-4-55,-2-2 0,-1 4 0,-3-6 0,0 3-131,0 3 1,-1 3 0,-1 6-35,-2 1 0,-2 1 0,0 7 1,-1 2-1,1 3-450,0 1 1,2 3-1,1 1 1,1 2-1414,0 0 2245,0 1 0,5-1 0,0 0 0</inkml:trace>
  <inkml:trace contextRef="#ctx0" brushRef="#br0" timeOffset="2265">1207 321 7778,'0'4'1078,"0"0"1,-1 1-329,-1 1 0,1 3 0,-1 2-254,1 1 0,1 4 1,0 3-1,1 2 1,2 2-67,3 1 1,1-3 0,3-1 0,0-1-693,0-4 0,1-4 1,2-5-1,-1-4 27,1-3 1,-1-8-1,-1-6 1,-2-4-56,-2-5 0,-4 2 0,0-5 0,-1-1 88,0 0 0,1 3 1,-3 0-1,0 5 605,0 3 0,0 6 1,0 4-1,0 4 100,0 5 1,0 9-1,0 6 1,0 4-105,0 4 0,2 0 1,1 4-1,-1 0-907,1-2 0,2-1 0,0-4 0,0-2-1248,2-5 0,-3-7 1,0-4-1,1-6 1756,1-7 0,0-7 0,1-6 0</inkml:trace>
  <inkml:trace contextRef="#ctx0" brushRef="#br0" timeOffset="2415">1437 257 7778,'0'-7'1103,"1"4"1,1 1-202,0 4 1,3 3-1,-2 5 1,2 4-407,-1 4 0,0 0 0,2 6 1,-1 1-886,-1 2 1,0-1 0,0 1-1,-2-2-303,-1-1 0,-1-6 0,0 0 0,-1-4-3359,-1-4 4051,-2-2 0,-5-2 0,-1 1 0</inkml:trace>
  <inkml:trace contextRef="#ctx0" brushRef="#br0" timeOffset="2531">1425 468 7778,'2'-3'0,"0"-3"0,2 2 0,1-2 0,1 0 0,3-2 0,2 1 0,2-2 872,2 1 1,-1-2 0,3 0 0,0 0 0,-1-1 0,4 2 0,-3-1 0,3 0-5207,-2 0 4334,-6 5 0,3-3 0,-5 4 0</inkml:trace>
  <inkml:trace contextRef="#ctx0" brushRef="#br0" timeOffset="3099">103 1180 8231,'-9'-4'0,"-1"0"419,0 2 1,0-1 0,2 4-5,0 1 1,-1 3 0,3 3 0,2 3-96,2 4 1,2 1-1,2 3 1,2 1-92,2-1 1,3-2 0,2-1 0,1-2-452,1-2 0,0-6 0,0 0 1,0-2-56,-1-3 0,-1-6 0,-1-4 0,-1-5-42,-1-3 0,-3-5 1,-1-4 281,-1-3 1,-1-4 0,-2-1 0,-1 1 0,0 5 439,-2 4 1,1 9 0,2 6-173,0 6 0,4 10 0,3 10 298,5 5 0,3 6 0,3 2 0,-1 0-689,1-3 1,0 0-1,0-7 1,0-2 0,0-3-1404,0-3 0,-3-5 1563,0-7 0,-1-6 0,-1-4 0</inkml:trace>
  <inkml:trace contextRef="#ctx0" brushRef="#br0" timeOffset="3832">738 1065 8277,'-6'-3'579,"-1"2"0,0-1-101,-1 1 1,1 1-1,-2 1 1,2 1-241,1 2 0,-1 8 0,1 3 1,1 3-114,1 4 0,3 3 0,-1 4 0,4-1-560,5 0 1,2-6 0,5-1 0,1-5-284,2-2 1,-1-7 0,1-3 0,0-4 303,0-4 1,1-4-1,-4-7 1,-1-5 413,-2-5 0,-4-2 0,0-2 0,-2 1 0,-3 0 0,1 7 0,-3 3 177,0 1 0,-1 6 0,-1 5 0,0 5 762,-2 5 1,0 7-1,-2 2 1,2 3-412,2 2 0,1 1 0,2 2 0,1 0-224,2 0 0,2-1 0,3-3 0,2-1-369,1-3 1,3-5 0,0-2-26,2-3 1,-1-6-1,1-4 1,-2-5-1,-2-5-193,-2-4 0,-5 0 1,-4-4 222,-1 1 1,-4 1 0,-2 3 0,-2 2-1,-3 2 56,-2 3 0,1 3 1,-4 6-1,1 2-315,1 1 0,0 1 0,1 1 0,2 1-614,1 2 0,2 2 0,1 1 0,2 1 933,2 1 0,1-1 0,1-1 0,0-1 0</inkml:trace>
  <inkml:trace contextRef="#ctx0" brushRef="#br0" timeOffset="4149">1033 1052 8166,'4'8'0,"-1"2"543,0 0 0,-3 0 0,3 3 0,-1 1 116,0 1 0,3 2 1,-1 3-1,0 0-134,-2 1 1,1-4 0,-1 1 0,1-2-265,0-1 0,0-5-296,-1-1 0,-1-6 0,2-5-361,-1-6 1,-1-5-1,2-4 1,-1-4-61,0-4 0,3-1 0,-3 0 1,2-1 202,1 2 0,1 3 0,0 1 0,1 2 286,-1 5 1,0 8 0,1 2 0,-1 6 137,1 7 0,-1 4 0,0 9 0,1 2 484,-1 3 0,-1-1 0,-1 1-904,1-2 1,-2-2 0,1-3 0,-1-2 0,-1-2-1654,1-4 0,-2-7-299,3-7 2201,-2-1 0,1-12 0,-3 1 0</inkml:trace>
  <inkml:trace contextRef="#ctx0" brushRef="#br0" timeOffset="4382">1437 879 7722,'-6'-7'0,"0"1"159,-1 0 1,0 1-1,-1 1 1,-1 0 875,-1 0 1,0 1 0,-1 3 0,1 1 35,0 1 0,2 3 1,1 6-601,1 4 0,2 5 1,2 5-1,2 1 0,2 3-80,3 3 1,1-3-1,2 4 1,1-1-134,1-2 1,1-1-1,1-1 1,-1-3-37,-3-2 0,-1-8 0,0 1 0,-2-3-790,0-4 0,-2-5 568,-3-4 0,-6-3 0,-1-3 0</inkml:trace>
  <inkml:trace contextRef="#ctx0" brushRef="#br0" timeOffset="4514">1322 1142 7920,'-3'-7'953,"2"1"1,-1-1 101,2 1 0,0 0 0,0-1-896,2 1 0,3 0 1,3 1-1,1 1-561,1-1 0,-2 1 1,3 1-1,0-1-1668,2 1 0,-1-2 2070,1-1 0,0 0 0,0-1 0</inkml:trace>
  <inkml:trace contextRef="#ctx0" brushRef="#br0" timeOffset="4664">1502 981 7920,'0'10'0,"0"0"524,0 2 1,0 4 0,0 1 0,0 0 73,0 3 0,0-4 0,2 4 1,1-1-1181,0-1 1,-1-3 0,3-2 0,0-3-408,0-3 0,1-6 0,-2-4 989,-2-4 0,2-10 0,-1-3 0</inkml:trace>
  <inkml:trace contextRef="#ctx0" brushRef="#br0" timeOffset="4764">1546 936 7920,'0'-3'-1799,"-2"1"1799,1 1 0,-2 4 0,3 0 0</inkml:trace>
  <inkml:trace contextRef="#ctx0" brushRef="#br0" timeOffset="5065">1617 847 7920,'0'9'395,"0"-2"1,0 2 0,1 1 469,1 0 1,1 1-1,4 1 1,0 2-217,2-1 1,-2 3-1,4-1 1,0 0-334,-1 0 1,1-2 0,-2 0 0,-1 0-164,-1-2 0,-4-4-161,-1-1 1,-2-4-1,-5 0 1,-3-1-759,-4-1 0,-1 0 0,-1 0 0,-1 0 470,0 0 1,2 3-1,1 1 1,2 3 827,2 1 1,3 3 0,-1 3 0,3 1-43,2-1 1,2 0 0,1-2 0,2-1-164,2-3 0,3-3 0,2-3 0,1-3-203,1-3 1,2-1-1,2-6 1,0-1-1064,0-2 1,0-1 0,2-1 0,1 0-5058,-1-1 5996,-3 3 0,3-5 0,-3 3 0</inkml:trace>
  <inkml:trace contextRef="#ctx0" brushRef="#br0" timeOffset="5332">1906 975 8188,'4'3'1027,"0"1"1,0 1-1,4-1-412,0-2 1,-2-1 0,1-2 0,-1-1-260,-1-5 0,0-2 0,-1-4 0,-2 0-238,-1-2 1,-2-2 0,-2-2 0,-2 0-3,-3 2 1,-4 2 0,-1 3-1,-1 4 175,0 3 0,0 4 0,2 2 0,1 4-76,0 6 0,5 5 0,1 5 0,1 3-60,3 1 0,0-1 0,2-1 0,1 1-189,2-2 1,3-3 0,0-1-1,3-4-1402,0-2 0,0-7 0,3-1 0,0-3 185,0-3 0,0-6 0,-1-4 0,-1-3-691,-3-4 1942,-1 4 0,2-9 0,1 4 0</inkml:trace>
  <inkml:trace contextRef="#ctx0" brushRef="#br0" timeOffset="5648">2002 892 7794,'0'-7'1060,"0"1"1,0 3 0,1 3-1,0 4-491,1 4 0,2 3 0,-1 4 0,1 2-226,1 1 1,-2 2-1,1-2 1,0 0-243,-1-1 0,-1-2 1,2 1-1,-1-1 0,-2-3 1,0-2-235,-1-3 1,0-4-1,0-4 1,0-5-123,0-4 1,0-5 0,0-2 0,0-3 71,0-2 0,0-1 0,0 1 1,0 2-67,3 0 1,-2 1-1,3 2 1,1 3 499,1 2 0,0 6 0,2 4 1,-1 1 542,2 1 1,2 6 0,-1 3-629,0 5 1,0 5-1,-2 4 1,1 2 0,-1 1-325,1 0 1,-1-3 0,0 0 0,-1-1-1302,-3-1 0,1-5 75,-3-3 0,0-10 1,-2-10 1383,0-6 0,0-8 0,0-2 0</inkml:trace>
  <inkml:trace contextRef="#ctx0" brushRef="#br0" timeOffset="5797">2226 783 8043,'4'-7'0,"-2"1"1148,-1-1 0,-1 4-301,3 1 1,-2 7 0,3 4-1,-1 4-304,1 4 1,-1 5 0,2 1 0,1 2-706,1 1 0,-3 0 0,2 1 1,0 0-716,-1 0 0,-1-5 0,-1 2 0,-1-5-1461,0-1 2338,-3-8 0,-5-2 0,-4-4 0</inkml:trace>
  <inkml:trace contextRef="#ctx0" brushRef="#br0" timeOffset="5947">2239 930 8294,'1'-6'1178,"1"2"1,-1-2 0,2 3-677,-1-1 0,0-1 0,2 3 0,0 0-477,0-1 1,4 2-1,-2-1 1,1-1-840,0 1 1,1-1 0,-1 2 0,2-2 813,-1 0 0,-1-2 0,-1-1 0</inkml:trace>
  <inkml:trace contextRef="#ctx0" brushRef="#br0" timeOffset="6080">2400 821 7794,'0'13'181,"0"0"0,0 2 0,0 0 735,0 2 0,0-2 1,0 2-1,2 1-733,0 3 0,1-3 0,-2 0 0,1-1-1155,0-3 0,1-3 1,1-4-2469,2-4 3440,-2-7 0,1-9 0,-1-3 0</inkml:trace>
  <inkml:trace contextRef="#ctx0" brushRef="#br0" timeOffset="6197">2432 808 7794,'-1'-6'1062,"-1"2"1,1 1-312,-1 1-1617,1 1 0,2 2 866,1 4 0,4 4 0,4-1 0</inkml:trace>
  <inkml:trace contextRef="#ctx0" brushRef="#br0" timeOffset="6466">2528 763 7794,'-9'10'1038,"1"-3"0,0 2 1,0 0-244,-1 2 0,2 2 0,0 2 0,1 2 270,2 1 1,2-1-1,0 0 1,3-1-861,3-2 0,1-1 0,5-3 0,1-3-396,1-2 0,-2-5 1,4 0-1,0-5-410,0-5 0,-1-2 0,-1-6 1,0-4-172,-1-2 0,-4 1 1,2-2-1,-2 1 367,-1 4 1,-1 5 711,-1 0 1,-3 9 0,2 8 0,-3 10 107,0 7 1,0 5-1,0 3 1,0 1 102,0-1 1,0-3 0,1-2-1566,1-2 1,0-3-1,2-9 1,0-4 0,0-6-1458,1-4 1,-1-5 2503,2-6 0,1 0 0,-1-5 0</inkml:trace>
  <inkml:trace contextRef="#ctx0" brushRef="#br0" timeOffset="6597">2727 750 9354,'0'0'1723,"2"1"1,0 8 0,0 5-1199,1 5 0,-2 3 1,3 6-1,-1 3-411,1 2 1,0 0-1,2 1 1,-2-4 54,-2-2 0,1-7 0,-1-5-169,0-4 0,-7-3 0,-2-2 0</inkml:trace>
  <inkml:trace contextRef="#ctx0" brushRef="#br0" timeOffset="7181">257 1713 6902,'0'-13'-184,"0"0"1,-3-1-1,-1-1 1,-2 2-1,-1-1 1182,-1 3 1,-1 1 0,-2 4-134,-1 2 1,-3 1 0,4 4 0,0 2-322,-2 3 0,4 4 0,1 6 1,1 3-1,3 5-177,2 5 1,2 2-1,2 5 1,2-1-137,2 1 1,3-4 0,2 1-369,1-2 1,3 0-1,1-8 1,0-6-1,2-5-998,0-6 0,2-4 0,-2-1 1,0-5-164,-1-7 0,-5-4 1,1-5-1,-2-2 1298,-1-3 0,-3-1 0,-4-3 0</inkml:trace>
  <inkml:trace contextRef="#ctx0" brushRef="#br0" timeOffset="7747">341 1591 7737,'0'-7'0,"-3"3"388,1 0 1,1 6 0,2 2 0,2 6 594,1 4 0,1 4 0,2 5 1,1 3-625,0 3 0,-2-1 0,4 3 0,0 0 36,0 0 1,-2-5 0,1 2-24,0-1 0,-2-5 0,0-4 0,-3-5-660,-1-3 0,1-5 1,-2-6-1,0-4 127,1-5 0,-2-6 0,1-3 0,0-6-290,0-4 0,-2 1 0,3-3 1,-1 1 79,1 1 1,2 5-1,-2 2 244,1 5 0,1 8 1,0 8-1,0 3 1,0 6 410,2 6 1,-4 3 0,3 6-1,0 2-505,-1 2 1,3 0-1,-1-1-272,2-4 0,0-1 0,-2-7 1,1-2-1,2-5-149,0-4 1,2-7-1,-3-5 1,0-6 305,0-4 0,0-5 0,-3-2 0,-1-2 336,-1-1 0,-3 4 0,1-4 0,-1 1 94,-1 2 1,-3 7 0,-4 6 0,-2 4 869,-1 6 0,-2 1 0,1 4-485,-1 2 0,4 1 0,2 6 1,2 3 487,1 2 0,2 2 0,0 0-315,3 2 1,3 1-1,1 0 1,3 0-1,1-2-635,1-1 0,2-6 0,2-1 0,1-3-26,1-4 1,0-4 0,-2-5-445,0-3 1,-5-7 0,-1-4-1,-2-4 1,-1-3 48,1-2 0,-4 4 0,-1 0 0,-1 3 472,-1 5 1,0 4 62,0 4 0,0 7 0,0 5 1,0 6-193,0 5 0,2 0 0,1 3 0,1 2-268,1 0 0,0 0 0,1-2 0,-1-2-741,-1-4 1,0-3 0,1-1 1069,-1-3 0,-2-2 0,0-3 0</inkml:trace>
  <inkml:trace contextRef="#ctx0" brushRef="#br0" timeOffset="8048">854 1648 8217,'0'-6'1856,"0"2"1,0 3 0,0 5-1055,3 5 0,0 5 1,4 3-1,-1 2-443,0 3 0,3 1 1,-1 2-1,0-1-235,-1-1 1,0-2 0,-1-1 0,-2-4-333,-2-3 1,-1-7 0,1-3-108,0-3 1,0-7 0,-2-7 0,0-4 0,0-6-247,0-3 0,0 0 1,0-2-1,0-1 141,0 1 0,1 6 0,1 1 0,2 3 501,2 3 1,0 6-1,1 3 1,0 5-155,1 4 1,0 4 0,0 5-31,-1 4 1,2 3 0,-1 4 0,0 1 0,-1 1-490,0-2 0,-1 0 0,1-3-280,-1-2 0,0-4 0,-1-5 872,-1-3 0,0-5 0,3-4 0</inkml:trace>
  <inkml:trace contextRef="#ctx0" brushRef="#br0" timeOffset="8598">1097 1636 7737,'0'-4'1230,"-2"2"1,1 2-1,-1 3 1,3 3-781,1 4 0,4 6 0,0 3 0,2 5 8,2 6 0,0-2 1,2 4-1,-2-2-173,-1-4 0,-1-4 1,-2-4-329,-2-4 1,-1-8 0,-3-6 0,0-7-15,0-5 0,0-4 1,0-5-1,0-2-513,0-2 1,0 2-1,0-4 1,0 0 155,0-2 1,0 6 0,1 0 0,2 3 721,3 2 0,1 2 1,1 6-1,-1 4-80,0 3 0,0 8 0,1 4 0,0 3-12,0 3 0,-1 4 0,0 4-454,-1-1 0,0 6 0,1-3 0,-1 0 0,1-2-1226,-1-4 1,1-6 0,-1-2 699,0-3 1,-1-6 0,-2-7 0,0-2 504,-2-4 1,3-1 0,0 0-1,0 0 695,0 2 0,1 2 0,3-1 0,1 2 65,1 1 1,1-1 0,2 1 0,0-1 215,-1 1 1,1-1 0,-1-1 0,-1-2-560,-2-2 0,-2 1 1,-2-5-1,0 1-227,-3 0 1,-1 0 0,-2 3-1,-1 0 161,-3 2 1,-2 2-1,-2 0 56,1 3 0,-1 2 0,0 3 0,-1 2 0,1 1 391,1 4 0,4 6 0,2 2 0,1 4 228,1 2 1,0 3-1,1 3 1,1 0-440,2 1 1,3-2 0,1 0 0,2-1-349,0-2 0,2-6 1,-2-5-1,1-5-1527,0-3 1,-3-6-1,0-5-549,-1-5 0,-1-6 1,-2-5 2095,-2-2 0,-1 1 0,-1-5 0</inkml:trace>
  <inkml:trace contextRef="#ctx0" brushRef="#br0" timeOffset="8746">1553 1533 7737,'2'-6'930,"0"-1"1,1 4 0,-2 2 834,2 4 0,-1 2 1,0 7-1,1 1-1146,0 4 0,1 1 0,1 2 0,0 2-1026,2 1 1,-1 3 0,3 0-1,-2 1-415,-1 0 0,1-4 0,-1 1 0,-1-3-5098,-1-5 5920,-3-7 0,5 0 0,-3-6 0</inkml:trace>
  <inkml:trace contextRef="#ctx0" brushRef="#br0" timeOffset="8829">1739 1790 7737,'6'3'1520,"1"3"1,-1 2-888,1 0 0,-3-1 1,0-1-1708,1 0 1,-1 0 1073,0-2 0,-3-1 0,2-3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3:12.991"/>
    </inkml:context>
    <inkml:brush xml:id="br0">
      <inkml:brushProperty name="width" value="0.06" units="cm"/>
      <inkml:brushProperty name="height" value="0.06" units="cm"/>
    </inkml:brush>
  </inkml:definitions>
  <inkml:trace contextRef="#ctx0" brushRef="#br0">263 1 7916,'6'1'1224,"-2"3"-943,-2 4 1,-2 5-1,0 5 1,0 8 165,0 7 0,0 7 0,0 16 0,0 10-109,0 9 0,0 5 0,0 0 1,0 3-417,0-1 0,0-9 1,0 1 3,0-13 1,3-4 0,1-16 0,-1-8 0,-2-4-2474,-1-7 2547,0-12 0,0 6 0,0-10 0</inkml:trace>
  <inkml:trace contextRef="#ctx0" brushRef="#br0" timeOffset="466">17 773 7875,'-6'-2'0,"2"-1"502,3-5 0,-1 3 285,-2 1 0,4 5-547,0 7 1,2 2 0,7 12 0,2 4-79,4 3 1,4 6 0,-2 5 0,1 2-57,3 2 0,1 5 1,2 2-1,-1-2-292,0-1 1,1-10 0,-2-4-1,-3-6 80,-3-5 0,1-10 1,-2-12-1,1-9 145,1-11 0,-4-6 1,2-10-10,-2-6 1,3-7 0,1-4 0,1 0-260,3 0 0,1-2 1,1 3-1,1 3 1,-1 4-3336,1 5 3564,-6 8 0,-1 7 0,-6 8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3:14.459"/>
    </inkml:context>
    <inkml:brush xml:id="br0">
      <inkml:brushProperty name="width" value="0.06" units="cm"/>
      <inkml:brushProperty name="height" value="0.06" units="cm"/>
    </inkml:brush>
  </inkml:definitions>
  <inkml:trace contextRef="#ctx0" brushRef="#br0">233 324 7952,'0'-8'-333,"1"1"31,3 2 1,-2-4 0,3 2-1,-1 0 1,1 0 272,1 2 0,-3 0 1,2 2 243,0-1 0,1-1 1,3 1 360,-1-4 1,-6 2-160,2-2 1,-3 0-1,-1-3 1,-1-1-1,-3 0 107,-4 1 0,-2 3 1,-3 1-1,-3 2-272,-3 2 0,-3 2 1,-2 2-1,1 3 43,0 4 1,-1 13 0,1 6-153,-1 6 1,6 7 0,3 3 0,2 2 0,2 2-137,4 0 1,3-4 0,8-2 0,5-3-674,5-8 0,5-3 0,7-13 0,3-3-170,1-6 1,0-5 0,2-5 62,-1-7 0,-5-5 773,2-6 0,2-11 0,-1-2 0</inkml:trace>
  <inkml:trace contextRef="#ctx0" brushRef="#br0" timeOffset="382">409 43 9839,'0'15'0,"1"4"522,3 3 0,-2 4 1,5 10-1,-1 4-272,1 7 0,-3 5 0,2 7 0,-1-1-161,-2 1 0,-2-10 1,1-5-1,0-6-279,2-8 0,1-12-129,-1-10 1,1-11 0,5-15 0,-3-8-40,2-7 0,2-4 1,2-10-1,1-1 67,2-3 0,1 7 1,-3 0 297,1 6 1,1 3-1,-4 13 166,-1 8 1,-3 16 0,-1 15 0,-2 9 131,-2 9 1,-2 2-1,-1 4 1,0 1-317,0-1 1,0-6-1,1 2 1,2-3-778,1-6 1,5-6-1,0-5-43,5-4 1,-1-4 0,3-11 830,-3-6 0,4-10 0,1-12 0</inkml:trace>
  <inkml:trace contextRef="#ctx0" brushRef="#br0" timeOffset="648">818 218 7556,'-12'-4'0,"-1"1"-77,-2 0 0,5 3 0,-1 4 0,0 4 1067,1 2 0,0 7 1,2 2-1,4 5-479,3 3 1,1-1-1,0 5 1,1 2-473,3 0 1,4-5 0,6-5-1,3-2-252,1-4 1,0-9-1,3 2 1,-2-5-169,2-6 0,-3-4 0,1-8 0,-1-2 129,0 0 0,-4-7 0,1 0 0,-5-6 91,-2-1 0,-2 3 0,2 0 1,-4 3 797,-3 4 1,-1 9-380,0-2 0,0 11 0,0 4 0,0 13-68,0 9 0,0 3 0,0 5-595,0-2 0,4-5 1,1 1-1,1-3-3251,-1-5 3656,-1-2 0,1-10 0,1-2 0</inkml:trace>
  <inkml:trace contextRef="#ctx0" brushRef="#br0" timeOffset="981">1098 242 8707,'7'1'1535,"-2"2"-1174,0 0 0,-3 10 1,2 0-66,-3 4 1,-1 3 0,1 5 0,2 2 0,1 4-66,-2 3 1,3-3 0,-1-1-1,-1-2-187,-2-2 0,-1-6 0,0-4 1,2-5-318,1-3 0,-1-4 1,2-8-1,-3-6-21,-1-9 0,4-3 0,1-11 122,2-4 0,-1-4 0,3 2 0,-1 1-80,1 2 0,-2 3 0,0 3 1,1 5 550,-1 3 1,3 11 40,-2 15 0,-3 7 1,-1 13-324,-3-1 1,3 6-1,0 2 1,-1 1 0,-2 0-411,-1-5 1,0-1 0,1-2 0,2 0-1321,1-6 0,1-5 1713,-1-5 0,-3-8 0,4-7 0</inkml:trace>
  <inkml:trace contextRef="#ctx0" brushRef="#br0" timeOffset="1314">1367 172 6818,'7'-7'1417,"-1"7"1,-3 8-1,1 4-941,-1 3 1,-2-1 0,-1 6-326,0 1 1,4 2-1,0 3 1,-2 1 0,0-1-77,-2-1 1,0-2 0,1 1-1,1-1-98,2 1 0,0-6 0,-4-3-211,0-2 1,0-7 0,2-8 86,1-8 1,0-12 0,5-8 34,1 0 0,0-8 0,0 3 0,-1 0 0,1 3 78,1 4 0,-2 4 0,0 2 0,0 2 497,-2 5 0,5 7-162,-4 4 0,0 9 1,-1 7-1,0 6-211,-4 4 1,0 5 0,-2 2 0,0-1-767,0 1 0,0-2 0,0-3-1364,0-1 1,3-5 2039,1-2 0,0-8 0,-4-3 0</inkml:trace>
  <inkml:trace contextRef="#ctx0" brushRef="#br0" timeOffset="1581">1613 324 7879,'8'0'139,"0"1"1,1 1 801,1 2 1,6 0 0,1-4 0,1-1-588,3-3 0,-2-2 0,3-7 0,3-2-229,-1 0 1,-3-6-1,-3 1 1,-1-2-221,-2-1 1,-4 3-1,-3 2 1,-4 0-34,-3 0 0,-6 7 0,-3 0 1,-3 2 214,-5 2 1,3 3-1,-4 8 1,2 4 59,-1 2 0,0 7 0,6 3 0,1 2 107,1 1 0,4 6 1,-2 1-1,1 1 47,2 0 1,2-4-1,2 2-784,3-4 0,1 1 0,5-8 1,1-1-1,2-6-650,0-5 1,1-5 0,0-4 0,3-5-238,1-7 1,-2-7 1369,4-5 0,-6-3 0,3-5 0</inkml:trace>
  <inkml:trace contextRef="#ctx0" brushRef="#br0" timeOffset="1731">2046 8 7952,'-8'-4'812,"0"0"1,5 5 0,0 8-1,1 6-114,2 4 0,0 6 1,0 3-1,0 6-467,0 3 1,4 0-1,1 6 1,1-4-929,-1-2 1,3-8 0,-3-1 0,0-4-3096,0 0 3792,-1-11 0,-4 8 0,0-8 0</inkml:trace>
  <inkml:trace contextRef="#ctx0" brushRef="#br0" timeOffset="2547">34 1060 7876,'0'-11'27,"0"-1"1,0 4 530,0 0 1,-1 6-156,-3-2 1,3 5 0,-3 6 0,3 6-219,1 3 0,0 5 0,1 7 0,2 3-125,0 2 1,1 4-1,-4-1-366,0-1 1,0 3-1,0-7 1,2 0-1,0-2-550,2-6 1,0-7 0,-3-2 487,3-5 0,-2-9 0,3-9 0,-1-6 368,0-9 0,-1-4 0,-1-7 0,0-1 0,2 1 0,1 0 0,-2 2 0,1 1 0,0 0 0,-4 5 0,1 1 578,3 1 1,-3 9-35,3 9 1,1 8 0,-1 16 0,0 5-204,1 4 1,-3 6-1,3-1 1,-1 3-279,0 1 1,4-3-1,-5-4 1,1-2-218,2-4 1,-5-6 0,4-1-165,0-2 0,-2-6 1,5-3 91,1-3 1,-4-7 0,0-6-1,-1-8 99,0-6 1,1-4 0,-2-6 0,2-3 117,1-4 0,-2 6 0,3-1 0,-1 2 131,1 3 0,-1 7 0,3 9 1,-1 4 247,1 7 1,-2 6-1,1 6-157,1 6 0,0 11 0,0 2 0,-3 2 0,1 4-116,-1 3 1,2-5-1,3 5 1,-2-3-288,-2-1 0,-3-7 0,4 3-377,1 0 0,-2-5 1,-1-6-1,1-3-499,-1-4 1,-3-4 1065,1-8 0,-3-8 0,-1-6 0</inkml:trace>
  <inkml:trace contextRef="#ctx0" brushRef="#br0" timeOffset="2847">455 1049 7876,'0'-12'705,"0"7"0,0 5-514,0 6 1,2 6 0,0 2 0,3 3-168,2 1 0,-1 0 1,4 2-1,-3-3-215,2 0 1,2-4 0,1 2-1,-1-3-61,1-4 0,0 1 0,-1-7 0,1-3 37,0-5 0,-2-10 0,-1-3 0,-1-5 116,1-3 0,-4-3 0,0-4 1,-1 3 475,0 4 0,0 7 327,-4 5 0,4 9-455,0 10 0,4 8 0,-3 13 1,0 1-1,2 1-110,-1-1 1,1 0 0,2-1 0,-1-1-638,1-2 0,0-2 0,0-1 0,-1-3 498,1-3 0,1-1 0,2-1 0</inkml:trace>
  <inkml:trace contextRef="#ctx0" brushRef="#br0" timeOffset="3147">900 932 7876,'-12'0'465,"0"0"37,1 0 0,-1 0 0,0 0-203,1 0 1,4 1 0,3 3 0,3 4-122,1 2 1,9 6 0,3 0-1,2 3-237,3 1 0,0 3 0,4-1 1,-3-2-31,-1 0 0,-2-1 0,-4 3 228,-4-2 1,2 2-1,-5-2 1,-1 0 0,-3 1-38,-4-1 0,-2-5 0,-7 3 0,-2-1-256,0-2 0,-5-8 0,3-3 0,0-2-790,1-2 1,1-2-1,6-3 1,1-7 1,6-1 942,-2-6 0,8-6 0,2-5 0</inkml:trace>
  <inkml:trace contextRef="#ctx0" brushRef="#br0" timeOffset="3313">1087 920 7812,'11'-12'495,"0"7"0,-3 6 0,-4 8 0,-2 8-126,2 5 1,-3 0 0,5 10 0,-3 0-368,1 2 0,0 5 1,-2 0-1,0-1-585,2-2 1,0-9 0,-4-2 0,0-3-810,0-5 1392,-5-3 0,-12-2 0,-8 0 0</inkml:trace>
  <inkml:trace contextRef="#ctx0" brushRef="#br0" timeOffset="3446">993 1177 7876,'0'-12'446,"0"1"0,2 4 0,1 2 0,7 1-283,4 0 1,4-5 0,5 3 0,2-2-475,2 0 0,3 0 1,5-3-1,0-2-381,1-3 692,-7 8 0,5-13 0,-4 8 0</inkml:trace>
  <inkml:trace contextRef="#ctx0" brushRef="#br0" timeOffset="3930">1590 791 7877,'0'-5'611,"0"5"0,0 5 1,0 8-1,0 3-424,0 3 0,0 5 1,0 2-1,0 2-142,0 2 0,0-3 0,0 3 0,0 0 51,0 0 1,0-4 0,0 0-1,0-4-272,0-2 0,0-10 0,0 2 146,0-2 0,-4-6 0,0-4-99,1-6 1,7-9-1,4-2 1,2 0-127,2 1 1,0-4 0,1 5 153,2 0 1,2 2 0,3 3-1,-3 2 1,-2 4 326,1 3 1,1 1 0,-3 1 231,2 3 0,-6 6 1,-5 7-194,0 2 0,-5-1 0,2 2 0,-6 0 0,-4 1 136,-5 1 0,0-3 0,-5-2-619,1-4 1,-3 2-1,3-9 1,1 1 0,-1-4-559,2-1 1,2-2 0,3-2 0,2-1-112,4-5 1,3-3-1,1 0 887,0-1 0,5-5 0,2-1 0</inkml:trace>
  <inkml:trace contextRef="#ctx0" brushRef="#br0" timeOffset="4164">1777 1084 7877,'18'-8'44,"-3"0"1,2 4 0,-1-2-1,-2-1 1,1 2 182,0 0 0,-2-4 0,3 1 0,-3-3 80,-2 0 1,2-1-1,0 0 1,0 1-10,-2-1 0,-6 0 0,1 1 0,0-1-224,-4 0 0,0 4 1,-4 2-1,-2-1-37,-3 1 0,-8 3 0,-2-1 0,1 3-5,-1 1 0,1 5 0,4 4 1,1 6 274,-1 4 1,4 3 0,2 2-1,0 0-42,4 4 0,2 0 1,4 3-1,5-2-437,5 0 1,4-9 0,7 4-1,2-5-589,4-4 1,7-5 0,1-10 0,-1-3 97,-2-4 663,-1-1 0,-5-20 0,-1 4 0</inkml:trace>
  <inkml:trace contextRef="#ctx0" brushRef="#br0" timeOffset="4913">327 1715 7919,'0'-8'861,"-2"2"-405,-1 1 1,0 1 0,-5 4-1,-1 0-192,-1 0 1,-2 0-1,0 0 1,1 1-101,-1 3 0,1-2 1,2 8-1,3 1-32,1 4 1,1 1-1,4 0 1,0 4-245,0 2 0,1 2 0,3 2 0,4 3 38,2 1 0,2-4 1,0 1 70,-1-2 0,1 1 0,-2 0 0,-1-3 1,-2 0 53,-2-2 0,-1-4 0,-5 1-78,-3-1 1,-3-1 0,-6-6 0,-1-2 0,-2-3-304,2 0 0,-3-3 0,0 2 0,1-4 231,-1-4 1,5 1 0,4-5-566,-1-1 0,4-1 1,1-2-1,3 0 0,2 1 664,3-1 0,2-5 0,6-1 0</inkml:trace>
  <inkml:trace contextRef="#ctx0" brushRef="#br0" timeOffset="5212">409 1937 7919,'18'-5'303,"-1"4"1,-6-3 0,1 3-47,0 1 1,-1-2 0,1 0 0,0-4-31,0 0 1,-1-2 0,1-4 0,0 1-99,-1-1 0,0-1 1,-4-3-1,-1-2-146,-1 0 0,-4-4 0,2 4 0,-6 0 48,-5 2 0,-2 7 1,-3 2 111,-3 2 0,0 3 0,-5 6 0,3 3 0,-1 5 74,1 4 0,3 3 1,-2 8-1,2 5-74,5 1 1,2-1 0,0-3-1,4 3-301,3 1 0,2-4 0,5 5 0,4-4-412,4-4 1,7-7 0,-1-5 0,2-3-206,1-3 0,2-7 0,1-1 0,1-8 272,-1-6 1,-1-4 0,-2-6 502,1 1 0,-1-6 0,0-1 0</inkml:trace>
  <inkml:trace contextRef="#ctx0" brushRef="#br0" timeOffset="5362">748 1762 7919,'-12'0'460,"0"0"0,1 0-77,-1 0 0,0 1 0,2 3 0,1 4 105,1 2 1,5 7 0,-1 3 0,3 2-256,1 1 0,1 2 0,2 1 0,2 2-389,2 2 0,2-6 0,5-1 0,2-2-343,-2-4 0,0-7 0,1 2 0,0-6 215,-1-1 1,-1-5 283,-1 0 0,5-5 0,1-6 0</inkml:trace>
  <inkml:trace contextRef="#ctx0" brushRef="#br0" timeOffset="5696">865 1785 8078,'-12'0'693,"4"0"1,0 2-413,-1 1 0,4 0 0,1 5 0,3 1-74,1 1 1,0 7 0,1 3-1,3 2-143,4 1 0,2-3 0,2-1 0,1 1-482,3-2 1,-2-1 0,4-7 0,-1-2 90,-3-4 0,3-4 0,-1-4 0,-2-7 123,-1-7 1,-5-2 0,0-10 0,-1 0 30,0 0 1,-1 3 0,-3-2 0,1 3 757,-2 4 1,0 6-28,-2 1 0,4 8 0,0 7 0,-1 8-266,3 6 1,-1 6 0,4 6-1,-1 1-510,1-1 1,0-1-1,0-3 1,-1-1-418,1-2 1,-3-5 0,1 2 0,-1-4-450,1-4 0,-5-5 1084,2-6 0,3-9 0,-1-6 0</inkml:trace>
  <inkml:trace contextRef="#ctx0" brushRef="#br0" timeOffset="5912">1192 1797 8183,'5'-7'493,"-3"4"0,3 6 1,-1 5-167,0 3 0,1 2 0,-3 1 1,4 3-237,0 1 1,-3 1-1,2 4 1,-1-3 65,0 0 0,1-5 0,-3 4-247,2-3 1,4-3 197,-4-9 0,4-6 0,-4-15 0,0-5-82,1-4 1,-3-7-1,5 3 1,-1-1-415,1 0 0,-3 5 0,2 0 0,1 4-380,-1 3 1,-2 4 0,3 0-1,-1 3 768,1 4 0,0 3 0,5 5 0</inkml:trace>
  <inkml:trace contextRef="#ctx0" brushRef="#br0" timeOffset="6162">1473 1809 7899,'11'7'525,"1"1"-202,0 1 1,-1-4 0,1-1 0,0-2 3,0-2 0,-1-2 0,0-2 0,-2-3-187,-1-4 0,-2-2 0,2-1 0,-4-3-175,-3-1 0,-1 2 1,0-3-1,0-1 149,0 2 1,-5 1 0,-3 7 0,-2 1-31,-2 1 1,-1 5-1,0 2 208,1 8 1,-2 2-1,6 11 1,-1 5-1,0 5-35,1 4 1,6 1 0,-2 0 0,2 0-619,2 0 1,0-4-1,2-1 1,2-1-847,3-3 0,1-7 0,3-3 1207,2-3 0,1-1 0,-2-1 0</inkml:trace>
  <inkml:trace contextRef="#ctx0" brushRef="#br0" timeOffset="6244">1742 1902 7925,'7'11'-62,"0"-2"-380,-2-2 442,-1-4 0,1 2 0,2-5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5:06.038"/>
    </inkml:context>
    <inkml:brush xml:id="br0">
      <inkml:brushProperty name="width" value="0.06" units="cm"/>
      <inkml:brushProperty name="height" value="0.06" units="cm"/>
    </inkml:brush>
  </inkml:definitions>
  <inkml:trace contextRef="#ctx0" brushRef="#br0">32 1331 8072,'-4'0'-7,"0"0"504,-1 0 1,-1-1-1,0-1-59,2-2 0,1-1 1,3-1-158,0-3 1,4-3 0,3-4-1,5-3 1,6-6 72,5-7 1,4-3 0,10-12-161,3-5 0,8-8 1,4-6-1,3-2 0,7-7-89,-28 36 0,0 0 0,0 2 0,1 0 1,3-3-1,0 0 0,0 0 0,0 1-124,0 0 1,-1 1-1,33-29 1,-31 30 0,0 1-1,35-30-512,-6 9 0,-14 14 0,-5 7 0,-7 8-1065,-7 8 0,-14 8 0,-7 6 1596,-7 5 0,-7 13 0,-4 5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5:07.106"/>
    </inkml:context>
    <inkml:brush xml:id="br0">
      <inkml:brushProperty name="width" value="0.06" units="cm"/>
      <inkml:brushProperty name="height" value="0.06" units="cm"/>
    </inkml:brush>
    <inkml:brush xml:id="br1">
      <inkml:brushProperty name="width" value="0.08" units="cm"/>
      <inkml:brushProperty name="height" value="0.08" units="cm"/>
    </inkml:brush>
  </inkml:definitions>
  <inkml:trace contextRef="#ctx0" brushRef="#br0">7 334 8035,'0'-9'0,"0"-1"-183,0 0 0,0-1 0,0 2 0,0 1 0,0 1 1066,0 1-637,0 2 0,0 2 1,0 4-1,0 3 1,0 4 49,0 4 1,0 3 0,0 5 0,0 3-92,0 1 1,0 0 0,0 0-1,1 0-120,1-2 0,-1-4 1,3-1-1,-1-1-168,1-3 1,0-6 0,3-3 0,0-4 16,1-6 0,2-10 0,3-9 1,0-7-215,0-7 1,-2-1-1,1-3 1,2 4 51,-1 4 1,1 11 0,-2 9 0,-1 10 220,-3 10 1,-1 9 0,0 11 0,-1 3 245,1 2 0,-3-1 1,0-2 38,1-4 0,0 2 0,0-7 1,-1-3-1,1-5 21,1-6 0,0-4 0,1-3 1,-1-3 67,1-3 0,-1-3 1,1-3-1,-1-2-333,0-3 0,0 1 0,-2-3-504,-2 1 0,-1-1 0,-1-2 0,0-1 0,0-3-592,0 1 0,-1 4 0,0 2 0,-1 1 1062,0 1 0,-1 3 0,2-4 0,-2 3 0</inkml:trace>
  <inkml:trace contextRef="#ctx0" brushRef="#br0" timeOffset="381">437 1 8001,'0'10'0,"0"-2"0,0 0 0,0 1 0,0 2 578,0 3 0,0 1 0,0 4 1,0 3-131,0 4 0,0 0 0,0 6 0,0 0-224,2 2 0,-1-3 0,1 2 1,-1 2-164,-1 0 0,0-6 1,0-1-1,0-2-29,0-4 0,0-6 1,1-5-247,1-3 0,-1-6 0,1-6 0,1-3 69,-1-1 1,3-8-1,-1-6 1,2-5 7,0-5 1,3-2-1,0-2 1,1 0-16,1 1 0,-1 7 0,1-1 1,0 4 376,-1 3 0,-1 9 0,-3 6 88,1 5 1,-2 4-1,0 9 1,-3 5-1,-1 5-119,-1 4 0,0 2 0,0 5 1,0 0 28,0 1 1,-1-2-1,-1-2-951,0 0 0,0-2 0,2-4-453,0-1 0,5-9 0,2-5 1,0-8 1180,3-8 0,0-8 0,2-6 0</inkml:trace>
  <inkml:trace contextRef="#ctx0" brushRef="#br0" timeOffset="615">751 206 8001,'0'9'351,"0"2"1,0 3 0,0 3 10,0 1 0,-1 1 1,0 3-1,-1 1-375,0 0 1,-1 0 0,1 0 0,1-4-787,0-3 1,1-7 0,1-6 285,1-6 0,1-10 1,2-8-1,-2-4 513,0-4 0,2 1 0,-1-2 0,0 0 0,0 1 0,-2 4 0,0-3 0,-1 1 125,-1 2 0,0 4 0,0 3 1,0 3 311,0 3 1,0 6-1,-1 1-449,-1 3 0,1 5 0,-1 5-560,1 3 0,1 2 572,0 2 0,3 1 0,1 3 0</inkml:trace>
  <inkml:trace contextRef="#ctx0" brushRef="#br0" timeOffset="1049">924 270 6176,'7'4'0,"-3"1"0,0-3 0,1-1 0,1 1 0,0-1 0,1 1 0,-1 0 0,0-2 0,1 0 0,-1 0 0,1-2 0,-1 0 0,0 1 0,-1-2 0,-1 0 0,1-1 0,-2 2 0,0-1 21,0 0 1,-3-2 0,2 1 384,-1-2 0,-1-1-25,0 1 1,-1 0 0,0-1 0,-2 1 204,0-1 0,-2 3 0,-1 0 1,-1 0-75,1 0 1,-1 1 0,-1 3-1,-1 0-95,-1 0 0,1 4 0,-1 2-175,-2 4 0,1 7 1,0 4-1,3 2 1,0 5-42,2 3 0,2-1 0,3 5 0,3-3-522,5 1 1,0-9 0,3-4-1,3-5-521,1-5 0,0-3 0,2-4 0,1-3-1090,-1-6 1,-2-4 1931,1-5 0,-1-1 0,-1-4 0</inkml:trace>
  <inkml:trace contextRef="#ctx0" brushRef="#br0" timeOffset="1364">1123 84 8173,'0'7'51,"0"-1"0,0 1 0,-1 2 736,-1 4 1,1 4 0,-1 6 0,1 4-362,-1 4 1,0 1 0,-1 5 0,0 1-202,1-1 0,2-7 0,0-3 0,0-2-111,0-2 0,0-10 1,0-1-370,3-5 1,-2-8-1,3-6 1,1-6-53,1-6 1,1-1-1,1-5 1,1-2 8,1 1 0,-1 0 0,1 4 0,0 4 226,0 5 0,-2 7 0,3 3 0,0 7 220,-1 7 0,0 8 0,-3 8 0,0 5-250,-2 3 0,-2 1 0,-1 1-503,-2-2 1,0-3 0,0-8-1,-2-4 605,0-3 0,-6-2 0,1-2 0</inkml:trace>
  <inkml:trace contextRef="#ctx0" brushRef="#br0" timeOffset="1715">58 892 8034,'0'7'26,"0"-1"0,1 4 1,0 2-1,2 4 71,1 2 1,-2 4 0,2 6 0,1 2-43,1 1 0,0 0 0,0-2 0,-1-2-59,-1-3 0,0-7 0,3-3-571,-1-6 1,-2-8 0,-2-7 574,-1-5 0,-1-9 0,0-6 0</inkml:trace>
  <inkml:trace contextRef="#ctx0" brushRef="#br0" timeOffset="1830">116 886 8034,'-7'-13'-7,"3"0"1,0 1 0,0 1 3,0 3 0,1 4 4,3 4 0,0 4 0,1 4 0,1 3-369,2 1 1,3-1 0,1-1-1,2 0 368,2 0 0,-4-5 0,10 6 0,-4-4 0</inkml:trace>
  <inkml:trace contextRef="#ctx0" brushRef="#br0" timeOffset="2047">340 822 8449,'0'12'0,"0"0"80,0 1 1,0 0-1,1 4 1,1 3 471,0 0 1,3 1-1,-1 5 1,2-1 23,0 1 0,0-5 1,1-3-1,-1-1-315,-2-3 0,-1 0 1,-3 0-1,0 0-96,0 0 1,-4-4-1,-2 2 1,-3-2-179,-3-2 1,1-3 0,-4-1 0,0-2-344,0 0 1,0-1 0,-2-2-1,4-2-1192,1-3 0,5-2 1,-1-4 1547,3-2 0,2-3 0,3 1 0</inkml:trace>
  <inkml:trace contextRef="#ctx0" brushRef="#br0" timeOffset="2550">898 944 8011,'0'-18'-304,"-2"2"218,-3 0 1,0 0 0,-2 2 0,1 1 0,-1 0 518,-2 2 0,2 5 1,-2 2-1,2 3-92,1 3 0,0 3 1,2 5-1,2 4-222,1 4 0,1 1 1,1 6-1,1 0-85,2 2 1,3-4 0,0 1 0,2 0-1,-1-1 0,-1-2 0,-1 1 1,1 0-193,-1-2 1,0-5-1,-2 2 1,-2-1 249,-1 0 1,-4-3-1,-2-3-66,-3 0 1,-2 0 0,-3-2-1,-1-2 1,0-1 25,0-2 0,4-1 0,-2-2 0,2-1-2579,2-1 2527,4-2 0,-2-2 0,2-1 0</inkml:trace>
  <inkml:trace contextRef="#ctx0" brushRef="#br0" timeOffset="2833">1072 924 8147,'-5'-7'0,"2"-1"187,0 3 1,-2 0 60,1 1 1,0 2 0,1 5-1,0 4-164,1 5 1,2 4-1,0 3 1,2 1-87,3 1 0,3-1 0,0 2 0,1-2 59,0 2 0,-1-4 1,2 1-1,-2-1 68,-2-2 1,0 3 0,-4-3 0,-1 1 108,0 0 0,-2-3 0,-3 1 0,-3-1-4,-2-1 0,-2-5 1,-2-2-1,1-1-86,1-1 1,-1-2 0,3-2 0,0-2-774,3-3 1,2 0 0,-1-2 0,3 0-1835,1-2 2463,1 2 0,3-5 0,1 2 0</inkml:trace>
  <inkml:trace contextRef="#ctx0" brushRef="#br0" timeOffset="3116">1200 956 8034,'6'-10'263,"1"2"0,-1 1 234,1 0 1,-1 3-1,0 1 1,1 0-53,-1 4 1,-2 5 0,-2 5 0,-1 3 14,-1 4 0,0 2 0,0 2 0,-1 1-144,-1 1 0,-2 1 0,-2 1 0,-1 0-225,1-1 1,-1 1 0,-1-1-1,-1-2 6,2-1 0,-1-5 1,3-2-1,0-2-65,1 0 1,2-5-1,0-2-48,1 0 0,4-3 1,2-1-1,4-2-133,3-2 1,4-2-1,3-3 1,1-1-178,2-3 0,-2 1 0,3-1 1,-1 0-539,-1-1 0,-2 2 0,-2 1 1,-4 2-648,-1 1 0,-4-1 1511,3 1 0,-3 0 0,1-1 0</inkml:trace>
  <inkml:trace contextRef="#ctx0" brushRef="#br0" timeOffset="3399">1623 937 8034,'0'-6'520,"0"1"0,0 1 991,0-1-1001,0 2 1,0 4 0,-3 6 0,-1 5 5,-2 5 1,-1 6 0,-1 4 0,-3 5-219,-1 5 1,-1 2 0,0 4 0,0 2-318,1 1 0,2-7 0,1 0 0,3-7-594,1-5 0,3-7-988,2-3 0,2-9 0,3-6 0,0-6 1601,2-6 0,2-1 0,1-5 0</inkml:trace>
  <inkml:trace contextRef="#ctx0" brushRef="#br0" timeOffset="3732">1790 1046 8014,'-6'0'92,"1"-2"0,2-1 272,0 0 0,1 1 0,2-3 1,0 0 487,3 0 0,2-4 0,5 0-562,0 2 1,1-3 0,3 2-1,2 0 1,0 1-54,2 0 1,-1 1 0,1 0-1,1 1-652,-2 1 1,-2 3 0,0-2 0,-3 3-1031,-2 0 1,-2 0 0,1 0-1092,-2 3 2536,-1 0 0,1 6 0,-1 1 0</inkml:trace>
  <inkml:trace contextRef="#ctx0" brushRef="#br0" timeOffset="3980">1950 969 8014,'-3'1'181,"0"1"325,0 2 1,0 3 0,-2 1-113,1 0 0,0 6 1,-1 2-1,1 4 1,0 4-14,0 3 1,1 3 0,1 2 0,0-1-263,1-1 0,0-2 0,1-3 0,1-4-993,1-4 1,-1-3 0,4-4-1,0-3-262,0-2 1,2-4 0,-1 1 1135,1-4 0,-1-1 0,0-4 0</inkml:trace>
  <inkml:trace contextRef="#ctx0" brushRef="#br0" timeOffset="4648">2226 1033 7833,'0'-6'-506,"2"0"473,0-1 0,1 1 0,-3-1 481,2 1 50,-1 2 1,3 1 11,-2 3 1,-1 1 0,1 2-204,-2 3 0,0 2 0,0 3 1,0 3-65,-2 2 1,-2 3 0,-2 2 0,-2 1-33,0 1 1,1 0 0,-2 3 0,0 0-82,0-1 1,1-3-1,1-2-137,1-2 0,2-1 0,0-4 42,1 0 0,2-6 0,3-3 6,2-2 1,2-2-1,0-1 1,2-1-157,0-2 1,0 0 0,3 0 0,0-1-267,1-1 1,0 0 0,0-1-204,1 1 0,1-1 1,-2 1-1,0 0 1,2-1-453,2 1 0,-1-1 1,1 0 1035,0-1 0,2-2 0,-2-3 0</inkml:trace>
  <inkml:trace contextRef="#ctx0" brushRef="#br0" timeOffset="4880">2515 1008 8014,'-4'-4'188,"-1"2"1,0 1 260,0 1 0,-2 1 0,1 1-117,2 2 0,1 5 1,3 2-96,0 1 1,0 3 0,1 3 0,1 2 0,2 0 63,2 1 0,1 0 0,-1 2 1,0-2-26,1-1 0,-4-2 0,-1 0 0,-1 1 1,-1-2 0,-3-1 0,-4 0-198,-3 0 1,-5 1 0,-1-3 0,-1-1 0,0-3-596,-1-1 0,2-5 0,1 0 0,2-2-760,3-2 0,1-3 0,4-1 1276,1-2 0,2-3 0,0-1 0</inkml:trace>
  <inkml:trace contextRef="#ctx0" brushRef="#br0" timeOffset="5348">2682 1303 8014,'0'-4'598,"0"-1"1,0 3 297,0-2 0,-1 3 0,-1 2-628,-3 5 1,-2 3-1,-3 4 1,-2 3-1,-1 3-90,-1 4 0,-2 5 0,1 2 0,1 2-1196,-2 2 0,4-3 0,0-1 1018,-1-3 0,4 1 0,0-6 0</inkml:trace>
  <inkml:trace contextRef="#ctx0" brushRef="#br0" timeOffset="6164">58 1623 8014,'0'-6'235,"0"0"836,0-1 1,-1 4-552,-1 1 1,2 7-1,-3 5 1,3 5-1,0 7-109,0 2 0,0 5 1,0 2-1,2 2-381,0 3 1,0-3 0,-2 4 0,1-1 30,1-3 0,-1-5 0,1-3 0,-2-5-2246,-2-3 0,0-6 0,-2-3 2185,-1-3 0,-3-5 0,-2-4 0</inkml:trace>
  <inkml:trace contextRef="#ctx0" brushRef="#br0" timeOffset="6295">0 1944 8527,'3'-6'0,"-1"-1"463,-1 1 1,1 0 0,-1-1 0,2 1-225,0-1 1,2 0-1,3 0 1,2-1-131,-1 0 0,0 3 0,2-4 1,0 2-854,1 1 1,1-2-1,0 1 1,0-2 743,0 1 0,-1-2 0,1 0 0</inkml:trace>
  <inkml:trace contextRef="#ctx0" brushRef="#br0" timeOffset="6631">225 1675 8014,'-3'11'0,"0"1"0,-1 0 381,2-1 1,-1 1 0,1 3-1,0 0 367,2 2 1,0-2 0,0 4 0,0 1-322,3 3 0,-2-2 1,3 2-1,-1-1-415,1-2 1,-2-2 0,2-1-1,1-2-55,1-3 0,-2-4 0,0-5-94,1 0 1,-1-2-1,-1-3 1,1-4 31,0-2 1,-2-5-1,2-1 1,1-5 3,1 0 1,0-3 0,1 1 0,0-2 95,1 1 1,-1 3 0,2 1-1,-2 4 376,-1 2 0,1 6 0,-1 1-135,1 4 1,-4 6 0,-1 8-1,-1 4-213,-1 4 1,0 1 0,0 3 0,1 0-882,1-2 0,-1-2 1,1-1-1,-1-2-3474,1-6 4332,-1-2 0,5-6 0,-3-1 0</inkml:trace>
  <inkml:trace contextRef="#ctx0" brushRef="#br0" timeOffset="6795">482 1790 8691,'0'15'0,"0"1"149,0 0 1,0 0-1,0 2 1,0 1 544,0 1 0,0-1 1,0 3-1,0-3-1411,0-3 0,2-6 0,1 0-466,0-4 0,1-10 0,0-6 1183,-2-6 0,2-8 0,-1-3 0</inkml:trace>
  <inkml:trace contextRef="#ctx0" brushRef="#br0" timeOffset="6911">526 1765 8014,'0'-13'134,"0"2"0,0 1 0,-2 1 456,0 1 0,-1 0 1,2 0-210,-1 0-801,0 2 0,4 3 0,3 3 1,1 0 23,3 0 0,-1 1 1,1 0 395,1 1 0,4 3 0,0-1 0</inkml:trace>
  <inkml:trace contextRef="#ctx0" brushRef="#br0" timeOffset="7112">655 1675 8014,'-5'2'0,"2"1"0,-1 0 214,1 2 0,1-1 0,-2 0 0,1 1 592,2 1 0,0 1 0,2 2 0,1 2 90,2 3 1,3 0 0,0 4 0,3 0-406,0 3 0,-2-1 0,2 3 1,-1 0-166,-1 0 1,-1-2-1,-1 1 1,-2-1-46,-1-2 1,-3-2 0,-3 0 0,-1-2-393,-2 1 1,-3-5 0,-2-1-1,-1-5-1045,0-2 1,-2-3 0,0-3 0,0-4-573,0-3 1,3-5 0,-3-2 1727,3-1 0,-3-4 0,-2-1 0</inkml:trace>
  <inkml:trace contextRef="#ctx0" brushRef="#br0" timeOffset="8264">1097 1854 7994,'0'-6'-759,"0"0"1,0 1 930,0 1 1,0 0 57,0-3 1,0 3 813,0 0-774,0 0 1,0 1 0,0 3-193,-3 6 1,3 4-1,-2 5 1,1 3-1,1 2-16,0 4 1,0-1 0,0 0 0,0-1-835,0-2 772,0 0 0,3 0 0,0-1 0</inkml:trace>
  <inkml:trace contextRef="#ctx0" brushRef="#br0" timeOffset="8394">1104 1765 8245,'-5'-7'0,"0"1"106,0-1-334,3 4 1,-1 1-1,4 4 1,1 2 227,3 2 0,0 3 0,2 1 0</inkml:trace>
  <inkml:trace contextRef="#ctx0" brushRef="#br0" timeOffset="8680">1270 1752 8500,'-6'-1'81,"0"-1"1,2 4-1,3 1 150,2 4 0,3 1 0,2 3 0,1 1-233,2 2 1,-1 2 0,2 3 0,0-1 18,-1 2 1,-1-4-1,0 5 1,-2-1 114,-2 0 0,-2-2 1,0-1-1,-2-2 206,-2-1 0,-4 0 1,-3-2-1,1-1-203,-1-3 1,-1-3 0,-3-1-490,3-1 1,-2-1-1,4-3 1,0-1 0,1-2-179,0-2 1,4-1 0,1-1 531,1 0 0,-2-7 0,0 2 0</inkml:trace>
  <inkml:trace contextRef="#ctx0" brushRef="#br1" timeOffset="9410">1828 1790 8861,'-9'0'-107,"0"0"0,2 1 1,0 1-1,1 2 121,0 2 1,-1 1 0,1 2-1,1 2 101,1 3 1,2 1 0,-1 2 0,0 0-218,1-1 1,2 1 0,0-4 0,0 1 21,0-2 0,0-2 0,2-1 0,3-3-78,0-3 1,2 0-1,-1-4 1,1-2 82,-1-3 0,1-2 1,0-4-1,0-2 18,-1 1 0,-1-2 1,1 1-1,-1-1 135,-1 1 0,-2 2 0,2 2 0,-1 1 131,-2 1 0,0 2 0,1 2 19,0 4 0,1 7 1,-2 6-1,2 3-143,1 2 0,1 2 1,3-1-1,1 0-197,1 0 0,0-4 1,3-4-1,1-2 112,1-4 0,1-3 0,3 1 0</inkml:trace>
  <inkml:trace contextRef="#ctx0" brushRef="#br0" timeOffset="10128">283 2368 8279,'-11'-6'0,"-1"2"-218,-2 1 0,2 1 0,-2-1 0,2 3 326,1 1 1,3 3 0,-2 2-1,0 1 22,0 2 0,4 1 1,0 2-1,1 0-46,1 1 0,1-1 0,4 4 0,2-1-62,3-1 1,3-2 0,5 3 0,1-2 22,2 0 1,-1 0 0,1-1-1,-1 0-119,1-2 0,-3-1 0,0 1 0,-3 0 130,-2 0 1,-5-2 0,-2 3 0,-2 1 133,-2 2 0,-5-1 0,-6 1 0,-4 0-28,-3 0 1,-3-1-1,0-1 1,2 0-191,1-2 1,3-4 0,1 0 0,2-1-848,4-1 875,5-1 0,8-3 0,4 0 0</inkml:trace>
  <inkml:trace contextRef="#ctx0" brushRef="#br0" timeOffset="10444">392 2669 9667,'3'-4'106,"3"-1"1,3 0 89,1 0 0,2-5 0,4-1 0,0-4-64,2-4 1,-1-1 0,-1-4 0,-1 0-282,-3-1 0,-4 2 0,-5 3 0,-1 5-163,-5 4 1,-2 4-1,-7 3 1,-2 3 281,-2 5 0,1 3 1,-1 8-1,-1 4 128,1 4 1,3 1 0,0 6 0,0 1 180,4 0 0,1 1 0,3-1 1,0-2-155,3-1 1,4-7 0,3 1 0,1-4-519,3-2 1,1-4 0,5-2-1,0-1-236,2-3 0,-2-3 0,3-3 629,0 0 0,5-6 0,-3-1 0</inkml:trace>
  <inkml:trace contextRef="#ctx0" brushRef="#br0" timeOffset="10894">661 2489 8210,'-11'3'-100,"1"2"0,0 1 1,-1 2-1,3 4 173,0 2 0,4 3 0,0 2 0,0 0 329,0 0 1,1 1 0,3-3 0,2-1-134,2-3 0,0-5 0,5 0 1,1-2-446,0-2 1,2-2 0,1 2 0,0-1-295,0-2 1,-2-1 0,-1-2 0,1-3 0,-1-3 0,-1 0 0,-2-2 0,-1-2 351,0 0 0,-2-1 0,-2 1 0,-1-1 135,-1 0 0,0 0 0,0 1 0,-1 1 132,-1 3 1,-1 3 0,-2 1 0,1 1 262,-1 2 1,1 0-1,1 3 1,-1 1-83,1 4 0,1 3 0,0 1 0,1 1-166,1 1 0,3 0 0,2 0 0,1-1-186,3-2 1,-2 2 0,3-4 0,0-2-14,0-1 1,1-4 0,1 0 0,-1-4-164,0-3 1,-3-6-1,1 0 1,-2-2 105,-1 0 0,-2 0 1,-2 2-1,-1 1 9,-1 0 89,0 3 0,-3 3 1,1 5-1,-1 6-49,0 4 0,1-1 1,2 0-1,0 0-149,0 0 1,0-1 0,0-1 0,0-1-449,3 0 1,-2-2 639,3-2 0,1 2 0,1-1 0</inkml:trace>
  <inkml:trace contextRef="#ctx0" brushRef="#br0" timeOffset="11127">898 2554 8278,'0'-7'12,"0"1"0,0 4 246,0 4 1,0 2-1,0 7 1,1 1-107,1 2 0,0 0 0,1 1 0,1-1-65,-1 1 1,1-1 0,0 2-1,-1-2-149,0-2 1,-2-3-1,3 1 1,-1 0 62,1-3 1,-2-2-1,2-4 3,1-2 1,-1-6-1,0-3 1,-1-3-91,1-2 0,-2-2 0,2-2 0,0-1-209,0-1 1,2 3-1,-3-1 1,2 3-325,-1 2 1,-1 1 0,2 2 618,0 3 0,-1 1 0,2 0 0</inkml:trace>
  <inkml:trace contextRef="#ctx0" brushRef="#br0" timeOffset="11397">1065 2598 7911,'2'5'0,"1"-2"46,1 0 1,0 0-1,3-2 1,1 2 209,1-2 1,1-3-1,0-2 1,-1-3-73,3-1 0,-3 0 0,0-3 0,-2 0-215,-1-1 0,0 1 0,-2 0 0,-2 0-58,-1 1 0,-4 1 0,-2 3 0,-2 0 123,-1 2 1,-4 2 0,2 4 0,0 3 250,2 3 0,-2 2 0,3 5-156,1 2 0,0 2 1,4 0-1,1 0 217,0-2 0,2 1 0,1-3 0,3-2 1,3-1-626,2-4 0,5-1 0,2-3 0,2-3-494,0-2 0,3-3 0,2-6 773,1-3 0,3-2 0,1-4 0</inkml:trace>
  <inkml:trace contextRef="#ctx0" brushRef="#br0" timeOffset="11829">1591 2515 8162,'-5'-6'-355,"-1"-1"1,-1 2 546,0 0 1,-1 0 0,1 1-1,-3 0 229,0 2 0,2 2 0,-2 0-277,1 0 0,-2 3 0,2 4 0,-1 3 0,1 4 69,1 4 1,3 1 0,2 2 0,0 0-136,1 0 1,2-3 0,0 0 0,2 0-181,3 0 1,1-5 0,3-2-190,1-3 1,3 2 0,-1-6-1,1-1 1,0-2-707,0-1 0,0-6 0,-1-1 997,-2-3 0,5-7 0,-1-1 0</inkml:trace>
  <inkml:trace contextRef="#ctx0" brushRef="#br0" timeOffset="12510">1630 2419 7900,'-7'0'0,"1"0"1,2 0 0,-1 0 402,0 0 1,0 1-1,1 3 1,1 3-108,0 2 0,3 3 0,-3 3 0,3 2-128,0 4 0,0 0 1,2 2-1,1 2-10,0-1 1,-1 0-1,2-2 1,-1-1-300,-2-3 1,2-3-1,-1-1 1,0-2 93,1-4 1,-1-3 0,2-5-283,1-3 1,-1-2 0,0-7 0,1-1 112,0-3 1,1-1-1,-1 0 160,-1-1 0,1 0 0,1 1 0,0 1 0,-2 2 144,-2 2 1,1 3 0,0 1 33,1 3 1,-3 4 0,1 4 0,-1 5-1,-1 4 45,0 3 0,0 2 0,1 0-110,1 1 1,-2 1-1,3-3 1,-1-1-1,1-1-631,1-2 0,0-2 0,2-1 1,2-2 97,0-3 0,0-3 0,2-2 0,1-1 476,1-2 0,-3-5 0,3-1 0,-1-1 0,-1-2 0,-2 3 0,0-4 0,-1-1-64,0-1 0,-3 1 0,0-1 136,-2 0 0,1-1 1,-3 2-1,0 0 1,0 0 386,0 3 0,-3 4 1,-2 2-74,0 3 0,-2 3 1,2 2-3,0 3 0,0 2 0,1 3 0,0 0 0,0 1-27,1 1 0,1-1 1,2-1-336,0-1 1,0 2 0,0-3 0,0 0 0,1-1-223,1-3 0,2 1 1,2-3-1,0-1 25,1 0 1,1-4 0,2-4-1,0-3-19,1-2 0,-1-1 0,-1 1 0,-1 1 233,-2 0 0,-2 5 0,0 0 0,-1 1 453,0 1 1,-2 2-344,1 4 1,-1 2 0,-1 3 0,0 1 3,0 0 0,0 3 0,0-2 0,0-2-1078,0 1 0,0-2 0,3 0-200,1-2 0,-1-1 1125,2-3 0,-1-3 0,2-1 0</inkml:trace>
  <inkml:trace contextRef="#ctx0" brushRef="#br0" timeOffset="12813">1982 2464 9223,'0'6'352,"0"3"0,0 3 0,0 2-78,0 3 1,0 2 0,0 0 0,0 0-144,0 0 0,0-2 0,0-3 0,0-3-293,0-2 1,0-3 19,0-4 1,3-6 0,1-7 0,0-3 92,0-3 0,-1-4 1,1 0-1,1 0-218,0 1 0,0 1 0,-2 2 0,1 3 42,-1 3 1,0 2 338,1 5 0,-3 2 0,1 4 0,0 3-38,0 3 0,-1-1 0,3 4 1,-1 1-80,-2 0 1,2 0 0,-1 1-299,0 0 1,1 0 0,-1-1 0,-1-1 0,1-2-1551,0 0 1851,-2-4 0,6 3 0,-2-4 0</inkml:trace>
  <inkml:trace contextRef="#ctx0" brushRef="#br0" timeOffset="13162">2111 2464 8162,'0'6'224,"0"1"0,0-1 1,0 0-1,0 2-74,0 0 1,0 1 0,0 2-1,0 2-102,0 0 0,2 0 0,1 1 1,0 0-37,-1-1 1,1-1 0,-1-1 0,0-3 111,-1-1 0,1-3-108,0-2 1,-1-7 0,1-3 0,-1-5-111,1-4 1,0-1 0,2-4 0,1 0-2,1-1 1,1 0 0,1 1 0,0 1 29,0 3 0,-1 3 0,0 0 0,-1 4 283,0 2 1,-1 5-1,-2 3 1,0 2 0,-2 3 1,2 5 0,-1 2-205,0 4 0,-1 0 0,-1 4 0,0-1 1,0 2-325,0 0 0,0-1 1,-1-2-1,-1 0-192,0-1 0,0-4 0,2 1-1603,0-4 2104,0-5 0,3-4 0,1-3 0</inkml:trace>
  <inkml:trace contextRef="#ctx0" brushRef="#br0" timeOffset="13410">2271 2547 8162,'2'-6'0,"0"-1"0,3 1 0,0-1 468,3-2 1,-1 4 0,3-3 0,-1-1-130,2 0 1,1-2 0,0-2 0,-1 1-231,0-1 1,-5-1 0,0 0-1,-1-1-189,-2 1 1,0 0-1,-4 3 1,-3 1 65,-2 4 0,-4 4 0,1 0 0,-1 2 183,-2 2 0,2 4 0,0 6 1,0 2 157,0 3 1,3 2 0,-1 3-1,2 1 15,2 2 1,2 1 0,0-1 0,1 1-10,1 0 0,2-3 0,1-3 0,5-3-1267,1-4 0,2-3 1,1-4-1,0-3-149,1-3 1,-4-5 0,3-7-1,-1-3-247,-1-4 1330,-3-3 0,6-6 0,-3-2 0</inkml:trace>
  <inkml:trace contextRef="#ctx0" brushRef="#br0" timeOffset="13544">2470 2278 7351,'3'-10'768,"0"1"0,-3 4-61,0 1 0,0 6 1,0 2-1,0 6-295,0 5 0,0 4 1,0 4-1,0 2-822,0 1 1,0 2 0,0 2-1,0 0-644,0 0 0,0-4 0,0 0 1054,0-4 0,0 0 0,0 1 0</inkml:trace>
  <inkml:trace contextRef="#ctx0" brushRef="#br0" timeOffset="13660">2553 2509 9146,'-3'0'1553,"0"0"-1553,3 2 0,0 2 0,0 2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6:26.080"/>
    </inkml:context>
    <inkml:brush xml:id="br0">
      <inkml:brushProperty name="width" value="0.06" units="cm"/>
      <inkml:brushProperty name="height" value="0.06" units="cm"/>
    </inkml:brush>
  </inkml:definitions>
  <inkml:trace contextRef="#ctx0" brushRef="#br0">61 271 7541,'10'0'202,"1"0"0,-1-1 0,0-4 0,2-4 0,1-5 30,1-2 1,3-5-1,-3-4-222,-1 2 1,-6-2-1,-4 0 1,-1 2-1,-4 1-67,-1 1 1,-8 5 0,-6 3-1,-3 5 57,-1 4 0,0 6 0,2 3 1,0 8 76,2 6 0,4 5 0,0 10 1,4 3 19,2 4 1,5-2 0,-1 5 0,7-3-122,6-3 0,2-4 1,5 1-1,2-4 100,1-3 0,0-6 1,1-7-1,0-2-876,0-4 1,0-2-1,-1 0 1,-2-5 799,0-4 0,-5-5 0,-1-7 0,-4-3 0,-3-8 0,-5-1 0</inkml:trace>
  <inkml:trace contextRef="#ctx0" brushRef="#br0" timeOffset="331">291 198 7361,'1'-18'31,"2"1"0,-2 8 227,3-2 1,-2 8 0,0 0 0,2 7-34,-2 6 1,3 9 0,-2 6 0,1 2-29,1 2 0,-3 3 1,4 0-1,-2 1-167,-1-3 1,1-1-1,1 0 1,0-3 21,-1-1 1,3-10 0,-3 2-1,-1-5-28,2-5 1,-3-2-1,4-8 1,0-3-106,-1-4 1,-1-11 0,3-1-1,1-4 42,1-3 0,2-2 0,-1-3 0,1-2-41,-1-1 1,2 4 0,1-1 0,0 5 59,0 5 0,-1 6 0,-2 5 0,1 5-49,-1 5 1,-1 6 0,0 5 0,-4 5 34,0 5 0,-1 1 0,-4 2 1,0 1-223,0 3 0,0-3 0,0 2 0,0-2-146,0-1 1,3 0 0,0-1-1,1-4 402,1-6 0,0 0 0,6-7 0,-1-1 0,1 0 0,-1-2 0</inkml:trace>
  <inkml:trace contextRef="#ctx0" brushRef="#br0" timeOffset="547">761 177 6889,'5'-21'0,"-1"1"171,-3 3 1,-2 5-1,-3 6 268,-2 2 1,-4 0 0,0 5 0,-1 3-192,1 3 0,-1 3 1,2 4-1,1 4-10,1 1 1,4 4 0,-3 1 0,1 3-150,3-1 0,2 4 1,2-3-1,3 0 15,1-3 1,1-2 0,4-1 0,2 0-494,1 0 0,3-5 0,-2-2 0,0-3-502,1-4 1,1-3 0,-3-4 0,0 0 890,1 0 0,-4-6 0,2-3 0,-3-5 0,-3-2 0,-1-1 0,5-4 0</inkml:trace>
  <inkml:trace contextRef="#ctx0" brushRef="#br0" timeOffset="831">980 125 7885,'11'0'341,"-6"1"0,0 3-142,0 7 0,-4 1 0,2 5 0,-2 2 15,-1 0 1,0 3-1,0 3 1,0 3-67,0 2 1,0-2-1,0-1 1,0 2-55,0 2 0,-1-7 0,-1-1 0,-3 0 77,-1-1 0,3-4 0,-3-4-166,2-3-69,-5-5 1,8-6-1,-2-8 1,2-5 92,1-4 0,4-6 0,3-3 0,3 1-63,0-1 1,2-3 0,0 2-1,2 1-57,-1 1 1,0 3-1,0 3 1,1 0-268,-2 2 1,0 4 0,-2 0 116,1 5 241,-5 3 0,3 5 0,-3 0 0</inkml:trace>
  <inkml:trace contextRef="#ctx0" brushRef="#br0" timeOffset="1115">1210 260 8214,'0'11'475,"3"-4"0,2-1 1,0-1-657,-1 1 1,4-3 0,-1 1 0,3 0-22,0-1 0,-2 1 1,2-5-108,1-3 1,2-2 0,-3-4 0,1-2 105,-1-2 0,-3 2 0,0-5 0,0 2 203,-1 2 0,-1 2 0,-4 0 0,1 0 0,2-3 0,-1 6 0,-3-3-46,0 2 413,0 0 1,-3 11 0,-2 7 0,0 9 321,1 7 0,-3 5 0,3 5 1,1 4-315,-2 1 0,4 7 0,-3 1 0,3 5-571,1 2 1,0-8 0,0-1 0,0-4-631,0-6 0,4-7 0,0-7 826,2-7 0,6-6 0,4-9 0</inkml:trace>
  <inkml:trace contextRef="#ctx0" brushRef="#br0" timeOffset="1797">1544 156 7989,'0'-6'-341,"5"2"0,1 5 840,-1 2 0,4 6 0,-5 7 0,2 1-264,2 5 0,-2-3 1,0 4-1,-2 1-238,-1 2 0,-1-2 1,0 3-1,2 0-398,-2-1 0,-2-3 1,-2 2-1,-3-3-53,-1-1 0,1-8 0,-4-3 0,3-2 454,-3-2 0,0-3 0,-1-7 0,-1-7 0,1-5 0,3-5 0,1-2 0,1-3-57,3 0 0,1 1 1,1-1-1,0-1-66,0 0 1,5 4 0,1-1 0,5 0 369,3 0 0,2 2 1,5-2-1,0 2-38,0 1 1,1 8 0,1 4-1,0 3-49,-3 3 0,1 3 0,-6 4 0,-1 3 84,-4 2 0,-3 5 0,0 0 0,-3 0 46,-3 1 0,-1-3 0,0 2 0,-1-3-232,-3 0 0,0-1 0,-4 1 1,1-1-295,-2 0 1,0-3 0,-1-1-1106,-1-1 0,1-2-213,-1-3 1554,6-4 0,-5-7 0,4-5 0</inkml:trace>
  <inkml:trace contextRef="#ctx0" brushRef="#br0" timeOffset="1947">1816 10 7989,'7'0'236,"-1"1"0,-1 2 3,1 4 0,0 4 0,2 2 0,-1 3 115,1 4 1,-2 3-1,0 8 1,0 0-33,-1 1 0,-2 0 0,0 1 0,0-1-790,0-2 0,-2-5 0,3-1 0,-3-2-2391,-1-1 2859,-5-5 0,-1 4 0,-4-4 0</inkml:trace>
  <inkml:trace contextRef="#ctx0" brushRef="#br0" timeOffset="2097">1795 313 8209,'5'-11'310,"0"2"0,6 1 0,0 1 37,3-1 0,1 2 1,4-1-1,-2-1-373,2-1 0,-2 2 0,2 0 0,1 0 58,-2 1 1,-3 0 0,2 4-1,-2-3-2503,-2-1 2471,-2 4 0,0-7 0,-1 3 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6:22.198"/>
    </inkml:context>
    <inkml:brush xml:id="br0">
      <inkml:brushProperty name="width" value="0.06" units="cm"/>
      <inkml:brushProperty name="height" value="0.06" units="cm"/>
    </inkml:brush>
  </inkml:definitions>
  <inkml:trace contextRef="#ctx0" brushRef="#br0">188 246 7915,'0'-10'0,"0"-1"-52,0 1 0,-1 0 0,-1-1 240,-2 1 0,-2-1 0,1 1 0,-1-1 1,-2 2 170,-1 2 0,-3-1 1,-1 4-1,-1 2-137,2 1 1,-1 6 0,0 3 0,-1 5-19,1 4 0,2 8 0,0 7 1,2 6-106,2 6 0,2-1 0,5 2 0,0 0-35,0 0 1,5-6 0,3 2 0,4-5-710,2-6 0,4-3 0,0-9 0,3-4-285,3-7 1,-2-4-1,2-6-132,-2-4 1062,-1-4 0,0-15 0,0-1 0</inkml:trace>
  <inkml:trace contextRef="#ctx0" brushRef="#br0" timeOffset="133">324 309 9036,'-6'5'159,"3"2"0,2 3 0,1 4 0,1 3-291,2 3 0,0 6 1,3 2-1,-1 1-91,1-2 0,-2 0 0,3-6 0,0-2-1619,-2-7 1842,5-2 0,-4-5 0,4 0 0</inkml:trace>
  <inkml:trace contextRef="#ctx0" brushRef="#br0" timeOffset="249">387 205 7970,'0'-17'0,"0"3"0,0 3-1192,0 0 1192,0 1 0,3 5 0,2 5 0,1 6 0,-4 3 0,2 2 0,1-1 0,1 1 0</inkml:trace>
  <inkml:trace contextRef="#ctx0" brushRef="#br0" timeOffset="433">512 215 7970,'0'15'2,"0"-2"1,1 4 0,2 3 131,0 3 1,2 0 0,-3 5-1,3 1-2,1 1 0,-3 6 1,3 0-1,0 0-172,0-1 0,-3-7 1,3 5-1,-1-2-423,-3-2 1,0-8 0,0-1 30,2-4 0,-1-2 1,-4-5 431,-2-2 0,-3-12 0,-9-6 0,-1-10 0</inkml:trace>
  <inkml:trace contextRef="#ctx0" brushRef="#br0" timeOffset="634">523 361 7284,'3'-29'0,"2"-2"-74,1-2 0,1 4 0,4 4 0,2 2 180,1 3 0,5 6 0,-3 1 0,1 4 184,1 2 0,-4 5 0,2-2 0,-1 5-25,-2 6 1,-2 1 0,-1 11 0,-3 3-134,-4 5 1,-2 1 0,-1 1-1,0 2-137,0 1 1,-4-5 0,-3 3-133,-3-3 0,0-4 1,-1-4-1,1-4 1,-1-2-466,1-4 1,0-6 0,-1 0 63,1-6 0,0-2 1,2-7 537,1-2 0,0-2 0,-3-5 0</inkml:trace>
  <inkml:trace contextRef="#ctx0" brushRef="#br0" timeOffset="982">721 69 7954,'11'-11'225,"-1"5"-69,1 3 1,-4 8 0,0 5 0,0 8 123,-2 5 1,3 3-1,-4 6 1,-1-1-54,2 0 0,0 4 0,3 0 0,-2-1-125,-2-2 0,3-4 0,-2-1 0,0-2-113,-1-1 1,1-7 0,-3-3-398,2-2 0,0-8 168,0-4 1,-2-6-1,4-8 136,-2-3 0,1-4 1,-3-3-1,3-3 0,0-1-63,-1 0 0,1 2 0,-3-2 0,3 5 563,1 4 1,-4 4 0,3 6-92,-1 2 1,-1 3-1,3 9 1,-2 5-199,-1 6 0,-2 9 0,0 2 0,1 0-261,2 1 0,-1-3 1,-3 1-209,0 0 0,1-2 0,2-3 0,0-1 0,-1-3-865,0-3 0,-1-3 1227,2-4 0,-2 2 0,4-3 0</inkml:trace>
  <inkml:trace contextRef="#ctx0" brushRef="#br0" timeOffset="1216">1045 413 7708,'15'-10'-159,"-5"3"0,2 0 0,2-1 625,1-1 0,-1-6 0,2-2 0,1 0-220,-1 0 1,-3-1-1,1-3 1,-3 0-131,0 0 0,-5 4 1,-3 1-1,-3 1-43,-3 2 0,-4 2 0,-6 5 0,-2 2 4,-2 3 0,1 2 0,-2 4 0,0 6 50,0 9 1,5 3 0,1 9 0,2 2-36,2 2 1,4 2-1,1-5 1,2 2-166,1-1 0,0-3 1,0-3-1,2-3-457,5 1 0,0-9 0,8 1 0,-1-7-229,0-4 0,3-2 0,-3-6 0,-1-3 759,-1-3 0,-7-2 0,5-6 0,-5-1 0</inkml:trace>
  <inkml:trace contextRef="#ctx0" brushRef="#br0" timeOffset="1482">1223 382 7970,'6'-10'395,"-3"-1"0,-1 5-252,2 3 1,-3 3 0,2 3-1,0 6 102,0 3 1,-2 5 0,3 3-1,-2 1 137,2 0 0,-3-2 1,2-1-1,-1 2-301,-2-1 1,1-1 0,1 2 0,1-1-88,0-2 0,-2-4 1,-1 1-251,0-3 0,-1-5 216,-3-2 1,3-8-1,-2-4 1,2-5 49,1-4 1,3-4-1,2-2 1,0-3-21,4-1 0,3 3 0,3-3-284,2 2 0,0-3 0,4 4 0,-1 0 0,-2 2-866,0 1 1,-4 5-1,2 2 1160,-1 3 0,4 0 0,-3 1 0</inkml:trace>
  <inkml:trace contextRef="#ctx0" brushRef="#br0" timeOffset="1916">1714 37 7970,'0'-10'36,"-4"3"1,0 1 0,-1 0 816,0 1-733,2 2 1,3 3-1,0 8 1,0 6 0,0 7 86,0 6 1,3 4-1,1 3 1,-1 2-140,2 1 1,-3 2-1,4 6 1,-1 1-175,-3 2 0,0-7 0,1 2 0,0-1-464,0-2 0,-2-6 0,-2-1 0,-2-5-1202,0-4 1772,-5-13 0,-3 7 0,-5-12 0</inkml:trace>
  <inkml:trace contextRef="#ctx0" brushRef="#br0" timeOffset="2082">1620 528 8054,'-6'5'517,"2"-4"0,8 2 0,4-6-20,5-4 0,0 1 0,4-1-658,2-1 1,0-1 0,2 0-1,0 1 1,0 1-644,0-1 0,-4-1 0,0 1 0,-1 3-316,0 0 1120,-8 1 0,11 0 0,-8-2 0</inkml:trace>
  <inkml:trace contextRef="#ctx0" brushRef="#br0" timeOffset="2332">1923 393 7970,'16'0'167,"-2"0"0,2-2 1,2 0-1,1-3 111,2 0 1,1 1-1,3-4 1,1-2-137,1-3 1,-1-6-1,-7 3 1,0-1 23,-2-1 0,-5 4 0,-2-2-231,-5 1 1,-5 1-1,-5 5-6,-5 2 0,-2 2 1,-5 5-1,-2 1 156,0 3 1,-1 2-1,1 5 1,2 3 116,-2 3 0,3 4 1,0 4-1,1 3-31,2 2 0,5 1 0,2 0 1,0 2-294,0 2 1,4-3-1,0 2 1,4-4-506,5-2 0,3-8 0,3 0-399,1-4 0,0-7 1026,-3-5 0,4 1 0,1 1 0</inkml:trace>
  <inkml:trace contextRef="#ctx0" brushRef="#br0" timeOffset="2482">2142 487 8001,'11'-7'312,"-1"1"1,0 1-63,1 3 0,1 1 1,1 1-1,5 0-168,2 0 0,0 0 1,1 1-1,0 1-386,0 2 0,0 0 0,0-1-183,0 0 0,-1 1 487,-3-4 0,3 4 0,-4 2 0</inkml:trace>
  <inkml:trace contextRef="#ctx0" brushRef="#br0" timeOffset="2666">2487 267 8543,'-14'0'0,"0"0"473,1 0 1,0 5 0,1 2 0,-2 3-90,1 4 1,1 4 0,2 5 0,0 4-99,-1 3 0,1-4 1,-1 8-1,1 0-273,-1-2 0,1 2 0,1-2 0,0 0-765,2-6 1,5-6 0,0-4-872,4 0 0,0-7 1623,5-6 0,0-11 0,4-3 0</inkml:trace>
  <inkml:trace contextRef="#ctx0" brushRef="#br0" timeOffset="2898">2612 90 7978,'0'-11'739,"0"1"1,0 5 0,0 5 0,1 6-373,3 3 1,-3 6-1,3 3 1,-2 3-150,1 3 1,-1 4-1,2 4 1,0 2-171,-1 0 0,1-3 0,-4 7 1,0 2-603,0 0 0,0-1 1,0-3-1,-2-3-440,-1-2 0,2-6 1,-4-1-1001,1-5 1994,2 3 0,-7-20 0,3 8 0</inkml:trace>
  <inkml:trace contextRef="#ctx0" brushRef="#br0" timeOffset="3049">2508 570 7978,'-5'-9'1583,"-2"2"-1287,3-2 1,0 4-1,8-2 1,4 2 17,4 1 0,1-1 0,5-3 1,0 2-286,2 2 1,-3-3 0,1 3-1,0 1-384,2-2 0,1 4 0,-1-3 0,-2 3-683,0 1 0,-6 0 1,2 0 1037,-2 0 0,-2 0 0,1 0 0</inkml:trace>
  <inkml:trace contextRef="#ctx0" brushRef="#br0" timeOffset="3215">2853 434 8259,'-6'5'246,"0"-3"0,4 5 1,-2 1-60,2 2 1,-3 0 0,1 2 0,-1 3 84,0 6 1,-2 4 0,3 7 0,-2 1-694,-2 6 1,2-5-1,-1 8 1,0-2-694,1-3 1114,-3-1 0,3-5 0,-4 1 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6:17.400"/>
    </inkml:context>
    <inkml:brush xml:id="br0">
      <inkml:brushProperty name="width" value="0.06" units="cm"/>
      <inkml:brushProperty name="height" value="0.06" units="cm"/>
    </inkml:brush>
  </inkml:definitions>
  <inkml:trace contextRef="#ctx0" brushRef="#br0">11 261 7977,'-1'-9'176,"-2"1"361,0 1-114,-1 5 1,6-3-1,2 5-162,7 0 0,-1 0 1,4 1-1,-1 1-207,1 2 1,-3 4 0,5-2 0,-3 1-507,1 0 1,4-1-1,-4 2 1,0-2-581,1-2 0,-4 3 1032,3-3 0,3 4 0,-1-2 0</inkml:trace>
  <inkml:trace contextRef="#ctx0" brushRef="#br0" timeOffset="216">523 0 8026,'-11'11'3,"1"-1"0,0 5 1,-1 3 368,1 1 1,-4 10-1,-1 5 1,-2 4 26,-1 5 0,-5 13 1,-3 1-1,2 0 0,0 1-396,5 0 1,5-8 0,0 5 0,3-4-296,4-4 1,3-16 0,4 1-1,0-7-402,0-7 1,4-5-1,3-3 694,3-3 0,5-7 0,1-6 0</inkml:trace>
  <inkml:trace contextRef="#ctx0" brushRef="#br0" timeOffset="500">596 355 8021,'-10'34'360,"-1"-1"1,1-1-16,-1 2 0,4 6 1,1 0-123,2 0 0,0 7 1,4-9-1,0-3 0,1-6 89,3-8 0,2-10 0,4-7 1,2-4-315,2-4 0,-1-7 0,3-10-97,-1-6 0,2-8 1,-3-3-1,-1-2 1,-1-5-48,-2-3 1,-4 6 0,-3-5 0,-2 4-53,-1 4 0,0 4 0,0 3-15,0 6 1,-4 8-1,-4 11 1,-4 3-1,-3 3-328,-1 1 1,3 8 0,-1 4 0,4 2 105,3 1 1,-1 2 0,4-2 434,2 1 0,1-3 0,1 2 0</inkml:trace>
  <inkml:trace contextRef="#ctx0" brushRef="#br0" timeOffset="782">805 293 8154,'-4'10'219,"1"1"1,-4-1 0,4 0 0,0 2 0,2 2-23,1 3 0,0 3 0,0 1 0,0 0-36,0 0 1,5 0 0,2-2-1,2 0-173,1-2 1,1-5 0,0-2-95,3-5 1,-2-4 0,3-2 0,-1-4-1,0-5-132,-1-6 1,-2-9-1,0-2 1,-1-5-2,1-3 1,-2-2 0,-1-3-1,-1 1 366,1 4 1,-2 6-1,1 4 64,1 3 1,-2 8 0,0 13-107,-2 7 1,4 11 0,-1 14 0,2 6-1,-1 4 80,-1 1 0,0-3 1,2 0-559,-2-3 0,2 4 1,-2-10-1,2-3 393,2-8 0,4 0 0,1-7 0</inkml:trace>
  <inkml:trace contextRef="#ctx0" brushRef="#br0" timeOffset="1415">1808 220 8093,'0'-11'-35,"0"1"0,0 3 0,-1 0 0,-3 0 421,-3 1 0,0 0 0,-2 4 0,-3-2 146,1 2 1,-4 5 0,0 6-311,-2 3 0,0 5 0,-3 6 0,3 4 0,2 5-126,0 4 1,3 1 0,-1 3 0,5-1-271,5 4 1,1-5 0,4 3 0,2-4-598,7-3 1,2-6-1,6-5 1,4-5 197,3-4 1,2-7-1,2-3 1,-1-5 572,-1-6 0,-4-5 0,3-10 0,-1-2 0,3-8 0,-3-5 0</inkml:trace>
  <inkml:trace contextRef="#ctx0" brushRef="#br0" timeOffset="1665">2027 355 6913,'-1'-19'-369,"-2"1"1,-5 4 488,-5 3 1,0 1-1,-3 3 1,-1 4 796,1 2 0,3 7 1,0 4-1,1 6-533,1 4 0,1 2 1,1 1-1,2 2-293,3-2 1,3 0 0,2-1-1,3-1-266,3-5 0,7-3 0,3-4 0,3-2-51,1-3 0,4-4 0,3-5 0,1-5-109,-1-7 0,2-3 0,-4-4 0,-2-2 296,-3-5 0,-4 6 0,0-5 0,-6 2 412,-3 1 0,-5 12 1,-1 2-105,-4 6 1,-3 6 0,-3 8-371,1 7 1,1 8 0,-2 4 0,2 0 0,2 3-407,1 2 1,2-5 0,1-1 0,0-3-201,0-1 0,5-6 1,2-5 706,2-5 0,1-4 0,1-1 0</inkml:trace>
  <inkml:trace contextRef="#ctx0" brushRef="#br0" timeOffset="1965">2309 240 9486,'0'11'0,"0"-1"425,0 1 1,0 5-1,0 5 1,0 6-152,0 3 1,0 6 0,-1 2-1,-1 3-71,-2 0 0,-3-2 1,4-3-1,-1-4 50,0-5 1,3-8-273,-3-6 0,3-7 0,1-8 0,0-11 0,0-11-212,0-9 0,5-4 1,2-5-1,3-1-301,4-2 1,-1 6-1,3-2 314,-1 4 0,3 4 0,-3 9 0,1 8 0,2 7 174,2 5 1,-2 13-1,-1 9 108,2 7 1,-4 9-1,0 2 1,-2 0 0,-2 1-246,-2 0 0,-4-3 1,1 1-1,-1-3-643,-3 0 0,-2-5 824,-4 1 0,-6-9 0,-6 1 0</inkml:trace>
  <inkml:trace contextRef="#ctx0" brushRef="#br0" timeOffset="2483">1066 1128 8084,'-3'-15'81,"-2"-1"1,-1-1 101,-2-1 1,-1 4 0,-2-1-34,1 4 1,-1-1-1,1 9 1,0 3 0,-1 5 116,1 9 0,0 11 0,3 6 1,4 6-189,2 4 1,2-2 0,2 1 0,6-1-92,3-3 0,2-6 0,6-3 0,3-1-219,3-3 0,-2-6 0,3-3 0,-2-2 0,-1-2 0,-2-4 0,-3-1 358,-1-1 1,-10-3 91,-12 3 1,-3-3 0,-10-1 0,-2 0-222,0 0 1,-2-1-1,1-1-185,3-2 0,-2 1 0,4 1 0,0 0 0,0-2-394,2-2 1,6-1 0,4-4-1,1 0 581,2-3 0,10 2 0,1-3 0</inkml:trace>
  <inkml:trace contextRef="#ctx0" brushRef="#br0" timeOffset="2665">1296 1014 8040,'6'10'170,"-2"-3"1,-4 0-5,0 1 1,0 6 0,0 5-1,2 4 1,0 6 24,1 4 0,2 6 1,-3 5-1,3 1-277,1-1 1,-4-4-1,3-4-306,-1-4 0,-2 1 0,1-9 0,-2-2 1,-2-3-767,-2-5 1158,-8-7 0,0-7 0,-5-6 0</inkml:trace>
  <inkml:trace contextRef="#ctx0" brushRef="#br0" timeOffset="2798">1275 1348 8040,'0'-15'35,"0"0"1,0-3 221,0 4 1,1 4 0,3 3-70,3 3 0,2 3 0,1 1 1,1 0-346,-1 0 1,4 0 0,1 0-1,2 0-89,1 0 1,2 0 0,0 0-386,-3 0 0,2-1 0,-4-2 631,1-4 0,-3-7 0,2-3 0</inkml:trace>
  <inkml:trace contextRef="#ctx0" brushRef="#br0" timeOffset="2998">1526 1202 8040,'-4'20'-109,"1"1"0,-1 1 0,4 0 0,0 2 396,0-1 1,2-5-1,1 5 1,4-5 244,2 1 1,3-8-1,1-1 1,2-5-302,1-2 1,-2-2-1,2-3 1,-1-4 9,-2-5 1,-3-5-1,-1 1 1,-4-1-708,0-3 1,-1 3 0,-4 0 0,0 1-258,0 2 0,-4 1 0,-1 2 0,0-1 297,-4 1 0,4 3 1,-2 0-1,0-1 426,1-2 0,0 4 0,4-1 0,-2-2 0,2 0 0,1-1 0,1-1 0,0 1 0</inkml:trace>
  <inkml:trace contextRef="#ctx0" brushRef="#br0" timeOffset="3465">1693 1149 8040,'1'7'-31,"1"0"1,2 1 177,-2 2 0,3-2 0,0 1 0,-1 3 112,1-1 1,2 6-1,-3-1 1,1 2 123,0 3 1,3-1 0,-2 7-1,1 1-396,0 2 0,-5-5 1,1 5-1,-1-2-63,-2-1 1,0-8 92,0-2 0,0-14 0,0-7 0,0-9-73,0-8 1,0-4 0,1-8 0,1-1-88,2 0 0,0-2 0,-2 3 0,3 0-295,1-1 1,1 7 0,3-3-1,1 3 73,-1 4 0,2 4 0,1 4 0,2 4 150,1 5 0,-3 5 1,1 5-1,-3 7 215,0 5 0,0 5 0,2 2 0,2 2 29,1-2 1,-2-1 0,4-2 0,-1-3 252,-1-3 0,1-4 0,-5-3 0,2-3 73,-1-3 1,-1-6 0,-3-2 0,-1-3-1,-1-4 1,-5-2 0,2-6 0,-3-1-23,-1-2 1,-5 0 0,-3 3 0,-4 0-89,-6 2 1,-3 6-1,-2 1-67,-1 5 1,-1 4 0,4 9 0,0 6 0,1 6 41,-1 6 0,4 9 0,5 7 0,4 5 154,4 5 0,3-2 1,2 0-265,3-4 1,6-1-1,9-11 1,3-4-672,2-4 1,5-8 0,0-5 0,2-7 0,4-9-941,2-8 1,-1-6 0,8-3 878,-4-1 1,-1-4 621,-4 3 0,5-4 0,-3 3 0</inkml:trace>
  <inkml:trace contextRef="#ctx0" brushRef="#br0" timeOffset="3697">2571 1170 9893,'-4'8'214,"1"3"1,-1-2 0,4 9 0,0 1-28,0 4 1,0 1 0,0 4-115,0 1 0,0-4 0,0-1 0,1-4 0,2-5-73,0-4 0,1-3 0,-4 2 0</inkml:trace>
  <inkml:trace contextRef="#ctx0" brushRef="#br0" timeOffset="3831">2612 1014 8370,'-7'0'376,"0"0"0,5 1 0,-1 2-1003,1 4 0,2-1 1,0 1-12,0 1 0,2 1 638,1 2 0,3-1 0,4 1 0</inkml:trace>
  <inkml:trace contextRef="#ctx0" brushRef="#br0" timeOffset="4131">2727 1087 7970,'0'11'139,"0"3"1,0-5 0,0 4-1,1 1 357,3 1 0,-2 3 0,4 3 1,-1 1-121,-3 2 0,3-1 0,-2 4 1,1 0-163,0-1 1,-3-6 0,3 1 0,-2-2 534,2-3-913,-3-1 1,5-10-1,-4-7 0,1-8-523,0-10 0,-1-7 0,0-6 494,2-2 0,4-8 1,-1 1-1,1 0 0,1 2-623,2 2 0,-3 4 0,6 0 735,-2 5 0,1 6 0,1 9 0,-1 7 0,-1 7 721,-2 7 1,1 6 0,-1 11 0,1 5-412,-1 5 0,-3 0 1,-1 4-281,-2 1 0,5-4 1,-4-2-1,2-6 0,0-1-235,1-3 1,2-2 285,0-3 0,1-8 0,-1-5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6:16.282"/>
    </inkml:context>
    <inkml:brush xml:id="br0">
      <inkml:brushProperty name="width" value="0.06" units="cm"/>
      <inkml:brushProperty name="height" value="0.06" units="cm"/>
    </inkml:brush>
  </inkml:definitions>
  <inkml:trace contextRef="#ctx0" brushRef="#br0">199 54 7926,'0'-16'92,"1"1"1,1 4-178,2 1 0,0 9 0,-1 7 0,0 9 309,-1 9 1,0 7-1,-2 8 1,1 7 373,2 7 1,-2 3 0,3 6 0,-3 4-400,-1 5 0,0-4 0,0 5 0,0-2-571,0-2 0,4-11 0,-1-4-335,-1-7 0,0-5 0,-2-8 707,0-3 0,-10-5 0,-1 0 0</inkml:trace>
  <inkml:trace contextRef="#ctx0" brushRef="#br0" timeOffset="418">0 932 8045,'0'-11'0,"0"1"-112,0-1 161,0 1 1,1 4 267,3 3 1,-2 7 0,5 7-1,1 5 1,2 5-67,0 3 0,2 8 0,0 5 0,3 2-232,2 3 0,0-3 0,4 7 0,0-3-25,0-2 0,1-3 0,1-5 0,1-5-74,0-7 1,-2-9 0,-1-10-1,0-7 27,-1-9 1,1-8 0,0-13 0,0-5-134,0-8 0,-4-2 0,1-9 0,-1 0-354,0 1 1,2-2 539,-1 4 0,-3 9 0,0 7 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6:59.853"/>
    </inkml:context>
    <inkml:brush xml:id="br0">
      <inkml:brushProperty name="width" value="0.06" units="cm"/>
      <inkml:brushProperty name="height" value="0.06" units="cm"/>
    </inkml:brush>
  </inkml:definitions>
  <inkml:trace contextRef="#ctx0" brushRef="#br0">84 32 7860,'-4'-10'0,"1"1"1437,-3 2-1133,3 2 1,-1 7 0,4 4-1,1 7-97,2 5 0,3 2 1,3 8-1,-1 2-85,-1 4 1,0 0 0,4 4-1,-2 1-161,-2 2 0,1 1 0,-4-2 0,-2 0-791,-1-2 0,-1-4 0,-1-1 830,-3-4 0,-6-3 0,-6-5 0</inkml:trace>
  <inkml:trace contextRef="#ctx0" brushRef="#br0" timeOffset="168">1 471 6408,'3'-7'813,"1"0"1,0 4 0,0-3-479,3 1 0,2-3 0,2 2 1,0-1-520,3 0 0,1 0 1,4-3-1,-2-2-385,2-2 0,1 2 0,0-5 0,0 2 569,-2 3 0,1-5 0,-2 1 0</inkml:trace>
  <inkml:trace contextRef="#ctx0" brushRef="#br0" timeOffset="599">314 105 7860,'0'11'0,"0"-1"118,0 1 1,-1-1-1,-1 1 1,-2 0 186,2 3 0,1-2 0,1 3 0,0 0-15,0 2 0,0 0 1,0 0-1,0 2-280,0 0 0,0 2 1,1-1-1,1-1-112,2-2 1,0-4-1,0 0 0,3-5 0,-1-4 0,1-5-36,1-2 0,1-1 0,2-5 104,-1-3 0,0-1 1,1 2-1,-1-2 1,2-1-2,2 1 0,-1 2 0,3 2 1,-1 0 44,-2 2 0,2 0 0,0-2 73,1 2 1,0-2-1,3 2 1,-3-2-1,-1-2 33,-2 1 1,-1-1 0,-3 1-185,-2-1 0,1 1 0,-6 0-24,-3-1 1,-3 2 0,-8 1 0,-1 2 0,-2 1 42,-1 3 1,-2 5-1,-1 6 1,0 3 212,2 6 0,4 6 0,0 4 162,5 2 1,0 5 0,4 1-1,2 0 1,3 0-77,6-2 1,1-3 0,10-6 0,2-7-943,3-10 0,0-8 1,5-7-1,1-8-988,1-7 1680,1-5 0,1-9 0,-1-1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7:02.251"/>
    </inkml:context>
    <inkml:brush xml:id="br0">
      <inkml:brushProperty name="width" value="0.06" units="cm"/>
      <inkml:brushProperty name="height" value="0.06" units="cm"/>
    </inkml:brush>
  </inkml:definitions>
  <inkml:trace contextRef="#ctx0" brushRef="#br0">224 131 7753,'-3'-10'-211,"-1"0"1,-3-1-1,3 1 440,-2-1 0,2 4 0,-2 0 864,2-1-433,-4-1 1,3 1-597,-2 4 0,2 7 0,5 11 1,2 4 46,1 5 1,-1 5 0,5 6 0,1 2-8,2 1 0,0-3 1,-1-1-1,0-2-131,-2-4 0,-4-7 0,3 0 166,-2-4 0,1-3 0,-3-5 0,1-2 66,-4-2 0,-4-4 0,-5-4 0,-2-1-180,-2 1 1,-2-1 0,-5 3 41,0-2 1,-3 1 0,-1 4-1,3 2 1,2 5 19,3 5 0,4 3 0,0 6 0,4 3-216,2 3 0,6 3 0,1 2-63,6-2 0,8 3 1,3-8-1,3 0 1,2-4-316,2-4 1,0-6 0,3 0-1,2-5-44,2-3 1,0-3 0,0-6 213,1-6 1,-2-7 0,-1-2 0,-4-5 0,-1-1 336,-5-3 0,0-1 0,2-2 0</inkml:trace>
  <inkml:trace contextRef="#ctx0" brushRef="#br0" timeOffset="266">443 466 8147,'-10'-11'-3,"0"1"0,-1 1 0,1 2-430,-1 3 1,4 4 0,0 4 0,-1 3 1187,-1 2 1,3 1 0,3 1 0,1 0-417,2 3 1,0-1-1,0 3 1,2-1-407,1-2 1,3-1-1,4-2 1,2 1-193,2-1 1,-1-4-1,3-3 127,-1-1 0,4-5 1,-3-2-1,0-7-88,-2-3 0,1-6 0,-1-5 0,-1 0 1,-2-5 201,0-2 1,-5 0 0,-3 0 256,-2 4 1,-1 4-1,0 8 1,0 5 4,0 8 0,0 9 0,0 13 0,0 3-192,0 3 0,0 2 0,0 3 0,0-3-312,0 0 1,4-2 0,0-4 0,2-3-398,2-3 0,2-3 0,0-4 657,1-4 0,-1-2 0,0-1 0</inkml:trace>
  <inkml:trace contextRef="#ctx0" brushRef="#br0" timeOffset="766">705 37 8136,'0'-10'316,"0"0"0,-2 0-33,-1 3 0,2 7 0,-3 8 0,3 5-36,1 5 0,0 6 0,1 5 0,2 5 67,0 4 0,5 3 0,-1 0 0,3 2-383,0 3 1,0-2 0,1 3-1,1 0-260,1-3 1,-3-6 0,1-4 0,0-4-457,-3-2 0,-1-10-142,0 0 1,-7-15-1,-7-7 927,-2-8 0,-5-1 0,0-4 0,0-2 0,0 0-5,0-2 0,0 1 0,4 3 1,-1 1 46,1 1 1,4 6 0,2-4 747,3 1 1,1 2 0,1 4-433,3 2 1,2-1 0,5 3 0,3-2-508,4 2 0,5 0 0,2-1 0,1-1 0,1-1-383,-1 1 0,-1-5 0,0 2 0,0-2 305,-2-1 0,-3-5 1,2-2-1,-5 0 227,-3 0 0,-9 3 0,2-3 13,-5 2 1,-3 6 0,-3 5 0,-3 3 287,-2 1 1,-1 0 0,-1 1-1,1 3 1,-1 3 279,1 2 0,0 5 0,2 1 0,3 0-265,0 0 1,1 1 0,4-4 0,2 2-183,1-1 1,-1-3 0,5-3 0,3-2-74,2 0 0,1-4 1,5 1-135,0-4 1,-2-5 0,2-6 0,-1-2-1,-1-1-170,-2-3 1,1 3 0,-2 0 0,-2-1-418,-3 1 0,-6 7 0,3-2 660,-1 2 0,-2 5 0,2-1 0</inkml:trace>
  <inkml:trace contextRef="#ctx0" brushRef="#br0" timeOffset="883">1269 382 9032,'4'21'937,"1"0"1,2 0 0,-2-1-830,-1-3 0,-1-1 0,2-3 0,1 0-446,0-4 0,1 0 0,4-5 338,-1-2 0,0-10 0,1-4 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7:38.556"/>
    </inkml:context>
    <inkml:brush xml:id="br0">
      <inkml:brushProperty name="width" value="0.06" units="cm"/>
      <inkml:brushProperty name="height" value="0.06" units="cm"/>
    </inkml:brush>
  </inkml:definitions>
  <inkml:trace contextRef="#ctx0" brushRef="#br0">53 211 7877,'-7'-3'226,"0"-1"1,3 1 0,-3 3 103,-1 0 0,2 0 0,0 1-112,2 2 0,0 7 0,4 6 1,0 4-1,0 7 4,0 6 1,5 2 0,3 5-1,5 1-57,5-1 0,-2-2 1,0 0-1,1-7-150,-1-5 0,2-13 0,2-6 0,-2-7-264,0-7 0,-2-11 1,2-13-1,-4-8-118,-2-5 1,-2-6 0,0-3 157,-3 0 0,1-3 1,-4 8-1,1 4 1,0 6 182,-3 8 0,4 17 0,1 13 646,2 12 0,3 16 0,0 6-352,-2 3 1,7 7-1,-6-1 1,4 3 0,0 1-176,-2-3 1,-2-7 0,0-6 0,-1-1-453,1-5 1,0-8-1,-1-1 1,1-6-7,-1-7 1,-3-3-1,-1-3 365,-1-4 0,3-12 0,-2-3 0</inkml:trace>
  <inkml:trace contextRef="#ctx0" brushRef="#br0" timeOffset="300">685 21 7943,'-10'-5'105,"3"-4"1,-1 6 0,-3 1 329,-2 0 1,-1 2 0,4 0 0,-1 0-26,1 0 0,2 6 1,3 4-1,0 4-216,3 2 1,2 5-1,4 5 1,7 2-114,5 5 0,4 0 0,2 4 0,2 1-124,0-1 1,6-7 0,-3 1-1,1-3-77,0-1 0,-5-4 1,1 2-1,-6-3 249,-3-1 1,-8 0 0,-4 1-1,-3-1 37,-3 0 1,-8 0 0,-7-1 0,-3-3-322,-3-3 0,1-7 1,-1-3-1,0-3-312,0-1 0,5 0 1,-1-1-1,4-3-243,3-3 0,5-7 710,1-3 0,4-3 0,-1-1 0</inkml:trace>
  <inkml:trace contextRef="#ctx0" brushRef="#br0" timeOffset="566">1002 369 7831,'10'0'111,"-3"1"0,0 2 0,1 0 601,2 0 0,-3-3 1,-1-4-447,-2-3 0,3-3 0,-3-4 1,-2-4-1,-2-3-121,-3-4 1,-3-2 0,-5-3-161,1 2 0,-2-1 0,-1 5 1,-1 4-1,0 6 184,-1 6 0,3 3 0,-1 8 0,4 4 329,2 7 0,5 9 0,-2 6-307,3 5 0,2 7 0,3 5 0,4-1 0,3-2-88,3-1 1,2-4 0,-2-3 0,2-4-1011,1-3 0,2-3 0,-1-9 0,2-5 907,1-6 0,0-9 0,0-2 0</inkml:trace>
  <inkml:trace contextRef="#ctx0" brushRef="#br0" timeOffset="853">1181 211 8648,'0'11'637,"0"-1"0,0 1 1,0-1-1,0 2 8,0 2 1,1-1-1,1 5 1,3 1-332,1 5 0,0-1 0,2 4 0,-2 0-108,-2 0 0,4-2 1,-5 3-479,-1 1 0,0-4 1,-2-3-1,0-4 28,0-3 0,-2-6 1,0-8 41,-1-7 1,-1-5 0,4-11 0,0-4 237,0-6 1,1-1-1,3-4 1,3-1-83,2 1 0,6 2 0,2-2 1,0 2-85,1 1 1,1 7 0,4-2 0,3 5-1526,1 4 0,1 4 1,2 0 1654,-2 1 0,8-4 0,-4 3 0</inkml:trace>
  <inkml:trace contextRef="#ctx0" brushRef="#br0" timeOffset="1617">2056 137 8294,'-11'-3'0,"1"-1"561,-1 2 1,-3 0-155,0-2 1,0 3 0,5-1 0,2 5 73,3 8 0,8 4 0,3 7 0,3 3-156,4 3 1,1 4 0,4 1 0,-1 4-86,1 0 0,-4-3 0,-1 0 0,-2-3-65,-2-3 1,-3-4-1,-1 3-104,-1-1 0,-3-5 0,-7-3 0,-4-1 0,-5 0-166,-3-3 1,0-3 0,-4 0 0,-1-2-694,-3-2 1,6-2 0,-1-5 0,4 0-307,3 0 0,5-5 0,2-2 551,1-2 0,3-5 1,5-1-1,6-2 1,4-1 542,4-2 0,3 1 0,2 0 0,2-1 0,0 2 0,6-1 0,-3-1 0,2 1 27,2 2 0,-2 4 0,3-1 0,-2 2 416,-1 1 1,-6 3 0,0-1 0,-4-3 242,-3 0 0,-3-4 0,-4-2 0,-2-1-286,-3-3 0,-9 1 0,-5 0-149,-2 0 1,-7 1 0,1 2 0,0 1-1,-1 3 108,1 5 0,4 3 0,-2 6 0,1 2-28,2 5 1,4 6-1,4 11 1,0 2-65,3 5 1,0 1 0,2 7-321,0 1 1,5 2 0,2-5-1,4-2 1,2-1-939,1-4 1,4-6-1,0-3 1,2-6-1136,1-3 1,1-11 2125,3-5 0,-3-13 0,4-5 0</inkml:trace>
  <inkml:trace contextRef="#ctx0" brushRef="#br0" timeOffset="2200">2509 190 9539,'0'12'1319,"0"2"0,1 5-854,3 4 0,-3 4 1,4 6-1,-2 1 1,2 2 212,1 2 1,0-4 0,2-1-554,-1-3 0,-1-2 0,1-7 0,-3-6 1,0-4-337,-1-4 0,2-6 0,-3-2 0,2-10 47,-2-9 1,-1-3 0,1-9-377,1-4 1,-2-7 0,3-4 0,-2 1 0,2 2 134,3 3 1,-1 5 0,1 5 0,1 6 638,1 8 0,-2 11 1,0 1-1,1 10 28,2 9 1,0 10 0,0 8 0,-2 6 235,-1 3 0,0 2 1,3 0-548,1-1 1,-4 1 0,0-11 0,0-4 0,0-4-1142,0-8 1,0-10 0,3-9-74,-3-10 1,-3-11 0,-4-4 1017,0-2 0,0-9 0,0-1 1,0 0-1,0-1 245,0 0 0,0 6 0,0 3 0,0 0 177,0 3 0,0 8 510,0-1 1,5 14 0,2 6-1,2 10 217,2 8 0,-1 9 0,1 2-341,0 0 1,3 2 0,0-3 0,-1 0 0,-2 0-177,0-3 1,-4-4 0,0-2 0,0 1-348,-1-2 0,-2-3 1,-5-3-272,-2 1 0,-3-1 0,-6-5 0,-2 0-60,-3-3 0,1 4 0,2 1 0,3 3 86,0 0 1,5 2 0,3 2 0,1 5 394,2 4 0,5 1 1,2 1-1,4-1 16,3-4 0,2-6 0,4-1 0,-1-5 51,-2-5 0,0-12 1,0-9-1,-3-7-1657,-2-6 0,-3-4 1,-1 0 1399,-5 1 0,-2-3 0,-1-1 0</inkml:trace>
  <inkml:trace contextRef="#ctx0" brushRef="#br0" timeOffset="2783">422 1497 7773,'-18'4'125,"2"0"0,1 1 522,2 0-388,6 3 1,4-7 0,10 3 0,7-3 185,5-1 0,3 0 0,3-1-252,3-3 0,1-2 1,1-5-1,-3-3 1,-2-4-151,-1-2 1,-3 1 0,-3-1 0,-4-2-129,-3 0 1,-5-4 0,-4 2-93,-4 0 1,-10 2-1,-7 2 1,-6 4 124,-2 5 1,0 5 0,-2 7 0,2 4 0,1 6 333,3 5 1,5 10-1,5 5 1,4 7 11,2 3 0,6 2 1,1 3-1,7 3-298,6 3 0,4-8 0,7-3 1,1-3-51,2-4 1,1-6 0,2-6-1,-3-7-2818,-3-8 2872,-4-4 0,11-13 0,-5-2 0</inkml:trace>
  <inkml:trace contextRef="#ctx0" brushRef="#br0" timeOffset="3116">738 1318 7546,'0'11'539,"0"-1"0,0 2-15,0 2 0,4 4 0,0 6 1,2 5-214,2 5 1,2 4 0,0 3-1,1-1-20,-1-2 1,1-6 0,-1 0 0,0-4-155,-3-6 0,2-13-309,-2-5 0,-2-9 0,-2-10 0,-1-7-88,-2-9 1,3-3-1,1-8 1,-2-5 14,-1-3 1,0 4 0,2 3 0,1-1 238,2 1 0,0 10 0,2 1 1,-1 6 207,1 6 1,2 10-1,0 5-16,1 6 0,-2 9 1,-1 9-1,0 5 0,0 5-153,1 5 1,2 3 0,-2 4 0,-1-1-537,-1-1 0,-3-9 0,3 1 0,1-4-80,1-4 1,2-9 0,-1-5 0,1-4-1271,0-6 1853,-1-8 0,5-8 0,2-4 0</inkml:trace>
  <inkml:trace contextRef="#ctx0" brushRef="#br0" timeOffset="3332">1234 1149 7814,'-5'-24'104,"-2"-1"1,-5 5 0,-1 6-1,0 5 574,-3 5 1,2 7 0,0 11 0,3 6-55,4 7 1,-1 2 0,5 10 0,0 0-289,2 2 0,1-1 0,2 0 0,4 2 178,5 2 1,3-8 0,0 2-784,3-4 0,3-7 1,3-3-1,0-5 0,2-5-777,-2-3 0,-1-5 0,-2-5 0,-1-6-315,-1-10 1,-6-4 0,1-6 1360,-4-3 0,0-7 0,-3-3 0</inkml:trace>
  <inkml:trace contextRef="#ctx0" brushRef="#br0" timeOffset="3566">1413 1181 8086,'0'11'526,"0"-1"1,0 2-1,0 1-264,0 1 1,3 5 0,2-1 0,0 6 99,-1 4 0,5 0 0,-4 4 0,2 3-108,0 1 1,-3 1 0,2-4 0,-2-1 70,-1-5 1,-2-5-1,-1-4-30,0-4 1,0-8-1,0-8-224,0-7 0,0-6 0,0-7 1,0-4-157,0-6 1,0-1-1,1-5 1,2-2-457,0-1 0,5 6 1,-1 2-1,3 2-537,0 6 0,1 1 0,-1 4 650,1 3 0,-1 3 0,1 7 428,-1 3 0,1 3 0,0 1 0</inkml:trace>
  <inkml:trace contextRef="#ctx0" brushRef="#br0" timeOffset="3733">1624 1308 7814,'0'10'1056,"0"1"-823,0-1 0,4 0 0,3-2 1,4-1 312,3 1 1,-1-3-1,4-2 1,2-2-887,1-1 0,1 0 1,-1 0-1,-1-1-522,-2-2 0,0-3 0,0-6 0,-3-1 450,-2-1 1,-5-3 411,0 3 0,0-5 0,4 2 0</inkml:trace>
  <inkml:trace contextRef="#ctx0" brushRef="#br0" timeOffset="3883">1877 1118 12472,'-6'11'653,"2"4"1,0 1 0,0 7 0,2 4-292,1 5 0,1 8 0,1 0 0,2 3-127,4 1 0,-1-3 1,1 4-1,1-5-433,2-5 1,0-10 0,1-7-1,-1-4 198,1-4 0,-1-11 0,1-1 0</inkml:trace>
  <inkml:trace contextRef="#ctx0" brushRef="#br0" timeOffset="4066">2003 1244 6723,'0'-10'-482,"0"-1"1,1 5 2021,3 3 0,-3 8 0,4 5 1,-2 6-777,1 4 1,4 6 0,-1 2-1,2 4-788,2 3 1,-1-1 0,1 5 0,1 0-461,2 2 1,-6-5 0,2-5 0,0-1-702,-1-5 0,-3-8-2928,-2 0 4113,-3-18 0,-6-6 0,-1-14 0</inkml:trace>
  <inkml:trace contextRef="#ctx0" brushRef="#br0" timeOffset="4282">2035 1286 7814,'3'-26'82,"1"1"1,0 6-1,-1 2 1,1-2 326,2-1 0,1 2 0,4 2 0,-1 1 149,1 2 1,4 1 0,2 3 0,0 2-290,1 3 0,-2 3 0,2 3 1,-3 5 61,0 8 0,-7 3 0,2 4 1,-3 3 0,-1 3 0,-4 3 0,1 0 1,-3 2-571,-3 2 0,-3-5 1,-3-1-1,1-5-841,1-4 1,-1-2 0,-2-3-68,-1-8 1,4-8-1,2-13 1,0-5 1145,2-4 0,2 0 0,1-12 0,0 3 0</inkml:trace>
  <inkml:trace contextRef="#ctx0" brushRef="#br0" timeOffset="4699">2246 1055 7814,'4'-6'1315,"-1"1"-361,4 5 1,-2 1 0,4 3 0,-3 4-289,-2 5 0,4 1 1,-2 6-1,1 3-532,0 3 1,0 0-1,3 3 1,-2 3-495,-1 0 1,0-5 0,2 4 0,0-4-755,-2-4 1,-5-4 0,1-3 0,-1 0-696,-2-4 1,-2-5 1808,-1-3 0,-3-9 0,-3-4 0,2-4 0,3 0 0,3 0 0,1 0 0,0-1 73,0 1 1,0-2-1,0 1 1,0 1 432,0 2 0,1 0 0,1 0 0,3 1 197,1-1 1,1 3 0,4-1 0,-1-3-184,1 0 0,-1-1 0,1 1-182,-1-2 0,4-2 0,0 3 0,-2-2 0,-2 0-252,-3 0 1,-5 1 0,1 3-12,-1 1 0,-7 4 0,-2 2-44,-3 3 1,0 7 0,1 4 0,2 7 48,3 3 0,3 2 1,1 1-38,0 2 1,1 4 0,3-2-1,3 0 1,2-1-661,1 0 0,5-7 0,0-1 0,1-4-901,3-4 1,-3-8 0,1-2 997,-2-6 0,-1-13 1,-5-5-1,-2-5 1,-3-5 519,-3-5 0,4 0 0,1-8 0</inkml:trace>
  <inkml:trace contextRef="#ctx0" brushRef="#br0" timeOffset="4982">2615 960 7814,'0'-7'383,"-2"1"861,-1 1 1,2 3 0,-3 5-802,3 4 1,6 5 0,2 4-1,3 5 514,4 2 0,-2 0 1,3 1-1,-1 1-757,0 2 0,2-7 1,-4 1-1,3-1-545,-3 0 1,-3-6 0,-4-1 0,0 0-200,-3-1 1,0-4 0,-4-1 46,-1 1 1,-4 0 0,-6 0 295,-1 0 0,-4-3 1,4 4-1,1-4 1,2 1 284,0 0 1,2-2 0,2 3 0,3 1-58,3 1 1,2-2 0,4 0 523,6 2 1,0-1 0,7 0 0,1-2 0,0-2-350,3-1 0,-1-2 0,-1-2 0,-2-4-690,0-5 0,-4-1 1,2-3-1,-2 1-878,-4-1 0,-1 2 0,-5-2 1,-2 1 1365,-1-1 0,-1-2 0,0-5 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7:46.221"/>
    </inkml:context>
    <inkml:brush xml:id="br0">
      <inkml:brushProperty name="width" value="0.06" units="cm"/>
      <inkml:brushProperty name="height" value="0.06" units="cm"/>
    </inkml:brush>
  </inkml:definitions>
  <inkml:trace contextRef="#ctx0" brushRef="#br0">32 349 7823,'-7'-6'-250,"0"2"351,-1 3 0,3 2 1,2 3 491,1 3 0,4 11 1,1 7-1,5 7-316,5 6 0,7 7 0,6 10 0,1 2-164,2 2 1,-2-11-1,0-2 1,0-8-126,0-8 1,-4-15 0,1-9 0,-4-10-42,-3-10 1,-7-8-1,0-15 1,-2-5 32,-2-6 0,-1-2 0,-5-3 0,0-3 18,0 0 0,-5 9 1,-2 1-1,-2 9 104,-2 4 0,1 10 0,-1 4-247,1 6 1,3 4-116,0 5 1,4 8-1,1-2 186,4 3 1,3 4 73,2-2 0,7 7 0,-2 2 0</inkml:trace>
  <inkml:trace contextRef="#ctx0" brushRef="#br0" timeOffset="283">686 159 8247,'-17'5'438,"-3"-3"1,4 5-1,-2 1 66,1 1 1,4 2-1,0 1 1,5 2-102,4 3 0,3 4 1,4 4-1,4 3-286,7 3 1,6 5 0,3 0 0,2 0-109,-2 0 1,3-6 0,-3 5-1,-2-2 8,-2-1 1,-6-4 0,0-1-1,-4-2-36,-2-1 1,-6-1 0,-1 0-7,-6-2 0,-6 1 1,-4-8-1,0-2 1,-3-4-393,-1-5 0,3-1 0,-1-2 0,1 0-437,0 0 0,2-5 0,6-3 0,2-5-1387,3-5 2241,3 3 0,1-10 0,0 3 0</inkml:trace>
  <inkml:trace contextRef="#ctx0" brushRef="#br0" timeOffset="532">854 517 7823,'18'0'488,"-2"0"0,0 0-132,-4 0 1,1 0-1,-1-1 1,0-2-106,-3-4 0,-2-6 0,0-3 0,-2-1 130,0-5 1,-4 1 0,1-5 0,-4 1-305,-5 1 0,-4 2 0,-2 6 0,-2 2 236,-1 5 1,3 3 0,-1 8-174,2 5 1,-1 6 0,1 12 0,3 3 0,1 5-127,2 5 1,-2 1 0,4 5 0,2-3-341,1-2 1,5-5 0,3 1 0,4-3-578,3-4 0,2-6 0,6-7 0,0-4 2,2-9 0,0-8 1,2-10 900,-4-5 0,1-12 0,-6 0 0</inkml:trace>
  <inkml:trace contextRef="#ctx0" brushRef="#br0" timeOffset="803">1139 380 7710,'0'-6'1374,"0"3"1,0 6-821,0 4 0,0 4 0,1 2 1,1 2-10,2 1 0,3 3 0,-3 5 0,-1 1-228,2 2 1,-4 1-1,2 4-243,-1 0 0,-2 3 0,0 1 0,-2-1 1,-1-1-178,-4-3 0,-2-10 1,-2-3-44,0-5 1,4-6-1,2-11 1,0-8-160,3-8 0,0-6 0,4-5 0,2-2 167,7-2 0,0 1 0,6-4 0,-1 1-148,1-1 1,1 8 0,6-1 0,2 3-317,1 1 0,-3 7 0,3 1 0,0 2-254,0 4 1,-1 4 0,3 1 855,0 0 0,9-9 0,-5 5 0</inkml:trace>
  <inkml:trace contextRef="#ctx0" brushRef="#br0" timeOffset="1449">2214 148 7906,'-11'-9'480,"-4"2"0,4-1 1,-3 4-72,2 2 1,5 2 0,1 3 0,1 6-125,3 3 1,6 8 0,3 6 0,2 1-45,2 2 1,0-2 0,2 1-144,1 2 0,0-3 0,-3 0 0,-1-2 0,1-1-25,-1-2 1,-4-1 0,-2 0 0,-3 0-162,-1 0 1,-1-7 0,-3-1 0,-3 0-241,-2-1 0,-2 0 1,1-3-1,-2-2-144,-2-4 0,6 2 0,-3-1 0,2-2 92,0-1 1,3-5 0,2-4 0,3-1 379,1-1 0,5-6 0,1 0 0</inkml:trace>
  <inkml:trace contextRef="#ctx0" brushRef="#br0" timeOffset="1682">2457 380 7906,'21'-10'255,"-4"-1"1,0 1-1,-2-1 118,-2 0 1,-3 1-1,-3-1 1,-3 1-72,-3-1 1,-1-4 0,-1-1 0,-3-2-70,-3 1 0,-5-1 0,-4-3 0,1 1-76,0 2 0,0 7 0,2 5 0,-3 2 116,0 6 1,3 3 0,-1 11-1,2 5-119,2 6 0,3 3 0,1 3 0,1 2 28,3 4 1,1-5 0,1 0-248,0 0 0,5 0 0,2-3 0,3-2 0,3-3-1308,1-5 1,5-7-1,-2-1 1,4-5-23,4-4 1,-6-12 1394,2-6 0,-7-10 0,1-3 0</inkml:trace>
  <inkml:trace contextRef="#ctx0" brushRef="#br0" timeOffset="1983">2625 254 8125,'0'-11'731,"-1"5"1,-1 2-275,-2-1 1,0 4 0,1-2 0,0 6 7,0 4 1,2 3-1,1 4 1,0 5-190,0 5 1,0-1-1,0 5 1,1 1-138,3 2 0,-2-3 1,4-1-1,0-1-138,0-3 1,-3-5 0,3-4-1,0-4-255,0-3 1,-3-3 0,4-9-84,2-5 1,-1-10-1,0-10 1,-1-4-1,1-5-20,2-6 1,1 5-1,2 0 234,1 6 0,0 2 0,-3 7 0,-1 4 347,1 6 0,0 5 0,-1 12 0,1 2 1,-2 7 341,-2 5 1,1 5 0,-4 3-671,-2 0 1,3 6-1,-1-2 1,1 0-1,1-1-956,0-3 1,-4-7 0,3 3-256,0-4 1,0-9 1314,6-10 0,0-13 0,-1-11 0</inkml:trace>
  <inkml:trace contextRef="#ctx0" brushRef="#br0" timeOffset="2282">3015 1 7903,'7'0'1063,"0"0"1,-3 8 0,2 4 0,0 4-397,0 6 1,1 4 0,2 6-1,-1-1-363,-1 1 1,-1 0 0,2-2 0,-2-3-380,-1-6 0,-2-5 0,-3-5-260,0-1 1,-4-4 0,-5-2 0,-2-3-213,-3-1 0,-5 1 1,2 3-1,0 3 360,-1 2 0,4 2 0,-1 0 0,2 3 425,4 4 1,5 2 0,2 1 0,4 0 158,5 0 1,3-4 0,1-5-20,3-3 1,-1-1 0,5-6 0,-1-3-1,1-6-423,0-6 0,-5-4 1,1-7-1,-3-2-1686,0-1 1,-5-1-1,-3-2 1731,-2 2 0,-1 2 0,0 5 0</inkml:trace>
  <inkml:trace contextRef="#ctx0" brushRef="#br0" timeOffset="3031">496 1234 7794,'0'-15'-76,"-4"3"0,1-2 1,1 2 511,0 2 0,1 4 88,-2 2 0,2 9 0,-3 6 0,3 7-92,1 9 1,1 6-1,1 10 1,2 3-324,-2 3 1,-1 1 0,-1 0 0,2 3-216,1 1 0,-2-6 0,3 2 0,-3-6-420,-1-6 0,0-10 0,1-8 0,1-10-281,2-8 1,-1-13 0,-3-10 0,2-8 806,1-9 0,-2-2 0,3-8 0,-3 0 0,-1 0 0,4 3 0,-1-1 0,-1 4-124,0 4 0,-2 10 1,0-2-1,1 4 476,2 6 0,0 10 0,4 10 379,1 5 1,2 14 0,3 7 0,2 8-155,2 8 0,2 1 0,4 7 0,2-1-261,-2-1 1,-1-5 0,-2-7 0,-1-2 3,-1-3 1,-4-10 0,2-2-245,-1-6 0,-2-8 0,-6-12 0,-2-7-119,-1-4 0,-2-10 0,1-6 0,-3-9-187,-3-3 1,0-4 0,-3 0-1,2 2-326,1 2 0,-1 9 1,0-3-1,2 5-105,1 4 0,5 14 1,3 0-1,3 3-289,0 3 1,4-1 0,0 1 949,-1 1 0,4-5 0,-1-2 0</inkml:trace>
  <inkml:trace contextRef="#ctx0" brushRef="#br0" timeOffset="3247">970 1181 7906,'-1'19'0,"-1"3"588,-2 4 0,0 5 1,1 7-1,0 9 160,0 7 1,3-2 0,4 1 0,4 0-168,5-3 1,0-5 0,4-5 0,2-11-437,1-10 0,1-12 0,0-8 0,-1-10-188,-2-9 0,0-8 1,-3-9-1,-4-7-148,-3-3 1,-3 2-1,-5-3 1,0 1-76,0 2 1,-5 10 0,-2 4 0,-2 1-188,-1 3 0,-5 5 0,1 7 0,0 3 135,-1 6 0,3 4 0,-2 2 0,4 1-3265,3 3 3583,2 2 0,5 9 0,0 1 0</inkml:trace>
  <inkml:trace contextRef="#ctx0" brushRef="#br0" timeOffset="3580">1287 1224 7906,'0'17'408,"0"0"1,0-1 221,0 0 0,1 3 0,1 4 0,2 3 253,-2 1 0,-1 2 0,-1 5 0,0 4-553,0 3 0,4-5 0,-1 5 0,1-3-139,0-4 0,-3-10 1,3-4-550,-3-3 1,-1-9 0,0-11-1,0-8-274,0-9 1,1-9 0,2-3 0,0-6 199,0-3 0,-1-2 0,0 0 0,3-1 354,1 3 0,1 5 0,2-1 0,1 0 307,0 3 1,-2 6-1,6 5 1,-1 5 149,1 8 1,-2 5 0,2 11 0,-1 8 104,1 9 1,-5 9-1,3 5 1,-1 7-115,-3 3 1,-3-3 0,0 2 0,1-4-1188,0-3 0,-2-3 0,3-6 0,0-1-329,-2-5 0,1-7 0,-2-7-2024,3-5 3170,2-13 0,2 1 0,-1-9 0</inkml:trace>
  <inkml:trace contextRef="#ctx0" brushRef="#br0" timeOffset="3730">1666 1466 7906,'0'-6'3158,"1"1"-2810,3 5 1,2 0-1,4 0 1,1-1-690,-1-2 0,2 0 0,1-2 0,2 0-1417,1 3 1758,-3-4 0,7 0 0,-3-5 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7:45.154"/>
    </inkml:context>
    <inkml:brush xml:id="br0">
      <inkml:brushProperty name="width" value="0.06" units="cm"/>
      <inkml:brushProperty name="height" value="0.06" units="cm"/>
    </inkml:brush>
  </inkml:definitions>
  <inkml:trace contextRef="#ctx0" brushRef="#br0">0 117 7802,'0'-11'621,"0"1"-109,0-1 0,0 4 772,0 0-850,0 5 1,1 3 0,4 9 0,4 7-52,4 3 0,6 7 1,0 4-1,3 8-132,3 5 0,4 8 1,-1 9-1,4 9-194,3 7 1,-2-3 0,-1 5-186,-6-10 1,1-12-1,-8-17 1,-2-14-1,0-11 219,-4-9 1,-4-16 0,-1-9 0,2-12 4,-2-5 1,-5-8-1,2-5 109,0-2 0,-4-8 0,2-1 0,-1 1 0,-2-5-110,0 1 1,0 2-1,0 5-666,0 6 1,3-1-1,1 16 1,-1 7-503,2 7 0,-3 14 0,5 9 0,1 7 1073,2 6 0,5 3 0,1 4 0</inkml:trace>
  <inkml:trace contextRef="#ctx0" brushRef="#br0" timeOffset="267">886 1 7754,'-28'2'281,"1"4"0,1 4 756,2 2 1,3 5 0,5 0 0,5 4-55,7 4 0,4-1 1,6 7-1,6 3-450,8 2 0,10-1 0,0 3 0,4-1-290,0 1 0,-1-4 1,-3 1-1,0-1-339,-2 1 1,-10-1-1,0 3 1,-6 1-109,-5-1 1,-5-5 0,-8 1-1,-7-3-101,-5-4 1,-2-4-1,-8-4 1,-3-4 53,-3-2 0,0-7 0,-3-1 1,0-4-1352,3-4 1,2-4 0,1-8 1601,3-5 0,-2-12 0,3 0 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7:50.917"/>
    </inkml:context>
    <inkml:brush xml:id="br0">
      <inkml:brushProperty name="width" value="0.06" units="cm"/>
      <inkml:brushProperty name="height" value="0.06" units="cm"/>
    </inkml:brush>
  </inkml:definitions>
  <inkml:trace contextRef="#ctx0" brushRef="#br0">74 211 7786,'6'-4'612,"0"2"0,-3-2-359,5-1 0,4 3 1,4-4-1,0 0-58,3 0 1,-3-1 0,2-4 0,-1 1-111,0-1 0,-2 0 1,-5-2-1,0-2 25,-3-2 0,-2 3 0,-7-2 0,-2 1-38,-7 2 1,-4 2 0,-7 4 0,-3 4 73,-3 1 1,1 4-1,0 2 1,1 8 172,3 8 0,2 2 0,3 7 0,5 3-77,5 2 1,3 2 0,5-2 0,2 1-74,1-1 0,8-4 1,6-5-1,3-1-198,1-4 0,4-6 0,-1 0 0,0-4-1288,-2-3 1,0-2-1,1-7 1,-1-5-1893,-2-7 3209,-6-5 0,6-7 0,-4-1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7:51.254"/>
    </inkml:context>
    <inkml:brush xml:id="br0">
      <inkml:brushProperty name="width" value="0.06" units="cm"/>
      <inkml:brushProperty name="height" value="0.06" units="cm"/>
    </inkml:brush>
  </inkml:definitions>
  <inkml:trace contextRef="#ctx0" brushRef="#br0">0 69 7908,'0'10'741,"0"6"1,0 0-1,2 3-368,1 2 0,-2 2 0,4 10 0,-2 1 20,1 1 0,1 2 0,-3-5 0,1 1-215,0-2 1,1-6 0,0 1 0,-2-4 164,0-5-299,-2-9 1,1-13 0,1-10-1,2-7-729,-2-6 0,-1-5 0,0-3 0,3-4 334,3 0 1,-1 0 0,1-2-1,1 1 125,1 2 0,3 3 1,1 7-1,1 4 219,-1 8 1,2 5-1,-1 6 1,-1 7 126,-1 9 1,-5 6 0,-1 9-1,-2 3 246,-1 2 1,-1 2 0,0-2 0,2 1-459,-2 0 0,-1-6 0,-1 3 1,1-5-521,3-2 1,-2-4 0,5-4-1,2-4-1161,0-2 1773,1-5 0,6-2 0,0-5 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7:51.470"/>
    </inkml:context>
    <inkml:brush xml:id="br0">
      <inkml:brushProperty name="width" value="0.06" units="cm"/>
      <inkml:brushProperty name="height" value="0.06" units="cm"/>
    </inkml:brush>
  </inkml:definitions>
  <inkml:trace contextRef="#ctx0" brushRef="#br0">146 11 7906,'-10'-4'455,"-1"1"0,-1 0 308,-2 2 1,3 1-1,-3 1 1,1 4-229,-1 5 0,2 6 0,-1 6-192,5 3 1,0 1-1,4 7 1,3 1-1,3 3 168,5 0 1,4-3 0,3 1 0,3-2-875,3-1 1,-2-6 0,0-2 0,-1-5-680,0-5 0,1-6 0,-3-2 0,1-2-372,-1-1 0,0-10 1,-3-6 1413,-2-6 0,8-4 0,-6-9 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7:51.720"/>
    </inkml:context>
    <inkml:brush xml:id="br0">
      <inkml:brushProperty name="width" value="0.06" units="cm"/>
      <inkml:brushProperty name="height" value="0.06" units="cm"/>
    </inkml:brush>
  </inkml:definitions>
  <inkml:trace contextRef="#ctx0" brushRef="#br0">32 1 7906,'0'10'731,"0"1"0,0-1 1,0 2-255,0 2 1,0 0-1,0 6 1,0 4-138,0 1 1,-4 5 0,1 4 0,0 1-246,2-1 1,1 2-1,-1-2 1,-1-2 206,-2-3 0,0-7 1,1-1-68,0-6 1,-1-9 0,4-7-279,0-8 1,0-4 0,0-7-62,0-2 1,0-3 0,1 2 0,2-3 0,1-1-269,2-2 1,1 2 0,3 0-1,-2 1-226,-1 3 0,0 0 0,3 2-261,1 0 1,0 4-1,-1 1 859,1 5 0,-1-2 0,1 7 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7:51.868"/>
    </inkml:context>
    <inkml:brush xml:id="br0">
      <inkml:brushProperty name="width" value="0.06" units="cm"/>
      <inkml:brushProperty name="height" value="0.06" units="cm"/>
    </inkml:brush>
  </inkml:definitions>
  <inkml:trace contextRef="#ctx0" brushRef="#br0">1 32 7906,'0'11'937,"0"-1"0,0 1-43,0-1 0,0-2 1,1-3-791,2 0 1,3 2-1,5-3 1,0-2-102,3-1 0,-1-6 0,4-2 0,-1-2-2202,0-2 0,1-4 2199,0-2 0,3-3 0,-3-1 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7:52.018"/>
    </inkml:context>
    <inkml:brush xml:id="br0">
      <inkml:brushProperty name="width" value="0.06" units="cm"/>
      <inkml:brushProperty name="height" value="0.06" units="cm"/>
    </inkml:brush>
  </inkml:definitions>
  <inkml:trace contextRef="#ctx0" brushRef="#br0">83 1 7906,'-7'3'0,"0"2"242,-1 1 1,2 1 0,0 3 0,1 2 655,-1 2 0,2 0 0,-2 6 0,1 4-467,-1 1 0,3 5 1,0 4-1,0 2-727,0 1 1,2-3 0,-3 1 0,4-4 102,4-6 0,-2-2 0,5-10 1,1-5-3013,2-7 3205,0-6 0,6-10 0,0-1 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7:52.184"/>
    </inkml:context>
    <inkml:brush xml:id="br0">
      <inkml:brushProperty name="width" value="0.06" units="cm"/>
      <inkml:brushProperty name="height" value="0.06" units="cm"/>
    </inkml:brush>
  </inkml:definitions>
  <inkml:trace contextRef="#ctx0" brushRef="#br0">1 1 7906,'0'7'1279,"0"0"1,0 1-464,0 1 0,0 6 0,0 4 0,0 5-592,0 4 1,3 2 0,2 2 0,0-1-983,-1 1 1,3 0 0,-3-3 0,-1-3-1446,2-5 1,-4-7 2202,3 0 0,-8-12 0,-2-3 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7:52.385"/>
    </inkml:context>
    <inkml:brush xml:id="br0">
      <inkml:brushProperty name="width" value="0.06" units="cm"/>
      <inkml:brushProperty name="height" value="0.06" units="cm"/>
    </inkml:brush>
  </inkml:definitions>
  <inkml:trace contextRef="#ctx0" brushRef="#br0">0 158 7259,'6'-21'60,"-2"0"1,0 4-1,1 0 1,1 2 342,2 2 1,-2 1-1,1 2 1,1-1 0,1 1 1,2 4-1,-1 2 1,1 3 178,0 1 1,-4 5-1,-2 3 1,1 5-107,0 4 1,-3 3-1,0 1 1,-2 2-406,-1 1 1,-1 0 0,-1 1 0,-3 0-574,-1-1 0,0-8 0,-2 3 0,2-5-1842,2-5 1,-1-5-184,1-1 2526,3-11 0,-8-4 0,3-9 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7:53.137"/>
    </inkml:context>
    <inkml:brush xml:id="br0">
      <inkml:brushProperty name="width" value="0.06" units="cm"/>
      <inkml:brushProperty name="height" value="0.06" units="cm"/>
    </inkml:brush>
  </inkml:definitions>
  <inkml:trace contextRef="#ctx0" brushRef="#br0">0 89 9532,'11'0'1113,"-4"1"1,-1 3-686,-1 3 1,3 3 0,-2 4 0,1 4-72,0 2 0,0 6 0,3 2-507,1 2 0,-2 2 1,-2-1-1,-2 1 1,-2 0-748,1-1 0,-1-3 0,-3-2 1,-1-4 155,-2-5 0,0-8 1,-4-3-1,-1-1 433,-1-3 0,-3-2 0,0-3 0,1-4 308,1-3 0,2 0 0,-1-1 18,2 1 0,2-1 0,5 0 113,0 1 0,1-1-10,3 1 1,0-1-1,5 1 1,-2 0 0,1 2 1017,1 1 0,-2 1 0,0-2-685,1 1 1,5 1 0,1-2 0,-1 1-1,0-1-343,1-2 1,1 1-1,4 1 1,-2 1-204,-2-1 0,-1-2 0,-4 0 1,0-1-190,-3 1 1,-3-1-44,-4 1 0,-4 4 0,-3 2 0,-3 3 536,0 1 0,-1 2 0,1 4 0,0 6 499,3 3 1,-1 0-1,5 4-198,0 0 1,2 7-1,1-5 1,0 1-477,0 0 0,5-5 1,2-2-1,2-1 0,2-1-859,-1-4 1,4-3-1,2-7 1,-1-4-536,0-5 0,3-6 0,-4-7 0,-1-4 1357,-2-5 0,0-3 0,-1 0 0,0-2 0,-3-1 0,1-2 0,-5 5-247,0 1 1,1 4-1,0 5 1,-2 8 661,-1 4 0,-1 8 1,0 5-1,0 6 1,0 4 1017,0 5 1,0-3-1,0 6-986,0 1 0,0-1 0,0 1 0,0-1 0,0-1-417,0 0 1,0-2-1,0-5 1,0 1-84,0 0 0,0-4 1,0 0-1,0 1-267,0 1 0,-1 2 0,-1-1 0,-3 1 159,-1-1 1,-1 2-1,-2 1 1,1 1 305,1-1 0,3 2 0,-2-1 0,2-1 263,1-1 1,2-2 0,1 1-341,0-1 0,5-4 1,2-3-204,2-6 1,1 0 0,-1-7 0,-1-1-401,0-1 1,4-1 0,-5 0 0,3-1 0,0 1-455,1 2 1,-1 0 0,0 0 0,-2 1 45,-1-1 943,-5 1 0,12-5 0,-2-2 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7:53.285"/>
    </inkml:context>
    <inkml:brush xml:id="br0">
      <inkml:brushProperty name="width" value="0.06" units="cm"/>
      <inkml:brushProperty name="height" value="0.06" units="cm"/>
    </inkml:brush>
  </inkml:definitions>
  <inkml:trace contextRef="#ctx0" brushRef="#br0">53 0 7906,'0'11'589,"0"-1"891,0 1 0,0 4 0,0 3 0,0 3-816,0 3 1,-1 6-1,-1 7 1,-2 5-1240,2 1 1,-3 1-1,2-3 1,-1-3-1035,-1-2 1,3-5 1608,-5-3 0,0-7 0,-4-5 0</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7:54.052"/>
    </inkml:context>
    <inkml:brush xml:id="br0">
      <inkml:brushProperty name="width" value="0.06" units="cm"/>
      <inkml:brushProperty name="height" value="0.06" units="cm"/>
    </inkml:brush>
  </inkml:definitions>
  <inkml:trace contextRef="#ctx0" brushRef="#br0">32 232 8157,'5'-10'643,"-3"4"0,6 2 1,3 2-272,2-2 1,5 2-1,0-4 1,2 0-83,1 0 0,0-1 0,-1-3 0,-2-2-315,-4-2 1,-4 1 0,-3-3 0,-3-1 79,-3 1 1,-11-2 0,-4-2 0,-4 3 22,-3 3 0,0 7 0,-1 3 0,0 3-9,-2 1 1,5 9 0,-1 6 0,4 4 223,3 6 1,2 7 0,4 6 0,4 6-330,1 5 0,7-3 0,3 5 0,5-3-564,5-3 0,3-6 0,3-2 18,5-4 0,1-9 0,2-11 0,-2-5 1,-1-7-556,-1-6 1,-1-8 0,0-13 1136,-6-6 0,0-9 0,-4-7 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7:54.367"/>
    </inkml:context>
    <inkml:brush xml:id="br0">
      <inkml:brushProperty name="width" value="0.06" units="cm"/>
      <inkml:brushProperty name="height" value="0.06" units="cm"/>
    </inkml:brush>
  </inkml:definitions>
  <inkml:trace contextRef="#ctx0" brushRef="#br0">11 60 7906,'-3'-7'1040,"-1"0"0,1 7-509,3 4 0,0 3 0,0 10 1,1 3-90,2 4 1,3 2 0,4 6-297,-3 0 0,2-1 1,-2 1-1,1-2 1,1 1-110,-2 0 1,-4-6 0,3 3 0,0-4-397,0-3 1,-3-10 146,4-4 0,-4-9 0,0-7 1,-2-6-11,-1-7 0,4-7 1,-1-2 46,0-7 1,1-3 0,1-1 0,1 1 0,2 1 88,1 1 0,2 5 0,-1 2 1,1 5 159,0 6 0,-1 11 0,1 4 1,-1 9 134,1 7 1,-4 10-1,0 7 1,1 2-327,1 3 1,-2-5 0,-1 6-1,0-2-228,0-1 0,1-8 0,4 0-281,-1-2 0,1 1 1,-1-8-1,1-4 0,-1-4 626,1-4 0,-1-5 0,1-2 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7:54.569"/>
    </inkml:context>
    <inkml:brush xml:id="br0">
      <inkml:brushProperty name="width" value="0.06" units="cm"/>
      <inkml:brushProperty name="height" value="0.06" units="cm"/>
    </inkml:brush>
  </inkml:definitions>
  <inkml:trace contextRef="#ctx0" brushRef="#br0">126 53 7906,'-11'-15'162,"1"7"0,-1-3 0,1 3 721,-1 2 1,0 2 0,0 6-131,-3 5 1,6 1-1,-2 10 1,3 2-278,1 3 0,4 1 1,-2 4-1,4 1-271,4 1 1,2 0-1,4-1 1,2 1-397,2 0 1,-1-4 0,3-1 0,1-1-658,-1-4 0,-2-6 1,4 0-1,-1-4-365,0-3 0,-1-3 0,-3-9 0,1-7 1213,-1-7 0,-1-7 0,3-11 0,1 0 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7:54.817"/>
    </inkml:context>
    <inkml:brush xml:id="br0">
      <inkml:brushProperty name="width" value="0.06" units="cm"/>
      <inkml:brushProperty name="height" value="0.06" units="cm"/>
    </inkml:brush>
  </inkml:definitions>
  <inkml:trace contextRef="#ctx0" brushRef="#br0">0 1 9946,'5'10'463,"-4"2"1,3 2 0,-2 5 90,2 4 1,-3 5 0,3 6-1,0 2-382,0 2 1,-1-3 0,-3 2 0,0 0-95,0-3 1,0-6-1,0-5 1,0-4 518,0-5 0,-1-7-535,-3-3 1,3-13 0,-2-5-1,1-6-107,2-4 0,0-1 0,0-5 0,2-4-217,1-2 0,3 2 0,5-2 0,-1 4-313,1 0 0,-1 5 1,1 2-1,-1 4-388,1 4 0,-1 5 0,1 6 963,-1 2 0,1 0 0,0 4 0</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7:55.101"/>
    </inkml:context>
    <inkml:brush xml:id="br0">
      <inkml:brushProperty name="width" value="0.06" units="cm"/>
      <inkml:brushProperty name="height" value="0.06" units="cm"/>
    </inkml:brush>
  </inkml:definitions>
  <inkml:trace contextRef="#ctx0" brushRef="#br0">1 157 7906,'0'11'304,"0"0"0,0-1 1069,0 1 0,4-2 0,5-1-1131,3-1 1,0-4-1,2 0 1,-2-2-654,-2-1 1,5-4 0,-1-3 0,0-4 79,1-3 0,-3 1 0,2-5 0,-3 0-737,0-2 0,-4-1 1,-1 1-1,0 1 1068,-1 2 0,-2 4 0,2-1 305,-1 2 1,-4 6 61,0 3 1,-3 7-1,-6 7 1,4 5-1,-1 5 1073,0 4 1,4 3 0,-2 6-1,3 2-896,1 2 1,0-2 0,0 5-756,0 2 1,1 2-1,3-3 1,3-1-550,2-2 0,5-5 0,0-10 0,0-6 0,0-6 760,0-5 0,0-12 0,-3-7 0</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7:55.301"/>
    </inkml:context>
    <inkml:brush xml:id="br0">
      <inkml:brushProperty name="width" value="0.06" units="cm"/>
      <inkml:brushProperty name="height" value="0.06" units="cm"/>
    </inkml:brush>
  </inkml:definitions>
  <inkml:trace contextRef="#ctx0" brushRef="#br0">10 1 9977,'-6'2'856,"3"5"1,3 7-44,3 5 0,0 3 1,2 3-1,1 4-364,0 5 1,0-4 0,2 6 0,-1 0-908,1 0 0,1 1 0,-1-7 1,-2-2-2569,-2-3 1,3-4 2156,-3-4 0,-1-8 0,-4-12 869,-2-6 0,-3-18 0,-5-1 0</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7:55.484"/>
    </inkml:context>
    <inkml:brush xml:id="br0">
      <inkml:brushProperty name="width" value="0.06" units="cm"/>
      <inkml:brushProperty name="height" value="0.06" units="cm"/>
    </inkml:brush>
  </inkml:definitions>
  <inkml:trace contextRef="#ctx0" brushRef="#br0">0 169 7373,'0'-27'-109,"0"4"0,1 3 592,3 3 0,-2 2 1,5-1-1,1 1-17,2 2 1,0 2 0,1 4 0,1 4 60,2 2 0,-3 2 0,3 2 0,-2 6 21,-1 3 1,-1 6 0,0 5 0,-3 3-277,-4 1 1,-2 1 0,-1 3 0,0-2-572,0-1 1,0-3 0,-1 1 55,-2-4 1,-3 0 0,-4-8-1,2-1 1,1-3-1966,-1-2 0,2-4 0,0-5 2208,1-2 0,-3-13 0,2-6 0</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7:55.651"/>
    </inkml:context>
    <inkml:brush xml:id="br0">
      <inkml:brushProperty name="width" value="0.06" units="cm"/>
      <inkml:brushProperty name="height" value="0.06" units="cm"/>
    </inkml:brush>
  </inkml:definitions>
  <inkml:trace contextRef="#ctx0" brushRef="#br0">0 1 7906,'7'0'852,"0"0"0,0 1-1,-1 2 0,2 4 0,-3 7 0,0 5-252,-1 5 0,1 3 0,-3 5 1,2 3-327,-2 4 1,0 3 0,1 2-1,0-2-1562,0-5 1,-2-7-1,-1-7 1,0-4-1069,0-5 0,-6-4 2357,-5-3 0,-4-2 0,-6-5 0</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7:55.800"/>
    </inkml:context>
    <inkml:brush xml:id="br0">
      <inkml:brushProperty name="width" value="0.06" units="cm"/>
      <inkml:brushProperty name="height" value="0.06" units="cm"/>
    </inkml:brush>
  </inkml:definitions>
  <inkml:trace contextRef="#ctx0" brushRef="#br0">0 233 8694,'0'-11'742,"0"0"0,0 1 0,1-1 0,2 1-48,0-1 1,6 1 0,-2-1 0,2 1-402,1-1 1,2-1 0,2 1-1,4-1-206,2 3 1,-3 2 0,1-2 0,2 2-1749,3-1 0,-1 2 0,3-1 0,-2 0-1392,2 1 3053,-3-3 0,9 3 0,-4-4 0</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7:56.867"/>
    </inkml:context>
    <inkml:brush xml:id="br0">
      <inkml:brushProperty name="width" value="0.06" units="cm"/>
      <inkml:brushProperty name="height" value="0.06" units="cm"/>
    </inkml:brush>
  </inkml:definitions>
  <inkml:trace contextRef="#ctx0" brushRef="#br0">42 209 8747,'-10'0'1624,"0"5"0,2 2-1236,1 3 1,5 1-1,-2 2 1,3 2 246,1 2 0,0 4 0,0 3 0,1 1-471,3 1 1,2-4 0,4 3 0,1-4-444,-1-4 0,1-1 1,-1-7-85,1-2 1,-1-2 0,1-7 0,-2-2 0,0-7 65,-2-5 0,-5-5 0,3-3 0,-2-1 269,1-2 1,-1-2 0,-3-1 0,0 3 114,0 6 1,0 3 163,0 4 1,1 9 0,2 2-1,1 11 260,2 9 1,2 4-1,5 2 1,1 2-310,-1-2 1,3-4-1,-2-4 1,-2-2-333,0-3 0,-1-7 0,-1 1 1,1-3-418,-1-1 0,-4-8 0,-2-4 0,-2-3-338,2-4 1,-3-5 0,2 0 0,-2 0 285,-1 2 0,0 1 0,2 1 128,1 3 1,-2-3 0,3 3 0,-2 0 0,0 0 470,2 2 0,1-3 0,-3 4 0,3 0 0,1-1 0,-3 7 0,3-3 0,0 3 0,0 2 454,-4 2 1,6 8 0,-4 3 0,-2 3 734,-1 0 0,-1 1 0,1 1 0,2 0-552,0 2 1,1 4-1,-3-3 1,1 2-271,2 1 1,-1 2 0,-2 0 0,2-1-278,0-1 0,2-1 0,-3 3 0,2-1-379,-2-2 1,3-4-188,-2 1 1,2-3 122,-1-4 1,0-4 0,4-6-1,-2-4 179,-1-3 0,2 0 1,-2 1-1,-1 0 294,1 2 1,3 4-1,-1-3 1,3 1-33,0 3 0,1-3 1,-1 1-1,2-1-45,2 0 0,-1-2 1,3 2-1,0-2-7,-4-4 0,4-1 0,-3-4 0,-3-2-36,-2-2 0,-5 4 1,0-8-1,-2 0 1,-1-2 0,-1 6 0,-2 0 0,-4 4 226,-3 3 0,0 2 1,-1 4-1,2 5 236,2 4 0,-1 5 0,3 7 0,0 5-59,1 5 1,0 2-1,4 5 1,0-1-473,0 2 1,1-3 0,2 5 0,1-3-1137,2-3 0,1-5 0,4 1 315,-1-6 1,4-4 0,0-7-1,-1-5 1,0-8-240,1-8 0,-2-6 1,1-4-1,-4-3 1128,-2-3 0,-3 4 0,2-4 33,-2 3 0,3 0 0,-3 5 0,-2 3 1004,-1 3-38,-1 6 1,0 11 0,0 9-117,0 3 1,0 4-1,0-2 1,0 2-1,0 2-245,0 0 1,-1-1 0,-1-2-498,-2 0 0,1 2 0,3-1 0,0-1 0,-1-1 141,-3 1 0,3-8 1,-4 2-495,0 0 0,4-7 1,-3-4-1,0-8-303,1-8 0,-1-6 1,4-3 267,0-1 0,0 0 0,1-1 0,3 4 61,3 1 1,2 7 0,3 2 0,2 3 0,5 5 188,4 6 1,1 10-1,2 9 1,0 5 368,-2 8 1,-2 1-1,-3 4-292,-5-1 1,2-1 0,-8-3-1,-1-3 1,-1-3-970,-3-5 0,-7-10 0,-3-2 0,-2-3-3647,-2-4 4536,1 0 0,-6-2 0,0 0 0</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7:57.483"/>
    </inkml:context>
    <inkml:brush xml:id="br0">
      <inkml:brushProperty name="width" value="0.06" units="cm"/>
      <inkml:brushProperty name="height" value="0.06" units="cm"/>
    </inkml:brush>
  </inkml:definitions>
  <inkml:trace contextRef="#ctx0" brushRef="#br0">138 125 7986,'-12'-20'0,"-2"1"503,-3 2 0,0 1 0,1-2-198,0 4 0,2 3 0,4 4 0,1 5 0,1 7 128,5 9 0,2 8 0,3 13 0,5 6-156,7 7 1,5-2-1,2 5 1,1-1-77,3-2 1,2-7 0,4 0 0,0-5-70,-3-6 0,1 1 0,-5-8 0,-3-3-100,-2-5 0,-11-3-92,-1-1 0,-11-2 1,-6-1-1,-7-2 124,-3-1 0,-4 2 0,-2-3 0,-1 1 0,-2 1-189,-2 0 0,3 0 1,1 2-1,2-2-1888,1-2 0,7 0 1012,3-4 0,6-6 0,6-3 0,4-5 1001,6-3 0,10 0 0,5-4 0</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7:58.168"/>
    </inkml:context>
    <inkml:brush xml:id="br0">
      <inkml:brushProperty name="width" value="0.06" units="cm"/>
      <inkml:brushProperty name="height" value="0.06" units="cm"/>
    </inkml:brush>
  </inkml:definitions>
  <inkml:trace contextRef="#ctx0" brushRef="#br0">136 396 7986,'18'-7'72,"0"0"1,0-1 256,2-1 0,-3-2 1,-3-1-1,-4-2 500,-3-3 0,-2-3 0,-5-1-461,0 0 1,-2-5 0,-5-2 0,-7-3 0,-5 1-41,-2 2 1,-2 3-1,1 9 1,-1 4 77,-1 4 1,4 7 0,-3 2-1,4 8-93,5 8 1,4 5-1,1 5 1,4 7-280,0 6 0,3-3 0,6 6 0,6 1-439,3-1 1,5-5 0,0 1 0,2-4-641,1-4 0,1-11 0,3-4 0,3-6-206,2-7 1,-5-9 0,-3-8 0,-1-9 1250,-2-6 0,-6-8 0,-3 0 0,-5-2 0,-4 0 0,-1 8 0,0-3 0,1 0-79,3 1 1,-3 8 401,3 4 1,-3 13 843,-1 5 0,1 11 0,1 9 1,3 5-500,1 2 0,-3 4 0,3 5 1,0 1-477,0 0 0,-3-2 0,3 4 1,-1-2-23,-3-4 1,-1-5 0,-1-2 0,0-4 425,0-5 1,0-8-528,0-6 1,0-6-1,0-9-148,0-6 0,0-5 0,0-7 0,0-2-311,0-4 1,0 1 0,2-1 0,1 4 0,4-1-196,3 1 0,-3 2 0,0-4 1,1 5-915,1 5 1,2 7 0,-1 5 612,1 3 0,-1 4 1,0 9 885,-3 2 0,2 3 0,-3 5 0,0-1 0,2-3 0,-3 0 159,1 2 0,-3 1 1,3 3-1,0 1 871,0-1 0,-3 3 0,3 2 1,0 2-336,0 1 1,1 1 0,3 2 0,0-1-335,-3-3 0,2 1 0,-2-5 0,1 2-296,-1 0 1,3-7 0,-3 0-93,2-7 0,-3-4 0,-1-4 0,-2-7-31,1-5 1,-1-10-1,-2-4 1,2-6-207,0-1 0,1 3 1,-4-1-1,0 2-62,0 1 1,0 6 0,0 2-1161,0 5 1,1 5 1485,2 7 0,-1 12 0,2 7 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7:58.401"/>
    </inkml:context>
    <inkml:brush xml:id="br0">
      <inkml:brushProperty name="width" value="0.06" units="cm"/>
      <inkml:brushProperty name="height" value="0.06" units="cm"/>
    </inkml:brush>
  </inkml:definitions>
  <inkml:trace contextRef="#ctx0" brushRef="#br0">11 228 8327,'11'10'621,"3"1"0,-4-5 0,3-3-329,0-2 1,-1-2 0,-2-2 0,-2-6 286,-1-4 0,-5-1 0,2-5 1,-3-4-241,-1 1 1,0-4 0,-1 2 0,-3-1-107,-3-1 1,-3 9 0,-3-1 0,-1 6 6,1 5 1,1 7 0,2 9 0,-1 5-118,1 7 0,4 2 0,2 8 0,3 3 77,1 2 0,1-1 0,3 3 0,3-2-680,2-2 1,2-5-1,-1-3 1,2-3-819,2-3 1,-2-3-1,2-3 1,-1-7 120,1-5 0,-6-4 0,1-5 0,-2-7 1177,-1-5 0,1-7 0,4-1 0</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7:58.651"/>
    </inkml:context>
    <inkml:brush xml:id="br0">
      <inkml:brushProperty name="width" value="0.06" units="cm"/>
      <inkml:brushProperty name="height" value="0.06" units="cm"/>
    </inkml:brush>
  </inkml:definitions>
  <inkml:trace contextRef="#ctx0" brushRef="#br0">1 179 7986,'7'2'902,"0"1"0,-5 4 1,2 7-1,-2 5-628,2 4 1,-3 4 0,3 5 0,0 1-120,-1 2 1,1-2 0,-4 1 0,0-5 198,0-4 0,0-8 0,-1-4-191,-3-5 0,3-9 1,-2-10-1,1-6-71,2-7 1,-3 1 0,-1-5 0,2-1-28,1-2 0,4 0 0,2 0 0,1 1-406,2-2 0,2 6 0,0-3 0,1 4-552,-1 5 1,5 5 0,3-2-1,2-2-199,1-1 0,1 2 0,2 3 1092,0 4 0,6-7 0,-4 6 0</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7:58.999"/>
    </inkml:context>
    <inkml:brush xml:id="br0">
      <inkml:brushProperty name="width" value="0.06" units="cm"/>
      <inkml:brushProperty name="height" value="0.06" units="cm"/>
    </inkml:brush>
  </inkml:definitions>
  <inkml:trace contextRef="#ctx0" brushRef="#br0">43 21 8373,'-11'0'2340,"4"0"-1844,0 0 1,4 0-1,-3 2 1,1 1-1,3 5-248,1 5 0,1 5 1,0 5-1,1 4-195,2 3 0,-1 4 0,2 7 86,1-2 0,-4 0 1,3-6-1,-3-4 156,-1-2 0,0-4-289,0-5 0,0-9 1,0-10-1,0-8 86,0-8 1,0-7 0,0-4 0,0-4-134,0-3 0,4 4 0,3-2 0,2 2-215,-2 2 1,3-1-1,-2 1 1,4 3-563,1 5 0,-4 4 0,5-1 0,-1 5-277,1 5 1,-4 3-1,2 8 1,-2 2 1094,-2 6 0,5 7 0,4-2 0</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7:59.249"/>
    </inkml:context>
    <inkml:brush xml:id="br0">
      <inkml:brushProperty name="width" value="0.06" units="cm"/>
      <inkml:brushProperty name="height" value="0.06" units="cm"/>
    </inkml:brush>
  </inkml:definitions>
  <inkml:trace contextRef="#ctx0" brushRef="#br0">1 190 7986,'7'11'340,"0"0"1,0-4 0,3-2 206,1 0 1,-1-3 0,1-5 0,0-4-102,-1-2 0,1-3 1,-1-2-1,0-3-443,-3 1 1,1-4-1,-5 3 1,0-3-19,-2-1 0,-1 3 0,0 2 0,0 0 16,0 3 1,-5 6-1,-2 4 181,-2 2 0,-2 7 1,2 4-1,1 8 285,1 5 1,4 4 0,-1 6 0,0 2 17,1 4 1,-1-1 0,5 2-465,3 0 1,-2 6 0,5-8 0,0-3-1018,-1-4 1,3-4-1,-2-8 1,3-8-326,0-4 1,1-6 0,-1-8-1,0-7 1321,-3-4 0,2-13 0,-3-2 0</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8:03.100"/>
    </inkml:context>
    <inkml:brush xml:id="br0">
      <inkml:brushProperty name="width" value="0.06" units="cm"/>
      <inkml:brushProperty name="height" value="0.06" units="cm"/>
    </inkml:brush>
  </inkml:definitions>
  <inkml:trace contextRef="#ctx0" brushRef="#br0">116 243 7986,'-7'0'-275,"-1"0"1,5-1-509,-4-3 0,5 2 679,-2-5 104,3 4 0,1-6 0,0 3 0</inkml:trace>
  <inkml:trace contextRef="#ctx0" brushRef="#br0" timeOffset="215">158 158 7996,'0'-7'816,"0"0"1,-5 5 0,-2-1-309,-2 1 1,-3 2 0,-1 2 0,-1 1 51,1 4 1,0 7 0,0 4-1,-1 3-182,1 3 0,3 3 0,2 6 0,2 1-219,1 1 1,3 2 0,5-5-1,4 2-442,3 0 0,5-8 0,1 1 0,3-7-848,2-6 0,-2-4 0,5-1 0,-1-3-1071,-2-2 0,0-1 2202,0-7 0,0-2 0,0-4 0</inkml:trace>
  <inkml:trace contextRef="#ctx0" brushRef="#br0" timeOffset="482">316 422 8333,'5'6'470,"0"-1"1,6-5-79,-1 0 1,1-5-1,0-3 1,-1-5-1,1-5-238,-1-2 1,1-2-1,-2-1 1,-1-3-216,-1-1 1,-4 2 0,-1 0 0,-4 1 243,-5 4 1,-3 7-1,-1 3 1,-2 5 124,-1 4 0,-2 3 0,3 5 1,-1 7 72,2 5 0,3 7 0,3 1 0,1 2-135,-1 3 0,3-4 1,0 5-1,3-4-712,3 0 1,0-2 0,4 0-1,2-1-327,4-3 1,0-6 0,3-7 0,1-5-2623,-1-4 3415,2-6 0,-2-5 0,-1-7 0</inkml:trace>
  <inkml:trace contextRef="#ctx0" brushRef="#br0" timeOffset="614">537 243 7986,'0'11'520,"-1"4"1,-1 1 134,-2 0 1,-3 4 0,4-2 0,0 2-599,2 1 0,1 0 1,0 0-1,1-1-720,3-3 1,0-1-1,5-7 1,-2-2-1208,1-3 1870,1-8 0,2-2 0,-1-4 0</inkml:trace>
  <inkml:trace contextRef="#ctx0" brushRef="#br0" timeOffset="730">579 158 7986,'-10'0'143,"-1"0"1,4 2-246,0 1 0,5-1 102,-2 5 0,8-4 0,2 2 0</inkml:trace>
  <inkml:trace contextRef="#ctx0" brushRef="#br0" timeOffset="965">685 148 7986,'0'14'0,"0"1"573,0 2 0,0-3 0,1 2 0,1 0-11,2 1 0,4 0 0,-1 4 1,2 1-475,2-1 1,-1-3 0,0 1 0,-2 0-36,-1-4 1,0-3 0,4-5-346,-1-4 0,-4-11 1,-2-6-1,-3-6 154,-1-4 0,0-5 0,-1-3 1,-2-2-92,0 0 1,-1 7 0,4-2 0,0 3-424,0 2 1,0 11 0,0-3-1,0 2-185,0 2 1,5 5 836,2 4 0,2 6 0,2 3 0</inkml:trace>
  <inkml:trace contextRef="#ctx0" brushRef="#br0" timeOffset="1164">896 158 7441,'10'5'-67,"1"-3"0,-1 4 0,2 0 779,2 0 1,-2-4-1,2 2 1,-3-3-289,0-1 0,0 0 1,-2-1-1,-2-4-89,-4-5 0,2-6 1,-1-3-1,-3-1-339,-3-1 0,-4 2 0,-5-5 0,1 6-204,-1 4 0,0 3 0,1 4 0,-1 3 150,1 3 0,-1 11 1,2 4-1,2 6-142,3 4 1,3 3 0,1 5 0,0-1 393,0 1 0,1-4 0,3 0 0,3 0-943,2-1 0,3-2 0,1-8 0,1-2 749,-1-4 0,3-5 0,1-1 0</inkml:trace>
  <inkml:trace contextRef="#ctx0" brushRef="#br0" timeOffset="1264">1222 243 10812,'0'10'3781,"0"-3"-5659,0 0 1878,0-4 0,0 6 0,0-3 0</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9:14.476"/>
    </inkml:context>
    <inkml:brush xml:id="br0">
      <inkml:brushProperty name="width" value="0.06" units="cm"/>
      <inkml:brushProperty name="height" value="0.06" units="cm"/>
    </inkml:brush>
  </inkml:definitions>
  <inkml:trace contextRef="#ctx0" brushRef="#br0">38 501 8075,'-8'0'-499,"1"0"571,-1-3 1,3-1-1,1-4 1,1-2 220,1-3 1,1-3 0,1-3 0,0-5-149,0-5 0,4-1 0,1-6 0,1-4-151,2 0 1,0 4 0,1 1-1,2 2 125,1 3 1,0 4 0,3 3-23,0 4 1,0 6-1,0 7 1,0 2 27,-3 1 0,1 3 1,-2 6-1,0 3 1,0 4 151,-2 1 1,0 5 0,0 1-221,-2 1 1,2 5 0,-4 2 0,0 1 0,-1 1-198,-1 0 0,0-2 0,-1-2-333,1 0 1,-1 2-1,-2-3 1,-1-3-552,-1-3 0,0 0 1,-2-6 1023,1 1 0,-7-4 0,2 0 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9:14.641"/>
    </inkml:context>
    <inkml:brush xml:id="br0">
      <inkml:brushProperty name="width" value="0.06" units="cm"/>
      <inkml:brushProperty name="height" value="0.06" units="cm"/>
    </inkml:brush>
  </inkml:definitions>
  <inkml:trace contextRef="#ctx0" brushRef="#br0">0 196 7963,'0'-8'0,"0"1"265,0-1 1,0 3 0,0 0 0,0-2 78,0-2 1,4 3 0,1-4 0,2 1-136,3 1 1,-1 0-1,4 0 1,1 1-508,3-1 1,-1 1-1,2-1 1,0 0-471,-1 1 0,2-1 0,-4-2 768,0 0 0,5-3 0,-4 1 0</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9:14.825"/>
    </inkml:context>
    <inkml:brush xml:id="br0">
      <inkml:brushProperty name="width" value="0.06" units="cm"/>
      <inkml:brushProperty name="height" value="0.06" units="cm"/>
    </inkml:brush>
  </inkml:definitions>
  <inkml:trace contextRef="#ctx0" brushRef="#br0">8 1 7963,'-1'7'97,"-1"1"0,0 0 322,0 2 1,1-1-1,1 4 1,0 0-43,0 1 1,0 3 0,1 2 0,2 5-311,2 1 0,-1 3 1,1 1-1,0 0-483,-1 1 1,3-5-1,-3 3 1,1-4-544,0-1 0,-3-7 1,0-1 958,-1-4 0,-4-4 0,-2-4 0</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9:14.992"/>
    </inkml:context>
    <inkml:brush xml:id="br0">
      <inkml:brushProperty name="width" value="0.06" units="cm"/>
      <inkml:brushProperty name="height" value="0.06" units="cm"/>
    </inkml:brush>
  </inkml:definitions>
  <inkml:trace contextRef="#ctx0" brushRef="#br0">1 144 7963,'0'-8'217,"0"1"395,0-1 0,0 3 0,0 0-289,0-1 0,1 0 0,1 0 0,3 1-408,2 0 1,1 0 0,1 0 0,2 0-136,1-2 0,-2-1 0,2 1 0,-1-1 569,-2 1-349,2-1 0,1-2 0,3-2 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9:15.175"/>
    </inkml:context>
    <inkml:brush xml:id="br0">
      <inkml:brushProperty name="width" value="0.06" units="cm"/>
      <inkml:brushProperty name="height" value="0.06" units="cm"/>
    </inkml:brush>
  </inkml:definitions>
  <inkml:trace contextRef="#ctx0" brushRef="#br0">8 0 7963,'-1'7'197,"0"-1"1,-2-1 223,2 1 0,0 1 0,1 2 0,0 3 21,0 2 0,3 0 0,2 6 0,1 1-381,-1 1 0,2 1 0,-2 2 1,0 2-244,0 0 0,1 2 1,-3-3-1,-2 0-684,0-1 0,-1-9 1,0 3-1,0-4-729,0-4 1595,0-5 0,-6-6 0,-3-5 0</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9:15.324"/>
    </inkml:context>
    <inkml:brush xml:id="br0">
      <inkml:brushProperty name="width" value="0.06" units="cm"/>
      <inkml:brushProperty name="height" value="0.06" units="cm"/>
    </inkml:brush>
  </inkml:definitions>
  <inkml:trace contextRef="#ctx0" brushRef="#br0">8 91 7963,'-1'-8'0,"0"1"181,-2-1 1,1 3-1,2 0 319,0-1 0,1 2 0,1 0-619,3 1 0,0 0 0,2 3 0,1 0 53,0 0 1,4 0 0,0 0 0,0-1-475,1-1 1,-3 0-1,2-2 1,-1 0 539,1 0 0,-3-5 0,2-3 0</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9:15.610"/>
    </inkml:context>
    <inkml:brush xml:id="br0">
      <inkml:brushProperty name="width" value="0.06" units="cm"/>
      <inkml:brushProperty name="height" value="0.06" units="cm"/>
    </inkml:brush>
  </inkml:definitions>
  <inkml:trace contextRef="#ctx0" brushRef="#br0">46 38 7946,'-4'-4'-95,"3"0"446,-5 4 0,1 0 0,-1 1 0,0 1 97,1 0 0,3 4 0,-1 0 0,0 2-246,1 2 1,-1 4 0,3-2 0,1 2-167,2 2 1,1-4 0,3 0 0,2-1-109,1-2 1,-2-3 0,3-2 0,-1-1-57,0-1 1,1-6 0,-2-3 0,1-6-294,-1-3 0,0-1 1,-2-3-1,0-1 257,-2-1 1,1 6-1,-4 2 1,0 2 1603,-1 3-1193,-1 0 0,0 9 0,-1 4 0,-1 6-230,0 5 0,-1-2 0,3 5 0,0-3-731,0 0 1,0 0 0,1 1-33,2-1 0,1-5 0,3-2 746,1-5 0,-1-3 0,1-2 0,-1-6 0,1-3 0</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9:15.808"/>
    </inkml:context>
    <inkml:brush xml:id="br0">
      <inkml:brushProperty name="width" value="0.06" units="cm"/>
      <inkml:brushProperty name="height" value="0.06" units="cm"/>
    </inkml:brush>
  </inkml:definitions>
  <inkml:trace contextRef="#ctx0" brushRef="#br0">53 31 7978,'-3'-8'0,"0"2"420,-1 1 1,1-1-1,-2 3 248,0 2 1,-2 0-1,-1 2-237,1 1 1,3 5-1,1 4 1,2 0 60,1 3 0,0 2 1,0 2-1,0-1-357,0 2 0,4-1 0,1 3 0,1-1-530,2 1 0,-1-4 0,1-2 0,-1 0 319,1-5 0,0 0 1,1-4-1,1-1-1272,0-2 0,-2-4 1,-1-4-1,2-5 265,1-3 0,-4-6 1083,1-1 0,-1-5 0,2-2 0</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9:16.008"/>
    </inkml:context>
    <inkml:brush xml:id="br0">
      <inkml:brushProperty name="width" value="0.06" units="cm"/>
      <inkml:brushProperty name="height" value="0.06" units="cm"/>
    </inkml:brush>
  </inkml:definitions>
  <inkml:trace contextRef="#ctx0" brushRef="#br0">0 58 7903,'0'-15'16,"0"2"0,0 1 1546,0 2-910,0 3 1,0 8 0,0 5 0,0 4-34,0 2 1,0 4-1,0 3 1,0 1-215,0 0 1,0 3-1,0 2 1,1 0-368,1 1 1,-1 0-1,3 2 1,-2 0-459,1 0 0,2-1 0,-3-1 0,1-3-679,0-4 1,0-3-1,3-4 263,-1-5 1,-1-3 0,2-8 0,-1-2 0,0-5-479,-1-4 1314,3 2 0,-3-9 0,4 3 0</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9:16.458"/>
    </inkml:context>
    <inkml:brush xml:id="br0">
      <inkml:brushProperty name="width" value="0.06" units="cm"/>
      <inkml:brushProperty name="height" value="0.06" units="cm"/>
    </inkml:brush>
  </inkml:definitions>
  <inkml:trace contextRef="#ctx0" brushRef="#br0">53 44 7890,'0'-8'-2,"0"1"1,0-1 973,0 1 0,-1 2-94,-1 0 0,0 3 1,-3 0-499,-1 4 0,1 2 1,-1 4-1,2 0-159,0 2 0,-1-1 0,3 3 0,-1 0-64,0-1 0,2 2 0,-1 1 0,1-1-629,1 0 0,0-3 1,0 2-1,0-2-594,0 0 0,0-2 0,1 0 469,1-1 1,0-3-1,3-1 1,1-3 296,0-3 0,2-1 0,-1-3 0,1-2 294,-1-1 1,2 2 0,0-2-1,2 2 443,0 3 0,-1-1 0,0 1 0,-1 0 103,1 0 1,-2 1-1,2-2 1,-1 1-110,1 0 1,-4-2-1,2-1 1,-2 1-270,1-1 0,-3 1 1,-1-1-1,-2 1-246,-1-1 0,0 3 1,-1 1-1,-2 1 135,-2 1 1,1 1 0,-1 2 92,-1 2 1,3 4 0,0 6 0,3 2 8,0 2 0,2 3 0,1 4-114,2-2 0,2 2 1,4-4-1,0-1 0,0-2-212,1-1 1,1-4 0,1-3 0,-2-3-597,-2-4 1,-1-2 0,-2-2 0,1-4-187,-1-3 0,-2 0 0,-1-4 0,0 0 955,-3-1 0,4-5 0,-1 0 0</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9:16.741"/>
    </inkml:context>
    <inkml:brush xml:id="br0">
      <inkml:brushProperty name="width" value="0.06" units="cm"/>
      <inkml:brushProperty name="height" value="0.06" units="cm"/>
    </inkml:brush>
  </inkml:definitions>
  <inkml:trace contextRef="#ctx0" brushRef="#br0">8 128 9676,'-4'8'1042,"1"-1"1,2 1 0,1-1 0,0 2-602,0 1 1,0-1-1,1 3 1,1 3-243,0 1 0,1 1 0,-3 2 0,0 0-426,0 1 1,0-4 0,0 2 0,0-3-281,0-3 1,0-1 315,0-3 0,0-7 0,0-5 0,0-5 40,0-6 1,0-3 0,1-5-1,1 0 238,3-2 1,3 0 0,1-1 0,2 0-414,0 2 1,0 2 0,3 2 0,4 0-21,3 2 1,0 3 0,3-2 0,-2 3-905,-2 1 0,-3 6 1250,3 0 0,-6 1 0,0-1 0</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9:17.392"/>
    </inkml:context>
    <inkml:brush xml:id="br0">
      <inkml:brushProperty name="width" value="0.06" units="cm"/>
      <inkml:brushProperty name="height" value="0.06" units="cm"/>
    </inkml:brush>
  </inkml:definitions>
  <inkml:trace contextRef="#ctx0" brushRef="#br0">12 37 6931,'0'-8'-314,"0"1"1,0 0-1,-2 1 1291,-1 1 0,0 4-403,1-2 1,2 4 0,-1 3 0,3 5-342,2 1 0,1 6 1,4 5-1,0 3-128,1 4 1,0 2-1,-3 2 1,-2 2-6,0 3 0,0-1 0,2 3-682,-2-3 1,-2-1 0,-3-4 0,0-3 0,0-2-675,0-4 1,0-7 1255,-3-4 0,-4-6 0,-5-2 0</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9:17.556"/>
    </inkml:context>
    <inkml:brush xml:id="br0">
      <inkml:brushProperty name="width" value="0.06" units="cm"/>
      <inkml:brushProperty name="height" value="0.06" units="cm"/>
    </inkml:brush>
  </inkml:definitions>
  <inkml:trace contextRef="#ctx0" brushRef="#br0">1 128 7787,'0'-8'78,"0"1"1,0-1 232,0 1 1,1 2 0,1 1 0,3 0-156,2-1 0,3 3 1,1-2-1,1 0-382,4 3 1,0-1-1,4 0 1,1-1-309,1-1 0,-2 1 1,-1-2-1,-1-1 534,-1 0 0,-1-2 0,-1 1 0,0-4 0,0-1 0</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9:17.842"/>
    </inkml:context>
    <inkml:brush xml:id="br0">
      <inkml:brushProperty name="width" value="0.06" units="cm"/>
      <inkml:brushProperty name="height" value="0.06" units="cm"/>
    </inkml:brush>
  </inkml:definitions>
  <inkml:trace contextRef="#ctx0" brushRef="#br0">68 39 7787,'-7'0'87,"-1"0"0,1 0 299,-1 0 0,1 4 0,-1 1 0,2 2 66,0 3 1,1-1-1,2 3 1,1 0-179,2-1 0,0 2 1,0 1-1,3-1-319,2 0 0,3-4 1,1 1-1,2-2-283,0-3 0,-1-2 0,2-3 0,0-2-11,-1-3 1,-2-1-1,2-6 1,-3-2 111,-1-3 1,-2-2 0,0-3-1,-2 1 468,-1 1 0,-2 6 0,0 0 0,0 2 510,0 3 0,0 2-283,0 5 0,0 7 0,0 9 0,0 4-380,0 1 1,0 1-1,1 2-386,2 1 0,1-1 1,3-2-1,1-3 1,-1-2-374,1-2 0,-1-3 1,1-5-1,0-3-58,2-1 1,-4-4 728,2-2 0,-2-9 0,1-2 0</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9:18.024"/>
    </inkml:context>
    <inkml:brush xml:id="br0">
      <inkml:brushProperty name="width" value="0.06" units="cm"/>
      <inkml:brushProperty name="height" value="0.06" units="cm"/>
    </inkml:brush>
  </inkml:definitions>
  <inkml:trace contextRef="#ctx0" brushRef="#br0">0 0 9995,'0'8'1283,"0"2"0,0 1-842,0 3 0,3 1 0,2 5 0,0 3-249,0 1 0,0 5 0,2-2 1,1 2-525,-1-2 1,1-1-1,-1-4-436,1-2 1,-1-5 0,1-6-1,-1-3 1,1-4-539,-1-1 0,1-8 0,-2-3 1306,-1-3 0,2-5 0,-3-2 0</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9:18.240"/>
    </inkml:context>
    <inkml:brush xml:id="br0">
      <inkml:brushProperty name="width" value="0.06" units="cm"/>
      <inkml:brushProperty name="height" value="0.06" units="cm"/>
    </inkml:brush>
  </inkml:definitions>
  <inkml:trace contextRef="#ctx0" brushRef="#br0">68 8 7787,'-1'-5'555,"-1"3"63,-3 1 0,0 1 1,0 0-1,0 2-115,1 3 1,-3 1 0,2 5 0,0 1-149,0 0 0,-1 1 1,2 4-1,1 0-26,0 0 0,0-1 1,3-2-1,1-1-497,2 0 0,-2-2 1,4 1-1,1-3-506,1 0 1,0-7 0,1 3 0,-1-2 286,1-1 0,-1-1 0,1 1 0,-1-4-1651,-2-3 0,1-1 2038,-1 1 0,2-5 0,0 2 0</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9:18.524"/>
    </inkml:context>
    <inkml:brush xml:id="br0">
      <inkml:brushProperty name="width" value="0.06" units="cm"/>
      <inkml:brushProperty name="height" value="0.06" units="cm"/>
    </inkml:brush>
  </inkml:definitions>
  <inkml:trace contextRef="#ctx0" brushRef="#br0">1 120 7787,'8'0'124,"-1"0"0,1 0 234,-1 0 1,-2-2 0,0-2 0,1 0-92,1-2 0,0 0 1,1-2-1,-1 1-239,1-1 0,-4 1 1,-1-1-1,0 0-19,-1-2 1,1 1 0,-4-1 0,-1 2 13,0 1 1,-4 2-1,1 3 1,-3 1 79,-2 1 0,2 0 1,-2 1-1,2 1 152,0 3 1,3 2-1,1 1 1,1 2 17,1 3 0,1 1 0,2 1 1,1 1-12,3 2 0,3-3 1,2 4-1,2-2-350,3 1 1,0-3 0,3-3 0,2-2-565,2 0 1,0-5 0,1-4 0,-1-3-236,1-6 0,-4-3 0,-1-4 0,-2-1 887,2-1 0,-2-2 0,2-4 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9:19.058"/>
    </inkml:context>
    <inkml:brush xml:id="br0">
      <inkml:brushProperty name="width" value="0.06" units="cm"/>
      <inkml:brushProperty name="height" value="0.06" units="cm"/>
    </inkml:brush>
  </inkml:definitions>
  <inkml:trace contextRef="#ctx0" brushRef="#br0">16 16 7787,'-3'-7'542,"-2"2"-213,1 2 0,1 7 0,4 4 0,1 3-59,3 4 0,3 0 0,1 3 0,2 3-316,1 3 1,-2-1 0,1 3 0,0 0-174,-2 2 1,0-2 0,-2-1 0,1-3-555,-1-2 1,-2-2 0,-1-6 411,0-2 0,-3-6 0,-3-4 1,-3-4 360,-2-2 0,0-5 0,-1-1 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9:19.273"/>
    </inkml:context>
    <inkml:brush xml:id="br0">
      <inkml:brushProperty name="width" value="0.06" units="cm"/>
      <inkml:brushProperty name="height" value="0.06" units="cm"/>
    </inkml:brush>
  </inkml:definitions>
  <inkml:trace contextRef="#ctx0" brushRef="#br0">0 143 7787,'0'-19'-84,"0"1"1,0 2-1,0 1 1,2 1 227,3 1 1,0 0 0,6 3 0,-1 1 52,3 1 1,-1 3 0,0 3 0,1 1-21,-2 1 1,1 3-1,-4 2 1,1 2 67,-3 1 1,-2 0 0,0 1-1,-1 2-56,-1 1 1,-1-2 0,-2 2 0,-1 2-184,0 0 0,-4-2 0,1 0 0,-2-1-454,0-2 0,-1-1 0,2 0 0,0-1-800,1 1 0,0-4 1248,-3-1 0,4-6 0,2-2 0,1-2 0,1-3 0,0-2 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9:19.991"/>
    </inkml:context>
    <inkml:brush xml:id="br0">
      <inkml:brushProperty name="width" value="0.06" units="cm"/>
      <inkml:brushProperty name="height" value="0.06" units="cm"/>
    </inkml:brush>
  </inkml:definitions>
  <inkml:trace contextRef="#ctx0" brushRef="#br0">0 195 9341,'0'5'406,"1"0"1,1 1-216,0 1 1,3 1-1,-1 1 1,0 2-133,2 1 1,0 0 0,3 2-1,0 0-104,1-2 1,0-3-1,-3 1 1,1-2-44,-1-3 0,1-2 0,-1-4 0,-1-1 57,-1-3 1,-3-5 0,2-3 0,0-3 18,-3-2 1,0-2 0,-1 3-3,0 0 0,1 2 1,1 2 30,0 0 1,4 7-1,-1 2 46,2 5 1,0 4-1,1 5 1,-1 2 99,1 3 0,-1-3 1,1 0-1,-1-1-56,1-2 1,-2-1-1,0-1 1,-1-2-89,1-3 1,-2-1 18,1-1 0,-3-3 0,0-3 0,-1-3 1,-1-4-109,0-4 1,0 0-1,0-2-166,0 1 0,-1 0 1,0 3-1,-2 1 1,2 0-365,0 2 0,1 5 0,0 0 0,0 0-117,0 0 1,1 2-1,1 0 717,3 0 0,1 0 0,0 1 0,-1 0 0,1 0 0,-2 1 0,1-2 0,0-1-25,-1 0 0,3 1 0,-3 0 131,0-1 1,3 0 274,-2 1 0,-1 3 0,1 4 154,1 3 0,-2 3 1,1 1-1,1 2 0,0 1-9,2 4 1,0 0-1,1 3 1,2 0-347,-2 0 1,-3-4 0,-1 1 0,0-1-219,-1-1 0,2-3 1,-4 0-125,0 0 0,-2-4 1,-3-4-106,-2 0 1,-2-2-1,-2 2 1,-2-2 90,-1-1 0,3 0 1,-1 2-1,1 2 221,2 0 1,-1 1-1,2 2 1,1 2 238,2 1 1,2-1 0,2 2 0,2 0 85,2-2 1,4 0 0,2-3-339,0 0 1,-1-1-1,2-2 1,0-2 0,-1-4-223,0-4 0,-1-3 1,-3-4-1,0-2-708,-2-3 0,1 2 0,-4-2-27,0 0 1,-1-1 924,-1 3 0,0-8 0,0 2 0</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9:20.574"/>
    </inkml:context>
    <inkml:brush xml:id="br0">
      <inkml:brushProperty name="width" value="0.06" units="cm"/>
      <inkml:brushProperty name="height" value="0.06" units="cm"/>
    </inkml:brush>
  </inkml:definitions>
  <inkml:trace contextRef="#ctx0" brushRef="#br0">112 53 7787,'-7'-6'0,"-1"0"96,1-3 0,-1 1 0,1 2 0,-1 1 0,1 0 385,-1 1 1,1 1-1,-1 3 1,1 0-27,-1 0 1,1 4 0,2 3 0,0 6-241,2 4 0,1 3 0,4 5 0,2 3-104,3 4 0,-1-1 1,5 5-1,-1-1-335,0 2 0,3-4 1,-1-2-1,0-1-293,1-2 1,-4-3-1,0-2 1,-2-3-2343,-2-5 2859,-4-5 0,-4-6 0,-5-5 0</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9:20.756"/>
    </inkml:context>
    <inkml:brush xml:id="br0">
      <inkml:brushProperty name="width" value="0.06" units="cm"/>
      <inkml:brushProperty name="height" value="0.06" units="cm"/>
    </inkml:brush>
  </inkml:definitions>
  <inkml:trace contextRef="#ctx0" brushRef="#br0">8 76 7787,'-4'-4'1034,"1"3"-85,3-4 0,0 3 0,3-1-800,2 3 0,2-3 1,3 1-1,0-1-859,2 0 1,-2 1 0,4-2 0,1 0 424,1 0 1,2 1 0,-3-2 0,0-1 284,0 0 0,0-2 0,0 1 0</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9:20.884"/>
    </inkml:context>
    <inkml:brush xml:id="br0">
      <inkml:brushProperty name="width" value="0.06" units="cm"/>
      <inkml:brushProperty name="height" value="0.06" units="cm"/>
    </inkml:brush>
  </inkml:definitions>
  <inkml:trace contextRef="#ctx0" brushRef="#br0">1 1 7787,'0'7'0,"0"1"155,0 0 0,0 0 0,0 1 1,0 2 214,0 1 0,0-2 0,1 2 1,0 1-491,2 2 1,0-3 0,-3 0-882,3-1 0,-2-5 1001,1-6 0,-1-7 0,-1-5 0</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9:21.021"/>
    </inkml:context>
    <inkml:brush xml:id="br0">
      <inkml:brushProperty name="width" value="0.06" units="cm"/>
      <inkml:brushProperty name="height" value="0.06" units="cm"/>
    </inkml:brush>
  </inkml:definitions>
  <inkml:trace contextRef="#ctx0" brushRef="#br0">0 0 7975,'4'0'690,"0"0"0,-4 4 0,0 1-1594,0 1 1,2 2-1,1-2 904,2-1 0,0 2 0,2-3 0</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9:21.256"/>
    </inkml:context>
    <inkml:brush xml:id="br0">
      <inkml:brushProperty name="width" value="0.06" units="cm"/>
      <inkml:brushProperty name="height" value="0.06" units="cm"/>
    </inkml:brush>
  </inkml:definitions>
  <inkml:trace contextRef="#ctx0" brushRef="#br0">16 1 7589,'-5'7'498,"3"1"0,-1-1 0,0 1 0,1 0-152,2 2 0,0-1 0,3 4 0,2 0-64,2 1 1,3 2-1,0 0 1,0 0-353,1-2 0,0-3 0,3 1 1,0-1-299,-2-2 0,-2-4 1,2-3-1,-1-1 83,-2-1 1,-1 0 0,-1-1 0,-1-1-41,-1-3 0,-3-2 0,1 0 1,-1-1 86,1 1 0,-1-1 1,-2 1-1,0-1-3,0 1 0,0 1 0,-2 1 0,-1 0 241,2-2 0,-3 3 0,-1-6 0,-2 1 0</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9:21.857"/>
    </inkml:context>
    <inkml:brush xml:id="br0">
      <inkml:brushProperty name="width" value="0.06" units="cm"/>
      <inkml:brushProperty name="height" value="0.06" units="cm"/>
    </inkml:brush>
  </inkml:definitions>
  <inkml:trace contextRef="#ctx0" brushRef="#br0">8 1 8587,'-4'7'0,"2"1"299,1-1 1,2 4 0,0 3-1,2 5 1,-1 4-5,2 3 1,-1 0-1,2 2 1,-2 2-91,1 1 1,-4-4 0,4 2 0,-2-2-561,1-3 1,-1-6 0,-2-2-1,0-2-858,0-3 1,4-2 904,1-4 0,-1-3 1,0-4 307,-1-3 0,3-5 0,-2-2 0</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9:22.156"/>
    </inkml:context>
    <inkml:brush xml:id="br0">
      <inkml:brushProperty name="width" value="0.06" units="cm"/>
      <inkml:brushProperty name="height" value="0.06" units="cm"/>
    </inkml:brush>
  </inkml:definitions>
  <inkml:trace contextRef="#ctx0" brushRef="#br0">45 203 7874,'8'0'237,"0"0"1,-2-1-1,0 0 1,-1-3 199,1 0 1,0-3-1,0-4 1,-1-1-179,0-1 0,-1-1 0,-2-2 0,-1 1-48,-1-3 1,0 2 0,0 0 0,-1 1-279,-1 3 1,-2 3-1,-4-1 1,0 5-35,-2 2 1,1 2 0,-3 2 0,0 2 292,0 5 0,3 4 0,0 5 0,2 4 26,2 3 1,4 3-1,-2 3 1,2 1 297,1 1 1,4-3-1,2 0 1,3-2-444,3-3 1,2-4-1,2-4 1,-1-5-733,3-6 1,-1-4 0,2-5 0,1-4-737,2-6 1,-4-6 0,4-5 1394,-3-2 0,2-2 0,-2-1 0</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9:23.289"/>
    </inkml:context>
    <inkml:brush xml:id="br0">
      <inkml:brushProperty name="width" value="0.06" units="cm"/>
      <inkml:brushProperty name="height" value="0.06" units="cm"/>
    </inkml:brush>
  </inkml:definitions>
  <inkml:trace contextRef="#ctx0" brushRef="#br0">106 104 7738,'0'-8'0,"0"1"-31,0-1 0,-3 1 0,-2 2 278,-2 0 1,-1 2 0,1-1-1,-1 1 1,-2 1 150,0 1 1,0 2-1,3 1 1,-1 3-39,1 2 0,0 5 0,2 2-272,3 3 1,1 3-1,1 1 1,1 0-1,1 3-107,3 1 0,-1-5 0,2 0 1,2-4-76,1-1 0,2-4 0,-2-3 0,1-5-228,-1-2 1,0-5 0,1-4-1,0-5 77,-1-6 1,-1-5 0,-1-8 0,-1-2 191,-1 0 0,-3 2 0,2 1 0,0 3 271,1 6 1,-4 6 0,3 7-136,-1 3 0,-1 4 1,3 8-1,0 6 1,0 5 417,0 5 0,0 0 0,2 4 0,0 0-587,-2-2 0,2 0 0,-2-2 0,1 0-518,2-2 1,-3-2-1,0-3 1,1-3 43,0-2 0,2-5 0,-1-3 1,1-5 559,-1-4 0,-2-4 0,-2-4 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9:23.606"/>
    </inkml:context>
    <inkml:brush xml:id="br0">
      <inkml:brushProperty name="width" value="0.06" units="cm"/>
      <inkml:brushProperty name="height" value="0.06" units="cm"/>
    </inkml:brush>
  </inkml:definitions>
  <inkml:trace contextRef="#ctx0" brushRef="#br0">0 59 9012,'0'-3'483,"0"3"1,1 4-155,2 3 1,-2 5 0,2 2 0,-1 3-97,1 3 1,2 0 0,-2 5 0,1 0-97,-1-1 0,3 1 0,-2-2 1,1-2 254,0-2 1,-3-4-754,3-5 0,0-10 1,0-5-1,-2-9 55,0-5 1,-2-3-1,2-4 1,-2-4 54,2-1 0,-2-3 1,2 3-1,0 1 225,-1 4 0,4 2 1,-2 5-1,1 5 70,0 6 0,0 4 0,3 8 274,-1 3 1,1 7 0,-2 6-1,0 2-223,-1 1 0,0-3 1,2 1-1,-1 0-454,-1-2 1,0-3-1,2-1 1,1-1-43,-1-1 0,1-6 0,-1-4 0,1-4-1225,-1-4 1626,-3-3 0,3-14 0,-3-1 0</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9:23.889"/>
    </inkml:context>
    <inkml:brush xml:id="br0">
      <inkml:brushProperty name="width" value="0.06" units="cm"/>
      <inkml:brushProperty name="height" value="0.06" units="cm"/>
    </inkml:brush>
  </inkml:definitions>
  <inkml:trace contextRef="#ctx0" brushRef="#br0">0 22 7787,'0'-8'146,"0"1"1,1 3 0,2 2 373,2 4 1,0 6 0,1 6 0,3 5-23,-1 2 0,1 1 0,0 5 0,2 0-256,1 2 0,-3-3 0,1 4 0,-2-4-39,-3-2 1,0-6 0,-2-4-482,-1-2 1,-6-3 0,-2-4 0,-4-2-130,-2-3 0,0-2 0,-1-1 0,1 2 162,1 0 1,1 1 0,3 0 371,-1 0 1,4 4 0,2 3 0,4 3 65,3 1 0,3-1 1,2 0-1,2-3-136,2-2 1,2-2-1,1-3 1,0-5-283,0-5 1,-1-2 0,-2-8 0,-1-1-693,-3-1 0,-2 0 0,-1-1 917,-2 1 0,1-1 0,-1 1 0</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9:24.372"/>
    </inkml:context>
    <inkml:brush xml:id="br0">
      <inkml:brushProperty name="width" value="0.06" units="cm"/>
      <inkml:brushProperty name="height" value="0.06" units="cm"/>
    </inkml:brush>
  </inkml:definitions>
  <inkml:trace contextRef="#ctx0" brushRef="#br0">23 48 7746,'-7'-7'0,"2"-1"98,0 1 1,3 2 0,-1 0 235,3-1 0,0 1-86,0 0 0,0 6 0,3 1 0,1 3 0,1 4-41,0 2 0,0 2 0,3 4 0,-1 1-476,1 2 1,-1 1 0,0 2 0,-1 1-619,-1 0 0,-1-1 0,1 4 887,-3-2 0,3 4 0,-1-2 0</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9:24.576"/>
    </inkml:context>
    <inkml:brush xml:id="br0">
      <inkml:brushProperty name="width" value="0.06" units="cm"/>
      <inkml:brushProperty name="height" value="0.06" units="cm"/>
    </inkml:brush>
  </inkml:definitions>
  <inkml:trace contextRef="#ctx0" brushRef="#br0">1 105 7787,'0'-7'170,"0"-1"-18,0 1 1,0 2 0,0 1 0,2-1-136,1 1 0,5 2 0,-1-2 0,3-1-66,1 1 0,-1 2 0,4-3 0,-2-1-731,2-1 1,0 2 779,1 0 0,0-3 0,0-4 0</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9:25.004"/>
    </inkml:context>
    <inkml:brush xml:id="br0">
      <inkml:brushProperty name="width" value="0.06" units="cm"/>
      <inkml:brushProperty name="height" value="0.06" units="cm"/>
    </inkml:brush>
  </inkml:definitions>
  <inkml:trace contextRef="#ctx0" brushRef="#br0">8 31 8884,'-4'0'1411,"1"3"-1124,2 2 1,2 4 0,2 2 0,2 1-203,1 1 0,-1 2 1,0 2-1,1 0 0,1 0 0,1-1 0,-2-2 1,0-2-128,-1-2 0,-2-2-480,2-3 1,-1-3-1,2-5 284,-1-4 1,-3-2-1,2-2 1,0-1 139,1 0 0,-3 1 0,2-3 0,0 3 94,1 0 0,-3 1 0,3 2 33,1 1 1,-2 2 0,1 3 0,1 1 111,1 1 1,1 0-1,1 0 1,2 0 44,1 0 1,-1 1-1,3 1 1,-3 0-56,0 0 1,0-1 0,-2-2-90,1-2 1,-3 2 0,-4-5-1,-3-2-38,0-1 0,0-2 0,-4 2 1,-2-1 56,-4 1 0,-3 0 1,1 3-1,1 1 148,1 2 0,0 2 1,1 2-1,0 2 0,2 2 0,1 4 1,3 2-1,2 1-40,0 1 1,1-1 0,1 0 0,0 1-438,2 2 1,3-3 0,-1 0-1,4 0-448,1-1 1,1-4 0,-2 0 0,2-3-284,0-3 1,-1 0 0,3-2 998,0-1 0,-4-3 0,-2-5 0,0-3 0,-1-1 0,2-1 0</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9:25.337"/>
    </inkml:context>
    <inkml:brush xml:id="br0">
      <inkml:brushProperty name="width" value="0.06" units="cm"/>
      <inkml:brushProperty name="height" value="0.06" units="cm"/>
    </inkml:brush>
  </inkml:definitions>
  <inkml:trace contextRef="#ctx0" brushRef="#br0">1 53 7132,'4'-3'588,"0"2"289,-1-2 0,-2 3 0,2 4-453,0 3 0,-1 1 1,2 5-1,0 1-92,1 3 1,-4-1-1,3 1 1,-2-1-142,1-1 1,2 0 0,-3-1 0,1-1-112,0-3 1,-2-2 183,1 0 1,2-5 0,-2-3-692,0-4 0,-1-4 1,-1-4-1,0-4-223,0-2 0,0 0 0,0-2 1,0-1 392,3 0 0,-2 1 0,2 3 0,0 1 300,2 1 1,0 3 0,0 2 0,0 3 166,2 2 1,2 1 0,0 4 0,2 2 93,0 3 1,-2 2 0,2 7 0,-1 3-57,0 4 1,1 0 0,-2 4 0,1-1-421,0-2 1,-2-2 0,-1-1 0,-2-3-1295,0-2 0,-3-6 1466,1-1 0,-3-4 0,0 0 0</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9:26.154"/>
    </inkml:context>
    <inkml:brush xml:id="br0">
      <inkml:brushProperty name="width" value="0.06" units="cm"/>
      <inkml:brushProperty name="height" value="0.06" units="cm"/>
    </inkml:brush>
  </inkml:definitions>
  <inkml:trace contextRef="#ctx0" brushRef="#br0">128 77 7787,'-5'-7'86,"0"2"1,3-2-1,-3 3 1,-1 0 386,-1 1 1,0 2 0,-1-1 0,1 0-48,-1 0 1,0 2 0,-1 2 0,-1 3-41,0 2 0,2 2 0,1 3 1,2 4-308,0 2 1,3 2 0,-1 3-1,3 0-296,0 2 1,4 2 0,2 2-1,4 0-109,2-2 1,1-5 0,2-1 0,0-2-376,0-5 0,0-6 0,0-5 0,0-3 113,0-3 0,0-5 1,-1-6-1,-1-5 588,0-2 0,-4 2 0,1-6 0,-1 1 0,-2 1 0,-2-1 0,-1 0 0,0 2-8,1 2 0,-4 5 0,2 2 0,-2 3 145,-1 2 1,-4 4 0,0 2-1,-1 4 453,0 3 1,0 2-1,-2 2 1,1 2-183,1 1 1,4 0 0,-2 3 0,2-2-222,1-1 1,0-2 0,0 2-180,0-1 1,1-2-115,2-4 1,1-3-1,4-6 1,-1-6-85,1-3 0,-3-2 1,-1-7-1,0-2 43,0-2 0,-1 1 0,1-1 0,-1 2 346,-1 2 1,-1 8 0,-1 2-55,0 3 1,0 8 0,0 4 0,2 5 3,1 5 1,2 4 0,0 3 0,0 2-169,0 1 1,0-3-1,2-1 1,0 0-501,-2 0 1,2-4-1,-2-1 1,1-2-54,2 0 1,-1-5 0,1-1 97,-1-2 1,-2-2 0,-1-5 473,0-5 0,2-3 0,-2-4 0</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9:26.420"/>
    </inkml:context>
    <inkml:brush xml:id="br0">
      <inkml:brushProperty name="width" value="0.06" units="cm"/>
      <inkml:brushProperty name="height" value="0.06" units="cm"/>
    </inkml:brush>
  </inkml:definitions>
  <inkml:trace contextRef="#ctx0" brushRef="#br0">0 60 7850,'4'-4'516,"-4"1"1,6 3 0,-3 3-188,-2 2 0,3 3 0,-2 2 0,1 1 147,0 1 1,-2 2 0,2-2-1,0 0-335,-1 1 0,3-3 0,-2 2 1,-1-2 9,-2 0 0,3-5-73,-1 0 0,3-7 0,-2-3 0,-1-7-553,-2-4 1,0-4 0,1-2-1,1-2 342,0-1 0,3 5 0,-1 0 0,1 4 224,3 4 1,0 4 0,2 6 0,1 3-21,2 4 1,1 6-1,1 9 1,0 3 121,0 2 1,-3 0 0,-2 3-1,-1 1-896,1-3 0,-4-5 1,1-1-1,-3-2-1357,-3-1 2060,0-5 0,3 2 0,0-2 0</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9:30.186"/>
    </inkml:context>
    <inkml:brush xml:id="br0">
      <inkml:brushProperty name="width" value="0.06" units="cm"/>
      <inkml:brushProperty name="height" value="0.06" units="cm"/>
    </inkml:brush>
  </inkml:definitions>
  <inkml:trace contextRef="#ctx0" brushRef="#br0">104 256 7709,'-5'-8'-542,"0"1"0,0 2 939,-2 0 0,-1 3 0,1 0 1,-2 4-1,0 4 113,-1 3 0,0 6 0,4 5 1,0 2-133,1 0 0,2 4 0,-1 1-255,1 0 1,1 0 0,5-4 0,2-2-1,2-1-132,3-4 0,0-6 0,3-3-211,1-3 0,4-6 0,-3-6 1,0-6-1,-1-6-146,-1-4 1,-1-3 0,0-4-1,-1-1 104,0-4 0,-5 3 0,1 1 226,0 4 0,-4 6 0,0 7 1,-2 7 357,-1 7 1,0 7 0,0 11 0,0 3-119,0 2 0,0 2 0,0 2 0,0 3-543,3-1 1,-1-3-1,2-1 1,0-2-212,0-2 1,1-4-1,3-2 1,-1-6-575,1-4 1124,-4-7 0,6-4 0,-2-5 0</inkml:trace>
  <inkml:trace contextRef="#ctx0" brushRef="#br0" timeOffset="183">367 120 8623,'-6'4'520,"1"1"0,0 2 0,4 2 1,-2 3-150,2 2 1,-1 1 0,0 5 0,0 1-194,0 3 1,1 1-1,2 2 1,1 2-287,0 0 1,4-4-1,-1-1 1,2 0-800,0 0 1,1-7 0,-1-3 0,1-5-289,-1-5 0,-2-10 1195,0-6 0,0-6 0,3-5 0</inkml:trace>
  <inkml:trace contextRef="#ctx0" brushRef="#br0" timeOffset="351">465 113 7964,'-3'-4'539,"2"-3"1,-2 3 267,-1 0 0,3 1 0,-1 7-337,1 3 0,1 7 0,0 7 0,1 4-330,1 5 0,0 2 0,2 5 0,0 2-506,1 2 0,0-1 0,1 1 0,0-3-757,-1-4 1,0-11 0,3-7 1122,-1-6 0,1-1 0,-1-5 0</inkml:trace>
  <inkml:trace contextRef="#ctx0" brushRef="#br0" timeOffset="902">788 218 7877,'0'-7'1,"-1"0"230,-1 2 1,1-2 0,-2 2 1237,3-1-1124,0 1 1,0 3-1,0 5 1,2 5-71,1 3 1,2 7 0,0 2-1,1 2-188,-1 0 0,2 2 0,-2 0 0,2 0-54,0-2 0,-2-1 1,0-3-1,0-2-191,-1-3 1,3-3 60,-2-5 0,1-6 1,0-6-1,-1-6 1,0-3-74,-1-4 0,2-5 0,-3-2 0,1 0-348,2 2 1,-2 2 0,1 1 0,1 2-341,1 2 0,1 5 1,1 2 857,1 3 0,0-1 0,-2 4 0,3-2 0,0-1 0</inkml:trace>
  <inkml:trace contextRef="#ctx0" brushRef="#br0" timeOffset="1167">1066 150 8048,'-3'5'315,"-1"1"0,-4-1 1,1 3 28,-1 2 0,1-2 1,-1 3-1,1-1 58,2 0 0,-1 3 0,4-1 0,0 1-223,1-1 0,1-3 0,1 1 1,2-1-309,2-2 0,2-3 1,3-1-1,0-2-70,2-1 0,0-1 0,1-2 0,0-2-125,0-1 0,-2-5 0,-1-2 1,-2-3 123,0-2 1,-1-2-1,0 3 1,-1 0 248,-1 1 1,-4 4 0,3 2 128,-1 2 0,-2 5 0,1 3 0,-1 5-248,-1 4 1,0 3 0,0 5-1,0 1-290,0 2 1,1-3-1,1 1 1,1-1-4,1-3 1,-1-4 362,2 0 0,0-5 0,2-1 0</inkml:trace>
  <inkml:trace contextRef="#ctx0" brushRef="#br0" timeOffset="1366">1246 23 8111,'-4'1'887,"2"1"1,1 4-485,1 3 0,0 3 0,0 4 0,0 2 204,0 5 1,0 0 0,0 4 0,0 0-661,0 2 1,3-5-1,1 3 1,1-2-753,0 1 0,0-7 0,3-3 0,-1-3-89,1-4 0,-1-4 0,0-4 1,-1-5 893,-1-6 0,0-7 0,3-2 0</inkml:trace>
  <inkml:trace contextRef="#ctx0" brushRef="#br0" timeOffset="1652">1329 158 7806,'-1'-4'574,"-1"1"1,1 6-1,-2 2 1,3 2-287,0 3 1,0 2 0,0 3 0,0 0-157,0 0 0,3 0 0,2-1 0,2 0-195,0-2 0,1-5 0,-1 0 1,1-3-209,-1-3 1,1-1-1,-1-5 0,0-6-8,-2-5 0,-1-2 1,-2-3-1,1-3 376,1 1 0,-2-1 1,0 3-1,0 1 295,1 2 0,-3 8 18,3 3 0,0 6 0,0 3 1,-1 8-55,2 6 1,-1 3 0,3 4-433,-1 0 1,-1-2 0,2 1 0,-1-1 0,1 1-1107,0-2 0,-1-2 0,0-1 793,1-4 1,-2-3 388,1-5 0,0 2 0,3-3 0</inkml:trace>
  <inkml:trace contextRef="#ctx0" brushRef="#br0" timeOffset="1917">1592 233 7803,'8'-7'-61,"-1"-1"1,0 1 0,-1-1 602,-1 1 1,-3-2 0,2 0-1,0-2-317,-3-1 1,0 0 0,-1-3 0,0 0 51,0 0 0,-3 0 0,-2 1 0,-2 4 115,0 2 1,-3 3 0,0 1-1,0 4 15,2 4 0,0 7 0,1 4 0,0 4-104,2 3 0,-1 1 1,4 1-1,0 2-379,1 1 0,1-2 0,0 2 0,0-1-463,0-2 0,4-6 0,1-2 1,2-2-79,3-3 1,-1-5 0,3-3-165,-1-3 0,2-6 1,-1-5-1,1-5 0,-2-4-516,0-2 1297,-1 0 0,1-4 0,1-1 0</inkml:trace>
  <inkml:trace contextRef="#ctx0" brushRef="#br0" timeOffset="2116">1712 53 7877,'0'-11'155,"0"-2"1,-1 5-1,0 1 1,-3 1 370,0 2 1,2 0 400,-3 4 0,3 4 1,0 1-1,1 1-379,1 2 1,1 3-1,1 1 1,3 3-225,2 3 0,0-2 1,1 4-1,-1-1-78,1 0 1,-1-1-1,0 1 1,-1 0-46,-1 0 1,-4-1 0,2 3 0,-2 0-361,-1-2 1,0 0-1,0-2 1,-1-1-839,-2-2 0,-1-1 0,-2-3 0,0-2-1229,1-2 1,2-3 2225,-2-3 0,4 0 0,-3 0 0</inkml:trace>
  <inkml:trace contextRef="#ctx0" brushRef="#br0" timeOffset="2267">1862 263 7880,'0'0'0</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29:28.338"/>
    </inkml:context>
    <inkml:brush xml:id="br0">
      <inkml:brushProperty name="width" value="0.06" units="cm"/>
      <inkml:brushProperty name="height" value="0.06" units="cm"/>
    </inkml:brush>
  </inkml:definitions>
  <inkml:trace contextRef="#ctx0" brushRef="#br0">1 53 7862,'0'-11'-298,"0"2"403,3-1 1,-2 2 0,2 1 420,0 2 1,-1 3-1,2 5 1,0 5-128,-3 3 1,3 4-1,-2 0 1,0 4 145,-1 3 1,1 2 0,1 2-1,-2 2-318,0 1 0,-1 0 0,0 6 0,0-1-329,0 0 0,-2-1 0,-1 0 1,1-1-156,-2-3 1,4-10 0,-3-2-2404,2-5 2660,1-5 0,4-7 0,0-4 0</inkml:trace>
  <inkml:trace contextRef="#ctx0" brushRef="#br0" timeOffset="283">226 98 7921,'0'-19'82,"-1"6"0,-1-1 296,-3 2 1,-2 5 0,-1 5 0,1 2 111,-1 2 1,-2 3-1,0 5 1,-1 3-200,0 1 0,-2 4 0,2 2 0,0 1-111,1 1 0,6-3 0,-4 5 1,1-1 1,1 0 0,2-3 1,1 1-1,3-1-22,3 0 1,-1-4 0,5 1 0,2-3-166,2-1 0,-1-4 0,2 1 0,2-3-364,0-2 1,1-1-1,0-4 1,0-1-222,0-2 1,-2-1 0,-2-3 0,1-2-394,0-1 0,-3-1 0,1-5 1,-2-2 982,0-2 0,-4 2 0,-1-1 0</inkml:trace>
  <inkml:trace contextRef="#ctx0" brushRef="#br0" timeOffset="600">309 158 7928,'-1'7'335,"-1"1"1,-1-1 140,-1 1 1,2 2 0,-1 1 0,3 0 21,0 3 0,0 1 0,0 1 0,0 0-235,0 1 0,0-3 0,0 5 0,0-2-114,0 1 1,0-3 0,0-3-296,3 2 1,-1-4 0,3-3-155,0-4 0,0-6 1,-1-4-1,-1-5-80,-1-2 1,1-6-1,1-1 164,0-3 0,-2-4 1,3 3-1,0 1 1,0 0 61,0 2 1,0 3 0,2 1-1,-1 2 133,-1 1 1,0 6 0,2 2 88,1 3 0,-3 3 0,-1 6 0,0 6-5,0 5 1,-2 3-1,1 4 1,0 0-219,-1 2 0,3-1 0,-1 3 0,0-2-386,2-3 1,-2 0 0,1-6 0,1-2 540,0-6 0,5-1 0,1-2 0</inkml:trace>
  <inkml:trace contextRef="#ctx0" brushRef="#br0" timeOffset="866">512 203 7928,'-5'0'-474,"-1"0"978,1 0 0,0 3 0,1 2 0,1 3-40,1 2 1,1 5-1,1 5 1,1 1-228,2 2 0,3 0 0,5-1 1,1-1-221,1-4 1,-1-1 0,1-8-1,0-4-147,1-2 0,-2-6 0,-2-5 0,-2-5-45,0-5 0,-2-4 0,-1-1 0,-2-1 201,-2 1 1,-5 0-1,-1 3 1,-2 1 101,-3 2 1,1 5 0,-1 1-178,2 1 1,-2 5-1,0 3 1,1 2-509,1 1 1,3 1-1,3 2-189,1 2 0,1 1 1,1 2-1,1-2 746,3-1 0,0 1 0,0-3 0,0 3 0,2-2 0</inkml:trace>
  <inkml:trace contextRef="#ctx0" brushRef="#br0" timeOffset="1233">632 173 7928,'4'1'33,"-2"1"294,-1 3 1,0-1-1,1 1 1,0 1 9,0 1 0,-1 0 1,-1 1-1,0-1 192,0 1 0,0-3 1,1 0-514,1 1 0,0 0 0,2-1 0,0 0-101,0-2 1,-1-1-1,1-2 1,0-4-27,0-3 0,-1-2 1,1-6-1,-1-2-7,-1-4 1,1 0 0,0-3 0,-1 3 3,-2 3 0,0 5 0,1 1 0,1 2 394,0 0 0,2 6 1,-3 4-1,3 6-88,0 6 1,1 1 0,2 7 0,1 2-164,-1 2 0,1-2 1,-1 1-1,1 0-119,-1-2 1,-1-4 0,0 1 31,0-3 1,2-2-1,-3-1 1,2-2-65,1-4 0,-4-2 1,-1-8 82,0-3 1,-2-5-1,2-5 1,-2-4-33,-1-3 0,0-2 0,0-2 0,0 3-83,0 2 1,0 3 0,0 1-517,0 3 0,0 1 0,2 5 670,1 0 0,2 2 0,0 1 0</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0:39.400"/>
    </inkml:context>
    <inkml:brush xml:id="br0">
      <inkml:brushProperty name="width" value="0.06" units="cm"/>
      <inkml:brushProperty name="height" value="0.06" units="cm"/>
    </inkml:brush>
  </inkml:definitions>
  <inkml:trace contextRef="#ctx0" brushRef="#br0">81 118 7780,'-11'0'0,"0"0"0,-1 1 0,2 1 0,2 2 0,1 5 766,-1 0 0,4 3 1,1 3-1,0 0 0,1 2-240,0 3 1,2 0 0,3 1 0,2 3-557,1 1 1,5-3-1,1 2 1,2 0 62,1-1 1,0-6 0,-1-3 0,1-2-661,0 0 1,0-6 0,-1 1-611,-2-3 0,-4-2 0,-4-5 285,-1-2 0,-4 1 952,-7-1 0,-2 0 0,-5-2 0</inkml:trace>
  <inkml:trace contextRef="#ctx0" brushRef="#br0" timeOffset="682">154 413 7286,'-7'0'96,"2"1"0,1 1 1,1 3 397,1 2 0,1 1 1,1 2-1,0 2-259,0 2 0,0 1 0,0-1 0,1 2-100,2 1 1,0 0 0,3 2 0,-2-1 20,-1 1 1,-1-2 0,-2-1 0,0-2-1,0-2 1,0-3-1,-3 1 1,-2-2-221,-1 0 0,-4-3 0,0-1 0,0-1-367,0-1 0,1-2 1,-1 0-1,2-3-155,1-2 0,2-1 1,1-3-1,1 0-667,1 0 1253,1-5 0,1 3 0,0-4 0</inkml:trace>
  <inkml:trace contextRef="#ctx0" brushRef="#br0" timeOffset="982">250 295 8203,'-7'5'0,"0"0"684,-1 1 0,1 0 1,-1 2-237,1-1 0,0 4 0,2 1 0,1 3 0,0 1-118,3 1 1,3 1 0,4-1-1,3 0-264,3-1 0,2-4 1,2-3-1,0-2-374,1-2 0,1-4 1,-4-1-1,1-5 8,0-4 0,-4-3 0,-2-3 1,-2-2 80,-2-3 1,-4-1-1,1-1 1,-4 3 259,-3 1 0,-1 3 0,-1 1 1,-2 2-112,-1 5 0,2 1 0,-2 3 0,1 1-556,0 2 1,3 0 0,-1 2 0,1 1-1421,2 1 2046,0 1 0,1 3 0,-1-1 0</inkml:trace>
  <inkml:trace contextRef="#ctx0" brushRef="#br0" timeOffset="1165">368 148 8385,'-4'0'1761,"-2"4"0,4 3 0,0 5-1590,2 5 1,2 2 0,1 6 0,1 4-530,2 4 0,3-1 0,1 4 1,0-1-123,0-2 1,-1-5-1,0-3 1,0-6-461,-2-6 0,0-8 940,1-2 0,-1-2 0,0-1 0</inkml:trace>
  <inkml:trace contextRef="#ctx0" brushRef="#br0" timeOffset="1398">464 251 7845,'0'7'-2,"0"1"0,0 0 1,0 2 1,0 1 0,0 5 0,1 1 720,1 2 0,2 1 0,4 1 1,0 0-113,2-1 0,-2-2 0,2-3 1,-1-3-537,1-5 1,-2-5-1,2 1 1,-2-3-131,-1-3 1,0-4 0,-1-5 17,-1-2 1,-4-4 0,2-2 0,-3-1 0,0-2-263,0-2 0,0 2 0,0-1 0,0 1-449,0 1 0,0 3 0,0 3-92,0 2 843,0 1 0,4 4 0,0-1 0</inkml:trace>
  <inkml:trace contextRef="#ctx0" brushRef="#br0" timeOffset="1632">685 347 7840,'9'6'0,"0"0"0,0-2 307,0-1 1,-3 0-1,-1-4 1,1-2 117,0-5 0,-2-1 1,-1-5-1,-2-1-184,-1-1 0,-1 0 0,-2-1 1,-1-1-181,-3 0 0,-1 1 1,-2 1-1,-2 3 272,1 3 0,-2 5 0,3 3-85,1 4 0,2 5 1,2 6-1,3 5 1,4 4 121,3 4 0,2 3 0,3 2-205,2-2 1,3 2 0,2-7 0,2-1 0,1-2-874,-1-4 0,1-8 1,1-4-1,-1-5-1437,-3-5 1,0-7 2144,0-7 0,-5-9 0,2-2 0</inkml:trace>
  <inkml:trace contextRef="#ctx0" brushRef="#br0" timeOffset="2149">1187 170 7810,'-5'3'342,"1"2"0,0 2 67,3 3 0,1 2 1,2 6-207,3 1 0,4 8 1,2 4-1,0 4 0,2 3-335,1 2 0,-2-3 1,-2-2-1,-2-2-641,-1-2 1,0-9-1,-2-1-874,-3-6 1647,-1-8 0,-4-7 0,-1-4 0</inkml:trace>
  <inkml:trace contextRef="#ctx0" brushRef="#br0" timeOffset="2364">1209 221 7810,'3'-11'68,"2"1"1,0 2 0,1 0 0,1 1 135,1 0 1,0 3 0,3 1-1,1 2 282,-1 1 0,-2 4 0,1 4 1,-2 3-101,0 3 0,-4 4 0,1 1 0,-2 1-162,-2-1 0,0-1 0,-1 0 0,0 1-216,0 0 1,-3-4 0,-2 0 0,-1 0-533,-2-2 0,1-4 1,-1-1-1,1-5-890,0-2 0,2-2 1,1-2 1413,0-1 0,2-6 0,2-3 0,-3-4 0,-1-2 0</inkml:trace>
  <inkml:trace contextRef="#ctx0" brushRef="#br0" timeOffset="2614">1371 199 7733,'7'8'-16,"-2"-4"0,0 1 0,0 2 607,-1 2 0,0 0 0,-2 2 0,1 2-236,1 1 0,-1 0 1,1 5-1,-1 2-75,-1 0 0,-1-1 0,-1-1 0,0-1-131,0-2 1,0-6-157,0-3 0,0-8 1,0-2-1,0-5-118,0-4 1,0-6 0,0-4 0,0-2-131,0 1 1,0-1 0,0 1 0,1 0-248,1 2 1,0 4-1,2 0 1,0 3-11,0 2 1,1 5-1,2 1 1,1 2 511,-1 2 0,0 5 0,1 1 0</inkml:trace>
  <inkml:trace contextRef="#ctx0" brushRef="#br0" timeOffset="2864">1570 288 7810,'8'7'0,"-1"0"0,0-3 268,1-1 1,-1-2 0,0-3 38,1-3 1,-3-1 0,-1-6 0,-1-1 141,-1-1 0,-1-1 0,-2-2 1,-2 0-313,-2 1 0,-2-2 0,-2 0 103,-1 2 1,-3 2-1,1 3 1,-1 5-1,0 3 127,4 3 0,1 4 1,3 7-1,3 5-128,1 5 0,3 5 1,2 5-1,4 2-43,3 1 0,2-5 0,3 2-506,1-3 1,3-2 0,-2-6-1,0-4 1,1-5-577,0-3 0,-5-6 0,0-1 1,-2-4 161,-1-5 0,-3-5 1,0-1 723,-5-2 0,-2-5 0,-1 2 0</inkml:trace>
  <inkml:trace contextRef="#ctx0" brushRef="#br0" timeOffset="3131">1755 140 7805,'0'8'1382,"-1"-1"-773,-2 0 0,2 1 0,-1 1 0,1 1-80,1-1 0,1 2 0,1 0 0,1 1-168,1 4 0,2-1 0,3 4 0,1 0-380,-1 0 0,1 0 0,1 3 0,0-3-128,-1-2 0,0-2 1,-3-3-1,1-3-208,-1-3 0,-2-2 1,-1-5 195,-1-2 0,0-4 0,-2-6 1,0-4-1,2-3 32,-2-4 1,1-2-1,0-4 1,1 1-38,1-1 0,-1 3 0,2 1 1,0 1-492,2 1 1,1 3-1,2 0-62,2 1 1,3-2 716,2 4 0,2-2 0,3 1 0</inkml:trace>
  <inkml:trace contextRef="#ctx0" brushRef="#br0" timeOffset="3564">2190 148 7742,'-7'0'202,"2"3"0,2-2 0,3 4 0,1 1-11,1 1 1,5 4-1,3 4 1,3 5-198,2 3 0,-2 4 0,3 2-152,-2 1 0,1-2 0,-6 0 0,0-2 0,-3-1-291,-1-4 0,-3-2 1,-1-6-1,-5-3-459,-3-5 908,-5-4 0,-3-1 0,-4 0 0</inkml:trace>
  <inkml:trace contextRef="#ctx0" brushRef="#br0" timeOffset="3797">2241 199 7742,'8'-4'15,"1"2"1,1 1 170,-1 1 1,3 0-1,-1 1 1,2 1 112,-1 3 1,-2 2 0,1 3 0,0 2 43,-2 2 0,-3-1 0,-2-1 0,-1 2-45,-1 2 1,-5 0 0,-2 1-1,-2-1-174,-3-2 0,-2-2 0,-2-2 1,-1-2-536,0-1 0,3-2 1,0-1-1,2 0-502,1-3 0,1-1 0,0-2 402,1-3 1,3-3 0,1-1 0,3-4 510,0-1 0,0 0 0,0-1 0</inkml:trace>
  <inkml:trace contextRef="#ctx0" brushRef="#br0" timeOffset="4197">2418 81 7742,'0'-4'2030,"1"2"-1546,2 4 0,1 5 1,3 3-1,0 3-200,1 2 0,0 3 0,1 5 0,1 2-94,-1 2 0,1-1 0,0 0 0,-1 0-111,-1 1 1,-3-1 0,-2 0 0,-1-3-45,1-3 0,-1-6 0,-2 0 0,-1-3-339,-1-4 1,0-3-1,-2-5 32,1-2 0,0-2 1,1-4 42,0-4 0,-3-3 0,2-2 1,2 0-1,0 0 142,1 1 0,0 2 0,0 0 85,0 0 0,1 1 0,1 0 0,2 1 0,1 1 85,0 1 1,0 1 0,2 1-1,1 0-53,2 2 1,-2 1-1,2 3 49,-2 2 1,0 0 0,-1 2 125,1 1 1,-4 2 0,-2 4 0,-1-1-182,-1 0 1,0-2 0,0 0-538,0 1 0,-3 0 3,-2 2 0,1-4-621,-1-2 0,2-1 1131,-2-1 0,0-3 0,-2-1 0</inkml:trace>
  <inkml:trace contextRef="#ctx0" brushRef="#br0" timeOffset="4814">2765 162 7742,'-15'-7'253,"3"3"0,0 1 0,2 3 306,1 0 0,0 0 1,2 4-39,0 3 0,-1 4 0,2 4 0,1 2-219,2 0 1,3 3 0,0 0 0,4 1 0,3 1-86,5 1 1,0-7 0,2-2-401,1-3 0,2-2 0,-2-4 0,2-3-241,0-4 1,-1-3-1,-3-5 1,-1-5 0,-2-5 55,-4-4 0,-2 1 0,-4-3 1,0-1 369,0 1 0,-3 2 1,-3 1 48,-3 5 1,0 3 0,-2 7 0,-1 2-1,2 2-161,-1 2 1,1 2-1,4 3 1,0 2-971,1 4 1,3 0 0,0 0 1079,1 0 0,1-2 0,3 0 0,1 1 0</inkml:trace>
  <inkml:trace contextRef="#ctx0" brushRef="#br0" timeOffset="5197">2853 15 7894,'-4'3'415,"2"2"1,1 2-1,1 1 1,0 2-1,1 2 445,1 2 0,2 1 1,4 0-1,-1 2-651,0 3 1,1 0 0,-2 1 0,0-1-256,-1 3 1,-1-4 0,2 1-1,-2-4-196,-1-1 1,0-1-107,-3-2 0,0-5-78,0-7 1,0-4-1,2-5 1,1-2 234,1 0 1,1 2 0,3-1 0,0 1 108,2-1 0,-2 4 0,3 0 0,-1 1 120,3 4 0,-3 0 0,1 2 173,0 1 0,-3 5 0,2 4 0,-1 3 1,-1 4 492,-4 3 1,0 1 0,-2 0 0,-3 0-364,-3 0 1,-4-3 0,-1-2 0,-1-2-389,-2-3 1,0-3-1,-2-5 1,1-1 223,1-1 1,3-6 0,-1-2 0,2-5-411,0-3 0,3 0 0,1-6-1725,1-3 1,0 0 0,3-4 0,0-1 1957,0-1 0,0-3 0,0-2 0</inkml:trace>
  <inkml:trace contextRef="#ctx0" brushRef="#br0" timeOffset="5564">3045 52 7742,'15'-4'0,"-6"0"0,-2 5 0,-1 2 135,-2 2 1,2 4 0,-3 4 0,0 1 860,1 0 0,-1 4 0,-2 2 0,2 1-1074,-1 1 0,-2 1 0,0-2 0,0-1-611,0-3 1,0-5 0,1-3-375,2-3 0,-3-4 1,4-4 1062,-1-3 0,-1-2 0,2 0 0,0-1 0,0-2 0,1 2 0,2-2 0,1 2 0,-1 0 0,3 3 0,0 0 122,-1 0 0,2-1 0,1-1 0,2 1 0,-1-3 464,-1-2 0,-2 1 1,0-2-1,-1-1-226,-2-1 0,-4-1 0,1 1 0,-1 1-116,-4 1 1,-3 3 0,-5-1-75,-1 2 0,-2 1 0,1 2 0,0 3 0,0 2 170,0 2 1,2 3 0,1 6 0,3 4 57,2 4 0,0 3 0,4 2 0,2 4-446,2 3 1,4-2 0,1 1 0,3 0-643,2-2 0,1-4 1,3-1-1,-1-5-359,-2-5 0,0-8 1,-2-4-1,-2-5-852,-2-6 1901,-5-6 0,1-6 0,-2-5 0</inkml:trace>
  <inkml:trace contextRef="#ctx0" brushRef="#br0" timeOffset="6047">3362 37 7742,'0'7'1030,"0"1"-563,0-1 1,0 0 0,1 1 0,1-1-184,0 1 1,1 2-1,-1 2 1,1 3 139,1 2 0,1 3 1,2 4-1,-1 0-239,-2 0 1,-1-1 0,1-2-212,-1-4 1,0-1-1,-2-7-321,1-2 1,-1-6 0,1-7 0,-1-4-17,-1-5 1,-1-4-1,0-3 136,-2-1 0,1-3 0,2 3 0,0-1 0,0 1 86,0 1 1,1 5-1,0 1 1,2 3 453,2 3 1,-1 5 0,4 3 244,-1 4 0,1 5 0,1 6 0,0 1-209,0 4 0,-3 0 1,3 4-1,-1-1-194,-1 1 1,-4-4 0,5 3-115,-2-2 0,0 0 0,-1-3 0,-2-3-177,0-2 1,-2-2-181,2-7 1,-3-6 0,0-9 0,0-4 156,0-2 1,0-3 0,0 0 89,0 0 0,0 3 1,0 2-1,1 2 0,2 3 397,2 2 0,2 3 0,2 2 0,2 4 100,3 5 0,0 4 1,3 8-1,-2 0-507,0 2 0,0 2 0,-1 0 0,-2 1-200,-2 1 1,-3-3 0,-1-1-1131,-1 0 1,-3-3-1,-1 0 1409,-2-5 0,-7-2 0,-3 0 0</inkml:trace>
  <inkml:trace contextRef="#ctx0" brushRef="#br0" timeOffset="6946">243 973 7965,'-4'-7'293,"-2"2"213,4 0 1,-1 4-294,3 1 1,0 4-1,1 5 1,1 2-93,3 4 1,2 5 0,0 2-1,1 3-51,-1 4 1,0-3 0,1 5 0,-1 1-24,1 1 1,-4-4 0,1-2 0,-2-3-262,-2-5 0,0-3-47,-1-4 0,0-11 0,0-6 1,0-6 128,0-4 1,4-1 0,0-4 0,4 0 148,2-1 0,-1-1 1,3 3-1,1 4 36,1 2 1,2 4 0,0 0 0,1 3 187,0 3 0,-4 7 0,-3 2 74,-1 3 1,0 7 0,-5-1 0,0 3 0,-2 1 97,-1-1 1,-5-1 0,-3 0-1,-2-1-170,-3-2 1,0-2 0,-3-3-1,1-3-702,2-1 0,-1-3 0,3 0 1,1-1-511,1-1 0,3-3 0,1-2 0,0-2 969,3-3 0,-3-5 0,0-4 0</inkml:trace>
  <inkml:trace contextRef="#ctx0" brushRef="#br0" timeOffset="7379">457 1055 7925,'0'-5'-1657,"0"0"1530,0-1 0,0 2 590,0-1 1,0 3 553,0-3-467,0 3 0,0-1 0,1 7-318,1 3 0,0 1 1,3 5-1,1 1-94,3 2 1,0 0 0,3 4-1,2 0 10,-1 2 1,5-1 0,-1-1-335,-1-3 1,1-3 0,-1-4-1,-2-5 1,-1-5-368,-1-2 0,-2-6 0,-3-7 338,-2-4 0,-2-5 1,-3-3-1,0-1 175,0 1 0,-2 0 0,-2 5 0,1 3 0,-1 3 398,0 4 1,2 5 120,0 7 1,2 7 0,2 5 0,3 3-225,2 2 0,1-1 1,1 4-525,1 1 0,0-3 0,-1-1 1,1-2-1,-1-2-170,-1-1 0,0-6 439,-1-1 0,0-4 0,1-1 0</inkml:trace>
  <inkml:trace contextRef="#ctx0" brushRef="#br0" timeOffset="7529">730 922 7925,'-1'-8'111,"-2"1"0,2 2 376,-1 0 0,2 7 1,2 1-1,3 5-149,2 5 1,1 1 0,1 4-1,2 2-236,0 4 1,-1-1-1,2 1 1,-1-1-108,1-1 1,-3 1 0,0-1 0,0 0-3591,-2 0 3595,-3-7 0,3 6 0,-3-5 0</inkml:trace>
  <inkml:trace contextRef="#ctx0" brushRef="#br0" timeOffset="7662">752 1128 7918,'-1'-5'366,"-1"0"69,0 0 1,0 1-1,5 0-124,2 0 0,1-1 0,2 2 1,2-1-192,2-2 0,3 0 1,2-2-1,1 0-232,0-2 112,-1 2 0,7-9 0,-1 1 0</inkml:trace>
  <inkml:trace contextRef="#ctx0" brushRef="#br0" timeOffset="8313">1216 701 7797,'0'-5'-133,"0"0"1,-1 3 399,-1 0 1,1 2-1,0 4-44,2 6 0,4 3 0,5 9 0,2 3 0,2 4 271,1 3 1,0 1 0,-1 3-1,-1 0-294,-1-2 1,-3-6 0,1-2 0,-3-4-162,-2-5 0,-2-7 0,-3-4-69,-3-2 0,-1-5 0,-4-4 0,-2-4-5,-2 0 1,0-1 0,0 2-142,-1 1 0,0 3 0,0 1 0,1 3 0,1 0 206,-1 0 1,3 3-1,0 2 1,3 2 73,4 3 0,1-1 0,2 3 0,1 1-39,3 1 1,3-2-1,1-1 1,1-2-432,2 1 0,0-2 1,3-2-1,0 0-363,-1-3 0,-1-1 0,-1-2 0,1 0 729,1 0 0,-3-3 0,0-2 0</inkml:trace>
  <inkml:trace contextRef="#ctx0" brushRef="#br0" timeOffset="8563">1393 1069 7257,'8'-5'464,"-1"0"-43,0 0 1,0-2 0,-1 0 0,-1-1-133,0-2 1,2-2-1,-1-2 1,-1-2-160,-2-1 0,0 1 0,0-1 0,-3 1-34,-1 2 0,-3 2 1,-4 2-1,0 3 148,-2 2 0,2 3 1,-2 4-190,2 3 1,1 5 0,2 2 0,1 3 0,0 2 59,3 3 1,1 0 0,2 1 0,3-2-201,2 2 0,0-5 0,1 0 0,1-1-492,1-2 0,3-3 0,-1-1 0,0-4-398,0-2 1,0-3-1,0-3 975,-2-2 0,1-4 0,1-3 0</inkml:trace>
  <inkml:trace contextRef="#ctx0" brushRef="#br0" timeOffset="8862">1533 892 9503,'1'9'549,"1"0"0,1 1-439,1 2 1,0 1 0,2 3 0,-2 2 29,-1 1 1,2-2-1,-2 2-143,-2-1 0,1-2 1,0-2-1,0-3-172,0 0 0,-1-6 55,-1-8 0,-1-3 0,-1-8 0,0-2 91,0-2 1,0-2-1,1-1 1,-2 0-63,2-1 1,0 4 0,1-4-1,0 0-150,0 1 0,1 4 0,1 1 14,3 2 1,2-1-1,0 3 1,0 2-1,1 1-359,-1 4 1,3 3-1,0 0 586,-1 1 0,2 1 0,1 0 0</inkml:trace>
  <inkml:trace contextRef="#ctx0" brushRef="#br0" timeOffset="9262">1703 774 7501,'-4'-3'52,"0"2"0,1-1 244,-2 1 1,-1 1 0,-2 0 0,1 0 100,0 0 0,-4 3 1,-1 3-1,-1 3 85,0 3 1,-1 5 0,3 4 0,-1 3-130,3 3 0,1 2 0,3 2 1,3 2-181,1 1 0,5-6 0,3 1 1,3-3-195,1-5 1,-1-2 0,2-5-1,1-2-334,1-2 1,-2-5 0,1-3-1,0-1-463,1-1 0,-2-1 1,0-2-1,-2-5-1517,-1-3 2335,-1-3 0,3-4 0,1-1 0</inkml:trace>
  <inkml:trace contextRef="#ctx0" brushRef="#br0" timeOffset="9612">1784 855 8280,'0'5'1042,"0"0"-583,0 1 0,3 1 0,1 1 0,1 1-317,0 1 0,0 2 0,3-1 1,-1 0-117,0 2 1,1-1 0,-1 2 0,0 2-44,-2-1 1,1 1 0,-2-2 0,0-1-69,-1-1 0,-2 0 0,-1 0 70,0-2 0,-1-6-54,-2-4 0,0-4 0,-3-6 1,2-3 152,1-3 1,-2 0 0,3-1 0,0 0-91,1 0 0,1 2 1,0-2-1,0 0-213,0 0 1,3 1 0,0-1-1,1 2-493,2 0 1,0 1 0,2 2 192,-1 2 0,-1-1 0,0 1 0,-1 2 519,1 2 0,0 0 0,2 2 0</inkml:trace>
  <inkml:trace contextRef="#ctx0" brushRef="#br0" timeOffset="9745">1946 826 7809,'0'7'101,"0"1"0,0-1 291,0 0 1,0 1-1,0-1 1,1 1-131,2-1 1,-2-2 0,4-1 0,1-1-307,0-1 0,4 1 1,0 0-1,-1-2-494,-1 0 0,0-3 1,1-2-1,1 0-294,-1-2 0,-3-1 832,-1-3 0,0 2 0,2-3 0</inkml:trace>
  <inkml:trace contextRef="#ctx0" brushRef="#br0" timeOffset="9895">2064 811 7940,'-6'1'0,"1"1"340,2 3 1,0 2-1,0 0 1,0 2 225,-1 0 0,2 3 0,1 3 1,-1 3-202,0 1 0,-1 1 0,4 0 0,1 2-380,0-2 0,3 0 0,-1-1 0,0-4-599,1-2 1,-1-6-1,1-1 1,1-1-379,1-4 1,0-1-1,0-3 992,-3-4 0,3-4 0,-3-4 0</inkml:trace>
  <inkml:trace contextRef="#ctx0" brushRef="#br0" timeOffset="10076">2116 870 7924,'1'-3'1500,"0"3"-1001,2 4 1,0 3-1,-1 3 1,1 3-210,1 0 0,1 5 0,2 1 0,1 2-367,-1 1 0,1-4 0,-1 4 1,-1-1-586,-1-3 1,2-2 0,-3-5-534,0 0 1,-1-5 0,-3-6 1194,0-4 0,-3-7 0,-2-4 0,-5-3 0,-1-4 0</inkml:trace>
  <inkml:trace contextRef="#ctx0" brushRef="#br0" timeOffset="10277">2138 944 7809,'-7'-19'-47,"2"3"1,1 1-32,0 0 1,2 5 0,2-4 0,0 1 244,0 2 1,0 1 0,1-1 0,1 0 116,3 2 1,2-2 0,0 1 0,0 1 49,1 1 0,-1 4 0,1 2 0,1 1-34,1 1 1,0 1 0,-3 4-1,1 4-19,-1 4 1,0 1 0,-2 4 0,0 1-377,-2 0 0,-1 1 1,-2 1-1,0-1-405,0-3 1,0-2-1,0-3 1,-1-2-156,-1-2 0,0-4 0,-3-2-1541,0-4 2196,1-5 0,-2-5 0,2-2 0</inkml:trace>
  <inkml:trace contextRef="#ctx0" brushRef="#br0" timeOffset="10460">2249 686 7809,'7'-8'-403,"-2"1"0,0 1 225,1 1 0,-2 1 0,0 5 1,0 2 1127,0 5 1,0 1 0,2 5 0,-1 2-494,0 2 1,2 0 0,0 3 0,1 1-440,-1 1 1,0-2-1,0 4 1,-1-2-277,-1-1 1,-3-3 0,2-1-1,0-2-1030,-3-5 1,0-2 0,-2-2 1287,-1-2 0,-2-5 0,-7-4 0,-1-4 0</inkml:trace>
  <inkml:trace contextRef="#ctx0" brushRef="#br0" timeOffset="10593">2293 870 7809,'0'-7'0,"0"-1"0,0 1 0,0 0 359,0-1 1,1 1 0,0 0 0,3-1-125,0 1 0,-2-1 0,3 2 1,1 0-391,0 1 0,2 3 0,0-2 0,1 0-65,1 0 0,0 1 0,-3-1 0,0 0-2209,1 0 2429,-1 2 0,4-4 0,0 1 0</inkml:trace>
  <inkml:trace contextRef="#ctx0" brushRef="#br0" timeOffset="10728">2440 760 7809,'0'7'346,"0"0"1,0 1-61,0-1 1,0 1 0,0 1-1,0 2 65,0 0 1,0-1 0,0 2 0,0-2-392,0-1 0,0 0 0,1-3 0,1 0 2,0-1 0,2-4 1,-3 1-1962,2-4 0,-1-4 1999,-2-4 0,3-3 0,1 1 0</inkml:trace>
  <inkml:trace contextRef="#ctx0" brushRef="#br0" timeOffset="11043">2462 737 7148,'-3'-4'756,"2"0"0,-2 3-1383,0-2 1,2 0-86,-1 0 0,1 2 704,1-4 1,2 2 0,1-1 0,2 1 61,0 1 1,-1 2 0,1 0 0,1 0 230,1 0 0,0 3 0,0 2 0,1 1 239,-1 2 0,1 2 1,1 0-1,1 2-109,-1 1 1,-1-2-1,-1 1 1,-1-2-247,-1-1 0,-1-1-275,4-3 0,-4-3 115,-2-4 0,-4-2 0,-2-4 1,-1 1-171,0-1 0,0 2 0,-2 0 0,-1 1-361,1 0 0,2 0 1,0 1-232,-1-2 0,3 2 0,1-1 753,1-1 0,-2-1 0,-2 0 0</inkml:trace>
  <inkml:trace contextRef="#ctx0" brushRef="#br0" timeOffset="11327">2595 701 7781,'8'7'234,"-4"0"0,1 1 0,-1-1-14,0 0 0,-2-2 1,2 0-1,0 1 139,-3 1 0,3 2 0,-2 1 0,0 0-98,2 1 1,-3-2-1,2 2 1,-1 0-255,1-2 0,-1-1-198,-2-1 0,0-3 28,0-4 1,0-4 0,0-4 0,0-2 37,0-2 0,0 1 1,0-2-1,1 0 14,1-1 0,-1 2 1,3 1-1,-2 0 149,0 2 1,4 1 0,-1 1 157,2 2 1,3 2 0,-1 4 0,1 2-137,1 4 0,-1 7 1,4 4-1,-3 0-117,0 3 1,-1 0 0,-1 1 0,0-3-780,-2-2 0,0-2 0,-4-3 836,1-5 0,-2 0 0,1-3 0</inkml:trace>
  <inkml:trace contextRef="#ctx0" brushRef="#br0" timeOffset="11860">2986 664 7783,'1'-8'-1303,"0"1"1546,2 0 1,-1 2 0,-1 1 1377,2 0-1252,-3-1 1,6 5-1,-2 0 29,0 4 1,0 6 0,1 4 0,0 4-237,1 4 0,-2-1 1,1 5-1,1 0-240,0 1 0,-1-3 0,-1 2 1,0 1-405,1-1 1,-4-5 0,2 0-1,-2-3-822,-1-4 0,0-2-139,0-5 1443,0-3 0,-7-4 0,-1-4 0</inkml:trace>
  <inkml:trace contextRef="#ctx0" brushRef="#br0" timeOffset="12410">3141 752 7779,'-3'-4'960,"1"1"130,-3 3 0,0 0-707,-2 0 1,0 1-1,2 1 1,2 3-35,0 2 0,2 0 0,-2 0 0,3 2-173,0 0 0,0 0 0,0 0 0,0 0-138,0 1 1,2-2 0,1 2 0,1-2-185,2 0 1,2-2-1,1-1 1,0-1-323,0-1 1,0-2-1,0 1 1,2-1-52,1-1 1,-3-1 0,0-1 0,0-3-296,-2-2 1,0 1 0,1 0-1,-2 1 814,-1-1 0,1 2 0,-3 0 0,1 1 0,-1 0 0,1 0 0,-1-2 0,2 1 0,-2 0-31,1 1 1,-1-1 0,2 2 691,1-3 0,0 1 0,1-1-229,1-1 0,-1 2 1,0-1-1,-1 0-231,-2-2 0,-1 0 0,1-1 0,-1 1-70,-1-1 1,-1 1 0,-1 0 0,-1-1-50,-2 1 0,0 2 0,-3 1 0,-1 1 142,-1 1 1,-1 1 0,1 2 0,0 1 78,-2 3 0,5 2 0,-3 0 0,2 2-11,-1 0 1,3 0 0,2 4 0,1 0-259,1 1 0,0 0 0,1 1 0,0 0-238,2 0 1,5-3-1,-1-1 1,2 1-491,2-1 1,-2-2-1,2-1 1,1-3-279,-1-2 1,-2-1 0,1-2-1,-2-3 26,0-2 946,-1-5 0,1-1 0,-1-4 0</inkml:trace>
  <inkml:trace contextRef="#ctx0" brushRef="#br0" timeOffset="12576">3414 701 7763,'0'7'195,"0"-2"0,0 0 701,0 1 1,1-2 0,1 0-913,3-1 1,1 2 0,3-3 0,0 1-272,0 0 1,4-2-1,-3 1 1,2-1-206,1-1 0,-2 0 1,1-1-1,-1-1 492,1-3 0,-3-2 0,1 0 0,-2-4 0,-1 0 0</inkml:trace>
  <inkml:trace contextRef="#ctx0" brushRef="#br0" timeOffset="12709">3576 649 7967,'-7'3'610,"2"2"0,0-1 1,1 1-1,1 2-159,0 2 0,-2 3 0,3 4 0,0 3-300,1 3 0,1 1 0,0 7 0,0-1-335,0 1 1,0-6 0,0-1 0,0-1-612,0-4 795,3-5 0,-2-6 0,2-4 0</inkml:trace>
  <inkml:trace contextRef="#ctx0" brushRef="#br0" timeOffset="13478">2212 1291 7766,'0'-5'727,"0"2"1,3 11-1,2 4-654,2 3 1,0 2-1,0 5 1,1 2-12,-1 3 0,0-3 0,1 4 0,-2-2 64,-1-3 0,-2-7 0,-3 0 0,0-3-486,0-4 1,0-5 149,0-4 1,-3-4 0,-2-4-1,-1-2 202,-2-2 0,1-5 0,0-2 0,0-1-22,2 1 1,-1-1 0,2-1 136,-1 1 1,2-1-1,3 1 1,0 0 25,0 0 1,3 0 0,3 4 0,3 1-138,3 1 1,2-1 0,1 6 0,0 3 0,-1 3 31,-2 2 1,1 1 0,-3 1 0,-2 2 49,-2 4 0,-3 4 0,-3 4 188,0-1 0,0 1 0,-1 0 0,-1 0-176,-3-1 1,-2 4 0,-2-1-1,-1-2 1,1-1-499,1-1 1,0-4-1,1 3 1,-1-1-2415,1-2 2204,3-1 0,2-4 618,4-2 0,5-7 0,5-4 0</inkml:trace>
  <inkml:trace contextRef="#ctx0" brushRef="#br0" timeOffset="13761">2403 1276 7766,'-7'0'-1121,"0"0"1991,-1 0 0,1 1 1,0 1-449,-1 3 0,4-1 1,2 1-1,1 2-289,1 2 1,0-1 0,0 2 0,1-2-79,1-1 0,3 1 0,4-1 0,2 0-469,0 1 1,-1-4-1,2-2 127,1-1 1,-2-1-1,0-1 1,-2-1 86,-2-3 1,2-3-1,-5-1 1,0-1 0,-1-2 95,-2-1 1,-1 3 0,0 0 0,0 2 847,0 0 0,-1 1-224,-2-1 0,2 4 0,-3 3-542,0 2 1,2 1 0,3 3-232,1 1 0,0 3 1,2 0-1,0 0 1,0 0-302,2-2 1,0 0 553,2 1 0,-1-1 0,0 1 0</inkml:trace>
  <inkml:trace contextRef="#ctx0" brushRef="#br0" timeOffset="14211">2647 1209 6703,'2'-5'0,"1"1"0,-1 1-448,-2-2 0,0 3 917,0-3 0,0 2 76,0-2 1,-1 4 154,-1-2 1,-2 3 0,-4 0-397,1 0 0,1 0 0,1 3 0,1 2-228,1 1 1,2 2 0,0 1 0,1 2-140,3 1 0,3 0 0,1 2 1,2-1 27,0-1 1,0 1-1,0 0 1,2 1 11,0-2 0,-3-2 1,0 2-1,-1 1 173,-1 1 0,-4-2 0,1 1-200,-2 0 0,-6-3 0,-1-1 0,-3-3-278,0-3 0,-2 0 0,1-1 0,-1 0-179,0-1 1,1-1 0,4-1-252,1-2 0,2-1 0,3-3 758,0 0 0,2-1 0,1 1 0,6-4 0,-1 0 0</inkml:trace>
  <inkml:trace contextRef="#ctx0" brushRef="#br0" timeOffset="14443">2743 1217 7801,'0'-8'380,"0"1"1,0 2 170,0 0 0,0 4-347,3-2 1,-1 6 0,3 1 0,1 3-145,3 0 0,-1 3 0,3 1 1,-1 0-42,0 2 0,0 2 1,0 2-1,2 1 99,-1 4 1,0-3 0,-5 4 0,0 1-62,-1-1 0,-3 0 0,0-2 0,-2-1-25,-2-3 0,-3-5 0,-2-2 0,0-2-609,-1-3 1,0-2 0,-1-4-440,-1-1 0,0 0 1,4-3 1015,1-1 0,-2-4 0,3-1 0</inkml:trace>
  <inkml:trace contextRef="#ctx0" brushRef="#br0" timeOffset="15027">3111 1158 7662,'0'-8'-507,"0"1"488,0 0 0,0 2 1,0 0 100,0-1 1,0 0 38,0-2 1,0 3 0,1 1 443,2 1 1,-2 0-1,3 4 1,0 2-203,1 2 1,0 4-1,2 5 1,1 3-282,2 5 1,-4 2 0,3 3-169,0 1 0,0 3 0,-1-3 0,-2 1 1,0 1-613,-1-1 0,-3-5 0,0-2 0,-1-4-261,-1-3 0,-1-4 959,-1-3 0,-2-4 0,-7-11 0,-1-1 0</inkml:trace>
  <inkml:trace contextRef="#ctx0" brushRef="#br0" timeOffset="15361">3141 1350 7662,'0'-13'-14,"1"2"-31,1 0 1,0 1 0,3 3-39,0 0 1,2 2 0,0 1 0,2 0-3,0 3 1,0-3 0,0 2-1,0-1-53,-2 0 1,0 1-1,1-2 79,-1-2 1,-3 2-1,-1 0 425,1 0 0,-3 3 1,1 3 24,-1 3 1,-1 2-1,0 3 1,0 3-155,0 1 1,1 1 0,1 1 0,3 2-19,2-2 1,0 0 0,0-2 0,2-2-325,0-2 1,0-5 0,1 0 0,0-3-108,0-3 0,1-3 0,-3-6 0,0-3 3,-2-3 1,-3-3 0,-1-2 0,-1 1 116,-1 3 0,-3 1 0,-2 2 0,-2 2 69,0 2 0,-3 4 0,0 2 1,1 1-69,-2 1 0,3 2 0,-2 0-292,2 0 0,0 2 0,2 1 383,1 1 0,2-2 0,3 5 0,0-3 0</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0:56.193"/>
    </inkml:context>
    <inkml:brush xml:id="br0">
      <inkml:brushProperty name="width" value="0.06" units="cm"/>
      <inkml:brushProperty name="height" value="0.06" units="cm"/>
    </inkml:brush>
  </inkml:definitions>
  <inkml:trace contextRef="#ctx0" brushRef="#br0">95 119 7670,'-1'-12'48,"-1"2"1,-2 2-1,-4 1 1,1 0 192,0-1 1,-2 1 0,0 0 4,0 2 1,-1 2-1,2 4 1,2 1-1,0 4 39,1 3 0,4 3 0,-1 2-226,4 1 1,2 2 0,6 0-1,2-1 1,0-2-220,0-2 1,1-2-1,1 2 1,-1-2-38,-1-1 0,-2 0 1,1-1-1,0 1 173,-2 0 1,-2-2 0,-1 4 101,-1-1 1,-3 1-1,0 2 1,-2-1 0,-2-1-51,-3 0 0,-2-2 0,-1 1 0,-2-2-319,-2 0 1,0-4-1,1-2 1,-1-1-397,1-1 0,2 0 0,-1-1 687,2-1 0,4-2 0,1-4 0,3 1 0</inkml:trace>
  <inkml:trace contextRef="#ctx0" brushRef="#br0" timeOffset="249">213 185 7712,'11'-3'0,"0"-2"142,1-2 1,-1 2 0,-2 1 0,1-2 31,-1-1 0,-2 2 0,-1-2 28,-1-1 0,-3-1 0,-1 1 0,-2 1-40,-4 0 1,-2 2-1,0 1 1,-1 0 69,-2-1 0,1 4 0,-3-2 0,2 3 34,1 3 0,1 1 0,0 4-123,1 2 1,0 1 0,2 3 0,3-1 0,1 3 51,1 0 0,0-1 1,0 0-1,1 0-808,1 3 1,2-3 0,5 2-1,0-3-299,4-2 0,-1-3 0,2 0 0,2-3-528,-1-4 1440,1-8 0,-2-2 0,1-7 0</inkml:trace>
  <inkml:trace contextRef="#ctx0" brushRef="#br0" timeOffset="518">361 45 6638,'-4'3'0,"-2"1"0,3 4 622,2-1 0,0 3 0,1 1 0,1-1-106,1 1 0,2 2 0,4 0 0,0 3-357,2 1 1,-2 1-1,2-2 1,-2 2-39,-1 1 0,1-2 1,-1 0-1,0-2 110,-3-3 1,0-4-215,-4-3 1,0-4 0,0-2-226,0-6 1,0-2 0,0-4 0,0-1-32,0-2 1,0 1 0,1-4 0,0 1-242,2-1 0,-1 2 0,-2 0-25,0 2 1,1 0-1,1 0 1,0 1 53,0 2 1,1-1 0,-1 3 450,0 1 0,2 4 0,0 2 0</inkml:trace>
  <inkml:trace contextRef="#ctx0" brushRef="#br0" timeOffset="716">567 170 7662,'7'8'226,"-2"2"0,-2-1 0,-1-2 183,1-1 0,0-5 1,0 2 9,1-2 0,0-5 0,-1-3 0,-1-4-104,1-3 1,2 1 0,-3-4-283,0 2 0,1 0 0,0 0 0,-2 0 0,1 1-329,0-1 1,-1 2 0,2 2 0,-3 0-1211,0 2 0,0 4-436,0 0 1942,0 3 0,0-1 0</inkml:trace>
  <inkml:trace contextRef="#ctx0" brushRef="#br0" timeOffset="966">707 141 7662,'10'3'0,"0"1"0,-1 0 0,-1 2 0,-1-3 393,1-2 1,-3-4 0,-1-4 0,-1-2-361,-1-3 0,-1 2 0,-1-2 0,0-1-147,0-1 0,-4-1 1,0 1-1,-2 1 127,-1 1 0,1 5 1,-3 1-1,0 1 275,2 1-1,0 3 1,-1 1 156,1 4 1,2 3-1,1 4 1,1 3-1,1 3-297,1 2 0,4-2 0,2 3 0,2 0-518,0 2 1,1-3-1,1 0 1,2-1-102,1-1 0,-3-5 0,3-3 0,-2-3-2212,0-4 2684,-2-1 0,-1-4 0,0-1 0</inkml:trace>
  <inkml:trace contextRef="#ctx0" brushRef="#br0" timeOffset="1216">825 119 8202,'0'7'588,"0"1"1,0-1 0,0 1-233,0 2 0,3 1 1,-1 3-1,0-1-150,-1 0 0,1-1 1,0 3-1,0-1-17,-1-2 1,-1-1 0,0-4 0,0 0-73,0 1 0,0-3-73,0 0 1,0-5 0,0 0-1,0-6-316,0-3 1,0-4-1,0 0 1,0-4 104,0-2 1,-3 1 0,1 0 0,0 0-327,2 1 0,0 0 1,0 2-1,0 0-282,0 1 0,2 2 0,1 2 0,1 2 775,2 1 0,1 3 0,0 0 0</inkml:trace>
  <inkml:trace contextRef="#ctx0" brushRef="#br0" timeOffset="1325">958 111 7662,'7'3'117,"1"-1"1,-3 3 0,-1-1 2322,-1 0-2087,-1 1-2307,-2-1 1954,0-1 0,-3-6 0,-1-1 0</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1:16.620"/>
    </inkml:context>
    <inkml:brush xml:id="br0">
      <inkml:brushProperty name="width" value="0.06" units="cm"/>
      <inkml:brushProperty name="height" value="0.06" units="cm"/>
    </inkml:brush>
  </inkml:definitions>
  <inkml:trace contextRef="#ctx0" brushRef="#br0">8 84 8303,'-5'0'1661,"3"0"-1445,4 0 1,4-1-1,5-1-470,3-4 1,3-1 0,1-2-1,3 1 1,0-1-1951,2-3 2204,2 3 0,0-3 0,0 4 0</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1:17.080"/>
    </inkml:context>
    <inkml:brush xml:id="br0">
      <inkml:brushProperty name="width" value="0.06" units="cm"/>
      <inkml:brushProperty name="height" value="0.06" units="cm"/>
    </inkml:brush>
  </inkml:definitions>
  <inkml:trace contextRef="#ctx0" brushRef="#br0">59 64 8303,'-8'-5'839,"-1"2"-775,1 2 0,2 1 0,1 0 0,-1 1 49,2 2 0,-3 3 1,4 4-1,2 2 59,0 1 1,1 1 0,0 3-1,0-1-186,0 1 0,3 0 0,3-2 0,2-1-11,3-2 0,-1-4 0,1-3 0,-2-2-40,-1-2 1,1-2 0,-2-2 11,-1-2 0,0-6 0,-2-3 0,0-3 1,-1-1 29,-1-2 0,-1-3 0,-1 1 0,0 1 45,0 2 0,0 1 0,0 2 0,-1 2 778,-1 3-820,1 6 1,-3 5 0,5 6 0,2 4-273,2 4 0,3 5 0,0 1-37,0 2 0,3-4 1,1 2-1,-2-4 0,-1-1-663,-1-1 0,1-5 992,-1 0 0,-3-1 0,-1-3 0</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1:17.403"/>
    </inkml:context>
    <inkml:brush xml:id="br0">
      <inkml:brushProperty name="width" value="0.06" units="cm"/>
      <inkml:brushProperty name="height" value="0.06" units="cm"/>
    </inkml:brush>
  </inkml:definitions>
  <inkml:trace contextRef="#ctx0" brushRef="#br0">0 49 8303,'0'8'434,"0"1"0,0-1-286,0 0 0,3 4 1,1 2-1,-1 2 150,1 1 1,3 0-1,-2-1 1,3 1 50,0 0 0,0-1 0,1 0-240,-1-2 1,-2-6 0,-1-5-274,2-2 0,-4-7 0,0-4 0,-2-3 20,-1-4 0,0-1 1,0-4-1,0-1 36,0-2 1,0 3 0,0 1 0,0 0 219,0 3 0,-3 3 0,1 2 67,0 1 1,2 4 0,3 7 0,2 3-83,3 7 1,0 3 0,0 5-1,2 3-185,1 2 0,-1 0 0,3-1 1,-1-1 135,-2-1 1,2-1-1,-1-3 1,0-2-744,-2-4 1,-4-5-1303,1-4 1,-4-4 1996,1-5 0,-2-3 0,-1-4 0</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1:17.705"/>
    </inkml:context>
    <inkml:brush xml:id="br0">
      <inkml:brushProperty name="width" value="0.06" units="cm"/>
      <inkml:brushProperty name="height" value="0.06" units="cm"/>
    </inkml:brush>
  </inkml:definitions>
  <inkml:trace contextRef="#ctx0" brushRef="#br0">1 7 8368,'1'-4'779,"2"2"-602,2 4 1,3 2-1,0 6 1,1 1 124,2 3 0,1 2 1,3 0-191,-1 1 1,-1 3 0,1-1-1,-3 0 1,-1-2-267,-2 0 1,-1-6-1,-1-1 1,-3 1-135,-2-2 0,-5 0 1,-2-1-1,-1-2-9,-1 0 0,-5-1 0,0 3 0,0-2 153,-1 0 0,3-1 0,1 4 179,4-1 1,2 1-1,4 1 1,1 2 201,2-2 1,1-1 0,6-1 0,0 1 108,1-1 0,3-2 0,-3-2 0,0 0-190,1-2 1,-2-2 0,0-3-1,-3-3-211,-1-5 0,-3 1 0,1-4 0,0-1-981,-2 0 1,-1-1 1035,-1 2 0,0-2 0,0 3 0</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1:18.236"/>
    </inkml:context>
    <inkml:brush xml:id="br0">
      <inkml:brushProperty name="width" value="0.06" units="cm"/>
      <inkml:brushProperty name="height" value="0.06" units="cm"/>
    </inkml:brush>
  </inkml:definitions>
  <inkml:trace contextRef="#ctx0" brushRef="#br0">116 210 8303,'3'-6'0,"1"2"0,0 0 0,-1-3 0,2 2 414,-2-3 0,0-3 1,-2-1-1,1-1-138,1-2 0,-1 2 1,-4-1-1,-2 1-102,-1 0 0,-1 0 1,-4 2-91,-1 0 1,-3 0-1,2 3 1,0 0-1,-1 3 158,0 2 1,2 2 0,0 3-1,3 2 69,2 5 0,0 6 0,3 1-290,1 6 1,6 5-1,4 1 1,4 2-1,2 2-461,0 0 1,1-1 0,3-2 0,0-1 22,1-2 1,-4-5 0,4 0-397,-4-5 0,0-8 0,-4-5 1,-1-2 812,-1-1 0,0-7 0,-1-3 0</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1:18.569"/>
    </inkml:context>
    <inkml:brush xml:id="br0">
      <inkml:brushProperty name="width" value="0.06" units="cm"/>
      <inkml:brushProperty name="height" value="0.06" units="cm"/>
    </inkml:brush>
  </inkml:definitions>
  <inkml:trace contextRef="#ctx0" brushRef="#br0">1 52 9676,'4'8'336,"3"4"1,-3 0-1,0 2-75,3 3 1,-3 4-1,2 4 1,0 0-160,2 0 1,0-2 0,0 0-1,-2 1-43,0-4 0,-4-5 1,1-5-3,1-3 0,-3-5 0,2-4 0,-2-5-285,-1-3 0,-1-7 1,-2-5-1,-2-2 99,1-1 1,-3-1 0,3-1 0,1-1 78,-1 1 1,-2 1 0,4 3 0,0 2 157,1 5 1,1 4-1,0 1 110,0 2 1,4 7 0,1 4-1,4 5-1,2 8 1,-1 3 0,4 5 0,1 2-583,0 1 1,2-1 0,0 5 0,0-1-407,-1-2 1,-2-5 0,-1-3-1,0-5 235,0-2 0,-4-7 0,0-3 1,-2-4 535,-3-3 0,2-10 0,-2-3 0</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1:18.785"/>
    </inkml:context>
    <inkml:brush xml:id="br0">
      <inkml:brushProperty name="width" value="0.06" units="cm"/>
      <inkml:brushProperty name="height" value="0.06" units="cm"/>
    </inkml:brush>
  </inkml:definitions>
  <inkml:trace contextRef="#ctx0" brushRef="#br0">84 67 8303,'-4'-17'8,"-4"4"0,4 2 0,-2 2-6,0 0 1,1 5 0,-4 1 1144,1 2 0,1 8 1,0 1-1,3 2-326,0 2 1,-2-2 0,3 4 0,2 1-340,0 1 0,3 2 0,2 0 0,1 2-195,1-2 0,5 1 0,0-1-364,-1 2 0,3 2 0,0-1 1,1-1-1,0 0-1249,1-1 0,-1-1 0,1-3 0,-1-1-74,1-2 0,-3-4 0,0-3 0,-1-2 1400,1-2 0,-1-8 0,-3-3 0</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1:18.884"/>
    </inkml:context>
    <inkml:brush xml:id="br0">
      <inkml:brushProperty name="width" value="0.06" units="cm"/>
      <inkml:brushProperty name="height" value="0.06" units="cm"/>
    </inkml:brush>
  </inkml:definitions>
  <inkml:trace contextRef="#ctx0" brushRef="#br0">1 18 8812,'0'-6'1297,"0"0"0,1 5-1371,1-2 74,-1 2 0,3 1 0,-4 0 0</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44:07.555"/>
    </inkml:context>
    <inkml:brush xml:id="br0">
      <inkml:brushProperty name="width" value="0.06" units="cm"/>
      <inkml:brushProperty name="height" value="0.06" units="cm"/>
    </inkml:brush>
  </inkml:definitions>
  <inkml:trace contextRef="#ctx0" brushRef="#br0">0 0 9722,'0'10'2605,"0"3"-2206,0 3 0,0 6 0,0 5 0,0 4 146,0 5 1,0 2 0,0 1 0,0 1 0,0 1-1149,0-2 0,0-7 0,0 0-393,0-4 0,0-2 996,0-7 0,3 5 0,0-4 0</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44:08.122"/>
    </inkml:context>
    <inkml:brush xml:id="br0">
      <inkml:brushProperty name="width" value="0.06" units="cm"/>
      <inkml:brushProperty name="height" value="0.06" units="cm"/>
    </inkml:brush>
  </inkml:definitions>
  <inkml:trace contextRef="#ctx0" brushRef="#br0">0 0 10581,'9'3'1131,"2"1"0,1 3-707,1 1 0,3 5 1,1 4-1,3 3-176,2 4 0,0-1 0,-2 4-427,-1-2 0,0-1 0,-5-2 0,-3-1 0,-1-1-938,-2-3 1,-4-6-1,-2-2-210,-1-2 0,-2-4 0,-3-1 1327,-2-1 0,-5 2 0,1 1 0</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44:08.304"/>
    </inkml:context>
    <inkml:brush xml:id="br0">
      <inkml:brushProperty name="width" value="0.06" units="cm"/>
      <inkml:brushProperty name="height" value="0.06" units="cm"/>
    </inkml:brush>
  </inkml:definitions>
  <inkml:trace contextRef="#ctx0" brushRef="#br0">12 33 7890,'-2'4'604,"-1"-1"314,0 0 1,1 2-619,0 0 1,7-3 0,4 1 0,2-3-308,2 0 0,3-2 0,1-1 1,1 0-364,1-2 0,1-2 0,-1-1 370,0 0 0,3-3 0,1 1 0</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44:08.504"/>
    </inkml:context>
    <inkml:brush xml:id="br0">
      <inkml:brushProperty name="width" value="0.06" units="cm"/>
      <inkml:brushProperty name="height" value="0.06" units="cm"/>
    </inkml:brush>
  </inkml:definitions>
  <inkml:trace contextRef="#ctx0" brushRef="#br0">13 0 8103,'-1'9'424,"-1"2"0,0 2 1,-1 1-1,0 2 100,2 0 1,1-1 0,2 2 0,1 1 195,1 1 0,1 0 1,0 0-942,0 0 0,1 3 1,-1-1-1,-1 0 0,-1-2-2094,1-2 1,-3-3 2314,1-4 0,-1-2 0,-1 1 0</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44:08.671"/>
    </inkml:context>
    <inkml:brush xml:id="br0">
      <inkml:brushProperty name="width" value="0.06" units="cm"/>
      <inkml:brushProperty name="height" value="0.06" units="cm"/>
    </inkml:brush>
  </inkml:definitions>
  <inkml:trace contextRef="#ctx0" brushRef="#br0">1 58 9902,'2'-4'726,"3"-1"1,0 3-1,2-1 1,0-1-1150,1 1 0,2 1 0,3-3 0,-1 0-3079,1 0 3502,-2 1 0,7-5 0,-1 2 0</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44:08.838"/>
    </inkml:context>
    <inkml:brush xml:id="br0">
      <inkml:brushProperty name="width" value="0.06" units="cm"/>
      <inkml:brushProperty name="height" value="0.06" units="cm"/>
    </inkml:brush>
  </inkml:definitions>
  <inkml:trace contextRef="#ctx0" brushRef="#br0">14 0 7875,'0'10'690,"-2"0"1,-1 5 0,0 0-402,0 2 1,1-2 0,2 2 0,0 1 244,0 0 0,2 2 1,1 1-1,0 1-630,2 1 0,-1-4 1,-1 2-1,1-1-805,0 0 1,-3-4 0,1-3 900,-1 0 0,-1 0 0,0-3 0</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44:08.987"/>
    </inkml:context>
    <inkml:brush xml:id="br0">
      <inkml:brushProperty name="width" value="0.06" units="cm"/>
      <inkml:brushProperty name="height" value="0.06" units="cm"/>
    </inkml:brush>
  </inkml:definitions>
  <inkml:trace contextRef="#ctx0" brushRef="#br0">7 45 7875,'0'-4'511,"-1"0"0,0 1-150,-1-1 1,0 2 0,2-2 292,0-1 0,2 1 0,3 1-758,3 0 1,0 1-1,3 2 1,0 0-808,1 0 1,1 0 0,0 0 910,0 0 0,2-3 0,2-1 0</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44:09.305"/>
    </inkml:context>
    <inkml:brush xml:id="br0">
      <inkml:brushProperty name="width" value="0.06" units="cm"/>
      <inkml:brushProperty name="height" value="0.06" units="cm"/>
    </inkml:brush>
  </inkml:definitions>
  <inkml:trace contextRef="#ctx0" brushRef="#br0">84 39 7875,'-8'1'486,"-1"1"0,0 1 0,1 2 0,0-1-78,0 1 0,-2 1 0,3 2 1,0 1 283,2 1 1,4 0-1,-1 1 1,1 1-510,1 0 1,1-1-1,1 1 1,3-1-456,3-3 1,2-1 0,2-3-1,1-2-289,0-1 0,1-5 1,0-2-1,2-5-75,0-3 0,-2 0 1,1-3-1,-1-2 457,-1-2 1,-1 1 0,-2 0 0,-1 2 482,-2 3 1,-3 6 530,-2 4 0,-7 15 0,-1 10-474,-1 3 0,2-1 0,1 1 0,1-1-345,-1-1 1,3-4-1,-1-2 1,1-2-788,1-3 0,3-2 1,2-5-1907,3 0 2677,2-1 0,2-8 0,1-1 0</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44:09.470"/>
    </inkml:context>
    <inkml:brush xml:id="br0">
      <inkml:brushProperty name="width" value="0.06" units="cm"/>
      <inkml:brushProperty name="height" value="0.06" units="cm"/>
    </inkml:brush>
  </inkml:definitions>
  <inkml:trace contextRef="#ctx0" brushRef="#br0">78 1 7875,'-6'0'0,"-1"3"711,1 1 1,-3 2 0,1 2 0,0 1 318,1 1 1,0 3 0,1 3 0,2 0-386,-1 2 1,4 1 0,-1 2-1,1 1-551,1 1 1,2-2 0,1 1 0,1 0-582,3-2 0,0-5 0,2 0 0,0-5-787,2-3 1,1-4-1,1-3 1274,0-6 0,2-3 0,2-4 0</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44:09.687"/>
    </inkml:context>
    <inkml:brush xml:id="br0">
      <inkml:brushProperty name="width" value="0.06" units="cm"/>
      <inkml:brushProperty name="height" value="0.06" units="cm"/>
    </inkml:brush>
  </inkml:definitions>
  <inkml:trace contextRef="#ctx0" brushRef="#br0">52 0 8366,'-7'3'1242,"3"-2"1,0 4-1,-1 0-244,2 0 0,-3 5 0,2 1 0,1 3-404,1 3 0,-1 3 0,1 1-485,0 3 1,-1 3-1,1 1 1,1 0-1,0-1-731,1-2 1,0-4 0,0 0 0,0-3-919,0-3 0,3-5 1,1-4 408,2-3 1,-2-2 0,1-2-1,0-2 1131,0-3 0,2-1 0,-1-2 0</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44:10.122"/>
    </inkml:context>
    <inkml:brush xml:id="br0">
      <inkml:brushProperty name="width" value="0.06" units="cm"/>
      <inkml:brushProperty name="height" value="0.06" units="cm"/>
    </inkml:brush>
  </inkml:definitions>
  <inkml:trace contextRef="#ctx0" brushRef="#br0">129 1 7862,'-7'0'701,"1"0"0,-1 0 37,1 0 1,-1 0 0,1 3 0,-1 0-230,-2 1 1,2 2-1,-3 0 1,0 2-242,2 2 1,1 1 0,1 2-1,0 0-158,-1 2 0,3-2 0,0 1 1,1 0-307,2 0 0,0-1 1,2-1-563,1-1 0,2-3 0,3-3 1,1-3-179,0-1 1,4-6-1,-2-3 1,2-1 497,-2-2 0,3-1 0,-4 1 0,2 1 295,0 1 0,-3 0 1,0 3 240,-1-1 0,0 4 0,-1 1 0,1 1 0,0 1 479,1 0 1,-3 0 0,2 0-1,-2 0-37,1 0 1,0-1 0,-1 0-1,-1-2-46,1-1 1,-2 0 0,-1-3 0,-1-1-376,-1 0 0,0-3 0,-1 2 0,0 1 7,-2-1 0,-1 2 0,-1 1 1,0 3 211,-2 2 1,3 2 0,0 2 0,-1 3-122,-1 4 1,2 3-1,1 2 1,1 3-85,0 2 1,0 1 0,2 1-700,0-2 0,1 2 0,0-5 0,2-1 1,1-2-1566,1-4 1,2-3 2130,2-5 0,2-7 0,-1-2 0</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44:10.370"/>
    </inkml:context>
    <inkml:brush xml:id="br0">
      <inkml:brushProperty name="width" value="0.06" units="cm"/>
      <inkml:brushProperty name="height" value="0.06" units="cm"/>
    </inkml:brush>
  </inkml:definitions>
  <inkml:trace contextRef="#ctx0" brushRef="#br0">52 116 8367,'-2'4'1707,"0"1"1,0 2-1186,2 1 0,-1 4 0,0 0 1,-2 3 127,2 1 0,0 4 0,-1 1 0,-1 0-636,0 1 0,1-4 0,-3 1 1,1-2-328,0-1 0,-1-7 0,3-1 82,-2-3 1,3-5 0,-2-4 0,3-5 110,0-5 0,3-3 0,3-4 1,3-3 143,3-1 0,1 0 0,3-1 0,0 0-233,1 1 0,1 1 1,2 2-1,2 1-126,1 0 1,-4 7-1,1-2 1,-1 3-52,-4 4 386,0 1 0,-5 5 0,-1 0 0</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44:25.348"/>
    </inkml:context>
    <inkml:brush xml:id="br0">
      <inkml:brushProperty name="width" value="0.06" units="cm"/>
      <inkml:brushProperty name="height" value="0.06" units="cm"/>
    </inkml:brush>
  </inkml:definitions>
  <inkml:trace contextRef="#ctx0" brushRef="#br0">135 44 8353,'-15'-10'0,"-1"-1"599,0 2 0,3 2 1,0 2-1,0 4-277,1 2 1,4 4 0,-1 6 0,2 5 289,1 4 0,2 5 1,2 4-1,1 2-285,1 1 0,4 0 0,2 3 0,2 1-14,2-1 1,2-3 0,1-2 0,1-2-486,1-3 1,-3-6 0,5-1-1,-1-3-839,1-3 0,-2-5 0,2-2 0,1-1-142,0-3 0,-2-6 0,-1-5 1153,-4-4 0,4-6 0,-1 0 0</inkml:trace>
  <inkml:trace contextRef="#ctx0" brushRef="#br0" timeOffset="234">289 359 8019,'-6'4'244,"-1"0"0,1-2 1,0 0-1,1 1 516,1-1 0,2-1 0,-2-3 0,1-4-328,2-4 1,1-3 0,2-7 0,2-2-234,2-4 1,1-1-1,2-4 1,1-2 36,2 0 0,2 0 1,0 3-1,1 2 76,-1 4 1,-1 10 0,-1 6 0,-2 5-96,-1 4 1,-1 9 0,-1 6 0,-1 5-29,-2 2 0,1 0 0,-2 2 0,0 0-185,-1-2 0,3 0 0,-3 1 1,-1-2-706,0 0 1,1-4 0,0 0-1535,0-2 1,-2-1 0,-2-5 2234,-3-1 0,0-5 0,-2-1 0</inkml:trace>
  <inkml:trace contextRef="#ctx0" brushRef="#br0" timeOffset="423">372 250 8244,'0'-4'2780,"3"-1"1,2 2-2442,0 0 0,4-1 0,0-1 0,1 1-1065,1-1 0,2-2 0,2 0 0,-1-3-1824,1 0 1,-1 1 2549,1-4 0,-2 2 0,3-5 0</inkml:trace>
  <inkml:trace contextRef="#ctx0" brushRef="#br0" timeOffset="612">610 44 8019,'3'1'1166,"-1"1"0,-1 3-351,-1 3 0,0 3 0,0 6 0,0 2-514,0 1 1,0 3-1,1 0 1,0 0-551,1 1 0,1-4 1,-3 1-1,2-3-504,0-3 0,0-7 753,-2-1 0,0-8 0,0 0 0</inkml:trace>
  <inkml:trace contextRef="#ctx0" brushRef="#br0" timeOffset="810">616 108 8368,'3'-6'2489,"2"0"-2195,3-1 1,0 1 0,2-1 0,2 1 78,0 0 1,-1 1-1,-1 2 1,0 0-536,-1 1 1,-1 2 0,1 0 0,-3 3 161,-1 1 0,0 4 0,-1 2 0</inkml:trace>
  <inkml:trace contextRef="#ctx0" brushRef="#br0" timeOffset="1006">661 166 8419,'1'4'1344,"1"-2"1,1-1 0,4-1 0,0 0-1089,2 0 1,-2-3 0,1 1 0,-1-1-336,0 0 1,-1-1-1,1 2-1442,-1 0 1521,-2 1 0,1 1 0,-1 0 0</inkml:trace>
  <inkml:trace contextRef="#ctx0" brushRef="#br0" timeOffset="1206">648 230 8019,'0'7'183,"0"-1"1,0 1 687,0-1 1,0-2 0,0 1-430,0 0 1,5-3-1,2 1 1,0-3-485,3 0 1,0 0 0,5-3 0,0-2-421,-1-2 0,0-3 1,0-3-1,1-1-1055,0-4 1,-2 1 0,-1-4 1516,-1 1 0,1-2 0,-2-1 0</inkml:trace>
  <inkml:trace contextRef="#ctx0" brushRef="#br0" timeOffset="1398">847 19 8019,'4'0'598,"-2"3"1,-4 0 0,0 4 0,1 0-166,0 1 1,2 1 0,0 3 0,2 2 160,1 2 0,0-1 1,2 2-1,-1 1-415,-1 0 0,-3 1 0,1 0 1,-1-1-297,-1-1 1,-3-3-1,-1 1 1,-2-2-865,-3-2 0,-1-2 0,-3-3 0,1 0-492,1-2 1,0-1 1472,2-3 0,-2-3 0,1 0 0</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44:10.821"/>
    </inkml:context>
    <inkml:brush xml:id="br0">
      <inkml:brushProperty name="width" value="0.06" units="cm"/>
      <inkml:brushProperty name="height" value="0.06" units="cm"/>
    </inkml:brush>
  </inkml:definitions>
  <inkml:trace contextRef="#ctx0" brushRef="#br0">135 129 7784,'-3'-4'473,"-1"1"1,-4 3 0,-1 0 64,1 0 0,-1 0 0,0 1 0,-1 2-256,-1 3 0,-1 4 0,1 5 0,1 1 119,0 3 0,2 2 0,2 6 0,2 2-437,2 0 0,2-2 0,2 0 0,3-3 229,3-2 1,5-5 0,3-3-1145,0-3 0,3-2 1,-2-5-1,2-2 1,0-2 950,0-5 0,0-5 0,1-6 0</inkml:trace>
  <inkml:trace contextRef="#ctx0" brushRef="#br0" timeOffset="266">244 148 7784,'-9'-2'0,"0"0"138,-1 0 1,-1 2 0,-1 3 0,1 2 827,0 2 1,3 4 0,-2 4 0,2 3-395,3 3 0,3 1 0,0 3 0,4-1-500,2-3 1,4-4 0,3-2 0,2-4-238,2-2 1,-1-5-1,3-3 1,-1-3-15,0-4 1,-1-4-1,1-5 1,-2-3-638,-2-3 0,-3 1 0,-1-3 0,0 1 719,-2 1 1,-2 5-1,-2 3 515,-2 4 1,-2 5-1,-1 5 1,1 4-59,-1 5 1,1 6 0,2 3 0,0 4-446,0 2 0,0 1 1,0-2-1,0-2-675,2-3 0,2-4 0,2-1 1,1-4-855,-1-4 1,1-4 1613,-1-2 0,1-6 0,-1-4 0</inkml:trace>
  <inkml:trace contextRef="#ctx0" brushRef="#br0" timeOffset="584">411 199 8183,'0'-2'854,"2"2"1,0 6-1,1 6 1,1 3-364,0 2 1,0-3 0,2 4 0,-1 0-227,-1 3 0,-1-3 0,2 1 1,-3-1-4,1-2 0,-2 0 0,1-4-152,-1-1 0,-1-6 0,0-5-130,0-6 0,0-2 0,0-5 0,0-3-271,0-4 1,1-3-1,0-3 1,2 1-205,0-1 0,2 5 0,1 1 0,1 3 215,-1 1 1,1 6-1,1 0 1,0 4 367,0 4 1,-1 7 0,0 4-1,-1 3-86,1 6 1,-3-1 0,0 6 0,-2-1-150,0-1 1,-1-1-1,1-2 1,0 0-1264,-1-3 0,0-4-698,-1 0 2108,0-6 0,-3-3 0,0-5 0</inkml:trace>
  <inkml:trace contextRef="#ctx0" brushRef="#br0" timeOffset="933">641 148 7784,'0'4'0,"0"1"0,0 0 677,0 0 1,0 2-1,0-1 1,0 1-249,0 2 1,0 1 0,0 3-1,1 0 78,1 2 1,0 0-1,1 3 1,1 1-351,-1-2 1,0 1 0,0 0-1,0-2-64,-2-4 1,2-3-367,-1 0 1,1-9 0,-3-4 75,0-5 1,0-8 0,2-4 0,1-3 0,-1-3-91,1-1 1,2 3 0,0 0 0,0 2 244,2 3 1,-1 2 0,0 3 0,1 3 121,-1 1 0,3 4 1,-1 3-1,1 3-2,0 4 0,-2 2 0,2 7-96,-2 1 1,-1 7 0,-1-1 0,-2 1 0,1 2-266,-1-1 1,1 1-1,1-4 1,-1 0-397,1-1 0,-1-6 0,0-1 0,1-4 75,1-4 0,0-4 0,1-4 0,-1-3 604,0-4 0,1-4 0,-1 1 0</inkml:trace>
  <inkml:trace contextRef="#ctx0" brushRef="#br0" timeOffset="1149">911 142 7784,'-2'-7'0,"-1"2"600,-1 0 1,0 3 0,-2 4-1,0 3 341,2 3 1,-2 5 0,2 5 0,1 2-321,1 4 0,1 2 1,1 0-1,1 0-362,4-1 0,0-3 0,5-2 0,2-5-412,3-4 1,-1-7 0,2-4-1,1-5-470,-1-5 0,-2-4 0,1-7 0,-4-3-13,-2-1 0,-5-1 0,-2 0 1,-2 0 202,-2 3 0,-2 5 1,-3 1-1,-1 2 114,-3 3 1,-1 4 0,0 5-1,1-1-588,3 1 1,0 1 338,2 0 1,3 1 567,3 1 0,6-3 0,4 0 0</inkml:trace>
  <inkml:trace contextRef="#ctx0" brushRef="#br0" timeOffset="1298">1103 1 7784,'4'0'734,"-1"2"-77,0 0 1,-2 4 0,3-1 0,-1 4 89,1 1 0,-2 4 1,1 5-1,1 4-327,0 2 0,-2 4 0,1 0 0,0 1-1036,-1 3 0,-2-6 0,0 2 1,-1-6-1633,-1-3 1,1-8 2247,-3 1 0,-3-4 0,-3 0 0</inkml:trace>
  <inkml:trace contextRef="#ctx0" brushRef="#br0" timeOffset="1439">1090 219 8613,'9'0'0,"0"-1"550,-2-1 0,3 1 0,1-2 1,2 0-109,2-1 0,2-2 0,4 0 0,1-1-226,1-2 0,-2 2 0,1-1 0,-1 3-216,-3 0 0,-3 1 0,1-2 0</inkml:trace>
  <inkml:trace contextRef="#ctx0" brushRef="#br0" timeOffset="1932">26 687 9089,'0'6'526,"0"-1"1,0 1 0,0 2-166,3 1 1,-2 3 0,3 2-1,1 1-73,1 2 1,0 0 0,-1 2 0,-2 0-269,0 1 1,-1-3-1,-2-2 1,0 0-102,0-3 0,0-4 1,0 0-44,-3-3 1,2-2-1,-3-4 1,-1-1-112,2-2 1,-2-5 0,3-3-1,0-3 385,-1-2 0,2 0 1,-1-1-1,2 0-124,2 1 0,-1 0 1,4-2-1,0 1-448,3 1 1,0 2-1,3-1 1,0 2-61,1 2 1,1 4 0,0 0 0,-1 3 481,-1 3 0,1 7 0,-2 2 0</inkml:trace>
  <inkml:trace contextRef="#ctx0" brushRef="#br0" timeOffset="2232">199 815 7894,'0'7'512,"0"2"1,2-4 0,1 1 0,0-1-122,2-1 0,4-1 0,2-4 0,2-2-8,1-3 1,1-2 0,1-4-1,0-2-271,-2-2 0,-1 1 0,-2-2 0,-3 1-233,-1 0 1,-3 4-1,-2-1 1,-2 1-176,-2 2 1,-5 1 0,-3 3 0,-2 2 211,-1 2 0,0 2 1,0 2-1,0 3 190,0 3 0,1 3 0,0 4 0,2 2 371,2 1 1,4 2-1,-2 1 1,3 2-102,1 2 1,5-5 0,1 4 0,2-1-626,0-2 1,3-7-1,2 1 1,2-5-541,2-2 0,-1-4 0,2-3 0,1-5 225,-1-4 1,-1-4 0,2-3 563,-2-2 0,3-5 0,-2 0 0</inkml:trace>
  <inkml:trace contextRef="#ctx0" brushRef="#br0" timeOffset="2415">481 655 7894,'-6'3'677,"-1"1"0,-1 2 0,-1 1 0,1 1 103,1 3 1,1 2 0,-1 2 0,1 3-147,0 2 0,2 2 0,2 2 0,1 1-588,1-1 0,1-2 1,1 0-1,2-3-717,2-3 0,1-5 0,1 1 0,1-3-229,1-3 0,1-2 0,1-5 0,-1-2-2843,0-3 3743,0-4 0,2-5 0,-1-2 0</inkml:trace>
  <inkml:trace contextRef="#ctx0" brushRef="#br0" timeOffset="2648">590 764 7894,'-6'7'743,"-1"2"1,1 1 139,0 2 1,0 2-1,2 0 1,1 2-123,3 0 1,0 1 0,3 0 0,2-2-736,2-2 0,3-5 1,3-2-1,0-3-246,0-1 1,0-8 0,1-4 0,-1-5 207,0-3 0,-5-4 1,1-4-1,-3-1-505,-2 0 0,-1 4 0,-3-1 0,-3 2-233,-1 4 1,-2 8 0,-3 2 338,-2 4 0,0 2 1,0 2-1,1 2 0,0 3-106,3 0 0,-1 2 1,3-1-1,0 1 517,3-1 0,2-2 0,0 1 0,2-1 0,2 2 0</inkml:trace>
  <inkml:trace contextRef="#ctx0" brushRef="#br0" timeOffset="2865">712 700 8656,'0'6'1007,"2"1"0,0-1 0,0 1-347,-2 2 1,3 1 0,1 3 0,0 2-688,0 2 1,1 0-1,1 0 1,1 1-243,2 0 0,-2-4 0,2-2 0,0-2 159,-1-5 1,3-2 0,-2-6-1,-1-6-247,1-5 0,-4-5 0,1-1 0,-2-2 189,0-1 1,-2 4-1,2-1 1,-2 0-313,0 3 1,-1 2-1,-1 0 1,0 3-1936,0 2 2415,0-1 0,2 1 0,2 1 0</inkml:trace>
  <inkml:trace contextRef="#ctx0" brushRef="#br0" timeOffset="3098">879 706 7894,'4'7'712,"0"1"0,-1 1 39,1-1 0,1-2 0,3-2 0,1-1-277,1 0 1,0-2 0,1 0 0,0-2-493,0-4 0,-1-1 0,-2-3 0,-1-1-333,-3-2 0,1 1 0,-4 0 1,-1 0-9,-1-1 1,-6 2 0,0 1 0,-1 2 127,-1 1 0,1 3 1,-2 3-1,1 4 187,1 4 0,1 5 0,1 3 0,0 2 256,2 1 0,1-1 1,3 3-1,0-1-693,0 0 0,1-4 0,1-1 0,2-3-747,2-3 1,1-4 1227,1-5 0,0-3 0,1 0 0</inkml:trace>
  <inkml:trace contextRef="#ctx0" brushRef="#br0" timeOffset="3365">1058 693 10221,'0'9'0,"0"0"582,0 1 1,0-1 0,0 1 0,1 0 24,1 0 1,-1 0 0,1 3 0,-1 1-572,-1 1 0,2-3 1,0 2-1,0 0-207,-2 0 1,-3-1-1,-1-1 1,-1-1 324,1-2 1,-2-4-1,2-2-143,-2 0 1,3-4 0,0-6 0,3-3 252,0-5 0,0-2 0,0-3-152,3-2 1,2 1-1,5 2 1,0-1-1,1 1-753,1 0 0,1 4 0,0 1 0,0 1 131,-1-1 0,2 4 0,-1-2 0,1 1 510,-2 1 0,0 0 0,0-3 0</inkml:trace>
  <inkml:trace contextRef="#ctx0" brushRef="#br0" timeOffset="3885">1559 610 7785,'0'-6'218,"0"-1"1,0 1 0,0-1 1849,0 1-1430,0-1 1,0 5-1,0 4 1,0 7-170,0 5 1,0 5 0,2 4 0,0 4-285,-1 3 0,2-3 0,-1 6-625,0-2 1,-1 0 0,-1-1 0,0-1 0,0-3-1931,0-3 1,0-5 2369,0-3 0,-6-8 0,-1-1 0</inkml:trace>
  <inkml:trace contextRef="#ctx0" brushRef="#br0" timeOffset="4090">1527 828 7785,'0'-6'0,"0"-1"751,0 1 1,2 2-1,1-1 1,0 0-346,2 0 1,1-2-1,0 1 1,1-1-48,2 1 0,1-1 1,3 1-1,0-1-1158,2-2 0,-1 4 0,2-3 0,-2 0-1084,1 1 0,0 0 1883,-2 0 0,-3 1 0,-1 0 0</inkml:trace>
  <inkml:trace contextRef="#ctx0" brushRef="#br0" timeOffset="4331">1738 597 7785,'-2'7'0,"-1"1"420,0 1 1,1 2 0,0-1 0,1 1 150,1-1 0,0 2 0,0 2 0,0 2 226,0 0 0,0 1 0,1 3 1,1 1-436,0 0 0,1 1 0,-2-2 1,2 0-127,0-1 1,0-4 0,1-1-224,1-3 0,-2-4 0,1-6 0,0-2-169,-1-3 1,-1-5-1,3-2 1,0-4-539,0-5 0,2 0 0,-1-5 0,0 1 420,1 2 0,-1 1 0,1 3 0,-1 1 276,1 2 1,-3 6 92,0 3 0,-2 7 0,0 2 0,-2 6-408,0 6 1,0 2 0,0 1-1,0 2-645,0 0 0,0-2 0,0-2 1,1-2-885,1-2 1842,-1 0 0,7-2 0,0-1 0</inkml:trace>
  <inkml:trace contextRef="#ctx0" brushRef="#br0" timeOffset="4564">1976 809 8131,'12'0'0,"1"-1"67,0-1 1,-2 0-1,0-4 1,-1-2 556,0-1 0,-1 0 1,-3-1-1,-2-2-33,-1 0 0,-3-1 0,0 1 0,-3-1-439,-1 0 0,-4 0 0,-3 1 1,-2 1-91,-2 3 1,1 3 0,-2 3 0,1 2 324,1 2 0,4 6 1,-1 4-1,2 3-21,3 4 1,4 0-1,0 6 1,1 2 112,1 2 1,4-2 0,2 2 0,3-2-255,3-2 1,0-6 0,5-1 0,2-4-1501,1-7 0,2-3 1,3-7-1,1-4-2260,0-5 3535,-2-4 0,1-9 0,-2-1 0</inkml:trace>
  <inkml:trace contextRef="#ctx0" brushRef="#br0" timeOffset="5015">2450 591 7785,'0'-7'0,"0"1"0,0-1 635,0 1 1,3 3 119,1 0 0,0 6 0,0 1 1,-1 5-69,1 4 1,-3 3-1,1 4 1,-1 1-236,-1 2 1,0 3 0,0 1 0,0 1-386,0-1 1,-1 2 0,0 0 0,-2-1-774,-1-3 1,2-4 0,-1-3 0,0-4-1328,1-5 0,2-5 536,3-1 1,-1-8 1496,3-4 0,3-5 0,-1-3 0</inkml:trace>
  <inkml:trace contextRef="#ctx0" brushRef="#br0" timeOffset="5297">2623 661 9303,'-5'5'740,"0"-1"0,0-2 0,1 2 0,-2 2-176,-1 2 1,-2 0 0,-1 4 0,-1 3-257,1 0 1,1 0 0,-1 2 0,1 1 281,1 1 1,1-3 0,1-1 0,2-2-165,2-2 1,2-2 0,2-3 0,2 1-306,2-1 0,3-2 0,0-2 0,1-1-114,1-1 1,1 0 0,1 0 0,0 0-668,0 0 0,-3-3 1,0-2-1,0 0-1631,0 1 1,0-1 0,1 0 2290,-2-3 0,1 1 0,0-3 0</inkml:trace>
  <inkml:trace contextRef="#ctx0" brushRef="#br0" timeOffset="5564">2765 815 7785,'5'4'177,"0"0"0,0-1 535,0-2 0,0 0 0,2-2 1,0-1 155,1-2 1,-1-5 0,2-2 0,-2-3-609,0-1 0,-2-3 0,0 0 0,-3-2-202,-2-1 0,0 5 0,-2-2 0,-3 1 197,-3 3 0,-1 6 1,-2 4-1,-1 2 164,0 2 1,2 4 0,-1 2 0,2 4-96,-1 2 0,5 5 1,-1 1-1,1 4 261,1 1 1,2-1 0,2 2 0,0 1-675,2-1 1,2 0-1,2 1 1,1-3-99,2-3 0,1-7 0,2-1 0,0-4-1915,-2-3 0,1-3 0,2-5 0,-1-5 2102,-1-5 0,1-2 0,-2-3 0</inkml:trace>
  <inkml:trace contextRef="#ctx0" brushRef="#br0" timeOffset="5736">2886 732 7785,'-3'0'8932,"1"1"-7817,4 1 1,0-1-1,4 3 1,2-1-1403,1 1 0,0-2 0,3 2 0,2 1-163,-1 1 0,2 0 0,-1-1 1,1-2 583,2 0 1,-1-1 0,1-2-135,-2 0 0,2-3 0,-1 0 0</inkml:trace>
  <inkml:trace contextRef="#ctx0" brushRef="#br0" timeOffset="5914">3162 584 7785,'-6'0'1639,"-1"0"0,1 0-358,0 0 1,-1 3 0,1 1-1,1 2 154,1 1 0,1 3 0,-2 2 0,0 5-288,0 1 1,2 5 0,-1 3-1,-1 4-873,-1 3 0,-1 1 0,1 1 0,0-1-1154,-1-1 1,1-3 0,0 0-1,2-2-954,2-3 1,1-9 0,2-2-1,2-6-1170,3-4 1,2-5 3003,5-4 0,-2-3 0,5-2 0</inkml:trace>
  <inkml:trace contextRef="#ctx0" brushRef="#br0" timeOffset="6079">3239 860 8947,'0'7'3714,"0"-1"0,0 0-3233,0 1 1,0-3 0,-2 0-707,0 1 225,0-2 0,2 3 0,0-3 0</inkml:trace>
  <inkml:trace contextRef="#ctx0" brushRef="#br0" timeOffset="9179">1321 1104 11118,'-2'13'598,"1"1"1,-1 3 0,0 5-11,0 5 0,1 4 1,-1 5-1,1 5-50,-1 2 0,0-4 1,-1 2-1,-1-4-473,1-3 1,-1-7-1,-1 2 1,1-3-794,2-1 1,-1-8-1,3-1-966,0-1 1,0-8 302,0-7 0,3-6 1,1-9 1390,-1-2 0,0-5 0,-3 0 0</inkml:trace>
  <inkml:trace contextRef="#ctx0" brushRef="#br0" timeOffset="9385">1373 1174 8385,'-10'0'0,"0"0"907,-2 0 0,-4 4 0,0 2 1,-2 2-391,1 2 1,1 2-1,-2 3 1,1 2 84,-1 4 0,2 0 1,-1 2-1,2-1-781,3-2 1,0 0 0,4-4 0,2-3-1385,1-1 1,4-7 147,1-1 0,4-6 0,4-4 1415,0-4 0,4-3 0,-2 1 0</inkml:trace>
  <inkml:trace contextRef="#ctx0" brushRef="#br0" timeOffset="9582">1296 1245 8836,'7'0'632,"1"0"1,0 0 0,3 0-1,1 0-88,2 0 1,1 3 0,4 0 0,1 2 201,0-1 1,0-2-1,-1 2 1,0 1-1129,0-2 1,-2 2-1,-3-2 1,-2 1-1031,-1 1 0,-5 1 0,-1 2 1412,-1 0 0,-5 7 0,-2-2 0</inkml:trace>
  <inkml:trace contextRef="#ctx0" brushRef="#br0" timeOffset="9896">930 1822 9583,'-2'10'0,"-1"1"717,0 3 1,-1 4-1,-1 5 1,1 6-281,-1 4 0,2 3 0,1 3 0,0 1-606,0 0 1,1-7-1,-1 0 1,2-3 35,0-5 0,2-6 1,0-6-1,0-5-4283,1-3 4416,-2-5 0,1-6 0,-2-4 0</inkml:trace>
  <inkml:trace contextRef="#ctx0" brushRef="#br0" timeOffset="10212">981 1880 7095,'-2'9'16,"1"-1"0,-2 3 1,1 3 1433,0 2 0,0 6 0,2 1 1,0 3-1110,2 2 0,3-3 0,3 0 0,1-1-310,1-4 0,1-4 0,1-3 0,1-4-209,0-4 0,1-5 0,0-5 1,1-4-105,-1-4 1,-3-5 0,-1-5 0,0-3-318,-2-3 1,-1-2-1,-2-1 1,0 1 354,0 2 1,-2 5-1,2 0 1,-1 4 705,-1 6 0,-1 7-129,-2 7 0,2 6 0,0 7 1,-1 4 239,0 4 0,0 0 1,0 4-1,1 1-825,0 1 0,1-2 0,0-1 0,0 1-630,2-1 0,1-5 0,0-1 1,1-3-1210,-1-3 2091,-2-6 0,4 0 0,-1-6 0</inkml:trace>
  <inkml:trace contextRef="#ctx0" brushRef="#br0" timeOffset="10512">1366 1790 7856,'-6'3'742,"-1"1"1,1 3 0,0 1-1,0 4-200,2 2 1,-1 3 0,3 4-1,0 1-192,1 1 1,3-3 0,1 2 0,5-2-239,1 2 1,1-7-1,3 1 1,0-3-373,0-4 1,2-4-1,0-3 1,-1-2-384,0-2 0,-4-6 0,0-7 1,0-2 268,-3-6 0,-2 1 0,-1-3 1,-1-1 292,-2 2 0,1-1 0,-1 4 1,1 2 71,0 1 0,-2 7 611,0 0 0,0 12 1,0 6-1,0 6-335,0 4 0,0 4 0,0 2 1,0 0-755,0 1 1,1-3-1,1 0 1,0-1-2329,2-1 2815,0-2 0,5-2 0,1-2 0</inkml:trace>
  <inkml:trace contextRef="#ctx0" brushRef="#br0" timeOffset="10728">1629 1752 7912,'0'9'620,"0"0"0,0 3 0,1 2 133,1 2 0,0 1 1,2 2-1,1 1-44,1 1 1,-1-1 0,0 2 0,-1-2-423,1 2 1,0-2 0,0 1 0,-3-1-198,-1-1 0,-1 0 1,-1-1-1,-2-2-725,-3-3 0,-1-5 0,-2-1 0,0-3-581,1-1 0,-1-2 1,4-4-1,0-3-1475,0-4 2691,4-5 0,-5-4 0,3-4 0</inkml:trace>
  <inkml:trace contextRef="#ctx0" brushRef="#br0" timeOffset="10892">1777 1771 7912,'3'13'0,"1"0"0,-3 2 0,2 3 532,1 3 1,-3-1 0,2 3 0,-1 0 471,0 0 0,0-2 0,-2 3 1,0-1-1919,0 0 1,0-3 0,0-4-1381,0-3 2294,-2-4 0,-2-6 0,-2-3 0</inkml:trace>
  <inkml:trace contextRef="#ctx0" brushRef="#br0" timeOffset="11060">1770 1944 8403,'0'-3'2302,"5"-3"1,2 2-1,3-2-2706,4-1 1,2-2 0,3-2-1,1-1-4445,1-3 4849,-1 1 0,5-2 0,-2 4 0</inkml:trace>
  <inkml:trace contextRef="#ctx0" brushRef="#br0" timeOffset="11579">2200 1688 9617,'-3'0'1459,"0"3"-1167,0 4 0,2 5 0,-1 6 0,1 5 1,1 5 358,-3 2 1,3 5-1,-3-2 1,1 0-502,0 0 0,-1-8 0,1 2 0,0-3-223,1-3 0,0-9 62,1-1 1,1-7 0,1-1-657,2-3 1,3-4 0,1-3 0,3-2 0,1-2 163,1-3 0,1-1 1,2-1 369,4 0 0,0 1 0,0 3 1,0 0 243,-1 4 1,4 0 0,-4 6 0,-2 1 0,-3 3 137,-2 4 1,-7 4-1,-1 6 428,-3 3 1,-6 1 0,-5 4-1,-3-1 1,-5-1 65,-3-1 1,1-5 0,-1 1 0,1-3-1081,1-1 1,2-5 0,0-2 0,2-1-751,0-1 1,5-1 0,1-4 613,2-1 1,4-2 472,3-2 0,3-3 0,3-1 0</inkml:trace>
  <inkml:trace contextRef="#ctx0" brushRef="#br0" timeOffset="11845">2527 1957 8020,'13'4'407,"-2"-1"1,-1-2 0,2 2 378,0-2 1,-2-1 0,-2-2-1,-3-2-66,0-2 1,-4 1-1,1-1 1,-1-1-402,-1 0 1,-4-2-1,-1 0 1,-4 1-210,-1-2 1,0 4-1,-3 0 1,0 3-243,0 2 1,0 5 0,1 2 0,1 5 300,3 3 1,3 3 0,1 4-1,1 3 68,2 1 1,2 0 0,2-2 0,5-1-43,4-2 1,2-7-1,5-3 1,1-4-1133,1-4 0,0-7 1,2-4-1,0-3-486,0-5 1,-3 2 0,1-4 0,-4 3 1422,-4 1 0,-6 5 0,-4 0 0</inkml:trace>
  <inkml:trace contextRef="#ctx0" brushRef="#br0" timeOffset="12197">1463 2451 8020,'0'-10'969,"0"1"0,0 2-335,0 1 1,0 4 0,0 4-254,0 6 0,0 6 1,0 4-1,0 3-201,0 5 1,2 0 0,0 3 0,0-1-477,1 1 1,-2-2-1,3 3-366,-1-3 1,2-2 0,-1-6-1,2-5 1,1-2-1115,1-5 0,-1-8 1776,2-3 0,-2-8 0,-1-4 0</inkml:trace>
  <inkml:trace contextRef="#ctx0" brushRef="#br0" timeOffset="12397">1629 2560 8020,'4'3'310,"-1"-2"0,-1 3 0,0 2-31,-1 2 0,1 2 0,-1 3 0,1 2-182,0 3 0,-1-2 0,-1 0 1,0 1-1055,0-1 1,0-4-1472,0-2 2428,0-8 0,2-8 0,2-8 0</inkml:trace>
  <inkml:trace contextRef="#ctx0" brushRef="#br0" timeOffset="12581">1706 2470 8020,'0'-4'-18,"0"0"-228,-3 1 0,2 2-44,-3 3 0,2 0 1,0 2-1,2 1 290,2 3 0,-1-1 0,2 3 0</inkml:trace>
  <inkml:trace contextRef="#ctx0" brushRef="#br0" timeOffset="12764">1854 2367 8020,'0'5'0,"0"1"0,0 1 588,0 0 0,0 3 0,0 0 0,0 2 220,0 1 1,0-1-1,0 5 1,0 1-494,0 3 1,0 0 0,0 2 0,0 1-617,0 1 0,0-1 0,2-2 0,1-1-1066,0-3 0,-1-4 1,3-1 69,0-3 0,0-7 1297,2-3 0,-1-8 0,1-6 0</inkml:trace>
  <inkml:trace contextRef="#ctx0" brushRef="#br0" timeOffset="13062">1976 2425 8325,'-4'3'806,"-2"-2"1,3 4 0,-1 0-192,-1 0 0,1 3 1,-2 0-1,1 3-83,1 1 1,3 1-1,-2 0 1,3-1-314,0 1 1,0 0 0,0-1 0,0-1-599,3-3 0,0 0 0,4-1 0,-1 0-601,0-1 1,1-4-1,0 0 1,1-1 26,0-1 0,2-3 0,-3-1 0,2-2 953,-1 0 0,-1 0 0,-1-2 0,-1 1 0,-1-2 0,0 0 0,2 3 0,-1 0-2,-1-1 0,0 3 0,1 0 0,-1-1 494,1 2 0,1-3 0,0 1 274,1-3 1,-1 1 0,0-1 0,-1 0-416,-1-1 1,-2 2-1,2-1 1,-2 0-274,0-1 1,-1 2 0,-1-2 0,-1 2 109,-1 1 1,-2 2 0,-2 2 0,-1 2 10,1 2 0,0 5 1,0 4-1,1 4 112,1 4 0,2 1 0,0 3 1,2 0-73,2 0 0,0-2 0,4 2 0,2-1-606,1-1 1,0-6-1,3-3 1,1-2-874,0-2 0,0-4 0,3-3 849,-3-2 0,4-3 0,-5-5 391,2-2 0,-1-4 0,0-1 0</inkml:trace>
  <inkml:trace contextRef="#ctx0" brushRef="#br0" timeOffset="13261">2418 2329 8020,'0'6'149,"-2"2"1,0-1-1,1 3 684,0 2 1,1 1 0,0 3 0,0 1-281,0 2 0,3-2 0,0 5 0,1-2-875,1 2 0,-4-4 1,2 0-1,-1-1-870,0 0 0,0-5 1,-2 0-1,0-3 1192,-2-3 0,-2-3 0,-2-3 0</inkml:trace>
  <inkml:trace contextRef="#ctx0" brushRef="#br0" timeOffset="13453">2373 2515 10491,'3'-6'826,"1"1"-676,2 1 1,1 0 0,-1-1 0,1 1-848,2-1 1,-2-1-1,3 0 1,0 0-2185,0-1 2881,1 1 0,2-3 0,0-1 0</inkml:trace>
  <inkml:trace contextRef="#ctx0" brushRef="#br0" timeOffset="13762">2546 2342 8469,'0'6'642,"0"1"1,0-1-1,0 0 1,0 2 86,0 0 1,0 2-1,0 3 1,0 0-221,0 0 1,0 0 0,0 1 0,1 2-177,1 0 0,0 2 1,1 0-1,1 0-256,-1-1 0,1-3 0,1-1 0,-1-2-483,1-2 1,-1-1 0,0-4-20,1-2 1,-1-5 0,-1-3-1,1-5-315,-1-3 0,1-2 0,1-4 0,-2-2 326,0-1 1,2 2 0,-3 1-1,2-1 414,1 1 0,-1 0 0,0 2 0,1 2 361,1 1 1,1 3 0,1 0 0,0 2 129,0 3 1,-1 4-1,-1 1 1,-1 4 202,-1 5 1,0 0 0,1 4-185,-1 3 1,-1-1-1,2 4 1,-1 1-1,-1-1-358,1 0 0,-3-3 0,2 1 1,-1-2-663,1 0 0,-1 0 0,0-1 1,0 0-1676,-1-2 1,1-2-1709,0 1 3893,-1-5 0,4-4 0,-1-4 0</inkml:trace>
  <inkml:trace contextRef="#ctx0" brushRef="#br0" timeOffset="13964">2848 2400 8020,'-3'15'546,"2"-1"0,-4 3 1,1-1 25,1 1 0,-1-3 0,3 1 0,-2-2-792,2 0 1,0-1-191,1-1 0,1-5 1,1-7 409,2-5 0,2-6 0,1-4 0</inkml:trace>
  <inkml:trace contextRef="#ctx0" brushRef="#br0" timeOffset="14163">2880 2329 9059,'-3'-4'2196,"0"2"-3794,-1 2 1,2 0 1597,4 0 0,2 0 0,2 0 0</inkml:trace>
  <inkml:trace contextRef="#ctx0" brushRef="#br0" timeOffset="14344">2938 2278 8379,'0'10'567,"0"1"1,0 0 0,0 2 0,0 0 249,0 2 1,3 0 0,1 4 0,2 3-56,0 0 0,1 1 1,1-1-1,1 1-400,-2 1 0,0-4 1,-1 4-1,-2-3-213,-1-2 1,-3-3 0,-3-1-1,-2-1-988,-2-2 1,-4-2 0,-3-2 0,-3-2-985,-1-2 1,-3-2-1,-4 0 1823,2-1 0,-5-1 0,1 0 0</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44:27.748"/>
    </inkml:context>
    <inkml:brush xml:id="br0">
      <inkml:brushProperty name="width" value="0.06" units="cm"/>
      <inkml:brushProperty name="height" value="0.06" units="cm"/>
    </inkml:brush>
  </inkml:definitions>
  <inkml:trace contextRef="#ctx0" brushRef="#br0">90 97 8212,'0'-7'3,"0"3"0,-1 0 1,0-1 208,-1-1 0,-3 3 0,0 0 119,0 3 0,-2 0 0,1 0 0,-1 3-116,1 4 0,2 0 0,0 4 1,1 2 28,2 1 1,0 3 0,1-2-1,0 0-205,0 1 1,1-2 0,1 1 0,3-1-677,3 1 1,0-4-1,2 1 1,2-2-732,0-5 0,1 1 1368,-1-4 0,-2-3 0,0-2 0</inkml:trace>
  <inkml:trace contextRef="#ctx0" brushRef="#br0" timeOffset="333">160 90 8212,'0'5'172,"0"-1"1,0 1-104,0 1 1,0 1 0,0 1 0,0 1 24,0 1 1,0 1-1,1 1 1,1 1 91,3 0 1,-2 0-1,1-1 1,1-1-103,-2-3 1,2-1 0,-2 0-111,1-1 1,-3-3 0,1-3 0,0-4 9,0-4 0,-2-2 1,3-4-1,-2-1-6,1-2 1,-1-1-1,1-1 1,-1 1-96,2 1 0,-2 3 0,3 0 1,-1 2 196,1 1 0,-2 5 1,2 1 60,1 1 0,1 5 0,-1 6 0,0 3-14,0 2 0,-2 4 0,2 0 0,-1 1-101,-1 0 0,1-2 0,-1 1 0,0-2-518,0-2 1,1-2 0,-1-1-188,0-2 0,-1-2 1,2-6-1,-1-1 679,1-2 0,-3-8 0,2-1 0</inkml:trace>
  <inkml:trace contextRef="#ctx0" brushRef="#br0" timeOffset="536">346 1 9167,'7'0'1882,"-1"4"-1543,1 5 0,-3 3 0,0 2 0,1 1-461,1 2 1,0 1-1,0 2 1,-1-1-799,-1 0 1,-2-2 0,0 0 919,-1-2 0,-1 0 0,0-2 0</inkml:trace>
  <inkml:trace contextRef="#ctx0" brushRef="#br0" timeOffset="727">340 148 8212,'6'0'486,"1"-1"1,0 0-189,1-1 1,3-3 0,4 1 0,2 0-106,2 0 0,1 0 0,0 0 1,0 2-816,1 1 1,-3 2 0,0 1 0,-3 3-1658,-4 3 2279,-6 2 0,1 5 0,-6 2 0</inkml:trace>
  <inkml:trace contextRef="#ctx0" brushRef="#br0" timeOffset="966">26 437 8228,'-3'9'0,"0"-1"0,-1 3 0,1 0 75,0 1 1,2 2 0,-1 0 0,1 2 122,1 0 0,0-3 0,0 0 1,0 0-142,0-1 1,0-3-1,0 1 265,0-1 0,0-4-159,-2-5 1,1-3 0,-1-4-1,1-1 42,1-3 1,0 0-1,0-1 1,0-2-165,0-2 0,3 1 0,1-1 0,3-1-44,1 1 1,0 1 0,2-1-1,0 0-638,0 2 1,1 1 0,1 2 0,2 3-668,1 0 0,-2 6 1308,2 2 0,-1 5 0,-1 5 0</inkml:trace>
  <inkml:trace contextRef="#ctx0" brushRef="#br0" timeOffset="1233">212 527 8228,'6'0'347,"1"0"0,-2-1 0,0-1 20,-1 0 1,1-3-1,3 1 1,1-2-135,-1 0 0,0-3 0,-1-2 1,0-1-233,-1-1 1,-2 0 0,0 0 0,-2 1 31,-1 2 0,-5 0 0,-2 5 0,-3 0 170,-1 3 0,-5 1 0,3 2 1,-2 2-7,1 3 0,2 4 0,1 5 0,1 0-85,1 2 1,1-2 0,3 1 0,2 0-349,1-2 0,1 0 0,1 0 1,2-1-597,3-1 1,4-3-1,4-1 1,2-3 82,0-3 0,2-1 0,0-2 0,0-2 749,-1-3 0,0-4 0,2-2 0</inkml:trace>
  <inkml:trace contextRef="#ctx0" brushRef="#br0" timeOffset="1799">398 443 8907,'-7'0'487,"1"0"0,-1 1 0,1 1-192,0 2 0,-1 3 1,2 1-1,0 1-61,3 1 0,1 1 1,1 1-1,0-1-536,0 0 0,3-1 0,2 0 1,1 0-346,2-1 0,0-4 0,3 1 1,0-3 293,2-1 1,-1-2 0,0-1 0,0-3 13,-1-2 0,-4-5 0,2 1 0,-3-3 339,-1 1 0,-2 1 0,-1 1 0,0 0 214,-1 0 0,0 4 0,-2 1 0,-1 1 288,-2 3 0,0 2 1,1 2-1,0 0-8,1 2 1,2 2 0,0 1 0,0 1-241,0 1 0,3-2 0,1 0 1,2-1-306,3 0 1,-1-4 0,2 0 0,0-3-185,0 0 0,-3 0 0,1-3 1,-2-3-26,-2-2 1,-2-1 0,2 1 0,-1-1-26,-2 2 1,-3 0 0,-2 0 0,-2 1-9,0-1 1,-1 2-1,-1 0 1,1 0-29,2 0 1,0 2 0,-1-2 320,2 0 0,1 2 0,3-1 0,0 2 0,0-2 0,3 1 0,0-1 0,4 2-50,-1 0 1,0 2 683,1 0 1,-3 0 0,0 0-57,-1 2 0,1 4 0,-1 3 0,0-1 1,2 1-270,1 2 0,-2-1 0,0 1 1,1 0-231,1-2 1,1 1 0,-1-2 0,1 1-397,2-1 0,-2-3 10,1-1 0,-1-3 0,0-1 0,-1-4 0,0-2-128,-2-3 0,1-2 0,-2-3 0,0-1-69,0 1 1,1 0 0,-2 2 0,0 2 503,1 1 0,-2 2 0,2 1 0</inkml:trace>
  <inkml:trace contextRef="#ctx0" brushRef="#br0" timeOffset="2284">718 456 8228,'5'9'44,"-1"-2"0,1-1 120,1-1 0,0-1 0,0 1 194,1-3 0,-1-1 1,1-1-1,1-1 1,2-2-96,0-3 0,-3-2 0,1-4 1,-2-3-237,-2 0 1,-2 0-1,0 0 1,-2 2-165,0 0 0,-2 3 0,-3 2 0,0 3 333,-2 3 0,-1 1 0,-1 3 0,1 1-120,1 4 0,1 4 0,0 1 0,2 3-31,2-1 1,1-1 0,1 0 0,0 0-659,0 0 1,1-2-1,1-1 1,2-1-169,2-1 0,0-3 0,1-2 0,-1 0 781,0-2 0,1-3 0,-1-2 0,1-2 0,-1-3 0,-2 2 0,-2-2-197,1-1 1,-2 3 1250,1-1 1,0 3-643,0 3 1,-2 2 0,3 3 0,-3 3-348,0 2 1,0 2 0,0 0 0,1 0-55,1 1 1,-1-1 0,1 1 0,-1 0-193,-1 1 1,-1-2 0,0-1 0,-2-2 174,-1-1 0,2-2 254,-2-2 1,0-2 0,0-2 0,2-3 33,1-3 0,1 0 0,0-2 0,0-2-162,0 0 0,3-2 0,0 0 0,2-1-56,-1 1 1,0 0 0,3 2 0,0-1-563,1 3 1,0 0 0,2 2 0,-1-1-421,-1 2 1,2 2 0,-2 3 0,1 1 917,0-1 0,1 1 0,3-2 0</inkml:trace>
  <inkml:trace contextRef="#ctx0" brushRef="#br0" timeOffset="2585">1123 308 8179,'-5'1'3032,"2"1"-2612,0 3 1,1-1 0,2 2-1,0 1-245,0 3 0,0-1 1,0 3-1,0 3-350,3 3 0,-2-2 1,3 4-1,-2-1-554,0-1 0,1-2 0,-1 0 0,1-2-903,0-2 0,1-6 1632,-1 1 0,2-5 0,-2 1 0</inkml:trace>
  <inkml:trace contextRef="#ctx0" brushRef="#br0" timeOffset="2965">1264 353 8577,'-5'0'1179,"1"0"-798,-1 0 0,2 0 1,-2 0-18,0 0 0,2 0 0,-2 1-165,0 1 1,0 1 0,-1 3 0,1-1 16,1 3 1,2-1 0,-2 0 0,0 0-188,1 2 0,1-2 1,0 3-1,2 0-435,0-3 0,0 1 1,0-3-1,2 0-464,3 0 0,0-4 0,2 1 0,-1-1 252,1-1 1,1 0 0,1 0 0,-1-1 617,2-1 0,-3 1 0,1-3 0,-1 0-5,0 1 0,-3 1 0,0 0 1,-1-1 372,1 1 1,0-3 505,3 1 1,-1-2-531,0 0 1,0 0 0,-2-1 0,-2 1-373,-1-1 0,1 1 1,0-1-1,0 1-218,-1 0 1,-2-1 695,-1 1 0,-2 2 0,-2 3 23,-1 2 1,3 3 0,1 2 0,0 1-240,1-1 1,2 1 0,0 1 0,0 1-826,0 1 1,0-2 0,2 1 0,3-2-551,0-1 0,0 1 0,-1-2 1141,1 0 0,3-3 0,2-2 0</inkml:trace>
  <inkml:trace contextRef="#ctx0" brushRef="#br0" timeOffset="3285">1385 392 10207,'5'0'-1258,"-1"0"1,0-1 814,0-1 0,2 1 1,-2-3-1,2 0 443,0 1 0,-2-1 0,1-3 0,0 1 0,0-1 0,2-1 0,-1 0 0,0 2 1912,-2 1-1336,2 3 0,-6 0 1,3 5-1,-3 4 140,0 5 0,0 2 0,0 3 0,0 1-490,-3 3 0,3 0 1,-2 1-1,1 1-732,1-3 0,0-3 0,0-2-2874,0-1 3380,0-4 0,-3-9 0,-1-6 0</inkml:trace>
  <inkml:trace contextRef="#ctx0" brushRef="#br0" timeOffset="3564">1501 270 8326,'4'-9'0,"0"1"310,1 0 0,1 4 0,1 2 0,0 1 245,1 1 1,2 3-1,3 2 1,0 3-61,0 5 0,0 3 0,-1 4 0,-2 1 95,-1 3 0,-4 1 1,-2 2-1,0 3-493,-1 1 1,-4-3 0,-3 1 0,0-4-753,-2-4 0,1-3 1,-1-1-1,1-2 655,0-3 0,-4 0 0,0-2 0</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2:10.603"/>
    </inkml:context>
    <inkml:brush xml:id="br0">
      <inkml:brushProperty name="width" value="0.06" units="cm"/>
      <inkml:brushProperty name="height" value="0.06" units="cm"/>
    </inkml:brush>
  </inkml:definitions>
  <inkml:trace contextRef="#ctx0" brushRef="#br0">8 156 7932,'-1'-7'1,"-1"1"1,1 2 404,-2 1 0,2-2-22,1-3 0,0 3 0,0-1 119,0 0 0,0 1-17,0 0 0,0 2-243,0-3 1,1 5-252,2-2 1,-1 2-657,3 1 1,1 0-522,2 0 0,-3 0-351,1 0 1536,-4 0 0,5 0 0,-2 0 0</inkml:trace>
  <inkml:trace contextRef="#ctx0" brushRef="#br0" timeOffset="499">17 156 8014,'0'-5'374,"0"-1"1503,0 1-1548,0 0 1,0 5 0,0 5 0,0 4 3,0 2 0,0 2 0,0 7 0,2 2-197,1 2 0,0 4 0,-3 1 0,0 2-112,0-1 0,0 0 1,1 3-1,1 0-262,0 0 0,1-9 0,-3-4 1,0-3-224,0-2 0,0-7-580,0 1 1,0-8-1,0-1 1,0-4 1040,0-4 0,-4-3 0,0-2 0</inkml:trace>
  <inkml:trace contextRef="#ctx0" brushRef="#br0" timeOffset="915">0 156 7993,'0'-13'131,"0"2"1,0 2 0,0 1 0,0-1 171,0-2 1,3 2 0,0-2 0,2 1-33,1 2 1,2 0-1,1 0 1,2-1-71,3 1 0,1 3 0,2 0 0,-1 1-52,1 3 0,-3 3 1,-2 4-1,0 2-197,-2 3 1,-3-1-1,-3 4 1,0 1-39,-2 0 0,-5 3 0,-2 0 0,-3 1-7,0-1 1,-1 0-1,-1-3 60,-1-1 0,0-2 0,3-4 0,-1 1 1,1-2-103,0-2 1,3 0 8,2-2 0,3-1 0,4 2 1,3 1 114,4-1 1,3 2-1,0 2 1,2 0 117,0 1 0,-3 0 0,-2 1 0,-2 3 242,-1 2 0,0 0 0,-3 4 9,-2-1 0,-3 0 1,-4 0-1,-3 0 0,-4-1-249,-2-2 1,2-3-1,-3-3 1,0-2-533,-2-1 1,2-3 0,1-3 0,2 0-103,0 0 1,5-1 0,1-1-423,2-4 0,0-1 1,3-2-1,1-2 947,2 0 0,1-7 0,5 1 0</inkml:trace>
  <inkml:trace contextRef="#ctx0" brushRef="#br0" timeOffset="1183">289 222 7824,'-9'6'489,"1"2"0,0 2-108,0 2 0,0 2 0,3 3 1,2 2 47,2 3 1,1 3 0,2 2 0,3 0-142,3 0 1,6-3 0,-1-3 0,4-4-365,2-5 0,-1-4 0,1-3 0,-2-5-172,0-5 1,-4-6 0,0-4 0,-2-3 111,-3-4 0,-1 0 0,-4-1 0,-2-1-21,-3 1 1,-3 4-1,-3 0 1,-1 1 131,-2-2 0,2 7 0,-3-2 0,1 4-318,0 3 1,-1-2 0,2 5 0,-1 0-819,1 3 1,3 1 1160,2 1 0,3 0 0,-2 0 0,4 0 0</inkml:trace>
  <inkml:trace contextRef="#ctx0" brushRef="#br0" timeOffset="1615">437 49 11908,'3'9'185,"0"2"0,3 0 0,-1 6 1,0 3-44,1 3 0,-1 3 0,3 3 0,0 3-98,-3 2 0,2-5 1,-5 4-1,0-1-32,-1 0 1,-1-5 0,0-4-270,0-1 0,0-7 0,0-6-4,0-5 1,0-5 0,0-8 0,0-2-2,0-3 0,0-2 0,1-3 143,2 0 0,1 0 0,6 2 1,0 3-1,2 1 19,0 2 1,1 7 0,2-1-1,-2 3 119,-1 2 0,0 1 0,-2 1 1,1 5 253,-1 3 1,-2 3 0,-3 4 0,-2 2 82,-2 3 1,-2 0-1,-2 2 74,-2 2 0,-3 0 1,-3-4-1,-3-3-299,-2-2 0,0-4 1,-2-2-1,1-3 1,-1-2-615,-1-3 1,7-3 0,-4 0-1,3-3 56,3-3 1,5-4 0,2-2-1,2-1-863,1-1 0,4-2 1,1 0 1289,2-1 0,5 1 0,1-1 0</inkml:trace>
  <inkml:trace contextRef="#ctx0" brushRef="#br0" timeOffset="1816">767 280 12269,'-4'6'491,"1"2"1,-1 7 0,1 3 0,2 5-334,0 7 0,1 6 0,0 4 0,0 2-379,0 1 0,0-8 0,0 1 0,0-2-915,0-2 1,3-9 0,3-2 34,1-9 1,1-4 0,1-9 1100,-1-2 0,0-9 0,0-5 0</inkml:trace>
  <inkml:trace contextRef="#ctx0" brushRef="#br0" timeOffset="2199">924 544 7877,'0'5'-204,"0"1"1,0 0 362,0 1 1,0-1 0,-1-1 205,-2-2 0,2-1 0,-2-6-98,-1-4 1,3-4 0,-2-5 0,1-3-144,0-5 1,1-3-1,-2-5 1,2-1 20,1-2 1,0 1 0,1-3 0,1-3-199,1-2 1,3 4 0,-1-1 39,3 6 1,0 1 0,0 9 0,0 5-1,-2 7 250,0 6 0,-2 3 0,3 7 4,-2 4 0,1 5 1,1 6-1,-1 3 0,0 3-116,0 3 1,-1 0 0,-1 3-1,1-1-231,0 1 1,-4-1 0,2-1-449,-2 0 0,-1-2 0,0-2 0,0-1 0,0-2-705,0-3 0,-4-3 0,-1-2 1259,-2-3 0,-5-2 0,-1-1 0</inkml:trace>
  <inkml:trace contextRef="#ctx0" brushRef="#br0" timeOffset="2364">916 313 7877,'2'-6'348,"1"1"1,-1-2 91,-1 0 1,2 2 0,2-1-1,1 0-161,-1-2 1,3 0 0,3 0 0,0 0-578,1 3 0,1-2 0,3 1 0,-2-1-593,0-1 1,-1 2 0,2 1 0,-3-1 890,0 1 0,3-2 0,-2 3 0</inkml:trace>
  <inkml:trace contextRef="#ctx0" brushRef="#br0" timeOffset="2532">1163 90 8461,'-5'4'2641,"3"1"-2165,1 3 0,1 1 0,0 2 0,0 3-321,0 5 1,3 3-1,2 5 1,1 3-446,-1 3 1,0-1 0,1-2-1,-1-3-940,-2-1 1,1-5 0,-2-3 1229,1-3 0,-1-7 0,-2-4 0</inkml:trace>
  <inkml:trace contextRef="#ctx0" brushRef="#br0" timeOffset="2698">1155 173 7846,'-5'-1'1239,"2"-2"0,3 2-793,3-2 1,-1 0 0,4-1-1,3 0 1,2 0-553,2-1 0,0 2 0,4-1 0,-1-1-573,1 1 1,-1-1 0,1 0 0,-2 2 678,-1 2 0,2-3 0,-4 0 0</inkml:trace>
  <inkml:trace contextRef="#ctx0" brushRef="#br0" timeOffset="2915">1171 338 7897,'-7'5'651,"1"1"1,2-5-90,1 2 1,6-3 0,0-3-1,4-2-246,4-2 0,2-2 0,3 1-243,1 0 1,-1-3-1,1 0 1,-1 1-1,1 1-845,-1 0 0,-2 2 1,0 1-1,-1 0 772,0 0 0,-1-2 0,-4 0 0</inkml:trace>
  <inkml:trace contextRef="#ctx0" brushRef="#br0" timeOffset="3115">1213 470 7766,'-9'11'430,"1"-1"0,1 1 605,1-2 1,3-4 0,3 0-599,3-2 1,5-3 0,3-3-1,2-2-258,2-1 1,0-2 0,1 1 0,-1 0-175,-2-1 0,-2 3 0,3-5 0,0 0-2018,-1 1 1,0 0 2012,-2 0 0,-2-3 0,3 0 0</inkml:trace>
  <inkml:trace contextRef="#ctx0" brushRef="#br0" timeOffset="3382">1509 123 7788,'-9'1'0,"-1"1"0,-1 1 0,-1 3 0,2-1 1193,-1 3 0,1 0 0,5 0 0,2 1-674,2 2 0,5 0 0,2 3 0,4 3-449,4 1 1,2 3 0,3-1-114,0 2 1,0 3-1,-2-5 1,-2 1-1,-1 2-126,-3 1 0,-3-2 1,-2-1-1,-4 0-411,-1 0 0,-2-4 1,-4 0-1,-4-1-134,-3-4 1,-3-2-1,-3-3 1,-1-1-302,0 0 1,-1-5 1014,1-1 0,0-4 0,2-4 0</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2:18.916"/>
    </inkml:context>
    <inkml:brush xml:id="br0">
      <inkml:brushProperty name="width" value="0.06" units="cm"/>
      <inkml:brushProperty name="height" value="0.06" units="cm"/>
    </inkml:brush>
  </inkml:definitions>
  <inkml:trace contextRef="#ctx0" brushRef="#br0">14 231 7881,'-4'-4'1325,"-1"3"436,2-1-1447,2 1 1,0 0 0,5-1-1,2-1-348,3 1 1,0 1 0,4-1-1,0-2 1,-1 0 224,3 1 0,-2-4 0,0 3 0,0-2-191,-1 1 0,-2-4 0,2-4 0</inkml:trace>
  <inkml:trace contextRef="#ctx0" brushRef="#br0" timeOffset="251">130 83 8539,'3'4'103,"2"0"0,3-4 0,1 0-41,2 0 0,-1 1 1,3 1-1,0 4 38,0 1 0,-3 5 1,1 3-1,-2 3-2,-1 4 1,-3 2 0,-2 1 0,-2 0-35,-1-1 1,-5-2 0,-2-1-1,-3 0-647,0-3 0,1-7 0,3-4-134,0-2 1,2-3-1,-2-5 717,4-3 0,1-8 0,1-4 0</inkml:trace>
  <inkml:trace contextRef="#ctx0" brushRef="#br0" timeOffset="567">394 83 7881,'-4'-5'589,"3"0"868,-2 3-1072,2 1 1,1 3 0,0 8 0,0 2-104,0 6 1,1 2 0,1 5 0,1 0-400,-1-1 1,2 4 0,1-1-1,-1 1-151,-1 0 0,1-6 0,-1 0 0,-1-3-1303,2-3 1,-3-3 1570,2-2 0,-2-6 0,-1-1 0</inkml:trace>
  <inkml:trace contextRef="#ctx0" brushRef="#br0" timeOffset="800">394 116 7881,'0'-9'0,"2"1"0,2 1 428,1 1 1,-3-1-1,4 2 1,0 0-84,2-1 0,0 4 0,0-3 1,0 1-170,1 3 1,-1 0 0,-1 2 0,0 1 9,-2 4 0,-2 2 0,1 3 0,0 3-129,-2 1 0,-2 2 1,-3-1-1,-2 2-545,-3 1 1,2-4 0,-1 0 0,-1-2-113,-1-3 1,2-1 0,-4-1 113,2-3 0,3-1 0,1-5 486,2-2 0,0-5 0,3-5 0</inkml:trace>
  <inkml:trace contextRef="#ctx0" brushRef="#br0" timeOffset="1200">526 66 8234,'-5'1'940,"1"1"0,2 1-515,-1 2 1,0 1-1,3 2 1,0 1-164,0 2 0,0 2 1,1 3-1,2 2-27,2 1 0,3-2 0,0 2 0,0-4-628,0-1 0,3-4 0,0 0 1,-1-3 15,0-5 0,-1-5 0,0-6 0,0-4 100,-2-6 0,-3 1 0,1-3 197,-2 1 1,1-1-1,-2 3 1,0 4 0,0 1-196,-1 3 1,0 5 606,2 5 0,-1 7 1,3 7-1,2 3 167,0 2 0,-2-2 1,1 3-388,0-3 0,2-1 0,0-2 0,-1-1 1,0-2 36,-2-4 0,1-2 0,1-6-249,-1-2 1,-3-2 0,-3-6 0,0-4-90,0-3 0,0 0 0,0-4-135,0 2 0,0-2 0,0 3 0,0 1 0,0 0-76,0 2 1,0 3 0,0 2 0,0 2-1749,0 1 2148,0 3 0,4-2 0,0 2 0</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2:22.514"/>
    </inkml:context>
    <inkml:brush xml:id="br0">
      <inkml:brushProperty name="width" value="0.06" units="cm"/>
      <inkml:brushProperty name="height" value="0.06" units="cm"/>
    </inkml:brush>
  </inkml:definitions>
  <inkml:trace contextRef="#ctx0" brushRef="#br0">149 170 7462,'0'-8'0,"0"0"71,0 0 1,-1 2 0,-2 2 336,-2 0 0,-4 1 0,-1 3 0,-2 0-73,0 0 0,2 4 0,-2 1 0,1 4-193,0 2 0,0 1 1,2 6-1,1 0 61,0 1 1,1 5 0,1 0 0,3 3-104,2 3 1,1 3 0,0 3 0,2-1-138,4 2 0,-1-2 0,6 1 0,-1-3-217,1-6 0,-1-2 0,3-8 1,0-3-307,0-5 1,0-6 0,1-1 0,0-5-280,1-5 1,-2-4-1,-1-6 839,0-1 0,3-2 0,-2-4 0</inkml:trace>
  <inkml:trace contextRef="#ctx0" brushRef="#br0" timeOffset="666">314 203 7801,'0'-8'-321,"0"3"308,0-1 813,0 1-536,0 0 0,0 2 0,0 6-17,0 3 1,0 2-1,0 3 1,0 3-58,0 1 0,0 5 1,0 2-1,1 3-158,2 2 0,-3-3 0,3 2 0,-2 0-368,-1-1 0,0-5 0,0 2 0,0-6-679,0-2 1,1-8 654,2 0 0,-1-9 0,2-5 0,0-6 360,-2-4 0,-1 0 0,2-6 0,2 3 0</inkml:trace>
  <inkml:trace contextRef="#ctx0" brushRef="#br0" timeOffset="984">347 212 7458,'0'-9'594,"0"5"1,0 1 0,0 7-291,0 4 0,3 4 0,-1 5 1,1 2-133,1 0 0,-1 1 0,4-2 0,-2 2-238,2 2 0,-3-7 0,2 1 0,0-3-166,2-3 0,-3-4 1,1-1 63,0-2 1,0-6 0,1-7 0,-3-2 98,0-6 1,0 0-1,-2-5 1,0-2 11,0 0 1,2 1 0,-1-3 0,1 3 104,0 2 1,1 4-1,-1 0 1,0 3 234,-1 4 0,4 7 0,-3 7-55,1 7 1,2 6-1,-2 3-163,-1 3 0,4 2 0,-4 2 1,2 0-101,-1 2 1,0-2 0,1-3 0,-1-3-1,-1-1-1132,1 0 1,-2-7-539,2 1 1705,1-6 0,-5-11 0,-2-5 0</inkml:trace>
  <inkml:trace contextRef="#ctx0" brushRef="#br0" timeOffset="1236">627 22 7801,'5'-6'-104,"-1"2"577,-1 0 0,-1-1 0,4 3-28,0 3 0,2 3 1,2 7-1,2 4-40,1 3 0,1 4 0,1 6 0,-1 3-66,-3 4 1,0 0 0,-2 4 0,-2 2-51,-3 2 1,-1 2 0,-4-2 0,-2 0-331,-2-2 1,-5-4 0,-2-6 0,-1-2-750,-2-4 1,-1-7-1,-2-3 1,-3-5-536,0-7 0,2-3 1325,-3-2 0,0-3 0,-3-3 0</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2:25.382"/>
    </inkml:context>
    <inkml:brush xml:id="br0">
      <inkml:brushProperty name="width" value="0.06" units="cm"/>
      <inkml:brushProperty name="height" value="0.06" units="cm"/>
    </inkml:brush>
  </inkml:definitions>
  <inkml:trace contextRef="#ctx0" brushRef="#br0">289 676 7955,'0'-5'12,"0"-1"1,0 4 0,0-4 227,0 0 0,-1 1 554,-2 0 0,2 2 291,-1-3 1,1 6-973,1 0 1,0 7 0,0 8 0,0 3-270,0 4 0,1 2 0,0 0-12,2 1 0,0 2 0,-3-1 0,0-1 0,0 0-1914,0-2 1,-3-4 2081,0 0 0,-3-5 0,1-2 0</inkml:trace>
  <inkml:trace contextRef="#ctx0" brushRef="#br0" timeOffset="299">140 858 7955,'1'-8'129,"1"-1"256,1 1 1,1 4-103,-2 1 0,0 6 1,3 3-1,-1 3-17,1 2 0,-2 5 0,2-1 0,3 5-259,2 1 0,-1-2 0,2 3 0,-1 1-87,1 1 1,-1-2 0,4-1-1,0-2-36,2-3 1,-2-4 0,-1-4-1,2-3-140,1-2 0,-4-4 0,-1-4 105,-1-6 0,-3-8 0,-1-4 1,-1-2-1,-1-4-829,-3 0 1,0-1 979,-1-3 0,0 3 0,0 2 0</inkml:trace>
  <inkml:trace contextRef="#ctx0" brushRef="#br0" timeOffset="816">0 50 7900,'1'-5'909,"2"2"1,-2 3-1,2 4-548,-3 4 0,3 4 1,0 6-304,-1 1 0,0 5 0,-1 5 1,2 2-130,-1 3 1,-1 3 0,-1-3 0,0-1-763,0-4 0,0 2 1,0-9-1,0-3-1263,0-3 2096,0-8 0,4-4 0,0-4 0</inkml:trace>
  <inkml:trace contextRef="#ctx0" brushRef="#br0" timeOffset="1099">157 99 7795,'0'-8'939,"0"0"1129,0 3-1785,-4 1 0,0 8 0,-4 2 0,2 2 1,1 3-95,2 3 1,-4-2 0,3 2 0,-2 1 14,1 0 1,2 2 0,-2-1 0,2 1-44,1-1 0,0-2 0,0-1 0,-1 0-205,2 0 0,1-6 1,2 1-228,4-1 1,1-3 0,1-1 0,1-2-213,-1-1 0,1 0 1,1 0-1,1-1-209,-1-2 0,-2 2 1,-2-2-273,0-1 0,4 2 964,-5-3 0,2-1 0,2-2 0</inkml:trace>
  <inkml:trace contextRef="#ctx0" brushRef="#br0" timeOffset="1415">281 173 7941,'1'5'699,"1"-2"0,0-2 0,4-2 0,0-2-377,1-3 1,-1-2-1,-1-2 1,2-2-209,0-1 0,1 2 1,1-1-1,-2-1-217,-2 0 0,0 3 0,-3-1 0,1 1-81,-2-1 0,-1 4 1,-2 0 203,-4 2 0,-1 3 0,-1 3 1,-1 1 211,1 4 0,1 2 0,0 4 1,3 4 0,0 2 0,-1 2 0,2-1 1,1 3-11,1 2 0,1-2 0,0-1 1,1 0-330,2 0 0,-1-5 0,3 0 0,2-1-600,0-2 1,4-4 0,0-4 186,-1-2 1,-1 0 0,-1-5-1,0-2 1,-2-6 518,0-1 0,-1-3 0,3-3 0</inkml:trace>
  <inkml:trace contextRef="#ctx0" brushRef="#br0" timeOffset="1581">413 124 8204,'0'5'1419,"0"1"1,0-3-1,1 1-1178,1 0 1,6-1 0,3-3 0,-1 0-105,-1 0 1,2 0 0,1 0-1,0 0-1149,0 0 1,0 0 0,-2 0 0,1 0-2295,-1 0 3306,-1 0 0,-1-4 0,0-1 0</inkml:trace>
  <inkml:trace contextRef="#ctx0" brushRef="#br0" timeOffset="1781">602 0 8930,'-5'1'1321,"-1"2"0,5 1 0,-2 6 0,2 1-725,1 2 0,0 7 0,0 4 1,0 5-480,0 3 1,0 0-1,0 5 1,0 2-420,0 1 1,-1-4 0,-1 2 0,-1-4-990,2-3 1,0-7 0,1-5-1,0-5-2227,0-3 3518,0-5 0,-4 1 0,-1-2 0</inkml:trace>
  <inkml:trace contextRef="#ctx0" brushRef="#br0" timeOffset="1897">734 264 11100,'3'8'-1348,"0"1"1348,0-5 0,0 3 0,2-2 0</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2:32.727"/>
    </inkml:context>
    <inkml:brush xml:id="br0">
      <inkml:brushProperty name="width" value="0.06" units="cm"/>
      <inkml:brushProperty name="height" value="0.06" units="cm"/>
    </inkml:brush>
  </inkml:definitions>
  <inkml:trace contextRef="#ctx0" brushRef="#br0">15 163 7876,'0'-7'910,"-3"3"-627,-2 2 0,2 2 0,0 3 1,3 4-60,0 4 0,0 6 0,0 3 1,3 2-8,2 4 0,2 4 0,2 2 1,3-1-123,1 1 0,1-4 0,1-4 0,1-2-267,1-3 1,-1-10 0,-2-4 0,0-6-162,1-6 1,-4-6 0,0-10 0,-2-5 99,0-4 1,-5-3 0,3-5 0,-1 0 230,0 1 0,-1 4 1,-1 0-1,-1 5 680,-1 9 0,-1 12-132,-1 6 1,0 10 0,0 7 0,2 4-293,0 2 0,4 4 0,-2 0 0,0-1-297,1 2 0,0-3 1,2 1-1,0-1-873,0 0 1,1-4 0,1-3 0,0-2-2102,0-4 3017,-1-4 0,2-2 0,1-3 0</inkml:trace>
  <inkml:trace contextRef="#ctx0" brushRef="#br0" timeOffset="250">475 78 7644,'-3'-4'80,"-2"0"535,-1 1 1,1 2 0,1 6-1,1 4-162,2 4 0,0 5 0,2 2 1,1 5-105,3 2 1,2 0-1,2 4 1,1-2-250,1-1 0,-3-2 0,2-1 0,-2 0-22,-1 1 1,-3-8 0,-2-1 0,-1-1-54,-1-1 0,-4-5 1,-2 2-1,-4-4-514,-1-4 0,2-1 0,-2-3 0,0 0-470,0 0 1,4-1 0,-1-3 0,1-3-1295,1-1 2253,4-3 0,-5 0 0,4-3 0</inkml:trace>
  <inkml:trace contextRef="#ctx0" brushRef="#br0" timeOffset="500">610 319 7895,'10'-4'754,"1"0"1,1 0-86,0 0 1,-3-1-1,2-2 1,0 0-188,0 0 0,-2-3 0,-1-1 0,-1-1-265,-3 0 0,-1-1 1,1-2-1,-2-2-298,-3 1 1,-2 4 0,-5 1 0,-1 1 5,-3 1 1,1 4-1,-1 4 1,0 3 132,-2 5 1,2 4 0,1 6 0,1 5 287,2 3 0,3 1 1,3 1-1,1 3-15,1 2 0,1-2 0,2 0 0,4-1-628,4 0 0,5-4 0,4-3 0,3-5-896,3-5 1,1-6-1,1-6 1,-1-7 1192,-1-7 0,0-5 0,2-2 0</inkml:trace>
  <inkml:trace contextRef="#ctx0" brushRef="#br0" timeOffset="1000">1191 171 10572,'0'15'416,"3"4"1,-2 4 0,3 8 0,0 3-36,0 6 1,0-3 0,2 2 0,-2-4-779,2-5 1,-3-5-1,-1-4 1,0-2-3976,0-4 3077,-1-5 1295,2-6 0,-9-8 0,-2-7 0</inkml:trace>
  <inkml:trace contextRef="#ctx0" brushRef="#br0" timeOffset="1217">1247 227 7869,'11'-11'144,"-1"2"0,-2 2 0,1 2 0,1 2 190,1 0 0,-2 2 1,0-1-1,-1 2 17,-1 2 0,0 2 0,0 3 0,-3 0 141,-1 0 0,-2 3 0,-1 0 0,-1 1-232,-2 1 1,-1-1-1,-6 1 1,-2 1-202,-1 0 0,1 1 1,-2 0-1,-1 0-561,0-2 1,0 0-1,2-3 1,1-2-1366,3-1 0,3-5 572,1 1 1,17-7 1294,2-5 0,8-2 0,-3-2 0</inkml:trace>
  <inkml:trace contextRef="#ctx0" brushRef="#br0" timeOffset="1516">1460 156 7869,'4'-7'564,"-2"0"1,-4 3 0,-3 0 0,-1 1 159,-1 4 0,-3 1 0,0 4 0,0 3-288,-1 1 1,0 2 0,2 2 0,2 1-212,1 1 0,4 0 0,-2 3 0,2 0-336,3-1 1,2-1-1,5-4 1,1-3-387,3-3 1,2-5 0,2 0-1,1-4 42,1-5 0,-1-7 1,1-6-1,0-2 130,0-4 0,-5 1 0,0-1 0,-3 1 431,-1 0 1,-6 6 0,2 3 430,-4 5 1,-2 7-1,-1 4 1,-3 7-246,-1 4 0,1 3 1,1 2-1,1 3-503,-1 2 0,2-2 1,0-1-1,1-1-641,1-1 1,0-1 0,1-2 0,1-1-2091,3-3 2942,1-4 0,1 1 0,0-2 0</inkml:trace>
  <inkml:trace contextRef="#ctx0" brushRef="#br0" timeOffset="1850">1736 78 7869,'0'-9'0,"-1"0"0,0 1 420,-2 0 0,-2 0 1,0 1 514,-1 0 0,-1 3 1,0 2-1,0 4-496,-1 3 0,4 5 1,0 4-1,1 4-219,1 3 1,1 3-1,2 1 1,1 1-1,3 0 0,1-3 1,2 1-1,-1 0-116,3 0 0,-2-2 0,1-3 0,-1 1-693,-1-3 0,-3 0 0,-2-2 0,-2 0 504,-2-2 1,-5-4 0,-5 1 0,-2-2-2,-3-1 0,2-3 0,-3-2 1,0-1-325,3-1 1,0 0 0,4-1 0,1-1-676,2-3 0,5-2 0,3-2 1,4-3 198,2-2 0,7-1 886,1-1 0,5-2 0,-1-3 0</inkml:trace>
  <inkml:trace contextRef="#ctx0" brushRef="#br0" timeOffset="2084">1842 93 7869,'-1'-4'322,"-1"1"346,-3 3 1,-1 0-1,0 0 1,0 3 102,2 1 1,0 6 0,-1 2 0,3 4-368,1 3 0,1 0 0,1 1-329,1 2 1,3 1-1,3-1 1,3-2-1,-1 0-155,0-1 1,-1-3 0,-1 3 0,-2 0 60,-1-1 0,-2 0 0,-3-2 1,-1 0-72,-1 0 0,-3-2 1,-5-1-1,-1-2-289,-3-1 1,0-4 0,1-3-1,0-3-608,1-3 1,1-1 0,-1-6 0,4-2 986,2-1 0,0-4 0,2-1 0</inkml:trace>
  <inkml:trace contextRef="#ctx0" brushRef="#br0" timeOffset="2735">2062 234 7869,'-1'-8'0,"-1"-1"220,0 0 1,0 5-1,1-3 315,-1 1 0,1 2 95,-2-1 1,3 5 0,0 0 0,0 7-268,0 4 0,0 5 0,2 2 0,1 2-92,1 1 1,-2-3 0,3 3-1,1-2-201,0 0 1,-1-2-1,-1-4 1,2-1-274,0-2 1,2-3 0,1-3 0,0-2-726,0-4 1,1-6 0,0-5-1,-1-4 579,1-4 0,-2 4 0,1-3 0,-3 1 259,-1 1 0,-1 5 0,1 2 39,0 5 0,-3 3 0,0 6 0,-1 1 744,2 3 1,-2 0 0,2 0 0,-1 0-257,0 0 0,4-3 0,-1-2 0,1-1-239,1-1 1,1-3 0,1-3 0,2-1-253,0-3 1,3-3 0,-2 2 0,1-3-532,1 0 1,-2 0 0,-1 0 0,0 0-4091,0-1 4675,-2 4 0,4-2 0,-2 2 0</inkml:trace>
  <inkml:trace contextRef="#ctx0" brushRef="#br0" timeOffset="2967">2466 128 7869,'-8'14'344,"1"0"1,0 1-1,0 0 471,0 1 0,0 0 1,1 3-1,0 0 71,2 2 1,2-2 0,0-1-636,1-1 0,4-4 0,2-6 1,3-4-1,3-3-246,0-2 0,0-6 1,3-4-1,-2-4-570,0-3 1,-3-2 0,0-2 0,-2 0 203,-2 0 0,-2 3 0,-3 2 1,0 1 98,0 1 1,-1 2 0,-1 2-1,-3 3 99,-1 1 1,-2 4 0,0 2 0,-2 4-784,1 2 0,2 5 0,0 1 258,3 1 0,0 0 688,4 1 0,0 2 0,0-3 0</inkml:trace>
  <inkml:trace contextRef="#ctx0" brushRef="#br0" timeOffset="3550">2558 178 9489,'0'6'0,"2"-1"846,0 0 1,1-2-1,-3 1 1,0 2-171,0 0 1,0 2 0,0 1 0,0 2-318,0 2 1,0-2-1,0 5-290,0-1 0,0 1 0,0-2 0,0 1 0,0-2-126,0-1 0,0-2 41,0-3 0,0-5 1,0-4 82,0-7 0,0-6 1,0-5-1,1-3-137,1-3 1,2-1 0,3-2 0,0 2-342,0 1 1,0 1 0,1 5-1,1 0-134,3 1 0,-1 4 0,1 1 0,1 4-157,0 2 1,-1 4 0,0 2 0,0 1 236,2 1 0,-3-1 0,1 0 0,1-2-213,0 2 0,-1-1 0,-1 1 678,-1-2 0,0-1 0,-4 0 50,-1 0 0,-2 4 189,-3 0 0,-1 0 0,0 5 124,-2 1 0,-2 0 0,2 2 0,0 1 0,0 4 974,1 3 0,2-1 0,0 4 1,0 1-882,0 0 1,0 2 0,0-2 0,2 0-389,0-1 0,3-4 0,-2 2 0,0-3 110,1-2 1,-2-4-708,-2-3 1,-1-4 0,-1 1 0,-4-3-74,-2-1 1,-1-1-1,-2 3 1,0 1 415,0 1 0,1 1 0,0 4 0,2 3 345,1 3 1,3 4 0,-1 1 0,2 1 125,3 0 0,0-4 0,3 1 0,2-3 419,1-4 0,3-4 1,1-3-1,2-4-654,0-3 1,1-5 0,1-3-1,-2-5-739,0-2 0,-2-1 0,1-4 0,-1 1-1135,-1 1 1,-2 1 0,0 2 1823,-3 1 0,6-2 0,-2 3 0</inkml:trace>
  <inkml:trace contextRef="#ctx0" brushRef="#br0" timeOffset="4251">3280 8 8237,'-5'-3'2627,"1"1"-2181,2 0 1,-1 6 0,3 3 0,0 5-55,0 6 0,0 3 0,0 7 0,0 4-356,0 1 0,0 1 0,0 1-602,0 1 0,-1-3 0,-1-4 1,-3-4-1,-1-3-512,-1-3 0,0-10 0,0-5 711,-1-5 1,1-4 0,1-6 0,1-4-1,1-2 183,0 0 0,2 3 0,2 3 535,0 0 1,0 2 0,1 2-129,1 0 1,3 3 0,4 2 0,1 1 860,1 1 1,1 0-1,2 0-1051,0 0 1,3 0 0,0 0 0,0-1-581,1-1 1,1-2-1,0-3 1,1-1 0,-1-1 3,-3 0 0,-2-3 1,-3 2-1,-4 2 848,-3 0 0,-5 4 0,-4 2 162,-4 4 1,-2 3 0,0 5-1,-1 3 657,1 3 1,1 3-1,2-3 1,2 1-500,1 0 0,2-2 1,4 2-1,2-2-522,4-1 0,4-6 1,3-4-1,3-4-349,2-4 0,1-6 1,1-8 4,-2-3 1,-3-2 0,-5 2 0,-4 0 0,-4 2-550,-2 3 0,-5 4 0,-3 3 125,-4 4 1,-2 2-1,-2 3 1,-1 0 0,0 0 664,0 0 0,-2 0 0,0 0 0</inkml:trace>
  <inkml:trace contextRef="#ctx0" brushRef="#br0" timeOffset="4933">1113 907 8042,'7'0'688,"0"0"-346,0 0 1,4 0 0,3 1 0,5 1 0,3 0 339,2 0 0,2-2 0,0 0 0,-1-4-415,-2-3 0,-4-4 0,-5-4-290,-4-2 0,-5-4 0,-5 0 0,-4 1 0,-5-1 39,-4 1 1,-4 7-1,-2 1 1,-1 6 195,-1 4 0,-1 3 0,2 3 1,0 4 112,1 5 0,4 1 0,-2 6 1,4 3-9,3 2 0,2 1 0,5 1 1,2 0-931,0-1 1,7-3-1,4 0-264,2-4 0,5 0 0,3-4 1,2-3-282,2-3 1,2-4 0,-2-7 0,0-2 1157,-2-6 0,1-9 0,-5-3 0</inkml:trace>
  <inkml:trace contextRef="#ctx0" brushRef="#br0" timeOffset="5250">1439 773 9556,'-4'3'768,"1"1"1,2 6 0,1 3 0,-2 2-123,0 4 0,-1 5 0,3 2 0,0 1-466,0 2 0,0-1 0,0-1 0,0-1 43,0-2 0,0-5 1,0-3-358,0-4 0,0-5 1,0-7-226,0-4 1,0-7-1,0-3 1,1-4 96,2-2 1,-2-5 0,4-2 0,0-2 78,2-1 1,-2 2 0,1-2-1,2 3 166,0 1 1,3 8 0,0 0 0,0 4 113,-1 4 0,0 4 0,-1 6 1,-2 4 319,-2 8 0,-3 3 1,2 6-467,0 1 1,-2 3-1,-2 0 1,0 1 0,1 1-640,1-3 0,0-1 0,2-3 0,0-3 325,-1-3 1,2-8 0,3-1 0,1-3 362,0-2 0,4-7 0,-2 0 0</inkml:trace>
  <inkml:trace contextRef="#ctx0" brushRef="#br0" timeOffset="5465">1757 737 7869,'-4'-7'532,"-1"0"0,0 3 0,-2 2 0,-1 1 242,-1 1 1,1 1 0,-2 1 0,2 4-9,-2 2 1,2 4-1,-1 5 1,1 1-310,1 3 0,3 1 0,2 2 0,1 2-291,1 1 1,2-1-1,1-2 1,5 0-408,3-1 0,0-6 0,3 1 0,-1-4-1020,1-5 1,-3-3 0,3-2 0,-1-1-21,0-2 1,-1-4-1,-2-4 1,-1-5 1280,-3-3 0,3-4 0,2-2 0</inkml:trace>
  <inkml:trace contextRef="#ctx0" brushRef="#br0" timeOffset="5717">1871 801 7950,'-1'7'122,"-1"0"1,0 0 164,0 0 0,2 1 0,0 2 1,0 1 549,0 3 0,0 3 0,0 1 0,-1 2-597,-2 1 0,3 0 1,-3 3-1,2 0-89,-2-2 1,2-4 0,-3 0 0,0-5 989,0-3-996,-1-2 0,-1-11 0,1-4 1,3-6 34,1-3 0,1-3 1,1-4-1,1-1-201,3-1 0,1 1 0,1 0-304,0 2 0,0 0 0,1 4 1,-1 2-1,0 0-792,3 3 0,-1 3 0,2 2 0,-1 2-121,-2 4 0,0 4 1238,-1 3 0,1 4 0,-1 2 0</inkml:trace>
  <inkml:trace contextRef="#ctx0" brushRef="#br0" timeOffset="5865">1998 921 7869,'0'5'1906,"0"0"-581,0 0 1,3-2-1317,2 0 0,1-2 0,1-1 0,0 0-696,1 0 0,-1-4 1,0 0-1,0-3 467,0 0 1,0 0 219,0-3 0,3-1 0,1-3 0</inkml:trace>
  <inkml:trace contextRef="#ctx0" brushRef="#br0" timeOffset="6016">2140 815 8692,'-3'5'946,"1"0"1,-3-1 0,2 3 0,-1 0-195,-1 1 1,1 3-1,-1 2 1,0 4-327,1 4 1,-1-1-1,2 6 1,0 1-753,-1 0 1,2-1-1,2 0 1,1-2-839,1-1 1,0-5 0,3-5-1,1-5-886,2-5 1,0-6 2049,2-4 0,-2-6 0,-1-5 0</inkml:trace>
  <inkml:trace contextRef="#ctx0" brushRef="#br0" timeOffset="6199">2203 836 7869,'0'-3'1882,"0"3"0,0 7 0,0 6 0,0 4-1110,0 4 0,1 5 0,1 0 0,1 3-1102,1 1 0,-2 0 0,2 1 0,0-3-704,0-2 1,-2-6 0,2 0-1,0-5-736,-3-4 1,0-7 0,-2-5 1769,-1-5 0,-2-8 0,-3-4 0</inkml:trace>
  <inkml:trace contextRef="#ctx0" brushRef="#br0" timeOffset="6399">2225 921 7869,'4'-9'0,"0"-1"105,0-1 1,1 2 0,0-1 0,1 0 684,1-2 0,1 2 0,1 0 0,3 2 68,2 1 1,0 1 0,-1 1 0,0 3-161,-1 1 1,-5 3-1,1 1 1,-5 5-378,-3 3 1,0 1 0,0 5 0,-3 1-730,-1 0 0,-5 0 1,-1-3-1,0 0-563,-1-2 0,-1-3 1,3-1-1,0-2-713,1-2 1,4-2 0,0-4 1683,1-1 0,-3-2 0,2-3 0</inkml:trace>
  <inkml:trace contextRef="#ctx0" brushRef="#br0" timeOffset="6549">2402 773 8375,'7'-4'4509,"-1"2"-3524,-1 4 0,0 2 0,-1 3 0,-1 4-469,0 3 0,0 2 0,-1 4 0,0 4-916,0 2 0,1-1 0,-1 3 0,0-1-836,-2-2 1,0-4-1,0-5 1,-3-2-3490,-1-3 4725,-3-5 0,-3 3 0,-1-5 0</inkml:trace>
  <inkml:trace contextRef="#ctx0" brushRef="#br0" timeOffset="6665">2359 964 7869,'0'-7'221,"0"0"1,0 0-1,0 0 1286,0-1 1,3 1-1,3 0 1,3 0-146,2 0 1,4 0-1,0 1 1,3 0-1349,0 2 1,1-1 0,1-2 0,0 3-1059,-1 1 0,-5 0 1,1 1 1043,-2 0 0,2-2 0,-4 0 0</inkml:trace>
  <inkml:trace contextRef="#ctx0" brushRef="#br0" timeOffset="7683">3068 766 8864,'0'-1'878,"0"5"1,0 9-1,0 5-574,3 6 1,1 6 0,2 5 0,0 3-129,-2 1 0,-1-1 0,1 1 1,-1-3-868,-2-4 0,0-8-265,-1-2 0,-1-10 1,-1-4-1,-3-9 426,-1-10 0,1-4 0,0-7 0,1-2 530,0-3 0,0 0 0,2 0 0,0-3 0,0-1 0,5 0 0,1-1 0,3 0 134,0 2 0,3 3 0,3 3 0,2 2 253,1 4 0,4 5 1,-1 5-1,1 1 116,1 3 1,-2 2 0,-1 1 0,-3 5-188,-4 6 1,-3 3 0,-1 4 0,-3 1 156,-1 3 0,-3 1 1,0 1-1,-3 1-156,-1 1 1,-4-1 0,-1 0 0,-3-1-279,-1-2 0,-1-5 0,-1 1 0,1-3-306,-3-2 0,4-5 0,0-5 0,2-2 164,2-2 103,5-2 0,-3-10 0,3-1 0</inkml:trace>
  <inkml:trace contextRef="#ctx0" brushRef="#br0" timeOffset="8299">3571 851 8268,'-8'-4'0,"4"3"0,-1-3 0,0 0-32,1 0 1,-2 0 0,2-1 1352,0 0-1104,-2 0 1,5 2 0,-1 4 0,1 6 0,1 6 42,0 5 1,0 4 0,0 0-1,1 2-164,1-1 1,2 0 0,3-1 0,1 1-427,1-2 0,0-3 0,2-5 0,0-2 90,0-4 1,0-3 0,2-6 0,-1-5 28,0-7 0,-2-10 0,1-7 0,-2-6 49,0-7 1,-1 3 0,-4 0 379,-1 4 0,-1 5 1,-2 9 341,0 7 0,-2 13 0,-1 11 0,-1 7-315,1 7 1,1 0 0,2 3-1,0 0 12,0 0 1,2-2-1,1 0 1,1-2-606,2 0 0,0-5 0,1 1 1,1-4-3789,2-3 4136,-6-4 0,9-2 0,-5-4 0</inkml:trace>
  <inkml:trace contextRef="#ctx0" brushRef="#br0" timeOffset="8650">3790 702 8446,'0'-7'0,"0"0"1662,0 0-1156,0-1 1,2 5-1,2 4 1,-1 6-167,0 7 0,0 3 1,-1 4-1,0 1-140,0 2 1,-1-2 0,1 2 0,0 1-207,0 1 0,-2-4 1,0 0-1,0 0-149,-3-3 1,3-4 0,-3-2-181,2-2 1,1-6 0,1-5 0,2-4 54,1-5 0,3 0 0,2-2 0,1 1 269,1 1 0,2 2 1,2 3-1,1 1 108,-1 3 1,-3 3-1,3 4 1,-1 3 182,-1 3 1,-4 1 0,0 4-1,-4 0 134,-2 0 0,-2-2 1,-2 0-1,-2-3-128,-1-1 0,-5-6 1,-1 0-1,-1-2 109,-2-2 1,0-2 0,-1-3-1,1-2-76,-1-4 0,4-2 0,-4-3-1260,3 0 1,0-3 0,3 0-1,2-1 1,1-2-2606,1-3 1,0 2 3545,4-2 0,0-1 0,0-4 0</inkml:trace>
  <inkml:trace contextRef="#ctx0" brushRef="#br0" timeOffset="8814">4003 645 8268,'7'0'0,"0"0"0,0 3 0,-1 2 0,0 2 736,-2 3 1,0 1 0,2 6-1,-2 3-21,-1 2 1,2 4 0,-2 4 0,0 1-1067,0-1 1,2-3-1,-2-2 1,1-1-1168,1-1 0,-1-7 0,1-5-48,1-5 1566,-3-3 0,3-6 0,-2-1 0</inkml:trace>
  <inkml:trace contextRef="#ctx0" brushRef="#br0" timeOffset="8915">4123 907 8268,'0'11'72,"0"-1"1,0-2-12,0-1 1,0 2 0,0 1 0,1 1-110,1 2 1,0-2-1,2 0 1,1-1-653,-1-1 0,2-1 700,-1-1 0,1-3 0,2-1 0</inkml:trace>
  <inkml:trace contextRef="#ctx0" brushRef="#br0" timeOffset="9031">4187 787 8268,'4'0'-594,"1"0"0,0 0 594,2 0 0,3 0 0,1 0 0</inkml:trace>
  <inkml:trace contextRef="#ctx0" brushRef="#br0" timeOffset="9198">4321 758 8268,'-14'8'0,"1"-1"0,-1 0 764,0 3 0,5 2 0,-3 3 1,3 4 130,2 1 0,1-2 0,1 5 0,4 0-361,2-1 0,4-2 1,4-2-1,4-2-675,3-2 0,-1-2 0,4-4 0,2-3-745,2-1 1,-3-1 0,2-4-1,-1-1-2828,-1-3 3714,-3-1 0,3-5 0,-2 0 0</inkml:trace>
  <inkml:trace contextRef="#ctx0" brushRef="#br0" timeOffset="10081">1630 1474 8227,'0'-7'393,"0"2"0,0 0 338,0 0 1,0 2-276,0 3 0,0 4 0,0 6 0,0 3-10,0 5 0,2 4 0,0 7 1,1 2-206,0 2 1,-2-1 0,1 0 0,-1-1-135,-1-1 1,0-6 0,0 0 0,0-6-51,0-6 1,0-7 0,0-6-156,0-5 0,0-6 0,0-6 0,0-5-319,0-4 0,3-2 0,1-6 0,1 1 274,-1 1 1,2 5 0,3-2 0,1 1 34,1 2 1,-2 5-1,2 7 1,0 5 30,0 5 1,0 4 0,0 5-1,-3 6 225,-2 5 0,-2 6 0,1 2 0,-1 1 95,-1 1 1,2-1 0,-3 0 0,0 0 8,-1-1 1,1-3 0,0 3 0,0-3 108,-1-4 0,-1-7-316,0-1 1,0-8 0,0-2-1,0-7-326,0-6 0,1-7 1,0-4-1,2-2 10,1-3 0,1 1 1,2-2 161,0 1 0,3 1 0,0 4 0,1 4 0,1 4 45,2 4 0,0 6 0,-1 3 1,0 3 210,-1 6 0,-4 5 0,2 5 1,-2 4-127,-1 3 0,-2 1 0,-2 1 0,1 0-579,0 0 0,1 0 0,1-2 0,0 0-417,-1-3 1,-3-7-1,3 3 1,0-3 974,2-3 0,0-3 0,0-2 0</inkml:trace>
  <inkml:trace contextRef="#ctx0" brushRef="#br0" timeOffset="10349">2111 1559 8227,'4'-4'583,"0"0"0,3 2 1,0 0 86,0 0 0,0 1 1,0-1-1,0-3-245,0-1 1,3-2-1,-1-1 1,0-1-119,-2-1 0,0-2 0,-2-3 0,-1-1-297,-1-1 0,0 4 0,-4-2 0,-1 1 144,-3 3 1,-1 1 0,-2 4 0,1 3-24,0 1 0,0 9 0,0 4 0,0 5 300,0 4 0,1 4 0,0 3 0,2 2 293,1 0 0,1 1 0,2 0-463,0-3 0,0 2 1,1-7-1,1 0 0,3-1-1678,4-3 1,0-6-1,3-2 1,0-3-285,1-4 1,2-5-1,0-4 1,1-5 666,0-4 1,-5-2 0,3-2 1033,-1 1 0,1-5 0,0 2 0</inkml:trace>
  <inkml:trace contextRef="#ctx0" brushRef="#br0" timeOffset="10682">2522 1396 8636,'-4'-6'1135,"0"0"0,0 2-759,0 1 0,-1-2 0,-2 2 0,0 0 336,0 0 0,0 1 0,0 2 0,-1 0-317,1 0 0,0 3 0,1 5 1,1 3-168,3 2 1,1 4-1,1 2-141,0 2 0,3 0 0,3 0 0,2 0 0,2 1-36,1-1 1,-2-1 0,2-2 0,0 2-57,-3 0 0,-2-5 0,-2 4 1,-1-1-82,-2-2 0,-1-2 0,-2-3 0,-3 0-639,-1-3 1,-2-2-1,-1-2-281,-3-1 0,4-2 1,2-3-1,2-3 109,2-1 0,1-4 1,2-2-1,2-1-1188,1-1 2085,3-4 0,3 0 0,1-3 0</inkml:trace>
  <inkml:trace contextRef="#ctx0" brushRef="#br0" timeOffset="10931">2643 1382 8227,'-1'-5'0,"-1"1"1583,-3 1 1,1 1 0,-1 2-716,0 3 0,1 2 1,0 6-1,1 4-433,1 3 1,1 1 0,2 5 0,1 2-212,3 1 1,1-1-1,1 0 1,1-1-68,-1 0 0,0 0 0,-1 0 0,-1-2-154,-3-1 1,-1-7-1,-1 3 1,-1-2-339,-1-4 1,-2 0 0,-3-6-635,0-1 0,0-2 0,-1-3-94,1 0 1,1-1-1,1-1 1,4-3-13,2-1 0,3-2 0,3-2 0,1-2 1075,2-1 0,1-1 0,3 0 0</inkml:trace>
  <inkml:trace contextRef="#ctx0" brushRef="#br0" timeOffset="11498">2848 1481 8227,'0'-12'857,"0"1"257,0 1 0,-1 3 0,-1 3-332,-3 1 0,-3 1 0,-2 5 1,1 1-136,2 3 1,-3 4 0,1 2 0,1 3-279,2 3 1,2-1-1,3 4 1,-2-1-158,2 0 0,2-2 1,3-2-1,3-1-503,3-2 0,0-6 0,2-1 0,1-4-493,3-5 0,-3-6 0,2-6 310,-1-4 0,0-5 0,-4-2 0,0-1 1,1-2 289,-3 2 0,-1 2 0,-1 1 1,-2 4 124,-1 5 222,-1 6 1,-2 11 0,-2 7 0,0 3-304,0 4 0,1 1 1,1 2-619,0-1 0,0 1 0,1-4 0,1 0 57,3-1 1,1-4-1,1-2 1,1-4-1,-1-3 310,0-4 1,2-5 0,1-5 0,-1-4 390,1-3 0,-4-1 0,1-2 107,-1 1 1,-3 3-1,0 1 1,-3 1 0,0 1 930,0 2 0,-3 4 1,-1 2-1,-3 4-90,0 2 1,0 1-1,1 1 1,0 3-25,2 3 1,2 5 0,0 0 0,1 1-640,1 2 0,1-2 0,1 0-111,3-2 0,1 0 1,2 1-1,1-2-274,0-2 0,3-2 0,-2-1 0,1-3 0,1-1-716,-1-1 0,0 2 0,-3 1 1,0 2 650,-2 3 0,-3 2 1,1 5-1,-1 1 1656,-1 3 1,-5 3 0,-2 0 0,-3 3-1064,-1 0 0,-4-2 0,0 0 1,-2-4-758,-1-2 1,-1-5 0,4-1-692,1-3 1,2-3 0,3-5 0,1-1-955,1-1 1,3-3 0,4-4-1,3-3-1506,4-1 3480,-1-2 0,8-2 0,-1-1 0</inkml:trace>
  <inkml:trace contextRef="#ctx0" brushRef="#br0" timeOffset="11730">3195 1658 8502,'15'-5'445,"2"1"1,-4-1 0,3-2-1,-1-1 762,0-2 0,0-1 0,-1-3 0,-2 0-363,0 0 0,-4 0 0,-1 0 0,-3 2-513,-1 0 0,-2 0 0,1-1 0,-4 0-338,-3 1 0,-3 6 0,-2 0 0,1 2 150,-2 2 0,3 2 0,-3 3 0,0 3 393,0 5 0,1 2 1,-1 5-64,1 2 0,1 3 1,2 1-1,-1 1 1,1-1-142,0-1 1,3 1 0,0-2 0,0-1-784,3 2 0,3-7 0,3 2 0,3-4-1737,4-4 1,0-2-1,7-3-1316,1-3 0,0-3 3504,2-4 0,2-2 0,1-8 0</inkml:trace>
  <inkml:trace contextRef="#ctx0" brushRef="#br0" timeOffset="11887">3528 1665 12186,'0'7'-743,"0"-3"0,-3 2 1,-1-2-1</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2:51.072"/>
    </inkml:context>
    <inkml:brush xml:id="br0">
      <inkml:brushProperty name="width" value="0.06" units="cm"/>
      <inkml:brushProperty name="height" value="0.06" units="cm"/>
    </inkml:brush>
  </inkml:definitions>
  <inkml:trace contextRef="#ctx0" brushRef="#br0">83 26 8227,'-10'-7'130,"0"1"1,1 0 407,1 2 0,-2 1 1,2 3-1,0 1-137,1 1 1,1 3-1,2 5 1,2 4-121,1 4 1,4 4 0,2 5-1,3 1-56,2 1 1,5-2 0,0 0-270,2-2 0,0-4 0,1-4 0,0-2 0,-1-1 72,-2-1 1,-2-3-1,-4 0 1,-1 0 97,-5 0 1,-2-3 0,-4 0 9,-3-2 1,-4-1 0,-3 0 0,-2-2-252,1-1 1,-4-1 0,3 0 0,-1 0 0,0 0-572,2 0 1,1-1 0,0-1-430,3-2 0,3-2 0,5 0 1115,2-1 0,5 1 0,2 0 0</inkml:trace>
  <inkml:trace contextRef="#ctx0" brushRef="#br0" timeOffset="234">263 257 8697,'11'-6'0,"-1"1"0,2 2 0,-1 0 0,1 1 456,-2-1 1,-2 2-1,1-2 1,-2 1-93,-1 0 0,-2-3 0,-2 1 1,-1-3-160,-1-1 1,-3 0 0,-1-3-1,-2 0-46,-1-1 1,0 2-1,-1 2 1,-1 3 0,-1 3 1,2 1 0,0 2 0,1 4-56,0 3 0,1 6 0,0 4 1,2 0-269,2 1 0,1 1 0,1-1 0,0 0-237,0 0 1,1 0 0,1-2 0,3-2-600,3-2 1,2-3 0,3-4-1511,-1-3 2509,4-5 0,-2-7 0,1-5 0</inkml:trace>
  <inkml:trace contextRef="#ctx0" brushRef="#br0" timeOffset="483">443 148 8161,'0'6'369,"0"1"0,0 0 0,0 1 0,-1 1 533,-1 1 0,1 1 1,-1 3-1,1 2-702,1 1 1,0 0 0,0 1 0,0 0-87,0-1 1,0-1 0,0 2 0,0-4 727,0-3-1032,0-1 1,0-8-1,0-2 1,0-6 35,0-4 0,3-5 0,1-2 1,0-2-144,0-3 1,1 2 0,3-3 0,1 0 11,1 0 0,-1 3 1,1-1-1,0 2-322,0 2 1,-2 4-1,2-1 1,0 3 606,-3 2 0,-2 3 0,-2 4 0</inkml:trace>
  <inkml:trace contextRef="#ctx0" brushRef="#br0" timeOffset="716">597 173 8387,'0'18'336,"0"-1"1,0-2 0,0 1 0,0 0-49,0-2 1,0-1-1,0 0 1,0-2-21,2 0 0,0-4 1,1 0-1,1-3-311,0-1 1,0-1-1,2-3 1,1-3-63,2-2 1,-2-8 0,1-1 0,-2-3-204,1-1 0,-4-2 0,2-1 0,0 1 7,-2-1 0,-1 6 0,0 0 0,1 2-417,-1 2 1,0 2 0,-1 2 717,1 2 0,-2 4 0,3 5 0</inkml:trace>
  <inkml:trace contextRef="#ctx0" brushRef="#br0" timeOffset="951">731 167 8161,'5'6'96,"-1"1"1,-2 0 0,2 1 0,1 0 374,1 0 1,-2-1 0,1-1 0,0-1-143,0-1 0,2-2 1,-1 0-1,0-2-220,1-2 0,-1-3 0,-1-3 0,-2-3 36,0-1 0,-1-1 1,-2-2-1,-1 0-402,-1 1 1,1 1 0,-3 3-1,-1 2 419,-1 3 1,-1 2 0,1 4 0,0 2 70,-1 6 0,3 2 0,0 8 0,2 1 82,0 2 1,1 0-1,1 1 1,1-1-280,1-2 1,0-3 0,4-2 0,1-2-1011,0-2 1,1-5-1,1-4 1,1-2-560,0-2 0,0-2 1533,-2-4 0,-1-2 0,3-3 0</inkml:trace>
  <inkml:trace contextRef="#ctx0" brushRef="#br0" timeOffset="1200">904 180 8324,'3'6'436,"-1"1"0,1-2 0,-2 0 0,1 2 90,0 1 1,0-1 0,1 1-1,0 2-106,0 0 1,0 0 0,-2 2-1,1 0-366,0-2 1,-1 1 0,-1 1-1,0-1-163,0-3 0,0 0 1,-1-2 21,-1 0 0,0-2 0,-1-3 0,0-2 188,1-3 0,2-5 0,0-2 0,0-3 103,0-4 1,0 1-1,3-1 1,1 1-121,2-1 1,0 2 0,0 1-1,2 1-471,0-1 0,0 4 0,2-2 0,0 3-1247,0 0 0,-2 2 1634,3-1 0,0 2 0,2 1 0</inkml:trace>
  <inkml:trace contextRef="#ctx0" brushRef="#br0" timeOffset="1901">1321 109 8279,'0'7'274,"0"2"1,0-1 0,1 3-98,1 0 0,-1 4 1,1 3-1,0 2 0,-1 2 34,1 1 0,0-1 1,-1 2-1,0-3 17,2-1 1,-1-5-118,-2 0 1,2-7-227,0-2 1,1-6 0,-2-10 0,1-4-20,0-2 0,1 1 0,-1-4 0,2-1-23,1-2 0,-1-2 0,0 0 0,2 1 116,1 2 1,1 3 0,0-1 0,-1 5 73,0 3 1,0 6 0,1 0 0,0 5 52,0 5 0,-2 2 1,-1 8-1,-1 3-75,-1 3 1,0-1 0,-2 2 0,1-1-314,0 1 0,-1-3 0,0-3-146,2 0 0,2-2 0,-2-2 1,1-3-1,1-2 448,0-3 0,0-6 0,2-4 0,-1-4 0</inkml:trace>
  <inkml:trace contextRef="#ctx0" brushRef="#br0" timeOffset="2132">1597 186 7995,'-4'1'294,"0"2"1,-1 3 275,2 1 1,-2 7-1,3-1 1,0 3-205,2 2 1,1 0 0,3 1 0,3-2-288,2-2 1,2-4 0,4-3 0,2-3 40,2-3 1,0-8 0,0-5 0,-2-5-449,-2-5 1,-5-2-1,-2-1 1,-3-1 113,-3 2 0,-2 4 1,-2 1-1,-3 3 306,-3 3 0,-2 6 0,-2 0 0,-2 3-115,-1 1 1,3 2 0,-1 2 0,0 0-551,1-1 0,6 2-1964,-1-1 2537,5-2 0,2-4 0,4-2 0</inkml:trace>
  <inkml:trace contextRef="#ctx0" brushRef="#br0" timeOffset="2768">2168 71 7995,'-4'-8'-13,"0"2"0,1 0 220,-1 0 1,0 2 0,-3 0 0,1 1 561,0 2 0,-2 0-534,0 1 1,-1 5 0,0 2 0,3 2-103,3 0 0,1 3 0,2-2 1,0 2-1,0 0-380,3 1 0,0-2 1,4 5-1,-1-1 2,0 3 1,1 1 0,1 1 169,1 2 0,-1 1 1,-1-1-1,-1 1 1,-2-1 134,-2 1 0,-1-2 0,-1 0 0,-1-3 143,-1-1 1,-5-5 0,-3 0 0,-1-4-87,-2-2 1,2-4 0,-3 0-1,1-2-370,3-2 1,0-2 0,-1-4 0,3-1-163,0-1 0,5-1 0,1-2 0,1 0-203,1 1 1,2-2-1,1 0 618,1 2 0,3-3 0,3 5 0</inkml:trace>
  <inkml:trace contextRef="#ctx0" brushRef="#br0" timeOffset="3083">2271 308 7404,'6'0'270,"-2"0"1,1 0-1,0-1 177,3-1 1,0-1-1,2-4 1,0-2-288,0-2 0,-1-1 0,1-3 1,-1 0-181,-1-2 1,-4 0-1,-2-1 1,-3 1 71,-3 4 1,-1 3-1,-6 5 1,-1 0 202,-2 3 0,0 5 0,-3 4 0,2 5-112,0 5 0,2 0 1,1 1-1,0 3-35,2 1 0,4 0 0,0 0 0,3-1-239,1 0 0,2-6 1,3 2-1,4-4-684,3-3 1,3-5 0,3 0 0,4-4 88,0-1 0,0-1 1,-1-4-23,0-3 748,0-4 0,1-3 0,-1-2 0</inkml:trace>
  <inkml:trace contextRef="#ctx0" brushRef="#br0" timeOffset="3433">2470 167 7995,'-1'-4'0,"-1"0"188,-3 1 0,3 2 1,-1 3 286,3 2 1,0 5 0,0 2 0,0 1-208,0 3 1,0-1 0,0 1 0,0-1-119,0 1 1,0 1 0,0 2 0,0-1-105,3 1 0,-3-2 0,2 0 1,-1 1-131,-1-1 1,0-4 0,0 0 0,-1-2-173,-1-2 0,1-3 146,-3-1 0,1-5 0,0-2 1,0-4-18,2-4 0,0-2 0,1-2 0,1-2 63,1-1 1,1-2 0,3 0 0,-1 0 30,-1 1 0,1 2 1,1-3-1,1 1-48,2 0 1,-2 4 0,1 1 0,-1 2-293,0 0 1,0 4-1,1-1-142,0 2 1,1 3 0,-3 3 0,1 2 514,-1 1 0,-2 3 0,0-1 0,0 2 0,-1 3 0,-1 0 0,2 3 0,-1-2 0,-2-1 0,0 0 0,2 0 0,0 1 0</inkml:trace>
  <inkml:trace contextRef="#ctx0" brushRef="#br0" timeOffset="3850">2591 218 7995,'5'-4'-1007,"-1"0"974,1 2 0,-2-3 740,-1 0 0,-2 2 0,-2-1-279,-2 1 0,-4 1 0,-1 2-77,1 0 1,-2 1-1,0 2 1,0 3-1,-1 2 187,0 2 0,1 1 0,0 2 0,0 2-222,0 2 1,3 3 0,-1 1 0,4 3-201,1 0 1,1 0-1,4-1 1,1 0-375,4-2 1,3 0-1,1-7 1,2-1-536,2-2 0,-1-6 1,2-1-1,1-2-437,-1-2 0,-1-6 0,1-2 1,0-5 1229,-2-2 0,-3-1 0,1-3 0,-2 0 0</inkml:trace>
  <inkml:trace contextRef="#ctx0" brushRef="#br0" timeOffset="4199">2739 270 6459,'0'-4'2867,"0"2"-2553,0 4 1,0 2 0,0 5 0,0 2-101,0 1 0,0 3 0,0 0 0,-1 2 27,-1 1 0,1-2 1,-1 0-1,2-2 732,0-2-1024,0-3 1,0-4 0,0-8 0,2-4-191,3-5 1,0-4 0,2-3 0,0-1 108,1-1 1,0 1 0,1 1 0,-1-1-621,1 1 1,-1 3 0,0 2 0,-1 2 141,2 4 0,0 3 0,-3 1 1,0 2 609,-2 3 0,2 4 0,-3 5 0</inkml:trace>
  <inkml:trace contextRef="#ctx0" brushRef="#br0" timeOffset="4449">2899 315 8051,'3'6'161,"0"0"1,2 0 0,-1-2 197,1-2 0,1-1 0,0-1 0,1-1 34,-1-1 1,1-2-1,-1-4 1,0-4-134,1-2 1,-1 0 0,0-3 0,-2 1-265,-2-1 0,-1 5 0,-2-2 0,-1 1 196,-2 2 0,-5 5 1,-1 2-1,-2 2-13,-1 2 0,0 6 0,0 3 0,0 5 323,0 3 1,3 4-1,2 3 1,1 1-285,0 1 1,4-1 0,1 0 0,1-1-787,1 0 1,5-6 0,2 0 0,3-6-496,4-4 0,-1-5 0,4-2 1,-1-3 176,0-4 0,-1-6 0,2-5 0,-2-2 886,0 0 0,-4-1 0,0-1 0,-3 1 0,1-2 0</inkml:trace>
  <inkml:trace contextRef="#ctx0" brushRef="#br0" timeOffset="4620">3053 199 7735,'0'-13'-453,"-2"3"1091,0 2 1,0 4 0,2 4 0,0 4-333,0 4 0,1 2 0,0 3 0,2 1 117,0 1 1,-1-1 0,2 2 0,0 1-412,-1 2 0,-1-3 1,0 3-1,-2 0-150,0 2 0,3-3 1,-1 0-1,-1-1-592,0 0 1,-4-5 0,-1-1 729,-2-3 0,-3-3 0,-1-5 0</inkml:trace>
  <inkml:trace contextRef="#ctx0" brushRef="#br0" timeOffset="4785">2995 404 8051,'0'-6'212,"0"0"213,0-1 1,0 1 0,0-1 0,1 1-38,1-1 1,0 1 0,2 0 0,2 1-126,2-2 1,1 4-1,2-3 1,0 1-905,0 1 1,1-1-1,1 3 1,1 1 640,1 0 0,-2-2 0,3 0 0</inkml:trace>
  <inkml:trace contextRef="#ctx0" brushRef="#br0" timeOffset="4942">3201 340 8028,'-1'4'32,"0"-1"505,-2-1-537,1-1 0,2 5 0,0-3 0</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2:59.672"/>
    </inkml:context>
    <inkml:brush xml:id="br0">
      <inkml:brushProperty name="width" value="0.06" units="cm"/>
      <inkml:brushProperty name="height" value="0.06" units="cm"/>
    </inkml:brush>
  </inkml:definitions>
  <inkml:trace contextRef="#ctx0" brushRef="#br0">26 93 7171,'-7'0'251,"3"0"62,0 0 0,0 1 0,0 1-190,2 2 0,1 2 1,1 1-1,0 2-8,0 1 1,0 4 0,0 2 0,1 4-41,1 0 0,-1 0 0,1 0 0,-1 0-106,-1-1 1,0-4-1,0-1-162,0-3 0,0-4 0,2-6 0,1-3 64,0-4 0,-1-7 0,3-3 96,0 0 0,0-5 1,-1 2-1,1-1 0,0 0 33,0 1 0,2 2 0,-1 1 0,-1 2-5,-1 1 0,-1 7 1,2 0 67,0 3 1,-4 4 0,2 6-1,-1 3 1,0 5-18,0 2 1,-2 0 0,0 1 0,0 2 51,0-3 0,0 2 0,0-4 0,0-1-48,0 0 1,0-7-52,0 0 1,0-6 0,0-4 0,1-5 8,1-6 0,2-3 0,2-3 0,1-2-10,-1 2 0,0 0 0,2 1 49,0 2 1,-1 0-1,2 3 1,-2 3-31,-1 1 1,1 5 0,-2 6 46,0 4 1,0 7 0,-3 6 0,-1 3-152,0 3 1,-1 0-1,0 0 1,0-1-1,1 0-227,1-1 1,1-4 0,2-1 0,0-5-1007,2-4 1320,2-3 0,4-3 0,0-2 0</inkml:trace>
  <inkml:trace contextRef="#ctx0" brushRef="#br0" timeOffset="297">372 119 8333,'-6'-9'220,"-1"1"0,1 0 0,0 4 0,-1 2 145,1 1 0,-1 6 1,1 2-1,-1 2-199,1 3 0,0 0 0,2 3 0,2 0 110,1 2 0,1-1 0,0 1 0,0-2-505,0-1 1,3-6-1,2-1 1,2-1-376,2-3 0,2-2 0,-1-4 0,1-4 394,-1-5 1,-1-2 0,1-3 0,0-1 261,0 0 0,-4-2 0,2 0 0,-2 0 241,-1 1 1,-3 6 181,0 1 0,-2 7 0,-1 6-386,-1 8 1,-1 4-1,1 4 1,0 1-294,1 1 1,0-2 0,1-2 0,0 0-357,0 0 1,0-6-1,1 1 1,1-5-721,2-2 1280,2-3 0,3-3 0,1 0 0</inkml:trace>
  <inkml:trace contextRef="#ctx0" brushRef="#br0" timeOffset="465">481 138 8333,'4'1'241,"-2"1"1,-1 2-1,-1 4 1,0 1-97,0 1 1,0 1 0,0 2 0,0 0-364,0 0 1,0-1-1,0 0 1,0-1 217,0-2 0,2-5 0,2-1 0</inkml:trace>
  <inkml:trace contextRef="#ctx0" brushRef="#br0" timeOffset="626">539 74 8333,'0'-6'207,"-3"0"1,0 1 150,-1 1 0,0 2 1,3 1-770,-1 2 1,0 1 0,2 2 0,0 1-709,0 1 1119,0 0 0,3 3 0,0 1 0</inkml:trace>
  <inkml:trace contextRef="#ctx0" brushRef="#br0" timeOffset="830">597 112 8333,'0'7'188,"0"-1"49,0 1 0,0-1 0,0 1 1,0-1-81,0 0 1,0 3 0,0 0 0,0 1 22,0 2 1,0 0 0,0 0-1,0-1-336,0 0 1,0-3 0,0 0-1,0-1 161,0 0 1,0-4-190,0-3 0,0-7 0,0-5 0,3-4 5,1-2 1,0 0 0,2-4 0,1 1 126,0-1 0,1 0 0,0 2 0,1 1 87,1 3 0,-2 2 0,2 4 1,0 3 57,-2 2 1,-2 5-1,-2 2 1,-1 6 73,0 3 0,-2 5 0,1 1 0,-1 2-119,-1 0 0,0 1 0,0 0 1,0 0-851,0-2 1,0-5 0,0-1 801,0-2 0,0-1 0,0-3 0</inkml:trace>
  <inkml:trace contextRef="#ctx0" brushRef="#br0" timeOffset="1046">808 3 8333,'0'-2'452,"0"2"0,0 2 0,0 6 0,0 1-297,0 4 1,0 1 0,0 4 0,0 3-217,0 1 1,0 0-1,0 3 1,0-1-48,0 1 0,0-3 0,0 0 1,0-1-416,0-3 1,-2-5 0,-1-1 522,0-2 0,-1 1 0,-3-1 0</inkml:trace>
  <inkml:trace contextRef="#ctx0" brushRef="#br0" timeOffset="1214">783 170 8333,'0'-6'207,"0"-1"0,0 3 0,3 1-108,1 0 0,0 1 0,2 2 1,1 0 6,0 0 0,3 0 0,1 0 0,1 2-253,1 3 1,-1-2 0,1 1 146,0-1 0,0 4 0,0 1 0</inkml:trace>
  <inkml:trace contextRef="#ctx0" brushRef="#br0" timeOffset="1480">956 151 8333,'0'-6'-50,"-3"0"1,-1 1 243,1 1 1,-3 2 0,2 0 0,-2 1 203,0 1 0,1 4 1,0 2-1,-1 5-167,1 3 1,0 0 0,-1 3 0,2-1-133,2 1 1,1-3 0,1 1 0,0-2-80,0-3 0,1 0 0,1-5 1,2 0-354,2-3 0,1-2 1,1-2-1,1-4-137,1-4 0,-1-1 0,1-7 0,0 1 393,0-2 0,-2 1 1,0 0-1,-1 0 3,0 0 1,-4 6-1,-1 1 448,-1 3 1,-1 6 0,0 2-45,0 6 1,0 3 0,0 4 0,0 1-562,0 1 1,0-3-1,0 1 1,0 0-549,0-1 1,0-3 0,1 0-633,1-2 1411,-1-2 0,7-5 0,-1 0 0</inkml:trace>
  <inkml:trace contextRef="#ctx0" brushRef="#br0" timeOffset="1657">1039 164 8333,'0'-4'443,"0"2"-207,0 4 1,0 3-1,1 3 1,0 3-462,2 4 1,-1 1 0,-2 3-1,2-2-1299,0 1 1524,0-4 0,1 4 0,0-1 0</inkml:trace>
  <inkml:trace contextRef="#ctx0" brushRef="#br0" timeOffset="1823">1071 125 8333,'-3'-6'188,"1"2"1,-3 0-183,0 1-364,4 1 358,-2 2 0,6 3 0,0 0 0</inkml:trace>
  <inkml:trace contextRef="#ctx0" brushRef="#br0" timeOffset="1997">1123 151 7890,'0'7'127,"0"2"0,0-2 1,0 1-1,0-1 394,0 0 1,0-1-1,0 1 1,2 1-304,0 1 1,2 2 0,-2-1-1,0 1 11,1 0 0,-1-1 0,1 1 1,0-1-356,-1-1 0,-2 0 0,1-4-236,1 0 1,0-2 0,1-5 0,0-2 321,-2-5 1,2-4-1,0-3 1,1 0 20,1-2 0,-2-1 0,1 1 0,1 1 14,1 2 1,0 3 0,-1 3 0,-1 1 129,1 3 1,-1 2-1,0 2 1,0 2-137,0 4 0,-1 5 0,-1 4 0,0 2-580,-1 1 1,0 4 590,-1 0 0,0 1 0,0-3 0</inkml:trace>
  <inkml:trace contextRef="#ctx0" brushRef="#br0" timeOffset="2169">1315 292 7995,'0'0'0</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2:58.421"/>
    </inkml:context>
    <inkml:brush xml:id="br0">
      <inkml:brushProperty name="width" value="0.06" units="cm"/>
      <inkml:brushProperty name="height" value="0.06" units="cm"/>
    </inkml:brush>
  </inkml:definitions>
  <inkml:trace contextRef="#ctx0" brushRef="#br0">39 147 8273,'-6'-7'-147,"-1"1"0,1-1-646,0 1 1,2 0 792,2-1 0,-2 1 0,1-1 0</inkml:trace>
  <inkml:trace contextRef="#ctx0" brushRef="#br0" timeOffset="332">33 172 8212,'-4'7'-4,"1"-3"993,1 0-509,1-2 0,-2 0-372,3-4 1,1-3 0,1-3 0,2-3-268,2-1 0,0-1 1,1 0-1,-1 0 68,1-2 1,-1 1 0,1-1 0,1 2 39,0 0 0,1 0 0,-3 1-128,1 1 1,-3 5 0,0 5 284,-1 2 0,-1 6 1,-2 6-1,0 4-81,0 4 0,0 0 0,2 3 0,1 1-148,0 0 0,-1-3 1,3 0-1,0-2 123,0-1 0,5-7 0,0 0 0</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3:02.901"/>
    </inkml:context>
    <inkml:brush xml:id="br0">
      <inkml:brushProperty name="width" value="0.06" units="cm"/>
      <inkml:brushProperty name="height" value="0.06" units="cm"/>
    </inkml:brush>
  </inkml:definitions>
  <inkml:trace contextRef="#ctx0" brushRef="#br0">13 103 8096,'-4'6'549,"0"1"-291,2 2 1,-1 1 0,4 3-1,1 3-10,3 3 1,1 5-1,3 4 1,2 4-136,3 3 1,0-5-1,1 1 1,1-5-149,1-5 0,0-10 0,1-4 0,0-7 1,-2-7 1,-1-4 0,-2-10 0,1-4 24,-2-2 1,-4-4 0,1-3 0,-2-1-165,-1 1 0,-1 3 0,-2 0 0,0 3 26,-1 3 1,-2 5 0,0 2-1,-3 6-43,-1 5 1,1 5 0,-1 0-1,0 4-342,1 2 1,1 2-1,0 0 532,2 0 0,2 4 0,2 0 0</inkml:trace>
  <inkml:trace contextRef="#ctx0" brushRef="#br0" timeOffset="266">449 0 8142,'-6'12'270,"0"0"1,-1 0-1,2 6 1,0 0 268,3 3 0,1-3 1,1 2-1,1-1-226,1-1 0,3-4 0,2 1 0,2 1-199,-1 2 1,0-1-1,-1 0 1,0-1-180,-1 0 0,-2 1 1,0 0-1,-2-2-133,-1-2 0,-2-3 1,-1-2-1,-3-2-116,-3-2 0,1-2 1,-1-1-1,0-2-388,-1-4 0,4 0 1,-1-2 701,0 1 0,0-4 0,0 0 0</inkml:trace>
  <inkml:trace contextRef="#ctx0" brushRef="#br0" timeOffset="701">603 205 10404,'1'4'441,"1"-2"0,0-1 0,1-2 1,1 0-378,-1-1 1,1-3 0,1 1 0,-1 0-61,1-1 1,-1 3 0,0-2 0,1 0-144,1 0 0,0-2 1,1 2 79,-1-2 1,0 0 0,-1 0 0,-1-1-28,1 1 0,0-3 0,-1-2 0,-2-1-14,-1-1 1,-1 0-1,-1 0 1,-1 1-1,-2 1 203,-2 3 0,-2 4 0,-2 1 0,0 3 192,-1 0 0,1 5 1,0 4-1,1 3 63,1 3 1,2 1 0,1 4-207,3-1 1,-1 2-1,1 1 1,1-2-388,3 0 0,0-2 0,4-1 0,2-4 0,1-1-1105,2-3 1,-1-4-1,1-2 1340,0-3 0,4-5 0,2-2 0</inkml:trace>
  <inkml:trace contextRef="#ctx0" brushRef="#br0" timeOffset="966">770 77 8205,'0'7'964,"0"1"0,0 1-427,0 1 0,0 0 0,0 2 1,0 2-288,0 2 1,0-1 0,0 4 0,0 1-371,0 0 1,2-2 0,0 0-1,0 1-61,-1-2 0,-1-4 1,0-1-1,-1-2-40,-1-2 0,0-5 149,-2-5 1,3-3-1,-2-7 1,3-3 226,0-3 1,0 0 0,3-2 0,1 1 26,2 2 1,2 2 0,1-1-1,1 0-277,-1 2 1,2-1 0,0 2 0,1-1-527,1 2 0,0 4 0,0-1 0,-1 2-997,1 0 1618,0 4 0,0-3 0,0 3 0</inkml:trace>
  <inkml:trace contextRef="#ctx0" brushRef="#br0" timeOffset="1519">1168 51 7992,'6'-5'-303,"1"0"0,-3 0 192,0 3 0,0-2 0,2 1 1479,-2 0-473,-1 1 1,-1 0-442,1 4 1,1 5 0,-2 3 0,0 1-202,1 2 0,-2 2 0,1 5-130,-1 2 0,-1 3 1,0 0-1,0 1-425,0 1 0,0 0 1,0-1-1,0-2 0,0-2-1539,0-5 1,0-6 1084,0-2 0,2-9 756,3-4 0,0-7 0,2-6 0</inkml:trace>
  <inkml:trace contextRef="#ctx0" brushRef="#br0" timeOffset="1783">1386 58 7992,'-6'1'243,"-1"1"1,1-1 0,1 3 0,1-1 178,-1 1 1,-1-1 0,0 2 0,0 0-218,-1 0 0,1 1 0,-1 2 0,1 1-16,0 1 0,-1 1 0,1 2 1,-1-1-45,1 1 1,2 0-1,0 0 1,1-1-2,2-1 1,0-2 0,2-3 0,1 1-342,2-1 0,3-2 0,0-2 0,3-1 56,0-1 1,-2 0 0,3-1-254,0-1 1,-1-2 0,1-2-1,0-1 1,-1 0-3141,1-1 3534,-3 1 0,1-3 0,-2 4 0</inkml:trace>
  <inkml:trace contextRef="#ctx0" brushRef="#br0" timeOffset="2033">1456 186 7949,'7'4'203,"-1"-1"0,1-3 452,-1 0 0,1-1 1,-1-1-550,0-3 1,0-1-1,-1-2 1,-1-2-109,-2-2 0,1 1 0,-3-4 0,0 1-52,0 1 1,-3 1-1,-2 2 1,0 1 267,-2 2 1,1 3-1,0 2 1,-1 2 49,1 2 0,1 5 0,2 3 0,0 3 19,2 2 0,0 2 0,1 2 0,0 0-184,0 0 0,2-1 1,2 0-1,1 0-861,2 0 0,1-3 0,0-1 0,1-1-368,1-3 0,0-4 0,1 0 1130,-2-3 0,1-3 0,0-4 0</inkml:trace>
  <inkml:trace contextRef="#ctx0" brushRef="#br0" timeOffset="2434">1636 116 7980,'0'-7'105,"-1"1"563,-1 2 0,2 1 286,-3 0 1,3 3-686,3 0 1,-2 4-1,3 4 1,2 1-170,2 1 1,-1-1 0,1 1-1,0 0-572,-2 0 0,3-2 1,-1 2-1,0-1-2514,-1-1 2986,-1-3 0,1 0 0,-1-1 0</inkml:trace>
  <inkml:trace contextRef="#ctx0" brushRef="#br0" timeOffset="2655">1803 51 9559,'-4'7'316,"2"-1"0,-1-1 0,0 1 0,1 2 312,-1 4 1,0 1 0,1 5 0,-2 4-264,1 2 1,-2 4 0,2 5 0,0 1-782,0 0 1,-1-4 0,2-4 0,0-3-631,2-4 1,0-7 1045,2-1 0,2-9 0,2-3 0</inkml:trace>
  <inkml:trace contextRef="#ctx0" brushRef="#br0" timeOffset="3068">1944 122 7968,'0'-9'42,"0"1"0,1-2 0,0 1 284,1 1 1,0 3 0,-1 1-49,1 1 1,0 1 0,1 4 0,0 2 98,-2 5 1,2 3 0,0 3-1,0 2-217,0 4 0,0 0 0,-2 4 0,1-1-278,0-2 0,1-1 1,-1-2-963,-1 0 0,0 0 0,0-3 1080,1-3 0,-2 0 0,3-3 0</inkml:trace>
  <inkml:trace contextRef="#ctx0" brushRef="#br0" timeOffset="3297">2059 26 7914,'-2'-4'870,"-2"1"-1030,-2 3 0,1 0 0,2 1-12,0 1 1,1 2-1,2 2 1,0 1-1384,3-1 1555,-3 0 0,9 1 0,-2-1 0</inkml:trace>
  <inkml:trace contextRef="#ctx0" brushRef="#br0" timeOffset="3498">2168 96 7914,'0'11'-160,"0"0"1,0 0 111,0 1 0,-2 2 0,-2 0 0,0 2 791,-1 0 1,3-1 0,-2 1 0,-1 1-391,-1-1 0,2-4 1,1 0-1,-1-2-154,0-2 0,3-3 1,-1-2-375,1-2 1,4-3 0,1-8 0,0-2 28,0-5 0,0-4 0,3-3 0,0-1-265,1-3 1,0 4 0,2-1 0,0 2 381,-3 2 0,3 4 0,-1 2 0,0 2 101,0 3 1,2 4-1,-2 7 1,-1 5-44,-1 6 0,-1 5 1,0 3-1,-1 3-54,-1 2 0,-3-2 0,2 3 0,-1 0-525,1-2 0,-1-5 0,1 0 0,0-3 550,1-2 0,1-3 0,-1-2 0</inkml:trace>
  <inkml:trace contextRef="#ctx0" brushRef="#br0" timeOffset="4283">2592 77 7962,'0'-6'0,"0"1"0,-1 2 236,-1 0 0,1 2 0,-1 3 0,1 5-5,1 3 1,0 5 0,1 2 0,1 2-77,0 2 1,2-1-1,-1 2 1,2-2-173,3-1 1,-1-3-1,1-1 1,-1-3-14,2-3 0,2-3 1,0-8-1,1-2-323,1-5 0,-2-8 0,-1-4 1,-1-3 100,-1-2 1,-1 0 0,-1 1-1,-2 0 207,-2 1 0,-1 5 1,-1 5 108,0 2 0,0 7 1,0 6 211,0 7 1,0 3 0,2 5 0,1 0-124,0 1 1,2-1-1,0 1 1,0-1-128,0 0 0,-1-4 0,2 1 0,1 0-847,-1-1 0,0-4 0,1 0 821,-1-3 0,1-2 0,-1-3 0</inkml:trace>
  <inkml:trace contextRef="#ctx0" brushRef="#br0" timeOffset="4565">2912 26 8005,'0'-7'2,"-2"5"1,-3 2 212,0 3 0,-2 5 1,2 1-1,0 0-57,0 1 0,4 0 0,-1-1 1,1-1-265,1 2 0,0 0 1,1 3-1,1-1 81,2 1 0,3 1 0,0 0 0,2 2 9,-1 3 1,0-3-1,-1 2 1,0-1 204,-1 0 1,-4-5 0,0 2-1,-2 0-15,-2-1 1,0-5-1,-4 1 1,-1-2-221,0-2 0,-1 0 0,2-1-179,0-2 1,0-2-1,2-2 1,1-3-1971,0-3 2195,2 1 0,-4-5 0,1 2 0</inkml:trace>
  <inkml:trace contextRef="#ctx0" brushRef="#br0" timeOffset="4832">3002 167 8053,'4'0'522,"1"1"1,-3 1 0,0 2-308,1 2 0,-2 3 0,3 2 0,-1 1-145,-2 3 1,0 0 0,-1 1 0,0 0-115,0-2 0,0 0 1,0-2 3,0-2 0,0-2-21,0-4 1,-2-8 0,0-3 0,0-4-17,2-1 1,0-4-1,0 0 1,2-2-20,3 1 0,-2 0 1,1-1-1,1 1-279,1 2 0,1 0 0,-1 2 0,0 0-306,1 3 1,1 2 0,-1 2 680,-1 2 0,1-2 0,3 3 0</inkml:trace>
  <inkml:trace contextRef="#ctx0" brushRef="#br0" timeOffset="5164">3150 141 8053,'0'7'0,"0"1"0,0 1 0,0 1 149,0-1 1,0 0 0,0 0 0,0 1 44,0 3 1,0-3 0,0 0 0,0 0-96,0 0 0,0-1 0,0 1-126,0-1 1,0-3 0,1-3 12,1-2 1,-2-2 0,3-7 0,-1 0 12,0-3 1,3-2-1,-2-1 1,-1-1-2,1 1 1,2 0 0,-3 2 0,1 1 90,0 0 0,2 3 0,-1-2 0,0 0-77,0 3 1,0-1 0,1 2 0,-1 0 1,1 2 0,1 2 0,-1 4 1,0 4-26,0 4 0,-2 2 0,2 6 0,-1 2-57,-1 0 0,0 0 0,-2 0 0,1 1-408,0 0 1,0-2-1,1-4 1,0-2-1210,0-3 1685,-1-3 0,1-2 0,1-1 0</inkml:trace>
  <inkml:trace contextRef="#ctx0" brushRef="#br0" timeOffset="5465">3374 173 8053,'-6'-2'317,"-1"0"0,3 0 1,0 2-1,-1 0-33,-1 0 0,2 0 0,0 1 0,2 1-59,0 2 0,1 2 0,-1 0 0,0 1-82,1 2 1,0-2 0,2 1 0,1 0 95,2-2 0,0 0 0,0-1 1,1-2-508,1 0 0,2-1 0,1-2 0,-1-3-210,-1-1 1,0-2 0,0-1 0,1-1 475,0 0 1,-5-1-1,4 2 1,-2-1 78,1 3 1,-2 2 149,1-1 0,-2 3 0,1 1 0,-1 4-272,-3 4 0,0 0 0,0 2 0,1 0-615,1 0 1,-1-2 0,1 3-1806,-1 0 2465,2-4 0,0-1 0,4-6 0</inkml:trace>
  <inkml:trace contextRef="#ctx0" brushRef="#br0" timeOffset="5915">3490 167 8850,'-4'1'542,"2"1"1,1 2-335,1 2 1,0 1 0,0 1 0,1 1-173,1 1 0,-1 1 0,1 1 0,-1-2-37,-1-1 0,2-2 0,0 0-300,-1-1 0,3-3 217,0-3 1,0-5-1,-1-4 1,1-1 59,0-2 1,-1 0 0,2 0 0,-1 1 89,-1 0 0,1 2 1,-1-1 56,0 1 1,-1 1-20,3 4 1,-2 2 0,1 4-1,-1 3-67,-3 3 1,1 0 0,0 2-1,2 1-55,-2-1 1,0 0 0,-1-3-1,2 1-153,0 0 0,0-5 131,-2 4 1,3-6 0,1-2 4,-1-4 1,2-2 0,-2-4 0,1-1 68,1 0 0,1 0 0,2-1 0,0 0 140,0 0 0,0 3 0,0 2 0,0 1 56,0 3 1,-3 1 0,-1 3-1,1 1-141,-2 1 1,0 4-1,-3 5 1,0 1-307,0 1 0,0 0 0,0 0 0,0-1-266,0 1 1,0-2-1,0 0-1048,0 0 0,0-4 1531,0 0 0,0-5 0,0 1 0</inkml:trace>
  <inkml:trace contextRef="#ctx0" brushRef="#br0" timeOffset="6166">3746 199 8053,'7'-4'186,"-1"2"0,1-1 0,-2 1 0,1-2 264,0-1 1,-1-1-1,3 0 1,-2-1-213,-2 1 0,0-1 1,2-1-1,-2 0-337,-1 0 0,-3 1 0,0 0 1,0 1 53,0-1 1,0 4 0,-3 1 0,-3 1 50,-2 1 1,0 3 0,1 3 0,1 3 351,-1 1 0,1 1 0,0 3 1,1 0-26,1 0 1,3-2 0,-2 3 0,3-3-315,3-2 0,0-1 0,4 1 1,2-2-1203,2-2 1,3 0-1,1-4 1183,2-1 0,3-3 0,3-1 0</inkml:trace>
  <inkml:trace contextRef="#ctx0" brushRef="#br0" timeOffset="6883">4240 173 8282,'-6'-6'39,"-1"-1"1,1 2 0,0 0 0,-1 0 109,1 0 1,1 2-26,1-1 1,2 2-1,-2 2 1,2 2-1,0 6-71,1 1 1,1 1 0,0 3 0,0 0-13,0 0 1,1 0 0,1-1-1,2-1-114,-1-3 0,3-1 1,-2 0-1,2-2-22,1 0 0,-1-3 1,1-4 22,2-3 0,-2-3 0,3-4 0,0-1 0,0-2-24,-1 1 0,0 0 0,-3 1 1,0 1 88,1 1 1,-2 2 0,0 3 260,0-1 0,-3 5 0,1 2 9,0 6 0,-1 3 0,-2 5 1,1 0-156,1 1 1,-1 1 0,2-3 0,-1 1-324,0-2 0,2-3 0,-1 0 0,1-1-459,1-5 1,-2-1 0,2-3 0,0-1 72,0-3 0,2-1 601,-1-3 0,-2-1 0,-1-2 0</inkml:trace>
  <inkml:trace contextRef="#ctx0" brushRef="#br0" timeOffset="7481">4413 167 8298,'0'-10'-23,"3"1"1,-2 6 0,1 3 390,-1 3 1,-1 4 0,0 1 0,0 3-181,0 1 0,0 1 0,0 0 1,0 0-58,0-1 0,0-1 0,0-1 0,0 0-174,0 0 1,0-4-1,1-1-165,1-1 0,1-2 0,3-3 0,0-4 67,0-3 0,-1-4 0,4-3 0,0-2 140,-1-2 0,4 2 1,-2 1-1,0 2 59,-2 2 0,-1 4 0,0 2 85,-1 3 1,0 4 0,-2 2 0,-1 4-56,0 3 1,-2-2 0,1 2 0,-1 0-212,-1 0 1,0-2 0,0 0 0,2 0-512,0-2 1,1 0 221,-1 1 0,-1-4 1,3-1-1,-1-4 136,1-2 1,-2-2 0,2-3 0,-1-2 209,1-1 1,-2-1 0,1-1 0,1-1 93,0 0 0,-3 4 0,1 0 1,0 1 240,0 0 1,-2 2-1,3 5-7,0 0 1,-1 2 0,2 3 0,0 3 177,0 3 1,1 2 0,-1 2 0,0 1-130,0 0 0,-1-2 1,0-1-1,1 1-183,-1-1 1,-1 2-1,0-3-108,-1 1 1,-1-5 0,-1 1-113,-1-2 0,-3 0 1,-2-2-1,-3 0-239,0 1 0,0 1 0,-3 2 0,1 1 249,1-1 1,0 1-1,2 1 202,1 0 0,2 4 0,1-1 0,1 0 0,1 0 37,2 0 0,3-3 0,2 0 1,3-3 177,1 0 0,0-4 0,3 1 0,0-4-397,1-2 1,0-4 0,-1-1 0,1-2-373,0-3 0,-2 2 1,1-3-1,-2 1-285,1 1 0,-3 1 0,1-1 0,-1 3 719,-3 1 0,2-1 0,-3 0 0</inkml:trace>
  <inkml:trace contextRef="#ctx0" brushRef="#br0" timeOffset="7848">4875 212 8227,'-1'-7'-589,"-1"1"0,2 0 1,-2-2 595,1 0 1,1 1 0,0-2 0,0 2 511,0 1 1,0-1 1115,0 1-1208,0 2 0,0 5 1,0 5-1,-1 5-208,-1 3 0,1 1 0,-2 4 1,1 1-147,0 3 0,-2 0 1,1 2-1,0 0 9,0 1 0,-1-5 0,2 3 1,0-4-1238,2-1 0,0-5 195,0-3 1,0-7-1,0-5 356,0-4 0,2-7 604,0-3 0,3-3 0,-1 2 0</inkml:trace>
  <inkml:trace contextRef="#ctx0" brushRef="#br0" timeOffset="8114">4862 205 8227,'3'-9'-52,"-2"4"0,1-1 0,-1 0 291,-1 0 0,1 2 0,0 0 26,1-1 1,1 2 0,-2 0 0,2 1-13,1 0 1,0-1-1,2 1 1,1 0-179,-1-2 1,3 2 0,0-2 0,0 2-120,1 0 0,1 1 0,-1 1 0,1 0-111,-1 0 0,-2 1 1,1 1-1,-3 3 61,-2 3 1,-1 0 0,-3 3 0,0 0 171,0 1 0,-3-1 0,-1 0 1,-2-1 37,0 0 1,-2 2-1,-1-4 1,0 0-277,0-1 0,1-3 0,-2-1 0,1-1-1067,1 0 0,1 0 305,1-2 922,2-3 0,1 0 0,3-4 0</inkml:trace>
  <inkml:trace contextRef="#ctx0" brushRef="#br0" timeOffset="8498">5042 173 8227,'-1'5'-72,"-1"-1"0,-1 1 317,-1 1 1,-1 0 0,2 0 0,0 1 204,-2 2 0,2 0 1,0 3-1,1-1-240,0 3 1,-1-3-1,3 3 1,0-2-24,0 0 0,1-4 0,1 0 0,3-3-417,0-3 1,2-1 0,1-2 0,1-2 52,-1-3 1,0-4-1,-1-4 1,2-2-40,-1 0 1,-1-1 0,-1 0 0,1 2 117,-1 2 0,-2 1 0,1 2 0,-1 3 60,0 2 1,-1 4 0,-1 1 0,2 5 158,-1 5 0,1 1 1,-3 6-6,1-2 0,3 2 0,0-2 0,0 0 0,1-2-21,-2 0 1,2-5-1,-2-2-50,2-3 0,1-1 0,-2-5 0,0-4-32,-1-3 1,-1-2-1,1-1 1,1-2-153,1 0 1,-2 0-1,-1 3 1,1-1-431,0 0 0,-2 2 1,2 1 61,1-2 1,-1 5 0,-1 1 0,1 1 82,-1 1 1,-1-2 423,3 2 0,-1-2 0,2 0 0</inkml:trace>
  <inkml:trace contextRef="#ctx0" brushRef="#br0" timeOffset="8815">5311 58 8227,'6'-4'384,"-2"-1"0,-1 5-97,-3 0 1,0 3 0,0 6 0,0 2 177,0 3 1,2 3 0,0 4 0,0 1-190,-1 1 1,-1-2 0,0 2 0,2-1-259,0-1 1,1-5-1,-2-3-733,1-1 1,3-3 512,-3-5 1,-1-5-1,-3-1 1,-2-3-16,-2 1 1,0-2 0,-2 3 0,1-1-37,-2 2 0,-2 1 0,3 2 0,-1 1 422,0 2 1,2 3 0,-2 1-1,3 3 561,2 1 1,0 0-1,3 0 1,-1-2-444,0-1 1,4 0-1,3-4 1,1 0-278,2-3 0,1-2 1,2-1-1,2-3-313,1-2 0,-2-2 1,3 1-1,-2-1-1366,0 0 0,0-3 0,-1 3 1669,-1 2 0,4-3 0,-2 2 0</inkml:trace>
  <inkml:trace contextRef="#ctx0" brushRef="#br0" timeOffset="9049">5459 289 8227,'-3'9'80,"-1"-1"0,-2 2 1,0 0 336,-1 0 0,3 3 1,0 4-1,-2 3-57,-2 1 0,1 0 0,-2 4 0,2 0-971,1 2 0,0-5 611,-1 4 0,1-7 0,-1-1 0</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3:28.428"/>
    </inkml:context>
    <inkml:brush xml:id="br0">
      <inkml:brushProperty name="width" value="0.06" units="cm"/>
      <inkml:brushProperty name="height" value="0.06" units="cm"/>
    </inkml:brush>
  </inkml:definitions>
  <inkml:trace contextRef="#ctx0" brushRef="#br0">19 270 10545,'10'0'448,"-3"-1"1,4-1-1,1-2-286,0-2 0,1-3 0,-1-2 0,1-2-201,0-2 1,-3 1-1,-2-2 1,-3-1-308,-3 1 0,-2-1 0,-3 1 0,-3 2 132,-4 3 0,-2 5 0,-1 1 454,0 1 0,-2 5 1,0 4-1,1 3 0,2 3 82,2 3 1,4 3 0,0 4 0,1 2-25,1 2 0,1-3 0,4 3 1,1-2-388,2 0 0,3-2 0,1-1 0,3-4-849,1-3 1,3-5-1,0-2 1,0-3-422,1-2 0,-3-5 1359,2-2 0,-1-3 0,-2-4 0</inkml:trace>
  <inkml:trace contextRef="#ctx0" brushRef="#br0" timeOffset="349">212 154 8068,'-4'5'662,"0"-1"-61,1 1 0,0 1 0,2 0 1,-1 1-16,0 2 1,2-1-1,0 4 1,0 3-258,0 0 1,0 1 0,2 2 0,0 2-159,-1 0 1,2 1-1,-1-2 1,0 0-147,1-3 0,-1-6-315,2 1 1,-3-8 0,2-4 0,-1-6-21,0-5 1,3-2 0,-2-5 0,0-2 124,2-2 0,1-1 0,0-4 0,1 2-132,-1 0 0,1 5 0,-1 1 0,0 2 282,1 2 1,-1 2 0,1 4 355,-1 4 1,-2 6 0,0 6 0,-1 4-126,1 2 1,-3 5 0,2 1 69,-3 3 1,2 0-1,1-1 1,0 0-757,0 0 0,0-1 1,-2-6-1,2-1 0,1-2-688,1-2 0,-2-4 1178,1-2 0,1-7 0,1-2 0</inkml:trace>
  <inkml:trace contextRef="#ctx0" brushRef="#br0" timeOffset="597">488 103 8068,'-7'-3'475,"0"2"0,-1-1 0,-1 2 168,-1 0 0,2 0 1,0 2-1,0 3 82,2 0 0,0 3 0,0 0 0,1 4-281,1 2 0,2 0 0,1 3 0,2 1-425,1 0 1,3 0 0,0 0 0,2 1-288,1-2 1,4-4 0,-2-1-1,0-2-300,1-2 0,0-4 0,1-1 1,-1-3-1043,0-3 0,-2-3 0,1-5 1,-1-1 1609,-1-3 0,-4 1 0,-1-2 0</inkml:trace>
  <inkml:trace contextRef="#ctx0" brushRef="#br0" timeOffset="847">571 141 8068,'0'-3'980,"-1"0"0,0 4-326,-1 1 0,0 1 0,2 5 0,0 0-282,0 3 0,0 1 1,0 2-1,0 0-238,0 4 0,0 0 0,0 1 0,0 1-133,0-1 1,-3-4-1,1-2 1,1-1 68,0-2 0,1-5 1,0-2-107,0-5 0,0-1 0,0-10 0,0-1 126,0-4 1,1 1-1,1-3 1,2-1-305,2 1 1,-1 2 0,0 2-1,1-1-353,1 1 1,-1 3 0,3 0 0,-2 1-397,-1 2 0,1 3 0,-1 3 0,1 2 963,-1 1 0,-2 1 0,-2 0 0</inkml:trace>
  <inkml:trace contextRef="#ctx0" brushRef="#br0" timeOffset="1085">686 180 11100,'1'4'695,"1"-2"1,2-2 0,2 0 0,1 0-1296,-1 0 1,1-2-1,1-3 1,1 0-555,-2-2 1,1 1 0,-2-1 0,1 1 1153,2-1 0,-4-1 0,4-1 0,-3-2 0,3 1 0</inkml:trace>
  <inkml:trace contextRef="#ctx0" brushRef="#br0" timeOffset="1325">808 77 8068,'-3'13'483,"1"-2"0,-3 0 1,0 1-4,0 2 0,0 3 0,-1 4 0,1 1-160,1 1 1,2 1 0,0 2-1,1 1 193,1 0 1,0-2-1,0 2 1,1-2-1081,1-4 0,0-7 0,4-4 0,1-4-1401,0-4 0,0-3 1968,0-3 0,-1-6 0,1-6 0</inkml:trace>
  <inkml:trace contextRef="#ctx0" brushRef="#br0" timeOffset="1504">924 122 8068,'-4'3'0,"2"1"1427,1 2 0,-1 1 1,0 2-1,0 2-685,-1 3 0,2 4 0,-1 2 0,2 2-629,0 1 1,0 1 0,0 1 0,0-2-789,0-2 0,0-1 0,0-2 0,0-2-4331,2-3 1724,-1-5 3282,2-1 0,-3-13 0,0-5 0</inkml:trace>
  <inkml:trace contextRef="#ctx0" brushRef="#br0" timeOffset="1814">905 180 8068,'3'-13'-559,"0"1"1,-1 1 1345,0 0 1,3 3-1,-1 0 1,3 0-389,1 2 1,0 0 0,0 2-1,0 2 269,1 1 0,-2 2 0,3 1 0,0 3-317,-3 3 1,-2 2 0,-1 3 0,-1 2-271,-2 0 1,0 0-1,-1 0 1,0 0-596,0 2 1,0-3-1,-1 0 1,-1-2-561,-2-1 0,0-5 0,0-1-2191,-1-1 3265,2-2 0,-3-8 0,3-1 0</inkml:trace>
  <inkml:trace contextRef="#ctx0" brushRef="#br0" timeOffset="2043">1110 7 8068,'0'9'458,"2"-1"0,0 3 0,-1 0 733,0 1 0,-1 1 0,0 0 1,0 1-535,0 3 1,0 0 0,0 5 0,0-2-533,0 2 1,2-4 0,0 3 0,0 0-966,-1 1 1,-1-5 0,0-2 0,0-1-4103,0-3 4942,0-5 0,-3 0 0,-1-6 0</inkml:trace>
  <inkml:trace contextRef="#ctx0" brushRef="#br0" timeOffset="2259">1058 212 7968,'0'-4'1089,"0"-1"0,3 4 0,2-2 0,1 1-271,3 0 1,1-2 0,5 1-1,2-1-1362,2-1 1,1 2 0,0-1 0,3 1 543,-1-1 0,-1 0 0,1-3 0</inkml:trace>
  <inkml:trace contextRef="#ctx0" brushRef="#br0" timeOffset="2700">1488 84 7855,'4'-1'-1502,"-1"0"3106,-1-2-1123,-1 1 0,2 3 0,-3 1 0,0 3-91,0 3 1,0 2-1,0 3-232,0 0 0,1-1 0,0 2 1,1 1-1,0 2-95,-2 2 1,0 0-1,0-1 1,0 0-386,0-1 0,0-2 1,0 1-698,0-2 0,0-1 0,0-4 1019,0 1 0,-2-2 0,-2 1 0</inkml:trace>
  <inkml:trace contextRef="#ctx0" brushRef="#br0" timeOffset="3047">1546 77 7855,'0'-3'1140,"-1"0"0,0 4 0,-1 1-719,0 2 1,2 5 0,0 1 0,0 3-263,0 2 0,2 2 1,3 4-1,0 1-49,2 1 1,0-3-1,1 2 1,1-2-214,1-1 0,-2-5 1,0-2-1,-1-4-246,0-5 1,-1-2-1,1-4 1,-2-3 124,0-4 0,0-5 1,-1-3-1,0-3 107,1-2 0,-3-3 1,1 0-1,1-1 112,-1 2 0,2 4 0,1 0 0,0 3 195,1 1 0,-2 7 0,1 2 1,4 4 0,-3 5 0,0 5 0,0 4-32,0 5 0,-3 3 1,2 3-181,0 0 0,-1 4 0,0-1 0,-2-2 1,1 0-549,-1 0 1,0-4 0,0 2-2061,0-5 2629,-1-1 0,1-1 0,0 0 0</inkml:trace>
  <inkml:trace contextRef="#ctx0" brushRef="#br0" timeOffset="3364">2155 52 8185,'0'-7'0,"-3"0"547,-1-1 0,0 2 0,-3-2-156,-2 0 0,1 3 1,-2 3 130,1 1 1,4 5 0,-1 2 0,3 5-190,1 3 0,2 6 1,0 3-1,0 3-231,0 2 1,0-1-1,0 3 1,0 1 23,3 0 0,-1-6 1,3 4-1,-1-5-518,-1-2 0,1-6 0,-2-3-4967,0-3 5359,-2-5 0,-2-8 0,-2-4 0</inkml:trace>
  <inkml:trace contextRef="#ctx0" brushRef="#br0" timeOffset="3714">2040 238 7965,'-4'0'1209,"1"3"1,6-1 0,2 3-1,1-3-1436,2-1 0,2-1 1,3-1-1,1-1-1,1-3 1,-2-1 0,3-2-1,-1-1-629,0-1 0,-2 1 1,-3-1-1,-1 1 26,-1 1 1448,-1 1 0,-4 6 1,-3 4-1,-3 5 222,-1 5 0,-1 3 1,3 2-1,1 0-306,0-1 0,1-2 1,1 1-1,1-2-363,2-2 1,4-6 0,1-2 0,1-3-235,2-3 0,-2-3 1,0-5-1,-1-4-90,-1-2 0,-3 2 1,-2-3-1,0 1-13,-1-1 1,-4 5-1,-1 0 1,-2 1 82,-2 1 1,-2 3 0,1-1 0,0 2-155,0 2 1,1 2 0,0 0-3926,1 1 2893,2 1 0,2 3 1270,4-1 0,2 3 0,2-2 0</inkml:trace>
  <inkml:trace contextRef="#ctx0" brushRef="#br0" timeOffset="3978">2328 167 7965,'4'10'864,"-2"-1"0,-1-1-82,-1 0 1,2-2 0,1 2 70,0 2 0,-1-3 0,0 1 0,-1 0-512,-1-1 1,0 3-1,0 0 1,0 1-356,0 0 0,0-3 0,0 3 0,-1 0-110,-1-2 1,0 1 0,-2-5 72,-1 0 1,2-3 0,-1-5 0,1-3-128,2-2 0,1-5 0,1-1 0,2-1 191,1 0 1,2-3 0,3 2-1,-1-2-163,1 1 0,-1 4 0,3-1 0,0 0-38,1 0 1,-1 2 0,-1 1 0,0 2-4224,0-1 4411,1 6 0,2-7 0,-1 4 0</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3:34.778"/>
    </inkml:context>
    <inkml:brush xml:id="br0">
      <inkml:brushProperty name="width" value="0.06" units="cm"/>
      <inkml:brushProperty name="height" value="0.06" units="cm"/>
    </inkml:brush>
  </inkml:definitions>
  <inkml:trace contextRef="#ctx0" brushRef="#br0">59 112 7965,'-5'-7'36,"1"-2"1,0 2 0,-1-1 194,1 3 1,2 3 0,-1 4-1,0 3 1,1 1 4,-1 3 0,1 1 0,-1 5 0,-1 1-114,1 2 0,1 1 0,-1 5 0,1 0-58,0 1 0,0-2 0,2-1 0,0-2 15,0-3 0,2-4 1,1-3-187,0-3 0,4-5 0,1-4 0,1-6 0,0-4-446,2-7 0,0-4 0,0-7 445,0-2 1,3-3-1,-3 0 1,-1 1 0,0 0 256,-1 3 1,-6 6 0,3 5 135,-2 6 1,-2 7 0,-2 8-1,-1 5-51,-1 6 1,-2 7 0,-2 4-1,0 2 1,1 2 63,1 0 1,3-2 0,-2 0-140,0 0 0,2 0 1,-1-1-1,2-2-89,2-2 1,2 0 0,2-5 0,1 0 0,0-1-264,1-4 0,2-5 1,3-3-1,0-3-116,0-3 0,-3-7 0,1-7 82,0-3 0,1-5 0,-1-1 0,-3 0 1,-1 0 238,0 0 0,-4 6 0,-1-1 0,0 3 358,0 6 0,-1 4 1,1 6-217,-2 3 0,0 4 1,0 7-1,0 1 23,0 0 1,0 2 0,0 1 0,0 1-304,0 1 0,3-2 0,-1-2-356,-1-3 0,3 1 0,-1-4 0,2-2 482,-1-1 0,0 1 0,3-2 0</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3:35.390"/>
    </inkml:context>
    <inkml:brush xml:id="br0">
      <inkml:brushProperty name="width" value="0.06" units="cm"/>
      <inkml:brushProperty name="height" value="0.06" units="cm"/>
    </inkml:brush>
  </inkml:definitions>
  <inkml:trace contextRef="#ctx0" brushRef="#br0">20 97 8252,'-3'-3'80,"2"0"145,-4 3 1,4 3 0,-2 2-1,1 2 187,0 4 1,0 4 0,2 2 0,0 2-278,0 3 1,3 0 0,0 1 0,2-1-199,2-2 0,-2-5 0,4-2 0,-1-4-57,1-4 1,2-3-1,-2-6 1,0-4-266,0-6 0,1-7 1,-2-3-1,0-1 38,0 0 0,-3 4 0,-2 3 1,0 4 221,-1 4 0,-2 7 0,0 5 58,0 8 0,0 7 0,0 5 0,0 2 561,0 0 1,0-2 0,0-2 0,1-2 13,1-3 0,2-2 0,2-3 0,1-4-127,2-3 0,-1-5 0,2-3 0,-1-3-293,-1-5 1,1-4-1,0-4 1,-1-3-94,-1-1 0,-2-1 1,0 0-1,-1-1-306,-1 0 0,0 4 1,-2-1-1,1 2-990,0 4 1,-2 7 0,1 2-382,1 2 1682,-1 3 0,2 10 0,-3 1 0</inkml:trace>
  <inkml:trace contextRef="#ctx0" brushRef="#br0" timeOffset="250">341 161 9318,'-2'15'0,"-1"-2"312,-1-1 1,2 0-1,-2 0 1,2-1-193,0 0 1,1-5 0,2 2-1061,1 0 0,0-3 0,2-3 940,1-1 0,4-7 0,1-1 0</inkml:trace>
  <inkml:trace contextRef="#ctx0" brushRef="#br0" timeOffset="493">386 39 8039,'-3'-4'-1127,"1"0"1127,0 2 0,2-3 0,0 1 0</inkml:trace>
  <inkml:trace contextRef="#ctx0" brushRef="#br0" timeOffset="739">431 20 8474,'-3'4'622,"1"1"0,-2-1 0,2 3-142,0 2 0,2 1 0,0 3 0,0 1-292,0 3 0,2-1 0,1 5 0,0 1-819,-1 0 0,3 3 0,-3-2 1,-1 0-645,0 1 1,-1-6 1274,0 2 0,0-5 0,0 0 0</inkml:trace>
  <inkml:trace contextRef="#ctx0" brushRef="#br0" timeOffset="981">398 277 8355,'0'-7'0,"0"1"265,0 0 0,1 1 1,1 0-1,3-2 33,0 0 1,2 1 0,1-2 0,2 1-645,2 0 0,-2 3 0,5 0 0,0-1-568,0-1 0,-3 0 1,0 1 913,-2 1 0,2-3 0,-2-3 0</inkml:trace>
  <inkml:trace contextRef="#ctx0" brushRef="#br0" timeOffset="1012">565 97 8252,'-3'-3'783,"3"0"1,-4 3 0,3 0-399,-1 3 0,-1 1 0,3 4 0,0 4-140,0 2 0,0 2 0,1 4 0,1 0-41,0 1 1,1-2-1,-2 1 1,1 0-211,0-2 1,0-2 0,1-6 0,-1-2-204,0-3 0,0-2 1,1-4-1,1-1-111,0-5 1,-3-3 0,2-5 0,-1-2 64,0-1 0,2-2 0,-1 2 0,-1 2 245,1 1 1,-1 6 0,3-2 172,0 3 0,-1 5 0,2 2 0,-1 5-342,-1 4 0,-2 4 0,2 3 0,1 0-2303,1 2 2482,-2-3 0,1 4 0,-1-1 0</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3:43.354"/>
    </inkml:context>
    <inkml:brush xml:id="br0">
      <inkml:brushProperty name="width" value="0.06" units="cm"/>
      <inkml:brushProperty name="height" value="0.06" units="cm"/>
    </inkml:brush>
  </inkml:definitions>
  <inkml:trace contextRef="#ctx0" brushRef="#br0">14 71 7692,'-5'0'114,"1"0"1,3 0-1,-1 3 330,1 1 0,1 2 0,0 1 0,1 1-479,1 3 1,-1 4 0,3 2-1,1 2-509,-2 3 0,3-5 1,-2 2-1,-1-3 544,-1-1 0,2-2 0,-1 0 0</inkml:trace>
  <inkml:trace contextRef="#ctx0" brushRef="#br0" timeOffset="291">71 19 6721,'-2'5'0,"0"-1"0,0 0 0,2 3 0</inkml:trace>
  <inkml:trace contextRef="#ctx0" brushRef="#br0" timeOffset="593">180 0 7313,'0'7'-782,"0"-1"1818,0 0 0,0 1 1,0-1-515,-2 1 1,1 0 0,-1 1-217,1 3 1,1-2-1,0 0 1,0-1-331,0 0 0,0-1 0,0 3 0,0-1-80,0 2 0,1-1 0,0 0 0,1-1 2,0 1 1,-2-2-1,0 1 1,1-2-212,1-1 0,-1 1 131,1-1 1,-1-3 63,-1-3 1,0-3 0,0-5 0,1-2 80,1 0 1,-1-1-1,3-3 1,1-1-28,1 1 0,-1-1 0,1 1 1,1-1 50,0 1 0,0 0 0,0 2 0,1 1 123,1 3 0,0 2 0,-1 1 0,0 5 154,0 3 1,-1 5-1,0 7 1,-2 3-25,0 2 0,-2 2 0,-3 2 0,0 1-776,2-1 0,-1-1 0,1-2 0,-1-4-180,-1-2 716,0-8 0,-3-1 0,0-6 0</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3:41.522"/>
    </inkml:context>
    <inkml:brush xml:id="br0">
      <inkml:brushProperty name="width" value="0.06" units="cm"/>
      <inkml:brushProperty name="height" value="0.06" units="cm"/>
    </inkml:brush>
  </inkml:definitions>
  <inkml:trace contextRef="#ctx0" brushRef="#br0">6 90 9133,'-4'0'1211,"2"4"1,4 3 0,2 6-1033,2 5 1,3 5 0,2 4 0,1 2-22,1 3 0,0-2 1,0 4-1,0-3-235,-1-4 0,-2-5 0,-1-4 0,-2-5-139,-1-5 0,-1-5 0,-2-5 0,1-6 164,-1-4 0,0-4 0,0-5 0,1-4 165,-1-2 1,2-1-1,0-2 1,0-1-172,0 3 1,0 1 0,2 2 0,2 1-539,-1 3 1,-1 4-1,0 2 1,1 1-254,0 1 0,2 6 849,-2 3 0,-1 0 0,3 0 0</inkml:trace>
  <inkml:trace contextRef="#ctx0" brushRef="#br0" timeOffset="284">378 231 7963,'3'3'296,"1"-2"1,-3 0 161,1-2 1,1-3 0,-1-5 0,0-2-369,-1-4 0,0 1 0,-1-3 0,-1-1-137,-1-3 1,-1 3 0,-4 0-1,1 4 226,-1 4 1,1 5 0,0 3-1,-1 3 37,1 3 0,1 7 1,2 8-1,0 4-67,2 4 1,0 3-1,1 0 1,1-1-27,1-1 1,2-5 0,4 2 0,1-2-796,1-3 1,-1-5 0,3-3-1,1-4-894,0-2 0,-3-4 1566,3 0 0,-4-7 0,0-2 0</inkml:trace>
  <inkml:trace contextRef="#ctx0" brushRef="#br0" timeOffset="566">487 180 7963,'-4'4'744,"1"1"-128,1 0 1,1-2-1,-1 1 1,1 1-307,1 1 0,1 0 0,0 2 0,2-1-200,1 2 0,-3 2 0,2 0 0,-1 1 72,0 1 1,0 0-1,-2 0 1,0 0 50,0-1 1,0-2 0,0-1 0,0-2 57,0-1 0,-2-3-220,0-6 0,-2-2 0,2-7 0,0-4 0,1-2 1,2-4 0,1-1 0,3-2-295,0-1 1,2 2 0,0 2 0,1 2-520,0 1 1,1 4-1,-1 1 1,2 3-1072,0 5 1,-3 2 1812,2 4 0,1 3 0,0 1 0</inkml:trace>
  <inkml:trace contextRef="#ctx0" brushRef="#br0" timeOffset="849">679 161 8796,'0'15'0,"0"0"142,0 2 1,-2-2 0,0 2 0,0 0 605,-1-1 0,2-1 0,-1-4-1240,1-2 1,1-6 0,0-4 0,0-5-2409,0-6 2900,0-4 0,3-6 0,1-1 0</inkml:trace>
  <inkml:trace contextRef="#ctx0" brushRef="#br0" timeOffset="1139">679 65 7963,'0'-7'344,"0"3"0,0 0-59,0-1 0,0 0-577,-3 0 1,3 2 0,0 4 291,1 1 0,4 2 0,-1 2 0</inkml:trace>
  <inkml:trace contextRef="#ctx0" brushRef="#br0" timeOffset="1429">833 0 7963,'-6'0'472,"0"1"0,1 1 434,1 3 1,0 1 0,-3 3 0,1 1-293,-1 2 0,3 4 0,0 1 0,2 2-276,0 3 0,1 1 0,1 2 1,0 1-138,0-1 1,3-1 0,1-1 0,0-2-1981,0-2 1,-1-4 0,0-4 398,0-2 0,-1-6 1,-2-3 1379,0-3 0,-6-6 0,-1-1 0</inkml:trace>
  <inkml:trace contextRef="#ctx0" brushRef="#br0" timeOffset="1430">763 206 8079,'3'-7'1488,"0"3"-751,-3 0 1,1 2 0,1 0-437,2 1 1,2 1 0,0-2 0,1 0-398,-1 1 1,3 0 0,-1 1 0,0 0-4134,-1 0 4229,0 0 0,2-3 0,1 0 0</inkml:trace>
  <inkml:trace contextRef="#ctx0" brushRef="#br0" timeOffset="1467">852 174 7963,'-2'7'328,"0"0"1,1-1 211,0-1 1,1 0-1,1-2 1,1 0-407,2-2 0,3 0 0,0-1 0,3 0-859,0 0 1,0 0-1,3-1 1,0 0 724,0-1 0,0-6 0,-1 1 0</inkml:trace>
  <inkml:trace contextRef="#ctx0" brushRef="#br0" timeOffset="1468">1006 109 7847,'-6'0'-540,"0"1"1083,-1 1 1,3 2 0,0 2 0,1 2 666,-1 3 1,3 1 0,-1 6 0,1 4-926,1 2 1,0 1 0,0 4-1,0-2-685,0 0 1,0-4 0,0 2 0,0-3-672,0-3 1071,0-6 0,3-1 0,0-2 0</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3:38.260"/>
    </inkml:context>
    <inkml:brush xml:id="br0">
      <inkml:brushProperty name="width" value="0.06" units="cm"/>
      <inkml:brushProperty name="height" value="0.06" units="cm"/>
    </inkml:brush>
  </inkml:definitions>
  <inkml:trace contextRef="#ctx0" brushRef="#br0">7 78 8314,'0'-7'359,"0"3"1,0 1 759,-2 0-676,1 1 0,-2 2-258,3 3 0,1 3 1,0 5-1,2 4-41,0 2 0,-1 3 0,1 2 1,-1 1-298,0 1 0,0 1 0,-2-1 0,0-1 1,0-2-93,0-2 0,0-1 1,0-4-1,0-1-2251,0-4 2496,0-5 0,0-4 0,0-3 0</inkml:trace>
  <inkml:trace contextRef="#ctx0" brushRef="#br0" timeOffset="313">1 110 8249,'4'-19'31,"0"2"1,1 0 0,2 2-1,1 2 1,3 2 267,1 2 1,2 7 0,0-3 0,1 4-25,-1 1 0,0 3 1,-2 2-1,-1 3-168,-3 2 0,-1 2 0,-1 1 0,-2 0-157,-2 0 0,-1 0 0,-2 2 0,-1 3 85,-5 0 1,0-1-1,-4 0 1,0-2 42,-1-1 0,-2 0 1,0-3-1,-1-1-33,1-1 0,2-6 0,2 1 0,1-2-501,1-2 1,4-1-1,3-2 456,2-3 0,5-1 0,4-2 0</inkml:trace>
  <inkml:trace contextRef="#ctx0" brushRef="#br0" timeOffset="590">251 65 8307,'-6'0'0,"-1"0"0,0 1 0,-1 1 0,0 2 265,0 2 1,0 3-1,0 2 1,0 1 403,0 1 0,4 0 0,1-1 0,3 1-640,0 0 1,0 0 0,3-2 0,2-1-318,2-4 0,3-4 0,3 0 0,1-2 23,1-2 0,-1-4 0,2-6 0,0-2-1,-2-3 1,0 1 0,-2-1 0,-1 1 338,0-1 1,-5 5 0,-1 0 348,-1 2 0,-3 5 1,-2 5-252,-1 4 1,-2 4 0,1 3-1,0 2-55,0 2 0,-1-2 0,2 2 1,0-1-436,1-1 1,1-3 0,1 0 0,1 0 318,3-3 0,0-2 0,2-2 0</inkml:trace>
  <inkml:trace contextRef="#ctx0" brushRef="#br0" timeOffset="890">469 84 7721,'4'-6'0,"-2"-1"-173,-1 1 1,-1 0-1,0-1 1,0 1 718,0-1 1,0 1-1,-1 0 1,-1 2-137,-3 2 1,2 1 0,-1 1 0,-1 1-196,-1 1 0,0 2 0,-1 5 0,1 2 17,-1 4 0,4-1 1,1 3-1,1 1-253,1 0 1,0 1 0,1 0 0,1-1-137,2-1 0,2-2 1,0 1-1,0 0 59,-2-2 1,2 0 0,-3-1 0,1-1 14,-2 1 0,-1-4 1,-1-1-1,0-1-78,0 1 1,-3-2 0,-2-1 0,-2-1-364,-2-2 1,1 1 0,1-3 0,1-1 71,-1-1 0,3-2 1,1-2-1,0-1 452,1 1 0,4-3 0,5-1 0,3-3 0</inkml:trace>
  <inkml:trace contextRef="#ctx0" brushRef="#br0" timeOffset="1195">572 142 8433,'0'-6'296,"0"-1"0,-1 1 0,0-1 1,-2 2 104,-1 0 1,2 2 0,-2 1-136,-1 0 0,2 1 1,1 3-100,1 2 0,1 5 0,0 2 0,0 1-171,0 0 0,1 3 0,1 1 0,2 0-105,-1-1 0,2 3 1,-2-3-1,0 2 47,0 0 1,0 0-1,-2-1 1,1 0 91,-1-2 0,-1 0 0,-2 0 1,-2 0-26,-2-2 0,0-2 0,0 0 0,-1-3-269,1-2 1,1-3-1,1-1 251,-1-2 1,2-3-1,1-5 13,1-2 0,1-1 0,0-1 0</inkml:trace>
  <inkml:trace contextRef="#ctx0" brushRef="#br0" timeOffset="1729">636 213 8414,'0'-4'741,"0"2"1,0 4-1,0 3-383,0 3 0,0 2 0,0 3 0,0 2-236,0 0 1,1 0 0,0-1 0,2-1-220,0-1 1,0-1 0,0 0 0,1-3 11,-1-3 1,-1-2 0,3-3 0,-1-1-103,0-1 0,1-3 0,-3-3 0,2-3 4,1-1 1,-1-1 0,-1 0-1,1 1 143,-1-1 1,-1 3-1,0 2 1,1 2 0,-1 2 0,1 3 0,-2-1 0,1 4 166,0 5 1,-1 2 0,0 4 0,2 2-27,-2 0 1,0-2 0,1-3 0,1 1 231,0-1 1,-1-1 0,1-3-232,-1-2 1,0-1 0,1-4 0,1-2-60,0-3 1,-1-3 0,2-5-1,-1-1-279,1-2 1,1-1 0,0 1 0,2 2-410,0-1 1,-1 4 0,2 0 0,-1 2 103,0 2 0,-1 4 0,2 0 0,-1 1 311,0 2 1,-1 0-1,2 1 1,-2 0 246,0 0 0,-4 3 251,-1 1 0,-1 0 0,-1 0 0,-1 1 473,-1 1 0,-1 0 0,-4 1 0,1 2 57,-1 1 1,3 3 0,0-1-1,1 1-411,-1 0 0,3 0 1,-1-1-1,2-1-377,2 0 0,0-3 0,4 0 1,1-3-265,0-3 0,2-4 0,0-3 0,-1-4-161,2-4 0,-5 0 1,0-4-1,0 1-6,-2 0 1,-1 1 0,0-1-1,-2 2 92,-2 2 0,-1 2 1,-2 0-1,0 0-180,0 0 1,2 5 0,-1-2-977,1 2 1485,1 2 0,2 0 0,0 3 0</inkml:trace>
  <inkml:trace contextRef="#ctx0" brushRef="#br0" timeOffset="2212">950 187 8307,'4'3'-213,"-1"0"1,-3 4 0,0-1 783,0 1 0,0-3 1,0 0-1,0 1 34,0 1 0,0 2 1,2 2-1,0-1-315,-1 0 1,0 3 0,0-2-1,0 0-220,1 1 0,0-1 0,-2 1 0,0-3-50,0-1 0,0 0-133,0-1 0,0-6 1,0-5-1,0-6-166,0-3 1,3-6-1,1 1 1,0-2 59,0-1 0,1 4 0,1 0 1,1 1-405,-1 0 1,3 3-1,0-1 1,0 2 0,0 0 0,2 0 0,-2 1 0,1 1 459,-1 3 0,-1 0 1,-1 3-1,-1 1 370,1 1 220,-4 3 0,-1 0 0,-3 3-3,-1 1 1,-3 1 0,1 2 0,0 0 336,0 2 1,2 1-1,0 5 1,1 2-227,1 2 0,0 2 0,1 1 0,1-1-369,2 1 0,3-2 0,1 1 0,0-1-225,0-3 0,-1-4 0,-2-3-331,-1-3 0,-3-2 1,-1-5-155,-4 0 0,-5-3 0,-1-1 0,-2-2 216,-1-1 1,2 3-1,1 0 1,1 0 265,1 0 0,1 1 1,0 5 492,1 2 1,2 1 0,3 5-1,2 0-187,1 0 0,3-2 1,0 2-1,3-2-463,2-3 1,0-3-1,1 0 1,0-4-544,2-2 0,-1-4 0,1-3 762,0-1 0,3-1 0,0 0 0</inkml:trace>
  <inkml:trace contextRef="#ctx0" brushRef="#br0" timeOffset="2546">1284 251 8307,'-2'4'684,"-1"1"0,-1-3 0,1 1 1,1 1 288,-1-1 1,-2 2-1,3 3 1,-2 2-532,-1 2 1,1 3-1,-1 7 1,-1 5-890,-2 4 1,-1 3-1,1 3 1,-1 1-608,-1-1 0,3-7 1054,0-2 0,1-7 0,2-6 0</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3:45.170"/>
    </inkml:context>
    <inkml:brush xml:id="br0">
      <inkml:brushProperty name="width" value="0.06" units="cm"/>
      <inkml:brushProperty name="height" value="0.06" units="cm"/>
    </inkml:brush>
  </inkml:definitions>
  <inkml:trace contextRef="#ctx0" brushRef="#br0">20 102 8013,'0'6'466,"0"1"0,0-1 0,0 2-225,0 3 1,0 0 0,0 7 0,0 2 33,0 3 0,1 5 0,0 0 0,1 1-335,0-2 0,1-4 0,-1 1 0,-1-2-736,0-4 1,-1-7 86,0 0 0,0-11 0,-1 0 345,-1-7 1,1-3-1,-4-4 1,0-2 363,0-1 0,-2-8 0,1 1 0</inkml:trace>
  <inkml:trace contextRef="#ctx0" brushRef="#br0" timeOffset="287">27 134 7839,'6'-19'14,"1"1"0,1 1 53,1 2 0,2 3 1,-1 3-1,1 1 98,-1 2 1,0 3 0,1 0-1,-2 1 73,-2 2 1,-2 4 0,0 4 0,-1 1-3,-1 1 0,-1 1 1,-3 4-1,-1 1-141,-2 2 0,-1-2 0,0 3 0,-1-2-345,-1-1 1,3-3 0,-4 1 0,0-2-265,1 0 1,0-6 0,0 0 227,1-3 0,2-1 0,0-4 0,1-3-1068,2 0 1354,3-5 0,2 0 0,2-2 0</inkml:trace>
  <inkml:trace contextRef="#ctx0" brushRef="#br0" timeOffset="579">161 115 7839,'0'4'-94,"0"0"1,0 1 363,0 1 1,-2 1 0,0-1 0,1 1 414,0 2 0,1-2 0,0 4-511,0 1 1,0 2-1,1 1 1,0 1 0,2 1-115,0-1 0,2-2 0,1 0 0,1-2-28,2-4 1,-2-3-1,1-3 1,0-3-303,-2-3 1,3-4 0,-2-8 0,0-3 30,-2-4 1,-3 1-1,2 1 1,-1 1 131,1 1 1,-3 4 0,1 3 0,0 1 52,0 3 1,-2 3-1,3 7 105,0 2 1,-1 5 0,2 2-1,0 3 169,0 1 1,1 1 0,0-2 0,0 1 7,-1-1 0,2-3 0,-2-1-108,2 0 1,0-5-1,0-3 1,-1-4-20,-1-2 0,-3-2 0,2-3 0,-1-2-278,1-1 0,-1-3 0,-2-2 1,2 0-349,0 0 0,0 3 0,-2-2 0,1 1-115,1 0 1,-1 0-1,3 2 1,0 1 639,-1 2 0,-1 0 0,3 1 0,-1-1 0</inkml:trace>
  <inkml:trace contextRef="#ctx0" brushRef="#br0" timeOffset="880">437 6 7777,'0'6'86,"0"3"0,0 0 0,0 1 517,0 1 0,0 2 1,0-1-1,1 2-107,1 1 0,-1-1 1,2 3-1,-1-1-198,0 0 0,3-1 1,-2-1-1,2-2-349,-1-1 1,-2-4-1336,2-1 1107,-2-2 1,-2-6 0,-5-1 0,0 0-111,-2 0 1,-1 1 0,-1 2-1,-1 0 256,1 0 1,-2 0 0,3 0 0,0 1 122,1 1 0,3 1 0,2 4 0,1 1 598,1 1 1,1 2-1,1-1 1,3 1-308,0 0 0,2-4 1,-1 2-1,1-2-192,2 0 0,-2-4 0,1-1 0,0-1-352,-2-1 1,0-3 0,0-2 0,-1-3-295,-1-2 1,0-3-1,0-2 1,-1 0-506,0-2 0,-2 3 1062,1-1 0,1-1 0,1-1 0</inkml:trace>
  <inkml:trace contextRef="#ctx0" brushRef="#br0" timeOffset="1216">848 102 7869,'0'-9'13,"0"2"1,0-3 0,-1 2 127,-1-1 0,0-1 0,-1 1 1,-1 0 364,1 0 1,-2 2 0,-1-1-1,0 3-189,-1 3 0,1 4 0,-1 4 1,1 4-7,-1 5 1,3 4 0,1 3 0,0 3-85,1 2 0,1-2 0,0 4 0,-2 0-217,2-2 1,0-2 0,1-1-1,1 0-649,1-1 0,-1-5 0,2-2 0,-1-3-765,0-3 0,0-3 1404,-2-5 0,0-6 0,0-6 0</inkml:trace>
  <inkml:trace contextRef="#ctx0" brushRef="#br0" timeOffset="1521">694 230 10993,'0'4'278,"3"-1"0,2-1-729,2 0 1,1 0 0,3-2 0,0 0 319,1 0 1,3-2 0,0-1 130,0 0 0,1-5 0,0-2 0</inkml:trace>
  <inkml:trace contextRef="#ctx0" brushRef="#br0" timeOffset="1827">886 192 7869,'-2'13'0,"-1"-1"414,0 1 1,0 1 0,0 0 0,0 1 158,2-1 1,-1 0 0,1-1-1,-1-1-525,0-1 0,2-3-928,2-4 0,2-2 0,2-4 1,0-5-118,-2-3 1,2-5 996,-2-2 0,2-4 0,0-2 0</inkml:trace>
  <inkml:trace contextRef="#ctx0" brushRef="#br0" timeOffset="1880">925 128 7964,'6'-7'0</inkml:trace>
  <inkml:trace contextRef="#ctx0" brushRef="#br0" timeOffset="1881">995 76 8051,'0'8'2991,"0"-1"-2732,0 2 0,0 2 0,0 0 1,0 2-992,0 2 0,0-1 0,0 3 0,0 1-1216,0 0 1948,0-1 0,0-1 0,0-4 0</inkml:trace>
  <inkml:trace contextRef="#ctx0" brushRef="#br0" timeOffset="2458">1053 224 7869,'0'7'0,"0"1"119,0 0 0,2 1 0,1-3 1,0 0 738,2-2 1,3-1 0,2-3-1,-1 0-274,3-3 0,0-3 0,0-5 0,0-2-513,-2-2 0,-2-1 1,1-2-1,-2 0-365,-1 1 0,-2 2 0,-2 0 0,-1 2 131,-1 0 0,-3 5 1,-2 2-1,-1 3 288,-3 2 0,2 3 1,-3 3-1,0 3 366,0 5 1,2 1 0,-1 5-1,1 1-57,0 0 1,2 0 0,-1 1 0,1 2-916,1 2 1,0-3 0,1 2-1,2-3-520,1-5 1,7-5-1,3-5 1,3-3-2894,5-2 3894,-2-7 0,12-4 0,-4-6 0</inkml:trace>
  <inkml:trace contextRef="#ctx0" brushRef="#br0" timeOffset="2768">1258 282 7869,'8'0'858,"-2"0"1,0 0 262,0 0 0,-2 2-13,0 0-1108,-2 3 0,-5-2 0,-4 4 0</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5:03.146"/>
    </inkml:context>
    <inkml:brush xml:id="br0">
      <inkml:brushProperty name="width" value="0.06" units="cm"/>
      <inkml:brushProperty name="height" value="0.06" units="cm"/>
    </inkml:brush>
  </inkml:definitions>
  <inkml:trace contextRef="#ctx0" brushRef="#br0">11 40 7865,'-2'-6'268,"-1"3"-39,2 2 1,-3 2 0,4 3 0,0 6-21,0 6 1,0 3 0,0 3-108,0 1 1,0 5 0,0-2-1,0 2 1,0-1-61,0-1 0,0-2 0,0 0 0,0-3-59,0-6 0,0-6 5,0-3 1,0-8 0,0-2 0,1-7 22,2-6 1,-1-3-1,5-1 1,1-4-85,0 0 0,2-1 0,0-3 0,1 2-72,2 0 0,-2 9 0,2-1 1,-2 4 40,-1 3 0,0 2 0,0 3 1,-1 5-62,-3 4 1,0 7 0,-4 5 0,1 2 195,0 1 0,-2 3 1,-1 2-1,0 1 156,0-1 1,0-1 0,0-3 23,0-1 1,0-3-1,0-4-133,0 0 1,0-6-1,0-4 1,0-6-112,0-6 1,1-5 0,2-5 0,5-2-160,4-1 1,0-2 0,3-1 0,1 0 85,-1 2 0,-2 9 1,3 0 113,-2 5 1,-1 3-1,-4 4 1,-2 5 120,0 5 1,-5 8 0,2 4 0,-3 1-54,-1 2 0,-4 1 0,0 1 0,0 1-233,-1-1 1,1-1 0,2-2-443,-2-3 0,1 2 1,3-5-1,0-1 599,0-1 0,0-6 0,0 0 0</inkml:trace>
  <inkml:trace contextRef="#ctx0" brushRef="#br0" timeOffset="301">584 10 7865,'-10'-5'57,"0"1"0,0 3 308,0 1 0,4 0 0,-1 0-78,-1 0 1,0 0 0,-1 1 0,2 3-109,4 2 0,-1 4 0,0 3 0,2 4-96,1 1 1,4 3-1,2 1 1,-1 1 7,0-1 0,3 3 0,-4 1 1,1-1 17,0-2 0,-3 1 1,1-1-1,-5-1 26,-7-1 0,0-4 0,-4-2 0,1-2-290,0-4 0,-2 0 0,3-6 0,-1-1-833,1-1 1,4-5 371,2-3 1,5-5 0,2-2-1,6-1 1,7-3 615,1-1 0,1-5 0,9-1 0,0-5 0</inkml:trace>
  <inkml:trace contextRef="#ctx0" brushRef="#br0" timeOffset="601">653 50 7865,'-10'4'414,"0"0"0,0 4 0,0 0 6,1 3 0,-1-1 0,0 4 1,0-1 23,0 0 0,3 5 0,2-3 0,1 2-318,1-1 0,3-4 0,4 1 1,2-3-425,3-3 1,2-3 0,2-4 0,4-1-219,1-2 0,-1-3 0,-1-4 0,1 1 239,-2-1 0,3 0 1,-5 0-1,-1 1 346,-1 3 1,-1 1 0,0 6 203,0 3 0,-5 5 0,-2 8 1,-2 3 383,-1 3 0,-1-1 0,-2 4 0,-5 2 88,-4 0 0,0-3 0,-3-2 0,-1-2-685,1-1 0,-1-1 0,-4-3 1,0-3-287,0-2 0,4-5 0,0-3 0,2-2-990,2-1 1,2-1-1,4-2-3009,2-4 4225,3-6 0,10 2 0,2-3 0</inkml:trace>
  <inkml:trace contextRef="#ctx0" brushRef="#br0" timeOffset="699">851 297 7865,'6'3'0,"1"0"0,-5 2 0,1-2 0,-2 2 0,-1 5 0</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5:00.613"/>
    </inkml:context>
    <inkml:brush xml:id="br0">
      <inkml:brushProperty name="width" value="0.06" units="cm"/>
      <inkml:brushProperty name="height" value="0.06" units="cm"/>
    </inkml:brush>
  </inkml:definitions>
  <inkml:trace contextRef="#ctx0" brushRef="#br0">1 197 7967,'0'6'487,"1"1"1,2-3-1,4-2-168,2-1 0,4-1 0,1 0 0,1-1-169,3-2 0,1-3 1,0-4-1,1-1-171,0-2 0,-5-2 0,-2-5 0,-3-1-182,-3-2 1,-3 2 0,-5-1 0,-3 5 57,-6 3 0,-2 7 0,-7 1 0,-2 2 68,0 2 0,1 9 0,1 7 0,1 3 424,2 3 1,4 4-1,0 2 1,4 4-9,5 3 0,2-6 0,2 2 0,2-3-714,4 0 0,6-4 1,2 0-1,3-5-428,2-4 1,-5-3 0,6-3 0,-1-5 802,-3-4 0,1-8 0,1-6 0</inkml:trace>
  <inkml:trace contextRef="#ctx0" brushRef="#br0" timeOffset="336">297 108 7780,'-1'7'757,"-1"-1"1,-1 2-324,0 1 0,2 5 1,1 3-1,-1 1-101,-2 2 0,2 1 0,-2 1 0,1 3-186,2 4 0,0-5 0,0 3 0,-1-4-68,-2-4 0,2-5 0,-2 2-343,2-2 0,1-6 1,0-9 14,0-8 1,1-5-1,2-7 1,4-3-53,1-6 1,3 2 0,1-3 0,3-2 21,0-1 0,-2 5 0,3 2 291,-2 5 0,0 1 0,-2 8 1,1 2 29,0 3 1,-4 8-1,-2 8 159,-4 4 1,-2 6 0,-1 7-1,-1-1 1,-1 2-108,-1 3 0,-4-5 0,3 4 1,-1-2-517,1-4 1,1-5 0,3-2-382,0 0 1,1-3 0,2-6 0,4-3 802,2-6 0,5-6 0,1-7 0</inkml:trace>
  <inkml:trace contextRef="#ctx0" brushRef="#br0" timeOffset="535">663 138 7475,'-7'-1'-124,"1"-1"576,-2-2 0,-1 1 0,-1 3 0,-1 0-17,-2 0 1,2 1 0,-2 2 0,2 5-50,1 4 0,0 4 1,0 3-1,1 1-111,-1 0 0,4 4 1,3 1-1,2 1-310,1-3 0,1-3 1,3-1-1,5-2-487,3-4 1,2-3-1,-1-4 1,1-2-177,1-3 1,2-6 0,1-2-531,-1-5 1,0-4 1227,-3-4 0,3-4 0,-2-1 0</inkml:trace>
  <inkml:trace contextRef="#ctx0" brushRef="#br0" timeOffset="785">772 158 8133,'0'10'788,"0"-1"0,0 1-504,0 0 0,0 1 1,-1 2-1,-3 4-162,-2 2 1,0 0 0,0 1-1,-2 0 83,-1 0 0,3-2 0,-1-1 43,-1-4 0,3-2-226,-2-1 1,5-6 0,-1-4-1,3-6-4,3-6 0,2-4 1,5-4-1,0 1 5,0-1 0,1-1 0,1-1 0,1-1-458,-1 1 0,1 4 0,-1 3 0,1 1-848,-1 2 1,-1 1 0,-1 2 1282,0 2 0,-1-1 0,1 2 0</inkml:trace>
  <inkml:trace contextRef="#ctx0" brushRef="#br0" timeOffset="916">900 197 7865,'0'7'201,"0"-1"621,0 2 1,0 1-498,0 1 1,1-5 0,1 0-589,2-1 1,3-3-1,0 2-1244,2-1 1,1-6 1506,0 1 0,-1-5 0,1 3 0</inkml:trace>
  <inkml:trace contextRef="#ctx0" brushRef="#br0" timeOffset="1083">1048 168 7865,'-1'6'279,"-2"1"269,-4 0 1,-1 2 0,-1 1-1,1 1-64,2 2 1,0-1 0,-2 5-1,2 2-406,-2 2 0,3 5 0,-1 2 0,2 0-348,2-2 0,0-4 0,2 0 0,2-4-1840,1-5 1,2-3 2109,5-4 0,4-10 0,2-7 0</inkml:trace>
  <inkml:trace contextRef="#ctx0" brushRef="#br0" timeOffset="1250">1147 276 9319,'-5'5'1049,"0"1"1,2 4-622,0 3 1,-4 4 0,4 5-423,1 1 1,-3 7 0,2-3 0,1-1-1,1 1-1974,1-2 1,0-6 1157,0 0 0,0-12 0,0-7 810,0-11 0,0-7 0,0-10 0,0-3 0</inkml:trace>
  <inkml:trace contextRef="#ctx0" brushRef="#br0" timeOffset="1417">1147 276 7849,'7'-10'0,"-1"-1"60,2-2 1,-2 2 0,0-1 0,2 3 302,1 3 0,-3 3 0,1-3 0,1 2 77,0 1 0,-1 7 1,-2 2-1,0 3-136,-3 1 1,-1 4-1,-1 3 1,0 3-82,0 3 0,-1-3 0,-2 4 0,-4-4-607,-2 0 0,1-3 0,0-2 0,2-1-2582,2-2 2128,-4-5 0,7-4 1,-2-6 837,2-4 0,1-10 0,0-4 0</inkml:trace>
  <inkml:trace contextRef="#ctx0" brushRef="#br0" timeOffset="1567">1325 187 9007,'0'10'0,"0"0"711,0 0 0,0 4 0,0 3 0,0 3-683,0 3 0,0 0 0,0 4 0,-1 2-628,-2-2 1,1-3 0,-4 2 0,1-2-881,-1-2 1,3-7 1479,-4-5 0,1 0 0,-4-5 0</inkml:trace>
  <inkml:trace contextRef="#ctx0" brushRef="#br0" timeOffset="1683">1236 395 7865,'0'-7'371,"0"1"357,0-2 0,1 4 1,1-1-1,3 2-357,0 0 1,3-2 0,4 3 0,2-2-668,2-2 0,0 3 1,4-4-1,0 0 296,0-2 0,-1-5 0,1-2 0</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4:59.682"/>
    </inkml:context>
    <inkml:brush xml:id="br0">
      <inkml:brushProperty name="width" value="0.06" units="cm"/>
      <inkml:brushProperty name="height" value="0.06" units="cm"/>
    </inkml:brush>
  </inkml:definitions>
  <inkml:trace contextRef="#ctx0" brushRef="#br0">80 0 7552,'-6'5'0,"2"1"340,-1 3 1,4 1-1,-2 1 1,2 2 125,1 4 1,0 3 0,0 3 0,0 4-386,0 5 1,0 0-1,0 2-527,0-4 1,0 6 0,-1-7-1,-1 0 357,-2-5 1,-2 1 0,1-8 88,0-3 0,-6-2 0,-4-2 0</inkml:trace>
  <inkml:trace contextRef="#ctx0" brushRef="#br0" timeOffset="315">1 366 8076,'1'-5'665,"1"0"0,2 2-488,2 0 1,0-1 0,4 3 0,1-2-650,2-4 1,4 2-1,5-2 1,3 0-68,4-2 1,-2-2-1,5-1 1,-5-1 538,-3 1 0,-7 1 0,-2 2 0,0 2 0,-9 4 0,-8 6 141,-7 4 1,-3 3 0,2 2 0,0 2 613,1 1 1,0-1 0,2 1-426,4-1 0,2 3 1,1-4-1,1-2 0,3-2-236,6-3 1,4-4 0,5 2 0,0-4-259,1-4 1,-6-4-1,5-7 1,-4 1-60,-3 0 0,-2 0 1,-4 1-1,-2-1 0,-3-1 0,-2 3 0,-3-1-160,-2 2 1,-6 1 0,-1 0 0,1 0 382,1 0 0,-4 0 0,0 0 0</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4:58.450"/>
    </inkml:context>
    <inkml:brush xml:id="br0">
      <inkml:brushProperty name="width" value="0.06" units="cm"/>
      <inkml:brushProperty name="height" value="0.06" units="cm"/>
    </inkml:brush>
  </inkml:definitions>
  <inkml:trace contextRef="#ctx0" brushRef="#br0">1 21 7864,'0'-7'182,"0"0"300,0 5 0,1-2 0,1 5 34,1 2 0,4 4 0,-4 6 1,1 3-226,0 3 0,-3 2 0,2 2 0,-2 3-298,-1 3 1,0-2 0,-1 1 0,-1 2-266,-1 0 0,-4-6 1,3 3-1,-1-5-1173,1-3 1,1-3 293,3-3 1,0-7 1150,0-6 0,4-14 0,2-7 0</inkml:trace>
  <inkml:trace contextRef="#ctx0" brushRef="#br0" timeOffset="266">159 80 8405,'0'-6'2371,"-1"2"-2054,-2 4 1,0 0-1,-2 1 1,0 2-232,3 4 1,-3 2 0,-1 2 0,0 2-52,-1 3 1,0 3 0,-1 1-1,0 0 16,1-1 0,2-2 0,-3-2 1,3 1-153,0-1 0,2-6 1,3 1-504,0-2 1,1-3-55,2-2 0,3-3 0,4-2 0,0-2-35,0-2 0,1-1 0,1-1 693,1 1 0,0-6 0,-3 2 0</inkml:trace>
  <inkml:trace contextRef="#ctx0" brushRef="#br0" timeOffset="500">248 198 7978,'10'4'320,"0"-1"1,0 1 0,-1-1 138,1 0 1,0 0-1,0-3 1,0-1-141,0-2 0,0-3 1,0-4-1,-1 1-218,1-1 1,-1-3 0,-1-2-1,-3 1-110,0 0 1,-2-3 0,-3 4 0,0 1-135,0 1 0,-4 6 0,-3 1 0,-2 3-57,-1 1 0,0 1 0,1 3 1,-1 3 61,0 5 1,1 4 0,1 3 0,3 2 184,0 2 1,2-4 0,3 3 0,0 0-294,0-1 0,0 0 0,1-3-408,3-1 1,1 0-1,5-3 1,0-3-806,0-4 1459,4-2 0,-3-5 0,3 0 0</inkml:trace>
  <inkml:trace contextRef="#ctx0" brushRef="#br0" timeOffset="630">436 198 7939,'0'-5'3686,"1"1"-3648,2 4 1,-1 0 0,5 1 0,1 1-666,0 1 0,3 4 0,1-4 1,2-1-2007,-2-1 2633,-1 4 0,3-4 0,1 3 0</inkml:trace>
  <inkml:trace contextRef="#ctx0" brushRef="#br0" timeOffset="782">614 70 7864,'-7'0'1221,"0"0"0,2 1 0,-3 3 1,2 7-840,-2 8 1,2 5 0,1 8 0,-1 3-334,1 5 0,2 6 0,-3-1 0,2 1-808,2 0 1,0-10 0,2-3 758,0-7 0,5-5 0,0-2 0</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4:57.732"/>
    </inkml:context>
    <inkml:brush xml:id="br0">
      <inkml:brushProperty name="width" value="0.06" units="cm"/>
      <inkml:brushProperty name="height" value="0.06" units="cm"/>
    </inkml:brush>
  </inkml:definitions>
  <inkml:trace contextRef="#ctx0" brushRef="#br0">119 139 7781,'-6'-10'-197,"-1"4"283,3-1 0,-2 1 0,2-4 0,1 1 0,0 1 623,0 2 1,-5-1-429,1-3 1,-1 1-1,-2 3 1,0 4-115,0 4 1,1 4 0,1 6 0,3 3-121,1 0 0,0 3 0,4 4 0,0 1-147,0-1 0,1-1 0,3-2-66,2 1 0,4-5 0,2-1 1,1-4-1,1-4-23,0-3 0,1-3 1,5-3-1,-1-5 126,-3-4 0,2-4 0,-5-6 1,-1-1 69,-1 1 0,-1 1 1,-1 2-1,-3 2 383,-3 0 1,-1 9-306,-2-2 1,0 9 0,0 3 0,0 8-241,0 4 0,0 2 0,0 4 1,0 0-91,0 0 1,0-4 0,0 0-864,0-2 1,4-2 1107,3-6 0,6-1 0,2-5 0</inkml:trace>
  <inkml:trace contextRef="#ctx0" brushRef="#br0" timeOffset="218">346 1 7825,'-6'0'871,"-1"0"1,5 1 0,-2 2-626,3 4 1,6 6 0,0 4 0,3 2-62,2 4 0,-2 4 0,5 6 0,-2 2-64,-1 0 0,-2-1 1,-1-5-1,-4-2-21,-2-1 0,-1-5 0,-1-1 0,-2-5-352,-4 0 0,-6-9 0,-3 1 0,-2-5 6,2-2 1,-3-6 0,3-2 185,-3-4 60,3-6 0,-2-2 0,2-5 0</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4:55.300"/>
    </inkml:context>
    <inkml:brush xml:id="br0">
      <inkml:brushProperty name="width" value="0.06" units="cm"/>
      <inkml:brushProperty name="height" value="0.06" units="cm"/>
    </inkml:brush>
  </inkml:definitions>
  <inkml:trace contextRef="#ctx0" brushRef="#br0">21 188 7287,'0'-10'-1113,"0"4"1341,0-1 0,-4 1 0,0-3 0,0 1 656,-1 2 0,2 2-660,3-2 1,0 5 0,0 1-1,0 6 61,0 6 1,0 4 0,1 5-1,2 2-120,4 3 0,2-1 1,1 2-1,-1-1-474,1-1 1,1-1 0,1-6-1,3-4 115,0-4 1,1-7 0,3-3 0,-1-8-119,-2-12 0,1-11 0,1-6 54,-1-5 0,-1 3 0,-5-2 0,-2 6 1,-1 4 488,-3 6 0,0 9-7,-5 10 1,0 11-1,0 14 13,0 3 0,0 4 1,1 0-1,1 0 1,2 1-360,2-3 0,-3 0 0,4-4 0,-1 1-842,0-2 1,3-6-1,-3-1 964,3-4 0,1 1 0,0-4 0</inkml:trace>
  <inkml:trace contextRef="#ctx0" brushRef="#br0" timeOffset="282">525 50 8019,'-10'0'214,"0"0"0,0 1-10,0 2 1,5 1 0,1 4 0,3 5 87,1 1 0,5 2 0,1 4 1,4 0-40,3 0 0,-2 3 0,4 0 0,-2-1-66,0-1 0,-3-2 0,-5 1 0,1 0-77,-1 0 1,-3-2 0,1-1 0,-6-3-200,-3 0 0,-3-4 1,-2 0-516,-2-6 1,-1 1-1,-4-2 1,2-1 150,-2-1 1,4-1 0,1 0 0,2 0 0,1-1 452,0-2 0,4-2 0,2-5 0</inkml:trace>
  <inkml:trace contextRef="#ctx0" brushRef="#br0" timeOffset="516">633 327 8019,'10'0'0,"0"0"74,0 0 0,1 0 1,1-1-1,1-2 424,-1 0 0,0-6 0,-1 1 1,0-6 16,-2-1 1,-2 2 0,0-4 0,-1 0-364,-2-2 1,0-1 0,-4 1-22,0-1 0,-5 1 0,-1 2 0,-3 1 0,-2 2-183,-2 2 0,2 5 0,-4 4 40,1 2 1,3 6 0,-2 6 0,3 7 0,2 5 197,2 2 0,4 6 1,-2 4-1,3 1 37,1 1 0,1-2 0,3 1 1,3-3-243,5-2 1,4-6-1,4-3 1,-1-6-1527,1-6 0,4-5 1,2-10 1544,-1-5 0,-1-8 0,-4-8 0</inkml:trace>
  <inkml:trace contextRef="#ctx0" brushRef="#br0" timeOffset="1034">1187 80 7801,'-6'-7'-261,"2"2"454,0 0 341,2 2 1,-2 4-1,4 2 1,1 5-104,2 4 0,0 5 0,2 6 0,0 3-134,-3 2 0,-1 2 1,-1 0-371,0-1 0,0 5 0,0 2 0,0-1 0,0-3-474,0-5 0,0-4 0,-1-6-508,-3-4 0,2-7 0,-3-3 0,-1-7 1055,1-6 0,1-5 0,-1-8 0,1-3 0,1-3 0,2 2 0,1-1 0,0 0 0,0 0 0,4 1 0,0-2 27,1 3 1,-1-2 0,2 5 0,3 1-1,2 1 162,2 2 0,2 2 0,-2 3 0,2 2 400,1 3 0,1 6 0,-4-1 0,-1 3-154,-1 1 0,-1 6 0,-1 4 0,-2 5-179,-4 4 0,-2-2 1,-1 2-1,-1 2-107,-2 0 1,-3 1-1,-4-1 1,0 1-184,0-1 1,1-5-1,-1 3 1,1-4-698,2-3 0,-1-4-1445,1-2 64,-2-4 2112,4-6 0,9-3 0,7-7 0</inkml:trace>
  <inkml:trace contextRef="#ctx0" brushRef="#br0" timeOffset="1398">1375 99 7735,'-7'-3'1044,"0"0"0,5 1 0,-1 5-680,2 4 1,1 1 0,0 2 0,0 1-26,0 2 0,1-1 0,1 5 0,3 0-442,0 2 1,2-3 0,3-3-44,-1-2 0,1-3 0,0 0 0,0-2 0,0-3-105,0-4 1,1-5 0,1-7 123,1-3 1,0-3-1,-3-1 1,-1 0 0,-1 2-128,-2 1 0,-3 4 231,4 7 0,-5 2 0,2 9 1,-3 5 70,-1 5 1,0 5-1,0 2 1,1 2 21,2 1 0,-1-3 1,4 0-49,-2-4 0,4-1 0,-2-4 0,3-2 0,1-3 26,0-5 0,0-2 0,-1-3 0,-2-3 6,0-5 0,-1-7 0,3 1-344,-2-3 0,-2-4 1,-2 0-1,0 1-146,-1 1 1,2 1 0,0 1 0,-2 0 435,-1 3 0,3-3 0,2 4 0</inkml:trace>
  <inkml:trace contextRef="#ctx0" brushRef="#br0" timeOffset="1749">1770 1 8052,'-6'0'1988,"2"4"1,4 3-1721,0 1 0,4 6 1,2 0-1,1 0-335,-1 0 1,0 4 0,1-3-1,-1 1-262,-2-3 1,1-2 0,-3-1-229,1 0 1,-1-1 224,-5 1 1,-3-4 0,-3-2 258,-1 1 1,0-3-1,0 4 1,0 2-1,0 1 272,0 1 1,4-3 0,0 2-1,1 2 60,-1 0 1,4 0 0,-1-1 0,2 1-12,1 2 0,4-2 0,3 2 0,1-3-121,2-3 0,0-2 1,0-2-1,1 0-350,2-1 1,-2-9-1,3-4 1,0-3-630,-1-3 1,0-3 0,-4-3 851,-3-4 0,3-5 0,-3-4 0</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5:08.779"/>
    </inkml:context>
    <inkml:brush xml:id="br0">
      <inkml:brushProperty name="width" value="0.06" units="cm"/>
      <inkml:brushProperty name="height" value="0.06" units="cm"/>
    </inkml:brush>
  </inkml:definitions>
  <inkml:trace contextRef="#ctx0" brushRef="#br0">70 131 6733,'-6'3'-190,"-1"0"1,4 1 0,-4-4 632,-1 0 1,3 0 1,-2 0 0,4-4 1,-4 1 368,-1 1 1,4-1-456,0 0 1,3 1 0,2-5-36,3-1 1,2 3 0,7-1 0,2 1-209,4-1 0,-1 3 0,6-4 1,1-1-499,2-1 0,-1 3 0,2-1 0,1-1 101,-1-1 1,-5 0 0,0 3 0,-4 1 50,-3 1 230,-8 3 0,1-4 0,-9 5 0</inkml:trace>
  <inkml:trace contextRef="#ctx0" brushRef="#br0" timeOffset="197">211 60 8288,'-10'10'382,"0"0"0,3 2 0,1 1 0,1 5-170,-1 4 0,4 1 1,-2 6-1,0 4-148,1 1 0,0 3 0,3 1 0,0-3-120,0-1 1,3-10-1,1 2 1,2-7-640,2-6 0,1-3 1,1-3-1,0-4 695,0-2 0,0-10 0,0-2 0</inkml:trace>
  <inkml:trace contextRef="#ctx0" brushRef="#br0" timeOffset="716">331 60 6914,'0'-5'1639,"-1"0"1,-1 7-1217,-2 1 1,1 4 0,3 6-1,0 5-297,0 4 0,0 0 0,0 4 1,0 1-149,0 2 0,0-5 0,0 6 0,0-1-89,0 0 0,1-7 1,1-3-1,2-3-550,-2-4 1,0-4 452,1-2 1,3-9 0,3-4 0,-1-7 220,-2-5 0,1-2 0,3-1 1,1-2 33,3 2 1,-3 1 0,2 2 0,-3 1 85,-3 1 1,0 8 0,-2 1 35,1 2 0,-3 4 0,2 5 0,0 5-103,-3 4 0,-1 0 0,-1 5 1,0 1-223,0 1 1,0 1-1,0-1 1,1-1-106,3-2 0,0-3 0,4 0 0,-1-2-42,0-1 1,3-4-1,3-3 1,1-2 144,2-1 1,-3-1-1,3-3 1,-1-5 285,1-4 1,-3-4 0,2 0-1,-2-2 69,-1-1 0,-6-3 1,3 0-1,-4 2-5,-2 0 0,-2 6 0,-2-3 0,-3 1-66,-3 1 1,-3 7-1,-2 0 1,-2 4 241,-2 3 1,4 2 0,-1 3-40,1 4 1,0 6 0,1 4 0,2 3-25,0 3 1,5-2 0,0 4-1,3-2 1,1 2-467,0 0 0,5-2 1,1-1-1,4-4-508,4-5 0,3-6 0,5-4-166,1-2 0,4-3 835,-4-5 0,10-8 0,-2-11 0</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5:11.195"/>
    </inkml:context>
    <inkml:brush xml:id="br0">
      <inkml:brushProperty name="width" value="0.06" units="cm"/>
      <inkml:brushProperty name="height" value="0.06" units="cm"/>
    </inkml:brush>
  </inkml:definitions>
  <inkml:trace contextRef="#ctx0" brushRef="#br0">30 161 7865,'-5'-1'-169,"1"-3"585,-1 3 1,0-5 56,-1 3 1,1 3-287,5 0 0,0 1 0,0 7 1,0 2-190,0 2 0,5 6 0,0-1 0,2 2-149,0 1 1,0-4-1,6 0 1,0-1-97,-1-3 1,4-2 0,-1-4 0,2-4 3,0-8 1,0-6-1,3-12 88,0-2 1,-1-7 0,-2 0 0,-1 2 224,-2 3 1,0 4 0,-5 5 237,-3 2 1,-1 9 0,-5 10-1,0 8 109,0 5 1,0 2 0,0 3-307,0 0 0,-4 3 1,1-1-1,1-2 0,1-2-438,1 0 0,0-4 0,0 0 0,1-3-693,2-1 1,-1-3 1019,5-1 0,0-4 0,3 3 0</inkml:trace>
  <inkml:trace contextRef="#ctx0" brushRef="#br0" timeOffset="349">491 60 7985,'-4'-5'574,"2"0"1,-5 8-314,-1 3 0,4 1 0,0 7 0,3 1-2,1 2 0,-3 3 0,-1 2 0,2 2-106,1 2 1,1-3-1,0 3 1,0 0-162,0-1 1,0-5 0,0 1-1,0-1-32,0-2 0,-3 0 0,-2 1 0,0-2-420,-3-4 1,-1-5-1,-1-3 169,0 0 0,0-2 0,1-4 0,2-2-371,4-4 1,2-3 0,1-2 0,0-3 661,0 0 0,0 3 0,0-7 0,0 3 0</inkml:trace>
  <inkml:trace contextRef="#ctx0" brushRef="#br0" timeOffset="564">531 291 7865,'23'0'69,"-3"0"1,-3 0-1,2 0 1,-1 0 211,-1 0 1,-5-5 0,1-1 0,-1-4 54,-2-4 0,-2-1 0,-1-4 0,-3 0-124,-3-1 0,-1 2 0,0-5 0,-2 0-34,-1 0 1,1 9 0,-5-1-1,-1 5-78,0 6 0,-2 1 0,-2 6-48,-1 3 1,5 7 0,-2 9-1,1 2-93,0 2 1,4-3-1,2 4 1,0 1-149,0 1 1,2-4 0,-3-1 0,4-3-321,4-1 1,1-4 0,5-3 0,2-3-2925,1-3 3433,2-3 0,6-4 0,-1 0 0</inkml:trace>
  <inkml:trace contextRef="#ctx0" brushRef="#br0" timeOffset="814">802 181 11807,'0'10'301,"0"0"0,-1 4 1,-2 3-1,-1 2-282,-2 1 1,3 1-1,-4 1 1,1 3-253,0 0 0,-3-2 0,3 0 0,-2-3 4,1-3 0,-1-3-92,5-4 1,0-6 0,3-7 0,1-8 172,2-7 1,3-1-1,5-6 1,1-1 75,1 1 0,5 2 0,-1 0 0,2 2-327,1 1 0,-2 3 0,-1 0 0,2 1-146,-1 0 545,4 6 0,4-3 0,4 2 0</inkml:trace>
  <inkml:trace contextRef="#ctx0" brushRef="#br0" timeOffset="1617">1403 30 7949,'-3'-6'785,"-2"0"-461,0 2 0,-2 0 0,-3 4-86,0 0 1,3 1-1,2 3-146,0 2 1,-2 8 0,4 3 0,1 1-1,1 4-47,1 1 0,0-1 1,0 4-1,0-1-21,0 1 1,3-4 0,2 2 0,-1-3-73,0-1 0,0 0 0,-4-1 0,0-1 151,0-2 1,-5-3 0,-1-1-84,-3-4 1,-5 1 0,0-4 0,-2 2-431,-1-1 1,2-3 0,2 0-637,2-2 1,2-5 244,2-3 1,4-2 800,6-1 0,7-4 0,6-2 0</inkml:trace>
  <inkml:trace contextRef="#ctx0" brushRef="#br0" timeOffset="1865">1453 251 7865,'14'5'12,"-2"1"0,1-4 0,-1 1 168,2 0 0,-3-2 0,2-1 1,-1-1 115,2-3 0,-3-1 0,2-6 0,-2-2-193,-1 0 1,-3-1 0,-1 0 0,-2-1-105,-2-1 1,-1 0-1,-1 4 1,-1-1-23,-2 1 0,-3 5 0,-4 4 1,-1 2 145,-2 1 1,2 2-1,-3 3 1,2 6 74,-1 4 0,2 2 1,-3 3-1,4 1-124,4 2 0,-2-2 0,3 3 0,1-3 69,-1-1 0,2 0 1,4-1-901,3-2 1,-1 0-1,6-3 1,3-3 0,1-3-1506,2-5 2262,3-2 0,2-5 0,5-2 0</inkml:trace>
  <inkml:trace contextRef="#ctx0" brushRef="#br0" timeOffset="2216">1774 80 8076,'-9'2'435,"2"1"1,3-1 0,4 5 0,0 1-206,0 1 1,-2 4 0,0 1 0,-1 2-211,1 2 1,1 2 0,1 2-1,-2 3-28,-1 0 1,2-3-1,-2 2 1,2-3-170,1-1 0,0-4 1,0-3-98,0-2 0,1-6 169,2-5 1,3-9 0,2-8 0,1-3-21,1-4 0,-2 2 0,6-3 0,-3-1 113,-1 0 0,0 4 1,0 0 118,0 4 1,0 4 0,0 5 0,-1 3 53,-3 6 1,-1 6-1,-5 8 1,0 5-116,0 3 0,0 3 0,0-3 0,-1 1-391,-3 0 0,3-5 1,-2-3-612,2 0 0,1-5 956,0-4 0,0-8 0,0 1 0</inkml:trace>
  <inkml:trace contextRef="#ctx0" brushRef="#br0" timeOffset="2531">2064 30 7730,'-1'20'-156,"-2"0"1,1-2 0,-4 0 0,1 2 425,3 1 0,1-2 0,1 3 1,0-4 453,0-4 0,0-3 1,1-1-1082,3 0 0,-2-5 74,5-1 1,-6-3 0,0-2-1,-5-2-9,-1 0 1,-2-4-1,-3 4 1,-1 1 287,-2 1 1,2 2 0,-3 2 0,3 4 323,1 2 1,3 2 0,2 2-1,-1 4 110,1 2 1,2-2 0,0-2 0,3 1-193,3-1 0,3-6 0,4 0 1,0-2-273,0-2 0,3-3 1,2-2-1,0-7-553,3-5 0,1-4 0,0-5 0,-1-1-361,-1-2 0,-5-2 948,1 2 0,-2-4 0,-1 3 0</inkml:trace>
  <inkml:trace contextRef="#ctx0" brushRef="#br0" timeOffset="3198">2565 70 7865,'6'-4'-37,"-3"-3"0,-1 2 1,1-2-1,0-1 234,-1-1 0,-2 3 1,-2-1 122,-1-1 0,-5 4 0,1 0-43,-2 3 0,-1 2 1,0 3-1,1 2-169,3 3 1,-2 6 0,4 2 0,2 1-96,1 2 0,1 4 1,0-1-1,0 0-40,0-2 1,1 0-1,1 1 60,2 1 1,-1 1 0,-3-3-1,0 0 1,0 0 11,0-2 0,-4-2 0,-2 0 1,-2-4 9,-2-2 0,2-2 0,-5-2 0,2-3-604,1 1 1,0-4 0,0 1 0,0-4 201,0-5 0,4-2 0,3-1 0,2 0 347,1 0 0,0-4 0,0-2 0</inkml:trace>
  <inkml:trace contextRef="#ctx0" brushRef="#br0" timeOffset="3480">2655 261 7865,'10'0'0,"1"0"149,3 0 1,-3-1-1,2-2 1,0-1 176,0-2 1,-1 0 0,4-4-1,-2 0-92,-2 0 1,-4-1 0,-2-2 0,-2 0-138,-1 1 1,-2-1 0,-1 1 30,0-1 1,-8 3 0,-2 4 0,-2 2-134,-3 2 1,0 2 0,-4 4 0,1 5 86,1 3 1,0 6-1,-2-2 1,2 1 21,0 3 0,5-4 0,-2 6 0,3 1-74,1-2 0,4 0 0,0-1 1,1 0-456,3 0 0,6-4 0,3-4 0,6-4-342,3-5 1,8-2 0,1-1 0,2-1 374,0-2 0,-1-6 1,3-6-1,-1 1 392,-1-1 0,-5-7 0,3 1 0</inkml:trace>
  <inkml:trace contextRef="#ctx0" brushRef="#br0" timeOffset="3663">2926 151 7865,'-9'-7'243,"1"1"135,1 2 0,1 1 0,-4 3 32,0 0 0,3 1 0,1 3 0,1 6-179,-1 6 1,3 3 0,-3 1 0,2 1-148,2 2 1,1-2 0,1 3 0,0-3-347,0-1 1,4-3 0,3-3-1,2-2-363,1-3 0,1-2 0,1 0 0,1-4 68,0-2 1,-1-5 0,0-3 0,2-2 556,-2-1 0,-1 0 0,-1 0 0,0-4 0,0-2 0</inkml:trace>
  <inkml:trace contextRef="#ctx0" brushRef="#br0" timeOffset="3930">3046 191 7865,'7'3'655,"-2"1"-282,0 2 0,-2-3 1,-3 4-1,0 1-171,0 1 0,0 1 0,0 1 0,-1 2-175,-2 4 1,0-1 0,-2 0-1,-1 2-41,1 1 1,1-2 0,-1-2 0,-1 0-23,1-3 0,2-4-78,0-2 1,2-4-1,1-4 1,0-5 83,0-6 1,4-8 0,3 1 0,2-2-219,1-3 1,0 1-1,0-3 1,1 3-201,3-1 1,-3 7 0,2-2 96,-2 2 0,-1 3 0,0 2 0,0 3 351,0 3 0,-4 3 0,-2 8 0,-4 2 0</inkml:trace>
  <inkml:trace contextRef="#ctx0" brushRef="#br0" timeOffset="4180">3176 261 7763,'4'6'0,"0"1"-33,2 1 1,-3-4-1,4 1 560,0-1 0,2-3 0,1 2-406,0-6 0,0-2 0,0-6 0,0-3-16,1-2 1,-5 0 0,0-1 0,-2 1-59,-2 0 0,0 2 0,-2 4 130,0 0 1,-5 4 0,-2 3 0,-1 3-38,-3 3 0,0 8 0,-1 9 0,-1 6-11,1 3 0,1-3 1,4 1-1,1 0-349,2-1 1,0 1 0,4-4 0,1-3-277,3-3 0,1-8 1,6 0-48,3-3 1,1-4 0,5-6-1,-1-6 1,0-6 542,1-3 0,-2-5 0,7-2 0,-5-4 0</inkml:trace>
  <inkml:trace contextRef="#ctx0" brushRef="#br0" timeOffset="4360">3427 111 7865,'-7'-6'367,"2"4"285,0 4 0,2 5 1,3 5-1,0 3-384,0 4 0,-4 0 0,1 8 0,1 1-226,1 1 1,1-2-1,0-1 1,0 1-764,0-1 1,-1-2 0,-2-5 0,0-1-1162,1-2 1882,-4-3 0,5-3 0,-3-6 0</inkml:trace>
  <inkml:trace contextRef="#ctx0" brushRef="#br0" timeOffset="4534">3327 361 7865,'0'-10'1296,"0"0"1,1 0-882,2 0 1,3 3 0,4 2-1,0-1-260,0 1 1,0 2 0,1 0 0,1 1-404,1-2 1,2 3 0,-3-2-1,3 2-1266,0 1 0,-3 0 1514,2 0 0,1 0 0,1 0 0</inkml:trace>
  <inkml:trace contextRef="#ctx0" brushRef="#br0" timeOffset="4699">3597 331 9338,'0'6'-597,"0"2"0,0-2 1</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5:28.404"/>
    </inkml:context>
    <inkml:brush xml:id="br0">
      <inkml:brushProperty name="width" value="0.06" units="cm"/>
      <inkml:brushProperty name="height" value="0.06" units="cm"/>
    </inkml:brush>
  </inkml:definitions>
  <inkml:trace contextRef="#ctx0" brushRef="#br0">10 31 7355,'0'-7'-978,"0"0"3095,0 0-1699,0 2 0,0 3 1,0 9-204,0 6 1,0 6 0,0 4 0,1 4-111,3 2 0,-3 2 0,3 1 0,0 2-86,-1-2 1,0-1 0,-3-1 0,0-1-14,0-2 1,-1-4-1,-1-6 1,-1-4-235,0-2 1,-1-6-1,0-5 22,-2-6 0,4-4 0,-2-3 1,3-4 126,1-2 0,6-1 1,3 1-1,4 2 9,3 0 0,-3 5 0,4-1 0,1 4 52,1 3 1,-3 4 0,1-2-1,0 3 313,-2 1 0,3 5 0,-6 2-40,-3 6 1,0 2 0,-6 4 0,0-1 0,-3-1 9,-4 0 1,-1-2 0,-6-2-1,-2-2-68,0-1 0,-4-1 1,4-2-1,0-3-1128,-2 1 1,4-4 0,-2 1-266,2-4 1,5-4 0,3-4 1195,1 0 0,7-4 0,1-2 0</inkml:trace>
  <inkml:trace contextRef="#ctx0" brushRef="#br0" timeOffset="335">271 281 7895,'10'-5'138,"1"-1"1,2 3 81,4-4 0,-6-2 1,-1-1-1,-1 0 172,0 0 0,-3 0 1,-3 0-1,-2 0-101,-1 0 1,0-1-1,-1 0 1,-2 0-94,-4 2 1,-3 2 0,-2 0 0,-2 4-157,2 2 1,0 2 0,0 2 0,-2 6-18,2 7 0,4 0 0,3 9 0,0-1 112,3 3 1,1-1 0,1 0 0,0 1-235,0-1 0,4-2 1,4-4-1,4-1-398,5-2 0,3-4 0,2-6 0,3-5-526,0-4 0,2-12 1021,3-10 0,0-4 0,0-2 0</inkml:trace>
  <inkml:trace contextRef="#ctx0" brushRef="#br0" timeOffset="799">872 141 7086,'0'-7'-329,"-1"2"1,-1-1 450,-2 0 0,-3 3 599,0-4 0,-2 5 1,-1-1-1,0 2-338,0 1 1,0 5 0,0 4-1,1 5-243,2 1 1,-1 1 0,5 2-1,1-2 10,1 2 1,1-3 0,0-2 0,1-2-231,2-1 1,4-1 0,5-2-277,2-4 1,3-3 0,0-3 0,1-5 0,0-4 66,-2-5 1,-2-2 0,1-1 0,0 0 265,-3 0 1,-1 4 0,-2 3 0,-1 3 224,-1 3 0,-1 4 0,4 6-200,0 4 1,-4 7 0,-2 5-1,0 2-262,-1-2 0,5 1 1,-3-4-1,2 0-1215,0-3 1475,-1-6 0,4-3 0,0-4 0</inkml:trace>
  <inkml:trace contextRef="#ctx0" brushRef="#br0" timeOffset="1383">1433 51 7866,'-3'-7'56,"-1"0"0,-2 4 1,1-3-1,1 1 169,-1-1 1,-1 3 0,1-3 443,0 2 0,-2 1-406,-3 3 1,3 4 0,2 4-1,0 3-187,3 2 1,1 5 0,1-1-104,0 2 1,4 0-1,2-1 1,1-3 0,-2 1-73,0-1 1,1 1 0,-2 2 0,-1-2 41,1 2 0,-2-2 0,1-1 1,-3 1 1,-3 0 1,-1-4 0,-5 1-1,-2-2 40,0-1 1,-3-1-1,0-1 1,1-2-177,-2-2 0,8-1 1,-3-3-687,1 0 1,5-1 0,4-2 0,6-4 876,3-2 0,5-5 0,2-2 0</inkml:trace>
  <inkml:trace contextRef="#ctx0" brushRef="#br0" timeOffset="1711">1503 251 7895,'10'0'518,"0"0"0,0 0 0,0 0-154,0 0 1,-1-1-1,-1-2 1,-2-4-283,-2-2 1,3-2 0,-4-2-1,-1-4-75,-1-2 0,-1-1 1,-1 1-1,-2 2 96,-4 4 0,-5 2 0,-1 2 0,-1 2-28,0 4 0,3 4 0,-3 5 0,3 5-10,1 3 0,0 3 0,1 4-87,3 2 0,-2 0 1,4 2-1,2 0 0,2-3-663,4-1 0,1-4 0,5-2 0,1 0 302,3-3 1,1-5 0,5-5 0,1-5-473,3-7 0,-3-5 855,2-5 0,-2-4 0,-1-2 0</inkml:trace>
  <inkml:trace contextRef="#ctx0" brushRef="#br0" timeOffset="2043">1704 81 7895,'-10'0'266,"0"0"0,0 0 0,0 0 0,-1 0 286,1 0 1,2 4 0,0 3 0,2 2-195,2 1 0,0 1 0,4 2 0,0 4-371,0 2 1,5-2 0,3-1-1,3 1-462,2-1 0,4-1 0,-4-4 0,1 0-116,0-2 1,-2-5 0,4-1 0,-2-2 83,-1-1 0,-2-5 1,-1-4-1,-1-5 507,-3-1 0,3-2 0,-3-3 0</inkml:trace>
  <inkml:trace contextRef="#ctx0" brushRef="#br0" timeOffset="2083">1804 131 7895,'0'-6'605,"0"2"1,3 13-1,0 4-478,0 5 0,-1-1 1,0-1-1,1 2 67,0 1 0,-2 0 1,-1-2-1,0-3-105,0 1 0,0-8 0,0 3-102,0-1 0,0-6 0,0-6-165,0-6 0,0-7 1,0-1-1,0-3-188,0-3 1,1 1 0,2-1 0,3 3-231,-1 3 1,4 0 0,-3 3 0,1 2 595,-1 1 0,1 1 0,3 0 0</inkml:trace>
  <inkml:trace contextRef="#ctx0" brushRef="#br0" timeOffset="2726">1954 151 8039,'10'3'418,"0"1"1,0-1 0,0-3-155,0 0 1,-3 0-1,-2-1 1,1-3-93,0-2 1,-4-3-1,1-2 1,-2-2-183,-1 0 0,0-1 0,-1 1 1,-1 0 134,-1 1 0,-5 2 1,1 3-1,-2 4 18,-1 2 1,0 2 0,0 2 0,1 5 80,3 4 1,-2 8 0,3 7 0,1 2-292,-1 1 1,2 0 0,4 0 0,1 0-535,2 0 0,5-1 1,0-3-1,3-5-235,0-3 0,4-11 0,-1 0 1,1-6 835,-3-4 0,-2-12 0,-1-6 0</inkml:trace>
  <inkml:trace contextRef="#ctx0" brushRef="#br0" timeOffset="3066">2114 21 7819,'0'6'1298,"0"1"1,0 2-832,0 3 1,0 0-1,0 5 1,1 2-433,3 3 1,-2 1 0,4 3-1,-1 1-94,1-1 0,-4-1 0,1-3 0,-2 2-4125,-1-2 4184,-4-5 0,-2 2 0,-4-4 0</inkml:trace>
  <inkml:trace contextRef="#ctx0" brushRef="#br0" timeOffset="3067">2084 221 8487,'1'-9'174,"3"2"0,-2-1 0,4 1 596,-2-2 1,3 2 0,-3 1-1,2-2-725,2-1 1,-1 2 0,1 2 0,-1 0-1901,1 3 0,0 0 1855,2-2 0,1 3 0,-1-3 0</inkml:trace>
  <inkml:trace contextRef="#ctx0" brushRef="#br0" timeOffset="3068">2305 221 7440,'-6'6'-302,"2"-2"0,4-4 1</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5:24.273"/>
    </inkml:context>
    <inkml:brush xml:id="br0">
      <inkml:brushProperty name="width" value="0.06" units="cm"/>
      <inkml:brushProperty name="height" value="0.06" units="cm"/>
    </inkml:brush>
  </inkml:definitions>
  <inkml:trace contextRef="#ctx0" brushRef="#br0">522 20 7865,'-1'-6'190,"-2"2"552,0-1 1,-1 4 102,0-2 0,3 3-602,-2 3 1,2 4 0,1 5-1,0 4-209,0 3 0,3-2 1,2 7-1,-1-2-629,0 2 0,1-2 0,-3 3-22,1 0 1,4 2-1,-4-4 1,0-2 616,-2-3 0,-1 5 0,0-2 0</inkml:trace>
  <inkml:trace contextRef="#ctx0" brushRef="#br0" timeOffset="332">281 320 7865,'0'-10'699,"-1"4"264,-2-1-622,2 5 0,-3-3 0,8 6 0,2 4-116,3 5 1,2 1 0,2 6-1,1 1-6,2 1 1,-3 1 0,3 0 0,-1 0-124,1 0 0,1 0 0,2-1 0,-2-3-368,0-2 0,0-7 0,2-1 0,-2-3 120,0-4 0,-3-5 0,1-11 0,0-6-110,-3-5 0,2-7 0,-1-2 0,-3-2-362,-3-1 1,-3 5 0,1 1-1,0 5-836,-3 6 1460,-1 9 0,-10 5 0,-2 3 0</inkml:trace>
  <inkml:trace contextRef="#ctx0" brushRef="#br0" timeOffset="816">71 631 7471,'0'-10'254,"0"3"0,-1 2 386,-3 0 1,3 4 0,-2 8-346,2 6 0,1 6 1,0 5-1,1 3-65,2 6 0,0-2 1,2 3-1,1 0-160,-1-1 0,-1 0 0,1-5 1,1-3-168,-1-5-66,-2-7 1,1-4 0,-5-9 179,-2-5 1,0-5 0,-3-3 0,-2 0 3,-1 1 1,-1 4-1,0 2 1,0 1 30,0-1 1,0 4-173,0-1 0,1 3-172,2 3 1,3 3-1,4 4-151,0 0 0,4 0 1,3 0-1,3 0 0,2 0-82,2 0 1,3-4 0,-1 0 0,1-2 524,-1-1 0,1-7 0,2-2 0,-2-3 0,6-6 0,-2 0 0</inkml:trace>
  <inkml:trace contextRef="#ctx0" brushRef="#br0" timeOffset="1150">271 831 9939,'-5'10'0,"0"0"279,1 0 0,3 4 0,-3 0 0,3 2-343,1 2 1,5-4-1,1-1 1,3-1 13,1-2 0,4-5 0,0-1 0,2-4-160,2-4 0,-3-6 0,0-7 1,-3-1 63,-3-2 1,-3-1 0,1 3 0,-4 0 233,-1 1 1,-7 4-1,-2-2 1,-1 3 13,-2 3 0,-4 2 0,0 1 0,-1 2-165,1 3 1,0 1 0,4 0-438,0 0 1,4 1 0,0 3-47,2 2 1,5 3-1,5 1 546,3 0 0,6 0 0,0 0 0</inkml:trace>
  <inkml:trace contextRef="#ctx0" brushRef="#br0" timeOffset="1458">472 791 8056,'0'10'242,"0"0"1,0-3 0,0 0 0,0 2 23,0 3 1,0-1-1,0 3 1,0 1-139,0 2 0,0-2 1,0 2-1,0 0-130,0-2 0,0 1 0,0-4 0,0 1-145,0 0 1,0-6 7,0 0 0,0-6 0,0-2 0,0-8 72,0-6 1,0-4 0,0-2 0,0-2-47,0 0 0,3-4 1,1 4-1,2-1 38,2 0 1,-3 3 0,2-1-1,1 3 112,1 2 1,-3 8 0,1-1 0,1 2 391,1 3 1,1 1-1,0 9-198,0 5 1,-5 1 0,-1 6-1,-3 0-237,-1 2 0,0 1 0,0 0 0,0 0-902,0 0 1,0-6-421,0-1 1,-1-8 1327,-3 1 0,3-12 0,-3-6 0</inkml:trace>
  <inkml:trace contextRef="#ctx0" brushRef="#br0" timeOffset="1769">752 581 7458,'6'-5'1315,"-1"1"-254,-1-3 1,-3 4 0,2 6-821,-2 4 1,-4 3 0,0 2 0,-1 4-282,0 3 1,2 0 0,-4 6 0,0 1 72,1 0 1,3-1-1,-2 2 1,3-3-1105,1 1 1,0-5 0,0 0 0,0-6 234,0-3 0,5-5 1,1-5 835,3-6 0,2-3 0,0-10 0,2-3 0,-1-5 0,-3 1 0,4-2 0,-2-1 0,-1-1 0,-3 4 0,-1 2 0,-1 5 1510,1 5-809,-4 2 1,2 11-1,-4 8 1,0 8-344,0 7 1,0 5 0,0-2-1,0 3-434,0 1 0,0-3 0,0 0 1,0-1-295,0 0 1,0-1 0,0-5 0,-1 0-529,-2 0 0,1-8 0,-5-3 898,-1-4 0,-5 3 0,-3-2 0</inkml:trace>
  <inkml:trace contextRef="#ctx0" brushRef="#br0" timeOffset="2073">752 922 7865,'0'-10'620,"0"3"1,1 1-109,3 2 0,1-1 0,5 3 0,1-2-358,3-2 1,-2 3-1,6-4 1,2-1-579,2-1 0,3-1 0,-3 0 1,2-1 423,2-2 0,-4 2 0,3-4 0</inkml:trace>
  <inkml:trace contextRef="#ctx0" brushRef="#br0" timeOffset="2668">1253 641 7895,'9'-7'141,"-2"1"0,-2 3 232,-1 0 0,-3 3 0,2 3-87,-2 4 0,0 6 0,2 4 1,0 3-59,-1 4 0,3-2 1,-2 5-1,-1 0-89,-1 2 1,-1 1 0,0 0-148,0 1 0,0-3 0,0-1 0,0-5 1,0-4-310,0-4 120,-4-8 0,3-7 0,-3-9 140,3-5 0,1-8 0,0-1 0,0-2 0,0-2-32,0-1 0,5-1 1,0 1-1,2 2 113,0 0 1,-1 5 0,4-1 24,0 6 0,0-1 1,0 5-1,0 5 0,0 3 32,0 4 1,-2 10-1,0 4 1,1 5 104,-1 2 0,0 5 0,0 0 1,0 2-327,-1 0 0,-5-4 0,3 2-406,-1-4 1,-2 0-1,4-8 1,-1-2-34,1-3 0,-3-3 0,4-7 579,1-1 0,-4-7 0,1-5 0</inkml:trace>
  <inkml:trace contextRef="#ctx0" brushRef="#br0" timeOffset="3018">1554 791 7895,'9'-1'83,"-3"-2"0,3 2 0,-2-4 0,2 2 139,1 0 1,-3-4-1,-1 2 1,2 0 131,1-3 1,-2 0-1,-2 1 1,0 0-213,-3-1 0,2-1 1,0-1-128,-2 0 1,-6 1 0,-2 3 0,-3 2 45,-1 3 1,3 1 0,1 1-1,-2 4 23,-1 5 1,0 4-1,1 6 1,3 0-9,0 0 0,-2 1 1,4 2-1,1-1-341,1-3 0,1 1 0,0-5 0,1 1-446,2-3 0,1-3 1,4-3-1,4-4 227,-1-1 1,3-8 0,0-4 0,-1-4 483,1-2 0,-2-7 0,2 1 0</inkml:trace>
  <inkml:trace contextRef="#ctx0" brushRef="#br0" timeOffset="3334">1724 761 7895,'10'0'35,"0"-3"1,0 0 212,0 0 1,0 2 0,0 1 35,0 0 0,-1-1 0,-1-1 0,-1-3 47,0 0 0,2 2 0,0-4 0,-2-1-204,-4-1 0,2-2 1,-2-1-1,-1-3-114,-1 0 1,-2 1 0,-2-1 0,-4-1-29,-2 1 1,-1 5-1,0-2 1,0 4-52,0 3 1,-3 3-1,-1 3 110,2 2 1,2 4 0,4 7-1,2 5 121,3 4 0,1 4 0,0 0 0,1 1-73,3-1 0,0 1 1,4-5-1,0-1-416,3-1 1,-1-5 0,3-4 0,-1-4-748,2-5 1,-2-4-1,4-5 1,-2-9 1070,-2-6 0,-1-5 0,-1-4 0</inkml:trace>
  <inkml:trace contextRef="#ctx0" brushRef="#br0" timeOffset="3648">1934 511 8083,'-5'0'1068,"0"2"0,5 4 1,0 5-679,0 3 0,2 3 1,1 3-1,2 1-280,1 2 1,3 2-1,-3 2 1,0-4-499,1-2 0,-4-4 0,3-2 201,-2 0 1,-2-6-1,-5-6-210,-4-2 0,-3-1 1,-2 0-1,-1 0-14,1 0 1,-1 0 0,1 1 0,-1 3 857,0 2 0,6 7 0,1 1 0,2 2 36,1 2 0,2-3 1,2 1-1,3-1-285,2 1 1,4-4 0,3 0 0,1-3-50,2-2 0,-3-5 0,3 0 0,-1-5-392,1-7 1,-4-6 0,0-7-1,-3-5-1281,-2-4 0,-5 0 1,2-4 1523,-3 2 0,3-4 0,2 2 0</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5:36.420"/>
    </inkml:context>
    <inkml:brush xml:id="br0">
      <inkml:brushProperty name="width" value="0.06" units="cm"/>
      <inkml:brushProperty name="height" value="0.06" units="cm"/>
    </inkml:brush>
  </inkml:definitions>
  <inkml:trace contextRef="#ctx0" brushRef="#br0">101 431 7895,'0'-10'-204,"0"0"408,0 0 0,0 4 327,0-1 1,-5 5-101,-1-2 1,0 8-1,1 2 1,-1 4-190,1 4 1,1 2-1,-3 7 1,0 0-467,-2-1 1,2 3 0,0-2-1,1-1-269,0 0 1,1-2-1,2-1 81,0-3 412,0-6 0,3-5 0,0-5 0</inkml:trace>
  <inkml:trace contextRef="#ctx0" brushRef="#br0" timeOffset="464">291 111 7895,'0'-10'19,"0"0"1,0 0 232,0 0 0,-1 0 0,-2 1 135,-4 2 1,2 3 0,-2 5-1,-1 2-128,-1 4 0,3 6 0,0 4 0,1 3-78,3 3 0,1 3 0,2 4 0,3 1-81,2 2 0,3-5 1,2 1-1,2-3-219,0-4 0,5-4 0,-3-3 1,1 0-103,-3-3 0,1-1 1,-3-2-1,-3-1 208,-3-1 0,-2-4 0,-4 3 0,-2-1-67,-4 1 1,-3-4-1,-2 2 1,-2 0-243,-2-1 1,4 0 0,-2-2 0,3 2-1795,1 0 2116,5 0 0,1-7 0,8-2 0,2 1 0,8-9 0,1 3 0</inkml:trace>
  <inkml:trace contextRef="#ctx0" brushRef="#br0" timeOffset="808">522 171 7895,'-11'0'109,"-2"0"1,0 0 353,1 0 0,-3 2 0,2 4 1,1 4-50,1 1 1,0 4-1,3 2 1,1 2-158,4 1 1,1-3 0,4-2 0,1 0-302,4-3 1,3-1-1,2-2 1,2-2-383,2-4 0,-1-2 0,3-2 0,-2-2 135,-2-4 1,1-3 0,-4-3 0,0-4 102,-2-2 0,-2-1 0,-1 1 1,-2 1 64,-3 2 0,-1 0 0,0-1 1,0 4 1340,0 2-1142,0 1 1,0 9 0,0 5-1,0 7-124,0 6 1,3 2-1,0 1 1,1 0-966,0 0 1,2 0 1012,4 0 0,4 0 0,2 0 0</inkml:trace>
  <inkml:trace contextRef="#ctx0" brushRef="#br0" timeOffset="1214">692 171 9296,'0'6'641,"0"1"1,0 1-400,0 1 1,0 5 0,1 4 0,1 3-37,2 3 1,2 3-1,-1-1 1,0 0-99,3-3 1,-2-2 0,-1-2-401,0-2 0,3-7 0,-3-9 110,1-7 1,-2-6 0,-4-11 0,0-5 34,0-4 1,1-1-1,2-1 1,0 2 37,-1 3 0,3 5 1,-2 2-1,0 3 90,2 2 1,-3 10 268,5 0 0,-2 10 0,3 7 0,-3 6-16,0 3 1,2 5 0,-3 3 0,2 2-64,1 1 1,-1-4 0,0-3 0,-1-2-137,1-1 1,-1-4 0,3-4-446,-1-4 1,-5-5 0,2-6 0,0-5 153,-1-4 1,2-5-1,-3-6 1,1-4 167,-1-2 1,1 2-1,-1 2 1,1 0-41,-1 3 0,3 5 0,-2 4 0,-1 2 565,-1 1 1,1 4 0,0 4-139,1 4 1,4 4 0,-4 5 0,1 2-407,0 4 1,-2 2 0,5 1 0,0 0-346,-2 0 1,3 0 0,-4 0-1,2 0-82,2 0 0,-3-4 0,2-3 534,1-2 0,1-5 0,1-2 0</inkml:trace>
  <inkml:trace contextRef="#ctx0" brushRef="#br0" timeOffset="1560">1103 261 6747,'4'-9'0,"2"1"0,-1 2 0,4 2 0,-2-1 0,2-1 415,1 1 0,-3 1 0,-2-3 0,1 0 151,-1-2 0,-1-1 0,1-1-380,0-3 1,-2 6-1,-4-2 1,-2 2-36,-4-1 1,-2 0-1,-1 2 1,0 4-58,0 2 0,0 1 0,0 1 0,0 2-128,0 4 1,1 3 0,2 3 0,4 4 151,2 2 1,1 2 0,0 1 0,1 2-203,2-2 1,4-1 0,5-2-1,2-1-85,-2-2 1,3-7-1,1 0 1,1-3 168,-1-4 0,1-10 0,3-3 0</inkml:trace>
  <inkml:trace contextRef="#ctx0" brushRef="#br0" timeOffset="1964">1714 71 7895,'-10'-6'82,"0"-2"0,0 4 0,0-2 130,0-2 0,0 4 0,0 1 0,0 1 201,0 2 0,0 0 1,0 2-1,0 1-166,0 4 0,3 3 0,1 3 1,2 5-199,2 4 0,2 0 0,3 4 0,4 0-206,2-1 0,1-1 1,1 1-1,1 1-291,1-1 0,2-6 1,-3 0-1,2-2-2700,-2-2 3148,-6-7 0,3 1 0,-3-9 0</inkml:trace>
  <inkml:trace contextRef="#ctx0" brushRef="#br0" timeOffset="2514">1634 221 7895,'-7'-3'0,"2"-2"247,0-1 1,2 3-119,3-4 0,1 5 0,2-1-169,4 2 0,3 1 1,2 0-1,3 0-264,0 0 0,-1 0 0,1-1 0,0-2 143,-3 0 1,-1-5 0,-1 3-1,0-2 31,0 0 0,-1 4 200,-2-4 1,-3 6 0,-4 1 0,0 6 243,0 3 0,0 5 1,0 3-1,0 1 53,0-2 1,3 2 0,2-4-1,-1-2-265,1-1 0,3-4 0,-2-2 0,3 0-141,1-3 1,-3-5 0,0-5 0,0-4 82,2-5 1,-3 1-1,-3 0 1,-2-2-144,-1-1 0,0 3 1,-1 3-1,-2 2-12,-4 1 1,-2 4 0,-1 3-584,0 2 1,0 1-659,0 0 1096,0 4 1,6-3 255,4 3 0,4-4 0,6-4 0,0-1 0,0-1 0,1-2 0,2 5 142,0 1 0,0 1 0,-3 1 1,0 1-1,0 2 294,0 4 1,0 2 0,-1 1 0,-2 1 52,-4 2 1,2-1 0,-2 5-303,-1 1 1,-1-2-1,-1 0 1,0 1 0,-1 0-243,-2-1 1,1-3 0,-4 0-1,1-3-196,-1-3 0,3 0 154,-4-3 1,5-5 0,-1-7 0,1-4-3,2-5 0,5-2 0,2-1 0,3-1 4,3-3 1,2 0 0,6-4 0,0 1-385,2 0 0,-1 1 0,4 0 479,-2 2 0,4 0 0,-2 4 0</inkml:trace>
  <inkml:trace contextRef="#ctx0" brushRef="#br0" timeOffset="3064">2375 161 7878,'0'-10'71,"0"0"0,-3 0 0,-2 1 0,1 1 231,0 1 1,-4 5 0,1-1-44,-2 2 0,-1 1 0,0 1 0,1 2-56,3 4 1,-3 6-1,3 4 1,1 2-151,1 1 1,3 0 0,1-1-1,0-1-192,0-2 1,0-4 0,1 1 17,3-5 1,-2-1 0,4-3 0,3-2 0,2-2-176,3-3 0,0-7 1,-1-7-1,1-2 133,2-1 0,-4-4 0,1 1 0,-2 1 315,-1 1 1,-3 4 244,0 0 0,-4 10 1,3 1-278,-2 7 1,-1 9-1,-3 7 1,0 2-1,0 2 103,0 2 0,2-1 1,0 3-514,1-4 0,4 4 1,-3-9-1,2-1 1,2-3-665,0-2 0,-1-4 0,0-4 954,1-4 0,1-8 0,1-6 0</inkml:trace>
  <inkml:trace contextRef="#ctx0" brushRef="#br0" timeOffset="3419">2576 81 7895,'0'-10'534,"-1"4"-140,-3 3 0,3 6 1,-2 5-1,2 4-300,1 5 1,0 3 0,0 2 0,0 1-351,0 0 0,0-1 0,1 0 1,2 2-318,4-2 1,-2-8 0,2-3 0,2-2 572,3-4 0,-1-3 0,4-11 0,-5-2 0</inkml:trace>
  <inkml:trace contextRef="#ctx0" brushRef="#br0" timeOffset="3465">2716 30 8240,'-6'2'492,"3"1"1,2 7 0,1 7-1,1 3-598,2 3 0,0 3 0,2 4 1,1 1-508,-1 2 1,2-5-1,3 1 613,0-3 0,4 2 0,2-3 0</inkml:trace>
  <inkml:trace contextRef="#ctx0" brushRef="#br0" timeOffset="4064">3037 71 7535,'6'0'300,"1"0"0,-5 1 0,1 2 0,-1 4-148,-2 2 1,1 5 0,1 3 0,1 3-142,-1 3 0,1 3 0,-1 4 0,1 1-50,-1 2 0,1-1 0,-1 0 1,1-3 18,-1-2 1,0-5-1,-2 0-1214,0-4 1,0-9 1233,0-9 0,-5-6 0,0-7 0,-2-5 0,0-4 0,4 0 0,-3-5 0,2-1-58,2-1 1,-3 2 0,2 2-1,1-1 158,1 0 0,1 4 0,1-1 0,2 2 203,4 1 0,2 1 1,2 2-1,2 3-157,4-1 0,-2 8 1,2 1-1,1 4 31,1 2 0,-4 5 0,-1 4 1,-3 4 4,-1 3 0,-5 1 0,-1 3 0,-3 0-134,-1 0 0,-1-4 1,-3 0-1,-2 0-142,-3-1 1,-1-1 0,0 1-1,0 0-225,0-3 1,1-4 0,2-2 0,3 2-97,-1 1 0,5-3 0,0-3-98,6-2 1,3-1 0,2-1 512,2-2 0,3-7 0,4-6 0</inkml:trace>
  <inkml:trace contextRef="#ctx0" brushRef="#br0" timeOffset="4442">3357 101 7895,'-1'-7'0,"-1"0"0,-3 1 173,0 0 1,1-2 0,-2 5 0,-2 1 85,-1 1 1,-1 5 0,0 3 0,0 3-139,0 3 0,1-1 1,1 5-1,3 1-131,0 1 0,2-3 1,4 1-1,1 0-62,2-2 1,7 3 0,-1-4 0,2-3-259,2-3 0,-1-4 0,3-4 0,2 0 184,1 0 1,-3-6-1,-3-4 1,-2-5 172,-1-4 1,-3-1 0,-2 1 0,0 1 17,-3 1 1,-1 5-1,-1-1 713,0 2 0,-1 6-658,-2 5 1,2 5 0,-3 6 0,3 1-343,1 1 0,0 4 0,0-4 0,0 0-245,0-2 0,0-1 0,1-1 1,2-1-313,0-2 799,5-4 0,-3 3 0,5-5 0</inkml:trace>
  <inkml:trace contextRef="#ctx0" brushRef="#br0" timeOffset="4812">3568 91 7889,'5'0'423,"-2"0"0,-6 0-40,-4 0 0,-2 4 0,-1 3-205,0 2 0,5 1 1,0 0-1,2 0-250,0 0 1,-1 0 0,6 0 0,0 0-119,1 0 0,5 0 0,0 0 0,3 0-15,2 0 0,2 0 0,-3 0 0,1 0 174,-1 0 0,0-2 0,-3 1 121,-3 2 0,-1 1 0,-6-2 1,-3 0-64,-2 0 1,-3 0 0,-3-1 0,0-1-348,-1-2 1,0-3 0,3 0 0,-1-2-415,1-1 0,0 0 250,0 0 484,5-4 0,0-2 0,5-4 0</inkml:trace>
  <inkml:trace contextRef="#ctx0" brushRef="#br0" timeOffset="5185">3708 91 7895,'0'-6'463,"0"2"1,3 5 0,0 2 0,1 5-339,0 4 1,-3-1-1,4 4 1,-2-2-52,1 0 0,2 2 0,-1-2 0,-1 3 25,1-1 1,-2 4 0,-3-3 0,0 1 2,0-1 1,0 1 0,-1 2 0,-3-1-5,-2-2 0,-3-3 1,0 0-1,1-3-1596,1-3 1,1 1 1093,-4-5 1,4-1 0,3-5 0,2-4-802,1-2 1205,4-1 0,6-4 0,6-2 0</inkml:trace>
  <inkml:trace contextRef="#ctx0" brushRef="#br0" timeOffset="5998">3838 201 9037,'0'8'298,"0"1"0,1 2-275,2 0 1,0 4 0,2 1 0,1 1-96,-1-1 0,2-2 0,3 1 0,0 0-23,0-3 1,0-2-1,0-3-6,0-4 1,0-4 0,-1-5-1,-2-6 96,-4-6 0,-2 0 0,-1-5 1,0 1 76,0-2 1,0 7 0,0-2 76,0 3 0,0 3-81,0 3 1,0 5-1,0 5-29,0 6 0,0 3 0,1 0 0,2-2 0,1 0 41,2 1 0,-3 0 0,3 0 1,-1-3-70,1 0 1,-3-2 8,4-3 0,-1 0-411,4 0 0,-4-1 0,-2-3-21,1-2 1,-3-3-1,4-1 1,-1 0 30,1 0 0,-4 3 1,2 0 380,1 0 0,0-1 0,5 1 0,-3 3 44,0 4 0,-5 1 378,1 2 0,-1-1 1,-2 5-1,0 1-3,0 1 1,0 1 0,0 0-1,1 0-196,2 0 0,-1 0 0,5 0-119,1 0 1,1-1-1,1-2-300,0-4 1,-4-2 0,1-1-1,0-1 85,-2-2 1,0-6-1,-5-5 1,0 1 195,0-2 1,-5 4 0,0-2 0,-2 2-28,0 1 0,1 0 0,-4 0 0,0 1-378,0 2 0,0-1-467,0 5 0,1-1 304,2 0 1,2 4-1,7-1 483,1 3 0,3 5 0,4-4 0,0 0 0,0-2 0,0-1 76,0 0 1,0 0-1,0 0 315,0 0 0,-4 3 0,1 1 83,1 2 0,0 1 0,-1 3 0,-1 1-257,-2 2 0,3-1 1,-2 4-1,-1 0-78,0-1 0,0 2 1,-4 2-1,1-2-166,2-4 0,-2-2 0,3-1-38,-3 0 0,-2-4 1,-2-4-11,0-4 1,0-5-1,3-6 1,0-4 24,0-2 0,0-1 1,0 1-1,0 1-81,0 2 1,0 0 0,0-1-1,0 3-296,0-1 1,0 4-1,1-2 1,1 2-51,1 1 0,4 0 0,-4 0 1,1 0 476,0 0 0,-1 3 0,3 0 0,2-1 0,-2 4 0,0 1 487,1 2 1,2 2 0,-1 2 0,-2 5 164,2 4 1,-2 2 0,0 5-1,2-1-436,1 0 1,1 3-1,0-4 1,-1 1-1,-1 0-24,-2-2 1,0-4 0,2 1 0,-3-4-187,0-3-82,-2-3 0,-7 2 0,-3-3 0,-2 2-43,-1-2 1,-3 2 0,-1 1 0,1 0 55,-1 3 0,6 1 0,-2 1 23,1 0 0,4 0 1,2 0-1,2 0-58,1 0 1,0 0 0,1 0-307,2 0 1,3-4-1,4-3 1,0-2-277,0-1 0,3 0 0,1-1 0,-1-2 680,2-4 0,0-2 0,5-1 0</inkml:trace>
  <inkml:trace contextRef="#ctx0" brushRef="#br0" timeOffset="6405">4519 351 7895,'10'0'1408,"-3"3"-546,0 1 1,-2 0-346,2 0-2383,-3-3 1866,-4 3 0,0-4 0,0 0 0</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7:06.208"/>
    </inkml:context>
    <inkml:brush xml:id="br0">
      <inkml:brushProperty name="width" value="0.06" units="cm"/>
      <inkml:brushProperty name="height" value="0.06" units="cm"/>
    </inkml:brush>
  </inkml:definitions>
  <inkml:trace contextRef="#ctx0" brushRef="#br0">39 0 8448,'-4'6'1648,"0"4"0,2 6-1309,0 5 0,-1 10 0,0 4 0,0 7 419,-2 4 0,1-3 1,1 7-605,0-3 1,1-5 0,2-9 0,0-6-1,0-6-1463,0-5 1,0-2 19,0-3 0,2-6 1,0-5 254,-1-3 0,2-7 0,-1-2 1034,0-5 0,1-4 0,1-2 0</inkml:trace>
  <inkml:trace contextRef="#ctx0" brushRef="#br0" timeOffset="347">58 64 7895,'0'-6'228,"0"0"0,0-1 691,0 1 1,0 4-384,0 4 1,0 6 0,0 9 0,0 5-169,0 4 1,0 2-1,0 3 1,0 3-156,0 1 0,0-1 1,1 1-1,1-2-181,3-1 0,-2-7 1,1-3-1,2-5-398,2-4 1,-2-8 0,1 0 0,1-5-116,-1-2 0,3-5 1,-1-6-1,0-4 147,1-3 0,-1-6 0,-1-4 0,0-2 108,0-2 0,0 0 0,0-1 0,2 2 218,0 1 0,0 7 0,-2 1 0,1 4 385,1 5 1,-2 7-1,1 7 1,-2 3 114,-1 5 1,-1 6-1,-1 8 1,0 4-152,0 1 0,1 4 0,-2 1 0,-1 1-321,1 2 0,-1-3 0,-1 1 0,1-4-819,0-1 0,1-7 0,-2-4 0,1-4-2878,0-3 3677,1-5 0,1-1 0,2-3 0</inkml:trace>
  <inkml:trace contextRef="#ctx0" brushRef="#br0" timeOffset="765">405 231 8581,'-6'1'1969,"2"1"-1623,2 2 1,1 2 0,2 1 0,1 2-223,2 1 0,2 3 0,1-1 0,1-1-26,3 0 0,-1-3 1,1-1-1,0-1-220,1-2 1,1-3-1,0-2 1,0-4-136,0-5 1,-3-5 0,0-2 0,0 0 298,-3 0 0,-2 3 1,0 0 493,0 2 1,-2 7 0,-1 5-170,-2 3 0,3 6 0,-1 2 1,-1 3-192,0 1 1,0 0 0,0 0 0,1-1-853,0 1 1,0-5-1,1-1 1,0-2-1370,0 0 1,2-4 2044,-1-1 0,5-7 0,1-2 0</inkml:trace>
  <inkml:trace contextRef="#ctx0" brushRef="#br0" timeOffset="1040">726 90 7915,'-8'3'0,"1"1"487,-2 2 0,0 0 0,4 1 0,0 0 386,0 1 1,4 2 0,-1 3 0,3 1-473,3 1 1,1 0-1,6 3 1,1 3-519,2 1 1,-2-3-1,2 2 1,-2 0 70,0 1 1,-4-2 0,0-1 0,-3-1 8,-3-3 0,-2-2 0,-2 2 1,-3-2-31,-3-2 1,1-4 0,-3-4 0,0 0-557,0-1 1,0-2-1,-1-2 1,2-3-743,2-3 1,3-3 0,0-3 1364,2-1 0,-1-6 0,3 1 0</inkml:trace>
  <inkml:trace contextRef="#ctx0" brushRef="#br0" timeOffset="1293">912 26 8570,'-3'11'0,"-1"0"1197,1 0 0,-2 4 0,2 1 0,2 2-597,0 1 1,1 2 0,0 4 0,1 2-258,1 1 1,0-1-1,1 2 1,1-1-644,-1 0 1,-1-3 0,0-2 0,-1-3-1085,-1-2 0,0-5 0,0 0 1384,0-4 0,-6-1 0,-1-2 0</inkml:trace>
  <inkml:trace contextRef="#ctx0" brushRef="#br0" timeOffset="1541">783 327 13212,'7'-4'512,"-1"0"1,4 0-1,3-4 1,4 0-653,4-3 0,2-2 0,4-1 0,2-2 140,0 0 0,-2-1 0,2-2 0</inkml:trace>
  <inkml:trace contextRef="#ctx0" brushRef="#br0" timeOffset="2065">1309 173 7912,'-4'-2'0,"0"0"0,1-1 198,-1 0 1,2 0-1,-2 2 413,-1-2 1,1 1 0,1 3-1,0 1-244,1 2 0,2 5 1,0 2-1,0 2 33,0 4 0,0 1 0,3 5 0,2 0-328,2 0 0,1-2 1,3 1-1,1-2-476,2-4 1,0-4 0,1-4-1,-1-4-70,1-4 1,1-7 0,1-8 0,-2-7 131,-2-7 1,0-1 0,-1-3-1,-1 1 64,-3 2 0,-3 10 654,0 1 1,-4 15 0,1 4 0,-1 9 197,-1 5 1,0 5-1,0 4 1,0 0-323,0 1 0,0-3 1,0 1-1,0 0-598,0-2 1,1-4 0,1 0 0,1-6-360,1-3 1,2-5 0,0 0-2567,2-1 3271,-2-1 0,-1-3 0,-1-1 0</inkml:trace>
  <inkml:trace contextRef="#ctx0" brushRef="#br0" timeOffset="2414">1752 116 8808,'-7'-4'0,"1"1"511,0 1 0,1 1 0,1-1 0,-1 2-86,-1 2 0,2 1 0,0 4 0,2 0-161,0 1 1,1 3 0,2 4 0,1 1-175,0 1 1,3 1 0,-1 0 0,2 0-59,0 1 1,1 0 0,-2-1 0,0-1 80,-3 1 0,-2-1 1,0 0-1,-2 1-47,-3-2 0,-1-2 0,-2-2 0,-1-1-386,-1-2 0,-1-3 1,-1-1-1,1-1-609,0-2 0,5 1 1,0-4-1,1-1-1456,1-3 2385,1 0 0,6-5 0,1 0 0</inkml:trace>
  <inkml:trace contextRef="#ctx0" brushRef="#br0" timeOffset="2676">1842 270 8307,'6'0'0,"1"0"843,2 3 1,-2-3-1,3 2-469,0-4 0,-1-1 0,-1-4 1,0 1-1,0-1-5,-1-2 0,-3-1 0,-2-3 0,-1 0-477,-1-2 1,-3-1 0,-2-1 0,-3 2-60,-3 2 0,-1 3 0,-1 2 0,-2 3 182,1 3 1,-1 7-1,2 6 1,0 5 581,0 5 0,3 3 0,2 3 0,0 3 150,2 2 1,2 0 0,3 1 0,3-2-795,5-2 0,2-9 1,4-1-1,3-5-1017,3-6 1,2-3 0,4-7-1,1-5-3701,1-3 4765,2-5 0,3-4 0,4-4 0</inkml:trace>
  <inkml:trace contextRef="#ctx0" brushRef="#br0" timeOffset="3280">2541 109 7912,'-11'-10'280,"1"3"0,-1 1 175,-1 2 1,3 2-1,-4 1 1,1 2-59,0 3 1,2 6-1,1 3 1,2 3-80,1 2 0,2 2 0,2 1 0,1 0-91,1 0 0,3 0 0,2-1-140,0-1 1,2 1 0,0-4 0,0-1 0,0 2-96,-1-1 1,-3-3 0,0 0 0,0 0-166,-2-1 1,-3-2 0,-4 2 54,-2-2 0,-3-2 1,0 1-1,-1-2 1,-2-1-240,-1-2 1,2 2-1,-1-3 1,1 1-2765,3 1 3121,2-4 0,4-1 0,5-3 0</inkml:trace>
  <inkml:trace contextRef="#ctx0" brushRef="#br0" timeOffset="3542">2592 366 8113,'13'-6'0,"0"-1"393,0 1 1,-1-1-1,0 1 1,0-1-105,-1-2 1,-4 1 0,1-2 0,-2-2 268,-2 0 1,-2-1 0,0-2 0,-2 0-370,-2-2 1,-2 1 0,-3-1 0,-2 4-70,-1 2 0,-2 5 1,-2 0-1,0 3 111,-1 4 0,0 5 1,2 7-1,0 4 31,0 4 0,3 5 0,2 4 1,1 4 62,0 2 0,4 0 1,1-1-1,4 0-414,2-4 1,5-2-1,4-5 1,4-4-977,4-5 0,2-7 0,4-2 0,3-6-3875,1-6 4940,-3-6 0,9-7 0,-4-4 0</inkml:trace>
  <inkml:trace contextRef="#ctx0" brushRef="#br0" timeOffset="4264">2887 186 7912,'-1'-5'0,"0"0"102,-1 0 1,-3 2-1,1-2 1,-2 1 475,-1 1 0,1 1 1,0 3-1,1 2-27,-2 3 1,3 3-1,-3 5 1,2 2-311,0 6 0,2 1 0,1 7 0,1-1-56,1 3 0,1-6 0,1 3 0,2-1-765,2-1 0,2-6 1,2-3-1,0-4-286,1-4 1,1-5 0,1-4 0,1-3 355,1-7 1,-2-5 0,1-9 0,-2-4 509,-1-4 0,-2-2 0,0-4 0,-1 1 0,-2 2 0,-4 7 0,0 1-22,-1 5 1,-3 4-1,-1 9 1,-4 4-1,0 5 437,0 3 1,0 2-1,2 1 1,0 2 292,0 1 0,4 1 0,-1 1 0,1 2-256,1 2-1,1-1 1,1 2 0,2 1-418,2 0 0,1 2 0,1-3 0,1 0-232,1-2 0,1-7 1,1 1-1,-1-3-141,0-3 1,-1-5 0,1-5 0,-2-5 2,0-5 0,-4-2 1,1-2-1,-2-3 83,0-1 1,-3 2-1,1 1 1,-1 2 503,-1 3 0,0 8-48,0 3 1,0 7 0,0 4 0,0 7 5,0 4 0,0 4 0,0 2 1,1 2 37,1 0 0,-1-1 1,2-2-1,-1-2-1228,3-2 0,0-7 1,0 2-1,-1-5-820,1-3 1801,1-5 0,0-6 0,0-3 0</inkml:trace>
  <inkml:trace contextRef="#ctx0" brushRef="#br0" timeOffset="4559">3176 231 7912,'3'1'823,"-1"1"1,-1 2 0,-1 5 0,0 2-377,0 4 1,0-1 0,0 3 0,1 1-205,1 0 1,-1-1 0,1 0 0,-1-1-405,-1 1 1,0-5 0,2 0 94,0-2 0,0-6 0,-2-6-18,0-6 0,1-6 0,0-4 0,2-3 107,1-2 0,-2-1 1,1-1-1,1 3-306,-1-1 0,1 2 0,1 3 1,-1 0-593,1 3 1,1 3-1,0 2 1,1 3 19,-1 2 1,1 3 854,-1 0 0,-3 7 0,0 2 0</inkml:trace>
  <inkml:trace contextRef="#ctx0" brushRef="#br0" timeOffset="4824">3368 295 7739,'7'7'-125,"2"2"1,-2-4 0,1 1-1,0-3 725,-2-1 1,1-2 0,0-2 0,0-3-14,-1-3 1,-1-2 0,1-3 0,-1-1-289,-1-1 1,-3 1 0,2-2-1,-3-1-9,-3 1 0,0 2 1,-4 0-1,-2 4 3,-1 4 1,-3 4-1,1 0 1,1 4 54,0 5 1,1 6 0,0 6-1,1 4-54,2 2 0,3 1 0,2 1 0,2 2 8,2 0 0,5-3 0,4 0 0,4-4-1117,4-2 1,-1-7 0,4-3 0,0-4-933,0-4 0,0-4 1747,-3-2 0,-3-5 0,0-1 0</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7:13.056"/>
    </inkml:context>
    <inkml:brush xml:id="br0">
      <inkml:brushProperty name="width" value="0.06" units="cm"/>
      <inkml:brushProperty name="height" value="0.06" units="cm"/>
    </inkml:brush>
  </inkml:definitions>
  <inkml:trace contextRef="#ctx0" brushRef="#br0">206 154 7750,'5'-9'0,"0"-1"-137,0 0 1,-2-2 0,1 2 0,-1-1 541,-3 1 1,0 0-1,0-2 1,-3 2 94,-4 1 1,-2 1 0,-5 2-1,0 2-141,-1 1 1,-3 3 0,2 1-1,-1 4-118,0 6 0,2 7 0,-2 7 0,2 4-85,1 5 1,2 4 0,2 4 0,2 1-125,2 1 0,2-4 1,5-1-1,3-5-352,4-4 1,5-11-1,6-2-225,1-9 0,1-4 0,1-5 0,0-2 1,1-4-642,0-5 1186,-3-7 0,5-6 0,-2-4 0</inkml:trace>
  <inkml:trace contextRef="#ctx0" brushRef="#br0" timeOffset="347">295 0 7912,'-6'3'548,"2"-1"1,0 2 0,1 2-270,2 2 0,0 2 1,1 3-1,0 3 59,0 6 0,1 0 0,1 6 0,2 3-200,-1 1 1,3 0 0,-3 3 0,1-1-20,-2 0 1,0-7-1,-1 2 1,1-2-202,0-3 1,-2-4-109,0-5 0,0-7 0,0-7 0,1-7-89,1-9 0,0-3 1,2-9-1,1-5 99,3-2 1,0 0 0,2-1 0,0 1-23,0 0 1,-1 8 0,1 0 0,-1 7 338,-1 7 0,-3 7 0,-2 6 0,0 7 278,-1 6 1,-2 8-1,0 3 1,0 3-245,0 4 0,0-4 1,0 3-1,0-1-257,0-3 0,1-3 1,1-2-1,2-2-884,2-4 1,3-7 0,2-6 0,2-7 969,2-6 0,1-5 0,3-5 0</inkml:trace>
  <inkml:trace contextRef="#ctx0" brushRef="#br0" timeOffset="770">590 154 7912,'0'-19'-364,"0"5"1,-2 2 0,-3 4 1213,0 2 1,-2 5-1,-2 1 1,-1 4-56,0 4 1,0 3 0,2 4 0,-1 2-312,-1 4 1,4 2 0,1 2 0,1-1-290,3 0 1,1-4 0,2 2-1,3-3-460,3-2 0,1-6 0,5-6 1,1-2 118,2-4 1,1-6 0,-1-7-1,-1-2-481,-1-4 0,-2-3 0,0-4 0,0-2 362,-2 0 0,-4 4 0,-1 1 0,-1 3 267,-1 5 0,-2 6 1,-4 6 497,-3 5 0,2 10 0,-1 4 0,-1 3-389,2 4 0,-1 0 1,3 3-1,-1 0-827,0-2 1,1-2 0,1-1-1,1-5-86,1-4 0,3-6 0,2-3 0,2-2 802,-1-5 0,-1-5 0,-1-6 0</inkml:trace>
  <inkml:trace contextRef="#ctx0" brushRef="#br0" timeOffset="1199">757 142 10672,'-3'2'728,"0"3"0,3 3 0,0 1-313,0 4 0,0 1 0,0 5 0,0 1-296,0 1 0,0-1 1,0 2-1,0-2-77,0-1 1,0-5 0,1-4-239,1-2 0,-2-5 0,3-4 0,0-5-111,1-6 0,1-8 0,0-5 1,2-2-114,1-3 1,-1 3 0,1 0-1,2 1 252,0 2 1,-3 5 0,2 6 0,-2 3 442,-1 6 1,-1 3 0,-2 4 0,1 1-137,-1 4 0,-1 3 0,0 4 0,-1 2 145,-1 2 1,0 0 0,0 0-1,0 0-807,0 1 0,0-4 1,0-1-1,0-2-1304,0-3 1,3-4-77,1-6 1903,-1-6 0,2-6 0,-1-5 0</inkml:trace>
  <inkml:trace contextRef="#ctx0" brushRef="#br0" timeOffset="1631">911 135 7912,'4'-6'699,"-1"1"1,-3 2-94,2 0 0,-1 2 0,1 3 0,-1 2-112,-1 2 0,0 3 0,0 2 0,0 2-161,0 4 0,0 0 0,0 6 0,0-1-155,0 1 1,0 0 0,0-1-1,0-1-179,0-3 1,0-4-249,0-1 0,0-6 0,1-9 0,1-6-16,2-6 0,0-6 0,2-4 0,1-1-121,0-1 1,0 1 0,0 0 0,-1 1 365,1 3 1,-1 4 0,1 3 0,-1 2 355,0 4 1,1 3 0,-1 3 0,0 3-250,-2 3 0,1 3 1,-3 7-1,0 1 175,-2 2 0,0 1 0,0 2 1,0 0-601,0 1 1,0-3 0,0 0 0,-2-1-1738,0 0 0,0-5 557,2 1 0,1-8 1518,1-3 0,1-7 0,4-5 0</inkml:trace>
  <inkml:trace contextRef="#ctx0" brushRef="#br0" timeOffset="2061">1084 263 7912,'7'-5'230,"-1"0"0,-2 2 0,1 1 0,0 0 293,0 1 1,2-1-1,-1 1 1,1-2-145,-1 0 0,1-2 0,1 0 0,1-1-81,-2 0 1,1 0 0,0-5 0,1 0-258,-1-1 1,-4 0-1,-2 1 1,-1-2 118,-1-1 0,0 5 0,-2-2 0,-1 4 249,-4 3 0,-1 1 0,0 4 0,-1 2 52,-1 3 1,2 4 0,-1 5 0,2 2-49,1 2 1,0 3 0,1 1 0,1 2-229,2 1 1,-1-2 0,3-1-1,1 1-996,1-2 0,2-2 1,3-5-1,2-3-644,1-4 1,3-5-1,1-2 1,1-5 816,0-4 0,-1-9 0,0-5 1,1-3 637,-1-3 0,0-1 0,-1-3 0</inkml:trace>
  <inkml:trace contextRef="#ctx0" brushRef="#br0" timeOffset="2100">1322 65 7912,'0'-10'2108,"0"1"-1292,0 5 0,-1 2 0,0 7 0,-2 3-311,2 4 0,0 2 0,1 2 1,0 4-41,0 2 1,0 0 0,0 3 0,0 2-954,0 2 1,0 1 0,0 0-1,0-1-815,0-3 0,0-7 1,0-1-1,1-4 1303,1-4 0,2-8 0,2-3 0</inkml:trace>
  <inkml:trace contextRef="#ctx0" brushRef="#br0" timeOffset="2101">1424 315 7899,'4'3'2290,"-1"-2"-1114,-3 3 0,0-2-1176,0 3 0,3-4 0,0 2 0</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8:44.259"/>
    </inkml:context>
    <inkml:brush xml:id="br0">
      <inkml:brushProperty name="width" value="0.06" units="cm"/>
      <inkml:brushProperty name="height" value="0.06" units="cm"/>
    </inkml:brush>
  </inkml:definitions>
  <inkml:trace contextRef="#ctx0" brushRef="#br0">33 29 7810,'-3'-6'100,"-1"-1"1,0 2 720,0 0 1,2 2-307,-3 1 1,2 2 0,-2 0 0,3 6-1,2 5 11,0 3 1,0 3 0,0 4-1,0 4-313,2 5 0,0-2 0,2 6 0,0 0-262,0 1 0,-1-4 0,-1 0 0,1-1-521,0-3 1,-1-4-1,2-5 1,-1-4-482,-2-5 1,1-5-1,-1-3 1,1-5-1201,0-4 2251,-2-4 0,0-3 0,0-2 0</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8:44.532"/>
    </inkml:context>
    <inkml:brush xml:id="br0">
      <inkml:brushProperty name="width" value="0.06" units="cm"/>
      <inkml:brushProperty name="height" value="0.06" units="cm"/>
    </inkml:brush>
  </inkml:definitions>
  <inkml:trace contextRef="#ctx0" brushRef="#br0">10 78 7810,'6'-16'0,"-1"5"0,-1-1 0,2 1 388,2 1 0,-1 4 0,3 1 1,1 1 144,1 3 1,-2 0 0,4 2 0,-1 1-275,1 2 0,-4 3 0,3 1 0,-2 3-47,-1 1 1,-4 1-1,-4 2 1,-1 3 84,-1 0 1,-5 1-1,-2 1 1,-3-1-228,-3 0 1,0-2 0,-3-1 0,1 0-369,0-2 0,-1-3 0,2-3 0,-1-2-528,1-2 1,3-3 0,3 1 202,1-4 1,4-4 0,3-5 0,3-1-1993,3-1 2615,3 0 0,1-2 0,3-2 0</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8:44.774"/>
    </inkml:context>
    <inkml:brush xml:id="br0">
      <inkml:brushProperty name="width" value="0.06" units="cm"/>
      <inkml:brushProperty name="height" value="0.06" units="cm"/>
    </inkml:brush>
  </inkml:definitions>
  <inkml:trace contextRef="#ctx0" brushRef="#br0">45 7 7810,'4'6'122,"-1"1"0,-1-1 400,0 0 0,1 1 0,-2 0 1,1 1 30,0 0 0,-2 4 0,0-1 0,0 3-327,0 3 0,0 1 0,0 0 0,-2 2-167,0 0 1,-3 0 0,1-2 0,-3 0 9,-1-3 1,3-3 0,-2-2 0,2-3-4,-1-4 0,2-3 0,0-3 0,1-4-160,2-3 1,0-2-1,2-3 1,1-3 32,2-3 1,3 1-1,1-1 1,1 1-178,1 1 0,-2-1 0,3 2 0,0 1-205,-1 2 0,2 0 1,-2 3-1,1 0-1111,-1 2 1,0 6 1553,1 0 0,-2 2 0,-2 2 0</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8:45.058"/>
    </inkml:context>
    <inkml:brush xml:id="br0">
      <inkml:brushProperty name="width" value="0.06" units="cm"/>
      <inkml:brushProperty name="height" value="0.06" units="cm"/>
    </inkml:brush>
  </inkml:definitions>
  <inkml:trace contextRef="#ctx0" brushRef="#br0">1 178 7810,'2'6'913,"1"0"-269,0-2 1,-1-1 0,3-3-1,0 0-182,0 0 1,2-3-1,1-2 1,2-3-407,-1-3 1,-1-3-1,1-2 1,-2 0-130,-1-2 1,-2 2 0,-1-1 0,-1 1-49,0 0 1,-2 4-1,-3 0 1,-1 4 179,-3 2 1,0 4 0,-1 1-1,1 5 227,0 4 1,1 5 0,0 3 0,-1 4 127,1 2 1,2 3 0,2 1-171,1 0 0,1 5 0,0-2 1,0-1-1,1 0-745,1-3 1,2-5 0,4-1 0,1-2-765,-1-3 0,1-8 0,0-2 0,0-4-1626,1-4 2891,-2-3 0,-1-9 0,-1 0 0</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8:45.307"/>
    </inkml:context>
    <inkml:brush xml:id="br0">
      <inkml:brushProperty name="width" value="0.06" units="cm"/>
      <inkml:brushProperty name="height" value="0.06" units="cm"/>
    </inkml:brush>
  </inkml:definitions>
  <inkml:trace contextRef="#ctx0" brushRef="#br0">1 96 7847,'0'7'589,"0"0"0,0 1 1,0 3 67,0 1 1,0 3 0,0 0-1,0 4-305,3 1 1,0-3-1,4 3 1,-1-1-251,0-1 1,2-6 0,-1-1 0,3-4 49,0-3 1,-2-3 0,2-4 0,-1-5-86,-1-3 1,-1-2 0,0-6 0,-1-1-140,1-2 0,-2 1 0,0-1 0,-1 2-497,-1-2 1,2 2 0,-2 0 0,2 1-252,-1 2 1,0 4-1,3 0 1,-1 0-43,0 2 0,-1 5 0,-1 2 862,1 2 0,1 5 0,0 1 0</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8:45.540"/>
    </inkml:context>
    <inkml:brush xml:id="br0">
      <inkml:brushProperty name="width" value="0.06" units="cm"/>
      <inkml:brushProperty name="height" value="0.06" units="cm"/>
    </inkml:brush>
  </inkml:definitions>
  <inkml:trace contextRef="#ctx0" brushRef="#br0">1 122 8059,'2'10'415,"0"1"0,2-3 0,-1 0 0,-1-1 109,0-3 0,2-1 0,2-3 0,1 0-241,-1 0 0,-1-4 1,-1-2-1,1-4-202,1-2 0,-2-2 1,-1 0-1,0-2-207,-1 0 1,-2 1-1,0-1 1,0 0 143,-2 2 1,-2 5 0,-2 3 0,-1 3-53,1 1 0,-1 3 0,1 3 0,-1 6 462,1 3 1,0 4-1,1 3 1,2 1-262,0 3 1,1 0 0,2 2 0,0 0-935,0-1 1,1-2 0,1-2 0,2-3-833,2-3 1,1-5 0,1-4 1598,0-3 0,1-5 0,-3-2 0</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8:45.891"/>
    </inkml:context>
    <inkml:brush xml:id="br0">
      <inkml:brushProperty name="width" value="0.06" units="cm"/>
      <inkml:brushProperty name="height" value="0.06" units="cm"/>
    </inkml:brush>
  </inkml:definitions>
  <inkml:trace contextRef="#ctx0" brushRef="#br0">1 81 7810,'3'0'1709,"1"0"0,-3 1-1211,1 1 1,1 2 0,-1 4 0,0 2-81,2 2 1,-3 3-1,2 4 1,-1 2-239,1 2 0,-1-2 1,-2 5-1,0-2-32,0-1 0,0-3 1,0-4-1,0-3-89,0-3 1,0-6-257,0-6 1,0-5 0,0-8-1,0-4-264,0-4 1,0 0 0,3-5 0,1 1 8,2-1 0,0 4 0,1-1 0,2 1 682,1 2 1,2 3 0,2 1-1,0 1-89,1 3 0,2 4 0,-2 3 0,-3 6 818,-3 5 1,-4 3 0,-2 8-1,1 3-411,0 3 0,-3 0 0,1 2 0,-1 1-723,-1 1 0,0-1 1,0-2-1,0-1-1825,0-3 1,0-4 0,0-1 580,0-4 1,2-6 0,1-5-230,0-6 1648,2-6 0,1-2 0,1-4 0</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8:46.128"/>
    </inkml:context>
    <inkml:brush xml:id="br0">
      <inkml:brushProperty name="width" value="0.06" units="cm"/>
      <inkml:brushProperty name="height" value="0.06" units="cm"/>
    </inkml:brush>
  </inkml:definitions>
  <inkml:trace contextRef="#ctx0" brushRef="#br0">39 1 7810,'4'1'1102,"1"1"0,-4 2 1,1 5-1,-1 2-417,-1 3 1,0 3-1,0 5 1,-1 1-799,-1 2 0,1 2 0,-3 0 0,1 0-306,-1 0 1,3-3-1,-2-3 1,1-4-1197,-1-2 0,-2-2 1615,1-2 0,-4-2 0,-2-2 0</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8:46.346"/>
    </inkml:context>
    <inkml:brush xml:id="br0">
      <inkml:brushProperty name="width" value="0.06" units="cm"/>
      <inkml:brushProperty name="height" value="0.06" units="cm"/>
    </inkml:brush>
  </inkml:definitions>
  <inkml:trace contextRef="#ctx0" brushRef="#br0">1 103 7810,'2'-9'167,"-1"2"0,2-2 0,-1 2 915,0 1 1,4 2 0,0 2 0,2 1-288,2 1 1,-1 0 0,1-2-1,3 0-1232,1 1 0,0-3 0,3 1 0,1-2-1198,1-2 0,0 4 1635,3-6 0,1 0 0,2-3 0</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8:46.790"/>
    </inkml:context>
    <inkml:brush xml:id="br0">
      <inkml:brushProperty name="width" value="0.06" units="cm"/>
      <inkml:brushProperty name="height" value="0.06" units="cm"/>
    </inkml:brush>
  </inkml:definitions>
  <inkml:trace contextRef="#ctx0" brushRef="#br0">77 79 7876,'0'-6'374,"0"2"1,0-1 163,0 0 0,0 0 1,-1-2 12,-1 1 1,-1 2 0,-2-1 0,1 1-151,-1 0 0,-1 2 0,0 2 0,0 0 52,-1 2 1,2 5-1,0 4 1,0 3-229,0 4 1,0 3 0,1 2-154,2 0 1,1-1 0,2-3-1,1-1 1,3 0-482,3-3 0,2-8 1,3-2-1,2-5 10,2-2 0,1-7 0,-1-6 1,3-4-57,0-5 0,-2 0 1,3-5-1,-3 0 365,-1-1 0,-2 8 1,-1 2 439,-3 5 0,-4 8 1,-3 10-1,0 8 110,-1 7 1,1 4-1,2 3 1,-1 1-544,-1 0 0,1-3 0,0-1 0,0-1-1093,0-3 1,-3-5 0,2-1 1175,1-5 0,1 1 0,0-4 0</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8:47.441"/>
    </inkml:context>
    <inkml:brush xml:id="br0">
      <inkml:brushProperty name="width" value="0.06" units="cm"/>
      <inkml:brushProperty name="height" value="0.06" units="cm"/>
    </inkml:brush>
  </inkml:definitions>
  <inkml:trace contextRef="#ctx0" brushRef="#br0">1 12 7810,'0'-6'580,"0"2"1,2 3 0,0 2 0,-1 4 88,0 0 1,0 4-1,0 1 1,1 2-340,0 1 0,-2-1 0,0 4 1,0 1-235,0-1 1,0 1 0,0 3 0,0 1-309,0 3 0,0-1 0,0-1 1,-2-1-944,0-3 0,0-3 0,2-1 0,1-2-174,1-4 0,-1-3 1329,3-3 0,1-7 0,1-2 0</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8:47.723"/>
    </inkml:context>
    <inkml:brush xml:id="br0">
      <inkml:brushProperty name="width" value="0.06" units="cm"/>
      <inkml:brushProperty name="height" value="0.06" units="cm"/>
    </inkml:brush>
  </inkml:definitions>
  <inkml:trace contextRef="#ctx0" brushRef="#br0">142 14 7810,'0'-5'597,"0"1"0,-1 3 1,-1-2 58,-2 3 0,-1 0 1,0 0-1,-3 0-376,1 3 1,-3 1 0,0 4 0,-2 1-163,-1 1 0,2-2 0,1 3 0,1 0 158,1-1 1,-1 2 0,2-2-1,2 1-78,2-1 0,1-1 0,2 1 0,0-1-109,2-1 0,2-3 1,3-1-1,2 0-345,1 0 0,2 1 0,1-3 0,1 0-564,1-2 1,-1 0 0,3-2 0,0-1-196,0 0 1,1-2 0,-2-3 0,0-1-459,-1 2 1473,-6-3 0,6 0 0,-5-3 0</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8:48.073"/>
    </inkml:context>
    <inkml:brush xml:id="br0">
      <inkml:brushProperty name="width" value="0.06" units="cm"/>
      <inkml:brushProperty name="height" value="0.06" units="cm"/>
    </inkml:brush>
  </inkml:definitions>
  <inkml:trace contextRef="#ctx0" brushRef="#br0">20 29 7810,'-4'0'667,"0"3"-3,-1 1 0,2 2 0,1 1 0,1 1-116,1 3 0,0 1 0,0 2 0,0 0-253,0 1 1,0 3-1,0-2 1,0 1-131,0 0 1,1-3-1,0 1 1,1-2-170,0-2 0,-1-4-300,1-3 0,0-5 0,1-2 0,1-5 43,-1-7 0,-1-2 0,3-5 0,0-1-20,0-2 1,2 1-1,-1 0 1,1 2-12,-1 4 0,0 3 0,1 1 0,-1 2 453,1 4 1,-4 4-1,-1 5 183,-1 5 1,-1 4-1,0 5-225,0 2 1,0 3 0,0 2-1,0 1 1,0-1-371,0 1 0,2-2 1,1 0-1,1-1-615,1-1 0,0-4 1,2-3-1,0-3 159,1-3 0,0-3 1,0-7 706,-1-5 0,5-3 0,2-8 0</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8:48.315"/>
    </inkml:context>
    <inkml:brush xml:id="br0">
      <inkml:brushProperty name="width" value="0.06" units="cm"/>
      <inkml:brushProperty name="height" value="0.06" units="cm"/>
    </inkml:brush>
  </inkml:definitions>
  <inkml:trace contextRef="#ctx0" brushRef="#br0">39 64 7810,'-4'0'734,"0"1"1,-1 1-84,-1 2 1,0 5-1,1 2 1,2 1-28,0 3 1,1 2 0,2 4 0,0 1-246,3-2 1,3-2 0,4-2 0,1-3-549,2-3 0,-1-6 1,5-4-1,-2-6-173,0-4 0,-2-6 0,-1-2 0,-1-4-131,-2 0 1,-4 0 0,-2-3 0,0 1 198,-2 2 1,-3 4 0,-4 4 0,-3 2 92,-1 1 1,0 5 0,-3 1 0,2 1-170,0 3 0,4 0 0,-2 1 0,3 1-193,1 1 0,2-1 0,3 4 1,1 0 542,1 0 0,5 5 0,3 0 0</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8:48.673"/>
    </inkml:context>
    <inkml:brush xml:id="br0">
      <inkml:brushProperty name="width" value="0.06" units="cm"/>
      <inkml:brushProperty name="height" value="0.06" units="cm"/>
    </inkml:brush>
  </inkml:definitions>
  <inkml:trace contextRef="#ctx0" brushRef="#br0">1 102 8104,'0'6'2117,"0"2"-1564,0 0 0,0 0 0,1 3 1,1 1-160,2 2 1,0-1 0,0 2-1,2-1-506,1-1 1,1-2-1,0-2 1,0-1-233,0-3 1,0-3 0,2-3 0,0-6 128,-3-7 0,1-4 1,0-7-1,1-1-23,-2-1 1,-2 3-1,0 2 1,-1 2 141,0 3 0,-1 9 0,-1 5 531,0 6 1,0 8-1,-1 7 1,0 4-17,1 0 1,3 2 0,-1 0 0,2-1-141,1-2 1,-1-5-1,0 0 1,-1-4-28,-1-3 1,0-5 0,3-2-1,-1-2-205,0-2 1,-1-5 0,-2-5 0,1-3-251,-1-1 1,0-4 0,0-3 0,1-1 44,-1 1 0,-1 2 0,3-2 1,-1 3-1028,-1 1 0,3 4 1,-2 2-1,1 3-517,0 3 0,0 5 1702,0 0 0,0 4 0,2 2 0</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8:48.973"/>
    </inkml:context>
    <inkml:brush xml:id="br0">
      <inkml:brushProperty name="width" value="0.06" units="cm"/>
      <inkml:brushProperty name="height" value="0.06" units="cm"/>
    </inkml:brush>
  </inkml:definitions>
  <inkml:trace contextRef="#ctx0" brushRef="#br0">6 6 7810,'0'4'-168,"0"0"708,-2-1 1,1 1 0,-1 1-1,1 0 87,1 2 1,0 2 0,0 2 0,0 2 210,0 2 0,0 3 0,1 4 0,0 1-537,1 1 0,3-2 1,-3 0-1,1-3-77,0-2 1,0-5-416,-1-5 1,1-10 0,2-9-1,-1-5-240,1-6 0,0-3 1,0 0-1,-1-1-144,1 2 0,1 3 1,1 0-1,-1 2 555,0 4 1,2 2 0,-1 4 0,3 4 314,0 3 1,-2 4-1,2 3 1,0 5-87,0 5 0,-4 5 0,0 4 0,0 0-373,0 1 0,-3-3 1,-1 1-1,-1 0-821,-1-1 0,0-6 1,-1 2-1,-1-5-37,-2-4 1022,-5-3 0,-3 0 0,-5-1 0</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8:49.690"/>
    </inkml:context>
    <inkml:brush xml:id="br0">
      <inkml:brushProperty name="width" value="0.06" units="cm"/>
      <inkml:brushProperty name="height" value="0.06" units="cm"/>
    </inkml:brush>
  </inkml:definitions>
  <inkml:trace contextRef="#ctx0" brushRef="#br0">0 64 7842,'0'-6'565,"1"3"1,0 3 0,2 6-292,1 4 1,-2 4 0,2 2 0,-1 3 21,1 1 0,-2 0 1,1-1-1,0 1-177,-1-1 0,-2-1 0,1-1 0,0-4-35,2-1 0,-1-6-66,-2 0 1,0-7-1,0-1 1,0-4-210,0-5 1,0 0 0,0-7 0,0 0 94,0-3 0,0-2 0,0-1 0,3-1 125,1 2 1,2 1-1,2 0 1,1 2 46,1 1 1,1 8 0,2 2 0,-1 6 44,-1 5 1,0 7 0,-2 6-1,-2 3 185,1 4 1,-3-1 0,0 3 0,-1-1-81,-1-1 1,0-2 0,-2 0 0,1-3 25,0-2 1,-2-6-47,0 2 1,0-5 0,0-4-270,0-4 0,0-4 0,0-3 0,0-4-349,0-3 1,0-3 0,1-2 0,1-1 221,2-1 0,2 2 0,1 0 0,0 1 197,1 1 0,0 2 0,2 4 0,0 4 99,0 4 1,-2 5 0,0 2 0,-1 3 395,0 5 1,-1 4 0,0 5-486,-2 0 0,1 3 0,-2 0 0,0 0-413,0 0 0,2-1 1,-1-3-1,1-2 0,0 0-160,-1-2 1,1-3-1,1-4 1,0-2-2321,1-2 2876,-1-3 0,1-3 0,-1 0 0</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8:49.989"/>
    </inkml:context>
    <inkml:brush xml:id="br0">
      <inkml:brushProperty name="width" value="0.06" units="cm"/>
      <inkml:brushProperty name="height" value="0.06" units="cm"/>
    </inkml:brush>
  </inkml:definitions>
  <inkml:trace contextRef="#ctx0" brushRef="#br0">1 198 7810,'6'0'179,"0"0"0,-1-2 1,-1 0 211,1 1 1,1-3 0,0 0 0,1-1 108,-1-1 1,1 0 0,1-4-1,1 0-92,1-2 1,-2 0 0,1-4-1,-2 1-207,-1 1 1,0-2 0,-2 2-1,-2 1-426,-4 1 1,-2 3 0,-4 1 0,-1 3 213,-1 3 1,-1 2 0,-1 2-1,1 3 226,0 3 0,3 2 0,0 4 0,3 1 333,0 2 0,4 2 0,-1 2 0,1 1-209,1 0 0,0 0 1,1 1-1,3-1-821,2-2 1,3 0 0,0-4-1,1-2-239,2-3 0,2-6 1,0-1-1,2-4-298,0-4 0,-2-3 0,1-6 1,-1-1 77,-1 0 1,0-2-1,-2-1 941,-2 2 0,2-2 0,-4 1 0</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8:50.390"/>
    </inkml:context>
    <inkml:brush xml:id="br0">
      <inkml:brushProperty name="width" value="0.06" units="cm"/>
      <inkml:brushProperty name="height" value="0.06" units="cm"/>
    </inkml:brush>
  </inkml:definitions>
  <inkml:trace contextRef="#ctx0" brushRef="#br0">71 51 7742,'2'-4'71,"-1"-1"463,1 0 1,-1 0 0,-1-2 103,0 1 0,-1 2 0,-1-1 260,-2 0 0,-2 2-683,0 1 1,0 4 0,2 3 0,2 1-123,1 3 1,1 1 0,0 3 0,1 2 53,1-1 0,1 4 1,4-1-1,-2-1-514,0-1 1,0-1 0,0 0 239,0-1 1,0 3-1,-2-4 1,0 0 0,-1 0 111,-2-1 1,-3-3 0,-1-1-1,-2-1-159,-3-1 0,1-2 0,-2-1 0,0-2-360,0 0 0,2 0 0,-1 0 0,1-2-56,2 0 0,4-3 0,0 1 0,1-3-4,1-1 0,3 0 0,1-2 594,2 1 0,3-3 0,1 2 0</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8:50.655"/>
    </inkml:context>
    <inkml:brush xml:id="br0">
      <inkml:brushProperty name="width" value="0.06" units="cm"/>
      <inkml:brushProperty name="height" value="0.06" units="cm"/>
    </inkml:brush>
  </inkml:definitions>
  <inkml:trace contextRef="#ctx0" brushRef="#br0">33 26 7396,'0'-7'-667,"-1"1"1652,-1-1 0,-2 4 0,-2 1-364,-1 1 0,3 1 0,1 1 1,0 1-323,1 2 0,2 3 0,0 0 0,0 3-91,0 3 1,2-1 0,3 5 0,0 1-177,2 0 1,0 1 0,1 0 0,0-1-52,0 2 1,-3-5 0,-1 2 0,-1-2-52,1 0 1,-3-2-1,1 2-7,-4-1 0,-1-6 0,-4-3 0,0-1-567,-1-3 0,0 0 0,0-2-183,1-1 1,3-1 0,2-4-1,1 1 33,1-1 0,1-2 1,1-1 793,3 0 0,3-5 0,2 2 0</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8:51.240"/>
    </inkml:context>
    <inkml:brush xml:id="br0">
      <inkml:brushProperty name="width" value="0.06" units="cm"/>
      <inkml:brushProperty name="height" value="0.06" units="cm"/>
    </inkml:brush>
  </inkml:definitions>
  <inkml:trace contextRef="#ctx0" brushRef="#br0">59 90 6707,'0'-6'0,"0"0"621,0-1 0,0 3 0,-1 0 0,-1 1-165,-3 2 0,0 1 0,-2 2 0,1 2 61,-1 2 1,1 1 0,0 1 0,0 2 87,2 2 1,1-2-1,3 4 1,0-1-716,0-2 0,1 0 0,1 1 0,4-1-287,2-2 0,3-4 0,-2-2 0,1 0-162,1-1 0,1-7 0,1-4 0,-3-2 282,-1-2 0,-2-3 0,-1-1 0,-1-2 330,-1 0 1,-3 3 0,1 2 0,-1 2 1617,-1 4-1751,0 3 0,0 10 1,0 6-160,0 2 0,0 0 0,1 0 1,0 0-433,1 0 0,3-3 1,0-2-1,0-1 187,2-3 0,-1-1 0,1-3 1,-1-2 483,0-2 0,2-1 0,-1-8 0,2-1 0,-1-2 0,-1 2 0,-1-1 0,1 2 0,-1 0 0,-2 1 0,0 1 250,-1 3 1,-2 0-1,-3 3 1,-2 0 775,-2 3 0,0 2 1,-1 0-1,1 0-506,-1 2 0,4 3 0,0 3 0,1 0-390,0 0 0,0-1 0,2-1 0,0 1-10,3-1 1,0 1-1,3-2 1,1 0-600,-1 0 1,1-4 0,-1 1 0,1 0 252,2 0 1,-2-1 0,2 3 0,-2 0 689,-1 2 1,0-1 0,0 7 0,-2 2 103,-1 5 0,-3 1 0,0 3 0,0 1 24,0 1 1,0-1-1,-3-1-462,-1-1 1,-2-2 0,-1-3 0,-1-4-1,0-4-1127,0-2 0,1-3-76,1-2 0,2-2 1,2-2-1,1-3 0,1-1 432,0-3 0,1-1 0,1-2 1,3-1-1329,3 0 1969,-1 0 0,5-3 0,-2 0 0</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8:51.490"/>
    </inkml:context>
    <inkml:brush xml:id="br0">
      <inkml:brushProperty name="width" value="0.06" units="cm"/>
      <inkml:brushProperty name="height" value="0.06" units="cm"/>
    </inkml:brush>
  </inkml:definitions>
  <inkml:trace contextRef="#ctx0" brushRef="#br0">25 116 7064,'12'-3'0,"-1"0"265,0-1 1,-3 0-1,3 3 1,0-2 413,-1 0 0,0 0 0,-3-1 1,2-1 40,-1 0 1,-2-2-1,-1 1 1,-3-1-428,-2 1 0,0-1 1,0 1-1,-2-1-278,-3-2 0,-3 4 0,-2-2 0,-2 1-57,-1 3 0,2 2 1,-4 1-1,2 2 225,0 3 0,2 4 1,2 4-1,1 4 344,2 4 0,2 1 0,0 4 1,2 0-183,4-1 0,5 1 1,6-2-1,4-2-1117,3-2 1,1-9 0,3-3 0,0-5 146,1-4 1,0-4 0,-2-5 0,-4-4 624,-1-4 0,-6 3 0,0-4 0</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8:52.074"/>
    </inkml:context>
    <inkml:brush xml:id="br0">
      <inkml:brushProperty name="width" value="0.06" units="cm"/>
      <inkml:brushProperty name="height" value="0.06" units="cm"/>
    </inkml:brush>
  </inkml:definitions>
  <inkml:trace contextRef="#ctx0" brushRef="#br0">147 76 8052,'-11'-2'0,"-2"-3"474,-1 0 0,1 0 0,0 2 1,0 0-96,0 2 1,3 1 0,0 2 0,0 3-29,0 3 1,4 2-1,0 6 1,3 2-187,1 3 0,2 2 1,2-1-1,3 2-175,3-2 0,3-2 1,3-4-1,1-3-216,-1-4 1,3-5 0,0-2 0,1-4-85,2-5 0,-3-4 1,-2-6-1,0-5 39,-3-4 1,-1-1 0,-1-2 0,-1-1 337,-2 1 1,-3 5-1,0 1 1,-1 5 434,-2 6 1,-1 4 0,-1 7-1,-2 3 32,-1 5 0,3 5 1,-1 5-1,2 5-271,2 3 0,1 0 1,4 1-531,-1-1 0,3 1 0,0-5 1,1-1-1,1-2-754,1-3 1,-1-5 0,0-4 0,0-4-92,1-3 1,-2-6 0,-1-6 1111,-2-3 0,-1-6 0,1-1 0</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8:52.344"/>
    </inkml:context>
    <inkml:brush xml:id="br0">
      <inkml:brushProperty name="width" value="0.06" units="cm"/>
      <inkml:brushProperty name="height" value="0.06" units="cm"/>
    </inkml:brush>
  </inkml:definitions>
  <inkml:trace contextRef="#ctx0" brushRef="#br0">0 34 7758,'0'-10'345,"0"-1"1,0 5 396,0 0 0,0 9 0,1 4 1,0 6-213,1 4 1,3 5-1,0 1 1,0 2-530,2 1 1,0-2 0,0 0 0,0 2-537,-1 0 1,-1-4-1,1 2 1,-2-4-1489,-2-3 1,-1-4 2022,-1-5 0,-6 0 0,-1-2 0</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8:52.595"/>
    </inkml:context>
    <inkml:brush xml:id="br0">
      <inkml:brushProperty name="width" value="0.06" units="cm"/>
      <inkml:brushProperty name="height" value="0.06" units="cm"/>
    </inkml:brush>
  </inkml:definitions>
  <inkml:trace contextRef="#ctx0" brushRef="#br0">0 109 8401,'5'-3'448,"-1"-1"1,-2 1 0,2-1-1,1 0-363,1 1 1,1-1-1,2-3 1,1 2-305,2 0 1,2-1 0,1 1 0,1-2-469,1-1 1,1 2-1,-4-2 687,1 0 0,1-1 0,1-1 0</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8:52.848"/>
    </inkml:context>
    <inkml:brush xml:id="br0">
      <inkml:brushProperty name="width" value="0.06" units="cm"/>
      <inkml:brushProperty name="height" value="0.06" units="cm"/>
    </inkml:brush>
  </inkml:definitions>
  <inkml:trace contextRef="#ctx0" brushRef="#br0">0 0 8074,'0'6'603,"0"1"1,0 1-1,0 2 1,0 0-40,0 1 0,0 2 1,0 2-1,0 2-450,0 1 1,1 3 0,1 1 0,0 2-133,2 1 1,-3-3 0,2 0-1,-3-1-791,0-3 1,0-5 0,0-1 808,0-2 0,-3-1 0,0-3 0</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8:52.890"/>
    </inkml:context>
    <inkml:brush xml:id="br0">
      <inkml:brushProperty name="width" value="0.06" units="cm"/>
      <inkml:brushProperty name="height" value="0.06" units="cm"/>
    </inkml:brush>
  </inkml:definitions>
  <inkml:trace contextRef="#ctx0" brushRef="#br0">13 65 8161,'-3'-6'690,"2"-1"0,-2 1-89,0-1 0,3 3 1,-3 0-1,3 0-64,3 0 0,0-1 0,4 2 1,0 0-835,1 1 1,0-1 0,2 3 0,0 0-656,0-2 1,1 1-1,1-1 1,1 1-272,0 1 0,0 0 1223,0 0 0,0 3 0,-1 0 0</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8:53.358"/>
    </inkml:context>
    <inkml:brush xml:id="br0">
      <inkml:brushProperty name="width" value="0.06" units="cm"/>
      <inkml:brushProperty name="height" value="0.06" units="cm"/>
    </inkml:brush>
  </inkml:definitions>
  <inkml:trace contextRef="#ctx0" brushRef="#br0">91 2 7810,'-7'0'0,"-1"0"0,-1 0 299,1 0 0,-1 0 1,1 0-1,0 3 713,1 1 1,0 2 0,1 3-1,0 2-487,2 3 0,1 0 0,3 1 1,0-1-453,0 1 0,4-3 0,1 0 0,3-3-355,0-3 1,2-3 0,0-3 0,1 0-157,-1 0 1,1-5 0,1-2 0,-1-2 28,0-3 0,-2 0 0,0-3 1,0 0 308,-2 1 0,-3 1 1,2 0-1,-2 3 735,-1 1 0,-1 2-283,0 1 0,-1 5 0,-1 3 1,0 4-372,0 2 0,0 2 0,0 3 1,0 0-560,0 0 0,0-3 0,3 0 0,1 0-352,2-2 0,1-1 0,1-2 1,1 0 929,1-3 0,-2-5 0,3-3 0,0-4 0,2-3 0</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8:53.616"/>
    </inkml:context>
    <inkml:brush xml:id="br0">
      <inkml:brushProperty name="width" value="0.06" units="cm"/>
      <inkml:brushProperty name="height" value="0.06" units="cm"/>
    </inkml:brush>
  </inkml:definitions>
  <inkml:trace contextRef="#ctx0" brushRef="#br0">77 54 7810,'-3'-9'-344,"2"3"1,-4-2-1,0 4 1291,0 1 0,-2 2 0,1 3 0,0 3 271,-1 3 1,1 2 0,-1 3 0,1 0-511,-1 2 0,4 0 0,1 4 0,1 0-501,1-1 1,0 1 0,1-3 0,1 1-730,2 1 1,3-4 0,0 0 0,3-3-665,0-2 1,-2-5 0,3-2 0,0-2-641,1-2 1,-1-2-1,-1-5 1826,-1-4 0,0-3 0,-3-3 0</inkml:trace>
  <inkml:trace contextRef="#ctx0" brushRef="#br0" timeOffset="1">173 3 7810,'0'-3'1631,"0"3"1,0 4 0,0 4 0,0 3-902,0 1 1,0 4-1,0 1 1,0 2-639,0 2 0,0 0 0,0 2 0,0 0-854,0-1 1,0 0 0,1 0 0,0-1 361,1-3 1,1-4-1,-1-1-1588,3-4 0,-2-5 1,-1-5 1987,-2-4 0,3-5 0,1-2 0</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8:53.876"/>
    </inkml:context>
    <inkml:brush xml:id="br0">
      <inkml:brushProperty name="width" value="0.06" units="cm"/>
      <inkml:brushProperty name="height" value="0.06" units="cm"/>
    </inkml:brush>
  </inkml:definitions>
  <inkml:trace contextRef="#ctx0" brushRef="#br0">103 26 7810,'0'-6'393,"-3"-1"1,-1 1 159,-2 2 0,2 1 0,0 3 0,-1 1-115,-1 1 1,0 0 0,-2 2-1,1 2 145,-2 1 1,1 1 0,2 1 0,1-1 50,1 1 1,0 2 0,0-1 0,1 1-104,0 0 0,2-4 0,-1 3 1,1-2-93,1 1 1,3-3 0,2-1 0,1-1-579,3-1 1,-2 0-1,4-3 1,0 0-716,2 0 0,0 0 0,1-3 0,1-1-539,0-2 0,-3 0 0,-1 0 0,1-1 1393,0 1 0,-1-4 0,2 0 0</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8:54.137"/>
    </inkml:context>
    <inkml:brush xml:id="br0">
      <inkml:brushProperty name="width" value="0.06" units="cm"/>
      <inkml:brushProperty name="height" value="0.06" units="cm"/>
    </inkml:brush>
  </inkml:definitions>
  <inkml:trace contextRef="#ctx0" brushRef="#br0">1 0 7810,'0'7'309,"0"-1"1,0 0 1011,0 1 1,0-3-1,0 0-1103,0 1 0,0-1 1,1 0-219,1-2 0,1 1 0,4-3 0</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39:25.329"/>
    </inkml:context>
    <inkml:brush xml:id="br0">
      <inkml:brushProperty name="width" value="0.06" units="cm"/>
      <inkml:brushProperty name="height" value="0.06" units="cm"/>
    </inkml:brush>
  </inkml:definitions>
  <inkml:trace contextRef="#ctx0" brushRef="#br0">740 1437 7796,'-6'-6'2083,"1"3"-1860,5 11 1,0 5 0,0 13 0,1 7-7,3 9 0,1 9 1,3 12-1,-2 11-305,-1 8 0,-2-1 0,-3 4 0,0-4-402,0-5 1,0-18 0,-1-1 0,-1-13-1859,-2-13 2348,0-15 0,0-11 0,-2-11 0</inkml:trace>
  <inkml:trace contextRef="#ctx0" brushRef="#br0" timeOffset="401">397 2058 7916,'-5'-10'335,"4"5"0,-3 6-39,3 9 0,2 6 0,3 9 0,4 5-110,5 5 1,4 4 0,6 7 0,2 4-60,3 3 0,0 0 1,0 0-1,1-4-15,-2-7 0,4-9 0,-5-13 1,-1-8 63,-3-8 1,-3-5-1,1-6-349,-2-7 1,1-11-1,-4-9 1,1-6-1,-1-6-546,-2-3 1,-1-7 0,-2-6 0,-2-5-904,-1-3 1622,0 6 0,-1-15 0,-1 9 0</inkml:trace>
  <inkml:trace contextRef="#ctx0" brushRef="#br0" timeOffset="900">11 333 7806,'-1'-6'-208,"-3"2"545,3 3 1,-4 9 0,5 4-240,0 4 1,4 5-1,-1 7 1,1 1-1,-1 5-216,1-1 0,0 2 0,-4-1 0,0 2-207,0-2 0,0-4 0,0-4 242,0-3 1,0-4 82,0-8 0,-5-5 0,-1-1 0</inkml:trace>
  <inkml:trace contextRef="#ctx0" brushRef="#br0" timeOffset="1232">0 301 7812,'0'-16'-452,"4"4"0,1-2 0,-1 1 649,1-1 0,3 5 0,0-1 0,2 0 97,5 0 0,-2 3 1,5 1-1,-1 2-160,0 1 0,3 3 1,-3 4-1,1 3-1,0 2 1,-5 2 0,1 0 0,-2 0-141,-1-1 0,-5 2 1,-3 1-1,-2 2 33,-1-2 1,0-1 0,-1 0 0,-2 1-29,-4 1 1,-3 1-1,-1-3 1,-1 1 50,-2 1 1,1-5 0,-4 4-1,2-3 80,2-3 0,1 0 1,1 3-1,2-2-44,1-1 1,0 0 0,5 4 0,0 0-45,2-1 0,2 1 0,3 0-94,3-1 1,4 5 0,3-1 0,3-1-118,-1-1 0,4 2 0,-2 1 0,1-3 0,2-3-892,0-2 0,-5-3 0,4 2 1062,-4-2 0,3 0 0,-2-4 0</inkml:trace>
  <inkml:trace contextRef="#ctx0" brushRef="#br0" timeOffset="1516">440 483 7833,'10'0'67,"-3"-4"0,1 1 0,0 0 88,1 2 1,0-2-1,0-2 1,3-1 75,0-2 0,0-3 1,-1-2-1,-2-3-163,-2 0 0,2-2 0,-4-5 0,-1-1 8,1-1 1,-3 4-1,-5 4 1,-4 2-82,-3 2 1,-2 5 0,-1 5 0,-2 2 111,-2 1 1,4 4 0,-1 5 0,2 4 86,1 5 1,2 7-1,1 3 1,5 3-88,2 1 0,1 1 1,0-1-1,0 0-233,0 0 1,4-1 0,4-2-1,1-4-514,2-3 1,1-5-1,1-4 1,2-5-493,2-4 0,1-5 1132,3-6 0,5-10 0,2-11 0</inkml:trace>
  <inkml:trace contextRef="#ctx0" brushRef="#br0" timeOffset="1731">761 183 7849,'-11'-6'711,"1"2"-436,-1 3 1,0 1 0,1 1 0,-1 3 308,0 3 1,4 4-1,1 4 1,1 5-196,3 4 1,1 7 0,1 0 0,0 5-263,0 2 1,1 1 0,1 3 0,3-3-501,1-3 1,1-6-1,3-4 1,-2-3-373,-1-7 1,0-6 0,4-4-34,0-2 0,-1-5 0,0-7 0,-2-4 778,-1-2 0,1-10 0,2 1 0</inkml:trace>
  <inkml:trace contextRef="#ctx0" brushRef="#br0" timeOffset="1982">804 440 7559,'11'-6'-1011,"-2"1"1518,-2 1 1,3 2 0,-3-1 0,4 0-107,3 0 1,-1 0 0,4-4 0,0-1-278,-1-2 0,-3-2 0,2-1 0,-3-2 18,-2-2 1,0 3 0,-3-3 0,-4 1-85,-1-1 1,-4 4 0,-1 0 0,-4 3-1,-3 3 0,-4 5 0,-2-2 0,1 3 215,-1 1 0,1 5 1,2 2-1,-1 4-46,1 3 1,4 3-1,3 4 1,1 2-215,3 2 1,1 0 0,1 4 0,0 2-318,0-1 1,5-4 0,2 0-1,2-1-540,2-1 1,1-8-1,1 0 1,3-6-1814,0-6 2657,-3-3 0,12-11 0,-2-2 0</inkml:trace>
  <inkml:trace contextRef="#ctx0" brushRef="#br0" timeOffset="2195">1072 322 7849,'-7'0'428,"1"1"6,1 3 0,2 2 1,3 5-1,0 0-187,0 4 0,0 6 0,0 8 0,1 3-261,2 4 1,2-7 0,3 2 0,0-2-840,0-2 0,-2-8 0,1-2 853,1-7 0,2-10 0,1-6 0</inkml:trace>
  <inkml:trace contextRef="#ctx0" brushRef="#br0" timeOffset="2410">1136 344 7849,'-7'-11'67,"0"0"1,3 0 0,-2 1 0,0 0 576,1 3 0,1 1-45,-3 2-979,4 3 0,-1-2 0,5 5 0,1 3-1557,2 1 1937,4-4 0,-2 8 0,5-4 0</inkml:trace>
  <inkml:trace contextRef="#ctx0" brushRef="#br0" timeOffset="2623">1201 215 7618,'0'11'145,"1"-4"0,1 0 1,3 1 290,1 2 0,-3 1 0,3-1 0,0 2-82,0 2 0,1 2 0,3 3 0,-2-1-247,-1 1 0,1-2 0,2 0 1,0 1-233,-3-1 1,3 2 0,-5-5 0,3-1-134,-1-1 1,-4-6-1,4-2 125,2-3 0,-4-6 0,-2-2 0,0-4 21,0-3 1,-2-3-1,3-4 1,-3-2-259,-1-2 0,0 3 0,0-3 1,0 2 369,0 2 0,0 4 0,0 2 0</inkml:trace>
  <inkml:trace contextRef="#ctx0" brushRef="#br0" timeOffset="2833">1608 247 7849,'11'11'288,"-1"-2"65,1-2 0,-4-2 0,0-5 68,2 0 0,-5-1 0,0-4-201,-3-5 1,-1-1 0,0-5 0,0 1-312,0-3 1,-5 1-1,-2-1 1,-2 1 171,-2 0 1,-3-2-1,-2 6 1,0 2-237,-4 3 0,4 5 0,-1 1 1,2 4 309,2 6 0,1 7 0,2 6 1,3 8 176,3 6 1,3 3 0,4 5 0,3 1-147,4 2 0,8-7 0,0 1 0,3-7-620,4-4 1,-1-8 0,5-8 0,-1-5 433,0-4 0,3-12 0,-4-4 0</inkml:trace>
  <inkml:trace contextRef="#ctx0" brushRef="#br0" timeOffset="3466">2326 65 7747,'-11'-11'41,"0"2"1,1 0 205,-1 2 0,5 4 0,1-3-73,1 1 0,2 4 1,0 7-1,4 7-70,6 6 1,2 1 0,3 9-1,3 2 56,0 3 1,-5-4-1,2 2 1,0-1 61,-1 0 1,-3 1 0,-3-1 0,-2-2-30,-1-4 1,-3 0-1,-4-3-72,-3-1 0,-4-4 0,-3 1 1,-4-3-1,-2-5-390,-2-3 1,1-1-1,1-3 1,1 0-380,1 0 1,5-2 0,0-2 0,3-2-50,3 0 1,5-6 0,-1 2 696,6-2 0,7-7 0,7 0 0</inkml:trace>
  <inkml:trace contextRef="#ctx0" brushRef="#br0" timeOffset="3731">2487 322 7747,'15'-6'-12,"-3"-3"1,2 3-1,-1-1 440,2-1 1,-6 0 0,4-5 0,-1-3 36,-3 0 1,1 0-1,-4-3 1,0-2-265,-2-2 0,-3 3 0,-2-5 0,-3 2-78,-3 2 0,-4 7 0,-3 2 0,-4 2 98,-2 5 0,-1 3 0,0 2 1,2 2-32,1 6 1,2 1-1,-2 11 1,2 4-175,1 2 1,7 4 0,-2 5 0,4 2-261,4 1 0,1-3 1,2 3-1,2-1-25,4-2 1,8-3 0,3-5 0,3-5-804,4-7 1,0-7-1,5-5 1,1-4 430,-1-6 1,-1-6-1,2-12 641,-2-4 0,2-7 0,-4-2 0</inkml:trace>
  <inkml:trace contextRef="#ctx0" brushRef="#br0" timeOffset="3949">2755 97 7747,'-12'-1'429,"-1"-2"0,-3 0 33,-1 1 1,4 2-1,-1 2 1,2 4-3,1 3 1,1 1 0,0 8 0,3 1-160,3 1 0,3 6 1,1 3-1,3 2-344,4 1 0,0-3 0,8-2 0,1-1-351,2-2 1,-2-1-1,2-4 1,1-4-460,2-4 1,0-8 0,-1 0 0,-1-6-1255,-1-4 2107,-5-2 0,8-12 0,-5-1 0</inkml:trace>
  <inkml:trace contextRef="#ctx0" brushRef="#br0" timeOffset="4167">2883 193 7747,'-6'0'671,"2"0"0,4 5 0,0 2 0,0 4-418,0 3 1,3 2-1,2 3 1,0-1-146,-1 1 0,4 1 0,-5 0 1,-1-1 120,0-1 0,1-8 0,1 1-124,-2-2 1,-1-5-176,-1-4 0,0-6 0,0-9 0,0-4 32,0-5 0,0 1 0,2-5 0,0 1-276,2 0 1,4-1 0,-2 0 0,1 1-85,0 1 0,0 4 1,4-3-1,1 3-1123,2 4 1,-1 3 1520,5 4 0,-5 0 0,3 1 0</inkml:trace>
  <inkml:trace contextRef="#ctx0" brushRef="#br0" timeOffset="4599">3119 183 7747,'0'18'146,"1"-2"1,2 0 109,0-3 0,2-1 1,-2-3-1,5 0 65,1-2 0,0-5 0,0 2 0,3-4-104,0-4 0,0-2 0,-3-4 0,0-2-108,-2-3 1,-5 3 0,2-3 0,-3 1-118,-1-1 0,0 1 0,-1 5 0,-3 0 280,-3 2 1,-3 5 0,0-2 0,-1 4-50,0 4 0,1 2 0,0 6 0,2 2-32,1 4 1,3 3-1,-2 3 1,1 3-344,3 4 1,1-2 0,2 4 0,2-3-811,5 0 0,1-8 1,3-1-1,1-6 248,1-5 0,6-4 0,-4-9 0,2-4 336,0-7 0,-5-6 1,1-5 377,-2-4 0,-2-6 0,-2 0 0,-2 0 0,-1 2 0,-3 1 0,-1-1 0,-1 3 0,0 1 0,0 4 0,0 4 0,-1 4 0,-1 5 267,-2 4 1,-1 6 0,3 2 705,-1 6 1,-1 5 0,5 2-682,3 1 0,-2 9 1,4-1-1,0 1 1,0 4-4,2 1 1,-2 1 0,0 0-181,-1 1 0,-1 4 0,-3-6 0,1 3-593,2 1 1,-1-1 0,-4-3 0,-1-6 0,-4-4-1172,-4-2 0,1-6 1655,-9-3 0,0-4 0,-4 2 0</inkml:trace>
  <inkml:trace contextRef="#ctx0" brushRef="#br0" timeOffset="4851">3248 451 7686,'0'-11'30,"0"0"1,1 1-1,1-1 301,2 0 0,1 0 0,-2 1 0,4-1-154,3 0 1,2 1 0,1-1 0,2 0-485,2 0 0,1 5 0,3 3 0,1 2-321,-1 1 0,1 0 0,-2 0 628,-2 0 0,2 0 0,-3 0 0</inkml:trace>
  <inkml:trace contextRef="#ctx0" brushRef="#br0" timeOffset="5054">3569 354 8268,'-11'5'904,"1"1"0,0 5 0,2-2-351,1-2 1,3 4 0,-2-1 0,1 5-406,3 5 0,-3 1 1,2 6-1,-1 2-696,-1 2 0,4-5 0,-4 6 0,2-2-734,-1-3 0,-3-2 1282,4-7 0,-6-3 0,3-4 0</inkml:trace>
  <inkml:trace contextRef="#ctx0" brushRef="#br0" timeOffset="5348">1608 879 7576,'-4'-7'-277,"1"0"1,-1 4 0,3-3 0,-1 0 372,-2 0 1,0-1 795,4-4-785,0 0 1,0 8 0,0 6 0,2 10 230,1 6 0,0 12 1,3 5-1,-1 6 2,1 4 1,0-2 0,3 3 0,-3-2-766,-2 1 1,1-5-1,-2 0-355,0-2 0,1-6 0,-4-8 780,0-7 0,-10-5 0,-2-2 0</inkml:trace>
  <inkml:trace contextRef="#ctx0" brushRef="#br0" timeOffset="5578">1511 1265 7555,'0'-10'2,"0"-1"0,4 4 1,1 0-1,-1-2 173,1 0 0,5 2 0,-1 1 0,4 0-236,0 0 0,4 3 1,1-1-1,2 0-300,2 0 1,-3 0-1,0 1 1,1-2 360,-1-1 0,0-1 0,3-3 0</inkml:trace>
  <inkml:trace contextRef="#ctx0" brushRef="#br0" timeOffset="5931">1790 890 7980,'-6'5'272,"-2"1"0,4 5 0,2-1-109,1 1 0,1 4 0,0 5 0,1 3-10,2 6 0,3 3 0,5 3 0,-1 0 55,-3 0 0,2-2 1,-3-3-1,1-4-406,0-4 1,-1-8 0,3-1 21,-2-5 0,-4-3 1,3-6-1,0-1 143,0-2 0,-2-6 0,2 1 0,0-4-110,0 0 1,-3 1 0,5 1 0,-1 0 96,-1 1 1,3-1 0,-2 0 0,2 1 53,-2-1 0,2 4 1,-2 1-1,3 1 19,1 3 1,-4-1-1,0 1 1,1-2-5,2 2 0,-3-1 1,0 1 64,1-2 0,-2-4 0,0 1-40,-1-3 0,-1 0 1,-4-1 132,0 0 0,-4 4 1,-1 1-1,-1 1 16,-2 3 1,2 1-1,0 2 1,0 3-90,0 3 1,4 4-1,-2 3 1,3 4-165,1 2 1,0-1 0,0 0 0,1 1-576,3-1 0,2-1 0,3 0 1,1-4 96,1-2 0,-3-2 0,6-3 1,-2-5 533,-1-4 0,0-9 0,-1-5 0</inkml:trace>
  <inkml:trace contextRef="#ctx0" brushRef="#br0" timeOffset="6197">2144 1040 7946,'0'11'284,"0"0"1,0-1 0,0 1-17,0 0 0,0 1 0,0 2 1,1 3-65,2-1 0,-1 5 0,2-4 0,0 4-153,0 0 1,3-3 0,-4-1 0,1-1-224,1 1 1,-3-8-17,5 2 1,-1-8 0,1-3 0,-2-8 2,0-5 1,-3-7 0,4-6 0,0-1 87,0-3 0,-2 4 0,3 1 0,2 2 92,4 1 0,-1 6 0,3 3 0,-2 4 172,1 6 1,-1 3 0,4 6 0,-1 7-91,1 7 0,-4 12 0,1 0 0,-3 3-296,-4 2 1,-1-6 0,-3 2 0,0-1 218,0-2 0,-7-5 0,-2 1 0</inkml:trace>
  <inkml:trace contextRef="#ctx0" brushRef="#br0" timeOffset="6582">1629 1705 7489,'-7'0'365,"0"0"1,5 1 0,-1 2-28,6 5 0,3 5 0,4 2 1,2 2-310,2 2 1,3 1-1,3 0 1,-1-1-164,-1-1 1,0-8 0,4-1 0,-1-3-61,0-3 1,-3-7-1,-1-4 1,-2-5 56,-1-5 1,-4-4 0,-3-1-1,-2-4 123,0 0 0,-4 2 1,3-1-1,-4 2 338,-4 4 0,2 7-102,-5 2 1,4 6-1,0 9 1,3 4-242,3 5 1,0 5-1,4 6 1,1 1-310,2-1 1,0-2 0,1 0 0,0-2-344,0-2 1,-1 1 670,1-5 0,0 0 0,-1-3 0</inkml:trace>
  <inkml:trace contextRef="#ctx0" brushRef="#br0" timeOffset="6834">2079 1544 7870,'11'0'0,"0"0"0,0 1 21,-1 3 0,-4-2 1,-2 5-1,-3 3 232,-1 3 1,0 0 0,0 5-1,0 1 240,0 1 1,-4 3 0,1 1 0,-1 1-422,0-2 0,1 1 0,-3 0 0,0 0-257,0-4 0,3 1 0,-4-4-628,-2 0 0,3-3 1,-1-7-136,-1-3 0,-1-4 948,2-4 0,-2-2 0,3-4 0</inkml:trace>
  <inkml:trace contextRef="#ctx0" brushRef="#br0" timeOffset="7069">2122 1737 6802,'25'-6'-284,"-1"2"1,-2 2 619,-3-2 0,-5 3 0,3-4 1,-1 1-21,1-4 0,-8 3 0,2-3 0,-3 0-110,-2-1 0,3-6 0,-6 1 0,0 0-152,-2-2 0,-6 1 0,-2-3 0,-3 2 68,0 1 1,-5 7-1,0-2 1,0 4 63,-1 4 0,2 5 1,4 6-1,2 4-69,1 5 1,4 5 0,1 4-1,3 0-125,3 3 1,4-4-1,0-1 1,4-2-499,3-2 0,4-1 0,-3-2 0,3-4-2151,3-2 2657,-3-6 0,7-1 0,-4-5 0</inkml:trace>
  <inkml:trace contextRef="#ctx0" brushRef="#br0" timeOffset="7302">2551 1565 7854,'0'11'0,"0"0"240,0-1 1,0 5 0,0 0-1,0 1-176,0-1 0,0 4 0,0-2 0,1 1-159,3 0 0,-2-5 0,4 1 95,-1-2 0,3-1 0,-2-1 0</inkml:trace>
  <inkml:trace contextRef="#ctx0" brushRef="#br0" timeOffset="7538">2572 1447 6186,'0'6'0,"5"-1"0,1-5 0</inkml:trace>
  <inkml:trace contextRef="#ctx0" brushRef="#br0" timeOffset="7769">2690 1394 7106,'6'11'0,"-2"-1"155,-3 1 1,0 1 0,2 1 0,0 1 255,0-1 1,3 4 0,-1 1-1,3 2-393,-1 2 0,0-1 1,2 0-1,0 1-599,-2-1 1,-4 1 0,3-2 580,-1-2 0,-1 7 0,-4-2 0</inkml:trace>
  <inkml:trace contextRef="#ctx0" brushRef="#br0" timeOffset="7802">2680 1715 8420,'6'-4'785,"0"2"-731,-3-1 1,3 0 0,5 1 0,1-3-619,2-1 0,-1 0 0,5-2 0,1 1-433,1-1 997,2-2 0,4-5 0,1-2 0</inkml:trace>
  <inkml:trace contextRef="#ctx0" brushRef="#br0" timeOffset="8080">1865 2166 9451,'0'10'228,"1"2"0,3 4 0,3 4-244,2 4 1,3 7-1,2 0 1,0 3-448,-1 1 0,-5-2 0,-1-2 1,1-2 21,-3-4 0,0-8 0,-5-2 1,-1-5 440,-3-2 0,-6-4 0,-7-4 0</inkml:trace>
  <inkml:trace contextRef="#ctx0" brushRef="#br0" timeOffset="8413">1844 2444 7630,'-4'-16'0,"-1"1"15,-1 3 0,4 2 0,-2-1 112,3 0 1,2 5 0,3 3 0,4 0 27,5 0 1,0 1 0,5-1 0,1 2-423,2 1 1,0 0 0,1 0-1,-1 0-141,0 0 0,1 0 1,-3-1-1,-2-2 408,-3 0 0,-8-5 0,3 4 88,-3-2 209,-2 3 0,-8 7 0,1 8-88,0 3 1,2-2 0,1 3-1,1-2 12,3 0 0,2 2 1,5-3-1,0 0-219,4-3 1,-2-1-1,4-5 1,-2-3-114,-2-3 0,-1-4 0,-1-6 0,-2-3 124,-2-2 1,-2 1-1,-5 1 1,0 0 85,0 1 0,-5 3 1,-2 4-1,-2-1-63,-2-2 0,0 3 1,1 1-1,-1 1-487,0 3 1,2 0-1,0-2-79,2-3 1,5 1 0,-2-1 529,3-1 0,6-2 0,1-1 0</inkml:trace>
  <inkml:trace contextRef="#ctx0" brushRef="#br0" timeOffset="8747">2583 2283 7786,'11'6'-93,"0"3"0,-1-6 1,2 0-154,2-2 0,-2-1 1,3-3-1,-2-2 435,1-6 1,-6-7-1,2 0 1,-3-2 69,-1-2 1,-4 0 0,1-1-1,-7 1-143,-6 1 1,-2 6 0,-6-1-1,-3 3-11,-2 4 1,4 6-1,-3 3 1,3 7 208,2 7 0,2 2 0,5 7 0,2 2-90,1 3 1,5 0 0,-2 0 0,4 1-395,4-2 0,3 4 1,6-3-1,2-1-602,2-2 1,1-3 0,3-6 0,1-4 215,-1-4 1,-4-6 0,-3-2 555,-2-6 0,-1-9 0,-1-1 0</inkml:trace>
  <inkml:trace contextRef="#ctx0" brushRef="#br0" timeOffset="9046">2733 2144 7778,'0'7'1462,"0"2"-1132,0 2 1,4 1 0,1 6 0,0 2-261,4 4 0,-1 0 0,0 4 1,0-1 8,0 0 0,1 1 0,1 0 0,-2-3 22,-1-2 0,-4-6 0,2-3-566,-1-2 1,-2-7 0,1-7 245,-2-7 1,-1-8 0,0-7 0,0-2 115,0-1 0,0-2 0,0-3 0,0 0 0,0 0 1,4 4 0,0 4 0,-1 4 151,2 2 0,-3 9 0,5-1 152,2 4 1,-1 8-1,0 5 1,0 5-103,0 5 0,-2 1 0,1 7-220,1-2 0,1 1 0,-1 0 1,-1-2-1,1 1 120,2-4 0,1-1 1,-1-4 0,1-2 0,0 3 0</inkml:trace>
  <inkml:trace contextRef="#ctx0" brushRef="#br0" timeOffset="9329">3162 2069 7741,'-7'-6'125,"1"1"1,0 2 256,0-1 0,2 1 1,-3 1-31,-1-1-1,-2 2 1,0-3-179,-1 3 0,4 6 0,1 2 0,1 2 3,3 2 0,0 5 0,2 1 0,0 4-180,0 0 0,2 2 1,1 1-1,4 1-93,3-2 0,1 0 0,-1-3 0,1-1-410,0-1 0,1-5 1,1 0-1,1-4-603,-1-6 1,-5-3 1109,0-3 0,-1-8 0,3-6 0</inkml:trace>
  <inkml:trace contextRef="#ctx0" brushRef="#br0" timeOffset="9612">3226 2069 7741,'0'11'469,"0"-1"1,1 1-204,3 0 0,-3 0 0,4 1 1,-2 1-121,1 1 1,3 4-1,-2-3-176,1 2 1,-4 0 0,3 2 0,-1-3 0,-1 0 269,0-3 1,-2-1-316,-1-1 91,0-5 0,0-6 1,0-8-1,0-2 86,0-5 0,0 2 0,0-5 0,0 1-22,0 0 1,0-3 0,1 3-1,3-1-801,3 0 1,-1 5 0,1-1 0,1 2 183,2 1 1,-3 0 0,0 1 0,1 0 536,2 3 0,-4 2 0,3 1 0,-3-2 0</inkml:trace>
  <inkml:trace contextRef="#ctx0" brushRef="#br0" timeOffset="9879">3408 2144 6319,'5'11'1166,"-2"-5"1,4-3-974,1-1 1,-2-2-1,0-2 1,0 0-860,0-2 0,0-4 1,2 1-1,-1-3 666,2 0 0,-3-1 0,0 0 0,-1 0 0,1 1 0,-2 3 0,2-1 0,-1 0 94,-2 3 0,-3 2 0,-1 6 1,-1 5 444,-2 1 1,-1 7 0,3 1-1,-2 4-343,2 0 1,1 5 0,1 2 0,0 0-121,0 1 1,3-5 0,2 1 0,1-3-679,2 0 0,-2-9 1,2-4 601,0-3 0,1-2 0,2-4 0</inkml:trace>
  <inkml:trace contextRef="#ctx0" brushRef="#br0" timeOffset="10131">3612 2112 7636,'-4'11'249,"1"-1"0,-1-2 0,4-1 0,0 2 177,0 4 0,0 0 0,0 5 0,1 1-372,3 2 0,-2 0 0,6 0 0,0 1-120,1-1 0,-1-3 0,-1 0 0,1 0-1437,2-1 0,-3-2 187,0-4 1316,-5-5 0,-2-6 0,-6-6 0</inkml:trace>
  <inkml:trace contextRef="#ctx0" brushRef="#br0" timeOffset="10404">3612 2230 7741,'-5'-22'-43,"4"1"0,-3 1 0,3-1 13,1 0 1,0 6 0,0-7-1,1 2 221,3 0 1,2 2 0,5 2 0,-1 2 110,1 1 0,1 7 0,1-4 0,3 4-28,0 4 0,-5 2 1,1 4-1,-1 4-212,-3 5 1,-1 5-1,0 6 1,-3 2-79,-3 1 1,-1-2 0,0 3 0,0-2-280,0-2 1,-4-5-1,0-3-1669,-2 0 1964,3-2 0,-6-17 0,3-4 0</inkml:trace>
  <inkml:trace contextRef="#ctx0" brushRef="#br0" timeOffset="10694">3773 1919 7739,'11'0'-195,"-4"0"1,-1 1 0,-2 3 232,-1 3 1,2 2-1,-1 2 1,1 1 441,0 2 0,0 4 0,-3 6 0,2 1-615,-2-1 0,3 0 1,-2-2-1,0 1-689,-2-3 1,-1-4 823,0 2 0,-10-5 0,-2 2 0</inkml:trace>
  <inkml:trace contextRef="#ctx0" brushRef="#br0" timeOffset="10982">3751 2166 7739,'0'-11'208,"0"4"1,0 0 0,0-2 138,0 0 0,5-2 1,2 0-1,4 0-310,3 1 1,3-5 0,4 1 0,2 1-267,2 1 0,-1 1 0,3 1 1,-1 0-827,-2 3 0,-6 1 1055,-4 3 0,-2 6 0,-1-2 0</inkml:trace>
  <inkml:trace contextRef="#ctx0" brushRef="#br0" timeOffset="11263">2787 2594 7705,'0'-7'324,"0"0"0,0 6-95,0 1 1,5 5 0,2 6 0,2 3-58,2 0 0,0 5 0,-1-1 0,1 2-108,0 1 0,0 1 0,-1-1 0,0 1-25,-3-1 1,1 1 0,-4-2-1,-1-2-490,2-4 0,-4-2 37,3-1 1,-3-7 253,-1-4 0,0-6 0,0-8 1,0-4 84,0-2 0,0-5 1,1 0-1,2 0 74,0-1 1,4 4 0,-2 0 0,0 4 75,0 2 0,3 6 0,-1 4 19,3 1 1,0 3-1,1 6 1,0 7 1,0 6 0,-1 3 0,0 1 1,-2 2 62,-1 2 1,-4-6-1,1 1 1,0-2-36,0-1 0,-1-4-532,-3 1 296,0-7 0,0-7 1,0-8-1,0-5-13,0-5 0,0-2 0,1-2 1,2 0 89,0-3 0,6 2 1,-2-2-1,2 4 34,2 3 1,-3 2-1,2 7 147,2 2 0,1 2 0,-2 6 0,-2 4 8,-2 6 0,3 4 0,-4 7 0,0-1-161,-3 0 1,2-3-1,-1 0 1,-1 0-565,2-1 1,-4-1 0,4-3-57,0 2 1,-4-5 626,2-2 0,-1-6 0,-2 3 0</inkml:trace>
  <inkml:trace contextRef="#ctx0" brushRef="#br0" timeOffset="11612">3408 2562 7599,'-10'0'140,"-1"0"0,0 4 0,1-1 0,-1 1 558,0 1 1,0-3-502,1 5 1,4 0 0,2 4-86,3 0 1,6-1-1,3 1 1,4 0-239,2 0 0,2-1 0,-2 1 0,3 1 47,-1 2 0,0-2 0,-5 2 0,-2-1 128,-2 2 1,2-2 0,-6 4 0,0-1 41,-2 1 0,-2-3 0,-3 3 0,-4-2-141,-6-2 1,3-2-1,-4-3 1,2-2-963,-1-1 0,2-1 576,-2-4 0,3-5 1,4-2-1,3-3 436,3 0 0,6-1 0,1 0 0</inkml:trace>
  <inkml:trace contextRef="#ctx0" brushRef="#br0" timeOffset="11942">3537 2584 7944,'-11'10'662,"5"-3"0,2-1 0,0 1-334,0 3 0,0-4 0,1 7 0,0 0-370,0-1 0,2 0 0,1-1-289,0-1 1,5-4-1,2-2 1,3-3-164,0-1 0,1-8 1,0-3-1,-1-2 139,1-3 0,3 5 0,1-3 0,-2 5 471,-1 2 0,-2 4 0,1 0 0,0 3-141,0 3 1,-4 5 0,0 6-1,0 4 281,-1 2 1,2 1-1,-4 1 1,-2 0 944,-1 3 1,-2-5-1,-1 1 1,-4-1-1017,-4 0 0,2-2 0,-6-1 0,1-2-367,-2-1 1,4-3 0,-4-1 0,3-3-674,2-3 1,2-2-1,1 0 855,-1 2 0,3 0 0,0-4 0</inkml:trace>
  <inkml:trace contextRef="#ctx0" brushRef="#br0" timeOffset="12259">3773 2787 7919,'11'0'358,"-1"0"1,1 0-2001,0 0 1642,-5 5 0,-2-4 0,-4 4 0</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40:10.783"/>
    </inkml:context>
    <inkml:brush xml:id="br0">
      <inkml:brushProperty name="width" value="0.06" units="cm"/>
      <inkml:brushProperty name="height" value="0.06" units="cm"/>
    </inkml:brush>
  </inkml:definitions>
  <inkml:trace contextRef="#ctx0" brushRef="#br0">125 111 7316,'0'-5'899,"0"2"0,-1 6 0,-1 3-618,-1 2 1,-1 9 0,1 4 0,-3 4-107,-2 5 0,-1 5 0,0 7 0,-1 2-173,-1 4 0,1-6 0,-2 2 0,2-5-499,1-4 1,3-5-110,0-6 0,4-12 1,-1-13-1,2-12-366,1-9 972,4-7 0,-3-7 0,3-4 0</inkml:trace>
  <inkml:trace contextRef="#ctx0" brushRef="#br0" timeOffset="393">151 31 8891,'0'13'368,"0"3"0,0 7 0,0 8 5,0 6 1,4 8 0,1 7-1,2 5-177,2 1 1,-2-7 0,5-1 0,-2-7-110,-1-4 1,-1-14-1,1-6 1,0-7-242,0-7 0,-3-5 0,-1-6 0,0-6 109,0-4 1,-2-5 0,2-4 0,-1-4 7,-2-3 0,2-1 1,-1-1-1,0-3-84,1 0 1,0 3-1,2 1 1,-1 1-348,-1 1 0,3 7 0,-2 0 0,1 3-262,0 4 1,0 9 0,3 2-399,0 4 1128,0 6 0,0 5 0,-1 5 0</inkml:trace>
  <inkml:trace contextRef="#ctx0" brushRef="#br0" timeOffset="707">445 262 7684,'-1'33'90,"-2"-1"0,-1-2 0,-2 3 0,3 0 583,2 2 0,2-2 1,3 0-1,5-1-282,5-5 0,0-6 0,3-4 0,3-7-432,2-6 1,-2-12-1,3-7 1,-1-8 16,-2-5 0,-5-5 0,-5-5 0,-2 0-196,-2 0 0,-5 6 1,-1 2-1,-6 2 198,-5 2 1,1 6 0,-5 4 0,-1 4 179,-1 4 1,-4 3 0,1-1 0,0 3-372,1 2 1,1 1-1,1 1 1,0 1-667,2 1 0,2 3-1728,4-3 2607,4-1 0,1-9 0,4-3 0</inkml:trace>
  <inkml:trace contextRef="#ctx0" brushRef="#br0" timeOffset="1180">1094 40 7684,'-4'-14'8,"2"2"1,-3 5 255,1 1 0,-2 5-64,3 1 1,0 9 0,4 9 0,2 6 106,3 5 0,2 7 1,1 7-1,1 2-61,1 1 1,-1-1 0,1 3 0,-3-1 135,-2-4 1,-1-11 28,1-3 0,-3-13-185,-6-7 0,-2-9 1,-5-11-1,-2-2-525,-3 0 0,-2-1 1,-2-1-1,-1 2-227,0 0 1,5 4 0,-4 0 0,4 5 365,2 4 1,1 0 0,4 1 0,2 5 316,3 6 1,3 5 0,0 3 0,4 2-120,5 0 1,3 1-1,4 1 1,-1-4-289,1-1 0,-2-2 0,2-2 0,1-4-31,-1-4 0,-3-3 0,1-4 0,-1-2-58,1-4 1,-3-1 0,0-8 0,-3-2 338,-2-3 0,0 2 0,3-4 0</inkml:trace>
  <inkml:trace contextRef="#ctx0" brushRef="#br0" timeOffset="1515">1254 396 7684,'12'-5'44,"-1"2"0,2 1 0,-2 0 0,1-2 158,-1-1 1,2-1 0,-1-4 0,-1-1 86,2-1 1,-3-3 0,1 0 0,-4-2-113,-4-1 0,-2 0 0,-1 2 0,-2 0-152,-4 1 1,-1 4 0,-8 0-1,-1 3-136,0 2 0,-2 5 0,0 1 0,0 6 174,1 5 0,2 4 0,2 5 0,2 1 174,3 2 0,2 2 1,0 4-1,3 1-73,2 2 0,6 0 0,4 4 0,6 0-166,5-1 0,2-3 0,5-4 0,2-4-504,3-6 1,1-8 0,5-9-1,-1-6-2050,-1-7 2556,-5-12 0,4-7 0,-4-10 0</inkml:trace>
  <inkml:trace contextRef="#ctx0" brushRef="#br0" timeOffset="1964">1787 147 7684,'-12'-11'0,"0"1"262,-2 2 1,0 5 0,-1 0 0,2 2 76,0 1 0,3 5 0,-1 4 0,1 6-110,1 5 0,1 0 1,2 6-1,3 4 105,2 3 0,1 2 0,0 4 1,1-1-211,2-4 1,3-3 0,5 0 0,2-3-432,0-2 1,-1-8-1,3-2 1,1-6-363,1-5 0,1-3 0,-2-2 1,0-2-88,-1-4 0,-3-4 0,2-11 756,-2-3 0,4-2 0,-2 0 0</inkml:trace>
  <inkml:trace contextRef="#ctx0" brushRef="#br0" timeOffset="2295">1929 227 7899,'0'9'199,"0"-3"1,0-1 0,0 3 150,0 3 1,0 0 0,0 5 0,0 2-47,0 1 0,0 6 0,0-1 0,0 2-164,0 0 0,-1 4 0,-1-1 0,-1 1-114,-2 1 1,2-8 0,-2 1-1,1-5 198,2-4 1,0-6 0,0-7-146,-1-4 1,0-7 0,3-6-1,0-3 112,0-3 0,0-1 0,0-4 1,2 1-110,4 2 1,0 2-1,7-3 1,-2 0-542,1 2 1,4-1-1,-2 3 1,1-1 77,0 2 0,-2 4 0,3 3 0,-1 2 160,1 1 221,-7 4 0,7 1 0,-7 4 0</inkml:trace>
  <inkml:trace contextRef="#ctx0" brushRef="#br0" timeOffset="2622">2098 351 7684,'0'9'538,"0"-3"-50,0 0 1,1-4 0,2 1-336,3-2 0,2-1 0,1-1 0,1-1-701,2-1 0,-2-4 0,3 1 1,-2-2 547,1-1 0,0-4 0,-3 0 0</inkml:trace>
  <inkml:trace contextRef="#ctx0" brushRef="#br0" timeOffset="2951">2267 271 7684,'-3'9'0,"-1"0"25,-1 0 1,1 3 0,-3 1 0,1 0 416,-1 3 1,2 2 0,-1 3 0,0 2 361,1 3 1,-2 2 0,3 0-1,0 3-929,0 1 0,1-7 0,3 0 0,0-4-694,0-4 1,1-9 0,2 0 15,3-3 1,2-7-1,1-7 1,-1-5 802,-2-6 0,2-3 0,-3-4 0</inkml:trace>
  <inkml:trace contextRef="#ctx0" brushRef="#br0" timeOffset="3279">2330 253 7684,'0'-6'732,"1"1"63,1 2 1,-1 1 0,2 6-398,-2 4 1,-1 5 0,1 6 0,1 2-224,1 2 1,3 4-1,-2 3 1,0 3-36,0 5 0,3-2 0,-2 2 1,0-4-851,-2-5 0,1-4 1,-1-3-1,-1-4-619,-1-4 0,-2-8 0,-2-7 1329,-3-7 0,-6-5 0,-2-4 0</inkml:trace>
  <inkml:trace contextRef="#ctx0" brushRef="#br0" timeOffset="3610">2347 289 7684,'4'-18'216,"-2"4"1,4 1 0,1 2 93,1-1 1,1 0 0,0 3 0,1 0-74,1 0 0,-1 4 0,2 2 0,-2 2 107,-1 1 1,0 4 0,-1 3 0,-1 3-113,-1 2 1,-4 4-1,1-1 1,-2 2-73,-1 4 1,-4-2-1,-1 2 1,-1-3-467,0 0 1,-1-3 0,-4-1 0,-1-1-173,1-2 0,1-5 1,2-1-1,-1-1-216,0-2 1,3-5-1,1-3 1,1-2 693,2-4 0,5-6 0,2-5 0</inkml:trace>
  <inkml:trace contextRef="#ctx0" brushRef="#br0" timeOffset="3611">2525 138 7896,'9'0'878,"0"0"0,-1 2-354,-2 4 1,1 1 0,-3 7 0,0 3-161,0 3 1,-1 4 0,-1 4 0,2 3-459,1 1 0,-3-6 1,1 3-1,-2 0-114,-1-2 0,0 0 0,0-4 0,0-5-633,0-2 1,-4-8-1,-2 0-2274,-2-3 3115,0-2 0,-5-7 0,-1-1 0</inkml:trace>
  <inkml:trace contextRef="#ctx0" brushRef="#br0" timeOffset="3612">2516 405 7684,'0'-6'485,"0"0"0,1 1 1,1-2-1,2 2-83,1 1 0,1-2 1,3 2-1,0 0-298,0 0 1,1-2 0,0 3-1,3 0-804,1-1 1,-3 3 0,2-2 0,-1 1-1858,0-1 2557,-1 2 0,2-10 0,1 1 0</inkml:trace>
  <inkml:trace contextRef="#ctx0" brushRef="#br0" timeOffset="3942">2738 227 7684,'0'9'0,"0"-1"0,0 1 0,0 0 0,0 0 132,0 0 1,0 4 0,0 2 0,0 1 751,0 2 1,0 0-1,0 0 1,0-1-1284,0-3 0,0 2-989,0-4 1,0-5 0,0-8 1387,0-7 0,4-9 0,1-5 0</inkml:trace>
  <inkml:trace contextRef="#ctx0" brushRef="#br0" timeOffset="3943">2747 236 7684,'0'-6'-428,"0"0"-608,0 4 1036,0-2 0,0 4 0,4 0 0,1 0 0</inkml:trace>
  <inkml:trace contextRef="#ctx0" brushRef="#br0" timeOffset="4277">2801 253 7684,'0'18'449,"0"0"1,0 0-185,0-1 1,0 2 0,0 1 0,0 2 136,0 0 0,3-1 0,1 2 0,2-1-314,3-3 0,1-7 0,4-4 0,0-3-235,0-3 0,0-6 0,0-5 0,-1-6 71,0-4 0,-7-4 0,1-4 0,-3 1 90,-1-1 0,-1 4 0,-4 2 0,-2 3 43,-1 0 1,-1 3 0,-3 2-1,-1 2-405,-2 3 0,3 2 0,-3-2 1,2 2-873,1 3 1,0 2 1219,0 1 0,4 0 0,1 4 0,4 1 0</inkml:trace>
  <inkml:trace contextRef="#ctx0" brushRef="#br0" timeOffset="4324">3014 236 7969,'5'0'916,"0"4"1,-3 1 0,1 3-442,-1 1 1,-1 4 0,-1 2 0,0 2-89,0 0 1,0 4 0,-1 1 0,-1 0-284,-1-1 1,-1 0 0,2-4 0,-1-2-293,1-3 113,-3-2 0,4-10 1,-2-6-1,2-8-399,1-6 1,0-1-1,1-3 1,2-3 182,3-1 1,-1 6 0,1-4 0,1 3 309,1 3 1,4 6-1,0 2 1,2 3 23,2 3 0,-2 2 0,0 6 0,-1 5 34,-3 8 1,0 6 0,-2 8 0,-1 2-134,-1 0 1,-4 2-1,1 1 1,-2 0-857,-1-1 1,-3-8 0,-1-1 911,-1-7 0,-5 2 0,-4-10 0</inkml:trace>
  <inkml:trace contextRef="#ctx0" brushRef="#br0" timeOffset="4665">169 893 9259,'0'9'295,"0"4"1,0 3 0,0 5-320,0 5 1,0 3 0,0 5 0,0 1-306,0 2 1,1-7 0,1 2 0,1-6-1359,-1-6 1687,-1-9 0,3-3 0,1-8 0</inkml:trace>
  <inkml:trace contextRef="#ctx0" brushRef="#br0" timeOffset="5036">214 787 7974,'-9'-5'1828,"0"2"-1894,4 2 0,1 5 1,5 2-336,2 2 1,0 1-1,5-2 1,3 0-45,1-1 0,0-1 0,2 1 0,0-3 445,0-2 0,1-1 0,2 0 0,1 0 0</inkml:trace>
  <inkml:trace contextRef="#ctx0" brushRef="#br0" timeOffset="5088">374 787 7684,'-6'1'419,"0"1"1,0 2-112,1 1 1,0 5 0,3 4-1,-1 4 23,1 3 0,4 0 1,3 3-1,2 3-166,3 1 0,5-3 0,-2 4 0,2-3-184,0-3 0,-1-3 1,2 1-1,-2-2 37,-2-2 0,-4-3 0,-5-2 0,-2-2-79,-1-1 1,-5 0-1,-3-1 1,-3-2-197,-3-3 1,-1-2-1,-3-1 1,0 0-161,1 0 1,2-4 0,1-1 0,1-1-365,2 0 1,5-1 0,3-4 780,2-1 0,1-4 0,0 3 0</inkml:trace>
  <inkml:trace contextRef="#ctx0" brushRef="#br0" timeOffset="5439">845 778 7684,'0'-5'1010,"-1"1"1,-1 6-579,-1 4 0,0 2 0,3 10 0,0 4-215,0 6 0,1 5 0,2 4 0,3 4-110,2 2 1,1-6 0,-1 2 0,-2-3 170,0-6 1,-3-8-446,3-4 1,-5-10 0,-1-3-258,-5-6 0,-6-4 0,-1-4 0,-2 0 123,-2 0 1,2 0 0,-1 0 0,0 1 152,2 2 0,-3 0 1,4 3 328,1 1 1,4 1-145,1 1 0,4 1 0,0 2 0,4 3-425,4 1 1,3 1 0,2-1 0,2-1-82,1 1 1,-2-2 0,2 0 0,2-1 468,1-2 0,1-1 0,-1-5 0,1-1 0</inkml:trace>
  <inkml:trace contextRef="#ctx0" brushRef="#br0" timeOffset="5819">960 1027 7684,'-8'-5'489,"0"2"1,1 6 0,1 4-128,-1 4 1,3 3 0,1 4 0,2 2-18,1 1 0,4 3 1,3-1-1,4 0-380,3-2 0,3-7 0,1-2 0,1-3-98,2-3 0,-6-4 0,3-7 0,-2-6-42,-2-4 1,-2-2 0,-6-6-1,-3-1 24,-2-1 1,-1 4-1,-1-4 1,-2 3 100,-3 2 0,-5 2 0,-1 4 1,0 1-149,-1 2 1,3 4-1,-1 3 1,1-1-1992,1 0 1351,0 3 838,4-2 0,5 8 0,5 1 0</inkml:trace>
  <inkml:trace contextRef="#ctx0" brushRef="#br0" timeOffset="6176">1147 947 7965,'0'9'0,"1"0"308,2-1 1,-2 1-1,2 0 1,-2 1 72,-1 2 1,1-1-1,1 4 1,1 0-82,-1 2 1,-1 1-1,-1-1 1,0-1-251,0-2 0,0 0 0,0 1-182,0-3 0,0-5 0,0-3 82,0-3 1,0-6 0,1-9 0,1-2-112,1-3 0,4-4 1,-2-1-1,1-2-50,0 0 1,-1 3 0,4 2 0,-1 3 291,-2 4 1,2-2 0,-2 5 0,2 2 15,1 2 1,-3 6-1,0 1 1,1 6 65,0 5 1,-1 4 0,-1 5 0,0 1-183,0 2 1,-3 1 0,1 1 0,-2-1-835,-1-3 0,3-5 1,0-3-1,-1 0-716,-1-2 1569,-1-5 0,0-6 0,0-5 0</inkml:trace>
  <inkml:trace contextRef="#ctx0" brushRef="#br0" timeOffset="6536">1440 1045 7804,'9'0'0,"1"0"187,2 0 0,-2 0 1,2 0-1,-2 0 235,-1 0 0,-3 0 1,-2-1-1,1-2-21,0-3 0,-3-3 0,1-3 0,-2-3-279,-1-2 0,-4-1 1,-2-2 19,-2-1 1,-3 1-1,-2 6 1,0 2-1,-1 3 379,0 3 1,2 3 0,-1 7 0,0 5-175,2 5 0,1 4 0,2 5 1,2 5-212,3 2 1,2 1 0,1 3 0,0 1-237,0 2 1,4-9 0,2 3 0,3-4-924,3-6 0,2-5 0,3-5 1023,1-4 0,4-7 0,1-5 0</inkml:trace>
  <inkml:trace contextRef="#ctx0" brushRef="#br0" timeOffset="6585">1681 1098 7684,'5'1'300,"1"2"1,-4-1-301,1 4 0,-6 0 0,-2 3 0</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40:20.480"/>
    </inkml:context>
    <inkml:brush xml:id="br0">
      <inkml:brushProperty name="width" value="0.06" units="cm"/>
      <inkml:brushProperty name="height" value="0.06" units="cm"/>
    </inkml:brush>
  </inkml:definitions>
  <inkml:trace contextRef="#ctx0" brushRef="#br0">214 0 8244,'-9'9'0,"-1"0"0,-1 0-58,1 0 1,-2 4-1,5 3 437,1 3 1,4 2 0,-1 5 0,2 3-372,1 1 0,0 0 1,1 0-1,2-1-386,3-3 0,3-3 0,3 0-440,2-5 1,6-2 817,1-7 0,4 1 0,-3-5 0</inkml:trace>
  <inkml:trace contextRef="#ctx0" brushRef="#br0" timeOffset="398">463 187 8244,'-9'17'0,"0"0"94,0 1 0,2-2 0,1 7 0,3 0 191,2-1 1,2-1-1,3 1 1,3-3-265,4-5 1,5-5 0,-1-3 0,2-4-141,1-4 1,-1-8 0,0-6 0,-2-6 115,-3-4 1,-3 1-1,-3-6 1,-3 1-4,-2 2 1,-2 5-1,-2-3 1,-4 4 135,-4 2 0,-2 5 1,-3 3-1,1 3-178,0 3 0,-2 2 1,0 5-1,2 2-242,3 3 0,3 2 0,3 1 0,4 0-284,1 0 1,7 3-1,4 0 574,3-2 0,6 0 0,4-1 0</inkml:trace>
  <inkml:trace contextRef="#ctx0" brushRef="#br0" timeOffset="804">748 63 8244,'-5'9'315,"-2"-1"1,4 1 0,2 1 83,3 2 1,1 2 0,5 3 0,2 0-225,3 0 1,-1-2-1,2 4 1,-1-3-9,-2-1 0,-1 2 0,-2 1 1,-3 0-8,-2 0 1,-4-1 0,-5 1 0,-5 0-171,-5 0 0,-3-1 0,-2-2 1,-2-1-638,-3-1 0,2-2 0,1-5 647,2-3 0,-4 2 0,2 0 0</inkml:trace>
  <inkml:trace contextRef="#ctx0" brushRef="#br0" timeOffset="3083">19 738 8289,'0'9'252,"0"4"0,0 2 0,0 3-10,0 2 0,0 3 1,0 4-1,-1 0-260,-2-1 0,2-2 1,-3-2-1,1-4-269,0-4 0,0-6 24,3-2 0,0-9 1,0-3-1,0-8 112,0-5 0,3-4 0,1-4 0,1 0 102,2-3 0,0 2 1,2-1-1,0 0 324,0-1 0,1 9 1,1-1-1,1 4-40,-1 5 1,-2 6-1,-1 5 1,-1 5 13,-1 6 0,-1 5 1,1 7-1,-2 3-13,0 5 0,-3 0 0,2 1 0,-2 0-494,-1-1 1,3-4-1,1 3 1,0-4-368,0-4 1,3-9-1,-1 2 1,1-4-256,2-5 1,3-6 879,0-4 0,0-10 0,-3-2 0</inkml:trace>
  <inkml:trace contextRef="#ctx0" brushRef="#br0" timeOffset="3933">303 792 8025,'0'10'285,"0"0"1,0 3-66,0 1 1,0-1-1,0 4 1,0 2 4,0-1 1,1 1 0,2-2-1,3-2-71,2-3 1,2-7 0,1-2 0,1-3-207,2-3 0,-3-5 0,1-8 0,-2-4-64,-1-4 0,-4-1 0,-2-2 0,-3 0 43,-3 1 0,1 3 0,-4 2 1,-1 2-34,-1 2 0,-2 5 0,-1 2 0,-1 2-225,2 4 0,0 2 0,1 3-534,0 2 865,4-2 0,1 11 0,4-2 0</inkml:trace>
  <inkml:trace contextRef="#ctx0" brushRef="#br0" timeOffset="4358">845 667 8116,'-4'-5'0,"-2"2"104,-5 2 1,1 1 0,-2 0-1,2 0 157,1 0 1,0 4-1,1 2 1,1 3-95,2 3 1,3 0 0,-1 5 0,2 1-111,1 1 0,4 3 0,1-1 0,4-1-7,3 2 1,-2-6 0,2 2-1,-2-2 95,-1 1 1,-1 1-1,-2-1 1,-3 0 46,-3 0 1,0-2-1,-4 4 1,-5-3-106,-5 0 0,-1-4 0,-1 0 0,-1-3-418,2-3 0,0 1 0,0-4 0,3-1-508,2-1 0,4-2 1,1-2 838,1-3 0,5-2 0,4-1 0</inkml:trace>
  <inkml:trace contextRef="#ctx0" brushRef="#br0" timeOffset="4746">961 890 8116,'18'0'138,"-3"-1"0,-2-2 0,0-3 133,-2-2 1,0-1 0,-1 0 0,0-1-38,-2-2 0,-2 1 0,-1-2 0,-2-1-100,-2 0 0,-5 3 1,-1-1-1,-4 2 152,-3 1 1,-3 4 0,-5 2-1,-1 2 29,2 1 0,0 1 0,1 3 0,0 5-159,1 5 1,3 4-1,2 2 1,2 1-252,1 2 0,4 1 0,2 2 0,3-2-533,3 0 1,3-3-1,6 0 1,3-2-261,2-5 0,5-6 1,4-3-1,3-2 307,-1-4 1,1-7 0,0-8 580,0-4 0,5-2 0,-3-5 0</inkml:trace>
  <inkml:trace contextRef="#ctx0" brushRef="#br0" timeOffset="4747">1228 765 8125,'-9'-3'0,"0"-1"136,0-1 1,0 3 0,0-1 0,0 2 178,0 1 0,1 0 0,0 1 0,1 3 172,1 5 0,4 4 0,-1 5 1,2-1-244,1 1 1,0 1 0,1 1 0,1 1-197,1-2 0,5-3 1,0-3-1,2-2 31,1-3 0,2-2 0,0 0 0,0-3-1092,0-2 0,2-2 0,-3-2 0,2-3-1899,2-2 2912,-3-1 0,0-4 0,-4-1 0</inkml:trace>
  <inkml:trace contextRef="#ctx0" brushRef="#br0" timeOffset="5137">1352 756 8505,'0'9'333,"0"0"0,0 0 0,0 0 23,0 0 0,0 0 1,0 2-1,0 2-178,0 1 1,0-2 0,0 2 0,0 0-124,0-1 0,-1 1 0,-1 1 0,-1-3 24,1-2 1,1-4 0,0-1-23,-2-1 0,2-3 0,-2-6 0,2-5-165,1-3 1,0-2-1,1-3 1,1 1 3,1-1 0,4 3 0,-2 0 0,1-1-265,0-1 1,0 3-1,3 0 1,0 1-442,0 2 1,-1 1 0,1 2-1,0 2 810,0 3 0,0 2 0,0 1 0,0 8 0,0 2 0</inkml:trace>
  <inkml:trace contextRef="#ctx0" brushRef="#br0" timeOffset="5138">1503 845 8167,'6'0'330,"0"0"0,-3-1 0,2-2 0,0-3-157,0-2 1,-3-1 0,1 0 0,-2-2-59,-1-1 1,0-1-1,-1 2 1,-2-1 155,-3 1 0,-2 2 0,-1 4 0,0 1 83,0 0 0,0 4 0,-2 0 0,-1 5-80,1 2 1,2 6-1,2 3 1,2 4-257,1 4 0,1 1 0,4 1 1,2-1-631,3-2 1,3-3 0,3 1 0,3-4-243,1-5 0,2-2 0,0-7 1,0-3-327,0-5 0,-2-2 1180,-1-7 0,2-5 0,-3-4 0</inkml:trace>
  <inkml:trace contextRef="#ctx0" brushRef="#br0" timeOffset="5524">1646 641 7786,'0'-6'1764,"0"0"-1528,0 4 0,0 5 1,0 7-1,1 2-71,1 4 0,0 1 1,3 2-1,-1 1-477,-2 0 0,0 5 1,0-1-1,1 1 101,-1 2 1,-1-4 0,-1-2 0,0-3 175,0 0 35,-4-4 0,-1 3 0,-4-3 0</inkml:trace>
  <inkml:trace contextRef="#ctx0" brushRef="#br0" timeOffset="5525">1628 881 8264,'-1'-8'0,"-1"1"278,-1 1 1,0 0 0,3-3-1,0 0-38,0 0 1,1 0 0,1 0 0,3 1-109,3-1 1,-3 1 0,5 1-1,1 2-1204,-1 1 1,1 1 0,0 3 1071,1 0 0,0 0 0,-3 0 0</inkml:trace>
  <inkml:trace contextRef="#ctx0" brushRef="#br0" timeOffset="5526">1770 801 9302,'-5'4'-549,"1"-3"1,0 2-1,-1-3 1</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40:21.704"/>
    </inkml:context>
    <inkml:brush xml:id="br0">
      <inkml:brushProperty name="width" value="0.06" units="cm"/>
      <inkml:brushProperty name="height" value="0.06" units="cm"/>
    </inkml:brush>
  </inkml:definitions>
  <inkml:trace contextRef="#ctx0" brushRef="#br0">134 107 8224,'6'-3'-154,"0"0"0,-3-1 545,3 1 0,-5-2 0,-1-3 7,-5 3 1,-6-2 0,-2 4-1,-1 1-99,-2 1 0,2 1 0,1 1 0,0 2-115,2 3 1,4 2 0,2 3 0,1 3-171,2 3 1,1 0 0,3 6-1,3 3-236,4 3 1,5-1 0,-1 4 0,0 0-21,3-1 1,-2-5-1,-1 1 1,-2-3 169,-3-1 0,-5-4 0,0-5 0,-3-2-39,-3-1 1,-5-4 0,-5-2 0,-1-1-338,-2-2 1,2-1 0,1-2 0,0-1-506,2-1 0,-2-4 953,1 1 0,0-6 0,4-1 0</inkml:trace>
  <inkml:trace contextRef="#ctx0" brushRef="#br0" timeOffset="433">294 267 8338,'17'0'0,"-2"0"148,0 0 0,-1-4 0,1-2 0,-2-2 215,0 0 0,-3-2 0,0-2 1,-3-4-177,-4-4 1,-2 1-1,-1-1 1,-2 1-90,-4 1 1,-1 0 0,-6 2-1,-1 2 144,0 5 1,-1 4 0,-2 6 0,2 2-47,0 3 1,3 7-1,-2 4 1,2 6-128,4 3 1,-1 3 0,4 1 0,0 0-366,3 0 0,1-2 0,1 2 0,2-3-505,3 0 0,2-4 0,8-4 0,2-4-1889,3-6 2690,-1-4 0,6-13 0,-2-2 0</inkml:trace>
  <inkml:trace contextRef="#ctx0" brushRef="#br0" timeOffset="891">507 72 8877,'-5'8'569,"1"1"1,4 0-1,0 1-172,0 2 0,0 5 1,0 5-1,0 0-257,0 3 0,0 2 1,0 1-1,0 2-65,0-1 1,0-2 0,0-1 0,0-2-4,0-4 0,0-2 0,-1-4-50,-2-5 1,2-5-1,-2-8 1,1-5-138,0-5 0,1-7 1,-2-2-1,2-4-110,1-3 1,3-1 0,1-4 0,0 2-53,3 0 1,1 4-1,2 1 1,1 1 38,1 0 1,4 7 0,-3-3-1,2 5-461,0 3 1,-3 8 0,2 1 0,-1 4-540,-2 2 1238,-6 4 0,3 5 0,-3 5 0</inkml:trace>
  <inkml:trace contextRef="#ctx0" brushRef="#br0" timeOffset="1317">712 54 8200,'0'9'367,"0"0"1,0-1-58,0 1 1,0 1-1,0 2 1,0 3-104,0 2 0,1 4 0,1 3 0,2 2-103,1 1 0,-2-4 0,1-1 0,1-1-134,0-2 0,0-6 0,2 1-90,-1-6 0,0-5 0,3-7 105,0-5 0,-4-4 0,-1-4 0,-1-2-169,0-2 1,1-2-1,-2-1 1,1 1-333,-1 2 1,-1 4 0,0-3 0,1 1-691,0 1 1206,1 8 0,1-6 0,1 6 0</inkml:trace>
  <inkml:trace contextRef="#ctx0" brushRef="#br0" timeOffset="1318">845 160 8158,'6'9'23,"0"-1"1,1-1 143,1-1 1,1-1 0,1 1 0,0-3 190,2-2 0,4-1 0,-2 0 0,1-1-121,0-2 0,-4-6 0,3-6 1,-1-2-112,-2 0 1,-4-2 0,-2 0 0,-1 0-257,-2 3 1,-8 3 0,-3-1 0,-2 1 118,-2 2 1,-1 5-1,-2 4 1,0 4 126,1 4 0,4 3 0,0 3 0,3 4-20,2 4 1,4-1 0,-1 4 0,2 0-1,1-1 0,0-1 0,1 2 0,2 0-649,3-1 0,2-3 1,1-1-1,1-5 70,2-3 0,-2-6 0,2-5 0,-3-7 483,0-6 0,0-7 0,0-2 0</inkml:trace>
  <inkml:trace contextRef="#ctx0" brushRef="#br0" timeOffset="1768">1058 116 8155,'9'-9'-287,"0"4"501,0 2 0,-3 3 0,-1 3 0,-1 4 334,-2 4 1,0 0-1,0 3 1,1 0-117,-1-1 0,-1 2 0,-1 3 0,0 1-265,0 1 0,0 0 0,0 3 1,-1 0-73,-2-1 1,1-2-1,-3 1 1,0-3-179,0-4 1,2-4 1,-3-4 0,3-6 0,-2-3 0,1-8 264,2-4 0,2-7 0,2-2 0,2-1 160,1-2 0,2 0 0,4 1 0,1 0-445,-1 2 1,2 1-1,-1 4 1,2-2-689,2 1 1,1 5 0,1 3 0,-1 3 789,1 0 0,0 4 0,0 1 0</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40:55.700"/>
    </inkml:context>
    <inkml:brush xml:id="br0">
      <inkml:brushProperty name="width" value="0.06" units="cm"/>
      <inkml:brushProperty name="height" value="0.06" units="cm"/>
    </inkml:brush>
  </inkml:definitions>
  <inkml:trace contextRef="#ctx0" brushRef="#br0">516 1 9543,'0'9'321,"0"2"0,0 7 1,0 7-1,0 5 41,0 5 0,0 5 1,0 6-1,0 5 150,0 3 1,0-2 0,0 1-1,0-3-583,0-4 0,3-11 0,0 1 0,1-4-549,0-2 0,1-7 0,-1-5 1,1-2-2918,1-1 3537,-2-4 0,0 1 0,-4-3 0</inkml:trace>
  <inkml:trace contextRef="#ctx0" brushRef="#br0" timeOffset="454">333 649 7866,'-5'0'53,"2"-2"752,-1-1-488,3 0 0,-3 4 0,4 2 1,1 2-56,2 3 1,2 5 0,3 3 0,0 6-90,1 5 0,3 1 0,1 4 0,1 3-115,-1-1 1,0-1 0,2-3 0,-1-6-222,1-3 0,-2-8 1,1-5-1,0-5-94,2-5 1,2-10-1,-1-7 149,0-5 1,4-4 0,-4-4 0,0-2-1,1-2-250,-2 1 1,-2 3 0,-1 0 0,-1 1-610,-2 2 0,-4 6 967,-3 4 0,-2 9 0,-1 2 0,0 8 0</inkml:trace>
  <inkml:trace contextRef="#ctx0" brushRef="#br0" timeOffset="1100">208 1190 7733,'-2'-8'-287,"-1"-1"1,-3 0 0,3 0 0,-2 0 807,-1 1 0,-5 3 0,-1-1 1,-1 3 258,-1 2 0,0 2 1,-1 3-1,-1 5-503,2 7 0,-1 5 0,0 6 1,2 3-83,2 2 0,6 0 0,-2 6-85,2-1 1,3 1-1,3-3 1,4-1 0,4 0-953,3-2 0,3-4 1,4-6 38,4-6 0,2-1 0,2-7 1,-1-3-1,2-4 396,0-4 1,-4-6 0,1-8-1,-1-5 407,0-5 0,-2-2 0,-4-4 0,-2 1 0,-2-1 0,-7 5 0,1-2 0,-4 3 63,-2 2 0,-3 4 0,-4 2 0,-4 4 204,-3 4 0,1 2 0,-3 2 0,0 1 480,1 3 0,-1 6 0,3 4-279,0 3 0,2 3 0,1 4 0,1 3 1,1 2-236,3 2 1,2 1-1,1-2 1,1-2-311,2-1 1,3-8-1,4 1 61,1-6 0,4-2 0,-1-5 1,4-5-1,1-8-850,0-9 0,-2-6 1,-1-5 618,-2 0 1,1-3 0,-4 3 0,-2 4 0,-2 3 422,-1 4 0,-5 10 28,-1 12 1,0 8 0,-3 9-1,2 1 88,1 4 0,0-2 0,0 6 0,0 0 128,0 0 1,0-5-1,1 3 1,2-2-1299,2-4 1,0-1 0,1-4-225,0-5 1,1-3 0,2-6 1101,-1-2 0,0-5 0,1-5 0</inkml:trace>
  <inkml:trace contextRef="#ctx0" brushRef="#br0" timeOffset="1433">558 1207 7991,'5'-9'-105,"1"1"517,-4 3 1,1 2 0,-2 6-38,2 3 1,-2 2-1,3 3 1,-2 4-66,1 3 1,3 2 0,-4 3 0,1 2-134,1 1 0,-2-1 0,2 4 0,0 0 6,-2-2 0,0-4 0,0-2 0,0-1-258,0-1 0,-1-8 1,-1-5 110,0-4 1,3-4 0,0-11-147,-1-3 0,-2-8 0,1-8 1,1-2-1,2-4-616,1-2 1,0 6 0,3-3 562,1 3 1,2 1-1,1 5 1,0 4 0,0 6 27,-2 7 1,2 7 0,0 3-1,0 6 4,0 6 1,2 7-1,-3 5 1,-1 4 478,-1 4 1,0 1-1,-2 0 1,0 0-506,-2-2 0,0-3 0,0 0 0,-1-4-1059,0-4 1,-3-8 295,1-2 920,-1-6 0,3-3 0,1-5 0</inkml:trace>
  <inkml:trace contextRef="#ctx0" brushRef="#br0" timeOffset="1832">1248 1157 7871,'-3'-6'0,"-1"1"40,0-2 0,-2 0 1,-2-1-1,-1 2 355,-3 0 1,2 4-1,-3-3-90,1 1 1,1 2 0,3 5 0,1 4 0,1 3 28,3 4 0,2 5 0,3 3 0,3 2-198,3 1 1,6 0 0,0 0-161,2 0 0,0 0 0,1 0 1,-2-1-104,-1-2 1,0 1 0,-5-3 0,-2 1 0,-2 0 36,-4 0 0,-1-2 0,-3-1 105,-6-3 1,-3-3 0,-4-4 0,0 0 0,1-3-195,1-2 0,1-2 1,-3-2-1,2-3-526,3-4 1,5-1-1,4-4 257,1 1 1,1-6 0,1 1 0,4-3-1,4-1 448,3 0 0,2-1 0,3-3 0</inkml:trace>
  <inkml:trace contextRef="#ctx0" brushRef="#br0" timeOffset="1984">1364 1157 7865,'5'1'283,"-2"1"0,-3 4 313,0 1 0,1 6 0,1 4 1,1 5-190,-1 5 0,2 2 0,-2 5 0,0 0-397,-1 2 0,-1-5 0,0 2 0,0-4 48,0-2 1,0-5 0,-1-3-2190,-2-5 0,-1-6 2131,-5-8 0,-3-8 0,0-5 0</inkml:trace>
  <inkml:trace contextRef="#ctx0" brushRef="#br0" timeOffset="2333">1306 1423 7865,'-5'-1'622,"3"-2"-323,1 2 1,1-4-1,1 4 1,1-2-428,4 1 0,2 0 1,2 0-1,2-1-391,1-2 0,1-1 1,3-3-1,-1-1 519,1-1 0,-3-3 0,-1 3 0,-1 0-43,-2-1 0,-4 5 1,0 0 86,0 2 0,-2 5 0,-2 4 293,-4 4 1,1 7 0,-2 1-1,3 3 730,0 3 1,0-3 0,0 2-737,0 0 1,0-3 0,3-3 0,3-2-1,2-2-423,3-4 1,-1-2-1,3-6 119,-1-2 0,1-5 0,-4-7 0,-2-3 0,-2-6 76,0-2 0,-3 3 1,0-1-1,-4 1-689,-4 2 1,-2 3 0,-2-1 126,-1 4 1,0 4 0,2 5 0,1 1-990,0 2 1,-1 0 1447,1 3 0,4 0 0,4 0 0,5 0 0,2 3 0,2 2 0</inkml:trace>
  <inkml:trace contextRef="#ctx0" brushRef="#br0" timeOffset="2783">1622 1240 7117,'4'7'0,"1"0"-656,3-2 1117,-4 1 1,3 3-1,-4 1 1,1 1 0,0 0-1,-2 1 1,1 2 272,0 2 0,0 1 0,-3 2 1,0 1-652,0 1 0,0-2 1,0 0-1,-1-2-141,-2-3 0,1-2-29,-3-4 1,-1-4 0,-1-5-94,1-6 0,0-3 0,2-4 0,0 0-162,1-2 1,0-1-1,3 1 1,0-1-8,0 0 1,1 2-1,1 0-43,0 1 0,4 4 1,-2-2-1,0 1 1,3 1-178,0 2 0,1 1 0,1 4 569,-1 1 0,0 2 0,1 3 0,-1 3 0,0 1 35,1 1 1,-1 3 0,0 1 0,1 0 182,-1 0 0,0-1 0,1-2 231,-1-1 0,3-3 0,0-2 0,-1-3 0,-1 0 74,0-3 1,-1-6 0,0-4 0,0-3-279,-3-1 0,2-2 0,-4-1 1,-3 1 36,-1-1 0,-4 3 1,-3 0-1,-1 5 88,1 3 1,-1 5 0,-1 1 0,0 4-32,2 4 0,1 3 0,4 8-172,1 5 1,1 5-1,2 5 1,2 1-1,2 1-85,3 1 0,5-4 0,3-1 0,6-4-685,2-7 0,2-5 0,-1-8-593,0-5 0,2-8 0,-6-6 0,0-5-1787,-5-3 2983,1-6 0,-11-1 0,1-5 0</inkml:trace>
  <inkml:trace contextRef="#ctx0" brushRef="#br0" timeOffset="3382">200 1930 7792,'0'-8'0,"0"-1"164,0 1 0,0 2 0,-1 2 326,-2 0 1,2 2 0,-1 5-227,1 3 1,1 7 0,1 5 0,1 7-106,4 4 1,1 2 0,2 4 0,0 2-30,2 1 1,-1-3 0,3-1-186,-1-5 0,3-3 1,-2-9-1,0-3 1,-1-5-174,0-7 1,-3-9 0,1-11 0,-2-7 93,-3-7 0,-2-3 0,2-5-25,-2 0 1,0 3 0,-2 5 0,1 3-12,1 4 0,3 6 0,-1 13 1,0 8 212,1 11 1,-1 5-1,4 6 32,-1 2 0,0 3 1,1-1-1,2-1 1,0-2 234,-1-3 1,-1-3 0,-1-6 104,1-4 0,-1-5 0,-1-6-240,-1-3 1,0-4 0,-2-9 0,0-1-231,0-3 0,-2-4 1,-2-1-1,0 2 1,0-1-542,0 0 0,0 5 0,0-3 0,0 3-118,0 2 1,3 5 0,1 4 713,0 4 0,-2 6 0,2 4 0</inkml:trace>
  <inkml:trace contextRef="#ctx0" brushRef="#br0" timeOffset="3516">691 2005 7793,'4'11'0,"0"1"235,0 1 0,-2 1 0,3 2 0,1 1 21,-2 0 1,4-1 0,-4 0-1,2-2-958,-1-3 0,-2-3 613,3-2 1,-4-7 0,3-9 88,-1-5 0,-2-6 0,-2-3 0</inkml:trace>
  <inkml:trace contextRef="#ctx0" brushRef="#br0" timeOffset="3631">790 1872 7793,'0'-9'-97,"0"4"0,-1-1 100,-1 0-650,1 2 1,-2 1 646,6 6 0,1 2 0,5-1 0,-1 0 0</inkml:trace>
  <inkml:trace contextRef="#ctx0" brushRef="#br0" timeOffset="3782">882 1797 7917,'0'8'422,"0"0"1,0 1-1,0 0 1,1 2 82,2 3 0,-2 3 0,4 1 0,0 2-256,-1 2 1,2 0-1,2 3 1,0 1-1086,1 1 0,-2-4 1,0 2-40,-2-1 0,-3-3 875,1-2 0,-2-1 0,-1-2 0</inkml:trace>
  <inkml:trace contextRef="#ctx0" brushRef="#br0" timeOffset="3931">874 2105 7693,'-3'-9'97,"0"1"1,0 0 288,3-1 0,1 1 0,2 0 0,2-1 0,3 1-384,0 0 1,4-2 0,1 0 0,2-1-625,2 1 1,-3-2-1,6 1 1,-2 0 128,2-1 0,-5 3 1,3-2 492,-2 1 0,1-2 0,-4-1 0</inkml:trace>
  <inkml:trace contextRef="#ctx0" brushRef="#br0" timeOffset="4182">1123 1797 7899,'-3'8'753,"0"1"-389,2 3 0,-3-2 1,1 4-1,1 0 324,1 2 0,1 4 1,1 3-527,2 1 1,-1 1-1,3 2 1,-1 1-1,1 0-121,1 0 0,-1-3 0,0 0 1,1-5 125,-1-2 1,1-8 0,-2-2-743,0-4 0,1-8 1,1-8-1,-3-7 161,1-6 0,-2-2 1,2-4-1,2-1 193,1 0 0,-2 7 0,5 2 0,0 4 248,-1 3 1,2 9 0,-1 3 0,2 9-22,1 8 1,-3 11 0,1 6 0,-3 3-544,-2 3 1,-2-3 0,-2 1-722,1-2 1258,0-1 0,-7-6 0,0 0 0</inkml:trace>
  <inkml:trace contextRef="#ctx0" brushRef="#br0" timeOffset="4699">134 2545 7845,'0'-4'299,"3"1"1,2 7 179,-1 4 1,4 2-1,-3 7-305,3 3 0,1 6 0,1 3 0,1 3 0,-1 3 16,0 2 1,-2-4 0,0 2-137,1 0 0,-4-4 0,0-5 0,-1-5 0,0-3-121,0-2 0,-1-5 97,-3 0 0,0-9 0,0-5-211,0-3 1,0-6-1,0-3 1,0-3 87,0-5 0,1-3 0,0-3 0,3 1 0,0 1 85,-1 0 0,4 6 1,-2 0-1,3 6 203,0 3 0,0 8 0,1 5-38,-1 6 0,3 10 1,0 8-1,-1 3 0,0 3-170,-2-1 1,0-3 0,2 1 0,0-2-563,1-1 1,0-4 0,-3-4 17,1-5 0,-1 1 1,0-7-1,1-2-300,2-3 0,-2-5 857,-1-4 0,4-8 0,-3-5 0</inkml:trace>
  <inkml:trace contextRef="#ctx0" brushRef="#br0" timeOffset="4982">533 2653 8378,'-9'0'0,"1"0"408,0 0 0,-1 0 0,1 1 0,0 3-47,-1 4 1,4 1 0,0 6 0,2 3-80,1 3 0,2 1 0,3 1 0,2 0-298,2-2 1,5-4 0,1-3-1,1-4-282,0-3 0,0-4 0,3-3 0,-1-3-92,1-3 0,-3-6 0,-1-3 1,-1-5 117,-2-1 0,-2 0 0,-1-2 0,-2 4 204,2 1 0,-4 6 0,0 0 0,-1 4 393,1 3 1,-2 3-1,1 7 1,-1 7-146,-1 6 1,3 2-1,0 3 1,0-1-270,0 2 1,-2-3 0,3 0 0,-1-2-1076,0-3 1,2-3-256,-2-5 1419,3-3 0,-1-5 0,3-5 0</inkml:trace>
  <inkml:trace contextRef="#ctx0" brushRef="#br0" timeOffset="5266">815 2570 7845,'-8'0'259,"0"1"1,0 2 0,2 1 273,0 1 1,4 2 0,-3-1-330,1 1 0,2 4 0,5 1 1,3 1-1,2 2-114,3 1 1,2 1-1,4 2 1,-1 1-34,1 2 0,0-3 0,-2 2 0,0-1-49,-1-1 1,-7-1 0,1 1 0,-4 0-31,-2 0 0,-1-5 0,-2-3 0,-3-2-82,-4-1 1,0 0-1,-4-3-326,0-2 0,3-2 0,-3-1 1,0-1-1,1-2-431,1-2 0,4-4 0,1-1 861,1-1 0,2-4 0,2 2 0,0-3 0</inkml:trace>
  <inkml:trace contextRef="#ctx0" brushRef="#br0" timeOffset="5599">932 2520 9468,'0'9'0,"0"-1"383,0 0 1,1 5 0,1 4 0,4 3 0,1 3-46,2 2 1,-1-1-1,0 6 1,2-1-269,1 1 1,-5-3-1,2-1 1,0-2-180,-1-1 1,1-6 0,-2-1-274,0-7 1,-5-5-1,2-8 1,-2-4 30,-1-5 0,0-5 0,1-3 0,1-5 140,1-2 0,0 2 0,-1 1 0,2 4 226,1 4 1,-3 7-1,4 2 1,0 4 105,2 2 0,0 11 0,0 7 0,1 5-109,-1 5 1,-1 3 0,0-1 0,-2-1-96,2-1 1,-3-5 0,2-2-2346,1-5 2428,0-5 0,1-13 0,1-5 0</inkml:trace>
  <inkml:trace contextRef="#ctx0" brushRef="#br0" timeOffset="5831">1264 2437 7845,'-9'1'205,"-2"2"1,4-1-1,-3 3 1,2 3 101,2 2 1,0 3-1,1 3 1,2 2 445,2 1 0,1 3 1,1 5-1,2 1-392,2-1 0,3 1 0,3 1 0,1 0-496,1-1 0,0 0 0,4-4 0,-1-2-366,-2-2 0,1-7 0,-2-2 1,0-5-93,-2-3 0,-2-10 0,-3-4 0,-1-4 593,-2-5 0,0-5 0,-3-4 0</inkml:trace>
  <inkml:trace contextRef="#ctx0" brushRef="#br0" timeOffset="6015">1439 2396 7777,'8'-9'0,"1"5"0,-1 1 0,0 3 665,1 3 0,0 2 1,2 7-1,3 5 47,1 4 0,-1 4 1,0 3-1,0 3-395,-1 4 0,-1 0 0,-4 3 0,0 1-304,-3 2 1,-1-8 0,-4 2 0,-1-5-546,-2-3 1,-2-4 0,-6-2 0,-1-3-965,0-2 1,-3-2 1495,-5 0 0,-1 1 0,-4-2 0</inkml:trace>
  <inkml:trace contextRef="#ctx0" brushRef="#br0" timeOffset="6414">815 3127 8961,'-4'1'943,"1"2"-689,2 2 0,4 7 1,1 5-1,0 4 1,4 4-13,2 3 0,-1 2 0,2 3 0,-2 0-680,0 0 1,-1-2-1,-1-2 1,-1 0-781,-3-2 1,-2-8 840,-1-2 1,-1-7-1,-2-2 1,-3-4 376,-1-3 0,-5-8 0,-1-3 0</inkml:trace>
  <inkml:trace contextRef="#ctx0" brushRef="#br0" timeOffset="6682">732 3443 7737,'-7'-8'0,"1"0"0,3 0 81,-1 3 1,2-3 1055,-3 3-758,3 1 1,-1 1-1,6 6-128,2 3 1,3 5-1,1 2 1,1 4-30,1 3 0,1 1 1,-2 4-1,2 1-246,1 1 0,-2-3 0,2 2 1,0-1-85,0-2 1,-2-2-1,2-2 1,0-3-99,0-6 1,-2-6-1,2-3 1,0-3 29,0-7 1,-2-7 0,2-9-1,-1-6-65,-2-4 0,0 0 0,0-2-106,1 3 1,1 0 0,-4 6-1,-1 2 1,0 3-1218,-2 4 1564,-3 8 0,-2 0 0,-5 7 0</inkml:trace>
  <inkml:trace contextRef="#ctx0" brushRef="#br0" timeOffset="7247">458 3901 7327,'0'-5'872,"1"2"0,2 6-559,2 2 0,2 7 0,2 5 0,0 5 58,2 5 0,-2 1 0,3 4-245,0 2 0,-2 3 0,1-3 1,-2-2-1,-1-2-118,1 0 1,-4-10-1,0-1 1,-2-5 10,-1-4 0,-1-6-272,-1-4 1,0-6 0,0-7 0,0-2 0,0-3-217,0-3 1,0-2 0,0-4 0,0-1 308,0-2 0,0 3 0,0-1 0,1 3 94,2 4 1,1 8 0,6 0 0,0 5 131,1 6 0,1 8 1,-1 6-1,2 7 271,0 5 1,2 1 0,-4 3-330,-1-2 0,-1-1 1,0-1-1,-2-2 1,-1-2-472,0-3 0,-3-6 1,2-2 52,2-1 0,-3-3 0,1-6 410,-1-1 0,2-7 0,-1-4 0</inkml:trace>
  <inkml:trace contextRef="#ctx0" brushRef="#br0" timeOffset="7464">932 3851 7814,'-9'0'76,"1"0"1,0 0 186,0 0 0,-2 1 0,0 1 1,-1 4 420,1 1 0,1 5 1,1 1-1,3 2-284,2 2 1,2-1 0,1 8 0,1 3-361,2 2 1,5-4-1,5 0 1,2 1 8,1 0 1,-1-5-1,4 0-733,-5-5 0,4-4 0,-3-5 0,0-2 0,0-2-620,1-2 0,-3-5 0,-3-5 1304,-4-4 0,2-10 0,-4-3 0</inkml:trace>
  <inkml:trace contextRef="#ctx0" brushRef="#br0" timeOffset="7698">1040 3767 7814,'4'-4'99,"-3"0"0,5 4 352,0 0 1,2 4-1,1 2 1,2 4-21,3 4 1,3 3 0,1 2-1,1 4-122,0 4 1,-1 5-1,-3 5 1,-1 3-245,-3 3 0,-5-4 0,-4 3 1,-1 0-170,-1-3 0,-3-8 1,-3-3-1,-2-4-725,-3-4 1,1-8 0,-3-1 0,0-6-1481,0-4 2309,-1-5 0,-6-4 0,-2-5 0</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41:45.435"/>
    </inkml:context>
    <inkml:brush xml:id="br0">
      <inkml:brushProperty name="width" value="0.06" units="cm"/>
      <inkml:brushProperty name="height" value="0.06" units="cm"/>
    </inkml:brush>
  </inkml:definitions>
  <inkml:trace contextRef="#ctx0" brushRef="#br0">266 257 7567,'-6'-8'0,"1"-1"-103,-2-2 0,0 1 0,-1 0 629,-1 4 0,1-3 1,-1 3-1,-2 1 1,-3 2 79,-2 0 0,0 1 0,-2 6 0,-1 4-160,0 5 1,0 5-1,2 3-231,0 4 0,4 8 0,2 0 1,3 2-1,3 2-305,2 2 1,3-1-1,3-1 1,7-2-402,5-3 1,7-4-1,4-2 1,3-5 163,1-4 1,0-10 0,3-1-534,1-4 1,0-11-1,-2-5 1,-4-9-1,-2-5 860,-3-5 0,-5-2 0,-1-5 0,-5 1 0,-4 0 0,-1 5 0,-3 3 0,0 2 50,-2 5 0,-6 9 0,-4 8 1,-5 3 561,-3 5 1,0 3 0,0 5 4,2 2 1,-2 3 0,3 4 0,0 3-28,-1 0 1,4 0 0,1 3 0,4-1-488,1 0 0,1 2 0,5-5 0,3-3 1,4-2-378,3-4 0,6-5 0,3-5 0,2-4-222,2-8 1,-5-8 0,5-10 0,-2-6-193,-2-5 0,3-4 1,-6-4-1,-1 3 581,-3 4 0,-6 8 0,-1 4 458,-2 5 1,-2 9-1,-3 10 1,-1 10 26,-2 7 0,1 7 1,-3 2-1,2 3 33,1 1 0,1-1 0,1 5-484,0 0 0,0 0 0,0-2 0,1-2 1,2 0-1009,2-2 0,0-4 0,0 0-180,2-4 1,4-7 1260,3-5 0,-2-6 0,0-2 0</inkml:trace>
  <inkml:trace contextRef="#ctx0" brushRef="#br0" timeOffset="349">682 249 7853,'-6'8'0,"2"1"0,-1-1 648,0 0 0,3 2 0,0 0 0,1 2-227,1 1 1,0-1 0,0 2 0,0 3 67,0 1 0,2-2 1,2 6-1,0-1-387,0 0 0,1-4 0,-2 1 1,-1 1-50,-1-2 1,1-6-1,1-2-159,-1-2 0,2-4 0,-1-4 1,-1-8-455,2-6 1,-2-6 0,3-7 0,2-4 196,0-3 0,2 3 0,-1-2 204,0 1 0,3-3 0,0 7 0,0 2 68,-2 3 0,2 7 1,1 3-1,1 5 1,1 5 595,-1 2 0,2 9 0,-2 7 0,0 8-53,-2 8 0,-2 0 0,-3 7-354,0 0 1,-5 0 0,3 2 0,-1-3 0,0-3-639,-2-2 0,0-6 0,-1-7-705,0-3 0,0-9 1245,0-8 0,0-7 0,0-7 0</inkml:trace>
  <inkml:trace contextRef="#ctx0" brushRef="#br0" timeOffset="765">1571 91 7853,'-3'-8'-20,"-3"-1"0,-1 1 419,-2 0 0,-3-1 0,-1-2 0,0 0 126,-1 1 1,0 4 0,-3 1 0,1 1-48,-1 3 0,4 4 1,2 6-1,2 3-116,0 4 0,5 5 0,1 3 0,2 4-147,1 2 1,7-3 0,2 0 0,3-1-159,3-1 1,-2 0-1,2-1 1,1-1-52,-1-1 1,-3-2 0,0 0 0,-3-1-152,-4 0 1,-4-4 0,-1 2 0,-1-3 9,-5-2 0,0-4 1,-8-3-329,-1-1 0,-1 1 1,0-2-1,-1-2 1,0-3-178,1-3 0,3-3 0,2-1-283,1-2 0,3-2 1,2-4-1,2 0 923,2-3 0,8-1 0,2-4 0</inkml:trace>
  <inkml:trace contextRef="#ctx0" brushRef="#br0" timeOffset="931">1630 50 7853,'4'-4'370,"4"4"-298,-3 0 0,-1 7 0,-1 8 0,-2 4 1262,2 6 1,-2 1-1,2 5 1,-2 1-937,-1 3 0,0 0 0,0 3 0,-1 0-635,-2 0 0,-1-9 0,-2-1 1,0-4-807,0-4 0,-1-9 0,-3-1 306,-1-5 737,6-9 0,-10-5 0,6-8 0</inkml:trace>
  <inkml:trace contextRef="#ctx0" brushRef="#br0" timeOffset="1064">1571 324 7853,'0'-8'74,"0"-1"0,0 4 0,1 0 596,2 1 0,2-1 0,3 2 0,1 0-1083,2 0 1,-1 1 0,4-3-1,0 1-299,-1-1 0,2 2 0,-3-2 1,0-3 711,0-2 0,3 1 0,-2-3 0</inkml:trace>
  <inkml:trace contextRef="#ctx0" brushRef="#br0" timeOffset="1300">1771 166 8562,'0'8'595,"0"1"0,0 3 0,0 1 0,0 5-122,0 4 1,0-1 0,0 8-1,0 2-246,0-1 1,5-1-1,2-2 1,4-3-22,2-5 1,1-8-1,2-3 1,1-5-206,0-5 0,-4-9 1,-2-6-1,-3-4-517,-2-2 1,-3-2 0,-3-2 0,-1 0 249,-1 0 1,-4 1 0,-4 2 0,-1 1 309,1 1 0,-2 6 0,1-1 0,-1 3 151,0 1 1,6 3 0,-2 6-2130,0 0 1447,5 1 1,-1 7 0,5 2 0,2 1 0,5 1-1050,2 1 1536,1-5 0,1 7 0,1-1 0</inkml:trace>
  <inkml:trace contextRef="#ctx0" brushRef="#br0" timeOffset="1532">2029 158 7883,'2'8'108,"1"0"0,0 1 1,-2-1-1,1 1 420,1 2 1,-1-2 0,-2 3 0,0 0 474,0-1 1,0 1 0,0-2 0,0 2-721,0 1 1,0 0 0,-1 1 0,0 0-380,-2 1 1,-4-2 0,2-1 0,-2-2 145,2-2 1,-3-5-1,3 1-566,-3-3 0,4-4 0,1-8 0,2-4-33,1-3 1,0-3 0,1-4-1,2 3 139,2 3 0,3 0 0,0 2 0,0-1-94,1 3 1,0 4 0,1 0 0,1 4-144,-1 1 647,3 5 0,0-7 0,4 4 0</inkml:trace>
  <inkml:trace contextRef="#ctx0" brushRef="#br0" timeOffset="1782">2220 199 7853,'10'4'-13,"-2"1"1,0 2 159,-1-2 1,-1 2 0,-1-3 0,2-1 303,0 1 0,-1-1 1,-1-3-1,2 0-223,0 0 1,-1-1 0,-1-2 0,2-2-210,0-3 1,0-4-1,-1-2 1,-3-1-33,-2-2 0,-1 0 1,0 2-1,-2 0 36,-4 1 1,0 5-1,-7 0 1,0 6 271,0 2 0,-1 3 1,-2 3-1,2 7 364,0 6 1,6 3 0,1 4 0,1 0-236,2 0 1,3-2 0,2 1-1,6 1-974,6-2 1,4-2 0,2-6 0,3-4 474,2-5 1,1-5-1,0-2-4281,0-5 4356,-4-3 0,0-8 0,-5 1 0</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41:44.055"/>
    </inkml:context>
    <inkml:brush xml:id="br0">
      <inkml:brushProperty name="width" value="0.06" units="cm"/>
      <inkml:brushProperty name="height" value="0.06" units="cm"/>
    </inkml:brush>
  </inkml:definitions>
  <inkml:trace contextRef="#ctx0" brushRef="#br0">275 24 7853,'1'-7'251,"2"1"247,-2-1-63,3 6 0,-4-2 1,0 6-125,0 2 1,0 6-1,0 1 1,0 1 136,0 5 0,0 1 1,0 5-1,0 3-146,0 5 0,0 5 1,0 10-1,0 8-113,0 10 0,0 2 1,0 13-1,0 2-145,0 1 0,-1 2 1,-1-3-1,-2-1-381,-1-5 1,3-10-1,-3 1 1,1-5-250,3-4 0,-3-15 1,1-3-1,1-6-1295,1-5 0,1-10 1881,0-5 0,4-11 0,1-4 0</inkml:trace>
  <inkml:trace contextRef="#ctx0" brushRef="#br0" timeOffset="448">9 1163 7064,'-4'4'1559,"0"-2"-1139,4 3 1,0 1-1,0 3 1,1 2 0,2 4-194,2 3 1,6 8 0,3 7 0,2 3-139,0 2 0,2-1 1,0 2-1,3 1-29,0-3 1,-3-8 0,1-6 0,-3-5-209,-3-5 0,-1-6 1,1-6-1,-1-6 29,-2-6 1,0-6 0,1-4 0,3-6 99,1-4 0,-1-3 1,0-5-1,2-4-303,2-2 1,0 2-1,1-5 1,0 4 58,0 3 0,-1 8 263,1 0 0,-1 9 0,-2 0 0</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41:49.716"/>
    </inkml:context>
    <inkml:brush xml:id="br0">
      <inkml:brushProperty name="width" value="0.06" units="cm"/>
      <inkml:brushProperty name="height" value="0.06" units="cm"/>
    </inkml:brush>
  </inkml:definitions>
  <inkml:trace contextRef="#ctx0" brushRef="#br0">0 141 6532,'0'-8'1695,"0"0"0,0 2-1219,0 1 0,0 4-259,0 1 1,1 4-1,1 8 1,2 5-44,0 4 1,2 3-1,2 2-128,0 2 1,0-2-1,-1 2 1,0-1-130,-1-2 0,3 1 0,-3-8 0,1-3 0,2-6-65,-1-5 1,-3-7 0,0-3 0,0-5 141,-1-6 1,-2-4 0,1-6 0,-2-2-41,-1 0 1,0-3 0,0-2 0,0 0-180,0 2 0,0 3 0,1-1 1,2 3-140,2 3 1,0 6-1,0 8 1,2 4-403,0 3 0,2 3 0,2 3 766,0 2 0,0 6 0,-3 2 0</inkml:trace>
  <inkml:trace contextRef="#ctx0" brushRef="#br0" timeOffset="233">333 25 8142,'-9'8'335,"1"0"1,0 1-1,0 0 5,3 2 1,1-1 0,4 4-1,1 2 16,2 2 0,2 0 0,6 1 0,1 0-213,0 0 0,2-1 0,2 1 0,-2-1-46,-3-2 0,-3-2 1,-1 0-46,-2 1 1,-4 0-1,-2 0 1,-5-3-265,-4-3 0,-5-6 1,1 2-1,-3-1-102,-2-3 1,3 0-1,-1-1 1,0 0-361,2 0 1,4-1 0,1-1 0,4-4-337,3-1 1,3-3 1009,3-1 0,5-2 0,5-3 0</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41:48.134"/>
    </inkml:context>
    <inkml:brush xml:id="br0">
      <inkml:brushProperty name="width" value="0.06" units="cm"/>
      <inkml:brushProperty name="height" value="0.06" units="cm"/>
    </inkml:brush>
  </inkml:definitions>
  <inkml:trace contextRef="#ctx0" brushRef="#br0">1 29 7930,'0'-8'53,"0"2"803,0 1-324,0-1 1,1 2 0,0 5-174,2 7 1,1 2-1,-2 6 1,1 2-126,2 2 1,-2 3-1,1 5 1,0 4-115,-2 3 1,2 0 0,-2 4 0,1 1-115,1 4 0,-3-5 0,3 2 1,-2-4-242,1-5 0,1-6-51,-1-6 0,-3-11 0,4-7 0,-1-9 104,0-6 0,0-7 0,-1-5 1,2-5-95,1-2 1,-3-5 0,4 0-1,0 0 222,2 1 0,0 8 0,0-2 0,1 6 162,-1 5 0,-2 8 1,-1 8 34,2 6 1,-3 8 0,1 9 0,-2 5-136,-1 4 0,2 1 1,0 0-232,0 2 0,2 1 1,2-1-1,0-3 1,2-2-493,1-4 1,0-4 0,4-7 0,1-3 714,2-5 0,-2-4 0,3-5 0,-1-4 0,-2-8 0</inkml:trace>
  <inkml:trace contextRef="#ctx0" brushRef="#br0" timeOffset="299">408 162 7930,'-11'-7'0,"0"1"359,1 3 0,-2 2 0,0 2 0,0 2 108,0 3 1,1 2 0,2 3 0,1 3-18,0 2 0,3 1 1,2 3-1,2 2-335,1 2 0,4-2 0,2-2 1,4-1-189,1-4 1,4-3-1,-2-2 1,3-4-336,1-3 1,-1-3-1,0-4 179,-2-4 1,1-4 0,-3-6 0,0-1 0,0-4-118,-2-4 0,-1 1 0,-1-2 0,-2 3 454,0 0 1,-5 6 214,2 3 0,-2 9 0,-1 5 0,0 10-11,0 7 1,-1 4 0,-1 4 0,0 1-641,0-1 1,1-3-1,1 2 1,1-2-500,2-2 1,-2-4-1,5-4 1,0-3 826,2-4 0,0-6 0,0-2 0</inkml:trace>
  <inkml:trace contextRef="#ctx0" brushRef="#br0" timeOffset="582">691 46 7930,'-4'-9'622,"2"5"-246,-3 1 0,-1 2 0,-1 2 1,0 3 75,2 4 1,3 2 0,-1 6-1,2 2-388,1 3 1,1-2 0,2 2-1,3 1-18,4-1 0,0-3 0,1 1 1,-2-4 1,-1-1 0,-2-3 0,-1 3 0,-2 1 52,-1 1 0,-1-2 0,-2-1 0,-2 2-78,-2 1 1,-3-2-1,0-2 1,-1-2 37,-2-3 0,1-3 0,-1 1 1,2-2-1425,1-1 0,2-2 1,2-3-1,0-6 1364,2-4 0,-2-6 0,-1-2 0</inkml:trace>
  <inkml:trace contextRef="#ctx0" brushRef="#br0" timeOffset="916">807 21 9217,'-4'1'889,"1"1"0,2 4 1,1 4-1,0 3-676,0 3 1,1 2-1,1 7 1,1 2-109,2 3 0,-2-1 0,1 6 0,0 0-147,-2-1 0,2-3 0,-2-4 0,0-3-125,-1-2 1,-1-4-1,0-2-309,0-4 1,0-7 273,0-5 1,3-8 0,0-6 0,-2-5-1,1-4-28,1-4 1,2 0 0,3-1-1,0 1 125,1 3 1,-1 5 0,-1 0 307,-1 4 0,1 7 0,-1 5 0,1 4 0,2 5 81,-1 5 0,-3 4 0,0 5 0,-1 2-790,-2 2 0,1-2 0,0 0 0,-1 1-1295,-1-2 1801,-1-1 0,0 1 0,0 0 0</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41:55.846"/>
    </inkml:context>
    <inkml:brush xml:id="br0">
      <inkml:brushProperty name="width" value="0.06" units="cm"/>
      <inkml:brushProperty name="height" value="0.06" units="cm"/>
    </inkml:brush>
  </inkml:definitions>
  <inkml:trace contextRef="#ctx0" brushRef="#br0">42 258 8240,'5'-3'317,"1"0"0,-3 0 0,2 1 1,2-2 13,0-1 1,4 0-1,0-3 1,0-2-190,1-1 0,-2-2 0,0-3 0,-3-2-112,-1-1 0,-4 0 0,-1-3 0,-2 0-59,-5 1 0,-2 0 1,-3 7-1,-3 2 222,-2 7 1,2 3-1,0 4 1,0 3 191,-2 7 0,5 6 0,1 4 0,2 3 12,2 3 1,3 1-1,0 4 1,2-2-367,1 0 1,5-2 0,2 3 0,4-3 31,2 0 1,1-7 0,3-4 0,-1-4-1290,1-4 0,1-6 1,-1-8 1225,0-4 0,1-8 0,-5-5 0</inkml:trace>
  <inkml:trace contextRef="#ctx0" brushRef="#br0" timeOffset="333">233 100 8030,'0'16'231,"-3"1"0,1-1 1,-1-1 284,-1 2 0,3-4 0,-2 5 0,2-1-5,1 1 0,0-3 0,0 5 0,1-2-315,2 2 0,-1-2 0,3 2 0,-1-1-195,1-3 0,-3-8 0,1 0 105,1 0 0,-2-6 0,3-2 0,-2-6-591,-1-7 1,3-2-1,-1-7 1,2-2 110,-1-3 0,1 3 0,2-3 0,1 2 228,3 2 0,-5 0 1,2 6-1,0-1 270,1 3 1,-3 3 0,4 0 175,-2 2 0,-3 11 0,-1 10 1,-1 6-39,1 5 0,-3 1 0,0 8 0,-1 0-315,-1 1 0,0-2 0,0-3 1,0-4-827,0-4 1,3-8 0,1-3 0,0-4-1191,3-2 2069,-3-8 0,7-3 0,-2-8 0</inkml:trace>
  <inkml:trace contextRef="#ctx0" brushRef="#br0" timeOffset="537">557 42 7924,'0'-13'1412,"-1"2"-718,-1 5 1,-3 2 0,-3 6 0,-1 4-17,1 5 0,0 5 0,-1 3 0,1 3 267,0 2 1,3 1 0,2 0 0,2 1-468,1 2 0,1-4 1,2 1-1,3 1-618,1 0 0,5-5 0,1 3 1,1-5 42,0-3 1,0-8-1,2-1 1,1-2-1759,0-3 1,-3-9 0,1-5 1854,0-5 0,2-4 0,-4-4 0</inkml:trace>
  <inkml:trace contextRef="#ctx0" brushRef="#br0" timeOffset="635">798 216 7868,'0'9'408,"0"-1"0,-2 0 0,-1 0 1012,1 1 0,-2-4-2474,2 1 1054,-5-4 0,6 1 0,-2-3 0</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42:26.604"/>
    </inkml:context>
    <inkml:brush xml:id="br0">
      <inkml:brushProperty name="width" value="0.06" units="cm"/>
      <inkml:brushProperty name="height" value="0.06" units="cm"/>
    </inkml:brush>
  </inkml:definitions>
  <inkml:trace contextRef="#ctx0" brushRef="#br0">662 0 7868,'0'8'499,"0"0"0,-1-2 1,-1 0 89,0-1 1,-1 0 0,3 4 0,0 1-165,0 3 0,-3 9 1,1 6-1,0 9 0,1 7-162,1 9 1,0 1-1,0 9 1,0 2-490,0 1 0,-2-4 0,-1 1-290,-2-8 1,3-4 0,-2-10 0,0-5-2759,2-2 3274,-2-4 0,0-17 0,-4-3 0</inkml:trace>
  <inkml:trace contextRef="#ctx0" brushRef="#br0" timeOffset="501">320 738 7729,'0'-5'295,"0"-1"0,-3 4 1816,1-3-1758,-1 3 1,3 0-1,1 5 1,1 5-133,3 7 0,5 7 1,0 6-1,0 5-51,1 5 1,1 3-1,2 5 1,0 3-142,-2-4 0,1-2 0,2-7 0,0-5-139,1-6 1,-4-10 0,0-5 0,0-7-12,0-5 0,0-9 1,4-6 82,-1-4 1,0-8 0,1-4 0,1-4-1,2-6-166,0-3 0,1 1 1,3-3-1,1 2-673,1 0 1,-3 10 0,2 5-1256,-2 5 2132,-2 12 0,-8 7 0,-1 7 0</inkml:trace>
  <inkml:trace contextRef="#ctx0" brushRef="#br0" timeOffset="1233">23 1498 6795,'-7'0'980,"-1"0"0,4 0 0,1 4-726,2 3 1,1 5-1,1 6 1,3 4-60,3 5 1,4 2 0,4 5-54,1 0 1,-1 1 0,1-4 0,2-3-1,1-4-378,0-4 1,1-10-1,-3-7 1,0-7-99,0-9 0,-1-8 0,-1-7 1,-3-5 48,-1-5 0,-6-2 0,1-4 186,-1 0 1,1 0 0,0 8 0,-1 5 0,1 7 191,1 7 0,1 10 0,-1 10 154,1 9 1,-1 6 0,1 7 0,0 1-121,-1 1 1,1 1 0,-1 1-1,-2 1-269,1 0 0,-1-5 0,2 1-444,1-4 1,-1-6 0,-2-1 0,1-5 585,-1-4 0,2-6 0,1-4 0</inkml:trace>
  <inkml:trace contextRef="#ctx0" brushRef="#br0" timeOffset="1583">631 1399 7782,'-7'-7'-108,"-1"2"0,0-1 0,1 4 497,-1 0 0,3 2 0,1 2 0,1 4 1,1 4 125,1 6 0,5 3 0,3 6 0,3 3-272,2 2 0,1 1 0,1 1 0,-1 1-47,0-1 1,-3-4-1,1-3-70,-2-1 0,-1-2 0,-5-1 1,-2-2-14,0-3 0,-4 0 1,-2-5-1,-3-1-477,-2-2 0,-2 1 0,-3-7 0,0 0 0,0-1-212,-1-1 1,4 0-1,0-1-819,1-2 1,2-1 1394,4-3 0,-2-1 0,3 0 0</inkml:trace>
  <inkml:trace contextRef="#ctx0" brushRef="#br0" timeOffset="1800">836 1619 7874,'11'-7'673,"-1"-1"1,2 0-370,-1 1 1,-2-1-1,-3 0 1,-2-1-1,-1-2-10,-1-1 1,-2 1 0,-3-4-1,-2-1-198,-1 0 1,-3 3 0,0 2 0,-1 2 36,0 2 1,1 4-1,1 2 1,-1 6-37,3 5 0,0 4 0,1 5 0,3 3-219,1 5 0,1 4 1,0 0-1,1 0-362,1-1 0,3-2 1,2-1-1,2-4-531,1-5 1,2-5 1014,3-3 0,0-5 0,0-2 0</inkml:trace>
  <inkml:trace contextRef="#ctx0" brushRef="#br0" timeOffset="2067">988 1490 7931,'0'8'347,"0"-1"1,0 1-1,1-1 1,1 1 391,1 0 0,0 0 0,-1 1-534,0 2 1,3 3 0,-2 1-1,-1 4 1,1 4-274,-1 3 0,1 2 0,-3 4 0,-1 1-95,-2 2 0,-1-6 0,-3-2 0,2-6 209,0-6 0,-1-7 0,0-10-191,1-7 0,1-8 0,4-10 92,0-4 0,4-3 1,4-1-1,4 0 1,3 0-275,3 1 1,2 3 0,5-2 0,1 3-98,1 3 0,-1 6 1,3-1-1,0 3-923,0 2 1347,-7 8 0,3-5 0,-5 6 0</inkml:trace>
  <inkml:trace contextRef="#ctx0" brushRef="#br0" timeOffset="2532">61 2204 7234,'5'1'-54,"0"2"390,1 2 0,4 5 0,0 4 0,-1 2 0,0 6-55,1 2 1,-1 3 0,0 4 0,-2 1-108,-2 1 0,-3-2 1,0-4-134,-1-1 0,-4-5 0,-2-5 1,-2-4-1,-1-3 128,1-2 0,-1-4 1,0-2-1,2-3-107,1-6 0,-2-1 0,3-6 0,-1-2-70,3-4 0,-2-1 0,2-5 0,0-1-103,1-2 1,4 4-1,1-4-182,3 3 0,-1 0 0,6 1 0,0 2 0,4 1-400,0 3 0,3 4 0,1 7 1,1 4 692,0 5 0,-3 7 0,-3 5 0</inkml:trace>
  <inkml:trace contextRef="#ctx0" brushRef="#br0" timeOffset="2783">380 2364 7792,'8'0'74,"0"0"1,-1 0 0,1-1 333,-1-1 0,4-3 0,0-5 0,0-4-46,-1-3 0,1-6 1,-2-4-1,-1-1-308,-1 1 0,-4 2 1,-2 1-1,-2 2 21,-4 5 0,-6 7 0,0 3 0,-2 3 126,0 5 1,1 4 0,-3 6 0,3 4-27,1 4 1,6 6 0,0 2-1,2 2 1,1 2 1,2-3 0,3 5-92,2-2 0,2 1 0,1-3 1,2-3-1,3-3-813,1-2 1,2-4 0,0-2 0,1-7-2258,0-5 2985,-6-5 0,7-9 0,-6-5 0</inkml:trace>
  <inkml:trace contextRef="#ctx0" brushRef="#br0" timeOffset="3033">593 2197 7777,'0'8'-99,"0"2"0,1 1 515,2 0 1,-2 0-1,4 4 1,1 2 28,1 5 0,1 0 0,2 5-266,0-1 1,3 2-1,-3-3 1,-1-1 0,-1-3 38,0-4 0,-3-4 0,0-4-76,1-3 0,-2-4 1,1-7-1,-2-6-83,-1-5 1,-2-4-1,0-6-60,0-2 0,0-3 1,0-1-1,0 1 1,0-1-229,0 1 0,1 3 1,1 3-1,1 2-384,2 1 0,-2 4 0,3-2-333,0 6 1,5 4-1,-3 4 946,3 1 0,2 3 0,2-1 0</inkml:trace>
  <inkml:trace contextRef="#ctx0" brushRef="#br0" timeOffset="3299">882 2303 7990,'0'8'615,"1"-1"1,1-2-348,3-3 0,2-2 0,1-3 1,0-5 42,2-4 1,-1-4-1,0-2 1,-2-3-127,-2 0 0,-3-1 1,0 1-1,-1 0-114,-1 4 0,-3 6 1,-2 5-1,-3 1 211,-2 4 1,1 1 0,-3 3-1,1 5-136,1 4 0,2 6 0,1 4 0,1 4-25,1 4 0,4-4 0,-2 4 1,2 0-509,1-1 0,4 1 0,3-3 0,3-3-1202,2-3 1,1-8 0,2-1 1588,0-5 0,4-4 0,0-3 0</inkml:trace>
  <inkml:trace contextRef="#ctx0" brushRef="#br0" timeOffset="3583">1080 2182 7833,'-7'-8'179,"1"4"0,-6 1 0,0 2 614,1 1 1,1 1 0,0 2 0,2 3-378,0 3 1,3 3-1,1 3 1,0 1 61,3 2 0,1-2 0,2 2 0,4-2-746,3-1 1,2-5 0,3-2 0,2-1-397,0-3 1,1-4 0,0-2 0,1-4-134,-2-3 1,0-6 0,-4-3 404,-2-2 0,-1 0 1,-2-3-1,-1 1 798,-1 2 0,-4 1 0,2 5 479,-2 1 1,-4 7 0,1 7 0,0 6-548,1 8 0,1 6 0,0 5 1,1 0-488,1 0 0,0-1 1,3-3-1,1-4-408,1-3 1,0-5-1,1-4-1722,0-5 1,-1-8 2278,1-9 0,-1-5 0,1-7 0</inkml:trace>
  <inkml:trace contextRef="#ctx0" brushRef="#br0" timeOffset="3715">1292 2037 7766,'5'1'2731,"-3"3"-1783,-1 3 0,2 5 0,-1 7 0,1 3-813,0 5 1,0 5 0,3 2-1,-1 4-595,-2 1 1,2-3 0,-2-5-1,-2-3 610,0-3-150,-1-6 0,-3 3 0,-2-7 0</inkml:trace>
  <inkml:trace contextRef="#ctx0" brushRef="#br0" timeOffset="4033">282 2721 7666,'0'-7'1565,"0"3"-1137,3 4 1,0 8-1,3 7 1,0 6-13,3 6 0,-2 2 1,3 6-1,0 3-343,0 1 1,-2 4-1,2 0 1,-2 0 137,-3-3 1,-1-9 0,-2 2 50,0-6 0,0-5-262,-4-7 0,-6-3 0,-4-5 0</inkml:trace>
  <inkml:trace contextRef="#ctx0" brushRef="#br0" timeOffset="4181">244 3010 7666,'2'-7'90,"1"-1"0,3 3 1,-1 1-1,5-1 674,2 1 0,4 0 0,1-2-559,0 1 0,4 1 0,0-2 0,0 2 0,-1-1-526,-2 1 1,-2-1-1,-1-2 1,-1-1 320,-1 0 0,-2 1 0,-3-1 0</inkml:trace>
  <inkml:trace contextRef="#ctx0" brushRef="#br0" timeOffset="4499">510 2714 9693,'0'8'420,"0"2"1,0 0-1,2 2-58,1 2 0,3 4 0,-1 3 0,1 2 0,3 4-158,1 3 1,-2-4 0,3 4 0,-3-1-357,0-2 1,-2-3 0,0-6-1,-1-1 131,-2-2 0,0-9 1,-1-1-324,0-6 0,1-8 1,-3-5-53,0-3 0,3-7 1,-1 1-1,1-3 1,-1-1 270,1 0 1,3 3-1,-1-1 1,1 3 281,2 2 1,0 7-1,-1 0 1,1 5 184,-1 3 1,1 2-1,0 6 1,-1 6-50,1 5 0,-1 3 0,0 4-285,-2 0 1,2 5-1,-3-5 1,1-1-1,0-1-1018,-2-2 1,2-1-1,-2-1 1,-1-3-1051,1-5 2060,-2-3 0,3 0 0,-4 0 0</inkml:trace>
  <inkml:trace contextRef="#ctx0" brushRef="#br0" timeOffset="4748">867 2911 7714,'8'0'52,"2"0"1,0 0 231,-1 0 1,2-4 0,-1-3 0,-1-3 44,0-2 0,-2 0 0,0-3 0,-2-2-121,-2 0 0,-2 1 1,-2-2-1,-3 3-101,-3 2 1,-2 2-1,-3 4 1,-2 2 23,0 3 0,2 5 0,2 5 0,1 5-11,2 7 1,3 1 0,2 7 0,4 0 398,3 2 1,4 0 0,2 0-1,2-2-284,3-3 1,3-5 0,6-6 0,3-5-910,2-3 0,0-8 0,1-4 0,-2-5-930,-1-3 0,-4-4 0,-6 1 1604,-2 0 0,-2 1 0,-7 1 0</inkml:trace>
  <inkml:trace contextRef="#ctx0" brushRef="#br0" timeOffset="5166">525 3405 7776,'0'-7'0,"-2"-1"0,-2 1 0,-5 2 372,-2 3 0,1 1 1,-5 1 113,-1 0 1,0 2 0,3 2 0,1 4-1,1 4-63,1 4 1,3 4 0,2 4 0,2 1-218,2 0 1,6-1 0,1 1-34,4 0 0,5 0 0,-2-4 0,1-2 0,0 0-226,1-2 0,-3-1 1,-1-2-1,-1 0-352,-4 2 0,-3-4 1,-1 4 371,-1-2 0,-4 4 0,-3-5 0,-3 0 0,-1 0-229,-2-2 0,-2-1 0,-2-1 1,-1-3 150,0-4 0,6-1 0,-4-1-1110,3 0 1,3-4 0,4-4 1220,2-3 0,6-4 0,1 0 0</inkml:trace>
  <inkml:trace contextRef="#ctx0" brushRef="#br0" timeOffset="5466">654 3588 7745,'8'-4'369,"-1"-2"0,1 2 0,0 0 48,2-2 0,-1-1 0,0 0 0,-2-2-36,-2-1 0,-2 1 0,1-4-197,-1 0 0,0-3 0,-3 0 1,-2 2-1,-2 1 96,-4 2 1,-2 2 0,0 2-5,-3 3 1,-1 1 0,-1 0 0,-1 2 0,1 3 56,0 3 0,0 5 0,1 3-170,4 1 0,-2 4 1,6 2-1,1 1 0,1 3-98,2 2 0,4 0 1,2 1-319,3-1 1,2 1 0,7-3-1,-1-3 1,1-2-1049,2-2 1,1-4 0,3-2 432,-2-2 0,2-1 0,-1-5 1,3-1-1237,1-2 2104,1 0 0,-7-3 0,0-1 0</inkml:trace>
  <inkml:trace contextRef="#ctx0" brushRef="#br0" timeOffset="5648">897 3489 8092,'-8'-5'0,"-1"1"301,-2 0 0,1 2 0,3 2 1,-1 1 308,0 1 1,3 3 0,1 5 0,1 3 3,1 1 0,1 2 0,2-1 0,2 1-594,2 2 1,4-2 0,2 4 0,1-2-437,1-1 1,2-1 0,0-1 0,0-2 252,0 0 0,0-5 1,-2 0-1,-1-5-2356,-1-2 0,-2-3 2519,-4-3 0,2-3 0,-3-7 0</inkml:trace>
  <inkml:trace contextRef="#ctx0" brushRef="#br0" timeOffset="5898">1004 3497 7745,'5'-5'-325,"0"-1"1,-3 6 0,3 0-1,-1 4 1503,0 3 0,-1 1 0,1 2 1,0 3-668,0 1 0,0 1 0,2 1 0,-1-1-415,-2 0 1,2 3-1,-2-1 1,1-1 94,-1-2 1,0-2-238,-3-2 1,-1-7-228,-2-3 1,0-7 0,-3-11 0,2-2-30,0-2 0,2-1 0,2 0 0,0 1 30,0 2 1,0-2 0,0 3 0,0 2-911,0 1 1,3 4-1,2 0 1182,2 4 0,1 4 0,-1 4 0</inkml:trace>
  <inkml:trace contextRef="#ctx0" brushRef="#br0" timeOffset="6182">1224 3603 7745,'8'7'277,"-1"-1"32,1-1 0,-1-4 1,2-1-1,0-6 14,1-3 0,4-3 0,-2-3 1,-1-1-264,0-2 0,-3 2 1,-1-4-1,-2 2-88,-3 1 0,-1 1 0,-2 4 1,-2 2 104,-5 1 0,-3 2 0,-4 2 0,-1 4 74,-2 2 0,4 4 1,-2 6-1,1 2 163,1 4 0,4 0 0,1 2 0,3 1-80,4-1 1,1 1-1,1 2 1,1-1-75,1 0 0,6-4 1,4 3-1,3-2-767,0-1 0,0-4 0,0-4 0,0-3-451,1-3 1,-1-9-1,-1-4 1,0-5 1057,-2-2 0,-6-3 0,1-3 0</inkml:trace>
  <inkml:trace contextRef="#ctx0" brushRef="#br0" timeOffset="6348">1376 3276 7745,'0'8'631,"1"0"1,1 2 504,0 3 0,5 5 0,0 3 1,4 4-677,3 6 1,0-2 0,3 4 0,0 2-718,1 0 0,-3-6 0,0 2 0,-4-5 114,-2-4 1,-5-7-1,-2 0 1,-5-4-3829,-5-4 3971,1-3 0,-11-4 0,2 0 0</inkml:trace>
  <inkml:trace contextRef="#ctx0" brushRef="#br0" timeOffset="6480">1422 3542 7723,'4'-3'0,"0"1"0,-1-3 1474,2-1 0,1-1 0,3 0-494,1-1 1,-1 1 0,1-1 0,-1 0-1583,1 1 0,1-1 1,3 1-1,-2 0 602,2 2 0,-3-2 0,0 3 0</inkml:trace>
  <inkml:trace contextRef="#ctx0" brushRef="#br0" timeOffset="6564">1710 3497 7674,'0'7'0,"0"1"0,1-1-178,2-2 0,-1 1 178,3-4 0,-4 4 0,3-2 0</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45:58.337"/>
    </inkml:context>
    <inkml:brush xml:id="br0">
      <inkml:brushProperty name="width" value="0.06" units="cm"/>
      <inkml:brushProperty name="height" value="0.06" units="cm"/>
    </inkml:brush>
  </inkml:definitions>
  <inkml:trace contextRef="#ctx0" brushRef="#br0">158 69 8023,'-10'-8'232,"1"1"1,-2 4-1,-1 2 423,-2 1 1,0 5 0,2 5 0,-2 7 34,-1 4 1,2 9-1,0 7 1,3 6-94,4 6 1,2 7 0,5 8 0,3 4-118,6 2 0,8-10 0,9-1-386,1-10 1,6 0 0,2-16 0,2-5 0,0-11-517,1-8 0,-4-11 0,6-12 1,-2-13-84,-1-10 0,-9-8 0,-1-6 0,-7-4 285,-5-3 0,-9 2 0,-4-2 0,-7 7 227,-6 3 1,-8 15-1,-8 1 1,-4 5 247,-3 6 0,-2 3 0,-2 4 0,2 1-22,2 1 1,6 6 0,-3-3-1084,6 4 0,4 2-454,4 3 0,7 0 0,10 0 1,8 0 117,6 0 1,5 0 1185,3 0 0,2-5 0,5 0 0</inkml:trace>
  <inkml:trace contextRef="#ctx0" brushRef="#br0" timeOffset="215">553 129 8338,'-14'8'0,"1"0"1774,1-1 1,1-4-1119,1 3 0,9-4 0,6-1 0,6-5-372,5-1 1,4-3 0,2-4-1,2-1-340,1 1 1,2 1 0,5 1 0,1-1-558,-1-2 0,-2 3 0,0-1 0,0 4-980,-1-1 1,-4 4-1,-3 0 1593,-4 3 0,-4 1 0,-4 0 0</inkml:trace>
  <inkml:trace contextRef="#ctx0" brushRef="#br0" timeOffset="382">819 138 8568,'-15'25'611,"4"-2"1,-2 5 0,2 4-248,2 2 1,2 0 0,1 4 0,2 3 437,2-1 0,1 5 0,1-1 0,1-1-1025,2-4 1,4-7 0,5-4 0,2-7-931,1-7 1,2-8 0,3-7 0,0-8-225,3-6 0,-2-12 1377,2-2 0,-6-7 0,-3 0 0</inkml:trace>
  <inkml:trace contextRef="#ctx0" brushRef="#br0" timeOffset="549">1026 99 8296,'-5'-5'1005,"4"1"1,-3 9-1,1 5-442,-1 5 1,1 8 0,3 4 0,0 7 164,0 9 0,0 1 0,1 10 0,2 5-895,4 0 0,-2-6 0,1-3 0,-1-4-624,1-6 0,-1-9 0,3-5 0,-3-6-593,0-8 0,1-9 1,-2-3 1383,-2-5 0,3-13 0,1-3 0</inkml:trace>
  <inkml:trace contextRef="#ctx0" brushRef="#br0" timeOffset="782">1036 247 7924,'1'-38'175,"2"1"0,-1 8 0,5-2 0,0 6 174,2 5 1,1 7 0,1 0 0,1 3 308,1 4 1,4 1-1,-4 6 1,0 3-54,1 2 0,-3 7 0,1 4 1,-3 2-179,-3 4 0,-3 3 1,0 4-1,-3 3-182,-3 3 1,-3-4 0,-4-1 0,-1-2-568,-2-1 1,1-2-1,-3-1 1,-1-4-737,1-4 0,3-8 0,-1 0-225,2-4 1,2-2-1,3-8 1283,2-5 0,3-4 0,1-6 0</inkml:trace>
  <inkml:trace contextRef="#ctx0" brushRef="#br0" timeOffset="1000">1341 267 7893,'-11'9'243,"-2"0"0,-2-1 1508,-1-2 0,5-3-1042,5 0 0,4-3 0,1-2 0,5-4-375,6-2 1,7 0 0,2-5-1,3 2-24,0 1 0,3-3 0,-1 0 0,0 1-84,-1 1 0,-4 2 0,4 1 1,-2 2-1273,-2-2 0,0 2 0,-3 1 1046,-3 1 0,3 0 0,-1 4 0</inkml:trace>
  <inkml:trace contextRef="#ctx0" brushRef="#br0" timeOffset="1216">1509 69 8021,'-6'-6'1541,"3"-1"-1124,2 0 1,2-2 0,1-1-1,3 1-200,0 3 0,5-2 0,3 5 1,-1 1-7,-1 0 1,0 4 0,0 2 0,0 6 60,-2 5 1,-3 6 0,1 4-462,-4 5 0,-2 9 1,-2 2-1,-2 2 0,-4 5-337,-2 0 1,-4 1 0,0-2 525,1-4 0,1 4 0,1-7 0</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46:05.936"/>
    </inkml:context>
    <inkml:brush xml:id="br0">
      <inkml:brushProperty name="width" value="0.06" units="cm"/>
      <inkml:brushProperty name="height" value="0.06" units="cm"/>
    </inkml:brush>
  </inkml:definitions>
  <inkml:trace contextRef="#ctx0" brushRef="#br0">99 236 7865,'-1'-10'-61,"-2"0"130,0 1 1,-1-1 0,2 0 0,-2-1 0,2-1 273,1-1 1,0 0-1,-1 3 1,-2 0 1087,2 0-1145,1 4 1,4 8-1,2 7 1,-1 8-55,1 5 0,1 5 1,-2 7-1,2 4-38,2 3 1,-4-6 0,0 4-119,1 0 1,-4-1 0,2 3 0,-1-2 0,1-1-175,0-3 1,0-5 0,-3 1 141,0-7 1,-4-3 0,-3-12 0,-2-3-267,0-4 0,-1-10 0,0-4 0,-1-5-31,-2-7 0,2-5 0,-2-4 1,1-4 233,-2-4 0,8-1 0,-1-3 0,5 0 7,2 0 1,1 3 0,2-1 0,5 2 168,4 3 0,7 11 0,5-5-87,1 6 1,-1 5-1,1 8 1,-4 6-65,-2 5 0,1 7 0,-7 5 0,-2 5 113,-4 4 1,-2 5-1,-5 4 1,0 2-63,0 3 0,0 0 0,0-3 0,-1-2 0,-2-2 118,0-3 0,-3-2 1,2-2-160,2-3 1,3 3 0,5-4 0,5-1-126,3-4 1,3 0 0,5-3 0,2 1 13,2 2 1,-5-3-1,2-1 1,-2 3 172,-1 3 1,-5 4 0,-2 3 165,-2 1 1,-5 3 0,-4 1 0,-5 0 35,-7 0 0,-4-1 0,-6-3 0,-1-1 0,-1-3-365,-1-3 1,-1-5 0,1-3 0,-2 0-692,0-3 0,1-5 0,6-4 171,5-2 1,0-4-1,7-1 1,1-1-1403,2-3 1,4-1 2006,5 0 0,1-5 0,7-2 0</inkml:trace>
  <inkml:trace contextRef="#ctx0" brushRef="#br0" timeOffset="230">523 453 7872,'25'-10'69,"-2"0"0,-2-4 0,-3-1 0,0-2 453,-2 1 1,-4 3 0,0-3 0,-4 1-21,-5 0 1,-2 3 0,-2-2 0,-3 4-103,-6 0 0,-1 3 1,-5 2-1,-2 0-62,-1 3 0,-1 2 1,-1 4-1,0 6 29,2 6 1,5 8 0,-1 5 0,2 7 10,4 6 1,3 0 0,6 3 0,1-2-434,3-1 0,6-3 1,7-4-1,5-4-851,4-3 0,4-14 1,3-2-1,3-7-388,2-6 1,3-5 0,-1-10 0,1-5 473,-3-3 0,-6 1 0,-2-2 820,-6 1 0,1-8 0,0 2 0</inkml:trace>
  <inkml:trace contextRef="#ctx0" brushRef="#br0" timeOffset="1098">1065 236 7865,'0'10'748,"0"-2"0,0 0 0,0 4-176,0 3 1,0 2-1,0 5 1,1 2-319,2 1 0,-1 3 0,5 5 0,-1 3-24,0 2 1,-1-2-1,-2-2 1,0-1 11,-1-1 0,-1-8 0,-2 1 1,-1-6-47,-1-6 1,-5-8 0,1-5-168,-1-5 1,1-9 0,2-6 0,0-6 37,3-6 0,1-3 0,1-5 0,0 1-81,0 0 1,4-1 0,3 2 0,2 2-515,0 3 0,2 9 0,1 3-322,2 2 1,2 3 0,-2 6 0,2 1 0,1 3-102,2 2 1,-3 11-1,-1 4 1,1 3 950,-1 4 0,-3-2 0,1 3 0,-1 1 0,2 1 0,-4 0 0,4-2 0,-2-2 88,1 0 1,-2-5 0,2 1 0,-2-2 705,-1-1 1,0-5-221,-1-2 0,5-1 0,-1-4 1,-1-1-1,-1-5 135,-1-4 0,-1-1 0,0-5-574,-2-3 1,0-4 0,-3 1 0,-2-1 0,-2 0 1,-3 0 0,-3 0 1,-5 0-1,-2 5 168,-3 6 0,0 7 0,0 4 0,-2 3 12,0 3 0,1 7 0,2 6 0,1 5-74,2 6 0,4 0 0,3 8 0,0 1-97,3 2 1,1-4-1,2 6 1,3-2-570,6 1 0,1-7 0,6-2 0,0-4-619,2-5 0,4-7 0,0-2 0,0-5 87,1-7 1,-2-9 0,2-8 406,-3-5 1,3-7 0,-7-6 0,-1-1 0,-2-3 547,-2-2 0,-7 6 0,4-3 0,-3 3 0,-3 3 0,-3 5 0,0 1-289,0 2 0,-1 7 0,-3 6 1,-2 5 850,-3 5 1,-1 3 0,2 9 0,0 2 1263,1 4 0,5 3 1,-1 3-1423,2 3 0,2 2 0,2 2 0,4-2 1,1 0-335,2-2 1,1-7 0,2-1 0,4-2-26,1-4 0,2-6 0,0-4 1,-1-5-732,-3-7 1,1-5 0,-4-8-1,-4-4 64,-1-5 1,-6-2-1,2-2 633,-3 3 0,-1 3 0,0 4 1,0 4 635,0 5 0,-1 3 1,-2 10 8,0 7 1,0 7 0,4 11 0,2 2-509,4 3 0,1 1 0,2 1-493,0 3 0,0 1 0,0-3 1,1-2-1,1-2-791,1-6 1,1-6 0,-2-1 0,3-4 111,0-5 0,-2-10 1,3-6-1,1-5 1024,-2-2 0,4-4 0,-4-5 0,5-6 0</inkml:trace>
  <inkml:trace contextRef="#ctx0" brushRef="#br0" timeOffset="1313">2129 49 8411,'-6'-3'0,"-1"-2"668,0 0 0,1 2 0,1 1 1,-1 6 49,1 5 1,-1 6-1,0 5 1,2 3-83,3 4 0,1 1 0,0 1 0,1-1-54,3 2 1,0-6 0,4 4 0,-2-1-505,2-2 1,1-3 0,0 1 0,0-2-526,-2-2 0,-3 1 0,-4 0 1,0-1-556,0 1 0,-4-3 0,-3-2 0,-3-1 196,-3-2 1,2-5-1,-2-4 1,2-2-47,1-1 0,4-4 0,0-3 0,2-3 852,2-3 0,1-7 0,1-5 0</inkml:trace>
  <inkml:trace contextRef="#ctx0" brushRef="#br0" timeOffset="1831">2198 364 7838,'15'-10'0,"1"1"197,3-1 1,-1 0 0,0 0 0,-2-1 434,2-2 1,-3 1-1,0-4 1,-1 1-187,-6 0 1,-2 2 0,-6-4 0,-1-1-310,-3-4 1,-1 4 0,-6-2-1,-1 3 113,-1 2 0,-1 5 0,1 6 1,0 6 253,1 4 0,5 6 0,0 12 1,0 6-49,2 5 1,1 4 0,4 3 0,0 1-286,0-2 1,0-3 0,1-3 0,2-1-796,4-3 1,2-1 0,3-6 0,3-8-181,0-8 1,1-7 0,4-5 0,0-7-356,0-8 0,-4-9 0,-1-8 0,1-4 587,-1-3 1,-3-1 0,1-4-1,-3 4 524,-3 1 0,0 3 1,-3-3-1,-2 2 576,-1 6 1,-1 11 326,0 4 0,-3 14 167,-1 6 1,1 7 0,3 12 0,0 1 0,0 4-1,0 3 1,0-1 0,1 1-763,2 0 0,0 0 0,2 1 0,1-4-170,-1-3 0,-2 3 0,3-8 0,-2-2 0,-2-1-205,-1-4 1,-2 1 0,-2 0 0,-5 0-478,-4 0 0,-3 1 0,-5 1 0,1 1 387,-1-1 0,0-1 0,0-1 352,1 0 1,3 3 0,3 0 0,3-1-1,4 0 198,3 1 1,1-1 0,4 4 0,1-2-295,3-2 1,4-1 0,3-2 0,4-2-920,1 0 1,3-6-1,1-1 68,1-6 0,5-8 0,-3-6 0,0-5 1,-1-4-396,0-4 1,-6-1 0,0-2 1194,-2 3 0,1 2 0,-2 2 0</inkml:trace>
  <inkml:trace contextRef="#ctx0" brushRef="#br0" timeOffset="1991">2662 364 8486,'9'14'1291,"-3"-3"0,-2 3 0,0-3-307,-1-2 0,1 1 1,-2 0-577,2 0 1,0-1 0,-2-2 169,2 0-578,-1-5 0,-3-6 0,0-7 0</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46:03.104"/>
    </inkml:context>
    <inkml:brush xml:id="br0">
      <inkml:brushProperty name="width" value="0.06" units="cm"/>
      <inkml:brushProperty name="height" value="0.06" units="cm"/>
    </inkml:brush>
  </inkml:definitions>
  <inkml:trace contextRef="#ctx0" brushRef="#br0">294 118 7878,'-10'-10'178,"0"1"1,1-5 0,1 1 0,-1 1-1,-3 2 468,-2 4 0,-3 1 1,-2 5-1,-2 2-130,-2 1 1,2 7 0,-2 7-160,2 5 1,2 7 0,3 7 0,3 3 0,2 8-165,1 6 0,5-2 0,2 8 0,7 0-882,6-3 1,2-8 0,6 3 281,3-5 0,4-6 0,0-10 0,2-8 0,2-7-1577,2-6 1984,-3-3 0,6-6 0,-4 0 0</inkml:trace>
  <inkml:trace contextRef="#ctx0" brushRef="#br0" timeOffset="297">353 710 8035,'-9'5'241,"5"3"1,-8-5 278,0-1 0,3 0 0,4-4 0,0-2-117,3-6 0,1-6 0,2-9 0,3-7-273,6-5 1,1-3-1,6-8 1,0-4-68,2-1 1,1 3 0,-1-1-1,1 1-7,0 3 1,-4 6 0,-1 10 0,1 7 44,-1 8 0,-3 8 1,0 6-1,-4 4 107,-5 5 0,2 7 1,-1 6-1,0 6-161,1 6 0,-2 1 1,-2 5-1,1 5-257,2 4 0,-1-3 1,-3 3-248,0-6 1,0 3-1,0-6 1,0 1 0,0 0-526,0-2 1,0-7 0,-1-3-1,-4-4 982,-5-4 0,-8-6 0,-7 1 0</inkml:trace>
  <inkml:trace contextRef="#ctx0" brushRef="#br0" timeOffset="446">491 493 8715,'3'-10'272,"1"0"1,3 0 0,0 0 0,2 1-208,1-1 0,3-1 1,1 0-1,1-1-183,3 0 0,0 2 1,2-7-1,0 0-416,0-2 0,-1 3 1,1 1-1,0 0-883,-1 3 1417,-3-3 0,2 0 0,-2-5 0</inkml:trace>
  <inkml:trace contextRef="#ctx0" brushRef="#br0" timeOffset="613">836 99 8095,'-4'9'441,"2"1"0,-4 1 0,1 2 331,-1 4 1,3 6 0,-3 4 0,2 7-301,2 9 0,0 0 0,-1 8 1,0 1-404,1-2 0,0-4 0,0-4 0,-2-6-663,2-7 1,1-5-315,1-7 0,4-8 0,2-11 0,0-6-2621,1-8 3529,-5-7 0,7-6 0,-4-6 0</inkml:trace>
  <inkml:trace contextRef="#ctx0" brushRef="#br0" timeOffset="1332">866 197 8007,'0'24'1377,"0"5"0,0 6-469,0 8 0,1 5 1,2 3-1,4 2-695,1-2 0,2-5 1,0-5-1,0-7-228,0-8 1,1-13 0,1-6-182,1-5 0,3-4 0,-2-5 0,-2-7 0,0-8-184,1-8 0,-2-5 0,1-6 1,-3-3 85,-3-1 0,-3-1 1,3-2-1,-2 1-7,-2 1 0,1 7 0,-1 1 0,1 4-324,-1 6 1,-1 6 0,-1 6 35,0 2 1,1 5 0,3 6 588,2 2 0,0 4 0,0 1 0,2-2 0,1-1 0,1-1 0,0 0 0,-1 0 0,1-3 0,-1-2-31,-2 0 1,1 3 884,-1-2 1,-2 8 0,1 3-59,-2 5 0,0 5 1,-4 6-1,0 3 0,0 5-180,0 5 1,0 1-1,0 8 1,0 0-321,0 0 1,3 1 0,1 2-1,2-2-449,1-3 0,2-7 0,1-4-756,0-5 0,0-5 0,0-9 1,-2-7-139,-1-8 1,2-9 0,-4-8 0,1-8 533,-3-4 1,-2-2 0,-1-6 0,0-2 512,0-3 0,0 1 0,0 0-88,0 2 1,-3 0-1,-2 9 1,0 2 752,-3 6 1,3 0 0,-1 10 623,2 3 1,1 7-1,3 4-640,0 6 1,1 7-1,2 5-442,3 3 1,8 9-1,1 7 1,1 5-56,1 4 1,-2 1-1,4 1 1,-2-2-1,2 0-224,-2-2 1,1-12-1,1-3 1,-2-9-134,0-11 1,-5-8 0,1-8 124,-2-6 0,-3-9 1,-1-5-1,-4-5 0,-2-5 59,-1-5 1,-1 1 0,-1-4 0,-2 0-37,-2 0 1,3 5-1,-2-1-193,0-1 0,2 0 0,3 4 0,0 8 60,0 3 0,1 2 0,2 5 0,4 6 0,2 5-802,0 6 0,2 2 0,1 2 0,3 1 451,0 2 1,-3 3-1,1-1 1,-2 0 540,-1 1 0,0-5 0,4 7 0,1-4 0</inkml:trace>
  <inkml:trace contextRef="#ctx0" brushRef="#br0" timeOffset="1563">1723 59 7949,'-1'-5'822,"-2"1"1,1 3 0,-5 1 262,-1 0 1,0 1-1,-2 4 1,0 6-316,0 7 0,0 8 1,2 6-1,1 6-258,4 3 0,2 5 0,2 4 0,3-3-255,6-6 0,4-10 0,6-5 1,0-6-635,-1-8 1,2-13-1,0-8 1,0-12-422,-3-10 1,-1-9-1,-2-4 1,-4-3 203,-3 0 0,-6 4 0,1 2 0,-2 2 305,-1 3 0,-1 12 1,-2 3-1,-5 8-107,-4 8 1,1 3 0,-2 2 0,2 0-533,1 0 1,4 1 0,0 2-1177,2 4 2104,1 1 0,-2 2 0,0 0 0</inkml:trace>
  <inkml:trace contextRef="#ctx0" brushRef="#br0" timeOffset="1814">1861 39 7949,'10'0'559,"0"0"0,0 0 0,0 0 0,1 0 72,2 0 1,-4-3-1,3 0 1,0 1-116,-1 1 1,0-3 0,-2 1 0,1 1-1130,0 1 1,0 0 0,0-2-1624,0 0 0,-4 0 1083,1 3 1,-6 0 1045,-1 0 1,-4 0 0,-5 1 728,2 2 1,-2 4 0,4 6 0,-2 5 901,1 3 0,0 9 1,-1 6-1,1 5-1064,2 5 1,1 0 0,3 6 0,0 0-1002,0 0 0,1-9 1,2-2-1,4-10-886,1-9 1427,2-5 0,0-8 0,0 1 0</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46:01.519"/>
    </inkml:context>
    <inkml:brush xml:id="br0">
      <inkml:brushProperty name="width" value="0.06" units="cm"/>
      <inkml:brushProperty name="height" value="0.06" units="cm"/>
    </inkml:brush>
  </inkml:definitions>
  <inkml:trace contextRef="#ctx0" brushRef="#br0">0 48 7879,'5'-10'0,"0"1"0,-1-1 0,-3 3 0,4 2 643,-1 0 1,-3 3 0,2 5 192,-1 4 1,1 7 0,1 7 0,1 6-384,-1 5 0,3 10 0,-3 1 1,0 4-1,1 3-438,-3 3 0,-1-3 0,-1 0 0,0-4-289,0-3 0,3-9 0,1 1 0,-2-6-1035,-1-6 1,-1-7-1,1-4 1309,2-4 0,-2-8 0,4-6 0</inkml:trace>
  <inkml:trace contextRef="#ctx0" brushRef="#br0" timeOffset="334">306 48 9999,'-4'-4'859,"1"4"0,0 5-595,-2 4 0,3 5 0,-4 4-19,-2 4 0,-1 3 0,-2 6 1,-1 0-1,-2 3 262,-1 1 0,5-3 0,-1 0 0,1-5-60,2-4 1,4-5 0,-2-3-437,2-1 1,2-5-1,5-5 1,4-3-137,1-1 0,6 0 0,0-1 0,1-3-758,3-2 0,-3 0 0,1 0 0,2-1-321,1 2 1,0-4 0,1 3 0,0 0 1203,-1-1 0,-3 1 0,-2-4 0</inkml:trace>
  <inkml:trace contextRef="#ctx0" brushRef="#br0" timeOffset="599">513 334 7916,'9'0'1033,"1"0"0,0 0 0,0 0-567,0 0 1,0-5 0,0-5-1,-1-5-322,1-4 1,0-5-1,-1-2 1,-2-4-112,-4-3 1,-2 6 0,-3-2 0,-4 5 159,-4 6 0,-6 3 0,0 9 0,-3 4 49,-1 4 0,4 4 0,0 9 0,2 4-51,2 6 1,1 5-1,2 2 1,3 3 44,3 3 1,1-4-1,4 3 1,1-3-533,3-2 1,8-7-1,2 3 1,3-5-665,0-5 1,1-7 0,1 0 0,1-2-71,1-5 0,0-6 1,-5-6-1,0-4 1030,-2-4 0,1-7 0,2-2 0</inkml:trace>
  <inkml:trace contextRef="#ctx0" brushRef="#br0" timeOffset="765">710 206 7916,'-4'7'1903,"0"-2"-889,-1-1 0,2 4-532,0-1 0,2-2 0,2 1 1,4-2-440,4-2 1,2-1 0,6-1 0,0 0-589,2 0 0,-2 0 0,1 0 0,2 0-428,0 0 1,-1 0 0,3 0 0,-3-1 972,-3-2 0,0-3 0,4-3 0</inkml:trace>
  <inkml:trace contextRef="#ctx0" brushRef="#br0" timeOffset="932">1015 29 7916,'-10'9'890,"1"1"0,-1 0 0,0 1-150,0 2 1,3 3 0,1 6 0,-2 4-108,-1 7 1,3 7-1,0 7 1,2 8-498,2 4 1,1 0 0,1 4 0,0-5-262,0-7 1,4-11 0,4-5-1810,4-7 1,-1-12 1933,2-10 0,2-12 0,1-5 0</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47:15.746"/>
    </inkml:context>
    <inkml:brush xml:id="br0">
      <inkml:brushProperty name="width" value="0.06" units="cm"/>
      <inkml:brushProperty name="height" value="0.06" units="cm"/>
    </inkml:brush>
  </inkml:definitions>
  <inkml:trace contextRef="#ctx0" brushRef="#br0">30 96 8723,'-10'0'722,"5"8"1,1 4 0,2 6-252,-1 7 0,2 8 0,-3 9 0,3 7-77,1 7 0,3 2 0,2 0 1,1 1-155,1 0 1,-1-5 0,0-4 0,-1-6-534,1-7 0,-1-13 0,2 0 0,-3-2-4942,-3-4 5235,-1-10 0,-5-3 0,0-11 0</inkml:trace>
  <inkml:trace contextRef="#ctx0" brushRef="#br0" timeOffset="147">20 570 7981,'0'-10'376,"1"4"1,2-1-1,1-1-19,2-1 0,-2 2 1,5 1-1,4-2-119,1-1 1,4-1 0,5 0 0,1-1-773,2 1 1,-2 0 0,3 0 0,0-1-400,-2-3 933,0 3 0,0-8 0,1 3 0</inkml:trace>
  <inkml:trace contextRef="#ctx0" brushRef="#br0" timeOffset="348">414 75 7841,'0'15'595,"-3"-3"1,-2 5-1,1 2-67,-1 4 1,2-1-1,3 5 1,0 2-38,0 4 0,0 4 0,0 7 0,1 3-399,3 2 0,-2 2 0,3-2 0,0-1-283,-3 0 0,3-10 1,-1-1-1,1-6-695,-1-4 1,4-11 0,-1-9 885,2-5 0,1-7 0,0 0 0</inkml:trace>
  <inkml:trace contextRef="#ctx0" brushRef="#br0" timeOffset="665">647 267 8142,'-12'0'0,"0"0"583,-1 0 0,-2 2 0,3 1 0,-2 4 15,2 2 1,1 3-1,2 4 1,2 5-303,4 4 1,1 3 0,2 4 0,3 2-158,3-1 0,2-2 0,8-2 0,1-2-429,2-3 1,-5-9 0,7-5-1,-1-5-136,2-4 0,-4-8 0,1-5 1,-2-8 5,-1-5 0,-4-7 0,1-8 0,-4-2 91,-3-1 0,-3 3 0,0 3 0,-1 4 844,2 5 1,-4 9 0,1 10-6,-4 8 1,-3 10 0,2 9-1,1 5-430,-2 8 1,4 2-1,-2 5 33,2-1 1,1-5 0,0-1 0,1-4 0,2-2-885,4-3 1,2-5-1,1-4 771,0-6 0,0-2 0,0-5 0</inkml:trace>
  <inkml:trace contextRef="#ctx0" brushRef="#br0" timeOffset="881">909 237 8113,'-6'-3'1003,"-1"-1"0,5 2-583,-2 5 0,4 4 0,4 7 0,3 3-196,6 2 1,-1 5 0,4 3-1,0 4-59,-1 2 1,2 0-1,3 2 1,-1-2-89,-2 0 1,-2-7 0,-6 4 0,-2-1 19,-4 0 0,-3-5 0,-3-3 0,-5-1-339,-5-2 1,1-4-1,-4-2 1,1-4 32,-1-5 0,2-3 0,-1-3 0,0-6-2714,3-7 2923,5 0 0,-2-18 0,3 2 0</inkml:trace>
  <inkml:trace contextRef="#ctx0" brushRef="#br0" timeOffset="1215">1101 156 8015,'6'5'2048,"-3"2"-1253,-2 1 0,3 7 0,0 2 1,1 4-353,-1 6 0,4 2 0,-2 12 0,0 4-262,1 3 1,-1-1 0,2-1 0,-3-1-105,0-2 1,1-3 0,-1-4 0,-1-7-165,1-7 0,-1-8-439,0-7 0,0-8 0,4-10 0,-2-9 0,-1-7 77,1-5 0,1-5 1,3-6-1,0-2-36,0-1 0,0 7 0,0 1 1,1 4 388,3 5 0,-3 13 0,3 5 0,-3 8 46,-1 7 1,0 13-1,-1 8 1,-1 6 662,-1 6 1,-5 0 0,1 1 0,-2 1-658,-1-5 1,1-1-1,2-5-1898,0-4 1942,0-1 0,-3-21 0,0 2 0</inkml:trace>
  <inkml:trace contextRef="#ctx0" brushRef="#br0" timeOffset="1397">1475 338 7736,'0'10'3340,"1"-1"-2659,3-2 1,2-3 0,7-4 0,1-1-686,2-2 0,1-3 0,3-4 0,0 0-447,0 0 1,-3 0-1,-1 1 1,0 1 450,-1 1 0,-2-4 0,1-5 0</inkml:trace>
  <inkml:trace contextRef="#ctx0" brushRef="#br0" timeOffset="1599">1596 176 9841,'7'0'503,"0"0"0,1 2-221,1 1 0,4-1 1,1 5-1,-2 2 14,-1 3 0,-1 5 0,0 7 0,-1 5-39,-2 7 1,-3 2-1,-5 8 1,-2-1-660,-4-2 1,-2-3 0,-1-4 0,0-5-928,0-3 1329,0-10 0,-5-3 0,0-11 0</inkml:trace>
  <inkml:trace contextRef="#ctx0" brushRef="#br0" timeOffset="2166">2101 146 7771,'2'-10'0,"0"-1"13,1-3 1,2 3-1,-3-3 1,1 0 381,-1 1 1,0-2-1,-4 3 297,-1-2 0,-3 2 0,-5 6-92,-2 6 0,5 10 0,-2 11-325,1 4 1,1 9 0,1 4 0,4 4 0,2 3 62,1 1 0,0-3 1,1 2-1,2-2-327,4-4 0,2-8 1,1-2-1,0-3-447,0-4 0,-3-5-219,0-4 0,-5-5 0,0-2 95,-4-2 0,-5 0 0,-5-4 0,-2 0-656,2 0 1,0-4-1,-1 0 1216,0-2 0,-1-5 0,4-5 0</inkml:trace>
  <inkml:trace contextRef="#ctx0" brushRef="#br0" timeOffset="2415">2223 419 7771,'24'-5'81,"-5"0"1,4-5 0,-1-1 403,0-3 0,-4 1 0,-3-5 1,0-3-67,-3 0 0,-4 1 1,-2-6-1,-2 0-263,-2 0 1,-6 6-1,-5-2 1,-5 0 58,-1 4 0,1 6 1,-3 7-1,0 1 99,-3 5 0,5 5 1,0 7-1,2 5-115,-1 5 1,4 3 0,3 5 0,1 2-182,0 0 1,2 5 0,4-3-1,0 0-614,0-1 0,5-6 1,4 2-1,6-5 162,4-4 1,0-10 0,8-4 0,0-6 433,-1-4 0,3-12 0,-3-6 0</inkml:trace>
  <inkml:trace contextRef="#ctx0" brushRef="#br0" timeOffset="2649">2505 197 7817,'-4'10'331,"2"1"1,-4 1 0,2 3 191,1 1 1,2-2 0,1 5 0,0 3 50,0-1 0,0 5 0,1 0 0,2 2-392,0 2 0,4-5 0,-4 4 0,0-3-112,2-4 0,-4-5 0,2-4 116,-1-1 1,-2-9-1,0-5-331,0-7 1,0-12-1,0-4 1,0-7 67,0-5 0,3-6 0,1-3 0,2 0-228,2 2 0,1 1 0,0 3 1,0 0 46,1 4 1,-2 7 0,5-1-1,-1 5-599,-2 4 1,0 10-1,0 4 857,0 5 0,0 6 0,0 2 0</inkml:trace>
  <inkml:trace contextRef="#ctx0" brushRef="#br0" timeOffset="2881">2708 187 7817,'-2'13'263,"-1"1"1,1 0 0,-4 0 0,1 2 624,-1 4 1,4 0 0,-2 0-1,3 1-495,1 3 0,1-3 1,3 2-1,2-4-289,3-2 0,5-10 0,-1 0 0,1-5-313,0-2 0,1-7 0,2-6 1,-3-4-313,1-4 0,-3-7 1,4-1-1,-1-4-239,-3 1 1,-1 0 0,-2 3 0,-1 2 21,-1 4 0,-5 1 0,1 3 738,-1 2 0,-7 3 0,-1 4 0</inkml:trace>
  <inkml:trace contextRef="#ctx0" brushRef="#br0" timeOffset="3131">2889 257 7817,'10'23'517,"1"-3"0,-1-2-48,0-2 1,1-2 0,2-5 0,4-2-73,2-4 0,-1-3 1,0-3-1,1-5-248,-1-4 0,-4-4 0,-1-5 0,-1-2-241,-2 0 1,-5-5-1,-1 2 1,-3-1 8,-1 0 0,-5 1 0,-1 0 0,-3 5 181,-2 3 1,1 10-1,0 3 1,0 7 5,0 8 0,1 7 0,1 9 0,3 6 29,0 6 0,2 0 0,3 6 0,0-2-419,0-2 0,3-2 0,3-1 1,2-2-610,3-7 1,2-9-1,0-6 1,0-8 24,-1-8 1,3-8 0,-2-13 869,0-3 0,3-11 0,-1-4 0</inkml:trace>
  <inkml:trace contextRef="#ctx0" brushRef="#br0" timeOffset="3348">3192 187 8117,'-5'1'2184,"1"2"-1674,3 4 1,1 3-1,0 3 1,0 5 246,0 5 0,0 3 1,0 4-1,1 1-653,3 3 0,-3-1 0,2 4 0,-2 0-44,-1-1 0,0-6 0,-1-8 0,-1-4-194,-1-4 0,-2-9 0,3-5-110,-1-5 1,-1-13 0,4-6 0,1-5 219,3-5 1,2 2 0,8-3 0,3 1-256,2 2 1,2 6 0,2-3-1,1 3-575,2 4 1,-2 4 0,2 2 0,-1 1-617,1 3 1,-7 4 1469,1 1 0,-11 5 0,0-2 0</inkml:trace>
  <inkml:trace contextRef="#ctx0" brushRef="#br0" timeOffset="3999">212 1096 7807,'-10'-19'88,"0"1"0,0 2 467,0 1 0,3 6 0,0 6-74,-1 2 1,4 3-1,1 4 1,1 6 186,2 6 1,4 6 0,0 9-374,2 4 1,4 5 0,4 2 0,-2 0 0,-1 2-98,-1-3 1,1 0-1,1-5 1,-1-3-258,-2-5 1,-6-11-1,2-3-118,-1-7 0,-4-1 0,0-6 0,-7-3 0,-5-6-360,-5-5 1,-2 0 0,-1-4 0,0 1 237,0 3 1,3 2-1,1 2 1,1 2 131,3 2 1,1 2 0,2 5-1,2 4 19,4 2 0,2-3 0,2 1 1,2 1-291,4 1 1,2 1-1,2-1 1,4-1-273,5-1 0,1-5 0,5 1 710,-1-2 0,7-5 0,0-2 0</inkml:trace>
  <inkml:trace contextRef="#ctx0" brushRef="#br0" timeOffset="4214">404 1389 9360,'-5'5'0,"0"6"729,1 4 1,2 9 0,-1 4 0,3 3-315,3 3 1,4 0 0,7-5 0,2-2-90,4-4 0,0-6 0,0-4 0,1-7-758,3-6 1,-3-10-1,3-10 1,-4-7 67,-3-6 1,-4 1 0,-6-4-1,-4 0 78,-1 0 1,-4 4 0,-1-1 0,-5 5 56,-4 4 0,-4 8 1,-4 2-1,0 4 271,-1 3 1,5 3 0,0 4-1,1 1-462,3 2 0,4 3 0,3 4 0,0 0-1480,3 0 1900,5 0 0,3 5 0,4 1 0</inkml:trace>
  <inkml:trace contextRef="#ctx0" brushRef="#br0" timeOffset="4531">697 1308 6725,'7'-3'-478,"0"-1"0,-5 2 1843,1 5 1,2 4 0,-2 7 0,0 2-532,2 3 1,-4 7 0,4 3 0,-2 6-598,0 5 0,5-6 0,-2 6 1,0-3-99,1-1 1,-5-7 0,2-1-1,-2-5-913,1-3 371,-1-11 0,2-9 0,-4-15 0,0-6 90,0-6 0,3-8 1,1-4-1,-1-5-103,2-2 0,0 2 0,5-1 0,2 2 195,1 4 1,-1 10 0,5 2 0,1 6 426,1 4 1,-2 7 0,0 8 0,0 5-175,-1 7 0,-2 9 0,-4 7 0,0 2 148,0 2 1,-4-1 0,-3 7 0,0 0-569,0 0 0,-2-8 1,2-1-1862,-1-4 2249,-2-8 0,-5-5 0,0-5 0</inkml:trace>
  <inkml:trace contextRef="#ctx0" brushRef="#br0" timeOffset="4747">1202 985 7807,'4'-7'299,"-1"0"0,0 4 739,-3-4 0,0 6 0,0 1 1,0 6-439,0 3 1,-4 5 0,-2 3 0,0 3-733,-1 4 1,1 2-1,-2 3 1,3 0-608,0 1 1,1-5 0,1 4 0,0-3-302,1-4 1,4-5-1,3-4 1,0-7 1039,3-6 0,1-4 0,1-15 0,0-3 0</inkml:trace>
  <inkml:trace contextRef="#ctx0" brushRef="#br0" timeOffset="4897">1384 985 7679,'0'-5'1295,"0"5"1,0 6 0,0 7 0,0 5-610,0 5 1,0 0 0,0 8 0,0 3-916,0 5 0,0 2 0,0 1 1,0-1 93,0-2 1,0-2 0,0-1 0,-1-4-758,-2-4 0,0-7 892,-3-1 0,-6-4 0,-3-6 0</inkml:trace>
  <inkml:trace contextRef="#ctx0" brushRef="#br0" timeOffset="5029">1253 1419 8057,'7'0'2221,"-1"-1"-1278,2-2 1,2 1-1,4-1 1,3 1-495,2-1 0,6 0 0,3-2 0,4-1-1857,0 0 0,-2 3 0,1-3 1408,-6 2 0,3-4 0,-7 2 0</inkml:trace>
  <inkml:trace contextRef="#ctx0" brushRef="#br0" timeOffset="6397">1980 1045 7156,'0'-10'1974,"0"3"-1194,0 1 1,1 5 0,2 2-414,0 8 0,1 3 0,-1 7-23,0 2 1,4 10 0,-3 0 0,1 3 0,-1 2-197,-2 0 0,0-3 0,-2 3 0,0-1-187,0-2 0,0-11 0,0-5 0,1-6-24,2-4 0,-2-5 0,3-9-211,-3-6 1,3-9 0,2-8-1,0-4 1,2-8-74,4-3 0,-2 1 1,4-1-1,1 3 288,2 2 1,-2 12-1,1 5 1,0 8 317,0 7 1,-4 6-1,1 9 1,-1 6 36,-2 5 1,-4 8 0,0 2 0,0 4 98,-1 0 0,-1-3 0,1 4 0,0-4-712,-3-2 1,2-6 0,0 0-1,-1-7-1143,2-3 0,-3-5 0,4-4 972,-2-4 1,3-5 0,-4-6 0,-1-4 97,0-2 0,-1-6 1,1-1-1,2 1 386,2 1 1,-3 4-1,4 3 1,1 3-31,1 3 0,2 2 0,2 1 623,0 2 0,5 2 0,-1-1 1,2-1-1,0 0 40,-2-1 1,1-2 0,-5-1 0,-2-1 91,-3 1 1,0 0-1,-6 0-487,-3 0 0,-3 1 1,-7 1-1,-3 3-194,-3 0 0,2 3 0,-2 4 1,0 4-67,1 3 1,2 3 0,5 9 0,1 3-98,1 3 1,5-1-1,-2 1 1,4 1-162,4 1 0,1-2 1,7-3-1,1-1-568,4-4 0,2-7 0,2-2 0,3-5-222,3-4 1,-3-11 0,0-6 1073,-3-5 0,0-6 0,-1 2 0,-1 1 0,-1-1 0,-1 2 0,-5 3 0,0 3 275,-4 4 0,-2 6 432,-3 4 1,-2 1-1,4-1 1,-2-1 74,1-2 0,2-2 0,-1-4-569,0-1 0,-1-4 0,1 1 0,0-2 1,-3-3-217,-1-1 0,-1 4 0,-1 3 0,-2 0 167,-4 3 1,1 2 0,0 3 0,-2 5 108,-1 4 1,-1 9 0,1 8-180,2 4 1,3 9-1,4 2 1,0 3-1,0 2-7,0 2 1,4-7-1,4 6 1,4-4-460,5-4 1,0-8 0,1-6 0,2-6-557,1-6 1,0-10 0,3-7 0,0-9-49,-2-9 1,-6-4-1,3-6 788,-3-3 0,-3 1 0,-3 2 0,-1 0 0,-2 0 188,-4 1 0,-1 4 0,-2 3 0,-2 6 116,-1 8 0,1 9 1,-5 5-1,0 3 858,2 3 0,0 4 1,5 7-1,0 4-149,0 4 1,5 4-1,0 3-194,1-2 0,3 1 1,-2-3-1,2-2 1,1 0-791,0-4 0,-4-6-19,-3 1 1,-3-7 0,-5-4 11,-5-2 1,-4-1-1,-7 1 1,1 3-234,0 2 0,3 3 0,2 2 0,0 3 739,3 3 0,1 3 0,5 2 0,4 3 242,4 1 0,6-5 0,7-1-355,6-5 0,2-5 0,1-4 0,1-6 1,2-7-484,0-5 0,-4-9 0,-1-5 0,-3-4-1787,-2 0 1,-8 3 0,0 1-976,-3 2 3018,-3 0 0,-3 8 0,0 2 0</inkml:trace>
  <inkml:trace contextRef="#ctx0" brushRef="#br0" timeOffset="6947">91 1985 7770,'10'0'835,"-3"2"0,-2 4 0,1 6 0,-1 6-103,-1 7 1,4 8-1,-1 8 1,2 6-620,1 6 0,-1 3 0,-1 2 0,-3-4-285,0-7 0,-2-9 0,-3-6 0,-1-8-708,-2-7 0,-4-9 0,-7-6-2094,-3-4 2974,-2-8 0,-1-10 0,0-6 0</inkml:trace>
  <inkml:trace contextRef="#ctx0" brushRef="#br0" timeOffset="7213">10 2318 9249,'11'0'1020,"3"0"0,4 0-1019,4 0 1,2 1 0,6 2-1,4 0-604,1-1 0,5-6 1,-3-5-1,1-5 346,-2-1 1,-7-6-1,1-2 1,-8 0-427,-4 2 0,-10 9 1211,-1 2 1,-10 16 0,-3 7-1,-3 9 561,-2 7 1,2 3-1,3 6 1,2-2-285,3-1 1,6-3-1,3-6 1,4-6-586,5-5 0,6-9 1,4-4-1,2-10-320,2-12 1,-1-11 0,-1-13 0,-2-4-411,-3-5 0,-11 5 1,-4 0-1,-5 4-157,-9 5 1,-5 12-1,-11 7 1,-3 11-163,-3 6 1,-2 11 0,-1 4 828,-1 2 0,1 3 0,0 3 0</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47:41.889"/>
    </inkml:context>
    <inkml:brush xml:id="br0">
      <inkml:brushProperty name="width" value="0.06" units="cm"/>
      <inkml:brushProperty name="height" value="0.06" units="cm"/>
    </inkml:brush>
  </inkml:definitions>
  <inkml:trace contextRef="#ctx0" brushRef="#br0">1293 243 7710,'-10'-9'0,"-1"1"194,-3 1 1,0 4 0,-4-3 0,2 1 200,2 3 1,-1 2 0,3 4-1,-1 3-184,4 6 0,0 4 0,6 6 1,1 4-123,1 2 0,6 3 0,4 0 0,6 2-55,4-1 1,-1-5-1,5-3 1,-1 1-24,-2 0 0,0-6 1,0 2-1,-1-2-93,-2-2 1,-3-4-1,-8 2 1,-2 0 121,-3 0 0,-3-4 1,-4 2-1,-6-1 59,-6-3 1,-1 2-1,-7-6 1,0-1-218,0-1 1,4-3 0,-2-1-204,3 0 0,5-1 0,3-3 1,3-3-1,3-5-334,3-1 1,8-6-1,4 0 655,4-4 0,4-9 0,4 0 0</inkml:trace>
  <inkml:trace contextRef="#ctx0" brushRef="#br0" timeOffset="180">1455 182 8334,'-7'4'1154,"1"3"0,1 4-549,-1 6 1,1 5 0,-2 9 0,2 4-356,1 5 0,3 3 0,-3 5 0,3 1-105,1 0 0,0-8 0,0 0 1,1-4-383,3-6 1,-3-11 0,3-4 0,0-6 310,-1-3 1,1-7-75,-4-3 0,-5-8 0,-1-9 0</inkml:trace>
  <inkml:trace contextRef="#ctx0" brushRef="#br0" timeOffset="482">1394 525 7828,'-3'-15'246,"-1"1"0,0 3 316,1 1 0,3 4 0,1 3-451,8 2 1,1 1 0,4 0 0,1 0-27,2 0 1,2-1 0,1-2 0,0-1-270,1-2 1,-5-2-1,0-4 1,0-1-871,0 0 0,-7 5 0,0 2 1102,-4-2 1,-2 4 0,-4 4 0,-1 6 435,-1 3 1,-5 6 0,2 0-1,1 3 0,1 3 1,3-7 0,1 6 0,0-2-300,0-2 0,1-1 0,3-6 0,2-3-464,3-2 0,3-4 0,0-4 0,1-4 51,0-4 1,-5-4 0,-3-4 193,0 0 0,-2 1 1,-4 1-1,-2 2 1,-4 2 86,-2 1 1,-2 2 0,-2 2 0,0 1-311,1 1 1,-3 4-1,1-2 1,2 0-1532,1 3 1788,5 1 0,-7-4 0,2 0 0</inkml:trace>
  <inkml:trace contextRef="#ctx0" brushRef="#br0" timeOffset="781">1748 263 7799,'7'1'1522,"-1"2"-1044,2 4 0,-2 2 0,0 2 1,2 3-58,1 2 0,-2 8 0,0 3 1,0 3-388,-2 4 0,1-1 1,-4 2-1,1 0-163,0-2 0,-2-3 0,-1-4 0,-1-6-97,-3-5 0,2-9 0,-5-3 86,-1-6 0,4-4 0,1-9 1,1-5 153,2-4 0,0-3 1,0-5-1,0-2 70,0 0 1,5 1 0,2-3 0,2-1-138,1-2 0,1 4 0,2 4 1,4 3-13,2 2 0,-2 5 1,-1 3-1,0 7-562,-1 4 1,-1 6-1,3-1 1,1 1-1765,1 2 2391,-4 5 0,0 1 0,-5 4 0</inkml:trace>
  <inkml:trace contextRef="#ctx0" brushRef="#br0" timeOffset="1131">2071 374 7865,'-12'9'1540,"3"-1"-1325,3-2 1,5-3 0,7 0 68,4-2 0,7-2 1,1-2-1,3-4-142,2-2 0,2-6 1,-2-3-1,0-3-112,0-2 1,-2-6-1,-3 4 1,-4-2-383,-3 0 1,-8 4 0,-1 0 406,-4 1 1,-5 8-1,-6 4 1,-5 6 209,-5 7 0,2 7 0,-3 8 1,4 4-1,2 6 67,1 5 1,5 3 0,0 4 0,3 0 7,2 1 0,6-4 1,1-2-1,7-4-479,5-5 1,4-7 0,4-4 0,1-4-223,3-6 1,2-5 0,4-5-605,0-5 1,-1-10-1,-1-2 1,-2-1 964,-1-2 0,3-8 0,-2 2 0</inkml:trace>
  <inkml:trace contextRef="#ctx0" brushRef="#br0" timeOffset="1363">2677 0 8272,'-9'7'3075,"3"1"-2587,2 3 0,3 0 1,1 6-1,0 3-39,0 6 1,0 2-1,0 9 1,0 1-730,0 2 1,0 0 0,0 0 0,0 0-180,0-3 0,0-7 1,0-8-1,0-4-119,0-4 0,0-9 0,0-5 578,0-5 0,5-13 0,0-3 0</inkml:trace>
  <inkml:trace contextRef="#ctx0" brushRef="#br0" timeOffset="1932">2869 40 9206,'-4'-5'705,"-3"2"0,1 1 0,0 2-425,-2 0 0,-1 2 1,0 1-1,1 4 2,1 2 0,0 5 1,-3 3-1,0 3-248,0 4 1,0-2 0,1 5-1,1 1-109,1 1 1,4-2 0,-2-2 0,0-2-432,3-4 0,1-6 0,1 1-443,0-3 0,1-7 1,3-4 480,6-5 0,2-9 0,3-2 0,1 0 277,0-1 1,-1 0-1,3-2 1,-1 1 182,1 1 0,-3 5 1,-2-2-1,-2 3 300,0 1 0,-1 3 0,0 2-44,0 0 1,0 2 0,0 3 0,1 0 0,2 0 321,0 0 1,1 0-1,-4 0 1,0 0-188,0 0 0,-1-1 1,-1-3-303,-1-3 1,-5-5-1,1-2 1,-3-1 0,-3 0 95,-4 3 0,-3 1 0,-2 2 0,-3 2 90,-1 4 0,3 3 0,-3 3 1,1 5 204,3 4 0,1 5 0,2 7 1,2 2-255,4-1 1,2 3 0,1-4-346,0-2 1,1 3 0,2-1 0,4-2 0,3-2-182,4-3 1,-2-3 0,4-7 0,-1-1-1302,1-1 1,-4-7 0,2-5 0,-3-7 1019,-1-6 0,0 0 1,-1-3-1,-1 4 589,-1 2 0,-5 4 0,1-3 404,-1 2 0,1 3 737,0 5 9,1 4 0,-3-2 0,2 6-1304,4 2 1,2-1 0,2-2 0,3 1-758,2 2 1,-1-1-1,-2-3 911,-1 0 0,-2-4 0,0-2 0</inkml:trace>
  <inkml:trace contextRef="#ctx0" brushRef="#br0" timeOffset="2079">3293 111 8202,'-4'-5'1569,"-3"1"1,-2 4 0,-1 4 0,0 3-1175,0 6 0,2 4 0,0 6 1,-1 4-528,1 2 0,1 6 0,-4 2 0,2 2-416,3 2 1,1-2 0,5-3 0,0-6-825,0-5 1,5-11 0,1-5 1371,3-4 0,2-6 0,-1-5 0</inkml:trace>
  <inkml:trace contextRef="#ctx0" brushRef="#br0" timeOffset="2229">3405 202 7984,'-7'5'802,"1"2"1,1 8 126,-1 9 0,-1 4 0,-3 12 0,0 5-1300,0 3 1,0 2 0,1-4 0,1-6-1277,1-5 1647,5-8 0,-11-7 0,1-5 0</inkml:trace>
  <inkml:trace contextRef="#ctx0" brushRef="#br0" timeOffset="3297">20 1394 8056,'-3'-7'164,"0"1"1,-4 2 309,3-2-191,1 3 0,4 0 0,1 6-76,2 4 0,4 7 1,-3 1-1,2 3-41,0 2 1,-2 0 0,2 7 0,-2 1-226,-1 1 1,-3-2-1,3 0 1,-3 0 17,-1-2 1,0 0-1,0-6 1,0-2-73,0-4 0,-1-6 0,-2-6 64,0-6 1,0-8 0,3-10 0,0-5-102,0-5 0,0 1 0,1-4 0,2 0 63,4 0 0,0 6 0,2-3 33,2 0 0,4 2 1,0 4-1,1 6-2,2 6 1,3 3 0,0 8 0,-3 4 0,-1 7 111,-1 10 0,-7 8 0,1 7 0,-2 3 321,-3 1 1,3-2 0,-4 0-161,-2-2 1,-1 3-1,-1-7 1,0-2 0,0-3 49,0-4-474,0-10 0,1-5 0,1-15 0,3-5 127,1-7 1,-3-4 0,4-6-1,0-6-21,2-3 1,2 4 0,-1-2 0,1 4 93,2 4 0,-1 6 0,1 7 0,-2 8 187,-1 6 1,-3 11-1,0 7 1,0 12-3,-2 10 0,1 3 1,-4 8-1,3-1-239,0-2 1,2-5-1,3-2 1,0-2-315,0-1 1,1-6-1,2-5 1,1-4-284,2-4 0,-2-7 0,1-5 0,1-6 658,0-6 0,-4-4 0,7-11 0,-3-1 0</inkml:trace>
  <inkml:trace contextRef="#ctx0" brushRef="#br0" timeOffset="3529">717 1334 8050,'-4'24'231,"-2"2"1,-3 6 0,3 0 385,2 2 1,3-3-1,2-3 1,3 0-284,2-3 1,4-4 0,3-4 0,1-4-287,2-6 1,1-2 0,3-7 0,-1-4-226,-2-4 0,1-8 0,-6-1 0,-2-5 29,-2-2 1,-5 3-1,-1-4 1,-3-1-24,-3-1 1,-7 3 0,1 2-1,-2 3-21,-3 1 0,4 3 1,-3 2-1,3 3-386,1 3 0,0 2 1,0 1-650,0 2 1227,4 3 0,-3 6 0,3 0 0</inkml:trace>
  <inkml:trace contextRef="#ctx0" brushRef="#br0" timeOffset="3779">930 1364 8115,'3'13'0,"0"2"218,-1 1 1,3-3 0,-2 4 0,1 1-75,0 1 0,-3 1 1,4 0-1,-2 2 284,1 1 0,0-4 0,-2 3 1,2-2-504,-2-2 0,-1-8-113,-1 0 1,0-9 0,1-4 245,3-9 0,-3-11 1,2-4-1,-1-3-15,2-4 0,0 2 0,4-4 0,-1 0-93,1 0 0,1 2 1,1-1-1,0 3-369,0 3 0,1 8 0,1 1 0,3 2-760,1 3 0,-4 4 1179,2 8 0,1 2 0,1 1 0</inkml:trace>
  <inkml:trace contextRef="#ctx0" brushRef="#br0" timeOffset="4030">1233 1404 7993,'4'9'666,"3"-2"0,2-2 0,1-7 1,0-1-459,0-4 0,0-6 0,-1-4 0,-1-3-306,-1-4 1,-4 2-1,3-4 1,-2 0-24,-2 0 0,-2 7 0,-4 1 0,-5 6 276,-3 6 1,-3 4 0,3 4 0,-3 6 83,-1 9 0,7 8 0,-1 9 1,2 6 16,3 2 0,0 3 0,5-3 0,2-2-225,1-4 0,4-4 0,6-7 0,5-4-602,4-7 0,1-7 0,3-5 0,0-5-352,-1-7 0,2-5 0,3-5 923,-4 0 0,4-5 0,-5-1 0</inkml:trace>
  <inkml:trace contextRef="#ctx0" brushRef="#br0" timeOffset="4530">1859 1182 7919,'0'-10'-6,"0"0"0,3 0 1,1 0-1,-2 0 1,-1-2 239,-1-1 0,0 2 1,0-3-1,-1 3 56,-2 1 0,0 3 0,-3 1 0,-2 2-25,-1 2 1,-1 1-1,0 2 151,-1 2 1,2 3 0,2 5 0,1 1 0,1 3-291,3 1 1,1 0-1,1 5 1,1-1-191,3 0 1,0-3-1,4 0 1,-1 1-98,1 1 0,1-2 0,1-1 129,0 2 0,-5 2 0,0 0 0,-2 0 0,1 0 99,-2 0 0,-2 1 1,-4-2-154,-2-3 1,-3 2 0,-1-4 0,-2-2 0,0-1-936,-1 0 0,-1-6 1,4-1-39,0-3 1059,4-1 0,-3 0 0,4 0 0</inkml:trace>
  <inkml:trace contextRef="#ctx0" brushRef="#br0" timeOffset="4812">2010 1293 7882,'7'0'535,"0"0"-86,1 0 0,1 0 0,2 0-244,2 0 1,-4-1-1,4-3 1,-2-5-266,-3-4 0,2-5 0,-4 1 0,0-2-8,1-1 0,-5 0 0,1 0 0,-6 1 140,-3 2 0,-5 3 1,-2 8-1,-3 2 300,1 3 1,-4 3-1,3 5 1,0 7 81,3 4 0,1 6 1,2 3-1,1 2-90,3 2 0,1 0 1,5 2-1,0 0-392,0 0 1,5-2-1,1-3 1,4-3-918,4-5 1,2-7 0,4-2 0,1-4-2194,3-3 3138,-7-10 0,11-5 0,-7-9 0</inkml:trace>
  <inkml:trace contextRef="#ctx0" brushRef="#br0" timeOffset="4995">2263 1071 7882,'-8'0'403,"-1"0"1,-2 0 205,0 0 0,0 4 0,2 3 0,1 2-292,1 1 0,4 5 0,-3 1 1,1 0-231,3 1 0,2 0 0,4 3 0,2 0-387,3 1 1,3-2-1,0-2 1,2-3-432,2 1 0,-2-4 0,1 2 1,0-2-534,-3-5 0,1-1 1264,0-5 0,-2 0 0,4 0 0</inkml:trace>
  <inkml:trace contextRef="#ctx0" brushRef="#br0" timeOffset="5262">2384 1172 7882,'-6'-9'284,"0"1"307,1 1 1,-2 5-143,0-1 0,2 3-256,2 3 1,2 3 0,1 4-1,1-1-85,2-2 0,2 2 1,3-3-1,-2 3-903,2 1 1,1-4 0,1-2 612,0 1 1,1-4-1,-1 2 191,0-1 1,-3-6-1,-2 0 1,1-1 116,-1 1 0,-2-4 0,1 1 18,1-2-499,-4 4 0,4 0 37,-1 5 0,-2 5 318,5 1 0,-5 3 0,2 1 0</inkml:trace>
  <inkml:trace contextRef="#ctx0" brushRef="#br0" timeOffset="5512">2566 1121 7868,'0'7'193,"0"0"0,1 0 232,3-2 0,-3 5 1,3-1-1,0 4-185,-1-1 0,1 4 0,-1-1 0,1 2-203,2 0 0,-3-3 1,3 1-1,-2 0 115,-1-3 0,-2-4 26,-1-1 1,0-6-1,0-2-137,0-8 1,1-2-1,1-6 1,1-2 1,0-4 0,-1 1 0,0-4 0,3 0-250,0 0 1,-1 4-1,2-2 1,2 3-280,1 1 0,0 3 0,0 1 0,0 3-1135,2 4 0,2 3 1621,-3 6 0,0 0 0,0 0 0</inkml:trace>
  <inkml:trace contextRef="#ctx0" brushRef="#br0" timeOffset="5728">2829 1152 7868,'9'6'586,"-1"0"0,-2-1-217,2-3 0,-2-1 0,1-2 0,-1-3-127,0-2 0,2-4 0,-5-3 1,-1-1-97,-1-2 0,-1-1 1,0-3-1,0 0 41,0 0 1,-4 3 0,-3 2 0,-2 3 122,-1 3 1,0 5 0,0 3 0,0 7-124,0 7 0,0 10 1,1 5-1,1 4-311,1 5 1,4-1 0,-3 0 0,2-1 57,1-2 0,5-2 0,3-3 0,6-4-2914,4-7 2980,2-10 0,7-7 0,2-5 0</inkml:trace>
  <inkml:trace contextRef="#ctx0" brushRef="#br0" timeOffset="5873">3102 1202 7816,'0'10'-1,"0"0"542,0 1 1,1-1 1557,2 0-2099,-2-5 0,4 4 0,-5-3 0</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47:51.301"/>
    </inkml:context>
    <inkml:brush xml:id="br0">
      <inkml:brushProperty name="width" value="0.06" units="cm"/>
      <inkml:brushProperty name="height" value="0.06" units="cm"/>
    </inkml:brush>
  </inkml:definitions>
  <inkml:trace contextRef="#ctx0" brushRef="#br0">0 546 7876,'0'-6'461,"0"-1"1,0 6 0,0 2 0,0 8-76,0 7 1,0 3 0,1 2 0,2 4-228,0 5 1,1 3 0,-1 5 0,0 2-336,-1 2 1,1-5 0,-1 4 0,1-1-602,-1-6 1,0-6-1906,-2-4 2682,0-7 0,-5-16 0,-1-8 0</inkml:trace>
  <inkml:trace contextRef="#ctx0" brushRef="#br0" timeOffset="333">0 627 7745,'10'-10'-100,"0"0"0,1 0 0,0 1 486,2 2 0,-2 3 1,4 4-1,-1 0-225,-1 0 1,0 0 0,-2 0-1,-1 0-321,0 0 0,-4 3 0,0 2 167,-1 0 1,-2 2-1,-4 2 1,-3 0 20,-2 1 0,0-2 1,-1 5-1,1 0-39,0 0 0,2-1 0,4 4 0,0 0 142,0 0 0,1 0 1,2 5-1,4-2-48,2-2 1,2 2 0,1-4-1,3 2-145,1 0 0,-4-3 1,1 1-1,-1 0 55,-2-3 0,-5-1 0,-1 0 0,-3 0 40,-1 2 0,-6-2 1,-3 2-1,-4-4-80,-3-3 0,0 0 0,-2 1 0,2-4-98,-2-2 0,3-1 0,2 0-295,1 0 1,3-4 439,3-3 0,1-2 0,5-1 0</inkml:trace>
  <inkml:trace contextRef="#ctx0" brushRef="#br0" timeOffset="648">303 668 7843,'-10'0'217,"0"0"1,0 0-16,0 0 1,3 1 0,2 2 0,0 4 212,3 2 1,1 4-1,1 2 1,1 2-135,2 4 0,4 0 0,6 4 0,4-2-115,2-4 0,1-5 0,1 1-583,-1-4 1,0-3-1,0-9 1,1-3-1,-2-3 37,-3-6 0,2-4 0,-5-5 0,-3-3 230,-2-1 1,-6 3 0,1-3-1,-2 2 1091,-1 5 0,0 4-527,0 5 1,0 5 0,0 6 0,0 8-550,0 7 0,2 7 0,0 4 0,2 1-477,2-1 0,0 1 0,1-4 0,0-3 612,1-3 0,5-3 0,3-5 0</inkml:trace>
  <inkml:trace contextRef="#ctx0" brushRef="#br0" timeOffset="798">657 546 7861,'-6'0'637,"2"6"0,4 4 0,1 7-255,2 5 0,4 5 0,5 6 0,2 3-843,-2 3 1,3-4 0,-2 3-1,0-4 461,-2-5 0,-6-5 0,0 0 0</inkml:trace>
  <inkml:trace contextRef="#ctx0" brushRef="#br0" timeOffset="951">657 779 8116,'-3'-14'0,"-1"0"464,2-2 1,1 4 0,1-2 0,0 3-122,0 1 0,4 3 1,3 0-1,2 0-320,1-2 1,1 2-1,2 1 1,1 1-741,2-1 1,-3 4 0,4-2 716,1 3 0,1 1 0,2 0 0</inkml:trace>
  <inkml:trace contextRef="#ctx0" brushRef="#br0" timeOffset="1115">970 668 7903,'-3'15'315,"-1"-1"1,1-2-1,2 1 1,-1 1 217,-2 2 1,1 1 0,3 4-1,-1 3-565,-3 3 1,3 3 0,-3 3-1,0 5 183,1 1 1,0-6-152,3 1 0,-5-9 0,0 4 0</inkml:trace>
  <inkml:trace contextRef="#ctx0" brushRef="#br0" timeOffset="1847">1142 365 7932,'0'10'257,"0"1"0,0 2 0,0 5 22,0 5 1,3 4-1,2 6 1,0 6-19,3 3 0,-2 1 1,-1 2-1,1-1-139,0-2 1,-4-11 0,1-1-328,-2-7 0,0-8 0,2-6 94,0-8 1,0-9 0,-3-7 0,0-5 25,0-4 1,2-3 0,0-6 0,1-5-22,-1-2 0,3-6 1,-1 1-1,2 1 113,2 4 0,-3 6 0,2 1 0,1 5 78,1 5 0,1 9 1,0 5-1,0 5-2,0 5 0,1 4 0,-1 9 1,0 4 312,0 4 0,-3 4 0,-2 4 0,1 1-316,-1-1 0,-1 0 0,1 1 1,1-1-473,0 0 0,-4-4 1,2-3-1,0-5-783,-1-5 1,5-6 0,-2-6 1174,-1-7 0,3-5 0,-5-9 0,5-5 0,-2-1 0</inkml:trace>
  <inkml:trace contextRef="#ctx0" brushRef="#br0" timeOffset="2597">1495 496 7946,'16'-10'386,"-1"3"1,-4 1-28,2 2 0,-5-3 0,2 3 0,-1-1 77,0 1 0,-2-4 0,0 1-227,1-2 0,-4-1 1,-1 0-1,-1 0-191,-2 0 1,-2 1-1,-1 1 9,-4 1 1,2 5-1,-2 0 1,-1 4-18,-1 5 1,2 4 0,2 5 0,-1 4-44,1 1 0,2 5 1,0 0-1,2 1-195,1 0 0,0-4 0,0 3 0,0-1-354,0-3 0,1-5 1,2-3-1,4-4-21,2-4 1,1-1-1,0-5 1,2-1 602,1-3 0,-1-5 0,4-5 0,-1-2 0,-3-2 0,-1 2 0,-1 1 0,0 0-41,1 3 1,-1 1 0,0 0 461,0 1 0,0 4 0,-1-1 0,-1 0 214,-1 1 0,-1 1 1,4 2-1,0-4-247,1-2 0,2 2 1,0 0-1,0-1-218,-2-1 0,-4-4 1,0-2-1,-1 0-188,0-3 1,-2 2 0,-4 0-1,0 1-1,0-1 1,-4 7-1,-3 0 1,-2 3 156,-1 4 0,3 2 1,1 3-1,-2 5-86,-1 5 0,3 3 1,3 7-1,2 2-28,1 0 0,0 2 0,0 3 0,0-3-368,0-4 1,4-2 0,3 0 0,2-2-21,1-2 0,1-4 0,2-6 1,0-4-384,-1-2 1,3-6 0,-2-7 0,0-7 300,-2-7 0,-1 0 0,0-4 1,-1-2 445,-2-3 0,-1 2 0,-4 0 0,1 0 52,-1 0 1,0 6 0,-2 1 0,0 6 567,0 3 1,0 10-1,0 4-142,0 7 1,0 11 0,0 5 0,1 6 241,2 3 1,3 2-1,4 2 1,0 1-519,0-2 0,-3-4 1,-1-2-1,2-1-294,1-3 1,-2-5 0,-1-4 60,-2-1 1,-2-7 0,-5-1 0,-5-4-298,-4-4 0,-1 3 0,-2-2 0,0 2-25,3 1 1,-3 0 0,3 1 0,2 2 334,2 4 1,2 6 0,-1 3-1,4 1 227,2 0 0,5-1 0,3 0 0,2-2-83,1-3 0,4-2 0,0-2 0,1-4-254,0-2 0,1-6 0,-1-5 0,0-6-327,-1-3 0,0-5 1,-4-1-1,-1 0-593,-3-3 0,2 3 1048,-4 1 0,-1 3 0,-3 1 0</inkml:trace>
  <inkml:trace contextRef="#ctx0" brushRef="#br0" timeOffset="3216">2647 183 7804,'-6'-10'181,"-3"1"0,-4 2 115,-3 4 0,3 1 0,-3 4 1,2 2-23,1 6 1,2 9 0,1 7 0,0 2 122,0 2 1,1 0 0,2 6-218,4-2 1,1 3 0,4-2 0,1-1-128,4-3 0,2 0 0,2-11 0,1-5 0,3-3-346,1-6 1,-1-3 0,3-10 0,-1-8-29,1-6 0,0-3 0,-1-5 0,-3-3 116,1-3 0,-4-2 1,3-4-1,-3 1 227,-1 0 1,-4 8-1,-3 6 1,-2 7 197,-1 6 1,0 7-1,0 7 1,0 11 49,0 10 0,1 5 1,1 10-1,2 0-365,-2-1 1,3-1 0,-1-7-1,2-3-12,2-5 1,0-7-1,3 0 1,-1-7-1081,0-6 0,1-10 0,1-10 1187,2-6 0,4-8 0,-2-1 0</inkml:trace>
  <inkml:trace contextRef="#ctx0" brushRef="#br0" timeOffset="3481">2940 61 8052,'-6'2'777,"3"1"0,2 4 0,1 6 0,0 5-266,0 5 0,3-1 0,2 5 1,-1 0-374,1-1 0,2-2 1,-3-4-1,0-3 112,1 0 0,-2-4-351,-3 0 1,-4-5 0,-4-2 0,-3-2-436,-3-2 0,-3 4 1,3 1-1,-1 3 459,1 3 1,-3 1 0,5 4-1,1 2 263,4 1 0,4-1 0,0 6 1,3-1-12,3-3 1,4-1 0,7-6 0,1-5-261,1-5 0,3-4 1,-2-2-1,2-4-829,1-5 0,0-5 0,1-9 0,-2-2 64,-3 0 0,0-4 0,-5 2 850,0-1 0,5-13 0,-4 5 0</inkml:trace>
  <inkml:trace contextRef="#ctx0" brushRef="#br0" timeOffset="3697">3071 152 7997,'0'-5'1594,"0"9"0,0 10-1201,0 4 0,5 8 0,2 2 0,2 3-182,1 2 1,3-4 0,2 6 0,-1-2-115,1 1 1,2-5-1,-3-5 1,1-4-125,0-3 0,2-7 0,-1-7 0,1-3-119,0-3 0,-4-8 0,3-11 1,0-7-275,0-7 0,-8-2 1,3-4-1,-4-4 107,-1-1 1,0 2-1,-4 2 1,1 1-1046,0 3 1,-7 12 1357,-3-3 0,-6 10 0,-3 6 0</inkml:trace>
  <inkml:trace contextRef="#ctx0" brushRef="#br0" timeOffset="4533">243 1395 8018,'-9'-7'0,"1"2"1172,1 0-963,5 2 1,-3 4 0,5 2-1,0 5 1,0 5 65,0 3 0,4 5 0,0 2 1,2 5-92,2 5 0,-3 4 0,2 5 1,1 2-102,1-1 1,1-2 0,-1 0 0,-1-2-281,-1-2 0,-4-5 1,3-7-88,-2 0 0,1-10 0,-3-10 90,1-6 1,0-6 0,-1-6 0,0-5 123,1-4 1,1-1 0,-4-4 108,0-1 1,3-4-1,1-2 1,1 2-1,1 3 106,-1 2 0,-1 8 1,2 0-40,2 3 1,-2 7 0,0 7 0,1 6 0,0 6-95,0 5 0,-1 9 1,5 3-1,-1 2-219,0 1 0,1-3 0,1-1 0,3-1-514,1-3 0,0-1 0,5-6 0,-1-4-72,0-3 1,0-7 792,0-1 0,5-13 0,1-8 0</inkml:trace>
  <inkml:trace contextRef="#ctx0" brushRef="#br0" timeOffset="4814">728 1496 7847,'-11'-6'124,"1"3"1,0 2 374,0 1 0,0 0 1,1 1-1,1 4 13,2 5 0,0 1 0,-2 6 0,2 2-302,2 3 0,2 0 0,5 1 1,4-2-269,2 0 0,4-6 1,2-1-1,1-3-137,2-1 0,-3-4 0,2-4 1,1-5-48,1-7 1,-3-6-1,-3-7 1,-1-1 132,-2-2 1,-1-1 0,-3-3 0,-1 0 183,-1 4 1,-3 1 0,3 6 0,-3 2 290,-1 3 1,-1 9 0,-1 5-324,-2 5 1,1 9 0,3 3-346,0 2 0,0 4 1,1 1-1,1-2 0,3-1-423,0-5 0,2 0 1,3-3-1,0-1 725,0-3 0,0 1 0,1-4 0</inkml:trace>
  <inkml:trace contextRef="#ctx0" brushRef="#br0" timeOffset="5182">1152 1324 7878,'-10'-5'448,"0"0"0,0 5 0,-1 0-228,1 0 0,0 0 1,0 1-1,1 3 54,2 2 1,3 5-1,4 2 1,0 4-150,0 2 0,4 6 0,4 0 1,4 2-124,1 0 1,5-3-1,-1 2 1,1-2-108,-1-1 1,-2-5-1,-3-2 1,-1 0 23,-2 3 1,-6-4 0,0 4-1,-1-2 103,-2-1 1,-5-4 0,-3 1-128,-4-1 1,-3-2 0,-3-1 0,3-2 0,-1-4-657,0-2 1,4-2 0,-2-2-1,3-5-553,1-5 1314,4-2 0,-3-6 0,4 1 0</inkml:trace>
  <inkml:trace contextRef="#ctx0" brushRef="#br0" timeOffset="5481">1223 1304 7865,'0'10'289,"1"-3"0,1 1 1,1 2 163,0 2 1,1 6-1,1-1 1,0 3-79,3 4 0,-2 2 0,0 3 0,2-1-307,1-1 1,1-4-1,-1 3 1,-1-1 1,-1-3 0,-1-4 0,1-3 187,0-4 1,0-4-566,3-10 0,-4-8 1,-3-5-1,-2-4 217,-1 0 0,0-1 1,1-1-1,1-3 23,2-1 0,-1 4 1,-2 0-1,2 5-20,0 4 0,1 8 72,0-1 1,1 8-1,5 6 1,-1 5-1,-1 6-318,-1 4 1,0 5 0,2-2 0,-1-1-1021,-2-1 1,1-6 1353,3-1 0,0-5 0,0 3 0</inkml:trace>
  <inkml:trace contextRef="#ctx0" brushRef="#br0" timeOffset="5981">1576 1567 7878,'10'-13'13,"0"3"0,1 1 150,-1 0 1,0-1 0,0 0-1,0 0 126,0 0 1,0-6 0,0-3 0,-1-6 19,-2-4 1,1 3 0,-5-5 0,-1 1 0,0 2 0,-4 3 0,-1-1-110,-4 1 0,-2 11 0,-1 7 0,0 6 44,0 4 1,3 5 0,2 9 0,0 7-102,3 4 0,1 8 0,1 2 0,1 3-65,2 2 0,3-5 0,4 3 1,0-7-617,0-2 0,1-6 1,2-3-1,1-4 36,2-5 0,1-5 0,2-10 0,-1-4-402,-1-5 0,-5-7 0,2-9 1,-3-5 712,-1-4 0,-1 0 0,-2-4 0,-3-3 191,1 1 0,-4 2 0,2 2 0,-3 0-18,-3 2 1,-3 6 0,-4-2 0,0 5 648,0 2 0,1 10 0,1 2 222,1 5 1,5 5-1,-1 5 1,2 6-273,1 7 0,4 2 0,3 9-308,2 1 1,1 5 0,0 0 0,1-1 0,2-3-79,0-2 1,0-4 0,-4 2 0,-1-3-204,-1-2 1,-4-7-1,3 1 1,-1-3-174,-3-1 1,-1-3 0,-2-1 0,-3 2-9,-2 1 1,-3 2 0,-1 2 168,-1 0 0,1 1 0,0-4 0,1 1 90,3 2 0,1 0 1,5 3-211,0-2 1,5 0 0,1-5-651,3-3 1,3 2-1,1-4 1,4-3 789,2-4 0,6-2 0,0-5 0</inkml:trace>
  <inkml:trace contextRef="#ctx0" brushRef="#br0" timeOffset="6191">2162 1415 10415,'6'5'1344,"-2"-3"1,-4 5-2666,0 1 1,0-3 1320,0 2 0,0 0 0,0 3 0</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48:34.454"/>
    </inkml:context>
    <inkml:brush xml:id="br0">
      <inkml:brushProperty name="width" value="0.06" units="cm"/>
      <inkml:brushProperty name="height" value="0.06" units="cm"/>
    </inkml:brush>
  </inkml:definitions>
  <inkml:trace contextRef="#ctx0" brushRef="#br0">349 864 7346,'5'-16'39,"0"1"0,0 0 0,-5 0 1172,0 0 26,0 6-683,0 3 0,0 7 0,0 6-470,0 8 1,-2 7 0,-1 10-1,-2 3 21,1 6 0,3 4 1,-1 6-1,-1 3-819,-2-1 1,-2 0 0,4-10 0,-3-2-253,3-6 0,1-10 1,1-5 965,-4-3 0,3-8 0,-11-3 0,4-6 0</inkml:trace>
  <inkml:trace contextRef="#ctx0" brushRef="#br0" timeOffset="249">122 1257 7853,'0'-15'901,"0"7"1,5 8 0,1 10-705,3 3 0,-4 7 1,5 2-1,0 2 1,0 1-21,0-1 1,0-1 0,5-4 0,2-1-71,3-4 0,-3-1 0,3-8 1,-1-3-412,1-5 1,-3-8-1,5-9-79,0-5 1,-5-4 0,3-3 0,-3-1 0,-2-3-817,0 3 1,-5-1 1198,0-1 0,-7 3 0,4-5 0</inkml:trace>
  <inkml:trace contextRef="#ctx0" brushRef="#br0" timeOffset="883">61 16 7853,'-7'-9'624,"-3"4"-539,3 3 0,1 9 0,6 3 0,0 5-42,0 6 0,0 2 0,0 6 1,0-2-1,0-2-137,0 2 0,0 1 0,0 1 1,0-2-176,0-2 1,-2-6 0,-1 1-154,-2-3 1,-2-9 264,2-3 1,3-10 0,-3-7 0,3-4 0,2-6 81,0-2 1,0-1-1,2-5 53,3-1 0,2 1 1,5 0-1,-2 1 0,3 2 80,6 2 0,-2 7 0,4-1-15,1 7 1,0 5 0,5 7 0,-3 0 0,-1 2 274,1 3 1,-6 5-1,1 11 1,-6 2 238,-3 1 1,-6 4 0,1-4-218,-4-1 1,-6 4-1,-1-5 1,-3-2 0,-3-1-258,-1-6 0,-4-3 0,-1 0 1,-3-4-188,3-5 1,1-1-1,2 0 1,0 0-514,0 0 0,0-1 1,1-5-680,4-4 0,3-3 1296,7-2 0,7 0 0,1-1 0</inkml:trace>
  <inkml:trace contextRef="#ctx0" brushRef="#br0" timeOffset="1233">379 137 7770,'0'15'48,"0"-5"1,0 2 0,0 3 302,0 3 0,2 4 0,1-3 0,2 1-117,-2-1 0,4-1 0,0 1 1,1 1-356,4-2 0,-3-8 0,1-5 0,1-3 8,3-2 1,-4-2 0,0-3 0,0-6 18,-1-8 1,2-1 0,-4-7 0,0-2 41,0 2 1,-2 6-1,-4-3 8,4 2 0,-1 4 0,6 8 57,2 4 0,-4 12 1,2 5 66,2 8 0,1 3 0,2 5 1,-1-2-1,-2 0 119,-2-1 0,-2-3 0,2-5 0,-3-3 78,0-3 0,-6-1-244,4-4 1,-1-5-1,-1 0 1,2-9-1,-1-6-259,-3-5 1,-1-4 0,0-4-1,2 1-374,3 2 1,-3 1 0,3-3 346,-4 2 0,6 6 0,2-1 0,1 5 253,0 5 0,0-10 0,5 3 0</inkml:trace>
  <inkml:trace contextRef="#ctx0" brushRef="#br0" timeOffset="1566">939 31 7853,'0'15'137,"0"0"1,0-5 0,0 0 103,0 2 0,0 1 0,0 4 0,0 2 59,0 1 1,5 7 0,2-4-220,1 1 1,1 5-1,3-4 1,-4 2-1,0 0 33,1-2 1,-4-7 0,3 3-317,-1-5 0,-4-7 117,-8-4 1,-3-10 0,-7-4-1,0-1 18,0 0 0,-1 2 1,1-4-1,0 4-3,0 1 1,5 2 315,0 5 1,6 7 0,-1 3 0,4 5 128,1 5 1,1 2 0,4 3 0,6-3-183,2 0 0,4-5 0,3 3-617,5-3 1,-3-9-1,-2-3 1,-3-5-355,-2-5 1,-1-5 0,-3-10-776,0-5 1553,-1-4 0,-2-1 0,-1-1 0</inkml:trace>
  <inkml:trace contextRef="#ctx0" brushRef="#br0" timeOffset="2281">1696 167 7853,'-10'-2'-998,"0"-3"1023,-2-5 1,4 2 0,-2-1 583,-2 3 1,-1 1 0,-3 5-334,1 0 0,0 3 0,2 5 0,1 9-31,2 5 0,1 8 0,-1 6 0,5-3-62,4-1 0,1-1 0,0-3 0,0-1-252,0-2 0,11-11 1,5-1-1,2-4-228,4-6 0,-4-8 1,8-7-1,-1-6 54,-2-8 0,1-2 0,-5-2 1,1-1 310,-2 1 0,-8 6 0,-5 4 0,-1 5 256,1 5 1,-5 3-278,0 7 1,-5 14 0,-5 6 0,5 7-298,3 3 0,2 0 0,0-1 1,0-4-330,0-5 1,7-3 0,3-3 0,5-4 578,5-5 0,-3-3 0,3-4 0,-3-5 0,-2-8 0,-2-2 0,-1-6 0,-2-1 0,2 1 0,-5-3 0,-2-2 0,-2 1-81,2 2 1,-3 6-1,3-1 1,-3 3 383,-2 2 0,0 5 708,0 0-721,0 6 1,0 6 0,0 13-1,0 9-109,0 4 1,1 4 0,3 4 0,1 4-356,-2 4 1,-1-4 0,-2-1 0,0 0-258,0-1 1,0-2-1,0 1 1,0-4 41,0-4 0,0-9 0,-2-1 0,-3-8 389,-5-6 0,2-3 0,-2-2 0,-7-13 0,-7-4 0</inkml:trace>
  <inkml:trace contextRef="#ctx0" brushRef="#br0" timeOffset="2397">1848 485 7853,'1'-15'25,"3"0"182,1 0 1,2-1 36,-2 1 1,3 2 0,7 3-1,0 5-507,0 3 1,2 2-1,2 0 1,1-2-440,-2-3 1,1 4 0,0-4 701,1 3 0,0-5 0,-5-1 0</inkml:trace>
  <inkml:trace contextRef="#ctx0" brushRef="#br0" timeOffset="2814">2135 182 7823,'0'-8'1017,"0"18"1,0 12-752,0 3 0,2 2 0,1 3 0,4 0-388,2 1 1,-6 4-1,4 2 1,-2 2-390,0 3 1,0-8-1,-5-3 1,0 0-224,0-4 0,-2-12 0,-3-2 734,-5-4 0,-3-6 0,-3-8 0,3-3 0,3-8 0,5 0-22,3-5 1,2 5 0,0-5 301,0 5 0,2 0 0,3 1 74,5 0 0,3 2 0,3 1 0,-1 2-76,0-2 1,0 4 0,2-2 0,1-2-177,3-2 1,4-1 0,-5 0 0,0 0-166,2 0 1,-10 5 0,3 0-214,-2-2 0,-8 5 277,-5 2 0,-6 3 0,-9 4 0,-1 1 193,1 2 1,2 9-1,1-1 1,2 6-28,-2-1 1,5 1-1,2-1 1,4 4-247,1 2 0,0-4 1,0 5-1,1 0-503,4-1 1,1 3 0,7-7 0,4-3-389,0-5 1,1-1 969,2-5 0,-3-8 0,5-7 0</inkml:trace>
  <inkml:trace contextRef="#ctx0" brushRef="#br0" timeOffset="3580">2453 364 7920,'-8'-7'668,"-4"7"-399,7 0 1,0 2-1,5 10 1,0 4 34,0 8 1,5 5 0,0 1-1,0 2-172,2 3 0,-5-3 0,4 2 0,-1-6-151,1-2 1,-1-8-1,-4 1 72,4-8 0,-3-6 0,5-10 0,-2-6-332,0-8 0,2-4 0,-4-8 0,4-1-18,1-3 1,-3 3 0,3-2-1,-1 6 178,-3 3 0,2 6 1,-1-1-1,0 5 513,2 5 1,-3 3-170,6 7 0,-7 8 0,2 7 0,-2 9-27,2 5 1,-3-2 0,5-1 0,-2 3-94,0-2 1,0-7-1,-3 0-344,3-3 0,-2-8 0,5-6 47,-1-6 0,-2-8 1,-3-9-1,1-5 136,2-4 1,5-1-1,-4 2 1,-1 1 424,1 1 0,-2 8 0,4-2 35,-1 3 0,3 10 0,-3 7-382,1 9 1,-5 11-1,2 3 1,-1 3-577,1-1 1,-3-2 0,4 3-1,-1-6-1082,0-3 1,2-4 1635,-2-3 0,2-5 0,3-10 0,-5-7 0,-3-6 0,-1-1 0,3-4 0,1 1 0,-2 3 0,-1 3 0,0 0 0,1 1 514,2 0 0,0 5 191,-5 0 0,5 8 1,2 4-341,1 11 0,-3 4 0,4 10 0,-1 3-289,0 4 0,1 1 0,3-4 0,-2 1-378,2 3 0,-4-3 0,0 2 1,-1-7-3752,-4-7 4053,-1-3 0,-9-16 0,-3-7 0,-3-11 0,-2-9 0,5-4 0,1-3 0,1-3 0,-1 3 0,6-1 0,-2 0 0,3-1 47,2 1 1,0 1-1,0 1 1,2-2 432,3 0 0,3 6 0,8-8 0,0 4 7,5 2 0,-5 7 0,6 4 0,-2 7-64,1 7 0,-1 4 0,-7 2 0,-1 6-183,-2 8 1,-6 2 0,1 8 0,-4 2-220,-1 2 0,-1 3 0,-4 0 0,-6 0-195,-2-4 1,-2-6 0,1 2 0,3-2-3,0-4 0,3-6 0,-4-4-1235,2-1 0,5-2 1411,-5-5 0,7-7 0,-4-1 0</inkml:trace>
  <inkml:trace contextRef="#ctx0" brushRef="#br0" timeOffset="3781">3195 182 9013,'-13'2'560,"3"3"0,3 5 0,7 10 0,0 5-231,0 4 0,5 8 1,2 3-1,0 4-798,-1 2 1,4-1 0,-5-1 0,-1-4-713,-2-5 1,3-4-1,0-6 1181,-2-5 0,-1-10 0,-2-3 0</inkml:trace>
  <inkml:trace contextRef="#ctx0" brushRef="#br0" timeOffset="3913">3105 576 7853,'-7'-24'407,"5"8"1,-3 5-95,3 0 1,2-3-1,2-1 1,3 0 98,5 0 0,4 5 0,1 0 0,2-1-688,3 3 1,-3 0 0,3 4 0,-2-1-1404,3 2 0,-5 3 1679,5 5 0,2 3 0,1 7 0</inkml:trace>
  <inkml:trace contextRef="#ctx0" brushRef="#br0" timeOffset="4080">3453 485 7853,'-10'-8'1093,"0"3"-715,-2 3 0,3 2 0,1 2 0,0 3 35,-1 5 1,4 8 0,-3 4-1,1 3-522,4 7 1,-4-1 0,2 4 0,1-3-877,3-2 1,1-1 0,0-4 984,0-5 0,-7-3 0,-1-2 0</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48:26.206"/>
    </inkml:context>
    <inkml:brush xml:id="br0">
      <inkml:brushProperty name="width" value="0.06" units="cm"/>
      <inkml:brushProperty name="height" value="0.06" units="cm"/>
    </inkml:brush>
  </inkml:definitions>
  <inkml:trace contextRef="#ctx0" brushRef="#br0">37 591 7853,'-15'0'641,"5"0"-303,0 0 0,8 0 1,2 0-184,9 0 0,4-5 1,4-2-1,3 1-365,5-1 1,-1-3 0,0 3 0,-1 0-206,1 1 1,-1-6 0,2 3 414,-4 1 0,2-5 0,1 4 0</inkml:trace>
  <inkml:trace contextRef="#ctx0" brushRef="#br0" timeOffset="483">386 288 7083,'-2'-8'1059,"-3"3"0,3 7 0,-3 6-813,3 7 1,2 10 0,0 2 0,2 7-110,3 6 0,5-1 0,9 1 1,3 2-146,1 2 1,-3-5 0,6-4 0,1-6-280,1-9 1,2-2 0,-1-14 0,-2-8 19,-2-9 1,-11-11-1,1-11 1,-3-7 74,-4-7 1,-1 1 0,-7-6 100,0 2 0,0-4 1,0 7-1,-2 7 713,-3 10 0,3 17-429,-3 15 0,5 13 1,5 14-1,5 5 1,4 7-234,1 5 1,0-2 0,0 7 0,0-7-504,1-7 1,-1-3 0,0-2 0,0-1-30,0-4 1,-5-8 0,0-9 571,2-1 0,2-2 0,1-5 0</inkml:trace>
  <inkml:trace contextRef="#ctx0" brushRef="#br0" timeOffset="850">1082 167 7853,'-15'-8'0,"0"-4"0,1 5 0,3 1 615,1-1 0,4 2 0,-4 5-229,-1 0 0,4 7 0,2 3 0,5 5 0,5 5-123,5 5 1,3 5 0,3 4-1,0 3-172,5 2 1,-3-4-1,6 6 20,-2 1 0,-2-5 1,-7 0-1,-1-2 1,-4 2 14,-1 2 1,-2-6 0,-5 1-1,-2-5-158,-3-4 0,-3-12 0,-7 2 0,-2-1-459,-3-1 1,3-4 0,-3-4-1,1-5-1040,-1-5 1,5-5 0,-2-9 838,5-1 1,9-7 691,-2 2 0,3-11 0,2-2 0</inkml:trace>
  <inkml:trace contextRef="#ctx0" brushRef="#br0" timeOffset="1101">1294 440 7853,'22'0'0,"-10"0"0,3 0 0,-2 0 0,1 0 0,1-7 0,-2-3 335,-2-4 0,-3-2 1,-5-5-1,2-2 0,-3-2 335,-5-1 1,-6 3 0,-6-4-647,0 2 1,-7 6-1,-3 1 1,-2 6-14,2 7 1,-2 3-1,5 6 1,0 4 0,0 9 203,4 5 1,8 10-1,5 6 1,3 4 195,2 4 1,2-7-1,4 9 1,9 1-113,9-2 1,6-5 0,4-5-447,1-5 0,12-1 0,-1-16 0,1-7 1,2-6-3514,1-7 3660,-10-10 0,18-9 0,-11-6 0</inkml:trace>
  <inkml:trace contextRef="#ctx0" brushRef="#br0" timeOffset="1750">2293 107 6352,'16'-16'111,"-8"1"1,-3 0 241,-3 0 1,-4 0 0,-3 1 0,-7 4-9,-6 5 0,-1 4 1,-4 1 111,1 0 1,-3 6 0,4 6 0,3 7-158,1 6 0,4 9 0,1 4 0,3 4-137,3 5 1,2 2 0,8-3-1,2-3 1,5 1-141,5 2 0,-1-9 0,6 5 0,-5-7-129,0-6 0,-1-3 0,-2 3 0,-3-2-172,-5-2 0,-3-6 0,-2 1 0,-2-3-35,-3-2 1,-5 0-1,-8-2 1,-2-2-135,1-6 0,2-4 0,2-1 0,0-1-621,0-4 1068,0-4 0,-7-13 0,-2-1 0</inkml:trace>
  <inkml:trace contextRef="#ctx0" brushRef="#br0" timeOffset="2016">2430 470 7853,'25'-10'197,"-1"0"0,-1-2 108,1-1 0,-4-3 0,3 1 0,1-1-57,0-5 1,-11-2 0,2-6-1,-3 2-20,-4 2 1,-1 0-1,-9-4 1,-3 2-57,-5 2 0,-5 8 1,-3 2-145,-3 8 1,-6 6 0,2 4 0,-2 7 0,0 10-6,2 7 0,10 10 0,-2 4 1,2 4 279,3 5 1,7-2 0,0 2-352,3-3 0,4-1 0,3-1 1,5-1-1,5-4 179,6-5 0,4-9 1,9-6-64,1-3 1,0-11 0,-3-7 0,0-13-69,-2-9 0,4-19 0,-10-5 0</inkml:trace>
  <inkml:trace contextRef="#ctx0" brushRef="#br0" timeOffset="2268">2733 273 9186,'0'15'526,"0"0"1,0 2 0,1 3-317,4 6 0,-3 2 1,5 4-1,-2 4 14,0 4 0,0 0 0,-5 2-178,0 1 1,0 2-1,0-8 1,0-2-1,0-3 145,0-8 1,0-14-191,0-10 0,-5-15 0,0-16 1,1-9 11,3-9 1,2-5-1,3-4-183,1 2 1,7-3-1,-2 5 1,1 0 0,1 4-509,-2 3 0,0 12 0,6 3 1,-1 3-711,0 7 1,0 4 1387,0 2 0,0 8 0,-6 1 0,-3 7 0</inkml:trace>
  <inkml:trace contextRef="#ctx0" brushRef="#br0" timeOffset="2482">2990 167 7853,'0'12'-19,"0"1"0,0 4 16,0 0 0,0 2 0,0 1 0,2 5 643,3 4 1,-4 6 0,6 0 0,0 1-67,3 1 0,2-5 0,0 3-631,-2-3 0,0-7 0,7-1 0,1-4-208,2-7 1,0-11-1,-4-14 1,-3-8 78,-3-10 1,-3-2-1,-5-9-196,3-1 1,-4-1 0,4-1-1,-3 3 1,-2 6-29,0 3 1,0 7 0,0 1-1,0 3 410,0 2 0,7 9 0,-6-4 0,6 6 0</inkml:trace>
  <inkml:trace contextRef="#ctx0" brushRef="#br0" timeOffset="2717">3293 303 7993,'8'16'0,"-1"-1"369,0 0 1,-1 0 0,6-1-155,-2-4 0,0-4 0,6-6 0,-1 0 0,2-1-12,3-4 0,-7-5 1,4-11-1,-2-4-64,-3-4 1,-2-6 0,0 0-28,-5 1 1,-3-1 0,-4 1-1,-3 4-86,-5 1 1,-3 4 0,-4 12 0,-2 3-1,-1 6 128,2 8 0,1 11 0,3 10 0,4 5-109,5 6 1,3 4-1,2 9 1,0 1-301,0-1 1,2 0 0,3-2-97,5-2 0,4 7 0,1-11 1,2-6-1,1-6-1303,2-9 1,2-10 1653,-2-5 0,-3-10 0,5-3 0</inkml:trace>
  <inkml:trace contextRef="#ctx0" brushRef="#br0" timeOffset="2982">3535 228 9068,'5'10'3038,"0"0"-2549,-1 2 1,2 3-1,-1 3-292,-1 3 1,2 5 0,-1 0 0,-1 2-245,-2 3 1,-2 2-1,-2-1 1,-3-5 0,-4-2 55,1-1 1,-4-11 0,5 1-154,-1-6 0,0-6 0,-2-10 1,5-11 48,3-8 1,4-1-1,3-13 61,5-1 1,3-2 0,4-1 0,1-1 0,4 1-433,2 0 1,-4 4-1,4 4 1,-1 4-355,1 4 0,-4 9 0,3 1 0,-1 8 820,-3 5 0,-9 5 0,-3 1 0</inkml:trace>
  <inkml:trace contextRef="#ctx0" brushRef="#br0" timeOffset="3466">1264 1454 9020,'12'7'0,"1"3"0,4 4 344,0 1 1,6 5 0,3 2-785,2 1 0,2-3 0,1 4 0,-1-2 0,2-4-1255,3-1 1695,-10-8 0,11 4 0,-13-4 0</inkml:trace>
  <inkml:trace contextRef="#ctx0" brushRef="#br0" timeOffset="4066">1839 1379 7853,'0'-11'285,"0"1"0,2 7 0,1 0 0,4 6 44,1 7 0,-3 10 0,6 6 0,0 4-194,3 5 1,1 4 0,0 6 0,0 1-36,0-1 0,-1-5 1,-2-3-41,-2-5 1,-7 0 0,4-11-109,0-3 0,-13-8 0,1-5 0,-6-3-43,-4-2 0,-2-5 0,-4-2 0,-2 0 55,-1 1 1,-4 1 0,4 5 49,1 0 0,1 1 0,7 3 0,1 2 0,2 3 144,2 3 1,7 6 0,-2 2 0,5 1-134,5 0 0,3-4 0,8 3 0,-1-3-267,0-2 1,7 1 0,1-3-1,2-1-292,1-2 0,-1-7 0,5 2 0,0-5 12,1-5 1,-1-3 0,-1-9 0,-2-5 521,-2-8 0,-7 0 0,3-6 0,-6 4 0,-5 2 0,-4 5 0,-6 1 0,0 2-35,0 4 0,-1 3 0,-4 5 0,-5 4 514,-4 5 1,4 9 0,0 6-1,0 6 355,2 3 0,1 4 1,7 5-518,0-1 1,0 6 0,1-10 0,5-2 0,5 0-161,8-1 0,-1-13 0,8-1 0,0-6-154,3-4 1,-4-7 0,-3-5-170,-5-6 0,0-6 1,-12-6-1,-2 0 1,-3-1 44,-5 1 1,-3 5 0,-9 1 0,-2 2-68,-1 4 0,-5 3 1,3 5-1,0 3-446,0 0 1,2 6 0,5-5-1054,0 5 467,7 1 1220,1 7 0,14 1 0,1 7 0</inkml:trace>
  <inkml:trace contextRef="#ctx0" brushRef="#br0" timeOffset="4399">2354 1742 7853,'8'-2'-376,"-2"-3"1,-3 4 0,0-3 1144,2 8 0,2-1 0,-4 7 0,2 2-281,-1 1 1,4 4 0,1 3 0,1 5-387,0 4 1,-5-2 0,3 2 0,1 3 15,-1 0 0,-5 0 0,2-4 1,-3-1-97,-2-2 0,0-6-290,0 1 1,0-12-1,0-8-88,0-8 1,0-14 0,0-8 0,0-9 82,0-5 1,0-1-1,2 0 1,3-1 212,5 1 0,3 6 0,3 4 0,-1 4 99,0 6 1,0 3 0,0 9 158,0 3 1,6 5 0,-1 11-1,-3 8 1,-4 8-15,-3 6 0,-2-1 0,4 9 0,-3-4-253,-3-2 0,-1 0 1,-3 0-1,1-1-854,3-4 1,-1-3-1349,-5-7 2271,0-6 0,-7-3 0,-2-6 0</inkml:trace>
  <inkml:trace contextRef="#ctx0" brushRef="#br0" timeOffset="4648">3005 1091 7667,'14'-10'0,"-3"1"95,-1 3 770,-6 1 1,3 6 0,-7 6 0,0 6 12,0 6 1,-7 6 0,-3-3 0,-4 2-692,-1 3 1,0 1 0,2 2 0,1 2-60,2 4 1,0-4-1,-6 5-942,1 0 1,5-10-1,2 3 1,1-3-2177,4-4 1,3-4 2989,5-14 0,3-13 0,7-16 0</inkml:trace>
  <inkml:trace contextRef="#ctx0" brushRef="#br0" timeOffset="4799">3096 1227 6727,'15'-8'1778,"-6"3"-947,-4 10 1,1 10-1,-1 10 1,-1 4-517,-3 1 0,4 7 0,1 3 0,-1 6-450,1 4 1,-4-1 0,5 5-1,-2 0-619,0 0 0,0-9 1,-7 2-1,-3-3-805,-5-7 1,-5-10 1558,-5-7 0,-4-10 0,-6-3 0</inkml:trace>
  <inkml:trace contextRef="#ctx0" brushRef="#br0" timeOffset="4915">2945 1833 7853,'0'-15'195,"1"0"263,4-1 1,-3 1 0,5 2 0,-1 1 181,5 2 1,7 0 0,4-5 0,1 0-727,4-1 1,7 0 0,3-3 0,2-1 168,3 1 1,-3-3-84,1 2 0,0 0 0,6 5 0</inkml:trace>
  <inkml:trace contextRef="#ctx0" brushRef="#br0" timeOffset="5532">3959 1409 7853,'-10'-14'61,"0"4"0,0 4 0,-4 7 1,3 4 350,0 5 0,8 11 0,-2 5-271,3 8 1,4 5-1,5 6 1,6 1-1,7 1-86,4 3 0,1-8 0,5 2 0,2-7 156,4-8 0,-3-7 1,4-12-485,-5-5 1,2-17 0,-10-12 0,-1-11-14,-3-10 1,-3-14 0,-3 0-1,-4 0 269,-5 0 0,-4 4 0,-1 11 0,-1 5 383,-4 9 0,1 13 1,-4 14-232,1 6 1,-3 12-1,5 10 1,2 4 0,1 3-219,2 3 0,5 2 0,2 4 1,1-4-576,4 0 1,1-7 0,3 2 0,-1-7-563,0-3 1220,0-2 0,7-5 0,1 1 0</inkml:trace>
  <inkml:trace contextRef="#ctx0" brushRef="#br0" timeOffset="5765">4534 1394 8041,'11'0'1003,"-3"1"-673,-1 4 1,4 6 0,0 9 0,2 5-19,2 4 0,-1 3 0,-3 1 1,-2 4 61,-2 2 1,-2 1 0,-5 4-319,0-4 1,-9 2-1,-4-6 1,-7-3-135,-4-1 1,0-5 0,-2-5 0,2-8-752,2-6 1,2 2 0,5-5-288,0-1 0,6-10 0,4-5 1116,3-8 0,9 2 0,2-4 0</inkml:trace>
  <inkml:trace contextRef="#ctx0" brushRef="#br0" timeOffset="5998">4746 1681 7632,'31'-8'-99,"-6"-5"0,-1 4 1,1-1 683,3 0 0,-6 0 0,7-5 1,-6 0-196,-4-1 1,-4 1-1,-5 0 1,-3 0-277,0 0 1,-7 5-1,-2 1 1,-12 1-55,-9-1 0,-6 6 0,-1-2 1,0 3 105,-1 2 1,6 14-1,2 8 58,1 10 0,3 5 0,9 5 0,5-2 0,3 2 72,2 2 0,12-4 1,7-3-1,8-5-461,10-8 0,6-7 1,8-7-516,4-5 1,8-12-1,-1-10 1,-7-10 0,-4-6 679,-7-1 0,-9 9 0,2 3 0</inkml:trace>
  <inkml:trace contextRef="#ctx0" brushRef="#br0" timeOffset="6481">3717 2302 7770,'-10'-15'-72,"0"0"0,0 0 1,-6 1-1,1 3 353,0 0 1,0 10 0,0 1 0,0 10 144,0 8 0,1 8 0,4 9 0,5 5-250,3 4 1,2 0-1,0-2-192,0-2 0,7-6 1,3 1-1,4-3 1,2-3 23,5-4 1,-5 2-1,5-7 1,-5 0-101,0 2 0,-3 0 0,-3 5 63,-5-2 1,2-1-1,-2 3 1,-3-4 0,-6-1-50,-6-3 1,-3-1 0,-2-1 0,-1 0-155,1-4 0,0-8 1,2 2-905,3 0 0,3-7 1136,7 0 0,0-14 0,0-9 0</inkml:trace>
  <inkml:trace contextRef="#ctx0" brushRef="#br0" timeOffset="6698">3974 2772 7853,'29'-7'0,"-4"-3"174,-5-4 1,2-1 0,-2-2 0,-1-3 141,-2-5 1,-4-4 0,-3-1 0,-5 0 1,-3-1 1,-2 5 0,-2-1-1,-4-2-199,-10 2 1,-6 9 0,-8 1 0,0 7 101,0 3 1,-1 9-1,3 9 1,1 8-41,2 6 0,6 5 0,1 6 1,6 4-244,7 4 1,3 1 0,5 1 0,6-1-698,6 1 0,10-8 0,0-2 0,4-6-79,1-5 1,7-3 0,4-9 131,2-2 1,3-6 705,-1-10 0,-6-11 0,-2-7 0</inkml:trace>
  <inkml:trace contextRef="#ctx0" brushRef="#br0" timeOffset="6931">4322 2605 6331,'0'-15'1019,"0"6"0,0 9 0,0 11 0,2 4-724,3 5 0,-1 3 0,4 8 0,0-1-102,1 0 1,-4 1-1,3-1-5,-1 0 1,-2-5 0,-5-1 0,0-2-1,0-4 462,0-1-475,0-8 0,0-26 1,0-15-722,0-7 0,0-3 0,0-2 0,0 2-200,0 2 0,5 5 0,2-6 0,1 1 81,4 1 0,-4 2 0,3 7 0,-1-1 665,-2 1 0,5 7 0,-4 1 0</inkml:trace>
  <inkml:trace contextRef="#ctx0" brushRef="#br0" timeOffset="7364">4565 2408 7853,'8'20'0,"-3"1"42,-3-3 0,3 1 0,2-1 0,-1 4 301,1 2 0,5-3 1,-4 6-1,2 2-457,1-2 0,-1 0 0,5 1 0,0-1-450,0-2 0,0-11 0,0-1 331,0-4 1,-1-18-1,-4-11 1,-5-8 172,-3-8 1,-2-2 0,0-6 0,0 2 84,0 1 1,0 8-1,0-1-98,0 7 0,0 4 0,0 4 73,0-1 0,1 6 0,4 9 0,-1 10 0,6 4 0,3 1 36,6 0 1,-2-5 0,3 4-1,-2-3 286,3-2 0,-8-3 1,6-1-1,-1 0 126,-1 0 1,-5-1 0,-2-4-1,0-5 8,-2-4 0,4-1 0,-7 0 0,-2 0-293,-1-1 0,-2 1 1,-2 0-293,-3 0 0,-5 7 0,-8 3 199,-2 3 0,-6 4 1,6 3-1,2 6 1,1 8 153,2 6 0,5 9 0,1 3 0,2 2-29,4 3 0,3-4 1,5 3-592,5 1 1,5 0 0,6-2 0,2-6-1,4-6-712,3-2 0,-6-15 0,8-2 0,-2-13 1108,-3-11 0,-7-7 0,9-15 0,-6-1 0</inkml:trace>
  <inkml:trace contextRef="#ctx0" brushRef="#br0" timeOffset="7597">5155 2438 7853,'0'-15'1148,"-5"5"1280,0 0-1976,0 7 1,5 3 0,2 10 0,1 5-201,2 5 0,5 4 0,-5 6 1,0 2-393,2 3 1,-5-3 0,3 4 0,-3-3-296,-2 3 1,0-9 0,-2 3 0,-3-3 317,-5-4 1,1-6 0,-1-8 290,-2-3 1,6-4 0,1-10 0,3-9-11,2-5 0,2-3 1,3-7-1,5-4-114,3-4 0,7 1 0,1-1 0,-1-2-661,2-2 1,0-1 0,5-1 0,-4 1-1091,-1-1 1701,-2 8 0,-5-6 0,0 5 0</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48:42.985"/>
    </inkml:context>
    <inkml:brush xml:id="br0">
      <inkml:brushProperty name="width" value="0.08" units="cm"/>
      <inkml:brushProperty name="height" value="0.08" units="cm"/>
    </inkml:brush>
    <inkml:brush xml:id="br1">
      <inkml:brushProperty name="width" value="0.06" units="cm"/>
      <inkml:brushProperty name="height" value="0.06" units="cm"/>
    </inkml:brush>
  </inkml:definitions>
  <inkml:trace contextRef="#ctx0" brushRef="#br0">122 53 8744,'-13'-9'-119,"1"0"0,1 1 239,0-1 0,1 3 0,-2 1 1,3 1 411,0 2 1,0 1 0,1 2-257,3 2 0,-2 2 1,4 5-1,1 2 1,2 2 21,3 3 0,3 0 0,4 1-153,2-1 1,3 1-1,-3-1 1,1 1-1,0-1-707,1 1 0,-2 0 0,1 2 0,-1 0 463,-4 0 0,0-2 0,-5 0 0,-1-1 185,-2 1 0,-3-1 0,-3-1 0,-2-3-164,-1-1 0,-3-7 1,-2 4-234,0-2 1,2-3-1,3-1 1,0-2 273,0-1 0,1 0 1,-1 0-1</inkml:trace>
  <inkml:trace contextRef="#ctx0" brushRef="#br0" timeOffset="248">228 272 10034,'8'-12'0,"2"-1"-83,2 0 0,-2 1 1,4-2-1,-1-2 298,-3-1 1,0 2-1,-1-1 1,-1-1 70,-3-2 1,-1 6-1,-5-4 1,-2 3-249,-2 0 1,-3 4-1,-2 2 1,-2 4 21,-2 3 1,0 2 0,1 2 0,-1 4 123,0 7 1,7 1 0,-2 9 0,2 1 198,2 3 1,1 0 0,4 0 0,0-2-539,0 0 0,4-4 1,2 3-142,2-3 0,4-1 1,3-5-1,2-1 269,0-3 1,4-3 0,2 0-1</inkml:trace>
  <inkml:trace contextRef="#ctx0" brushRef="#br0" timeOffset="381">403 0 8881,'-5'9'880,"1"1"0,4 3 0,0 4-614,0 5 0,4 2 0,2 1 0,1 3 283,2 2 1,-3 0-520,0 2 1,0-4-1,2 2 1</inkml:trace>
  <inkml:trace contextRef="#ctx0" brushRef="#br0" timeOffset="514">359 272 8728,'-4'-9'400,"3"0"0,-2 1 0,2-1 191,1 0 1,2 0-1,3 1 1,4 2-459,0 0 0,5 1 0,2-2 1,3 1-1983,4-1 1812,-1 4 0,7-5 0,-2 3 1</inkml:trace>
  <inkml:trace contextRef="#ctx0" brushRef="#br0" timeOffset="909">858 88 16250,'-4'-8'0,"-1"1"-332,0 1 0,-2 6 0,4 0 379,-2 8 1,3 5 0,-1 5 0,2 3-207,1 2 0,1 0 0,1 0 0,2 1-476,0 2 0,3-1 0,4-2-99,1-2 1,0-4 0,-1-2 668,1-4 1,3-5 0,-1-2 0</inkml:trace>
  <inkml:trace contextRef="#ctx0" brushRef="#br0" timeOffset="1148">963 210 8432,'-4'-2'474,"-2"4"0,2 4 1,1 9-1,3 0-101,3 2 0,2 1 0,5-1 1,2 1-193,2-1 1,1-3-1,0-4 1,2-3-259,-2-4 0,1-2 0,0-3 0,-1-4-141,-3-5 1,-6-9 0,-3-2 0,-3-2 33,0 1 1,-3 3 0,-4-3-1,-4 2 535,-4 1 1,2 5 0,-1 1-1,1 2-165,-1 1 0,3 4 1,0 2-1,1 1-439,1 2 1,4 2-1,2 3-470,2 3 1,2 3-1,2 2 118,3 0 618,2 5 1,5-6 0,0 2 0</inkml:trace>
  <inkml:trace contextRef="#ctx0" brushRef="#br0" timeOffset="1449">1129 123 8612,'0'-5'914,"0"3"0,0 7 0,0 5-627,0 2 1,3 3 0,0 2-1,0 2-83,1 1 1,-3-1 0,3 1 0,-1-1-24,0-2 0,-1-2 1,-2-2-1,0 0-593,0-2 0,1-5 329,2-3 1,-2-7 0,2-5 0,-2-6-86,-1-4 0,3-2 0,1-4 1,0-2-75,0 0 0,2-1 0,-2 4 0,-1 3 26,1 3 247,3 3 1,-3 6 0,2 7 0,-2 10-1,-1 8-211,0 7 1,1 2 0,-3 1 0,3 0-71,1 1 1,0-4 0,2-2 0,-1-1 81,1-4 0,0-5 170,2-2 0,4 0 1,0-4-1</inkml:trace>
  <inkml:trace contextRef="#ctx0" brushRef="#br0" timeOffset="1698">1357 123 8612,'-6'-8'239,"0"1"425,-1 2 0,3 3 0,-1 0-270,1 4 1,-2 2-1,3 5 1,1 1-226,1 2 1,1-2 0,0 4 0,1-1-36,2-3 1,1 3-1,3-1 1,-1-2-433,0 0 0,-1-4 0,1 0 1,1 0-1,1 2 0,0 4 0,0 1 491,-2 0 0,1 2 1,-4 3-1,-1 2 0,-1 1 85,-1 1 1,0 2-1,0 1 1,-1-1-156,-2 0 1,-2-8 0,-4 1 0,0-4-775,1-2 1,2-2-1,0-3-2560,-1-3 3193,3-2 0,-4-1 0,4 0 0</inkml:trace>
  <inkml:trace contextRef="#ctx0" brushRef="#br0" timeOffset="1931">1462 429 8612,'17'-12'369,"-3"2"0,-1-3 0,-1 1 140,3-3 0,-1-1 0,-1-3 0,0 0-184,-3-2 0,0 0 1,-2 2-1,-2 1-521,-3 1 1,-2 9 0,-2 0 0,-2 3 208,-3 3 0,-5 2 0,-1 3 0,-1 3 178,0 1 1,1 6 0,2 1-36,1-1 0,0 7 0,5-2 0,0 3 0,0 1-239,2 0 1,1-2 0,2-1 0,2-2-944,3-2 1,-1-2 0,3 1 0,2-5 1011,0-2 1,3-5 0,1 2 0</inkml:trace>
  <inkml:trace contextRef="#ctx0" brushRef="#br1" timeOffset="2148">1628 333 8528,'0'-9'519,"0"3"140,0 1 1,0 4-114,0 1 1,3 5-1,0 6 1,0 4-412,1 1 0,-3 2 0,2-1 1,-2 1-183,-1-1 0,0 1 0,0-2 0,0 0-7,0-1 0,-1-5 0,-2 1 1,-2-3 44,0-2 0,-2-5 0,4-1 0,0-5-1,0-3 1,2-5-1,-1-1 1,4-4-156,3-2 1,3 0 0,2-2 0,1 0-455,0-1 0,5 0 0,-2-2 0,3 0-1395,1 2 2014,-1 7 0,1-4 0,-1 6 0</inkml:trace>
  <inkml:trace contextRef="#ctx0" brushRef="#br1" timeOffset="2699">2215 105 8372,'-9'-8'62,"0"-1"1,1 1 648,-1 2 1,4 3-314,2 6 0,2 6 0,1 7 0,1 4-179,2 6 0,1 1 0,3 3 1,-2-1 35,2 0 0,-3 0 1,0-2-1,-1-2-170,0-2 1,1-4 0,-2-6-462,1 0 1,-1-5 0,-5-5 79,-3-2 0,-2-4 1,-2-1-1,-1-1 1,-4-2-107,-1-1 1,-2 1 0,1 1 0,2 3 377,0 2 1,5 2 0,-2 2 93,2 3 0,2 5 0,3 4 0,3 2 1,4 3 105,3 0 0,4 2 0,3-3 1,2 1-398,3 0 1,0-3-1,1-2-128,0-3 1,1-6 0,0-4 0,0-2-1,0-3-522,0-6 0,-4-5 871,0-6 0,-4-3 0,1-3 0</inkml:trace>
  <inkml:trace contextRef="#ctx0" brushRef="#br1" timeOffset="3198">2302 316 8408,'-8'-5'392,"2"1"1,0 5-111,-1 2 0,3 3 1,1 4-1,2 3-76,1 0 1,3 1 0,1 2 0,1-2-374,2 2 1,1-4 0,0 0-1,2-2-59,2-1 0,-3-4 0,3 0 0,-2-1 20,-1-2 1,-1-5 0,1-4 0,0-4 27,0-7 0,-4 0 0,0-6 1,-1 0 147,-2-1 1,-1 2-1,-1 4 1,0 3 200,0 5 0,1 2 1,1 4-1,1 5 108,-1 5 0,0 8 0,0 3-233,1 4 1,3 3 0,-3-2 0,1 1 0,1-1-218,0-1 1,1-5-1,3-1-464,-1-2 0,1-4 0,0-5 0,0-4 635,-1-5 0,-2-3 0,-1-9 0,0 0 0,0-3 0,-2 2 0,2-4 0,-1 2 0,-2 2 0,-2 4 0,0 3 0,0 3 679,0 0-378,0 4 1,0 2 0,0 6 0,0 4 0,1 3 330,2 5 1,-2 2 0,3 1-1,-1 1-436,0 2 1,0 0 0,-3-1-48,0 0 1,0 4 0,0-4 0,-1-2 0,-2-1-181,-3-2 1,1-8 0,1 2 0,-1-2-20,0-2 1,3-2 0,-1-7-124,2-5 1,1-7-1,0-5 1,1-1 0,2-3 18,3 0 1,1-2-1,2-1 1,1-2-566,2 2 0,-2 5 0,5 2-384,0 3 0,1 4 1103,-1 3 0,1-3 0,-2 0 0</inkml:trace>
  <inkml:trace contextRef="#ctx0" brushRef="#br1" timeOffset="3465">2731 246 8372,'-11'5'153,"1"1"1,1 0 164,2-1 0,1 3 0,-2-3 0,1 3-71,1 1 0,3 1 0,-2 1 1,1 4-175,2 2 0,2-3 0,0 0 1,3-1-328,3 1 0,2-4 0,1-2 0,0-4 17,-1-3 1,2-2 0,1-3 0,0-5-73,0-8 0,-1-1 1,-2-5-1,-2 2 124,0 2 0,-3 1 1,2 3-1,-1 4 431,-2 1 284,-1 5 0,-1 5 0,0 6 0,0 3-509,0 2 0,0 0 0,0 3 0,0-2-533,0-1 0,1-2 1,2-3-151,3-3 0,-2-4 0,2-4 662,1-4 0,1-9 0,1-1 0</inkml:trace>
  <inkml:trace contextRef="#ctx0" brushRef="#br1" timeOffset="3614">2845 175 8165,'8'-16'0,"-2"1"-452,-3 4 1,-2 1 1038,-1 1 0,0 5 1,0 4-181,0 5 0,3 6 0,-1 2 0,0 0-139,-1 3 0,2 1 1,0 3-1,0 1-119,1 1 1,-3-1 0,3 1 0,-1 1-310,0-1 0,0-2 0,-3 3 1,0-1-1048,0 1 1,0-7 0,0 2 1206,0-2 0,-8-3 0,-2-1 0</inkml:trace>
  <inkml:trace contextRef="#ctx0" brushRef="#br1" timeOffset="3897">2828 403 8158,'-4'-9'-199,"3"1"1,-2-1 794,2 0 0,2 0 1,1 0-529,1-3 0,4 5 0,-2-2 0,3 2-43,1-1 0,0 0 1,-1 2-1,2 2-397,2 0 0,-2 3 0,1-2 1,-1 3-370,-1 0 0,-1 0 0,1 0 703,0 0 0,-3-3 51,0 0 1,-3 0 241,2 3 1,-3 1 15,1 2 1,-2-1 0,-1 3 0,0 2 20,0 1 0,0 4 0,0-1 0,0 1-380,0 1 0,3-3 1,0 4-1,-1-1-419,-1-3 0,2 0 0,1-1 507,1 0 0,0-5 0,4 0 0</inkml:trace>
  <inkml:trace contextRef="#ctx0" brushRef="#br1" timeOffset="4032">3038 246 8290,'-3'-6'-14,"0"0"1,-1 4 325,1-1-829,2 2 1,-2 1 0,6 1 516,3 2 0,2 2 0,0 4 0</inkml:trace>
  <inkml:trace contextRef="#ctx0" brushRef="#br1" timeOffset="4564">3090 254 8022,'-6'0'531,"1"0"0,3 5 1,-1 3-1,2 4-248,1 1 1,0 3 0,0 3 0,0 2-202,0-2 1,4-1 0,0-4 0,2-2-215,0-2 0,0-6 1,3-2 40,0-4 1,-4-3 0,0-7 0,-1-4-82,-2-3 0,-1 2 0,-1-1 0,-1 0-19,-2 3 0,1 3 0,-3 0 1,1 3-553,2 0 0,-1 3-601,0 0 1344,0 4 0,7-1 0,1 2 0,3-2 0,1 2 0,0-3-3,0 0 0,-4 3 1,1-2 294,1 2 0,-2 2 0,0 2 0,-1 3 234,-2 2 0,0 0 1,-1 2-1,2 2-134,-1 2 0,0 0 1,0 0-1,1 2-120,-1 1 1,2 0-1,-1 0 1,0-2 0,1 0 1,-3-5 0,2 2-380,-2-2 1,-1-4 0,0-2 65,0-3 1,0-3 0,1-8 0,0-3-122,2-4 1,1-2 0,-2-4 0,2-1-14,1-2 0,-2 4 0,3 2 0,0 4 352,-2 1 1,1 6-209,-2 0 1,1 6-1,3 8 1,-2 5-372,-1 2 1,2 6 0,-3 2-1,1 0-670,0-2 1,3-3 0,-1-2 1070,2 0 0,0-2 0,1-6 0,0-2 0,-3-2 0,-1-2 0,-2-2-165,-1-2 1,0 0 646,1-1 0,-1 4-482,4-1 0,0 2 0,3 1 0</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49:38.983"/>
    </inkml:context>
    <inkml:brush xml:id="br0">
      <inkml:brushProperty name="width" value="0.06" units="cm"/>
      <inkml:brushProperty name="height" value="0.06" units="cm"/>
    </inkml:brush>
  </inkml:definitions>
  <inkml:trace contextRef="#ctx0" brushRef="#br0">418 58 7324,'0'-7'-695,"0"0"1,0-1 628,0 1 0,0-1 0,0 1 2299,0 0-1183,0 3 1,0 1 0,0 6-745,0 2 0,0 5 1,0 5-1,-1 4-105,-1 5 0,1 3 0,-1 4-337,1 1 1,-2 3 0,0-1 0,0 1 0,-1 1-621,0 1 1,2-8-1,-1 1 1,0-7-1854,1-7 2609,0-9 0,2-3 0,0-8 0</inkml:trace>
  <inkml:trace contextRef="#ctx0" brushRef="#br0" timeOffset="483">168 389 8893,'1'7'212,"2"0"1,-2 4 0,2 2-1,0 4-51,2 5 1,2 4 0,-1 3 0,0 1-167,-1 2 1,0-4-1,4 0 1,1-4-85,-1-3 1,-1-6 0,0-2 0,0-4-7,2-5 1,-2-4 0,2-4-1,-1-5 80,0-4 1,-1-3 0,3-7 0,-1-2-84,0-2 0,0 1 0,-1 0 0,1 0-224,-1 0 1,-1 3 0,0 1-537,-1 4 0,0 4 858,1 4 0,-1 4 0,0 6 0</inkml:trace>
  <inkml:trace contextRef="#ctx0" brushRef="#br0" timeOffset="966">80 844 7842,'-9'1'0,"-2"1"62,0 3 0,2 3 0,-1 1 0,2 4 130,0 1 0,3 4 0,1 0 0,1 2-57,1-1 0,2 0 0,3 1 0,3-4 41,2-3 0,1-2 1,4-5-1,0-1-389,1-2 1,0-6 0,1-2 0,0-2-192,-1-3 0,-1-1 0,-2-4 248,0 0 0,1-1 0,-2 1 0,-1 1 1,-1 1 144,-1 5 1,1-1 0,-1 8 403,0 4 1,0 5 0,-2 9 35,-3 3 1,-1 6 0,-1 3 0,-1 0 0,-1 2 199,-3-1 0,-2 0 0,0-2-426,0-3 0,-3 1 0,0-8 0,0-2 1,0-5-272,1-2 1,-2-3 0,1-1-868,-2-3 0,4-5 0,0-3 0,3-3-403,1 0 0,0-3 1338,1 0 0,2-2 0,-2-1 0</inkml:trace>
  <inkml:trace contextRef="#ctx0" brushRef="#br0" timeOffset="1249">308 1035 8153,'7'3'0,"1"-1"291,-1 0 1,1-1 0,1-1 0,2 0-57,0 0 1,-1-4 0,1-1 0,0-4-37,-2 0 1,-1-4 0,0 0 0,-2-1-181,-1-4 0,-2 0 0,-3-4 1,-1 0-126,-1 0 0,-5 3 0,-2 3 0,-1 5 246,-1 4 1,2 4 0,-2 2 0,0 5 50,2 6 0,4 4 0,0 3 0,0 4-121,1 2 1,0 1 0,4 2 0,0-1-295,0-1 1,1 0-1,2-2-135,2 1 0,4-1 0,1-7 0,2-2 1,1-2-316,1-5 1,0-3 0,1-8 673,0-5 0,-1-10 0,1-2 0</inkml:trace>
  <inkml:trace contextRef="#ctx0" brushRef="#br0" timeOffset="1382">536 785 8032,'0'-3'940,"1"4"1,0 5-586,2 6 0,0 3 0,-1 4 0,2 5-293,1 4 0,1 0 1,-1 6-1,1-2-476,-1-1 0,0-3 0,-2-3 1,-2-2-663,0-4 1,-1-6 1075,0-3 0,-6-2 0,-3-1 0</inkml:trace>
  <inkml:trace contextRef="#ctx0" brushRef="#br0" timeOffset="1515">477 998 8611,'0'-7'470,"0"0"0,1 2 0,1 1 0,4 0-91,3 0 0,1-1 0,4-3 0,3 1-783,3 0 0,1-1 0,6-1 0,-1-2-2444,3-1 2848,-5 0 0,12-2 0,-6-1 0</inkml:trace>
  <inkml:trace contextRef="#ctx0" brushRef="#br0" timeOffset="2016">1109 807 7841,'-5'-4'190,"0"2"733,-1 1 1,0-1-489,-2-1 1,1 1 0,0 2-1,-1 0 1,1 1-136,0 4 0,0 3 1,1 8-1,2 2-244,1 4 1,1 3 0,2 5 0,0 0 41,0 2 1,3-4 0,2 2 0,1-1-690,2-4 1,2-3 0,2-5-1,1-3-542,1-5 1,-1-7-1,5-3 1,-3-6 1132,0-7 0,-1-7 0,1-5 0</inkml:trace>
  <inkml:trace contextRef="#ctx0" brushRef="#br0" timeOffset="2232">1241 866 8133,'-7'4'568,"-1"4"0,3 0 0,1 4 1,1 2-131,1 2 1,2 1 0,3 5 0,2 0-252,1-2 1,5-1 0,1-5-1,2-2-194,1-2 0,2-5 1,0-5-1,-1-4-298,0-5 0,-5-6 0,-1-4 0,-3-4 41,-2-2 1,-2 3-1,-3-2 1,0 1 150,-3 0 1,-1 2-1,-4 3 1,-2 2 13,-2 2 1,-2 7-1,0 0-213,2 3 1,-1 2 0,2 2 0,1 1 0,2 1-1858,1 3 2169,1 5 0,2 1 0,1 4 0</inkml:trace>
  <inkml:trace contextRef="#ctx0" brushRef="#br0" timeOffset="2415">1432 785 7841,'2'10'0,"1"1"389,-2 0 1,3 1-1,-2 3 1,1 1 121,0 4 1,-1-2 0,2 7-1,0 1-120,0 5 1,-2-2 0,2 3-1,0 1-631,-3-2 0,2-5 0,0 1 0,-1-6-1353,-2-4 0,0-5-816,0-2 2409,-3-8 0,-4-6 0,-5-8 0</inkml:trace>
  <inkml:trace contextRef="#ctx0" brushRef="#br0" timeOffset="2615">1432 859 7841,'3'-22'70,"1"2"1,4 3-1,-1 2 146,0 4 0,1 4 1,1-3-1,2 2 151,0 0 1,-1 4 0,2 2 0,-1 1 49,1 1 0,-3 2 0,0 2 0,-1 5-35,-3 4 1,-2 1 0,-4 8 0,-1 1-202,-3 3 1,-2-4 0,-1 1-1,-2-1-59,-2-2 0,1 0 0,-1-2 1,1-2-1260,2-3 1,-1-7 0,0 1-631,1-3 0,2-6 1767,2-5 0,2-4 0,3-3 0</inkml:trace>
  <inkml:trace contextRef="#ctx0" brushRef="#br0" timeOffset="2815">1623 756 7841,'-5'7'0,"0"1"439,-1-1 0,2-2 0,0 0 0,1 1 631,1 0 0,2 1 0,0 0 0,4-1-705,3-1 1,4-1 0,3 3 0,2-1-604,1-1 0,-2 0 1,3 1-1,-2 0 46,1-1 0,-3-4 0,1 2 0,0-2-2329,-2-1 1,-2-1 2520,1-2 0,-3-1 0,2-3 0</inkml:trace>
  <inkml:trace contextRef="#ctx0" brushRef="#br0" timeOffset="2981">1836 705 8095,'-5'2'948,"0"1"0,0 1-355,1 2 0,0 4 0,2 2 0,-1 3-115,-1 2 1,2 3 0,-2 7 0,0 4-229,3 4 1,-1-2 0,0 5 0,0-2-838,0-1 0,2-3 1,0-2-1,0-3-714,0-5 0,2-8 0,1-1 1301,1-4 0,1 4 0,3-5 0</inkml:trace>
  <inkml:trace contextRef="#ctx0" brushRef="#br0" timeOffset="3516">2211 749 7841,'-4'-4'0,"-1"1"4,-4 2 1,0 1 0,0 0 174,0 0 1,2 1 0,0 2-1,-1 2 1,1 2 745,0 3 1,3 3 0,1 5-761,2 5 1,5 4-1,1 2 1,2 2-1,3 0-217,2-1 1,3-7-1,1-4 1,2-5 17,1-5 1,-3-7 0,1-6-1,-1-7-402,-2-6 0,-1-5 0,-3-3 0,-2-4 143,-4-1 0,-2 3 0,-2-3 1,-1 1 325,-1 1 1,-3 6 0,-5 1 0,-3 4 133,-3 3 1,0 7 0,-1 0 0,2 4-210,0 4 0,3 2 1,3 5-1,1 1-433,0 1 1,4 3 0,2 0 0,4 0-215,3 2 0,2-3 689,3 1 0,2-4 0,2 1 0</inkml:trace>
  <inkml:trace contextRef="#ctx0" brushRef="#br0" timeOffset="3698">2504 565 7758,'-7'0'-28,"-1"1"1,-1 1 0,-1 3 417,1 2 1,1 4 0,1 5-1,3 5 551,1 5 1,2 2 0,1 2 0,1 3-779,2 2 1,1-3 0,3-1 0,0-3-602,1-1 1,-1-3-1,0 0 1,1-2 5,-1-2 1,0-3-1,0-5 432,-2-2 0,-2-2 0,-3 0 0</inkml:trace>
  <inkml:trace contextRef="#ctx0" brushRef="#br0" timeOffset="3831">2387 888 7841,'0'-5'1057,"1"1"0,2 0-575,4 0 0,4-1 0,4-2 0,3 0-1009,4-1 0,4-2 0,6-3 527,-1-1 0,4 0 0,-1-1 0</inkml:trace>
  <inkml:trace contextRef="#ctx0" brushRef="#br0" timeOffset="4248">2894 697 7841,'-5'-7'203,"0"0"0,1 2 0,-2 1 367,1 0 0,4 3 0,-2 4-349,2 4 0,5 5 0,0 5 0,3 3-191,0 4 0,1 0 0,-1 2 0,0 1-68,1 1 1,-3-2 0,-1 4 0,0-3-638,0-1 1,-3-4 0,2 1 0,-2-2-32,-1-4 1,-1-5-1,-2-3 706,-1-3 0,-3-3 0,-4-9 0,0-2 0</inkml:trace>
  <inkml:trace contextRef="#ctx0" brushRef="#br0" timeOffset="4448">2886 829 7841,'12'-23'-747,"-2"2"1,-1 1 1102,0 1 0,3 5 1,2-3-1,1 1 89,0 0 0,0 7 0,-2 2 0,0 3-129,0 2 1,-7 2 0,1 3 0,-3 3 22,-3 2 1,0 5 0,-1 3-1,-1 2-75,-1 1 1,-2 0-1,-3 3 1,-2-2-290,0 0 1,-2-2 0,-1 2 0,1-3-328,1-1 1,1-3 0,0 0 0,0-3-745,2-2 0,2-3-328,0-1 1,7-5 1423,0-2 0,4-9 0,1-3 0</inkml:trace>
  <inkml:trace contextRef="#ctx0" brushRef="#br0" timeOffset="4831">3107 683 10083,'4'3'378,"-2"3"0,0 3-260,0 3 1,0 5-1,3 3 1,1 2-72,0 2 0,2-1 1,1 1-1,2-2-123,0-2 1,-2-2 0,1-5 0,-1-2-123,1-4 1,-4-5-1,1-3 1,-1-7 121,1-5 1,-3-4 0,-2-4 0,0-3-61,1-1 1,-3 1 0,3-3 0,-2 2-13,-1 1 0,0 7 62,3 3 0,1 9 121,3 5 0,0 6 1,-1 10-1,-2 0 1,2 1 67,1 0 1,-1-2 0,0-1 0,-1-1-33,1-1 1,0-3 0,1 0 0,1-3 190,-1-4 1,0-1 0,1-2 0,-2-1-29,-1-3 0,-1-5 0,-2-2-616,0-2 1,1-1 0,-3-2 0,0-1 0,0 0-307,0 0 0,0 1 1,0 3-1,0-1 688,0 0 0,3 1 0,1-1 0</inkml:trace>
  <inkml:trace contextRef="#ctx0" brushRef="#br0" timeOffset="5132">3474 492 7841,'0'17'131,"0"-1"0,0 1 422,0 1 0,1-1 0,0 3 1,3 0 6,0 2 1,1-3 0,2 0 0,0-1-308,1-2 1,-1-3-1,0-1 1,-2-3 80,0-2-712,-3-3 0,-2-7 0,-6-1 0,-3-1-7,-3 0 0,0 3 1,1 0-1,0 1 215,-1 1 1,3 1-1,-1 1 1,2 4 355,1 3 1,3 2-1,1 4 1,3 1 16,3 1 1,2-2 0,4 2 0,1-2-199,2-3 1,-2-2 0,2-5-1,1-3-398,1-1 0,0-4 1,1-2 319,0-1 1,-1-5 0,2-1 0,-1-2 0,1 0-352,-2 2 424,-1-2 0,2 2 0,-1-2 0</inkml:trace>
  <inkml:trace contextRef="#ctx0" brushRef="#br0" timeOffset="5264">3746 705 7841,'0'7'716,"-1"0"1,-1 1 0,-1-1-99,-1 0 1,2 2 0,-3-1 0,0 3-307,1 1 0,-2 1 0,3 4 0,-1 3-124,1 4 1,-2-1-1,2 4 1,-1-1-1141,-2 0 1,2-5-1,0 0 952,1-2 0,-6 1 0,1-1 0</inkml:trace>
  <inkml:trace contextRef="#ctx0" brushRef="#br0" timeOffset="6047">639 1498 7841,'-8'-10'0,"0"0"191,-2-2 1,1 6-1,-2-2 1,0 3 88,2 0 1,1 2-1,1 3 1,-1 1-79,1 1 0,2 7 1,1 5-1,1 6-71,1 4 1,1 2-1,2 3 1,2 0-10,2 1 1,-1-2-1,3-1 1,2-2-269,2-2 0,1-7 1,3-2-1,-1-4-103,1-3 0,0-7 1,1-7-1,-1-6 14,-1-3 0,-4-6 0,0-4 0,-2-2 78,-1-1 0,-2 4 0,-1-2 0,0 5 137,-3 2 1,0 5 291,-1 5 1,0 6 0,0 5 0,1 6-67,1 4 0,0 4 1,3 2-1,1 3-353,0 1 1,1-2 0,1 0-267,-1-1 1,1-1-1,-2-2 1,0 0-1,-1-2 413,0 0 0,-1-3 0,-1-2 0</inkml:trace>
  <inkml:trace contextRef="#ctx0" brushRef="#br0" timeOffset="6381">874 1491 8016,'0'8'370,"0"2"1,0-1 0,0 5-1,0 3-109,3 0 1,-1 4 0,2 3-1,0 1-15,0 1 1,-2-2 0,3 0 0,1-1-101,0-1 0,-1-6 0,-1-2 0,0-2-291,1-3 0,-3-4 1,2-4-1,-1-3-114,-1-6 1,0-6 0,-1-5 0,2-3 1,-2-3 1,1-1 0,0-3 0,0 0 209,0 2 0,1 1 0,0 3 0,0 1 173,1 4 1,1 5 0,0 4 200,2 3 1,-2 10-1,0 7 1,0 6-127,-1 5 0,2-2 0,-1 5 0,2-2-373,0 2 0,-2-2 0,0 0 0,0-1-470,2-3 1,-2-6 0,0-1 2,0-6 0,2-4 0,0-7 639,-3-5 0,0-10 0,-4-2 0</inkml:trace>
  <inkml:trace contextRef="#ctx0" brushRef="#br0" timeOffset="6664">1138 1366 7761,'3'8'-18,"-1"2"1,1-1 0,-1 5 0,1 3 606,1 4 0,1 1 0,2 6 0,1 3-135,-1 2 0,1-3 0,-1 0 0,0-2-230,1-2 1,-1-8 0,-1-5-399,-1-1 0,-2-3-81,-6-4 0,-2-5 1,-4-4-1,-1 0-291,-2 1 0,0 0 0,-3 0 0,1 2 509,-1 0 0,3 4 1,1 2-1,2 2 331,3 3 1,3 2-1,2 5 1,2 1-51,4 1 1,5-5-1,2 2 1,3-2 33,2-4 1,-1-4 0,2-4 0,-1-2-361,0-2 1,-3-8-1,5-5 1,-1-4-529,-1-4 1,-4 0 0,-2-4-1,0-1 610,1 0 0,0 2 0,3 0 0</inkml:trace>
  <inkml:trace contextRef="#ctx0" brushRef="#br0" timeOffset="7097">1674 1402 7820,'0'-4'962,"-2"0"-533,-1 3 1,4 6 0,4 8 0,2 5-172,0 4 1,1 4 0,1 6-1,2 3-309,0 3 1,-2 0 0,1 0 45,-2-3 1,-1-2 0,-2-4-1,-3-4-1099,-1-3 1,-1-6 0,-1-7 1103,-1-3 0,-3 0 0,-2-2 0</inkml:trace>
  <inkml:trace contextRef="#ctx0" brushRef="#br0" timeOffset="7240">1667 1696 7820,'0'-7'175,"0"0"0,0-1 0,0 1 67,0 0 1,3 2 0,2 0 0,2 0-63,3 1 1,2 0 0,2 2 0,1 0-305,0 0 0,-1 1 1,2 0-1,0 0-2802,1-2 2926,-3 1 0,0-1 0,-2-2 0</inkml:trace>
  <inkml:trace contextRef="#ctx0" brushRef="#br0" timeOffset="7515">1895 1542 7820,'0'10'316,"0"0"0,0 0 0,0 0 1,0 1-80,0 1 0,2 3 0,1-2 0,-2 2-34,0 1 0,0 2 0,0 3 0,2 0-99,-1 1 0,-2-5 0,1 3 0,1-4 99,0-1 1,1-4-209,-3-1 1,-4-6-1,0-5-17,0-5 1,0-5 0,3-4-1,-2-3 62,2-1 1,0-3 0,1-2 0,1-1 40,1-1 1,2 4 0,3-1-202,1 2 1,-1-1-1,0 4 1,2 3-1,0 1-519,4 2 0,1 3 0,3 0 0,1 3-1732,0 4 2371,-1-2 0,4 3 0,-2-2 0</inkml:trace>
  <inkml:trace contextRef="#ctx0" brushRef="#br0" timeOffset="7981">2181 1608 6312,'0'-7'373,"-2"2"0,-1 0 983,2-1-1160,0 3 1,1 1-1,0 4 1,1 3 30,1 1 1,0 5 0,2 1 0,0 3-254,0 2 0,-2 2 1,2 2-1,0 0-181,-3-2 1,3-3 0,-2 1 0,0-4-1950,-1-3 2156,-1-6 0,0-4 0,0-4 0</inkml:trace>
  <inkml:trace contextRef="#ctx0" brushRef="#br0" timeOffset="8127">2211 1527 7716,'0'-5'-175,"3"1"1,-2 3-1,4 1-218,1 4 1,1 2-1,0 2 393,0-1 0,4 0 0,0 1 0</inkml:trace>
  <inkml:trace contextRef="#ctx0" brushRef="#br0" timeOffset="8397">2365 1476 8141,'-10'2'0,"0"2"295,1 0 0,-1 1 0,0 4 0,1 2 40,1 0 1,0 2 0,2 1 0,1 2-6,2 1 1,3-1 0,0 1 0,4-2-435,3 0 0,1-4 0,4-1 183,2-2 1,-1-4 0,3-1 0,0-3 0,1-4-555,0-6 0,-4-2 0,-2-8 0,1 0 38,-1-2 0,-4-2 0,-1-1 1,-1 1 458,-1-1 0,-2 7 0,0 0 0,-1 3 723,-1 4 1,0 7-501,0 4 0,-2 6 0,-1 7 0,1 3-60,2 4 1,2-2-1,1 0 1,1-2-918,2-1 0,-2 1 1,1-5-1,1-1-1713,0-3 2445,2-4 0,2-3 0,2-5 0</inkml:trace>
  <inkml:trace contextRef="#ctx0" brushRef="#br0" timeOffset="8563">2600 1314 8800,'0'6'1154,"0"1"1,0 2-759,0 4 1,0 5-1,1 8 1,1 5-204,3 5 1,1 3 0,-1 5 0,0-1-550,1-2 1,-2-9-1,1 0 1,0-5-1202,-1-4 1,3-11 1556,-3-2 0,3-7 0,0 1 0</inkml:trace>
  <inkml:trace contextRef="#ctx0" brushRef="#br0" timeOffset="9130">3121 1483 7716,'-3'-9'56,"-2"2"0,-1 1 0,-2 0 444,1 1 1,-4 2 0,0 4-74,0 4 1,1 1 0,5 6-299,2 1 1,0 2 0,1 1 0,1 1 0,2 0 30,1 1 0,4-5 1,0 1-1,2-2-467,2 0 0,2-4 0,-2-1 1,2-3 134,1-4 0,1 0 0,0-4 0,-1-3-132,-1-4 0,-2-6 0,1-4 0,0-3 182,-2-3 1,-2 2 0,-1 2 0,-2 2 120,-1 4 1,0 5 0,-3 4 237,0 8 1,0 6 0,2 13-1,1 5-213,1 3 1,-1 2 0,1 4 0,0 0-224,0-2 1,1-6 0,2-2 0,1-2-89,-1-6 0,-2-3 0,0-5 287,1-2 0,0-5 0,1-4 0</inkml:trace>
  <inkml:trace contextRef="#ctx0" brushRef="#br0" timeOffset="9447">3364 1424 7843,'0'5'392,"0"0"0,0 2-182,0 2 1,0 2-1,0 5 1,0 1 44,0 2 1,1 3 0,0 0 0,3 0 26,0 0 0,-2-3 0,2-1-285,-1-2 0,2-1 1,-1-6-1,0-2-240,1-4 0,-1-5 0,-1-5 1,-1-3 202,1-5 1,0-7-1,-1 0 1,1-2-98,1-1 0,-2 2 0,3-2 1,-1 3 147,0 0 1,-2 5 0,2 3 0,0 4 265,0 3 0,0 5 1,1 7-1,-1 5-118,-1 6 0,0 3 1,3 6-1,-2 1-210,-1 0 0,2-1 0,-2-3 1,1 0-963,-1-3 0,3-4 558,-1-5 0,1-7 0,1-5 1,0-8-1,-2-7 455,-3-5 0,-1-3 0,2-8 0,1 0 0</inkml:trace>
  <inkml:trace contextRef="#ctx0" brushRef="#br0" timeOffset="9713">3569 1322 7716,'5'-8'133,"-2"3"0,-2 1 188,1 1 0,1 4 1,3 5-1,-1 3 35,1 3 1,-2 4-1,1 2 1,0 1-169,2 1 1,-2-1-1,-1 0 1,0-1-108,0-2 1,-2-3 0,0-1-180,-1-2 0,-2-3 1,-1-5-1,-4-1-139,-3-1 1,0 2-1,-3 2 1,-1 0 160,-1 1 1,2 5 0,1 2 0,2 1 226,2 1 1,5 0 0,0 5 0,1 0-18,1 0 0,3-3 0,3 0 0,3-3 73,3-3 1,2-5-1,1-3 1,0-5-452,2-4 1,-1-5 0,1-7 0,-2-4-648,0-2 1,-4 0 0,-2-1 890,-3 1 0,1-3 0,-3 2 0</inkml:trace>
  <inkml:trace contextRef="#ctx0" brushRef="#br0" timeOffset="10395">1131 2108 7716,'1'7'586,"1"-1"1,3 0-327,1-1 1,5 0 0,1 2-1,2-2 19,1 0 0,2-3 1,0 0-1,0-2-348,1-2 0,-5-3 1,1-4-1,-3-2-153,-5 0 0,-1-2 0,-3-3 0,-1 1 35,-5 1 0,-1 3 1,-9 1-1,-3 1 186,0 2 0,-1 5 0,0 0 0,0 4 202,1 3 0,1 5 0,0 4 0,2 4 244,2 3 1,3 1 0,3 4 0,1 0-174,3 0 1,4-2 0,4 0 0,3-1-52,3-1 1,2-3 0,0-1 0,2-2-237,1-5 0,-1-2 1,4-5-1,0-1-1411,-2-2 0,1-8 1,-3-3-1,1-3 428,-3-5 0,0-1 998,-5-6 0,1 2 0,-3-2 0</inkml:trace>
  <inkml:trace contextRef="#ctx0" brushRef="#br0" timeOffset="10645">1388 2100 8280,'0'8'299,"2"0"0,1 1 1,-1 2-181,1 3 1,-1 0-1,2 6 1,-1 1-88,-1 2 0,1 0 0,0 2 0,-2-3 151,0-3 0,-1-1 0,0-6-45,0-2 1,0-6 0,-1-5 0,0-6-128,-2-4 1,-2-5-1,2-2 1,0-2 38,0-3 1,0 1 0,3-2 0,0 1-47,0 1 0,0 0 0,1 0 1,1 2-385,3 0 0,2 5 0,0 0 0,1 5-332,-1 2 0,3 3 1,0 1-1,-1 0 712,2 3 0,-3 6 0,3 4 0</inkml:trace>
  <inkml:trace contextRef="#ctx0" brushRef="#br0" timeOffset="11395">1564 2086 7345,'3'7'0,"-1"1"256,0 2 0,-2-1 0,0 2 0,0 2 267,0 0 0,0 1 1,0 5-1,-2-1-266,0-2 0,-1 1 0,3 0 1,0 2-65,0-1 0,-1-2 1,0-5-1,-2 0-199,2-2-97,0-4 1,1-6 0,0-6 0,0-2 3,0-3 1,0-3-1,0-2 1,0-2-14,0-2 1,2 3 0,2-1 0,0 0-368,1 0 0,2 5 0,0 0 0,1 0-109,-1 0 0,1 4 0,1 2 0,2 1 588,0 1 0,-2 3 0,1 1 0,-1 1 0,1 1 0,-5 1 0,3 1 0,-3 3-8,-1 2 0,0 0 1,-4 1-1,0 0 207,0 2 0,-1 1 1,-1 4-1,0 0 434,0 2 0,1 0 0,1 2 0,0 2-156,0 3 0,0-3 0,1 0 0,2-2-344,2-3 1,2-4 0,2-3 0,1-3-266,2-4 1,0-8 0,2-6 0,-1-5-140,-1-4 0,-5 0 0,-1-5 0,-2-1 85,-2 1 1,-1 3 0,-1 0 0,-2 4 58,-3 4 0,0 6 1,-7 0-1,1 3 349,-1 3 1,3 3 0,-3 0 0,1 2-392,-1 1 1,6 1 0,-1 0 0,2-1-674,1 0 1,3 2 360,1-2 0,4-1 0,3-2 0,1 0 481,2 0 0,-2-1 0,2-1 0,-1-3 0,1-2 0,-2 2 0,3 1 0,-2-2 0,1-1 0,1 3 0,-2 2 0,1 1 253,2 1 1,-3 1 0,0 1 0,0 3 468,-2 2 1,0 3-1,1 2 1,-1 0-258,0 0 0,1 3 1,-2 3-1,0 1-270,-1 1 1,-4 1 0,2 0 0,-2 1-149,-1 0 0,0-4 0,-1 3 0,-2-3-67,-1-4 1,0-3 0,-1-4-1,-1-2-25,-1-3 1,2-2 0,1-2 0,1-4 68,2-3 1,0-3 0,1-6 0,0-1 142,0-2 0,1-4 1,1 1-1,3 0-72,1 1 1,4 2 0,1 1 0,0 0-467,2 0 1,2 1-1,1 0 1,2 1-490,1 2 1,1 0-1,1 2 1,0-1 859,1 0 0,-2 0 0,6 1 0</inkml:trace>
  <inkml:trace contextRef="#ctx0" brushRef="#br0" timeOffset="11928">2563 2012 7745,'0'-5'35,"0"0"89,0 0 0,-1-2 1,-1 1 174,-3 1 0,-2 1 0,-1 4 1,-2 0 150,-2 0 1,-2 1-1,0 2 1,-1 3-68,0 6 0,3 4 0,1 8 0,0 4-42,2 3 1,4 1-1,3 4 1,2 2-191,2 2 0,3-4 0,5-2 0,2-4-444,2-6 1,1-9 0,3-2-1,1-4-661,2-5 0,-1-2 0,0-4 0,0-3-22,1-5 0,1-3 1,-1-5 975,-4-1 0,3-6 0,-4-1 0</inkml:trace>
  <inkml:trace contextRef="#ctx0" brushRef="#br0" timeOffset="12278">2842 2027 8054,'-14'0'0,"-1"0"519,0 0 1,1 3 0,0 3 0,1 3-216,0 3 0,4 4 1,0 2-1,0 4 131,2 1 1,3-2 0,2-3 0,2-2-435,2-2 1,3-5 0,4-2-1,2-4-285,3-2 1,-2-4-1,4-3 1,1-3 86,1-3 1,-2-5 0,1-2 0,-1-1-303,-1-2 1,0 4 0,1-4-1,-1 4 301,-1 1 0,-3 5 0,0 3 0,0 4 499,-2 5 0,-1 10 1,-2 9-1,0 6 387,-1 7 0,-3 4 0,0 2 1,-1 2-120,-1 1 1,-3-2-1,-2 1 1,-3-2-337,-1-5 0,0-5 0,-4-4 0,0-4-202,-1-3 1,-1-5-1,-1-3 1,-2-3-492,2-4 1,0-4 0,-1-4 0,0-3-629,1-3 0,6-3 1,4-2-1,2-3 1088,2-4 0,1-2 0,1-3 0</inkml:trace>
  <inkml:trace contextRef="#ctx0" brushRef="#br0" timeOffset="12894">3165 2108 7559,'0'-12'-97,"0"2"0,0 5 0,-2 0 0,-1 0 557,-1 1 0,1 1 0,-1 3-105,1 3 1,0 2-1,3 4 1,1 4-164,2 1 1,1 4 0,3 1 0,1 2-96,2-2 1,2 2 0,1-2 0,0 1-289,0-1 0,0-3 1,3-1-1,1-6-45,0-3 0,-2-4 0,0-5 0,-1-4 95,-2-5 1,1-6-1,-4-5 1,-3-5 97,-2-2 0,-3 0 1,1-2-1,0 1 190,0 2 1,-1 8 0,-1 2 165,0 5 0,0 11 1,1 8-1,0 7 72,2 7 1,2 1 0,-2 7 0,1-1-283,2 0 0,-2-2 0,0 2 0,0-3-302,0-2 1,0-3 0,2-3 0,-1-3-129,0-2 1,-1-7 0,1 2-1,1-3-2821,1-2 3148,-3-3 0,-1-1 0,-3-4 0</inkml:trace>
  <inkml:trace contextRef="#ctx0" brushRef="#br0" timeOffset="13177">3503 2174 7745,'8'0'166,"-1"0"0,0 0 0,1-1 0,0-1 188,2 0 1,-1-1 0,2 0 0,1-2-77,-1-1 1,0-4 0,2-1 0,-1-1-96,-2-3 0,-1-1 1,-4-4-1,-2 1-312,-2 0 0,-2 1 0,-2 4 0,-2 1 189,-4 1 1,-3 6-1,-2 1 1,-1 5 73,0 5 1,3 4 0,0 8 0,2 1 219,1 4 1,1-1-1,1 5 1,2 0-106,3 0 1,1-1 0,1 0 0,1-1-454,1-3 0,5-3 0,3 0 0,2-3-528,1-3 1,2-7 0,1-2 0,1-3-77,-1-3 0,1-4 0,-2-6 1,1-3 807,-2-4 0,-5-1 0,2-1 0</inkml:trace>
  <inkml:trace contextRef="#ctx0" brushRef="#br0" timeOffset="13511">3819 1953 7745,'-2'-5'-67,"-1"1"0,-2 1 1,2-1-1,-1 1 875,-2 1 0,0 1 1,-2 1-421,1 0 1,1 1-1,1 2 1,1 1-261,1 3 1,2 4 0,-1 1 0,2 2-39,2 0 1,2 1-1,4 0 1,-1 0-13,0-1 0,1 1 0,-1 0 1,1-1-253,-1 1 1,-1 0 0,-1-1-1,-2 1 182,-2 0 1,-1-1-1,0 0 1,-2-1-37,-3 0 0,0-2 0,-5 1 0,0-2-23,0-2 0,-2-3 1,2-1-1,1-1-1297,1-1 0,1-3 891,2-4 0,3 0 0,5-8 457,5 0 0,2-1 0,5 0 0</inkml:trace>
  <inkml:trace contextRef="#ctx0" brushRef="#br0" timeOffset="13777">3944 1909 7202,'-3'-4'353,"-1"1"1,-4 3 50,1 0 0,2 0 0,1 1 0,1 1-71,1 3 1,1 5 0,1 2 0,0 3-157,0 2 0,4 1 0,3 2 0,2 0-121,0 0 1,2-1 0,-2 1 0,0-1-53,-1 0 0,-1 0 0,-2-4 0,-3 1 25,-1-2 0,-2-1 0,-1 1 0,-3-1-103,-2-1 1,-3-3 0,-2 0-1,0-3-305,0-1 1,3-3 0,-1 0-1,2-1-327,1-1 0,3-1 0,1-1 0,2-4 706,1-3 0,0 1 0,4-9 0,0 1 0</inkml:trace>
  <inkml:trace contextRef="#ctx0" brushRef="#br0" timeOffset="13912">4040 2064 7745,'3'7'273,"-2"3"1,1 0 0,-1 2 118,-1 1 1,0 1-1,0 0 1,0 1-874,0 0 0,0-4 0,-1-1-775,-1-2 1256,1-4 0,-6-1 0,3-3 0</inkml:trace>
  <inkml:trace contextRef="#ctx0" brushRef="#br0" timeOffset="14043">4025 1924 7745,'-5'0'23,"0"0"0,3 1 227,0 1 0,2-1-250,2 2 0,3 1 0,2 0 0</inkml:trace>
  <inkml:trace contextRef="#ctx0" brushRef="#br0" timeOffset="14345">4135 1953 7745,'0'8'85,"0"-1"0,0 1 268,0 2 0,0-1 1,0 2-1,0 2-80,0 1 0,1-3 1,1 5-1,1 1-18,1-2 0,-2 1 0,0-2 1,0 1-117,0 0 1,-1-3 0,2-1-104,0 0 0,-2-5-93,2-6 1,-3-4 0,0-6 0,0-3 0,0-4-313,0-2 1,0-2-1,0-1 1,0 2 138,0 0 0,0 3 0,0-2 0,0 2 97,0 0 0,1 5 0,1 2 157,0 2 1,4 1 0,-1 4-119,2 6 0,0 4 0,0 9 0,1 0-252,-1 1 1,-2 3 0,0-1 0,0 1-187,2-1 0,-2-2 532,0 0 0,0-5 0,2-1 0</inkml:trace>
  <inkml:trace contextRef="#ctx0" brushRef="#br0" timeOffset="14678">4341 1895 7855,'-5'4'0,"0"3"178,-1 1 1,0 0 0,-1 3-1,1 0 97,2 1 1,1-2-1,-1 1 1,1 0 326,1 1 0,1-3 1,2 0-1,1-3-660,0-1 0,5-3 0,-1 0 0,3-2-15,0-2 1,0-3 0,0-4-1,1-2-323,-1 0 1,-1 2-1,-1-1 1,-1 2-213,2 1 1,-5 3-1,4 1 453,0 2 0,-2 5 1,0 5-1,-1 4 1439,-1 6 0,-2 6 1,1 2-1,-1 2-600,-1 3 0,-1-1 1,-1 2-1,-3 1-417,-2-1 0,-1-4 0,-2-1 0,-1-5-411,-1-4 0,-1-3 1,0-5-1,-1-4-657,0-3 0,0-8 1,2-3-1,2-4-674,2-3 0,3-4 1,1-2 1474,0-1 0,2-4 0,2-2 0</inkml:trace>
  <inkml:trace contextRef="#ctx0" brushRef="#br0" timeOffset="14893">4517 1777 7745,'7'1'470,"1"1"1,-3 2-1,0 4 1,0 0 369,2 2 1,-1 1 0,0 5-1,-1 1-79,1 2 0,-2 1 0,0 2 0,0 2-296,0 2 1,-2 3 0,0 0-1,-2 3-330,-2 1 1,-3 0 0,-4 3 0,-3-2-982,-2 1 0,3-6 0,-5-2 0,-1-4-732,2-3 0,-1-5 1,2-4 1577,-1-3 0,-3 1 0,-1-5 0</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50:04.875"/>
    </inkml:context>
    <inkml:brush xml:id="br0">
      <inkml:brushProperty name="width" value="0.06" units="cm"/>
      <inkml:brushProperty name="height" value="0.06" units="cm"/>
    </inkml:brush>
  </inkml:definitions>
  <inkml:trace contextRef="#ctx0" brushRef="#br0">23 508 7745,'-4'3'456,"-1"-3"0,1 3 1,0-1 254,0 0 1,3 0-506,1-2 1,3-2 0,6-3 0,2-3-371,4-3 1,1-2-1,3-2 1,1-2-147,2-1 1,-1-2 309,5-2 0,-5 0 0,4-4 0</inkml:trace>
  <inkml:trace contextRef="#ctx0" brushRef="#br0" timeOffset="581">433 104 7745,'0'-7'477,"0"1"0,0 3 1,0 3-1,0 4-155,0 4 0,0 2 1,0 4-1,0 1-244,0 4 0,1 1 1,1 5-77,0 1 1,2 0 0,-2 2 0,0 0 0,-1 0-433,1 2 1,-1-3 0,1 0 0,-1-3-725,2-3 0,-3-6 1154,2-2 0,-1-1 0,-1 0 0</inkml:trace>
  <inkml:trace contextRef="#ctx0" brushRef="#br0" timeOffset="780">433 296 7823,'0'-6'605,"0"-1"0,0 1 0,0-1-111,0 1 1,3 0-1,2 1 1,1 2-320,3 0 1,1-1-1,2 1 1,2 0-686,1 0 1,-1-1-1,3 1 1,0-1-761,0-1 0,1 0 1270,-3-2 0,-1-2 0,-1-1 0</inkml:trace>
  <inkml:trace contextRef="#ctx0" brushRef="#br0" timeOffset="973">729 1 7825,'-7'6'0,"1"1"102,-1 2 0,3-1 0,0 3 0,1 0 659,-1 1 1,3 2 0,-1 1-1,1 2-367,1 1 0,0 5 0,0 1 0,0 3-491,0 0 1,0 0 0,0 3 0,1-2-400,1 1 0,-1-7 1,4 0-1,0-3-130,0-3 0,2-5 1,0-3-1,1-3-1069,0-3 1695,4-1 0,-2-7 0,2-1 0</inkml:trace>
  <inkml:trace contextRef="#ctx0" brushRef="#br0" timeOffset="1298">915 142 7886,'-4'-6'340,"-2"-1"0,1 4 1,-3 1-1,0 1 288,1 1 0,-1 1 0,1 1 1,-1 5-234,0 3 0,5 2 1,-4 1-1,2 2-153,2 3 0,0 1 0,3 1 0,0 2-333,3-2 0,0-2 0,4-4 0,1-3-387,1-2 1,2-3 0,0-2-1,2-5-59,2-5 1,-2-6 0,2-6 0,-1-2 254,-2-4 1,1-1 0,-1-2 0,0 1 296,-2 1 1,-2 2 0,1 2 358,-2 6 1,-3 7-1,-2 8 67,-2 6 0,-2 8 1,-1 3-1,1 1-172,-1 2 1,1-1-1,2-1 1,0 0-537,0-3 0,0-2 1,0-1-1,0-1-768,0-3 1,2-3 0,3-1 0,0-2 1034,2-3 0,-1-1 0,1-5 0</inkml:trace>
  <inkml:trace contextRef="#ctx0" brushRef="#br0" timeOffset="1615">1216 97 7886,'-4'-8'56,"-1"0"1,0 2 449,0 1 0,0 0 1,1-1-1,-1 2-80,0 2 0,0 2 1,2 3-1,0 3-294,1 4 1,2 5 0,0 2 0,0 2-85,0 0 1,3 0 0,2 1-1,2-1-69,1 0 1,1-2-1,-3 0 1,1-1-78,-1 0 1,0-1-1,-1 1 1,-2-1 69,0-1 1,-1-2 0,-5 3 0,-3-1-17,-2-1 0,-3-3 0,1 0 0,-1-3-202,0-4 1,1 1 0,0-2-1,1-1-433,2-3 0,3-2 0,2-5 0,2-1-1154,0-2 1833,2-1 0,2-6 0,2-1 0</inkml:trace>
  <inkml:trace contextRef="#ctx0" brushRef="#br0" timeOffset="1931">1351 1 7886,'-4'3'1104,"1"1"0,1 4 1,0 2-661,1 2 1,0 1 0,1 6 0,0 3-196,0 2 1,0 3 0,0 1 0,0 1-108,0 0 0,0 0 0,0-5 1,0-1-374,0-2 0,0-8 236,0 0 0,3-9 0,1-6 0,2-7-609,0-4 0,1-7 1,-1-2-1,0-2-22,1 1 1,1 2-1,1 0 1,-1 4 529,2 4 1,-3 5 0,1 5 393,0 0 1,-2 9-1,0 8 1,1 5-1,-2 5-48,0 4 0,0-2 0,-3 2 1,-1-2-510,0 0 0,-1-6 1,0-3-1,-1-4-2386,-1-2 2645,1-5 0,-7 0 0,1-2 0</inkml:trace>
  <inkml:trace contextRef="#ctx0" brushRef="#br0" timeOffset="2434">587 803 7958,'0'-10'0,"0"0"-2,-2 1 1,-2 2-1,-2-1 377,-1 0 1,1 3 0,-1 0 0,1 4 13,0 2 1,-1 4 0,1 3-1,1 4-98,1 2 0,3 2 0,-1 4 0,1-1-124,1 0 1,1-2 0,1 0 0,2-2-303,2-1 1,2-1-1,2-3 1,-1-3 38,3-4 0,1-3 0,1-3 0,2-4-217,0-6 0,-2-4 1,1-5-1,-3-3 75,-2-1 0,-2 3 1,0-1-1,-2 3 700,-2 5 73,-3 4 1,2 10-1,-5 7 1,0 8-250,1 6 1,0 6 0,1 2 0,0 0 0,1 0-379,1-2 0,-1-4 1,3 1-1,1-3-977,1-2 0,1-6 0,1-6-130,1-1 1,2-6 0,-1-5 1198,0-5 0,-1-4 0,-2-3 0</inkml:trace>
  <inkml:trace contextRef="#ctx0" brushRef="#br0" timeOffset="2731">825 732 9484,'0'7'861,"0"2"1,0 2-610,0 3 0,0 4 1,0 2-1,0 2-66,0 1 0,2-2 0,0 0 0,0-3-417,1-1 0,-2-5 1,4-2 1,-3-10 0,2-8 0,0-5-28,0-6 1,2-3-1,-3-4 1,2-1 51,-1 0 0,0 1 0,2 0 1,1 2 284,-1 2 1,1 6 0,-1 4 0,1 4 182,-1 5 1,-1 2 0,0 4 0,1 4-89,-1 5 0,-1 4 1,1 4-1,-1 1-306,1 0 0,-1 1 0,-1-2 1,1 0-287,-1-2 1,2-5-1,1-1 1,1-4-1187,-1-2 0,0-5 1603,-2-3 0,4-5 0,0-6 0</inkml:trace>
  <inkml:trace contextRef="#ctx0" brushRef="#br0" timeOffset="3031">1101 559 8085,'0'-4'580,"2"3"0,0 2-64,-1 4 1,1 4 0,-1 4 0,2 4-80,1 4 1,0 0-1,2 5 1,-2 1-205,1 2 0,-3 0 0,1-3 0,0-2-337,-1-3 0,-2-6 0,0 0 0,0-4-211,0-2 0,-2-5 1,-3-2-1,0-2-122,-2-2 1,-1-1-1,-1-2 1,1 1 102,-2 2 0,3-1 0,-1 3 0,0 1 574,2 1 0,3 5 0,0 3 1,3 3 106,3 2 1,0-1-1,4 1 1,2-2-154,1 0 0,0-5 1,1-2-1,1-3-260,2-1 1,-2-8 0,1-5 0,-1-5 5,0-5 0,-1 0 1,-1-3-692,-1-1 0,-1 0 0,-4 4 0,-2 2 751,-1 4 0,-1 1 0,0 1 0</inkml:trace>
  <inkml:trace contextRef="#ctx0" brushRef="#br0" timeOffset="3465">664 1213 7770,'0'-6'0,"0"-1"241,0 1 0,0 2 0,-2-1 0,-1 1 206,0 1 0,1 0 1,-3 3-1,0 0-26,0 3 1,-2 3-1,1 5 1,-1 4-30,1 5 1,0 0 0,-1 6 0,1 2-374,-1 3 0,4 0 0,1-1 0,1 2-289,1 1 1,1-4-1,1-1 1,2-4-311,2-5 1,3-9 0,2-2 0,2-5-345,2-6 1,-1-7 0,2-9-1,1-6 924,-1-4 0,-2-4 0,2-5 0</inkml:trace>
  <inkml:trace contextRef="#ctx0" brushRef="#br0" timeOffset="3710">780 1271 7958,'-3'10'0,"-1"2"0,-1-1 0,0 2 0,0 2 0,4-1 0,-1 5 0,1 1 1171,1 0 0,1-2 0,2-2 0,3 0-804,4-2 0,2-3 1,1-3-1,1-3-536,1-3 1,-2-3 0,2-3-1,-1-6 1,1-6 0,-4-2 0,-1-5 0,-4 1-165,-1-1 1,-4 0 0,1 0 0,-2 3 183,-2 2 0,-1 6 0,-5 0 0,0 2 170,-3 2 0,-1 4 0,0 2 0,1 1-137,0 1 1,1 1-1,-1 1 1,2 2-67,0 2 0,4 1 0,1-1-2890,3 0 3072,1 1 0,5-1 0,3 1 0</inkml:trace>
  <inkml:trace contextRef="#ctx0" brushRef="#br0" timeOffset="4165">902 1232 10460,'0'8'568,"0"0"1,0 3 0,0 4 0,0 3-301,3 2 1,-3 3-1,3 3 1,-1 0-55,0 2 0,1-4 1,-1 1-1,1-3-321,0-3 1,-1-6 0,0-5-271,1-3 1,-2-6 0,2-6-1,-1-5 173,0-4 0,0-6 1,-1-2-1,0-2 81,1-2 0,3-2 1,0 2-1,0 1 59,2 1 0,0 3 0,1 2 1,1 3 161,1 4 1,0 6 0,1 3 0,-1 5 165,0 5 0,-2 3 0,-2 9 0,-1 3 156,-1 2 1,0 1 0,1 3 0,-2 0-85,0-1 1,1-1 0,-1-2-1,-2-2-221,0-1 1,1-2 0,0-1-885,-1-3 280,0-3 0,-1-13 1,1-5-1,0-8 1,1-4-130,0-4 1,1-2-1,0 0 336,0 0 0,1 0 0,3 5 0,-1 0 420,1 1 0,-1 4 0,1 3 1,1 5-1,1 3 301,-2 3 1,1 5 0,-2 5 0,0 5-173,1 3 1,-3 1 0,0 2 0,-1 0-93,1 1 1,-2-3 0,1-1 0,1 0-2351,0-2 0,-2-3-1100,2 0 3275,0-6 0,0-8 0,-1-8 0</inkml:trace>
  <inkml:trace contextRef="#ctx0" brushRef="#br0" timeOffset="4564">1293 1207 9142,'4'1'1775,"-2"1"1,-2 3-1215,0 2 0,0 4 1,1 5-1,1 3-234,3 4 1,-1 2-1,1 1 1,3 1-477,-1 3 0,0-3 0,-1 4 0,-1-3-946,-1-3 1,-2-4 0,2-1 0,-2-4 6,0-6 0,-2-5 0,-2-3 0,-3-4 1088,-3-5 0,0-3 0,-2-4 0,1-2 0,1-3 0,1-2 0,0-4 0,1-1 0,0 0 0,2 3 0,2 0 0,1 0 0,1-2 0,0 2 0,1-3 0,1 1 176,2 1 1,3 6 0,1-5 0,3 3 545,1 3 0,2 4 0,0 1 0,2 2-98,0 2 0,0 4 1,1 3-1,-4 4-265,-4 6 0,-4 5 0,-2 3 1,0 2 98,-1 0 1,-2 1-1,0 0 1,-3 1-304,-1-1 1,-2-1-1,-2 2 1,-1-3-581,-1-1 1,-1-3 0,-1 1 0,1-3-2166,0-1 0,3-6 1461,-1-1 1,6-6 0,4-4 1128,4-2 0,5-6 0,2 0 0</inkml:trace>
  <inkml:trace contextRef="#ctx0" brushRef="#br0" timeOffset="4830">1517 1130 7873,'-6'0'46,"0"1"909,-1 1 1,1 2 0,-1 4 0,1 2-264,0 2 1,0 0 0,2 4-1,1 1-444,0-1 1,3-2-1,0 1 1,3-1-272,3-1 1,1-5 0,1-3 0,1-1-226,1-3 1,-1-1 0,2-5 0,0-3-312,1-4 0,-2-4 0,-2-3 1,-2-2 460,-2-2 1,-1 3-1,2-1 1,-3 3 428,-1 3 1,-1 4-1,0 4-258,0 4 1,0 12 0,0 8-90,0 2 1,0 3-1,0 0 1,2-1-731,0 1 1,1-4 0,-1 0 0,1-3-873,1-3 0,1-6 1618,-3 1 0,3-8 0,-1 0 0</inkml:trace>
  <inkml:trace contextRef="#ctx0" brushRef="#br0" timeOffset="5315">1652 1188 9246,'0'-3'1287,"0"3"1,0 3 0,0 4 0,0 2-1152,0 4 0,1 2 0,0 4 0,1 0-216,0 0 1,-1-4 0,-1 5 0,0-3-40,0-3 0,2 0 130,0-5 1,0-7 0,-2-6 0,0-6 19,0-5 1,0-2 0,1-3 0,0-2-81,1-1 1,3 1 0,0 0 0,0 2-555,2 1 1,0 5 0,1 0 0,1 4-371,1 0 0,-1 2 0,3 1 0,0 2 526,-1 0 1,0 3 0,2 2 0,-3 2 446,-1 3 0,-2 3 0,-1 2 0,1 1-42,-1 0 0,-2-1 0,0 1 0,0-1 629,-1-1 1,-1 0 201,3-3 0,-1 0 0,2-2 1,1-2-93,-1-1 1,0-5 0,-1-1 0,-2-4-400,0-1 1,-1-3-1,-2-2 1,0 0-229,-3 0 0,0 1 0,-4-1 1,-1 2 170,-1 3 1,-1 3 0,1 5 0,1 2 138,1 2 0,1 6 0,0 5 0,2 6-37,2 3 0,1 5 1,2 1-1,1 0 3,2 1 0,5-5 0,3 0 1,3-3-1151,2-2 1,0-7 0,1-2-1,0-6-1116,-3-6 1,-2-5 0,-2-9 1919,-2-3 0,0-3 0,-6-4 0</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50:11.689"/>
    </inkml:context>
    <inkml:brush xml:id="br0">
      <inkml:brushProperty name="width" value="0.06" units="cm"/>
      <inkml:brushProperty name="height" value="0.06" units="cm"/>
    </inkml:brush>
  </inkml:definitions>
  <inkml:trace contextRef="#ctx0" brushRef="#br0">552 488 7958,'0'-6'831,"0"-1"50,0 1 1,-1 2-406,-1 2 1,2 2-1,-3 2 1,3 3-254,0 3 1,0 3 0,0 4-1,0 2-318,0 1 0,0 2 0,0 0 1,0 1-289,0 0 383,3-3 0,-3 4 0,3-3 0</inkml:trace>
  <inkml:trace contextRef="#ctx0" brushRef="#br0" timeOffset="768">770 122 7900,'0'-8'-390,"0"-1"1,0-1 0,0 1 1151,0 1 1,0 1-325,0 1 1,0 3 0,0 3-163,0 3 0,1 9 1,1 3-1,2 3-34,2 4 0,0 1 1,1 4-1,-1 2-27,1 0 1,-1-2 0,1 1-1,-1-2-170,0 0 0,-2-5 0,-1-4 0,-1-2-265,0-5 0,-1-6 99,-6-4 0,1-3 0,-5-3 0,0-1-29,-2 1 1,-1 0 0,0 1 0,0 2 91,-1 0 0,4 1 1,-4 2 158,3 0 1,0 3 0,3 4 0,2 3-1,2 4 66,1 4 1,2 0 0,1 1 0,3 1-265,2-1 1,5-1 0,2-1-312,1-4 0,2-2 0,-2-4 0,3-2 0,0-1-1448,0-3 1856,-3-6 0,8-5 0,-2-6 0</inkml:trace>
  <inkml:trace contextRef="#ctx0" brushRef="#br0" timeOffset="1037">931 308 7900,'-8'14'237,"0"1"1,1 0 0,-2 3 0,2 3 458,1 1 1,2-1 0,2 0 0,2-3-320,2-1 0,5-5 0,3-2 0,1-5-428,2-3 1,-1-2 0,4-5 0,1-4-267,-1-4 0,-3-2 0,0-4 0,0-2 102,-4-1 0,-2-1 0,-3-1 1,-2 1 8,-1 4 1,-2 4 0,-1-1 0,-2 2 113,-2 2 1,-3 6 0,-2 2 0,-1 3-283,-1 3 1,0 2 0,1 3-1,2 0-225,1 2 1,2 0 0,1-2 598,2 1 0,1-1 0,3 3 0</inkml:trace>
  <inkml:trace contextRef="#ctx0" brushRef="#br0" timeOffset="1365">1072 270 7900,'0'6'418,"0"1"0,2-1 166,0 1 1,1 0 0,-2 1 0,2 3-167,1 1 1,-1 2-1,2 1 1,-1 2-244,1 1 0,-1 2 1,0 1-1,-1 0-33,1 0 1,-3-1-1,1-2 1,-1-3-298,-1-5 0,-1-3 2,-1-2 1,1-6 0,-1-6 0,-1-5-128,1-5 1,0-3 0,2-2 0,0-3 164,0-1 0,3 1 0,1-2 0,2 2-166,0 2 0,3 4 0,0 0 1,1 4 263,2 3 1,0 2 0,1 6 0,-1 3 259,1 5 0,0 3 0,0 7 0,-1 1 22,-1 5 0,-2 0 0,-3 4 0,1 1-89,-1 0 0,-2-1 0,-2 0-710,-1-3 0,-1 0 1,0-7-443,0-1 0,0-7 1,0-7-1,-1-5 976,-1-6 0,-2-4 0,-2-3 0</inkml:trace>
  <inkml:trace contextRef="#ctx0" brushRef="#br0" timeOffset="1608">1444 1 9950,'-7'0'781,"1"3"1,-1 3-1,1 2-542,0 2 0,-1-1 0,1 2 1,-1 2-764,1 1 1,0 2-1,1-2 1,2-1 115,0-1 0,1-4 0,5-2-1342,1-3 0,2-2 1750,0-1 0,3-6 0,1-1 0</inkml:trace>
  <inkml:trace contextRef="#ctx0" brushRef="#br0" timeOffset="1848">1508 26 7900,'0'7'0,"0"0"359,0 1 1,0 1-1,0 3 1,0 3 157,0 3 1,1 0 0,0 6-1,1 3-74,0 2 1,-2 2-1,0 1 1,1-1-749,1 1 1,-1-3 0,1 1 0,-1-2-218,-1-3 1,-1-6-1,-1-1 1,-2-4 521,-2-4 0,-1-2 0,1-1 0</inkml:trace>
  <inkml:trace contextRef="#ctx0" brushRef="#br0" timeOffset="2084">1431 392 7846,'0'-7'386,"0"1"0,1 0 0,0-1 1,2 1 87,0-1 1,2 0 0,4-1 0,2-1-114,4-1 1,0-1-1,3-1 1,3-1-789,1 0 0,-1 0 1,1 1-1,-2 1-3161,-3 3 3588,-6 3 0,1 0 0,-2 1 0</inkml:trace>
  <inkml:trace contextRef="#ctx0" brushRef="#br0" timeOffset="2651">20 956 7798,'-7'0'204,"3"0"0,1 1 0,0 1-34,1 2 0,2 3 0,0 1 0,0 4-49,0 2 1,2 3 0,3 4 0,0 1 16,2 1 0,-1 1 1,0 2-1,-1 1-57,-1-2 1,0-4 0,1 0 0,-2-3 93,0-1 0,-1-5-175,-2-2 0,0-6 0,0-6-160,0-3 1,0-7 0,0 0 0,0-5 133,0-1 0,2-4 0,1-2 0,-1 0 49,1 0 0,-2-1 0,3 3 0,-1 0-18,1 1 0,0 3 0,2-1 0,1 6 54,2 4 1,-1 4 0,2 4 0,-1 3 106,-1 4 0,0 7 0,0 4 1,0 2 59,0 2 0,-2 0 0,-1 2 0,0 2-77,0 0 1,-2-4 0,2 0-1,-1-1-236,-1-3 0,3 1 1,-2-5-1,0 0-988,0-3 0,0-3 0,3-3 169,-1-2 0,1-4 0,-2-3 906,0-2 0,-2-3 0,-3-3 0</inkml:trace>
  <inkml:trace contextRef="#ctx0" brushRef="#br0" timeOffset="2934">334 1117 7758,'6'-1'156,"1"-1"0,0 1 0,1-1 0,1 0 223,1 0 0,-1 1 0,1-3 1,0-1-92,0-1 1,-2-3 0,2 0-1,-1-1-119,-1-1 1,-3-1-1,-1-1 1,-1-1-138,-2-1 0,-1 4 1,-2-1-1,-2 2 74,-2 2 1,-3 2-1,1 1 1,-1 4 41,0 2 0,2 4 0,-2 3 1,2 3-21,1 4 1,2 0 0,0 3 0,1 2-53,2 0 0,0 0 0,1-1 0,1 1-426,1-1 0,1-2 1,5-1-1,-1 1-670,2-1 0,2-4 0,-2-2 1,1-3 1019,1-2 0,1-3 0,1-2 0</inkml:trace>
  <inkml:trace contextRef="#ctx0" brushRef="#br0" timeOffset="3178">520 1117 7767,'6'-7'100,"1"3"0,-1 0 0,-1-1 227,2 2 1,-4-2-1,5 2 1,0-1-43,-1-1 0,2 0 1,0-2-1,-1 0-154,2-1 1,-3 0-1,1-3 1,-3 0-47,0-1 1,-4 1 0,1 1 0,-2 1-10,-2 1 0,-2 3 0,-4 1 0,-1 1 101,-1 2 1,2 4 0,-1 3 0,2 4-22,1 2 1,-1 4-1,2 1 1,0 2-12,3 3 0,2-2 0,0 0 1,2-1-417,0-2 0,5-2 1,0 1-1,2 0-639,3-2 0,1-4 0,1-3 0,1-5 286,-1-4 1,0-4 0,0-5-1,-1-4 624,0-5 0,-5-2 0,1-3 0</inkml:trace>
  <inkml:trace contextRef="#ctx0" brushRef="#br0" timeOffset="3448">745 886 8000,'-6'0'1821,"2"3"-1374,1 1 0,3 4 0,0 3 1,0 1-132,3 1 1,1 3 0,4 1 0,0 1-270,0 2 0,-1-4 0,0-1 0,-1-2-259,0-3 1,-1 0 129,-1-4 0,-5-2 0,-2-2 0,-2-1-328,-4-1 1,-1 0-1,-2 0 1,1 0 265,0 2 1,0 2-1,-1 3 1,2 2 263,1 1 0,5 3 0,2 2 0,1 2 100,1 2 0,3-2 1,3-1-1,3 0-65,3-2 0,-2-4 0,3-3 0,-1-2-138,0-3 0,1-1 0,-1-4 1,-2-5-343,-1-1 1,-2-2 0,0-4-1,-2-2-340,0-2 0,-3 0 0,-2 0 665,0-1 0,3-2 0,1 0 0</inkml:trace>
  <inkml:trace contextRef="#ctx0" brushRef="#br0" timeOffset="3930">1161 802 7969,'-3'3'499,"-2"1"0,3 5 1,0 2-266,2 4 0,0 5 0,3 7 1,1 6-3,1 4 0,0-3 0,-1 2 1,1-1-292,1-3 1,-1-6 0,0-1 0,-2-5-982,-1-3 1,-1-6 497,1-2 0,-4-6 0,-2-6 1,-2-4 541,0-5 0,-1-4 0,1 0 0</inkml:trace>
  <inkml:trace contextRef="#ctx0" brushRef="#br0" timeOffset="4232">1149 1097 7785,'0'-6'433,"0"0"1,3 2-356,1 2 1,1 1 0,3 1-1,0-1-317,3-1 1,2 1-1,1-3 1,2-2-96,3-2 0,-3-1 0,2-2 0,-1-2 254,0 0 0,-5 3 0,-1-2 0,-2 2 8,-4 2 0,-3 5 0,0 5 596,-4 6 0,1 7 1,-3 3-1,2 4 137,0 3 1,2-2-1,2 4 1,1 0-286,3 0 1,0-6 0,6-4-1,1-4-278,0-5 0,1-6 1,3-3-1,-2-7-72,-1-6 0,-3-7 0,-1-3 0,-2-1-119,-2-3 0,-3 2 0,-3-1 0,-2 4-512,-3 1 1,-3 7 0,-3 0-1,-1 6 249,-1 4 1,0 2 0,-2 4-1,0 1-219,-2 2 0,2 0 0,-1 1 575,0 2 0,-4-1 0,0 4 0</inkml:trace>
  <inkml:trace contextRef="#ctx0" brushRef="#br0" timeOffset="4537">700 1572 7852,'-3'6'130,"2"2"0,-1 1 0,2 4 77,2 3 0,0 3 0,3 2 1,2 1-445,0 1 0,-2-2 1,4-1-1,-2-3-563,0-4 0,-3-6 800,0-5 0,0-9 0,3-4 0</inkml:trace>
  <inkml:trace contextRef="#ctx0" brushRef="#br0" timeOffset="4880">706 1489 7623,'-3'-7'-299,"3"1"0,-3 0 197,0 2 0,3 1 0,-1 4 11,3 1 0,3 1 1,0 4-1,2-1 91,1 1 0,1-1 0,0 0 0,1 1 0</inkml:trace>
  <inkml:trace contextRef="#ctx0" brushRef="#br0" timeOffset="5199">828 1534 7827,'0'12'38,"0"1"1,1 0 155,1 0 1,-1 0 0,1-1-1,-1 2 30,1 1 1,0 0-1,1 3 1,1 0-60,-1 0 1,1-1-1,1 0 1,-1-4-257,1-1 0,-2-7 0,0 1 0,-1-3-42,0-4 1,0-5 0,-2-4 0,1-3 22,1-2 1,-1-4 0,1-4 0,-1-1 37,2 1 1,-2 2-1,3 0 1,-1 0 107,1 0 0,-1 3 0,2-1 0,-1 3 143,1 2 0,1 3 0,1 3 0,-1 4 123,0 4 1,1 6 0,-1 7 0,1 4-119,2 4 0,-2 0 1,2 2-1,-2 1-140,-1-2 1,1 1 0,-1-3 0,0 0-393,1-1 0,-1-6 0,1-2-503,-1-3 1,0-4 0,0-8-1,-2-4 851,-1-6 0,-3-1 0,3-7 0,1 2 0</inkml:trace>
  <inkml:trace contextRef="#ctx0" brushRef="#br0" timeOffset="5519">1085 1437 8680,'3'3'527,"1"2"1,-3 5-1,2 4-223,0 4 1,2 3 0,1 5-1,1 0-275,-1 2 1,-2-3 0,1 1-1,0 0-502,0-2 0,0-5 0,-2-1 0,1-3-728,-1-3 1,-1-3 1200,0-1 0,-4-4 0,-2-1 0</inkml:trace>
  <inkml:trace contextRef="#ctx0" brushRef="#br0" timeOffset="5835">1104 1643 7827,'-1'-7'73,"0"1"0,-2-1 411,2 1 0,0-1 0,2 1-155,1 0 1,0-1 0,2 2 0,1 0-187,1 0 0,1 3 0,1-1 1,1 0-620,1 1 0,-2 2 476,0 0 0,2 0 0,0 0 0</inkml:trace>
  <inkml:trace contextRef="#ctx0" brushRef="#br0" timeOffset="5836">1232 1585 7962,'6'0'360,"-1"1"1,-1 0-1,1 1-173,1 0 1,0-2 0,0-3 0,-1-2-140,-1-2 0,0-3 1,3-3-1,-2-1-40,0-1 1,-2 2 0,-3-2 0,-1 1 72,-1 1 0,-2 3 0,-2 3 0,-1 2 36,-2 2 1,2 6 0,-2 2-1,2 3-56,1 5 0,0 3 0,2 4 0,2 0-113,1 2 1,1 1-1,0-1 1,1-2-182,1 0 1,2-3 0,5-3 0,1-3-519,0-2 1,1-3 0,-2-2 0,-1-2 750,1-4 0,-1-1 0,1-4 0</inkml:trace>
  <inkml:trace contextRef="#ctx0" brushRef="#br0" timeOffset="6139">1380 1463 7827,'0'11'-742,"0"-1"1,0 2 1276,0 0 1,0-1 0,2 0 0,1 2-118,0 1 1,-1 2-1,3-2 1,-1 2-263,-1 0 1,3-1 0,-2 1 0,0 1-109,0-1 1,-2 1-1,0 0 1,-2-2 30,0-2 1,0-3-26,0-1 1,0-6 0,-2-3 0,-1-3-41,0-3 0,1-4 0,-2-2 0,1-3-95,2-1 0,-2 1 0,1-2 0,1 1-341,0-1 1,2 1 0,0-1 0,2 1-187,0 1 1,1 1 0,1-1 0,-1 2 607,1 0 0,2 3 0,0 1 0,2 2 0,2 1 0,-1-1 0</inkml:trace>
  <inkml:trace contextRef="#ctx0" brushRef="#br0" timeOffset="6428">1521 1476 7827,'-4'3'195,"-1"-2"1,2 3 0,0-1 219,-2 1 1,1 1 0,0 3 0,0 1-58,0 1 1,-1 1-1,3 3 1,0 1-198,2 0 1,0-2 0,0-1 0,2 0-286,0-2 0,3-4 0,0 0 0,2-3-234,2-1 1,-1-5-1,-2-3 1,-1-5-1,-1-3 0,0-3 1,1-2-1,-2 0 63,0 0 1,0 0-1,-2 2 1,2 2 391,1 1 1,-3 7 259,1 0 1,1 8-1,-1 2 1,1 6-360,-1 4 0,0 4 0,1-1 0,1 1-47,0 0 0,0-4 0,2-1 1,1-2-559,-1-2 1,0-2 0,1-2 0,0-2 606,2-1 0,-2-7 0,5-1 0,-2-6 0</inkml:trace>
  <inkml:trace contextRef="#ctx0" brushRef="#br0" timeOffset="6718">1720 1373 7827,'-7'0'212,"3"0"1,0 0 0,-1 0 407,-1 0 1,-1 5 0,-1 2 0,-1 3-168,2 4 0,2 2 0,1 5 1,1 1-277,2 1 0,0-1 0,1 1 1,1 1-181,1-2 0,4-5 1,3 1-1,1-3-557,1-3 0,-1-3 0,1-2 1,0-2-404,1-2 1,-1-6 0,-1-2 0,0-3 478,0-5 0,-2-6 1,0-3 483,-1-1 0,0-8 0,-1 1 0</inkml:trace>
  <inkml:trace contextRef="#ctx0" brushRef="#br0" timeOffset="6719">1822 1354 7827,'0'-10'136,"0"1"336,0 2 1,0 4-1,0 3 5,0 4 1,0 5 0,1 2 0,0 3-167,1 3 0,3 2 1,-1 0-1,0 0-418,1 1 0,-3-1 0,1 0 1,1 0-567,-1 1 1,-1-3 0,0-1 672,-1 0 0,-1 2 0,0-2 0</inkml:trace>
  <inkml:trace contextRef="#ctx0" brushRef="#br0" timeOffset="7006">1822 1546 7791,'7'-3'308,"-3"-2"0,0 2 0,1-1 93,1-1 0,2 1 0,2-2 0,0-1-145,1 0 0,2-3 1,0 0-1,2 0-449,-1-1 0,-2 3 1,3-1-1,-2 2-3321,-3 1 3514,0 2 0,-7-1 0,0 1 0</inkml:trace>
  <inkml:trace contextRef="#ctx0" brushRef="#br0" timeOffset="7299">828 2040 7831,'-2'-6'765,"0"-1"-375,0 4 1,2 1 0,0 7-1,2 3-84,3 4 1,3 4-1,1 3 1,1 2-160,1 2 0,-1-1 0,1 2 0,0 1-115,1-1 1,-1-3-1,-2-3 1,0-4-15,-1-5 1,-5-4 0,3-5 0,-2-4-188,-3-7 0,0-7 0,-1-7 0,-1-3 90,-1-1 1,0-1-1,-1-1 1,0 3 20,2 2 0,0 6 1,1 3-1,1 6 17,1 6 0,2 3 0,4 7 1,3 7 49,1 5 1,1 4 0,0 3-1,0 1-35,0-1 1,-1-2 0,1-1-1,-2-2 419,0-1 0,-4-8 0,2-4-162,-2-2 1,0-5-1,-2-3 1,0-3-91,-3-1 0,-1-3 0,1-3 0,0-2 22,-1 0 0,0 1 0,-1 0 1,0 2-380,0 0 0,-2-1 1,0 1-1,0-1-1263,1 2 0,1 2 1,0-2 1478,0 1 0,3 4 0,1-3 0</inkml:trace>
  <inkml:trace contextRef="#ctx0" brushRef="#br0" timeOffset="7592">1200 2027 7868,'6'11'107,"-2"0"0,1-1 0,-2 3 1,0-2 12,-1 0 1,3-2-1,-3 2 1,0 1 0,1 0 0,-2-4 0,1 1-336,-2-2 215,0-3 0,0-1 0</inkml:trace>
  <inkml:trace contextRef="#ctx0" brushRef="#br0" timeOffset="7593">1251 1950 7831,'0'-4'-1314,"0"0"1001,0 0 1,0-1 312,0 1 0,3 3 0,1-2 0</inkml:trace>
  <inkml:trace contextRef="#ctx0" brushRef="#br0" timeOffset="7887">1315 1899 7831,'4'7'319,"-2"-1"1,-1 1-59,-1 2 0,2-1 0,1 4 1,0 3 11,2 0 0,1 2 0,0 3 0,1 0-508,-1 1 0,1 0 1,-1 1-1,1-2-453,-1-1 0,-2-3 0,0-1 0,-1-1-276,-2-1 964,-3-8 0,-4 4 0,-4-6 0</inkml:trace>
  <inkml:trace contextRef="#ctx0" brushRef="#br0" timeOffset="7888">1335 2149 7480,'-5'-8'0,"2"-1"212,0 1 1,1 1 0,2 1-1,0-1 251,0-2 0,3 2 0,1-2 0,2 0-207,0 1 1,1-2 0,1 3 0,1-3-755,1 0 0,-2 4 1,1-2-1,0 0-929,-1 1 1,1-1 1426,-3 0 0,1 1 0,-1-3 0</inkml:trace>
  <inkml:trace contextRef="#ctx0" brushRef="#br0" timeOffset="8181">1469 1861 7251,'0'6'285,"0"0"1,0 4-1,0 0 1,0 1 363,0 2 0,0-1 1,1 4-1,1 2-275,0 0 0,3-2 0,-1 3 1,1 0-249,-1-1 1,2-1 0,-2-1-1,2-2-172,0-2 0,-1-3 1,-2-1-1,1-1-307,-1-3 1,-1-2 0,1-5-18,-1-3 0,-1-2 1,1-4-1,-1-2 189,-1 1 1,0-1 0,0 1 0,0 1 226,0-1 0,0 3 0,0 1 1,0 2 59,0 1 0,1 2 0,1 2-25,2 1 1,1 2-1,0 2 1,-1 3-64,1 1 1,1 5-1,0-2 1,0 1-694,-2-1 1,2-2-1,-2 1 1,2-3 130,0-2 1,-1-1 0,-1-3 543,1 0 0,1-3 0,0 0 0</inkml:trace>
  <inkml:trace contextRef="#ctx0" brushRef="#br0" timeOffset="8765">1912 1867 7694,'-1'-4'0,"-1"-1"199,-2 1 0,0 0 1,0 0-1,-1-1 409,-1 2 0,0 0 1,-1 3-1,1 0-296,0 0 1,1 0 0,2 1 0,0 4-194,2 3 1,1 4 0,2 1 0,2 2-107,2 2 0,1 0 1,1 0-1,1 0-57,1-1 1,0 0 0,1-4 0,-2 0-6,0 1 1,-2-4-1,1 2 1,-2-2 81,-2 0 0,-3-1 0,1-2 0,-4-1-174,-2-1 1,-2 1 0,-3 1 0,-2 0-242,-1 1 1,0-3 0,-1 0 0,2-2-332,0 0 1,3-1 0,-2-1 216,1 0 1,3-1 0,4-1 328,1-3 0,4 0 0,2-2 0,2 1 167,1 0 0,4-2 0,-2 1 0,1-3 2,2 0 1,-1 0 0,2 0 0,1 0 96,0 1 0,-1 1 0,2-2 0,1 0 330,-1 0 0,-3 2 0,0-2 0,0 0-59,-1 0 0,-4-1 0,0-2 0,-3 1-163,-3-1 1,-2 0-1,-2 1 1,-3 0-20,-3 2 0,0 3 0,-2 0 1,-2 4 39,0 3 0,0 0 1,1 0-1,3 3-17,1 4 1,1 3-1,1 4 1,1 1-18,2 2 1,-1 0-1,4 2 1,1 0-306,0 1 0,3-1 1,-1-1-1,2 0-566,0-3 1,1-4 0,1-1 0,1-2-134,-1-2 1,-1-3-1,-1-5 1,0-4 493,1-4 1,-1-1 0,-1-6 0,-2-1 315,0-1 0,0 0 0,-2 1 0,2 0 0,1 1 0,-3 2 274,1 0 0,0 5 1,-1 5 404,1 4 1,0 7 0,-2 4-1,1 3-213,1-1 1,-1 1-1,2 0 1,-1 1-271,0 1 1,2-2 0,-2 2 0,0-1-79,-1-2 0,-1-1 0,0-1 1,0-1 309,0-1 0,0-3-282,0-1 0,0-4 0,0-1 0,-1-5-40,-1-4 1,1-1-1,-1-3 1,1-2-390,1 0 0,0-1 1,0-2-207,0 2 0,0 0 1,1 3-1,1-1 1,2 1-714,-1 0 0,3 4 0,-2 0 858,2 1 1,0-2 0,1 2 0,1 2-1,1 2 344,1 3 0,-2 1 0,4-2 0,-2 0 0</inkml:trace>
  <inkml:trace contextRef="#ctx0" brushRef="#br0" timeOffset="9094">2239 1848 7800,'0'10'0,"1"-1"250,1 0 0,-1-1 0,1 2 0,-1 0 74,1 0 0,-1-1 0,2 1 0,0 2 140,1 0 1,0-1-1,0-1 1,1 2-344,1 0 0,0-2 1,0-2-1,-1-1-16,-1-3 1,0-1 0,2-5 0,-2-2 53,-2-4 1,1-7 0,-1-3 0,0-3 328,-2-5 0,0-1 1,0-4-1,0 1-211,0-1 1,0 2 0,0 1-1,0 1-645,0 2 0,3 5 0,2 3 0,0 2-963,2 5 1,-3 5 0,0 4 0,1 3-490,1 5 0,0 5 1820,-2 5 0,2 1 0,-3 2 0</inkml:trace>
  <inkml:trace contextRef="#ctx0" brushRef="#br0" timeOffset="9401">2419 1867 7694,'6'4'320,"-2"1"0,0-3 0,-1 1 112,1 0 0,-2-1 0,2-5 0,-1-4-43,-2-3 1,2-5 0,-1-2 0,-1-1-69,0-2 0,-3 1 0,-1 1 0,0 0-10,-2 1 0,0 5 0,0 2 0,0 2 175,0 1 0,0 5 0,-2 2-492,1 6 0,2 4 1,2 5-1,1 3-150,1 2 0,1 3 0,1 2 0,3-1-319,0 0 1,2-3 0,-1 1-259,0-2 0,3-2 1,0-5-1,1-2 1,0-2-205,0-5 0,-3-3 0,2-4 0,-2-3 937,-1-4 0,-2-5 0,2-4 0,-3-4 0</inkml:trace>
  <inkml:trace contextRef="#ctx0" brushRef="#br0" timeOffset="9710">2528 1777 12488,'0'7'0,"2"-1"477,0 0 1,1 4 0,-2 1 0,2 3-336,1 1 0,-2 2 1,1-2-1,0 1-120,-1 0 0,-2-1 1,0-2 997,0-1-917,0-4 1,0-4 0,0-8 14,0-2 1,0-7 0,0-1-1,0-1-470,0-3 0,0-1 0,0 0 0,0 0-522,0 0 0,1 2 0,1 2 0,2 2-1099,-1 0 1,3 1 1972,-2 1 0,5 2 0,1 3 0</inkml:trace>
  <inkml:trace contextRef="#ctx0" brushRef="#br0" timeOffset="9746">2714 1752 7694,'6'0'1527,"-2"0"-979,1 0-68,-4 0-480,2 0 0,-3 0 0</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50:46.012"/>
    </inkml:context>
    <inkml:brush xml:id="br0">
      <inkml:brushProperty name="width" value="0.06" units="cm"/>
      <inkml:brushProperty name="height" value="0.06" units="cm"/>
    </inkml:brush>
  </inkml:definitions>
  <inkml:trace contextRef="#ctx0" brushRef="#br0">147 59 7929,'-3'-3'84,"2"-2"0,-4 2 0,0 0 178,-1 0 1,0 1 0,-2 2 0,0 0-1,-1 0 203,-2 0 1,3 5-1,-1 5 1,2 4-182,0 4 1,3 4 0,0 2-1,1 1-114,2 1 1,3-2 0,3 3 0,2-3-178,2-3 1,1-5 0,-3-1-65,0-3 1,1 0 0,-4-3 0,-1 1 26,0-1 0,-3 0 1,-3-3-1,-1-1-159,-2 0 1,-3-3 0,0 2 0,-2-1-333,-1-2 0,3 0 1,0-1-1,2 0-1070,0 0 0,0-1 1605,1-1 0,2-2 0,1-2 0</inkml:trace>
  <inkml:trace contextRef="#ctx0" brushRef="#br0" timeOffset="249">261 253 8085,'8'-7'0,"2"0"64,0 1 1,-1-3 0,2-1 0,-2 0 156,-1-2 0,-2 4 0,-3 0 0,0-1 87,-1 2 1,-2-1 0,-3 0-1,-1-1-334,-2 1 1,-1 0 0,-1 2-1,-2 0 289,0 1 1,1 2 0,1 4 0,-1 2 98,1 4 0,0 3 0,-1 5 0,3 3-147,1 3 0,0 0 1,3 7-1,0 0-138,2-1 1,0-4 0,0-2 0,3-1-521,1-1 0,3-4 0,1 0-631,1-3 0,4-3 0,0-5 1,0-3 1073,2-2 0,-1-6 0,0-3 0</inkml:trace>
  <inkml:trace contextRef="#ctx0" brushRef="#br0" timeOffset="515">407 153 8203,'0'9'0,"0"0"527,0 2 0,0-3 1,0 3-1,0 2-118,0 2 1,0 0 0,-1 2 0,0 0-137,-1 0 1,-1-3-1,1 2 1,0-1-65,0 0 0,2-3 0,-1 1-83,-1-3 1,1-3-106,-1-3 1,1-6 0,1-2-1,1-6-38,1-3 1,-1-3 0,4-2 0,-1-2-122,0-2 0,2 1 0,-2-3 1,2 1-290,1 2 0,-1 1 0,-1 2 0,-1 2-567,2 2 0,0 4 1,0 1-302,1 2 0,0 3 1295,-1 2 0,1 1 0,0 1 0</inkml:trace>
  <inkml:trace contextRef="#ctx0" brushRef="#br0" timeOffset="749">587 113 7929,'-1'13'0,"-1"1"559,0 2 0,-1-2 0,2 4 0,-1 1-154,0 3 1,1-1 0,1 1-1,0-2-14,0-3 0,3 0 0,0-5-249,0-1 1,2-4-1,1-5 1,1-1-1,0-2 38,2-1 0,-1-5 0,1-4 1,-2-2-223,0-3 0,-1-1 0,0-5 0,-1-2-43,0 0 0,-3-1 1,2 3-1,-1 0-308,1 2 1,-2 0 0,0 3 0,-1 1-1421,2 2 1,-3 6 1812,2 1 0,2 5 0,0-1 0</inkml:trace>
  <inkml:trace contextRef="#ctx0" brushRef="#br0" timeOffset="1015">793 159 8352,'7'4'349,"-1"-2"0,1-1 0,0-1 1,-1-1 149,1-1 0,0-2 0,-1-5 1,1 0-57,0-2 1,-4 0 0,0-4 0,-3-1-248,0 2 0,0-1 0,-3 3 0,-3 1 178,-2 2 0,-4 4 0,1 1 0,0 2-65,0 3 0,1 5 0,-2 5 0,2 4-138,0 3 1,1 3-1,3 2 1,2 5-348,2 1 0,1-1 0,1 1 0,0-1-625,0-2 1,4-4 0,1-3 0,4-2-190,2-2 1,0-6-1,2-4 1,1-1 1,2-2 988,-5-2 0,7-6 0,-4-1 0</inkml:trace>
  <inkml:trace contextRef="#ctx0" brushRef="#br0" timeOffset="1299">933 153 8329,'-7'0'1498,"1"0"-1020,-1 0 1,3 3 0,2 1 0,1 2 400,1 1 1,0 2-1,0 2 1,0 3-396,0 1 0,1 2 0,0 2 0,2 0-266,1-1 1,-2-3 0,2 1 0,-1 0 56,-2-1 1,0-6-1,-1 3 186,0-4 0,0-5-110,0-3 1,0-6-1,0-5-164,0-2 0,0-4 0,1-3 0,0-3 1,2-2-170,1-2 1,1 4 0,0-5-1,1 1 2,1 0 1,-2 3 0,4-1 0,-1 2-1414,1 1 1,-1 6-1,3 0 1,-2 5-284,-1 7 1,0 3 0,-2 4 0,0 5 1675,-1 4 0,1 5 0,-3 2 0</inkml:trace>
  <inkml:trace contextRef="#ctx0" brushRef="#br0" timeOffset="1429">1106 186 7929,'4'7'693,"-1"-3"0,-3 0-53,0 2 1,0-3 0,0 1-1327,3-1-2739,-3-1 3425,3-5 0,-3-3 0,0-5 0</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50:45.229"/>
    </inkml:context>
    <inkml:brush xml:id="br0">
      <inkml:brushProperty name="width" value="0.06" units="cm"/>
      <inkml:brushProperty name="height" value="0.06" units="cm"/>
    </inkml:brush>
  </inkml:definitions>
  <inkml:trace contextRef="#ctx0" brushRef="#br0">0 34 7930,'2'-5'-354,"1"1"1,-1 2 1058,1 0 0,-3 5 0,3 4 1,-3 3-316,0 3 1,1 4 0,1 2 0,0 4-292,-1 3 0,0-1 1,0 3 49,1-3 1,-1 0-1,1-5 1,-1-3 0,-1-3-82,0-3 0,0-4-192,0-2 1,0-5-1,0 0 1,0-6-1,0-5-116,3-1 0,0-5 0,4-3 0,0-5-55,-1-3 0,2 0 0,0-1 1,1 0 33,2 4 0,0 2 1,2 0-1,1 5 178,-1 5 1,-2 7-1,-1 4 1,0 3 184,-2 3 1,-3 7-1,-1 6 1,-1 4 121,-2 4 1,0-1 0,-1 5 0,0-2 23,0 0 0,0-3 1,0 1-1,0-1-338,0 0 0,1-6 0,2-4-668,3-1 1,1-6-1,3-7 1,-1-7 7,-1-6 1,4-2 749,-4-4 0,4-3 0,-1-5 0</inkml:trace>
  <inkml:trace contextRef="#ctx0" brushRef="#br0" timeOffset="231">326 74 8326,'-3'7'559,"-1"2"0,0 1 1,0 4-1,1 0-134,2 4 0,-2 0 0,1 4 0,1-1-77,3-1 0,1-2 0,5-2 0,0-1-265,1-3 1,3-5-1,-1-1 1,1-3-383,2-1 0,-1-7 1,0-5-1,0-4-76,1-4 1,-6-4-1,-2-3 1,-2-2 43,-3-2 0,-1-1 0,-2 4 0,-3 0 98,-4 5 0,-1 5 0,-3 2 0,-1 3 304,1 5 0,0 3 0,0 1-317,-1 1 1,4 2-1,1 1 1,2 1 245,3 0 0,-2-1 0,2 1 0</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50:41.463"/>
    </inkml:context>
    <inkml:brush xml:id="br0">
      <inkml:brushProperty name="width" value="0.06" units="cm"/>
      <inkml:brushProperty name="height" value="0.06" units="cm"/>
    </inkml:brush>
  </inkml:definitions>
  <inkml:trace contextRef="#ctx0" brushRef="#br0">420 613 7891,'0'-7'0,"-1"0"1280,-1 1-717,1-1 0,-2 4 0,3 4-246,0 5 1,0 3 0,0 5 0,0 3-1,0 2-81,0 2 1,0 5 0,1 0 0,0 3-241,2 1 1,-1-2 0,-2 1-1,0-1-848,0 1 0,1-6 0,0 0 0,1-3-213,0-4 0,-2-4 1065,0-3 0,0-2 0,0 0 0</inkml:trace>
  <inkml:trace contextRef="#ctx0" brushRef="#br0" timeOffset="350">247 806 9458,'6'6'550,"1"2"0,0 1-372,2 5 1,2 3-1,2 5 1,1 2-129,2 2 1,1 1-1,2-1-71,-1-2 1,-2-5 0,-3-5-1,0-3 1,-1-4-121,-1-3 0,-3-3 0,3-4 0,-2-4-23,0-3 0,-2-4 0,-1-4 0,-1-4-215,0-4 0,-3-1 0,1-1 0,0-2-1149,-1 0 1528,2-1 0,-4-2 0,3-1 0</inkml:trace>
  <inkml:trace contextRef="#ctx0" brushRef="#br0" timeOffset="999">107 0 8034,'-7'0'180,"3"0"1,-1 0 0,0 0 152,-1 0 1,2 0-1,-1 0 1,0 0-26,-1 0 0,0 4 0,-1 3-41,0 3 0,3 6 0,0 2 0,1 3 0,2 5-140,0 2 1,4 0 0,1 1 0,2-1-103,1-2 0,2-3 0,0-2 1,-1-2-152,-1-4 1,0-3-1,-1-2 1,-2 0 31,-1-2 1,-3-1 0,0-1 0,-3-1 50,-1 0 1,-3-4 0,-1 2 0,-2 0-325,0-1 1,1 1-1,-1-2 1,0 1-936,2 0 1,1-1 1301,0-1 0,3-3 0,1-1 0</inkml:trace>
  <inkml:trace contextRef="#ctx0" brushRef="#br0" timeOffset="1266">227 253 7991,'6'-6'0,"2"-1"184,1 0 0,-2 0 0,2-2 0,-2-2 6,0-2 0,0-1 0,-1-1 1,-2-1-196,-2-1 0,-1-1 0,-1 0 0,-1 1-43,-1 1 1,-2 7 0,-2-2-1,-2 5 218,-1 1 0,2 5 0,-2 0 0,1 6 280,-1 5 1,2 4 0,-2 3-1,1 2-135,2 2 1,2 2 0,1 3 0,1 1-243,0 1 1,-1 0-1,4-3 1,1-1-684,3-1 1,1-2 0,3-1 0,2-3-50,2-5 1,1-3 0,1-6 658,0-1 0,4-9 0,-2-1 0</inkml:trace>
  <inkml:trace contextRef="#ctx0" brushRef="#br0" timeOffset="1516">400 100 7991,'0'10'0,"-2"-3"0,-1 3 0,2-1 456,0 2 0,1 1 0,0 0 1,0 3 86,0 1 1,0 5 0,0 3 0,0 0-327,0 0 0,0-1 0,0 0 1,0 1-121,0 0 0,0-7 21,0 0 0,1-7 0,0-3-148,2-7 0,-1-8 1,-2-7-1,0-4 35,0-2 0,2-4 1,1-3-1,1-2-204,1-3 1,1 2 0,0-4 0,1 2-195,0 2 1,-1 5 0,2 1 0,0 3-928,1 3 1,0 8 1319,-3 2 0,4 7 0,0-1 0</inkml:trace>
  <inkml:trace contextRef="#ctx0" brushRef="#br0" timeOffset="1765">533 127 8378,'0'6'434,"0"1"1,-1 0 0,0 0 0,-2 2-76,2 2 1,0 2 0,1 3-1,1 2 23,1 1 0,1 2 0,2-1-179,0 0 0,-1 2 0,1-5 0,-1-1 0,1-3-133,1-3 0,-1-3 0,-1-3 0,1-2-85,1-4 0,-1-2 0,-1-5 1,1-2-76,1-2 0,1-3 0,-1-2 0,-1-2-543,-1-2 1,0 1 0,1 0-165,0 2 1,-4 1 0,2 2 0,-1 2 796,1 2 0,-1 3 0,-2 2 0</inkml:trace>
  <inkml:trace contextRef="#ctx0" brushRef="#br0" timeOffset="2032">699 200 7991,'7'4'736,"-3"1"1,1-3-325,0 0 0,1-2 0,1 0 1,-1 0-44,1 0 1,-3-3-1,1-1 1,0-3-171,1-2 0,-2 1 1,-2-3-1,-1-1-295,-1 0 1,0-2 0,0 1-1,-1 0 61,-1-1 0,0 4 0,-2 2 0,-1 3 173,-1 3 0,-1 2 1,1 5-1,1 4-47,0 5 0,3 4 0,-2 4 0,2 3 132,0 4 1,1-1-1,1 2 1,0 0-97,0-2 1,3-3 0,2-2-1,1-2-1575,3-4 0,-1-6 0,3-3 0,-2-2-332,-1-4 1780,3-4 0,-4-5 0,3-3 0</inkml:trace>
  <inkml:trace contextRef="#ctx0" brushRef="#br0" timeOffset="2283">839 200 7990,'0'-4'2136,"0"6"1,0 6-1596,0 1 0,0 1 1,0 3-1,1 1-387,1 3 1,0-1-1,1 3 1,1 0-134,0 2 1,-3 1 0,1 2 0,-1-1-14,-1 0 0,0-7 1,-1 0-1,0-2 81,-1-5 0,-1-3 0,1-6-135,0-3 1,0-6 0,2-7 0,0-4-30,0-3 1,3-4 0,1-1 0,2-2-117,1 0 0,2 2 1,0 0-1,2 2-427,0 1 0,2 3 0,0 0 0,2 2-75,3 3 0,-2 3 0,6-3 693,2 1 0,1-3 0,2 2 0</inkml:trace>
  <inkml:trace contextRef="#ctx0" brushRef="#br0" timeOffset="2865">1312 133 9408,'0'11'682,"0"4"1,3 2-366,1 3 1,4 7-1,2 5 1,0 2-141,-1 1 1,3-2-1,-2-4 1,1-4 0,0-5-29,-2-4 0,2-9 0,-2-4 0,0-4-71,1-6 1,-3-4 0,2-7 0,-1-5-36,-2-4 1,-1-3-1,-2-3 1,1-3-129,0-2 1,-2 4 0,2-3-1,-1 4-57,1 2 1,-3 10 0,2 3-820,0 4 1,1 6 0,3 6 0,-1 4-1457,1 2 2417,0 2 0,2 1 0,2-1 0</inkml:trace>
  <inkml:trace contextRef="#ctx0" brushRef="#br0" timeOffset="3099">1638 40 7917,'-7'3'160,"1"1"1,-1 0 409,0 1 1,1 1-1,2 3 1,2 1-175,1 2 1,1 0-1,1 5 1,2 0 111,3 0 0,2 0 0,3 3 1,1-2-426,0 0 0,2-1 0,-2 1 0,0-2-130,-1 0 0,-5-3 1,0 1 111,-2 1 1,-2-2 0,-3-3 0,-1 0 0,-3-2-519,-1-1 1,-3-3-1,-2-2 1,-2 0 223,0 0 0,2-2 0,0 1 229,-1-3 0,-1-6 0,0 1 0</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50:58.724"/>
    </inkml:context>
    <inkml:brush xml:id="br0">
      <inkml:brushProperty name="width" value="0.06" units="cm"/>
      <inkml:brushProperty name="height" value="0.06" units="cm"/>
    </inkml:brush>
  </inkml:definitions>
  <inkml:trace contextRef="#ctx0" brushRef="#br0">326 0 8406,'-4'4'784,"2"1"1,1 5-400,1 2 0,0 4 0,0 7 1,0 5-201,0 3 0,2 1 0,1 4 0,-1-1-369,1-1 1,-3-3 0,2-5 0,-1-2-737,-1-5 1,2-6 0,1 0 919,-2-3 0,0-5 0,-1-2 0</inkml:trace>
  <inkml:trace contextRef="#ctx0" brushRef="#br0" timeOffset="483">111 365 7408,'0'-7'-134,"0"3"435,0 0 1,0 1 270,3 3 1,0 3-1,4 10-439,-1 0 1,3 8 0,0 0-1,2 5 1,0 1-88,1 1 0,-1 1 0,0-4 0,1-1-48,0 0 0,1-6 0,-1-1 1,0-5-31,-1-3 1,-3-5-1,3-5 1,0-6-43,-1-5 1,3-4-1,-3-6 1,1-3-88,2-2 0,-3-4 0,4-2 1,-1-1-525,-1 0 1,-1 4 0,2-2 684,-2 3 0,-2 1 0,-3 2 0</inkml:trace>
  <inkml:trace contextRef="#ctx0" brushRef="#br0" timeOffset="916">130 788 7956,'-9'-9'109,"-1"2"0,-3 1 1,2 3 47,0 2 1,3 2 0,-1 2 0,2 3 190,1 4 0,0 5 1,2 3-1,1 2-149,3 4 0,1 0 1,3 4-1,4 0-317,3 0 0,2-4 0,4 1 0,0-3 20,0-3 0,1-4 0,-3-1 0,-1-1 12,-2 0 1,-4-3-1,-3 3 1,-3-1 149,-2 0 1,-3-1-1,-4-1 50,-3 0 0,-3-2 1,-2-1-1,-2-1 0,0-1-62,0-1 0,0-2 1,0 0-1,1-2-319,0 0 1,6 0 0,1 0 0,2-2-4,4-3 0,2-1 0,2-1 270,1-2 0,7-1 0,5-3 0</inkml:trace>
  <inkml:trace contextRef="#ctx0" brushRef="#br0" timeOffset="1183">293 905 7799,'-6'14'131,"-1"1"1,1 3 387,-1 3 0,1 3 0,0 4 0,1 3-90,3 1 0,2-1 1,2-1-1,3-1-231,3-4 0,1-6 0,3-6 1,1-4-172,0-7 1,1-5 0,2-8 0,0-3-351,-1-4 0,-4-4 1,-1-5-1,-3-3 86,-1-2 0,-4 3 1,0-2-1,-4 3 160,-2 2 1,-2 7-1,-2 0 1,-2 2 87,0 3 0,-1 5 0,-2 4 0,0 1-116,0 2 0,2 2 0,2 3 0,1 1-407,2 2 0,2 0 1,-1 1-81,3-1 0,2-1 1,2-1 591,3 1 0,1 1 0,0 0 0</inkml:trace>
  <inkml:trace contextRef="#ctx0" brushRef="#br0" timeOffset="1416">599 840 7845,'-9'-3'110,"-1"3"1,-3-3 0,1 3 534,-1 0 1,3 0 0,-4 0 0,1 3 31,2 1 0,1 2 0,0 4 1,1 3-288,1 3 1,3 6-1,3 2 1,1 2-218,1 2 1,5-2 0,2 0 0,1 0-609,1-1 0,1-8 1,4-1-1,-1-3-742,2-3 0,0-3 0,2-3-370,-1-1 1,0-6 1546,-3-1 0,7-8 0,-2-1 0</inkml:trace>
  <inkml:trace contextRef="#ctx0" brushRef="#br0" timeOffset="1565">697 938 8150,'-1'11'0,"-1"3"561,-2 2 1,0 1-1,0 2 1,1-1-498,-1 0 1,3-3 0,-1 2 0,1-2-714,1-3 1,0-4-1,1-6 45,1-3 0,-1-5 0,3-10 604,-1-3 0,2-7 0,-2-3 0</inkml:trace>
  <inkml:trace contextRef="#ctx0" brushRef="#br0" timeOffset="1665">703 834 7845,'0'-11'-928,"-2"1"1087,0 0 579,-3 4 1,4 4 0,-1 4 0,1 3-680,1 1 0,3 1 1,2 1-1,0 0-1369,2 0 1310,-1 0 0,4-2 0,0 1 0</inkml:trace>
  <inkml:trace contextRef="#ctx0" brushRef="#br0" timeOffset="1933">821 808 7845,'-7'6'0,"-2"1"0,1 1 0,-1 2 752,0 3 0,1-3 0,0 4 0,1 2-229,0-1 0,3 1 0,2 0 0,2-3-364,2-3 0,3-2 0,3-2 0,2-1-351,2-3 0,0-3 0,3-3 0,-1-5-32,-1-3 1,0-2-1,0-3 1,-1-2-521,-1-2 0,-2 0 0,-2 1 0,-1-3 500,1 0 0,-3 2 0,0 1 0,-1 3 1084,-2 4 1,-1 8-239,-2 3 1,1 7-1,-3 6 1,1 4-660,2 2 0,0 2 1,1 1-1,0-1-577,0 1 0,1-4 1,0-1-1,2-4 282,1-2 1,0-2 351,2-3 0,4-7 0,0-4 0</inkml:trace>
  <inkml:trace contextRef="#ctx0" brushRef="#br0" timeOffset="2081">996 638 7845,'0'-3'1504,"0"6"0,0 8-980,0 5 1,3 4-1,0 4 1,-1 5-339,1 4 1,2 4-1,-3 1 1,0 0-771,1-2 0,-2-6 0,1-2 0,-1-3-2930,-1-5 3514,0-4 0,-3 0 0,-1-3 0</inkml:trace>
  <inkml:trace contextRef="#ctx0" brushRef="#br0" timeOffset="2500">143 1726 7869,'12'0'31,"1"0"0,-3 0 0,5-1 0,0-2 162,1-3 1,-1-7-1,1-4 1,-2-3 131,-1-4 0,-5 0 0,0-4 1,-3 1-168,-3 1 1,-4 3-1,-5 2 1,-4 4 8,-3 3 0,-2 5 0,-2 5 0,-1 2 104,-1 4 0,1 3 0,-2 5 0,2 4-63,2 2 1,4 2 0,2 5 0,2 2 34,3 2 1,4-1 0,0 4 0,2-1-263,2-2 0,5-2 0,4 0 0,4 0-537,2-3 0,2-6 0,0-4 107,1-4 1,2-1 0,-1-5 0,0-1-1,-3-4-2242,0-6 2691,-7-1 0,5-15 0,-6 1 0</inkml:trace>
  <inkml:trace contextRef="#ctx0" brushRef="#br0" timeOffset="3249">326 1511 8047,'-3'6'496,"2"1"0,-1 0 0,1 0-1,1 1 1,1 3-1,0 4 1,2 3-208,1 1 1,0 1-1,3 1 1,0 2-68,2 2 0,-4-2 0,3 1 1,-2-2-185,-1-3 0,-2-4 0,1 0 0,-1-2-239,-2-2 0,0-5 0,-1-6-23,0-4 1,0-7 0,-1-5 0,0-5 61,-2-5 0,1-2 0,2-3 0,0-3 55,0 1 0,0 2 1,1 2-1,1 1 31,3 3 1,0 4 0,2 3-1,0 6 63,2 4 0,-2 8 0,2 2 1,-2 7 64,-1 7 0,1 3 0,-1 6 0,1 1-36,-1 0 1,1-1-1,-1 2 1,1-3-680,0-2 0,-1-2 1,1-4-1,0-3 180,1-3 0,0-4 0,0-6 1,0-3 483,-2-6 0,1-6 0,-2-5 0,1-3 0,-2-2 0,-2-2 0,2-1 0,-1 0-43,1-2 0,-3 2 0,1 2 0,-1 2 38,-1 5 0,-3 7 0,-1 1 0,-2 6 742,0 3 1,-3 4 0,0 5-15,1 3 1,2 2 0,1 2-1,1 1 1,1 0-378,-1 2 1,2-2 0,0 2 0,2-1-336,0-2 1,2 0 0,1-2-299,0-1 1,2-2 0,2-5-1,1-2 1,1-2-15,1-2 0,-2-5 0,1-6 0,-1-4-85,1-4 0,-2 0 1,2-2 345,-2 3 1,-3 2 0,0 6 0,2 4 0,-1 5 549,2 6 1,-1 8 0,-1 10 0,-1 6-90,1 4 0,-2 2 1,-1 4-1,-1 2-40,-1-2 1,0 1 0,0 0 0,-1-2-340,-1-2 0,-2-5 0,-2 2 0,-1-4-223,1-1 0,-1-7 0,-1-2 0,-1-3-252,1-2 0,1-1 0,0-3 234,1-3 0,2-3 0,2-2 1,1-4-218,1-4 1,0-3 0,1-2 0,2 0 400,3-3 0,1 0 0,2-3 0,1 1 314,1 1 1,1 2 0,0 1 0,0 1-32,1 2 0,-2 3 0,3-2-276,1 3 0,-2 0 0,-1 5 0,-2 0 0,0 2-853,0 2 1,-4 0-1,0 2-1444,-3 1 2305,3-2 0,-12 0 0,2-3 0</inkml:trace>
  <inkml:trace contextRef="#ctx0" brushRef="#br0" timeOffset="3415">853 1628 7771,'-2'7'868,"0"1"0,0 2-352,2 0 0,0 1 0,0 2 1,0 1-297,0 1 0,3-1 1,1 3-1,2-1-738,0-2 0,1-2 0,-1-3 0,1-1-834,-1-2 0,0-5 0,-2-1 1352,-1-3 0,-3-9 0,0-1 0</inkml:trace>
  <inkml:trace contextRef="#ctx0" brushRef="#br0" timeOffset="3564">840 1517 7220,'-2'-6'0,"-1"-1"982,-1 1 242,3 2-1558,-2 1 1,4 6-1,0 2-344,1 0 1,4 1 0,-3-1 677,1 0 0,2-1 0,-3 3 0</inkml:trace>
  <inkml:trace contextRef="#ctx0" brushRef="#br0" timeOffset="3866">892 1511 7771,'3'6'169,"-2"2"0,1 0 1,-1 1 353,-1 1 0,2 1 0,1 2 0,0 1-93,0 1 1,2 0 0,-1 2 0,1 1-173,-1 1 0,2 0 0,-2 0-122,-1-1 1,3 0 0,-4-3 0,1-1-1,1-4-48,0-3 0,-3-4 0,1-5-209,-1-3 1,-1-4 0,-1-4 0,0-4 1,-1-2 0,-1-3 1,3-1-1,0-1-30,0 0 0,0 3 0,0 0 1,1 2 120,1 2 1,0 5 0,2-1 231,1 3 0,1 5 1,0 5-1,1 5 12,-1 5 1,1 4 0,0 6 0,0 2-296,1 2 0,-3-1 0,2 0 0,-1 0-46,0-2 0,0-1 0,0-1 0,-1-3-4169,-1-3 1757,-2-2 2537,1-11 0,-3-6 0,0-8 0</inkml:trace>
  <inkml:trace contextRef="#ctx0" brushRef="#br0" timeOffset="4348">1101 1635 7771,'3'-7'0,"1"1"185,2-1 0,-2 1 1,0 1-1,1 1 484,-2-1 1,4-2-1,-1-1 1,2-2-80,0-2 0,0 0 0,-1-3 0,3-1-268,0 1 1,-4-1 0,0 2-1,-3-1-290,-1 3 0,-2 2 1,0 4-1,-2 1 139,-3 1 0,-3 2 1,0 1-1,-1 3-79,-1 4 1,3 2-1,-1 5 1,1 1-138,3 2 0,-1-1 1,2 3-1,2 0-131,0 1 0,1 0 0,0 1 0,0-1-407,0 1 1,3-3 0,1 0 0,2-2-259,1-3 1,0-1-1,2-4 208,2 0 0,1-3 1,1-6-1,0-3 1,0-3 632,0-3 0,0-2 0,0-1 0,-1-2-324,-1 2 1,1 1 0,-2 1-1,-1 2 422,0 1 1,-5-2-1,1 2 1,0 1 580,-2-2 1,-1 2-1,0-3 1,-1 0 168,-1-2 0,-3 0 0,-2 0 0,0 0-314,-2-3 1,1 5 0,-1-2-1,0 1-235,-2 2 1,2 1 0,-2 5 0,2 2-73,1 1 1,1 2-1,2 2 1,0 3-105,1 4 0,2 6 0,0 4 0,0 4-214,2 3 1,3-1 0,3 1-439,0 1 1,1-4 0,-2-1 0,1-3 0,2-2-839,0-3 1,-2-7 0,3-1 0,-1-4 543,0-3 1,-4-6 0,-1-5 822,-1-5 0,1-3 0,-1 0 0</inkml:trace>
  <inkml:trace contextRef="#ctx0" brushRef="#br0" timeOffset="4715">1387 1504 7771,'0'-6'520,"0"-1"726,0 1-963,0 2 1,0 4 0,1 5 0,0 3 0,2 1 416,1 1 0,-2 1 0,2 2 0,1 1-486,-2 1 1,2-1 0,-2 1 0,-2-1-103,0 2 1,-1-3 0,0 3 0,0-3 175,0 0 1,0-3 0,-1-1-145,-1-2 0,0-3 0,-1-3 1,-1-4-160,1-4 1,1-4 0,0-2 0,1-2-223,-2-1 1,3-2 0,-3-1 0,3-1-298,0 1 0,2-1 1,0 1-1,0 1-134,1 1 0,1 2 1,2 0-1,1 1-193,-1 1 0,2 3 1,0 2-1,1 2 445,1 2 1,-1 3 0,1-2 440,-1 3 0,0 3 0,-3 1 1,1 2-1,-1 0 216,1 1 1,-3 0 0,0 1-1,0 1 336,-1 2 1,-1-1-1,2 3 1,-1 0 254,-2 0 0,2 1 0,-1 1 0,1 0-971,-1-1 0,-1 0-1343,1-1 0,-1-2-867,-1-4 2349,-3-8 0,-3-15 0,-4-4 0</inkml:trace>
  <inkml:trace contextRef="#ctx0" brushRef="#br0" timeOffset="5584">1537 1250 7733,'1'-5'14,"1"0"1,-1 2 0,3 4-426,-1 1 0,0 0 0,-1 2 275,2 1 0,0 1 0,0 0 0,1-1 1,-1-1 135,0 1 0,-2-2 0,3-1 0,-1 0 0,0 0 0,-1-1 0,-1 2 498,0-1 1,2 2 0,-1 3 161,1-1 1,-3-1 0,2 1-1,-1 1-119,1 0 1,2 4-1,-2-1 1,2 3-232,-1 0 1,-2 3 0,2 1-1,-1 3-116,1 1 0,-3-2 1,2 2-1,-2 0 51,1-1 1,-1-2 0,1-4-103,-1-2 0,-2-7-367,-1-7 0,0-6 0,-1-7-97,0-2 0,0-2 0,2-1 1,-2-1-1,2 0-39,0 0 1,1 3 0,0-3-1,0 2 83,0 2 1,2 2 0,1 1 234,1 2 0,0 3 0,4 5 1,-1 2 0,2 1 0,0 4 1,-3 2-1,1 3 1,-1 3-122,1 1 0,0 1 0,1 0 0,1 0-288,-1-3 1,-2 0-1,-1-4 1,0-2 26,0-2 0,0-3 1,0-3 297,-1-5 0,-2-3 1,2-3-1,-1-3 1,-1-3 157,1 0 1,-2-3 0,3 2-55,-1 1 1,-1 2 0,-2 2 0,0 3 0,0 3 3139,0 2-2072,0 3 0,0 4 0,0 4-790,0 3 0,0 3 1,0 1-1,0 1 0,0 2 8,0 0 0,0 1 1,0 0-1,0 1-186,0 1 1,0-1-1,0 3 1,0 0-422,0-1 0,2 0 0,0 1 1,0 1-144,-1 1 1,-1-4 0,2 0 0,0 1 320,-1 0 1,0 0 0,-1-4 0,0 0 322,0-1 1,-2 0-1,-1 2 1,0 0 8,0 3 1,-2-3 0,1 2-1,-2-1-91,0-1 1,-1 0 0,0-3-189,1-1 0,-1-2 0,2-2-234,0-1 1,2-3 72,3-1 0,3-5 0,2-5 0,0 1 0,2-2-125,-1-1 0,2 0 0,0-4 1,1 1 21,1 0 1,1-1 0,1 1 0,0-2 147,-1 0 0,0-1 0,2 3 0,0 1 227,0 0 0,0 6 0,-1 2 44,-1 2 1,0 5 0,-4 4 0,-2 3 0,-1 4 620,0 2 1,-2 0-1,2 1 93,-1-1 0,1-1 1,-1-1-1,1-1-829,1-2 1,-2-3-1,2-2 71,0-4 0,0-6 0,2-4 0</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51:52.323"/>
    </inkml:context>
    <inkml:brush xml:id="br0">
      <inkml:brushProperty name="width" value="0.06" units="cm"/>
      <inkml:brushProperty name="height" value="0.06" units="cm"/>
    </inkml:brush>
  </inkml:definitions>
  <inkml:trace contextRef="#ctx0" brushRef="#br0">54 283 7853,'-12'0'62,"-3"0"1,7 0 0,-1-1 580,3-3-450,2 3 1,9-4 0,2 5-1,4 0-78,3 0 0,3 0 0,4 0 1,0 0-290,1 0 1,0-3-1,2-2 1,1 0-312,-1 1 1,-1-1 0,1 3-1,1-2 485,-1 2 0,-2-4 0,0 0 0</inkml:trace>
  <inkml:trace contextRef="#ctx0" brushRef="#br0" timeOffset="434">598 16 7853,'5'-6'545,"-4"0"-248,3 3 0,-3 4-62,-1 2 0,-5 6 1,-2 11-1,-2 4-60,-2 2 0,-1 3 0,-1 7 1,-2 3 30,-2 3 0,-1 0 0,-2 0 1,1 0-36,1 0 1,4-10-1,-1 3 1,2-7 100,3-4 0,7-6 0,-1-4-175,3-2 1,2-3 0,3-1 0,3-5-11,2-2 0,7-1 0,1 0 0,4 0-409,0 0 0,-2-4 0,0-2 1,2-1-788,2-1 1,-3 0 0,5-5 0,-2-2-756,-2-2 1864,0 4 0,1-12 0,-1 2 0</inkml:trace>
  <inkml:trace contextRef="#ctx0" brushRef="#br0" timeOffset="700">812 251 7853,'-1'12'253,"-3"2"1,1-1-1,-5 5 1,-2 2 112,2 4 0,-1 3 1,0 5-1,2 0 167,3 0 0,3-7-453,1 0 1,8-10-1,4-1 1,4-8 0,3-6-221,1-4 1,1-3 0,1-7-1,-1-5-35,0-5 0,-3-1 1,-2-5-1,-3-2 31,-4-1 1,-4 6-1,1-4 1,-3 3-92,-4 0 1,-4 8-1,-5 0 1,-2 3 151,-2 4 1,-3 6 0,-3 3 0,1 3-224,1 1 1,5 4 0,-1 1-20,2 1 0,2 1 0,2 3 0,2 1 325,1 0 0,-3-1 0,2 1 0</inkml:trace>
  <inkml:trace contextRef="#ctx0" brushRef="#br0" timeOffset="1033">1069 166 8293,'-2'-6'895,"0"3"-563,-1 6 0,-1 3 0,4 5 0,0 4-31,0 3 1,0 3 0,0 4 0,0 3-280,0 3 0,0 1 0,0-1 1,0-1-93,0-2 0,0-3 264,0 4-511,0-6 0,0-15 0,1-17 0,2-11 115,0-8 0,5-8 1,0-3-1,2-3 58,4 0 0,-4 4 0,3 2 0,0 3 79,-1 1 1,0 8 0,-1 5 36,-1 6 1,-4 7 0,-1 14-4,0 10 1,-4 3-1,2 9 1,-3 3 0,-2 4-127,-2 1 1,1 2 0,3-5 0,0-3-371,0-2 0,0-7 1,0 1 302,0-5 1,5-8 0,2-9 223,2-4 0,7-9 0,0-6 0</inkml:trace>
  <inkml:trace contextRef="#ctx0" brushRef="#br0" timeOffset="1349">1379 187 6989,'5'-21'0,"-1"0"261,-3 4 1,-6 2 0,-3 8 351,-5 4 0,1 1 0,-2 4 1,2 2-254,1 7 1,1 5 0,0 5 0,2 0-123,1 1 1,4-1 0,0 0 0,2 1-142,1-1 1,0-4 0,1-3 0,2-2-345,5-1 0,1-5 1,3-3 125,2-2 1,-1-5-1,5-5 1,0-3-1,0-3-246,-1-2 0,1-1 1,2-2-1,-2 2 456,-3 4 0,-2 7 0,0 7 312,1 10 1,-3 7 0,-5 17-1,-2 4 274,-1 8 1,-7 4 0,-3 9-300,-3-1 1,-4 2-1,-1-4 1,-2-3 0,-2-1-300,-1-4 1,-1-8 0,0-7 0,1-5-508,-1-7 1,5-12 0,-5-3-532,1-7 0,-3-9 1,1-9-1,2-4 1,-1-4-2685,1-4 3645,-1 6 0,-5-20 0,-2 6 0</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51:55.855"/>
    </inkml:context>
    <inkml:brush xml:id="br0">
      <inkml:brushProperty name="width" value="0.08" units="cm"/>
      <inkml:brushProperty name="height" value="0.08" units="cm"/>
    </inkml:brush>
  </inkml:definitions>
  <inkml:trace contextRef="#ctx0" brushRef="#br0">90 123 6837,'-5'-13'2152,"-1"1"1,3 2 0,1-1-1620,2 1 0,-3 0 0,0 0 0,1-1 255,1 1 0,1 4 0,0 1 1,-1-1 1511,-1 2-1568,1 0 1,-3 6-469,4 3 1,0 5 0,0 10 0,0 5-77,0 7 0,-2 5 1,-1 6-1,1 1 463,1 1 0,-3-2 0,0 0 0,-1-1-546,-1-1 0,1-11 0,-3-4 1,2-8-153,1-8 0,3-6 0,-1-7-157,2-6 1,1-7-1,1-8 222,2-5 1,0-6 0,5-2 0,-2-1-1,2-2 79,1 2 0,-2 1 1,4 0-1,-1 1-197,1 2 1,-1 4 0,3 4 0,-1 4-222,1 6 0,0 7 0,1 6 0,-1 3-214,-1 3 1,-1 5 0,-1 6-1,1 5 461,-1 6 1,-3 1 0,-3 6-1,1 2 205,-1 2 1,-2-1 0,1 3 0,-2 0-67,-1-1 0,0 2 0,0-5 1,0-4-90,0-5 1,0-10-455,3-5 0,2-10 0,3-10 0,0-9 477,0-7 1,0-6 0,0-5 0,1-2 257,2-2 1,-2 6-1,2-3 1,-1 4 164,1 4 0,-1 6 0,3 7 1,-2 5-801,-1 6 1,-1 6 0,-1 6 0,-2 6 337,-1 5 0,0 7 1,1 6 24,0 2 0,-5 2 0,3 1 1,-1 1-1,0 2-209,2 0 1,-2-3 0,2-1 502,1-3 0,5 1 0,2-3 0</inkml:trace>
  <inkml:trace contextRef="#ctx0" brushRef="#br0" timeOffset="301">774 180 19690,'-11'13'0,"0"-1"-118,1-1 1,1 3 0,1 6-1,0 3 461,0 4 0,3 1 0,2-3 0,3 1 14,0 0 1,0-6 0,0 1 0,3-6-587,3-4 1,2-5 0,3-4 0,1-2-67,1-2 1,2-11 0,-2-8-1,1-7 290,-1-6 0,1-2 0,1-10 0,0 2 212,-2 2 1,-5 6 0,1 6 0,-1 3 143,-1 6 0,-4 12 0,2 8 0,-1 11 54,-3 10 0,0 8 0,-1 8-263,0 2 0,3 4 1,1 3-1,0-1-232,2 0 1,9 0 0,2-4 0</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51:58.121"/>
    </inkml:context>
    <inkml:brush xml:id="br0">
      <inkml:brushProperty name="width" value="0.06" units="cm"/>
      <inkml:brushProperty name="height" value="0.06" units="cm"/>
    </inkml:brush>
  </inkml:definitions>
  <inkml:trace contextRef="#ctx0" brushRef="#br0">0 156 9133,'0'12'353,"0"2"1,0 7-339,0 3 1,3 6 0,0 1 0,-2 1 0,1 2-285,1-2 1,-1-12-1,2-1 1,1-7-249,-1-5 1,-1-4-1,3-9 1,0-9 516,1-7 0,1-6 0,0-5 0</inkml:trace>
  <inkml:trace contextRef="#ctx0" brushRef="#br0" timeOffset="116">147 26 7905,'4'-9'245,"0"1"1,-4 2 38,0 3 0,0 7 1,0 7-716,0-1 0,0 2 0,0 1-272,0 0 1,1-2 702,2-2 0,1-1 0,4 0 0</inkml:trace>
  <inkml:trace contextRef="#ctx0" brushRef="#br0" timeOffset="266">285 42 7974,'0'8'311,"0"0"0,0 0-133,0 0 0,-1 7 1,-1 3-1,0 5 1,0 5-16,1 2 0,0 7 1,-1 0-1,0 1-333,0 0 1,0-6-1,0 2 1,-1-3-342,2-3 1,-3-8 510,1-3 0,-3-7 0,1 2 0</inkml:trace>
  <inkml:trace contextRef="#ctx0" brushRef="#br0" timeOffset="399">188 376 7905,'0'-13'143,"0"2"156,0 2 0,0 1 0,3 1 1,3 0-114,4 2 0,0 2 1,5-2-1,2-2 42,4 0 1,6 1 0,4-1 6,3-2 0,3-4-235,4 2 0,7-7 0,2 1 0</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51:57.171"/>
    </inkml:context>
    <inkml:brush xml:id="br0">
      <inkml:brushProperty name="width" value="0.06" units="cm"/>
      <inkml:brushProperty name="height" value="0.06" units="cm"/>
    </inkml:brush>
  </inkml:definitions>
  <inkml:trace contextRef="#ctx0" brushRef="#br0">16 203 7792,'-2'-8'-146,"-1"0"0,-1-1 1,3 1-1,-2-1 54,1-2 0,1 2 1,1-2-1,0-1 159,0-2 0,0 2 1,0-1-1,1 0 76,2 1 1,0 1 0,4-1 0,-3 2 235,0 3 0,2 1-137,0 1 1,1 2-1,0 7 217,-2 4 0,0 7 0,-3 8-267,1 3 1,-1 9 0,-2 5 0,0 3 0,0 3-164,0 0 1,-2 1 0,-2 1-1,0-2-149,1-2 0,-3-9 1,4-4-1,0-4-809,1-4 0,2-12-1507,1-5 2436,-1-8 0,10-14 0,-2-1 0</inkml:trace>
  <inkml:trace contextRef="#ctx0" brushRef="#br0" timeOffset="267">350 154 8036,'-8'-5'299,"0"-1"1,-1 4-1,-2 0 1,-3 2-24,-1 2 0,-1 1 0,-1 4 0,-1 3 111,-1 2 0,-3 2 1,4 5-1,1 1-113,3 4 1,4-1 0,-1 6 0,3 0-110,3 0 0,1-5 0,4-2 1,1-3-10,2-3 1,2-5 0,5-1-1,2-4-805,0-3 0,2-2 0,2-1 1,1 0-363,-1 0 0,1-1 0,1-1 633,1-1 1,3-3 0,-3-1 0,-2-2 377,-3-1 0,5-5 0,-1 2 0</inkml:trace>
  <inkml:trace contextRef="#ctx0" brushRef="#br0" timeOffset="517">440 341 7908,'3'6'0,"0"-2"366,2 0 1,0 1-1,3-2-134,0-1 0,1-5 0,-1-2 0,-1-4 95,-2-1 1,3 0 0,-4-4 0,1-1-313,-3-3 1,-1 0-1,-1-1 1,-1 2-57,-1 1 0,-3 1 0,-3 1 0,-1 4 98,-2 4 0,-1 2 0,-2 6 0,1 4 37,1 8 1,-1 6-1,3 7 1,2 5 365,1 5 0,6 1 0,-2 5 0,3-1-316,3-2 1,5-5 0,6-4-1,4-5-323,4-5 1,2-11 0,3-6-1,3-8-84,4-10 0,2-7 0,10-9 1,3-6 262,4-6 0,-2-3 0,5-4 0</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52:01.770"/>
    </inkml:context>
    <inkml:brush xml:id="br0">
      <inkml:brushProperty name="width" value="0.06" units="cm"/>
      <inkml:brushProperty name="height" value="0.06" units="cm"/>
    </inkml:brush>
  </inkml:definitions>
  <inkml:trace contextRef="#ctx0" brushRef="#br0">207 79 7929,'-10'-7'158,"2"0"0,-5-2 0,3 2 12,-2 3 1,3 2-1,-2 2 1,0 2 229,-1 3 1,3 3-1,-1 7 1,1 2-142,2 2 1,5 3 0,0 3 0,1 4-92,1 0 1,3 2 0,3-2 0,2 1-278,4 1 0,2-7 0,-1 2 0,0-5-5,-1-2 0,-3-5 0,0 0 104,-4 0 0,1 1 1,-5 0-1,-1-2 1,-4 1 154,-3-1 1,-3 1 0,-2-2 0,-2-3-88,0-4 0,-1-2 0,-1-3 0,-1 0-376,1 0 1,2-3 0,2-2-1,3-4-499,1-3 0,1 0 0,3-2 1,2-4-86,4-2 1,1-2 901,5-2 0,2 2 0,1-3 0</inkml:trace>
  <inkml:trace contextRef="#ctx0" brushRef="#br0" timeOffset="200">336 0 7960,'7'0'0,"-3"7"0,-2 2 0,-1 6 808,-1 4 0,-3 5 0,-2 8 0,-1 6-399,-1 6 1,-1-1 0,-1 6-1,-1-2-422,2-2 1,3-6 0,3-3-449,1-4 1,1-3-1,1-10 1,1-4-1,3-4-420,4-7 0,0-4 0,3-4 0,1-7 881,0-4 0,-2-6 0,0-5 0</inkml:trace>
  <inkml:trace contextRef="#ctx0" brushRef="#br0" timeOffset="433">443 273 9224,'-7'7'307,"0"3"1,2 3 0,0 5 0,1 4 85,0 3 0,-2 4 1,4 2-1,1-1-92,2-1 1,3-6-1,4-3 1,3-5-280,3-6 0,1-4 0,3-6 0,1-3-72,-1-5 1,-1-4 0,1-9 0,0-2-26,-3-3 0,-2-3 0,-2 0 1,-3-1-104,-1 1 1,-5 0 0,0 3 0,-1 3-93,-1 2 1,-4 6 0,-2 3-1,-4 4-296,-1 3 1,2 5-1,-2-2 6,0 3 0,2 3 0,1 2 0,2 1 560,1 1 0,2 3 0,3 2 0</inkml:trace>
  <inkml:trace contextRef="#ctx0" brushRef="#br0" timeOffset="765">637 201 7961,'0'12'362,"0"0"0,0 1 286,0 3 1,0 3 0,0 3 0,0 2-167,0 2 1,-3-1-1,1 2 1,0-1-264,1-1 1,1-2 0,0-6 0,0-2-31,0-4 0,4-5 0,3-5-389,1-2 0,4-6 0,-1-6 0,-1-3 0,1-4-383,0-3 0,1-3 1,0-4-1,-1 0 227,0 0 1,1 5 0,-1 0 0,-1 4 349,0 4 0,-6 6 0,3 4 1,-2 5-60,-1 3 0,0 8 1,-4 7-1,0 6 372,0 2 1,0 0-1,0 1 1,0-3 102,0-4 0,0-5 1,0-3-1,0-3-68,3-2 1,1-3 0,4-6 0,0-5-110,2-4 1,2-7-1,-2-1 1,1-3-608,2-1 1,-1 0 0,2-2-1,1 0-123,0 2 0,-2 7 1,-2 4-1,-1 2-2697,-1 4 3194,-1 1 0,-1 3 0,0 1 0</inkml:trace>
  <inkml:trace contextRef="#ctx0" brushRef="#br0" timeOffset="1016">1002 230 7961,'0'7'532,"3"3"0,-2-4 0,2 1 81,0-1 0,1-3 0,3 0 0,0-3-218,0-3 0,1-4 0,1-6 0,1-2-146,-2-5 0,0-1 0,0-2 0,-2-2-37,-1 0 0,-2 4 1,-3 0-1,0 3-44,0 2 1,-4 7-1,-2 5 14,-3 5 1,-2 10 0,3 6 0,-2 5-240,1 5 0,1 2 1,1 3-1,0 2-120,0 0 1,3-2-1,2 0 1,1-3-617,1-3 0,3-6 1,3-4-1,2-4-402,4-5 0,2-5 0,0-7 1,0-6 1194,1-6 0,-1-6 0,0-5 0</inkml:trace>
  <inkml:trace contextRef="#ctx0" brushRef="#br0" timeOffset="1215">1166 237 8096,'19'-23'0,"-3"0"1185,-4 3-870,-1 6 1,-7 5 0,-2 11 0,-1 5 430,-1 3 1,0 1 0,0 2 0,-1 3-212,-1 2 1,0-2 0,-2 4-1,0-1-129,0 2 0,-1 1 0,-2 1 1,1-1-295,1-1 0,-1-4 0,1 1 1,-1 1 217,2-1 0,-2-7-234,4 1 1,-1-10 0,4-1 0,2-8-789,4-6 0,2-3 0,5-8 0,2-3-425,1-3 0,0-1 1,0 0-1,0 0-69,-1 3 1186,-3 8 0,5-4 0,-4 6 0</inkml:trace>
  <inkml:trace contextRef="#ctx0" brushRef="#br0" timeOffset="1315">1467 280 8453,'2'7'-249,"1"0"0,0-2-769,-1 0 1018,-1-7 0,6-2 0,-3-7 0</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52:05.067"/>
    </inkml:context>
    <inkml:brush xml:id="br0">
      <inkml:brushProperty name="width" value="0.06" units="cm"/>
      <inkml:brushProperty name="height" value="0.06" units="cm"/>
    </inkml:brush>
  </inkml:definitions>
  <inkml:trace contextRef="#ctx0" brushRef="#br0">227 846 7798,'-8'0'622,"-1"-1"-692,-2-1 1,1 1 0,0-2 0,3 1-45,0-1 0,2-2 1,2 0-1,0-2-36,1-2 0,1 1 1,1-4-1,1-1 95,1-2 1,1-1 0,3-4 0,1-1-9,1 0 1,0 2-1,1 1 1,0 1 69,-1 2 0,0 3 1,-1 2 345,0 2 1,-4 4 304,0 6 0,-2 6 0,-1 4 1,0 5-205,0 3 0,-4 3 0,1 7 0,-2 3-216,0 2 1,1-1-1,-3 2 1,0 1-416,0 0 0,0-6 0,1-1 0,-1-4-300,0-5 0,2-7 0,1-5 477,-2-7 0,0-7 0,-1-9 0</inkml:trace>
  <inkml:trace contextRef="#ctx0" brushRef="#br0" timeOffset="317">34 853 7991,'0'6'455,"0"1"0,0 1-204,0 1 0,3 5 0,0 4 0,1 4-78,4 3 1,0 0 0,2 4 0,1-2-71,0-2 1,0-6 0,3-2 0,0-4-213,2-7 1,0-2-1,1-8 1,1-3-73,-1-6 1,1-4 0,1-4 0,-1-3-268,-2-3 0,0 1 0,-3-4 0,-1-1-934,-3 1 1382,-1 2 0,-2-1 0,1 0 0</inkml:trace>
  <inkml:trace contextRef="#ctx0" brushRef="#br0" timeOffset="850">14 337 7490,'-4'1'893,"3"1"-562,2 0 0,4 0 1,3-2-1,3 0-20,2 0 1,0 0-1,4-3 1,2-2-216,0-3 0,0-4 1,4-3-1,-4-3-108,0-2 0,-6 1 0,-1-4 0,-3 1 61,-3-1 0,-4 7 0,-2-1 1,-5 3-13,-3 4 1,-4 4 0,-3 2-1,-2 2 138,0 3 1,1 2 0,-2 4 0,1 3 50,-1 1 1,3 5 0,-1 2 0,3 3-52,2 2 0,2 1 1,-1 3-1,2-1-143,1-1 0,5-1 1,0 2-1,1 1-467,1 1 0,4-6 1,3 0-1,3-3-436,3-1 0,3-6 1,1-2-1,2-3 298,2-5 0,-1-5 0,3-4 0,3-5 573,-1-3 0,-2-3 0,3-5 0,-4-1 0,1-4 0</inkml:trace>
  <inkml:trace contextRef="#ctx0" brushRef="#br0" timeOffset="1151">344 269 7989,'0'-16'0,"0"0"270,0 0 0,-4 5 1,0 3-1,-3 2 316,-2 4 0,-1 1 1,-2 1-1,0 1-106,0 1 0,1 5 0,1 5 1,-1 1-249,0 3 0,5 0 1,-1 1-1,2 1-172,1 2 0,1-4 0,3 3 0,0-4-330,0-1 1,4-6 0,3-2 0,4-2 0,2-3 0,3-4 0,3-3 0,0-6-273,2-3 0,0-3 0,-1-2 0,-1-2 142,-1-1 1,-4-1 0,1-3 0,0 1 523,0 1 0,-5 8 119,-1 1 0,-6 10 1,1 5-1,-2 6 276,-2 6 1,-3 2 0,-1 3-323,0 0 0,-2 2 0,2-1 0,0 0-337,-1-1 0,3 0 0,-2-5 0,1-2-818,1-1 0,2-2 0,3-2 958,1-4 0,5-6 0,2-5 0</inkml:trace>
  <inkml:trace contextRef="#ctx0" brushRef="#br0" timeOffset="1402">639 21 7334,'-7'0'-102,"0"0"0,0 0 777,0 0 1,0 6-1,-2 2 1,0 4-240,1 5 0,0 3 0,2 3 1,2 3-73,1 3 1,2-3 0,1 1 0,1-3-216,2-2 0,1-1 1,4-4-1,2-1-188,-2-2 1,0-4-1,-2 3 1,-2-2 203,-1 0 1,-3-2 0,0 2-467,0-1 1,0-1-1,-3-2 1,-1-1-1,-2-1-573,-1-3 0,-1-1 1,0-1 300,-1 0 0,-1 0 1,4-2-1,-1-2 1,2-3 572,1 0 0,-1-4 0,1-3 0,1-3 0</inkml:trace>
  <inkml:trace contextRef="#ctx0" brushRef="#br0" timeOffset="1685">618 262 7867,'7'-4'217,"2"-1"1,0 2-1,0 2 178,-2 0 0,0 1 0,1 0 1,0 0-135,2 0 0,-1 0 0,0 0 0,0 0-207,-1 0 0,0 0 0,-1 0 1,0 0-419,0 0 0,0-1 0,-1 0 1,1-2-362,0-1 0,0-1 1,0-1-1,0-1 585,0 0 1,-1-2 0,1-1 139,-3-1 0,-1 2 0,-3-2 0,0 1 0,0 1 215,0-1 0,0 5 1,-1-1 607,-1 2 1,-2 2 0,-2 3-59,2 4 1,-2 1-1,1 8 1,-1 3-1,-1 5-271,0 3 0,2 3 0,-1 3 0,0 5-505,1 4 1,0 0 0,-2 4-234,0-5 0,2 1 0,2-9 0,-1-2 0,4-4-1534,1-6 0,2-9 1778,3-6 0,3-11 0,5-5 0</inkml:trace>
  <inkml:trace contextRef="#ctx0" brushRef="#br0" timeOffset="2467">1168 8 7953,'-3'-4'399,"1"1"-286,-2 3 1,2 1 0,0 1 0,1 4 0,1 5 194,0 5 1,2 7 0,1 4 0,-1 6 42,1 5 1,-2 0-1,3 7-384,-1 0 1,0 1 0,-3-4 0,-1-3 0,-1-2-455,0-4 0,-3-6 0,0-4 1,-1-7-66,-1-7 1,3-6-1,-1-1 1,0-5 347,-1-4 1,1-6 0,1-4-1,0-2 282,1-2 1,-1 2 0,-2-3 0,2 3 345,-2 3 0,3 4 1,-1 3-1,0 2 493,0 3 1,3 0-657,-2 2 0,3 2 1,0 0-1,0 3 1,3 1-188,4 1 0,1-1 0,3 1 0,2-1-382,0-1 1,3-1-1,0-3-15,-1-1 0,2-2 1,1-2-1,0-1 1,1-1-122,0-1 0,-4-1 0,-1-2 0,-1 1 483,-3 1 0,-4 3 0,-3 3 348,-2 1 1,-2 3-1,-6 3 1,0 6 260,0 3 1,3 2 0,0 6 0,1 2-75,1 1 0,1 0 0,2 2-510,1-2 1,3 0 0,5-6 0,3-4 0,3-5-27,1-5 1,0-4-1,1-4 1,0-5-437,0-7 1,-4-2-1,-4-6 1,-2 0 30,-4-1 0,-3 3 0,-2 0 0,-1 4 221,-3 2 0,-4 4 0,-2 4 0,-2 1 64,-1 1 1,0 3-1,1 0 1,2 1-340,2 1 0,1-1 0,2 0 0,2-1 421,1-1 0,2-1 0,1-1 0</inkml:trace>
  <inkml:trace contextRef="#ctx0" brushRef="#br0" timeOffset="4834">1813 207 7764,'0'-5'-96,"-3"1"1,3 1 394,-3 0 0,3 6 1,0 7 87,3 4 1,0 7 0,2 1 0,0 3 0,-1 5-84,0 3 1,1 0 0,-2 5 0,-2-2-350,0 0 0,-1-7 0,0 2 0,0-3-138,0-2 0,-1-9 0,-1-1-132,-3-5 0,-1-5 0,0-4 0,1-5-45,0-6 1,1-5-1,-1-8 1,1-1 128,1-5 1,1-3 0,2-4-1,1-1 131,1 0 1,2 3 0,5-3 0,1 4 150,0 3 1,2 7 0,2 0 34,-1 4 0,3 1 1,1 5-1,-1 4 1,-1 4 36,-2 2 1,-3 2 0,0 2 0,-2 4 321,-4 5 1,-3 1 0,-1 4-150,0 1 0,-1-2 1,-1 4-1,-2-1 1,-3 0 26,-2 1 1,0-3 0,-2 1 0,1 0-335,-1-2 0,2 0 1,-2-2-1,1-1-804,2-1 0,0-5-3,1-2 0,4-6 0,0-5 0,3-3 458,3-3 1,3-3-1,4-1 360,0-1 0,1 3 0,1-2 0,0 1 0,0 0 0,1 1 0,1 0 0,-1 0 0,1 1 53,0 1 0,-3 6 1,0 0-1,-1 2 63,-2 1 1,0 1 0,-2 6 568,-1 1 0,-2 5 1,-1 1-1,0 3-164,0 1 1,-1 2-1,-1 0 1,0 2 0,0 2-281,0 1 0,-3 0 1,0-1-1,-1 1-250,-1-1 1,-1 0 0,0-2 0,0-1 46,2-3 0,0-6 0,-1-1-169,0-4 0,4-1 1,-2-5-1,3-4-39,0-4 0,3-5 0,1-2 0,3-3-246,2-2 1,0-1 0,2-3-24,1 2 1,1 1 0,1 4 0,-1 1 33,-2 3 0,2 0 1,-2 7-1,0 2 164,-2 1 1,1 3 0,-1 3 0,-1 0-1,0 1 241,-1 1 0,-3 2 0,0 3 0,0 1 31,0 1 0,-3-1 1,2 3-1,0 0-21,-1-1 1,1-1-1,-1 0 322,3-2 0,-1 0 1,0 0-1,2-1 1,0-1 316,1-3 0,0-1 1,0-3-1,2-1-512,0-4 0,-2-5 0,-3 1 0,1-3-147,-1-2 1,-1 1 0,-1-3 0,0 1 40,0 2 0,-4 1 1,-1 4 106,-1 3 0,0 1 0,-3 3 0,-1 3 1,0 2 57,-1 5 1,0 6-1,2 5 1,0 3 229,0 2 1,0-1 0,0 2 0,1 1-437,2-1 0,0-2 0,4 1 1,0-2-272,0-3 0,1-3 1,2-6 97,4-1 1,2-3 0,4-5 0,-2-3 0,2-4-1048,2-4 1,0-6-1,3-3 1,-1-5 842,-2-1 1,2-3 0,-1 1 0,-1-1 386,0 0 0,-2 2 0,-2-2 0,-2 3 0,-1 3 0,-4 8 0,-2 4 183,-1 2 0,-2 6 0,-1 0 0,-2 3 861,0 3 0,-1 0 0,2 4 1,0 0-582,0 0 1,-2 2-1,3 2 1,0 1 0,1 3-102,1-1 1,0 4 0,0 0-192,0 2 0,0 0 0,0 1 0,0 0 1,0 0-277,0 2 0,1-1 1,1 2-1,0-2-133,0-2 1,1-4 0,-1-1 0,0-3-196,1-3 1,-1-4 0,2-4 116,2-2 0,0-6 1,1-4-1,-1-3 138,1-2 1,1-3 0,0-3 0,2-1-82,-2-2 0,0 5 1,0 0-1,0 1-324,-2 1 0,-1 4 293,2 2 0,-3 4 0,1-1 129,0 4 1,-1 2 0,0 4 0,0 1 211,0 3 1,-2 1 0,2 1 0,0-1 229,-1 1 1,0 0 0,1 0-1,1 0 29,-1 0 1,2-3-1,-1-2 1,3-1-32,1-1 1,0-1 0,-2-1-1,0-4-49,0-2 0,0-3 0,-1-3 0,1 0-39,0-2 0,-3-2 0,-1-2 0,-1-1-96,1 1 1,-1 2 0,-3 3 0,0 3 140,-2 2 0,-2 6 0,0 2 1,-1 2 115,-1 5 0,3 1 1,-1 8-274,0 3 1,0 2 0,-1 3 0,2 1 0,1 3-188,2 0 0,-2-2 0,0 0 0,2 0-582,0-2 1,1-2 0,1-1-1,1 0-189,3-2 1,1-7 0,1-4 0,0-3 480,3-4 0,-3-6 0,2-6 0,0-6 398,0-3 0,-1-2 0,1-4 0,1 1 0,2-1 0,-2 3 0,-1 2-94,-1 1 1,0 2 0,-1 5 101,-3 2 1,-4 10 551,-2 3 0,1 5 1,-2 1-1,1 2 0,0 1 297,0 3 0,1 3 1,-1 2-1,0 0-555,0-1 0,1 3 1,-1-1-1,0 0-195,0 1 1,2-3 0,0 1 0,-1 0-86,-1-2 1,1 0 0,-1-2-1,1-2-440,1-2 1,0-5 124,0-4 0,3-7 1,1-6-1,3-6-22,2-3 0,0-1 0,2-3 0,-1 0 106,1 0 0,-2 2 1,2 0-1,0 2 517,2 2 1,-1 3 0,4 1 0,-1 3-74,-1 2 0,-1 7 0,-2 0 1,-2 6 49,-1 5 1,-4 3 0,0 7 0,-1 1-119,-1 2 1,-1 3 0,-2-1 0,-1 1-446,0-2 0,-3-1 1,3-2-736,1-2 0,0-6 518,1-5 1,3-9 0,1-10 0,1-3-291,2-3 0,-3-3 1,4-1 605,1 0 0,-1 0 0,-1 0 0,0 1 0,0-1 297,-1 0 1,1 3 0,-1 4 0,0 0 121,-2 5 1,-1 2 657,1 5 0,-2 5 0,0 5 0,0 1-182,0 4 1,-1 1-1,1 4 1,-1 2-342,-1 1 1,0 0 0,0 3-452,0-1 1,0 3 0,0 1 0,0-1 0,-1 2-256,-1-1 0,0-1 0,-3 1 0,0-2-419,-1-2 0,0-5 1,1-1-1,0-4-150,0-3 1,-1-4 0,1-3 0,1-6 888,1-5 1,0-3 0,2-1 0,-2-2-35,2-1 0,0 3 0,2 0 243,1 3 1,0-1 0,2 2 0,1 0-1,2 0 504,2 1 0,-1 1 1,2 2-1,0 0-557,1 0 0,2 1 0,0 2 0,0 1-857,1-1 1,-4 4-1,4-3 344,-1 3 1,-1 0 0,0 0 0,-1 0 0,-1 0 367,-2 3 0,2-3 0,-1 3 0,0-2 312,-2-1 0,-2 0 1003,-1 0 0,-1 0-867,1 0 0,-1 0 0,0-1-3802,0-2 3354,3 0 0,-2-4 0,2 0 0</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52:11.535"/>
    </inkml:context>
    <inkml:brush xml:id="br0">
      <inkml:brushProperty name="width" value="0.06" units="cm"/>
      <inkml:brushProperty name="height" value="0.06" units="cm"/>
    </inkml:brush>
  </inkml:definitions>
  <inkml:trace contextRef="#ctx0" brushRef="#br0">0 439 7911,'0'-5'633,"0"1"0,1 0 0,1-1 0,4 2-338,2 0 0,1 3 1,4-3-1,3 0-557,3 1 1,0-3-1,5 0 49,0-1 213,-3-1 0,3 0 0,-4 0 0</inkml:trace>
  <inkml:trace contextRef="#ctx0" brushRef="#br0" timeOffset="727">337 89 7764,'4'-3'273,"-1"3"1,-3 0-159,0 4 0,1 5 1,0 6-1,2 6 50,1 5 0,-2 6 0,2 6 0,-1 4-107,-1 3 1,-2 0-1,0 1 1,0-2 51,0-3 1,0-8 0,0 2-79,0-5 0,-2-4 1,0-7-1,0-4-63,-2-4 1,4-5-1,-2-7-198,4-5 0,-1-5 0,4-6 0,0-3 64,1-5 0,2-2 1,0-2-1,3-2 42,2-3 0,-1 4 0,4-3 121,-1 7 0,-2 0 0,2 9 0,-1 4 0,1 4 147,-2 5 0,-4 6 0,-1 6 1,-2 5 132,-4 5 1,-1 4 0,-1 3 0,0 1-162,0 1 1,0 0 0,0 4-175,0 0 0,0-2 1,0-3-1,0-3-451,0-1 1,1-2 0,1-6 0,2-4-1226,3-4 1733,-1-6 0,4-10 0,1-4 0</inkml:trace>
  <inkml:trace contextRef="#ctx0" brushRef="#br0" timeOffset="2081">667 295 8038,'-10'0'322,"2"0"0,-1 1 1,1 1 107,1 2 0,1 6 0,-1 1 0,1 3-99,1 2 1,1 1 0,3 4-1,-2 0-151,2-1 1,3-2 0,3-3 0,2-3-463,2-3 0,1-4 0,4-3 0,1-1-59,1-1 1,-1-4 0,2-3-1,0-4-72,-1-4 1,-1-4 0,-1-4 0,1-2 155,-2-2 0,-4-1 0,0 0 0,-1 0 722,-1 1 0,-3 10-111,1 0 0,-4 12 0,-1 5 0,-4 9 0,-2 6-21,-1 5 1,2 3 0,1 2 0,-2 2-601,0-1 1,2-5 0,0-1 0,1-2-434,1-1 0,1-4 179,1 1 1,3-8-1,2-2 1,1-5 520,1-6 0,0-4 0,0-4 0,0-1 0,-1-3 0,1 3 0,0 1 0,0 1-96,0 0 1,-2 2-1,-2 2-77,0 0 1,0 4-1,-3 6 948,0 4 1,0 3 0,0 2 0,0 4-189,0 2 1,0 1 0,2 3 0,0 1-381,0-1 0,-1 2 0,-1 2 1,0 0-55,0 1 1,0-4 0,-1 2-1,-1-3-6,0 0 0,-3-5 0,2-2-7,0-3 1,0-4-1,-1-6 1,1-2-315,2-3 1,0-8 0,1-7 0,0-3-110,0-3 1,0-1 0,1-1 0,1-1 23,3 1 0,1 1 0,1 1 0,0 1-412,-1 1 1,4 3 0,-1-1 0,2 1 306,1-1 0,1 3 1,1-2-1,0 0 214,0 0 1,2 0 0,0 1-1,-1 0 131,-1 1 0,0 4 0,-1 0 1,-1 4 129,-3 3 0,-4 5 76,0 1 0,-4 3 649,1 3 0,-1-2 0,-1 4-261,0 0 1,0 2 0,0 3 0,0 3-219,0 5 0,2 3 0,2 2 0,-1 4 1,3 4 32,0 2 0,1-2 0,0 5-270,-1 0 1,1 2-1,-2-3 1,-1-3 0,1-3-208,-1-5 0,-1-5-95,-3-3 1,0-8-1,-1-5 65,-1-4 1,-5-3-1,-4 1 1,-2-1 0,-2 1-223,-1 2 1,2 0-1,-3 1 1,2 0 231,-1 0 0,4 3 0,-1 2 0,2 1 269,0 1 1,5 0 0,0 2 0,2 1 43,2 0 0,2 0 0,0 0 0,0 0-229,3-1 1,-2-3-1,4 0 1,1-2 156,2-1 1,1-1 0,2-2-96,1 0 1,1-3 0,1-2-1,0-2 1,-1-1-1150,1-1 1,1-3 0,0 2 0,1 1 165,-1-1 0,-3-2 0,-1 3 1,0 1 943,0 0 0,-3 1 0,1 0 352,-1 0 0,-4 4 0,0 0 299,-1-1 0,0 4 1,-1-3-1,1 0-190,1-2 1,0-2 0,2-1 0,0-3-393,-2-2 1,0 0 0,1-5-1,-1-1 60,-1-1 1,0 2 0,-3 0-85,0 1 0,-4 3 0,0 4 0,-2 4 0,-1 3 211,0 3 1,0 7 0,0 5 0,0 4 68,1 4 1,1 2-1,1 2 1,0 1 38,1-1 1,1 0 0,0 1-580,1-5 0,2 0 1,1-3-1,3-1 1,3-1-953,1-5 0,3-4 0,0-3 0,1-2 269,1-4 1,-1-8 0,0-4 0,-1-3 897,0-3 0,-5-5 0,0 2 0,0-1 0,-1 0 0,-3 5 0,0 0 0,1 2-22,-3 3 1,0 6 0,-2 4 645,-1 3 0,1 4 1,-2 7-1,1 3 222,-1 1 0,1 1 0,2 2 1,0 3-442,0 1 0,0 1 1,0 0-1,0 1-294,0 1 0,-1-5 0,0 3 0,-2 0-180,-1-2 1,0-3-1,-1-1 1,0-3-99,0-2 1,2-7-63,0-6 0,3-4 0,0-9 155,0-3 1,4-4-1,2-2 1,4-1-1,3 0-59,0 1 1,0 3 0,5 0-245,-1 3 0,2-2 1,-1 4-1,3 1 1,1-1-615,4 0 0,-1 1 0,2-1 991,1 0 0,7-5 0,0 0 0</inkml:trace>
  <inkml:trace contextRef="#ctx0" brushRef="#br0" timeOffset="2781">1972 315 7841,'-11'-11'0,"2"0"0,2 0 249,2-2 1,6 2 0,6-4-5,4 0 1,5 0 0,5 3 0,3 1 0,1 2 32,0 3 0,0 0 0,3 4 0,-2 1-85,0 2 0,-5 2 0,-4 4-106,-3 2 0,-2 4 0,-8 1 0,-2 2 0,-4 3-305,-5 3 1,-6 3 0,-6 2 0,-3-1 165,-4 2 0,1-4 0,-2 5 0,-2-1 90,-1-2 1,0 2-1,0-5 1,1 0 5,2-2 0,5-5 0,2 0 0,5-2 444,5-3 0,6-3 0,2-4 1,4-1-182,2-2 0,6 0 0,4-1 0,5 0-205,6 0 1,-2-1 0,7-2 0,1-4-74,2-3 1,-1-4 0,0-1 0,0-3-478,1-2 1,3 0 0,4-3 447,-4 1 0,10-3 0,-3 4 0</inkml:trace>
  <inkml:trace contextRef="#ctx0" brushRef="#br0" timeOffset="3412">2741 288 7841,'2'-14'0,"0"0"53,0 1 0,0 2 198,0 2 0,-1 6 1,2 6-1,-1 8 102,0 5 0,1 9 0,-3 4-168,3 4 0,-3 6 0,3 1 0,-3 1 0,0 2 37,-3 0 1,0-4 0,-2 3 0,0-2-126,0-3 1,-1-6 0,-1-5-154,0-4 0,0-4 0,0-7 1,1-5-45,2-5 0,-2-7 0,1-6 0,-1-4-193,-1-5 0,3-1 1,0-6 195,1-2 1,0-5 0,3-3 0,0 1 0,0-1-124,0 3 1,5 2-1,3 2 219,5 0 0,6 3 1,-1 4-1,3 6 1,1 3 81,4 5 1,-3 3-1,0 1 58,-1 3 0,-3 2 0,0 1 0,-4 1 0,-3 1 1,-3 2 0,-2 3 1,-2 2-1,-4 1 266,-2 3 0,-3-2 0,-4 4 1,-1 1-15,-2-2 1,-2 1-1,-1 0 1,0-1-332,-3-1 1,2 0-1,-2-1 1,0-2-82,2 0 1,0-7 0,1 1 0,1-2-706,2-2 1,2-1 0,4-1 0,3-4-380,1-2 1,7-3 0,2-2 0,3-1 1103,4 0 0,1-2 0,-1-1 0,1 0 0,6-2 0,0-1 0</inkml:trace>
  <inkml:trace contextRef="#ctx0" brushRef="#br0" timeOffset="4895">2961 302 7841,'6'7'88,"-1"-1"1,-1 2 310,-1 1 0,2 0 0,-3 1 0,0 1 153,1 0 0,-2 0 1,1 3-1,-1 0-126,-1 2 0,0 0 1,0 2-1,-1 1-216,-1 1 0,-1-3 1,-2-1-1,0-1 73,0-1 1,-1-4-224,2 0 1,-2-7 0,4-3 0,1-7-291,0-3 0,3-6 1,1-3-1,2-1-52,2-3 0,1-1 0,3-3 0,-1 1 87,1 1 0,1 3 0,1-1 0,2 1-266,1 2 1,-2 4 0,2 1 0,-2 3-37,-3 4 1,2 4-1,-4 4 1,0 0 64,1 0 0,-3 3 0,0 1 1,-1 2 431,-1 1 0,0 1 0,0 0 0,-3 2 0,-1 1 0,-1 0 0,0 2 0,0 0 0,0-2 0,0 0 0,0 1 0,-1-1-69,-1 2 1,1-5 0,-1 0 0,1 1 616,1-2 1,0-1-1,1-2-80,1-1 0,3-1 0,3-3 1,2-1-154,1-3 0,-1-2 0,2-2 0,2-3-173,0-3 1,-1 0-1,2-4 1,-2 1-91,-1 0 1,-6-1 0,0 3-1,-2 1-28,-3 0 0,-1 5 0,-2 1 1,-3 4 54,-4 3 1,1 5 0,-3 4 0,-2 4 34,0 4 0,2 4 1,0 4-1,1 3 119,2 3 1,0-3-1,1 2 1,1 1-176,2-1 1,-2-4 0,4 2 0,1-3-425,0-3 1,4-6 0,2-2 0,3-4-315,1-4 0,3-3 0,-1-5 0,1-5 84,2-6 0,-2-5 1,4-2-1,-1-3 244,-2-1 1,1 1 0,0-3 0,-1 1 361,-2 1 0,-1 5 0,-4 2 0,-1 3 455,-3 3 1,-1 4 21,-1 0 0,-2 7 1,-1 5-1,-1 5 193,1 3 0,-1 3 0,2 2 1,0 3-273,1 3 0,1 0 0,0 0 1,0 0-181,0-2 0,0-1 0,0-2 1,1 1-81,1-1 1,4-4 0,4-3 0,-1-4-55,1-3 0,0-4 1,4-4-1,0-4-391,0-3 0,-3-5 0,0-1 0,-1-2-396,-2-1 0,-3 1 1,-1 0-1,0 2-20,0 2 1,-2 0 0,2 2-1,0 0 261,0 3 0,-3 2 0,2 2 0,-1-1 265,1 2 1,2 4 0,0-1 0,1 3 182,1 0 0,-1 0 1,1 3-1,0 3 60,0 3 1,-2 3-1,-1-1 1,1 0 456,-1 1 0,2-2 0,-2 2 0,0-2 28,1 0 1,-1-5 0,3 1 0,-1-1-142,-1-2 0,1-2 1,-2-2-339,0-5 1,-1-4 0,-1-3 0,0-2-67,0-1 0,-2-1 0,0-2 1,-2 1 68,0 2 0,-3 6 1,0-1-1,-1 3 84,-1 3 0,2 3 0,-1 5 1,0 5 75,1 5 0,0 4 1,-2 4-1,0 2-57,0 2 1,1-1 0,0 1-1,3-2-320,0 0 0,0-2 0,3-1 0,0-2-328,0-2 0,1-5 1,1-4-1,3-4-38,1-2 1,3-3-1,1-3 1,0-4-327,0-3 1,1-4-1,-1-1 1,-1 0 843,1-2 0,-5 2 0,2 1 0,-2 1 210,-1 2 1,1 3-108,-2 1 1,-2 8 869,-3 1 0,1 6 1,-2 8-1,1 0-398,0 2 1,-2-1 0,3 4 0,-2 0-405,-1 1 1,3-2-1,-3-1 1,2 0 28,0-1 0,0-3 0,2-1-69,0-3 1,0-6-457,0-5 1,0-5-1,0-8 1,3-2-18,1-3 1,5-4-1,1-3 1,-1 1 131,1-2 1,3 7 0,0-3-1,3 1 59,2 4 1,-2 2-1,2 5 1,-2 2 524,0 6 0,-6 4 0,-2 4 0,-4 6-136,0 2 0,-2 5 0,-3 1 0,-1 2-267,-3 0 0,0-1 0,-1 0 0,2-1-869,-1-1 0,2-4 1,0 1 202,2-5 1,2-4-1,2-4 1,1-5 419,2-5 0,4-6 0,1-4 0,0-1 275,1-3 0,-1 1 0,3-4 0,0 0 0,-1 0 0,-1-2 0,-1 1 0,1 0 264,-2 2 1,1 1 0,-3 5 679,-1 3 0,-2 7 1,-5 10-236,0 5 0,0 5 1,0 5-1,0 3-214,0 3 1,-2 2 0,-1 4 0,0-1-414,-1 1 0,0 0 0,1 1 0,-1 1-538,-1 2 0,-1-5 0,-1 1 0,0 0-509,0-2 0,0-6 1,1-1-1,1-2-808,0-5 1773,4-5 0,-6-4 0,4-7 0</inkml:trace>
  <inkml:trace contextRef="#ctx0" brushRef="#br0" timeOffset="5012">4018 446 7841,'4'-7'264,"0"2"1,-2 2 804,3 0 0,1-2 0,2 2-1715,1-1 0,-2 3 1,3-2-1,-3 3-2170,0 0 2816,0 0 0,0 0 0,0 0 0</inkml:trace>
  <inkml:trace contextRef="#ctx0" brushRef="#br0" timeOffset="5096">4224 405 10159,'4'3'2581,"-1"-2"-5887,-3 4 3306,-3-4 0,-1 5 0,-2-2 0</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53:39.189"/>
    </inkml:context>
    <inkml:brush xml:id="br0">
      <inkml:brushProperty name="width" value="0.06" units="cm"/>
      <inkml:brushProperty name="height" value="0.06" units="cm"/>
    </inkml:brush>
  </inkml:definitions>
  <inkml:trace contextRef="#ctx0" brushRef="#br0">120 788 7853,'-1'-6'182,"-1"-1"193,-2-1 0,-2 3 1,1-1-132,0 2 1,2 2 0,-1 6 0,1 6-55,-1 6 0,-2 4 1,2 3-214,2 3 0,-3 7 0,-1 1 1,-1 0-1,1 3-1174,-2 2 1,3-7 1196,-2 8 0,-4-9 0,-5 7 0</inkml:trace>
  <inkml:trace contextRef="#ctx0" brushRef="#br0" timeOffset="833">170 380 7853,'-6'-5'-10,"2"3"0,3-4 0,-1 1 94,-2-1 0,0 0 859,0-4-442,3 4 0,-3 3-384,4 6 1,1 4 0,2 7 0,4 6 38,2 6 0,-1 4 1,0 3-1,4 4-45,-1 6 1,0-5-1,0 3 1,1-1-104,1-2 1,1-6 0,-4-4 0,0-9-163,0-8 0,-1-9 0,1-3-118,0-8 0,0-11 0,-1-10 0,-1-5 0,-1-6 95,0-6 1,-1 4 0,0-5 0,-1 5 208,1 4 1,-3 9 0,2 3 0,0 4 161,-3 8 1,0 8 0,1 8 0,0 8 11,-1 7 0,0 4 0,1 3 1,1 4-48,1 1 1,-1-1 0,2 0-305,2 0 1,-2-2 0,-1-2 0,1-3 0,-1-2-1013,3-2 1,-3-4-1,-1 1 1157,0-6 0,-2 2 0,2-3 0</inkml:trace>
  <inkml:trace contextRef="#ctx0" brushRef="#br0" timeOffset="1266">678 310 7813,'-3'-7'199,"0"0"1,-5 5 320,1-1 1,3 3-469,1 3 1,2 4 0,1 6 0,0 4 0,0 3 46,0 3 0,4-1 0,2 4 0,0-2-63,1-2 0,-2-1 1,3-1-1,-1 0-89,1 0 1,-4-3 0,-1-2-1,-2 1 185,-1-1 0,0-3 1,-1 2-1,-2-3-125,-4-1 0,-5 0 0,-1 0-234,1 0 0,-4 0 1,0 0-1,-2-1 0,1-3-617,4-2 0,2-2-864,1 1 1708,4-6 0,6-3 0,6-9 0</inkml:trace>
  <inkml:trace contextRef="#ctx0" brushRef="#br0" timeOffset="1532">858 459 7929,'10'0'0,"0"0"360,0 0 0,1 1 0,1 2-215,2 0 0,-1-1 1,-4-5-1,-2-4 49,0-2 1,-5 3-1,2-1 1,-3-2-104,-1-3 0,0 1 0,-1-3 1,-3 0-243,-2 1 0,-4-1 1,-3 1-1,-1 0 85,-1 1 1,1 5 0,-1 4 0,0 2 147,3 1 1,1 5 0,2 6-5,3 8 1,1 2 0,5 7 0,0 3 0,0 4 309,0 4 0,6-2 0,3-2 0,4 1-325,2-1 0,2-7 1,3-3-1,1-7-697,2-8 0,1-7 1,3-10-1877,1-10 2510,7-11 0,-8-12 0,7-5 0</inkml:trace>
  <inkml:trace contextRef="#ctx0" brushRef="#br0" timeOffset="2250">1506 20 7813,'5'-5'0,"-3"-3"372,5 5-180,-5 0 0,2 7 0,-4 3 0,0 3-13,0 3 0,0 7 0,0 6 0,0 4 65,0 4 0,1 5 0,2 7 0,0 0-84,-1 1 1,3-5-1,-2 0 1,-1-5 140,-1-7 1,3-9-425,-1-8 0,0-7 1,-4-6-1,-3-7-259,-6-5 0,0-3 0,-5-2 0,2 0 294,0-1 1,-5 4 0,2 1-1,1 3 43,2 3 0,-2 3 0,2 5 1,1 3 129,1 6 0,4 6 0,1 7 0,2 5 359,2 4 1,2 0 0,3 3 0,5-1-349,4-6 0,4-2 0,4-7 0,0-3-214,-1-2 0,5-4 0,0-4 0,2-2 19,1-3 1,-1-9 0,0-3 0,1-5-1193,-2-5 1,0-1 0,-6-6 1290,-3 1 0,3-9 0,-3 5 0</inkml:trace>
  <inkml:trace contextRef="#ctx0" brushRef="#br0" timeOffset="2387">1756 390 7813,'-1'13'288,"-2"1"1,-1 2-28,-2 1 0,4 2 1,-1 2-1,2 2-268,1 0 0,0 0 1,0-3-1,0 0 116,0 0 1,1-6 0,2-4 0,4-5-492,2-4 0,-3-3 1,1-5-1,1-7-527,1-7 0,-1-5 909,-1-4 0,6-4 0,-1-2 0</inkml:trace>
  <inkml:trace contextRef="#ctx0" brushRef="#br0" timeOffset="2649">1865 210 7502,'0'-6'-756,"0"2"1,2 4 755,1 0 0,-1 0 0,4-1 0,-1-1 0,1-2 0,-3-2 0,3 1 0,-1 0-20,1-3 1,-3 2-1,4 1 769,0 0 0,-1 2-392,1 3 0,-4 6 0,2 4 1,1 6-93,0 6 0,0 6 0,3 6 0,-1 6-129,-2 5 0,1-3 0,2 9 0,-1 0-415,-2 0 1,-3-6 0,0 2 0,-2-6-518,-1-6 0,-1-12 796,-2 4 0,-7-11 0,-6 2 0</inkml:trace>
  <inkml:trace contextRef="#ctx0" brushRef="#br0" timeOffset="2814">1905 579 8006,'4'-10'661,"0"1"-570,2 3 1,-2-3-1,5 2 1,2-2-50,0-1 1,5-1 0,0-1 0,3-3-393,1 0 1,1 2 0,1-4 0,1 0-1105,0 2 1454,-2 1 0,-1-1 0,0 0 0</inkml:trace>
  <inkml:trace contextRef="#ctx0" brushRef="#br0" timeOffset="3382">2175 180 7359,'0'-15'63,"-1"0"0,-3 6 0,-2 2 279,-3 0 0,-1 5 1,-1-2-141,-3 3 0,-5 2 1,-4 3-1,0 5 1,0 6 70,-1 8 1,0 6 0,3 4 0,0 5-102,2 4 0,6-1 0,1 3 0,4 1-112,4 1 1,3-4-1,2 1-118,3-1 0,1-5 0,6-3 1,2-6-1,2-4 105,4-8 1,-1-8 0,6-5 0,2-4-306,3-5 0,0-8 1,6-11-528,0-5 1,4-10 0,-5-2-1,0-3 1,-2-4 784,-4 1 0,-4 5 0,0-1 0,-4 4 0</inkml:trace>
  <inkml:trace contextRef="#ctx0" brushRef="#br0" timeOffset="3547">2404 110 7945,'-7'-3'292,"1"0"0,3 0 0,-1 7 0,1 3-137,-1 6 1,1 3-1,3 8 1,0 4 82,0 8 0,0 1 0,0 9 0,0 0-50,0 3 0,0-7 0,0 5 1,0-3-534,0-4 1,0-9 0,0-2 0,0-5-2185,0-5 998,0-3 1531,-4-15 0,-2-7 0,-4-9 0</inkml:trace>
  <inkml:trace contextRef="#ctx0" brushRef="#br0" timeOffset="3697">2284 449 9764,'10'-3'-383,"0"0"1,1-2 0,2 2 0,1-4-171,1-2 1,1-1-1,2 0 553,-2 1 0,1-1 0,3 0 0</inkml:trace>
  <inkml:trace contextRef="#ctx0" brushRef="#br0" timeOffset="3830">2524 310 7802,'0'10'69,"0"1"1,0 1 0,0 2 315,0 2 1,0 1 0,0 1 0,0 1-321,0 1 1,0-2 0,0 5 0,0-2-293,0-1 0,0-4-455,0-3 0,0-11 0,1-7 1,1-10 681,1-8 0,5-5 0,-2-2 0</inkml:trace>
  <inkml:trace contextRef="#ctx0" brushRef="#br0" timeOffset="3963">2613 180 7802,'-10'0'193,"1"0"1,-1 1-1,1 2 1,1 3-635,1 0 0,4 2 0,-3-1 336,2 2 1,1 1 0,4-1-24,2-3 1,-1-1-1,5-5 1,1 0 127,1 0 0,1 0 0,0 0 0</inkml:trace>
  <inkml:trace contextRef="#ctx0" brushRef="#br0" timeOffset="4181">2673 230 7802,'1'17'0,"2"-1"0,0 3 0,-1 3 0,-1 4 0,-2 4 0,-1 1 772,-1 2 1,-2-1 0,3 3 0,-1 0-355,0-3 0,2-9 0,2-5 0,3-6-550,2-6 0,3-5 1,2-7-1,3-7-371,2-9 0,0-7 0,-1-3 1,0-3 0,-3 0 1,-1-2-1,-2-1 1,-2 1 91,-4 4 0,-2 3 1,-1 4-1,0 5 272,0 4 1,-6 8 0,-2 0-1,-5 3 138,1 4 0,0 5 0,1 4 0,0 2 0,2 1 0,2 0 0,0 0 0,0 0 0,5-5 0,2 4 0,5-3 0</inkml:trace>
  <inkml:trace contextRef="#ctx0" brushRef="#br0" timeOffset="4983">2813 250 7915,'0'11'0,"0"1"207,0 1 1,0 2 0,0-3 0,1 2 348,2 2 0,-2 1 1,3 3-1,-3 1-196,-1 2 1,0-1-1,0 4 1,0-2-192,0-2 0,0-1 1,0-2-254,0-2 0,1-4 1,1-8-84,2-5 1,3-5 0,-1-10 0,1-4-78,-1-7 0,1-6 0,3-1 0,0-1 109,0 0 1,0 3-1,-1-1 1,-2 3-2,0 2 0,0 10 1,3 0 170,0 5 0,-2 7 0,-1 7 0,-4 8 114,-1 8 0,1 7 1,0 5-206,-1 0 0,0-2 0,-2 0 0,0-2 0,0-3-424,0-4 0,4-4 1,3-6-1,1-2-77,2-4 0,2-7 1,0-6-1,2-7 479,2-5 0,-4 0 1,1-5-1,-2-1 110,-1 0 0,-1 1 1,-2 2 469,-4 0 1,-2 3 0,-1 5 2,0 4 0,-4 6 1,-3 6-1,-2 6 0,-1 6 172,0 3 1,4 6-1,-1 5 1,0-1-448,2 0 0,-3 3 1,5-5-1,0-2-244,2-2 0,1-6 1,1 1-97,3-2 1,1-5 0,5-3-1,1-4 1,3-6-500,2-6 1,3-9 0,1-6 0,-1-4-98,-2-4 0,0 0 0,-2 2 681,0 3 0,-3 0 0,2 7 59,-3 2 0,-6 11 1,-1 9-1,-4 10 0,-4 8-15,-2 7 1,-3 0 0,0 4 0,1 2 117,2-1 1,0-4 0,-2 1-601,2-4 0,3 0 1,1-9 34,4-3 0,4-6 1,5-8-1,1-6 428,1-4 0,2-1 0,-4-4 0,1 1 0,0 2 0,-6 2 0,3 2 393,-4 0 1,2 5 287,-4 8 0,-1 3 1,-4 6-1,-2 3-211,-2 2 1,3 4 0,-4 4 0,0 2-318,-2 2 1,0-2-1,1 4 1,1 1 31,0-2 0,-2-2 0,0-1 0,2-3 34,4-5 0,-1-4-179,0-2 0,1-9 0,4-5 0,2-7 103,4-6 0,-2-2 1,2-1-1,1 0 12,1 0 0,1-1 0,0-1-159,0-1 0,0 1 0,0 4 1,0 2-674,0 2 1,0-2-1,-2 5-1102,-1 3 0,1 5 398,-5 3 1,0 1 1380,-3 6 0,5 0 0,0 3 0</inkml:trace>
  <inkml:trace contextRef="#ctx0" brushRef="#br0" timeOffset="5152">3421 350 10209,'6'-5'1158,"3"4"1,-7-3-2295,5 4 0,-1 3 0,4 0-299,0 0 0,-3-2 1435,0-1 0,4-5 0,4 0 0</inkml:trace>
  <inkml:trace contextRef="#ctx0" brushRef="#br0" timeOffset="5273">3611 270 10188,'-10'13'0,"0"3"848,0 2 1,-1 2-1,-2 10 1,-4 7-477,-2 7 1,-4 3-1,0 6 1,0-2-195,2-1 1,6-11-1,3-5 1,4-5-895,5-8 0,4-8 0,5-7 716,8-2 0,8-5 0,3-5 0</inkml:trace>
  <inkml:trace contextRef="#ctx0" brushRef="#br0" timeOffset="5393">3711 679 7802,'8'1'269,"-1"2"0,-2-1 0,-5 5 0,0 2 125,0 3 1,-6-4 0,-3 2 0,-5-1-395,-5 0 0,1 1 0,-6 0 0</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57:15.820"/>
    </inkml:context>
    <inkml:brush xml:id="br0">
      <inkml:brushProperty name="width" value="0.06" units="cm"/>
      <inkml:brushProperty name="height" value="0.06" units="cm"/>
    </inkml:brush>
  </inkml:definitions>
  <inkml:trace contextRef="#ctx0" brushRef="#br0">256 543 7802,'0'-12'0,"0"-1"406,0 0-42,0 6 1,0 7 0,0 10 0,0 5-199,0 7 1,0 7-1,0 4 1,0 3-8,0 2 1,0-6 0,0 8 0,1-2-344,3-2 0,-2-5 0,2 2 0,-3-2-585,-1-3 0,0-2 0,0-5 0,0-4 769,0-3 0,0-7 0,0-1 0</inkml:trace>
  <inkml:trace contextRef="#ctx0" brushRef="#br0" timeOffset="416">154 837 7802,'-7'5'304,"1"-3"1,6 9-1,0-2-178,0 2 0,0 2 1,1 1-1,2 3-36,1 4 0,6-1 0,-1 1 0,4 2 51,4 1 1,-3 0 0,4-2 0,-1-5-209,0-3 0,4-7 0,-2-3 0,-1-4-77,1-4 0,-1-5 1,-2-9-1,1-8-41,-2-6 0,-5-5 1,-1-1-1,-1-1-389,-1 1 1,-1 0-1,-4 1 574,2 3 0,-3 3 0,5 5 0</inkml:trace>
  <inkml:trace contextRef="#ctx0" brushRef="#br0" timeOffset="1015">179 97 7207,'-7'-6'-1005,"0"5"1291,3-4 1,1 0 250,-6 0 1,5 0 108,-4 0-554,5 4 0,-3-3 0,7 8 5,4 5 1,2 6-1,4 4 1,-1 0-31,-1 4 1,-1 1-1,5 2 1,0-1-1,-2-1-34,-3-2 0,2-3 0,-4-3-12,1 1 0,-5-1 0,-2-8-193,-7-4 0,-9-2 0,-3-2 1,0 0 102,-4 0 0,3-4 0,-1-1 0,0 3 179,1 0 0,-3 2 0,7 2 0,4 0 34,2 3 1,3 5 0,-2-2 45,5 3 1,2 2 0,2 0 0,2 0 0,2-1-214,5 1 1,3-4 0,4-2 0,2-2-429,2-2 1,-3-1 0,5-2 0,-1 0-140,-1 0 1,0-2 0,-5-1-1,4-2 590,0-2 0,-3-2 0,2-9 0,-5-2 0</inkml:trace>
  <inkml:trace contextRef="#ctx0" brushRef="#br0" timeOffset="1300">332 314 7802,'7'5'0,"0"-3"0,-4 3 0,3 0 381,1-1 1,2 0-1,3-4-78,1 0 1,0 0 0,0 0 0,-1 0-247,1 0 1,0-6 0,-2-2-1,-1-5-63,-1-4 1,-7 2 0,3-5 0,-4 0 10,-1 0 0,0 4 0,-1-2 0,-4 1-236,-3 0 1,-3 4 0,-2 6 0,0 1 276,0 4 1,2 3 0,1 6 0,3 7 203,1 5 0,2 6 0,4 6 1,0 2-24,0 2 1,1 1 0,4-1-1,2-2-492,0-2 1,8-1 0,-2-6 0,1-3-174,1-4 0,2-8 0,0-5 0,0-2-145,1-2 0,-4-12 0,3-5 0,-4-7 583,-4-6 0,0 2 0,-4-6 0,5 0 0,-3-4 0</inkml:trace>
  <inkml:trace contextRef="#ctx0" brushRef="#br0" timeOffset="1584">600 84 7802,'0'-13'223,"0"7"0,0 8 0,2 9 189,2 9 1,-1 6 0,5 3-1,1 5-321,-2 3 0,4 2 1,-2-1-1,1 0-288,-2 0 0,2-4 0,-4-1 0,-1-2-181,1-2 1,0-7 0,-3-2-185,1-1 1,-1-8 0,-8-7 0,-3-2 561,-3-2 0,-2-10 0,0-5 0,0-3 0,0-5 0,2-1 0,3-1 0,2 1 15,0 2 1,5 0 0,-3 5 0,2 0 308,2-2 1,0 9 0,2-2 0,2 0 313,4 1 1,-1 2 0,2 2-589,1 2 1,1-4 0,2 5 0,0 1 0,0 2-509,-1 1 0,1 0 0,0 0 0,0 0 280,-1 0 178,1 0 0,0 0 0,0 0 0</inkml:trace>
  <inkml:trace contextRef="#ctx0" brushRef="#br0" timeOffset="2216">855 288 7802,'8'9'0,"-3"-2"0,1-2 0,-5 1 0,5-3 177,0 1 1,1 0 0,4-5-161,-2-3 0,2-5 1,-4-6-1,1-4-43,1-1 1,-5-1-1,3-5 1,0 1 46,1-1 0,-6 5 0,3 1 1,-4 2-38,-1 2 1,-1 6 0,-4 3 277,-3 2 0,-3 3 0,-1 9 0,2 7-41,2 5 0,3 4 0,-2 5 1,2 3-128,2 2 0,1-3 1,2 2-1,0 1-224,0-1 1,2-8 0,2 2-210,5-2 1,2-5 0,2-2 0,0-5 0,1-3-286,3-5 0,-2-8 1,5-6-1,-1-6 624,-4-5 0,-1 0 0,-2-3 0,-2-3 0,-2 0 0,-1-2 0,3 2 0,-1-1 0,1 0 0,-3 6 0,0-6 41,-2 0 0,4 1 0,-5 4 1,-1 3-1,-2 2 471,-1 2 0,-5 2 1,-4 3-65,-2 2 1,0 9 0,1 9 0,3 2-114,1 2 1,0 5-1,3 5 1,-1 4-132,1 3 0,3 5 0,5-2-238,3-1 0,3 4 0,2-5 0,0 0 33,0 0 1,4-2 0,1-8 0,2-5 0,1-6-979,-1-6 0,4-3 0,-4-2 0,0-3 680,-3-5 0,-3-8 0,-3-4 1,-1-5 298,-1-4 0,-6 3 0,1-2 0,-3 0 0,-1 0 0,0 2 0,-1-2 4,-3 7 0,1-1 1,-6 6 147,-1 1 1,5 11 0,1 7 440,2 10 0,2 10 0,0 3 0,0 6-200,0 6 1,6-5 0,2 8 0,2-2-441,-1-2 0,1-5 0,-5 0 1,1-1-626,0-2 0,-2-8 0,-4 4 0,0-4-236,0-4 0,-2-8 908,-2-4 0,-9-8 0,-6-3 0</inkml:trace>
  <inkml:trace contextRef="#ctx0" brushRef="#br0" timeOffset="2344">1315 352 7802,'0'-16'-716,"0"4"972,0 0 0,4 1 0,2-1 122,1 4 1,-3 2 0,5 6-395,1 0 0,-3 0 0,1 0 1,2 0-661,1 0 0,2 0 1,0 0 675,0 0 0,-1-5 0,1-2 0</inkml:trace>
  <inkml:trace contextRef="#ctx0" brushRef="#br0" timeOffset="2481">1532 186 7802,'0'8'652,"0"1"-400,0 1 1,0 1-1,0 3 1,0 2-346,0 1 1,0 0-1,0-3 1,0 2-1033,0 1 1,4 0 255,0-4 869,6-6 0,-3-2 0,6-5 0</inkml:trace>
  <inkml:trace contextRef="#ctx0" brushRef="#br0" timeOffset="2799">1570 135 6763,'0'-13'628,"0"0"1,1 6-1013,4 3 0,-4 8 0,5 3 179,-1 0 1,-2 3 0,4-4 0,0 0 204,1-1 0,-4 0 0,4-5 0,-1 1 0,3 2 182,-1 1 0,-5 2 1,3-2 353,-1 5 0,2 3 1,-2 4-1,0 1 2,-1-1 1,4-1 0,-3 1-1,1 1-462,3-2 0,-3 0 0,1-4 0,2-1 28,1-2 0,-2-5 0,-1 0 99,2-6 0,-3-4 0,1-6 1,-3 1-979,-2-1 0,-2-4 1,-1 0-1,-1 1-492,-3 2 0,-3 1 1267,-6 0 0,2 5 0,1 1 0,1 1 0,1 2 0,-5 4 0</inkml:trace>
  <inkml:trace contextRef="#ctx0" brushRef="#br0" timeOffset="3099">1876 97 7802,'7'12'139,"-2"1"1,0 0 0,0 0 0,-1 1 187,1 3 1,-3-3-1,2 4 1,-2 1-22,-2 2 0,1-1 0,2 0 0,1 0-220,-1 0 1,-2-3 0,-1 2-1,0 0-120,0-4 1,2-5 0,1-1-113,1 1 1,0-6 0,-4-4 0,0-8-298,0-8 0,0-4 1,0-5-1,1-2 115,4-3 0,-4 2 0,5-5 0,-2 2 249,0 2 0,5 2 0,-3 3 0,1 3 56,3 4 0,1 3 1,2 3-1,-1 2 476,1 5 0,0 2 0,-2 4 1,-1 3-446,-1 8 1,-2 6 0,3 8 0,-3 1-364,-2 2 0,4 1 0,-5-4 0,0-2-388,2-5 0,-3-4 743,5-3 0,1-1 0,4 1 0</inkml:trace>
  <inkml:trace contextRef="#ctx0" brushRef="#br0" timeOffset="3281">2221 33 7969,'0'21'0,"-2"3"339,-2 3 1,3-1 0,-4 6 0,3 2-90,-3 3 0,4 0 0,-3 8 0,2 1-165,2-1 0,0-7 0,0 2 0,0-2-365,0-2 0,0-12 0,2-4 280,2-9 0,3-5 0,6-6 0</inkml:trace>
  <inkml:trace contextRef="#ctx0" brushRef="#br0" timeOffset="3999">2578 211 6072,'0'-8'252,"0"-1"1,0 5 27,0-4 0,-1 5 0,-2-3-3,-1 1 0,-2 3 25,2-2 0,2 1 144,-2-1 0,3 4-326,1 0 0,0 1 1,0 8-61,0 1 1,0 7 0,1 4-1,2 3 1,3 3 63,1 3 0,-3 0 0,3 5 0,0 3-33,0 2 0,-4-6 1,1 4-1,-2-2-21,-2-5 0,0-11 0,0 1-135,0-5 0,0-11 38,0-5 0,0-7 0,0-10 18,0-4 1,0-5 0,0-2 0,0-3 0,0 0-211,0-1 1,1 3 0,3 3-1,3 1-318,0-1 0,5 5 0,-4 2 0,4 2-49,0 2 1,5 8 0,2-5 585,1 5 0,1-3 0,5 3 0</inkml:trace>
  <inkml:trace contextRef="#ctx0" brushRef="#br0" timeOffset="4298">2884 186 7987,'-12'13'15,"-1"-1"0,0 1 1,0 1-1,2 3 601,2 5 0,0-1 0,4 2 0,2 2-233,2 2 0,1-3 0,1 5 1,4-7-371,3-5 0,4-7 0,0-3 0,1-1-39,0-3 1,1-7 0,2-6 0,1-6-523,-2-5 0,-1-5 0,-1-2 0,0-2 287,0 2 1,-5-1 0,1 1 0,-1 0 289,-1 4 0,0 4 1,-2 8 172,3 4 1,-2 5 0,-2 12 0,-3 9-278,-1 9 0,5 6 1,-1 5-1,-1 0-87,-2 0 0,3-4 0,1-2 1,-1-5-509,2-8 0,-3-9 0,5-7 670,2-6 0,-4-9 0,-2-10 0,-3-3 0,-1-5 0,6-3 0,1-5 0</inkml:trace>
  <inkml:trace contextRef="#ctx0" brushRef="#br0" timeOffset="4683">3101 173 7802,'0'-8'-369,"0"-1"893,0-1-48,0 5 0,0 5 0,2 10 1,1 5-343,1 6 1,1 3-1,-2 3 1,2 2-271,-3 1 0,4-1 1,-2-3-1,1-2-47,0-3 0,-3 2 1,2-6-1,-3-1-1677,-1-2 1321,0-7 1,0-3 498,0-8 0,0 1 0,0-6-40,0 0 0,2-3 0,2-1 281,5 1 0,-2 0 0,1 2 0,1 2 89,-2-2 1,4-1-1,-2-2 1,2 0-55,2 0 0,-1 1 1,1-3-154,0-2 0,-2 3 0,-1-4 1,-3 1-1,-1 0-20,-3 1 0,-2-2 1,-2 1 128,-3 1 0,-5 8 0,-7 5 168,-1 6 0,0 5 0,6 9 0,3 4 181,3 3 1,4 8-1,2 2 1,4 3-187,3 1 1,5-4 0,4-2 0,4 0-253,3-4 1,2-2 0,-1-7 0,2-6-894,3-7 1,-3-12-1,3-7 1,-3-8 789,-2-7 0,1-5 0,-1-5 0</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57:24.403"/>
    </inkml:context>
    <inkml:brush xml:id="br0">
      <inkml:brushProperty name="width" value="0.06" units="cm"/>
      <inkml:brushProperty name="height" value="0.06" units="cm"/>
    </inkml:brush>
  </inkml:definitions>
  <inkml:trace contextRef="#ctx0" brushRef="#br0">0 0 9132,'13'0'68,"-6"0"1,4 6-1,-4 1 1</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57:23.002"/>
    </inkml:context>
    <inkml:brush xml:id="br0">
      <inkml:brushProperty name="width" value="0.06" units="cm"/>
      <inkml:brushProperty name="height" value="0.06" units="cm"/>
    </inkml:brush>
  </inkml:definitions>
  <inkml:trace contextRef="#ctx0" brushRef="#br0">1 63 7430,'0'-9'-249,"0"1"628,0-2 0,0 3-63,0-2 0,0 5 217,0-4-424,0 5 0,4-1 0,2 9-213,1 8 0,-3 7 0,5 10 0,-1 4-125,-1 2 1,5 7 0,-4 0 0,2-2-1,0 0-31,-2 1 0,1-6 1,2-1-1,-2-5 260,-5-6 0,3-7 0,0 2 0</inkml:trace>
  <inkml:trace contextRef="#ctx0" brushRef="#br0" timeOffset="163">231 293 7802,'11'1'0,"-1"3"54,-2 5 0,-5 2 0,1 2 0,-1 0-156,2-1 0,-4 3 0,3 0 0,-2 2-447,-2-1 0,0-2-74,0-1 623,0-6 0,-6-2 0,-1-5 0</inkml:trace>
  <inkml:trace contextRef="#ctx0" brushRef="#br0" timeOffset="276">243 88 6753,'0'-12'280,"0"-1"252,0 0 0,0 7 1,2 6-944,2 8 1,-3 3 0,4 3-1,-4 2 411,-1 1 0,6 5 0,1-2 0</inkml:trace>
  <inkml:trace contextRef="#ctx0" brushRef="#br0" timeOffset="734">409 165 7689,'6'13'256,"-3"1"0,4 3 0,0 6-12,0 5 1,-3 2-1,5 5 1,1 3-126,1 2 1,-2-3 0,-1 4 0,1-5-158,-2-7 1,3-3-125,-6-5 1,2-8-1,-4-10 1,3-7 8,-3-9 1,0-9 0,-4-10-1,0-8 14,-3-4 0,1 0 0,3-4 0,-2-2 93,-1 2 1,-1 6 0,5 1-1,0 4-31,0 3 0,0 11 229,0 2 1,6 12-1,3 11 1,0 9 45,0 9 1,2 5-1,-2 5 1,2 4-105,2 3 1,-5 1 0,0-1-1,-1-1-3,0-2 0,-3-6 0,3 0 0,0-4 17,0-2 0,-3-7 0,5 2-110,1-2 0,-4-10 0,-2-5 0,-1-7-119,1-4 1,-3-12-1,4-4 1,-4-4 90,-1-5 0,0 1 0,0 0 1,0 1-5,0-2 1,0 9-1,0 3 1,0 4 43,0 5 0,4 5 1,2 3-9,1 1 0,0 9 0,3 8-229,-1 5 0,-2 6 0,3 1 0,-2 4 0,2 3-170,1-2 0,-2-1 0,-2-3-133,-1-3 0,2 2 530,-4-6 0,6 0 0,-3-4 0</inkml:trace>
  <inkml:trace contextRef="#ctx0" brushRef="#br0" timeOffset="900">894 216 7802,'0'13'0,"2"0"-77,2-1 1,-1 1 0,4 1-1,0 2-126,0 1 0,-4 6 0,1-4 0,-1 3-47,1-1 0,-2-4 0,2 3 250,-3-2 0,5-1 0,1-4 0</inkml:trace>
  <inkml:trace contextRef="#ctx0" brushRef="#br0" timeOffset="1017">971 114 8384,'0'-13'-817,"0"5"403,0-1 1,0 8 0,0 1 413,0 7 0,0 4 0,0 2 0,5 0 0,2-1 0</inkml:trace>
  <inkml:trace contextRef="#ctx0" brushRef="#br0" timeOffset="1164">1073 37 7802,'0'-7'931,"0"2"0,0 15-801,0 2 0,0 8 1,1-1-1,2 0-349,1 4 0,5-2 0,-4 3 1,1 5-457,0 2 1,2-1 0,-2 2 674,1 0 0,-4 9 0,3-2 0</inkml:trace>
  <inkml:trace contextRef="#ctx0" brushRef="#br0" timeOffset="1283">1124 305 8353,'0'-12'904,"0"-1"0,0 4 1,1 2 250,4 2-2301,-4-5 0,10 8 1146,-2-2 0,2-3 0,2 0 0</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59:58.818"/>
    </inkml:context>
    <inkml:brush xml:id="br0">
      <inkml:brushProperty name="width" value="0.06" units="cm"/>
      <inkml:brushProperty name="height" value="0.06" units="cm"/>
    </inkml:brush>
  </inkml:definitions>
  <inkml:trace contextRef="#ctx0" brushRef="#br0">224 198 7912,'0'-13'-41,"-1"-1"0,-3 1 153,-5 0 0,-1 0 0,-1 0 0,1 1 181,-5 3 0,2-1 0,-4 6 0,1 1 73,-2 1 0,3 9 0,-2 7-225,2 6 0,2 11 1,1 5-1,2 7 1,3 5 6,1 4 1,1 2 0,5 1 0,2 2-229,2-1 1,5-11 0,9-5-256,4-6 1,2-2 0,3-16-1,-1-4 1,2-8-431,3-7 0,-6-10 0,4-10 0,-1-8 765,-5-9 0,4-11 0,-7-9 0</inkml:trace>
  <inkml:trace contextRef="#ctx0" brushRef="#br0" timeOffset="317">383 0 7953,'-6'13'225,"4"-3"1,-2 2 0,2 4 20,2 3 0,0 9 0,0 6 0,2 2 6,2 4 0,-2 2 0,4 10 0,-2-1-63,0 2 1,2-8-1,-3 6 1,2-4-101,-3-4 0,1-8 1,0-6-1,2-6 31,-2-5 0,-2-11-274,-1-7 0,2-5 0,1-12 0,1-3 0,0-8-269,2-4 1,-3-9-1,4-6 1,1-1 319,-1-1 1,2 7 0,3-1 0,-2 7 188,-1 5 1,-5 8 0,5 4 98,1 4 0,-3 11 0,1 15 1,-3 10-101,-2 10 0,0 5 1,0 4-1,2 1-213,-2 3 0,0-8 0,-1 4-291,3-2 0,-1-7 0,-2-4 0,1-5-569,1-3 0,2-7 988,-2-7 0,-2-10 0,4-2 0</inkml:trace>
  <inkml:trace contextRef="#ctx0" brushRef="#br0" timeOffset="599">659 488 7912,'9'-5'34,"0"1"1,1 1 0,2 0 201,1-1 0,0 1 0,2-6 1,1-1-20,2-2 0,1-3 0,-3-1 0,1-3-113,-1-1 1,-1-2 0,-3-5 0,-4 1-27,-3 0 1,-4-1 0,-1 2 0,-3 5 46,-5 7 1,-3 1 0,-9 9 0,-1 5-20,1 5 0,-1 6 1,-2 6-1,2 6 134,2 4 1,2 8 0,5-2 0,2 3-79,1 2 1,6 1 0,-1 0 0,2 0-109,2-3 1,3-8-1,5 0 1,6-7-519,5-5 0,3-5 0,5-4 0,0-6-98,4-6 0,-2-9 1,5-9-1,0-2-448,-1-5 1,-3-3 0,-1 2 1009,-6-2 0,8-11 0,-3 1 0</inkml:trace>
  <inkml:trace contextRef="#ctx0" brushRef="#br0" timeOffset="768">1081 198 7912,'-12'-6'0,"2"-1"297,1-1 1,0 2 0,-4 6 0,0 0 211,0 0 1,4 6-1,2 4 1,0 8-165,-1 8 1,4 4 0,-4 8 0,3 4-121,2 4 1,1-2 0,2 2 0,0 0-212,0-4 0,6-7 0,3-4 0,4-4-791,5-6 0,-4-7 0,5-10 1,0-2-77,3-2 1,-1-8 0,-1-5 0,1-7 852,-1-5 0,-4-2 0,9-5 0,-4-2 0</inkml:trace>
  <inkml:trace contextRef="#ctx0" brushRef="#br0" timeOffset="949">1252 158 8164,'-1'-7'1088,"-4"2"1,4 5 0,-3 5-839,2 4 1,2 10 0,0 7 0,0 8-191,0 4 1,0 7 0,0 4 0,0 3-328,0 5 0,5-2 1,-1-1-1,0-7-362,2-8 1,-4-10 0,4-2 0,-2-8 72,0-5 0,5-8 1,-3-6-1,0-9 65,0-7 0,2 0 491,-3-6 0,5 0 0,-3-4 0</inkml:trace>
  <inkml:trace contextRef="#ctx0" brushRef="#br0" timeOffset="1151">1463 316 7912,'0'-16'91,"0"3"0,0 1 499,0 1 1,0 2-123,0 0 1,-6 6 0,-4 0-189,-6 6 1,6 9 0,-3 7 0,1 1-44,0 4 0,-1 2 0,1 3 1,3 2 142,5-2 1,3 4 0,1-3 0,0 0-204,0-2 0,7-2 0,5-1-488,4-3 0,12-8 1,-2-6-1,3-2 0,2-5-742,0-4 1,5-9-1,-2-7 1053,0-1 0,4-8 0,-5-6 0</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59:57.744"/>
    </inkml:context>
    <inkml:brush xml:id="br0">
      <inkml:brushProperty name="width" value="0.06" units="cm"/>
      <inkml:brushProperty name="height" value="0.06" units="cm"/>
    </inkml:brush>
  </inkml:definitions>
  <inkml:trace contextRef="#ctx0" brushRef="#br0">264 177 7912,'-17'-16'0,"-2"0"163,-2 0 0,-1 9 1,-3-5-1,2 5 1,2 4-1,2 1 1,2 2-1,-1 3 281,1 6 0,3 3 1,7 13-1,0 4-266,-1 3 1,5-1 0,-1 4-128,3 2 0,5-1 0,2 1 0,1-5 0,5-3-158,4-4 1,0-7 0,5-2-1,-1-6-210,1-6 0,1-4 0,2-5 1,0-9 19,-2-6 0,-6-6 0,1-4 0,0-2 242,0-2 0,-7 4 0,2-4 1,-3 2 213,-2 2 1,-4 7 120,2 1 1,-4 15-1,-1 7 1,0 14-131,0 10 0,0 10 0,0 4 1,1 6-166,4 2 0,1-3 0,4 1 0,-1-3-677,1-2 0,2-5 0,1-5 0,0-5 692,0-7 0,6-8 0,2-3 0</inkml:trace>
  <inkml:trace contextRef="#ctx0" brushRef="#br0" timeOffset="308">475 296 7912,'-9'0'304,"0"0"0,5 0 0,-3 1 0,1 5 56,3 7 1,1 6 0,4 8 0,1 1-158,1 2 1,5 0-1,-3 3 1,1 1-148,3 0 0,-2-8 1,1 2-1,-1-3 6,0-6 0,-1-5 0,-3-5-217,5-4 0,-2-11 1,1-9-164,-2-10 0,0-13 1,-4-12-1,3-4 0,-1-4 17,2-2 0,-3 8 0,6 1 0,0 6 528,-2 7 0,0 7 0,-2 13 95,3 10 0,-2 16 0,0 11 1,-1 9-134,-1 7 0,5 5 0,-5 1 1,0 1-284,2 1 1,0-10-1,3 6 1,-3-6-445,0-4 0,0-7 0,4-5 1,-1-7-258,1-6 0,-4-10 1,0-8 794,-1-11 0,-3-7 0,4-8 0</inkml:trace>
  <inkml:trace contextRef="#ctx0" brushRef="#br0" timeOffset="591">791 6 7912,'8'-6'1261,"-3"6"-953,1 7 1,2 8 0,5 6 0,1 6 102,4 6 0,-3 2 0,2 3 0,-1-2-348,2 0 1,-6-7 0,2 2 0,-2-5-432,-6-4 0,1-3 1,-4-7-8,-4-4 1,-5-2 0,-9-6 0,-2 2 50,-5 2 1,1-1 0,-1 6 0,0 1 263,2 2 0,1 3 0,7 1 0,2 4 453,1 5 1,6-4-1,-1 8 1,4 0-24,4-1 1,5-5-1,7-2 1,3-2-106,1-3 0,2-7 0,3-5-123,-3-2 1,3-10-1,-3-6 1,1-11 0,-1-9-546,-4-4 1,-3-3 0,-4 0-1,0-1-11,-3-1 414,-5 5 0,9-7 0,-5 5 0</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8:59:55.564"/>
    </inkml:context>
    <inkml:brush xml:id="br0">
      <inkml:brushProperty name="width" value="0.06" units="cm"/>
      <inkml:brushProperty name="height" value="0.06" units="cm"/>
    </inkml:brush>
  </inkml:definitions>
  <inkml:trace contextRef="#ctx0" brushRef="#br0">26 778 7912,'-2'-8'70,"-2"4"0,1 3 648,-6 1 0,6-2-484,-1-2 1,4-2-1,4-4 1,5 1-176,3-1 1,7-2 0,3-1-317,2-1 0,4 1 1,2-1-1,0-2 1,1-2-80,1 2 1,-4 1 335,3 2 0,-3-6 0,-2-1 0</inkml:trace>
  <inkml:trace contextRef="#ctx0" brushRef="#br0" timeOffset="538">526 0 6765,'0'13'0,"0"2"709,0 3 1,2 4-1,1 10 1,1 7-369,-1 8 1,4 12 0,1 4 0,0 6-171,1 4 1,-4-6 0,2 11 0,0-4-137,1 0 0,-5-16 0,1-4 0,-1-10-74,1-10-137,-2-11 0,5-12 0,-4-14 0,1-12 88,-1-8 1,-1-4 0,-1-12-1,2-7 22,2-3 1,3-10-1,-2 0 1,1 1 59,4 1 0,-1 11 0,0-2 0,-1 7 97,1 6 1,2 13 0,1 12 13,0 7 0,-4 9 0,0 16 1,0 10-77,-2 9 1,3 6 0,-4 5 0,0 1 0,1 0-262,1-1 1,-4-3 0,5-4 0,1-4-660,2-7 1,-2-6 349,3-6 0,2-9 0,7-10 0,-5-6 541,-2-6 0,-2-14 0,0-5 0</inkml:trace>
  <inkml:trace contextRef="#ctx0" brushRef="#br0" timeOffset="832">1067 369 7912,'0'-17'106,"-2"1"198,-2-1 1,1 7-1,-4 7 1,-1 6 194,1 6 1,2 9 0,-2 3 0,0 6-254,0 4 1,4 2 0,-2 5 0,4-1-125,1-2 1,0-1 0,1 1-1,4-6-363,3-5 1,1-5 0,3-8-1,3-2-101,-1-4 1,1-7 0,-2-7 0,0-10-28,0-9 0,1-7 0,-1-7 231,0-2 1,-1-3 0,-2 5-1,-3 2 1,0 2 558,1 6 0,-5 8-63,1 7 1,-2 15 0,-2 11 0,0 12-239,0 8 1,1 5 0,2 5 0,1 1-286,-1-1 1,3-5 0,0-3-1,0-4-64,0 0 1,4-7-1,-3-2-1351,1-4 0,3-6 1580,-2-4 0,-3-2 0,0-2 0</inkml:trace>
  <inkml:trace contextRef="#ctx0" brushRef="#br0" timeOffset="1177">1502 264 7583,'-6'-9'0,"-3"2"251,-3 1 0,3 1 0,1 5 0,-3 0 536,0 0 1,2 0 0,2 2-423,1 2 1,1 9 0,7 9-1,2 3-253,5 2 1,7 0 0,3 3 0,2 2-51,2 2 1,-3 1 0,1 3 0,-1-2-93,1 0 0,-9-4 1,1 4-1,-3 3 34,-3-3 0,-1-5 1,-6-2-1,-1-4 19,-4-3 0,-2-7 0,-8-1-205,-2-3 0,1-9 0,-5 3 1,1-4-1,1-2-415,0-4 1,1-3 0,6-8 0,2-3-303,1-2 1,6-2 0,-1-7 898,3 0 0,1-7 0,5 3 0,3-5 0</inkml:trace>
  <inkml:trace contextRef="#ctx0" brushRef="#br0" timeOffset="1495">1673 119 8539,'0'-6'647,"0"6"0,0 7 1,0 11-1,0 4 1,1 6-231,4 7 0,-2 6 0,4 13 0,0 3-191,1 5 1,-4-2-1,3 0-242,-1-2 0,3-7 0,-5-7 0,1-6 1,-1-5-490,0-7 1,2-14 0,-3-5 0,2-10 208,-2-10 1,-2-8 0,1-11 0,0-7-27,3-8 0,-1-6 0,-2-3 0,1-2 145,1-2 0,2 9 0,-2 1 0,4 6 342,-1 6 0,5 17 0,-4 5-9,4 7 0,6 14 0,-1 12 1,-1 13-1,-1 9 76,-2 10 0,0-1 0,1 9 0,-1-1-367,0 1 0,0-7 1,0-1-1,0-6-1296,1-10 1,-6-9 1430,1-7 0,0-8 0,4-3 0</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00:02.334"/>
    </inkml:context>
    <inkml:brush xml:id="br0">
      <inkml:brushProperty name="width" value="0.08" units="cm"/>
      <inkml:brushProperty name="height" value="0.08" units="cm"/>
    </inkml:brush>
  </inkml:definitions>
  <inkml:trace contextRef="#ctx0" brushRef="#br0">27 150 9178,'-7'-13'5549,"-1"6"-5233,4 2 0,3 10 1,-4 5 319,4 6 1,1 10 0,0 10 0,0 3 0,1 4-95,4 0 1,0 7 0,6-3-310,-3 0 1,1-2 0,4-7 0,-1-4 0,-2-8-541,-1-6 1,0-12-1,3-6 1,-2-11 181,-1-13 1,-6-12 0,2-14 0,0-11 486,-1-8 0,2 0 1,-3-2-1,1 4 58,-1 4 0,-1 20-31,-2 1 1,0 38 0,0 12-1,1 23-157,4 19 0,-2 2 0,5 7 0,3 2-148,0 2 1,0-5 0,0-5 0,4-5-98,0-6 1,1-13 0,0-8 0,1-7-79,0-8 1,-3-8 0,-1-9 0,-1-9 310,-3-5 1,1-6 0,-6-5-1,1-7-83,1-4 0,-5-1 0,4-4 0,-4-1-79,-1 1 1,0 2 0,-1-2 0,-2 3-592,-2 2 1,1 6 0,4 6-1022,0 5 1,0 14 418,0 18 1162,6 9 0,1 20 1,6 0-1</inkml:trace>
  <inkml:trace contextRef="#ctx0" brushRef="#br0" timeOffset="149">607 414 9520,'-9'9'2152,"2"-1"0,-1 3-1767,1 0 1,4 2 0,-1 1 0,2 0 88,2 4 1,0-2 0,2 6 0,2 0-285,5-2 1,3 5 0,1-4 0</inkml:trace>
  <inkml:trace contextRef="#ctx0" brushRef="#br0" timeOffset="282">699 124 9604,'-9'-12'2452,"2"2"0,0 3-1888,-1 1 1,5 0-870,-1 1 0,4 4 68,4-3 1,4 2-1,5 2 1</inkml:trace>
  <inkml:trace contextRef="#ctx0" brushRef="#br0" timeOffset="434">765 5 9216,'-13'0'59,"6"2"0,2 2 1461,4 5 0,1 10 1,0 7-1,1 9-842,4 8 0,2 1 0,6 9 0,0 7-666,0 7 0,1-3 1,-3 2-1,0-1-820,-3-2 963,1-9 0,4 10 0,0-11 0</inkml:trace>
  <inkml:trace contextRef="#ctx0" brushRef="#br0" timeOffset="566">778 677 9446,'0'-22'1747,"0"0"1,0 6 0,0-1-1,0 1-1208,0-2 1,5-1-1,0-4 1,3 1-687,2-2 1,2 4-1,1-2 1,2-2-1330,2-1 1464,-8 5 0,14-11 0,-8 3 0</inkml:trace>
  <inkml:trace contextRef="#ctx0" brushRef="#br0" timeOffset="851">976 58 9446,'-7'1'458,"2"4"766,4 4 0,1 4 0,0 4 1,0 7-223,0 5 1,1 6 0,2 8 0,3 2-628,1 2 0,2 1 0,3 3 0,-2-1-293,-1-1 1,-5-11 0,4-2 0,-1-5-71,0-6 1,-4-8-1,3 0-577,0-7 1,-3-16 0,4-12 0,-1-8 986,-3-9 1,3-2 0,-2-11 19,-1-2 0,3 0 0,-2 2 0,1 6 0,-1 4-39,0 2 0,2 17 0,-1 5-790,3 9 1,0 21 0,1 20 404,1 9 1,3 15 0,3 3-1,3 0 1,2 1-363,2 1 1,-2-10-1,1-5 242,1-7 1,8-1-1,2-8 1</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00:04.753"/>
    </inkml:context>
    <inkml:brush xml:id="br0">
      <inkml:brushProperty name="width" value="0.08" units="cm"/>
      <inkml:brushProperty name="height" value="0.08" units="cm"/>
    </inkml:brush>
    <inkml:brush xml:id="br1">
      <inkml:brushProperty name="width" value="0.06" units="cm"/>
      <inkml:brushProperty name="height" value="0.06" units="cm"/>
    </inkml:brush>
  </inkml:definitions>
  <inkml:trace contextRef="#ctx0" brushRef="#br0">144 170 9481,'0'13'1155,"0"0"0,0 1 0,0 0-904,0 4 0,-4 2 0,-1 7 0,2-1 113,2 0 1,1 7-1,0 2 1,0 3-252,0 1 1,0 2 0,0 0-1,0 0 98,0-3 0,0-7 0,0-2-633,0-5 0,-2-1 0,-2-7-72,-5-4 0,2-5 0,-2-8 1,-1-3-1,-3-7 657,-5-5 1,8-10-1,-3-9-179,1-3 1,6-6 0,0-3 0,2-1 0,-1-4-121,3 2 0,2 5 0,2 0 254,3 4 0,5-5 1,0 10-1,5 1 31,3 1 0,9 0 0,0 6 0,2 5-128,3 2 0,-2 5 0,5 8 0,0 3 1,-1 5-73,-4 5 1,-3 9-1,-5 11 397,-5 4 0,-4 12 0,-2-1 0,-4 1-32,-1 0 0,-3-2 0,-8 1 1,-4-2-1,-2-1-75,-2-2 1,-6-12-1,-2-1-244,1-6 1,-5-4 0,3-3 0,-2-5-640,2-2 0,-1-8 0,4-3 0,0-4-663,0-5 0,6 2 0,5-6 1451,2-1 1,2-2-1,4-1 1</inkml:trace>
  <inkml:trace contextRef="#ctx0" brushRef="#br1" timeOffset="347">684 236 8534,'-20'9'-894,"2"-2"1,2 0 1412,-1 1 1,0-5-1,-3 2-255,1 1 0,-3 0 1,4 4-1,4-1 1,2 3-42,3 4 0,6 5 0,-1 5 0,2 2-201,2 2 1,8 0 0,4 2 0,4-3-555,0-4 1,4-12 0,1-1 0,1-6 239,0-8 1,-2-6 0,2-13 0,-3-8 141,0-8 0,-7 4 0,3-11 24,-4-3 0,4 3 1,-6 0-1,1 4 0,0 5 914,-1 4 0,-6 10-399,1 3 0,-2 12 1,-2 10-1,0 13-363,0 6 0,0 5 1,0 3-1,0 2 1,0 2-174,0 1 1,4-7-1,2 0 147,1-5 0,2 0 0,4-3 0</inkml:trace>
  <inkml:trace contextRef="#ctx0" brushRef="#br0" timeOffset="665">1172 78 8979,'-19'0'-147,"-2"4"0,-3 2 0,0 0 446,2 0 0,5 0 1,-4-3-1,2 2 329,3 3 0,3-4 0,2 5 1,4 3 54,1 4 1,2 4-1,4 8 1,1 3-159,4 4 1,2 3-1,6 0-385,0-3 1,5 2-1,0-5 1,-2-1-1,-2-2-77,0-4 0,-7-2 1,-3 4-1,-2-2 372,-2-3 0,-2-2 0,-2-4 0,-6 0-171,-7-4 1,1 1 0,-4-5-384,1-1 0,-3-1 0,3-6 0,0-2 0,0-2-173,3-5 0,7 0 0,4-2 0,4-6-1184,1-2 0,0 2 1461,0-5 0,12 0 0,2-4 1</inkml:trace>
  <inkml:trace contextRef="#ctx0" brushRef="#br0" timeOffset="961">1277 196 9283,'-7'-5'2589,"-5"3"-2138,4-2 1,-4 2 0,0 4-62,3 2 1,-1 3-1,4 8 1,0 1-1,1 3-88,2 2 0,1-4 0,4 4 0,1 1-309,1 3 0,6-6 0,0 8 0,5 1-25,3 2 0,-1 2 0,-4-3 30,1 2 0,-1 0 0,0-4 0,-1 3 0,-2 0 427,-1 0 1,-6-2 0,1-2 0,-4 0-187,-4 1 0,-4-7 1,-5-2-1,-2-4-141,-2-1 1,2-4 0,-4-1-1,2-3-473,-1-2 0,0-3 1,5-4-1,0-5-270,0-3 1,6-5 0,2-2 0,4 0 681,1 0 1,0-5-1,0 4 1</inkml:trace>
  <inkml:trace contextRef="#ctx0" brushRef="#br1" timeOffset="1677">1462 460 8556,'-6'-13'-165,"3"1"0,-4 2 0,-1 1 776,1-1 1,3 2-189,-5 0 1,6 6-1,-3 4-270,0 9 0,5 5 0,-4 9 0,5 5 66,5 2 1,-4 3 0,5 5 0,0-1-244,3 1 1,-2-7-1,2-2 1,1-3-192,2-2 1,1-10 0,0-4 0,0-5-57,1-4 1,-1-13-1,-2-9 1,0-10 143,-3-11 1,0-7 0,2-10 0,-1-3 70,1 0 1,-3 7 0,1 11 0,-2 7-28,-3 8 1,2 10 0,0 14 361,-2 12 0,-2 11 0,1 14 1,1 5-112,1 2 0,2-4 0,-3-3 0,1-2-93,-1-3 1,3-5-1,0-5-4,1-5 1,2-5 0,3-15-57,-4-7 1,3-3 0,-6-9 0,3-4-359,2-3 1,-3 1-1,1-1 1,-1 2-202,0 5 1,-2 2 0,2-2 0,0 3 143,1 5 0,-1 2 0,3 3 0,-1 2 400,1 1 0,-2 2 0,0-3-4,3 1 1,-5 7 105,-2 2 1,-3 6-1,-1 9 1,0 2 397,0 5 0,-4 5 0,0 4 0,-1 4 67,-1 3 1,5 3 0,-4 3 0,4 4-203,1 3 0,6-8 0,3-5 0,2-5-365,3-3 0,3-10 0,2-7 0,0-10 70,0-10 0,-1-9 1,-5-15-1,0-4-244,0-3 1,-5-3 0,-4-1 0,-2-4-65,-2-1 0,-5 9 0,-1 0 1,-1 4 206,-3 5 1,-6 10 0,-2 4 0,2 4-591,1 5 0,6 3-5,1 3 0,5 1 0,-2 4 0,4 4 626,1 2 0,12 3 0,2-1 0</inkml:trace>
  <inkml:trace contextRef="#ctx0" brushRef="#br1" timeOffset="2195">2068 368 8572,'0'13'-2,"0"-3"1,0 2-1,0 2 134,0 1 1,0 1 0,0 2 0,2 4 361,2 3 1,-3 2 0,5 3-1,-1 2-322,-1 2 1,0-5 0,-4 2-1,0-3-63,0-2 0,0-6 1,-1-2-1,-2-3 147,-1-2 0,-5-7 0,3-6-211,-1-8 0,4-5 1,-2-6-1,4-7-260,1-8 0,0 0 1,1-2-1,4-4-120,4-2 0,1-4 1,0 4-1,-1-2-130,1 2 0,3 1 0,3 2 1,2 1-4,-2-1 0,3 10 1,-1-2-1,-2 10-9,-2 7 1,0 6 585,-1 4 0,-6 8 1,-3 5-1,-2 3 277,-2 1 0,1 2 0,2 1 0,2 3 148,-2 1 1,-2 4 0,1 6 0,0 6-32,3 2 0,5 7 0,-3 2 0,2 1-205,0 1 1,0-7 0,3 2 0,-2-3-239,-1-1 0,-5-13 1,3-5-262,-1-6 1,-2-10 0,-5-6-193,-3-7 1,-5-5 0,-7 1-1,-3 0 275,-2 2 1,4 2 0,-4-3-1,2 3 61,3 1 0,1 1 0,4 7 0,0 4 422,3 7 0,5 1 1,-2 8-1,5 2 26,5 1 0,2-3 0,6-3 0,2-3-248,2-4 0,0-8 0,3 0 0,1-4-353,-1-4 1,-2-6 0,2-11-1,-1-5-183,-3-2 0,-1-6 0,-2 1 1,0-2-601,0-1 0,-4 6 993,0-5 0,0 5 0,4-2 0</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00:08.497"/>
    </inkml:context>
    <inkml:brush xml:id="br0">
      <inkml:brushProperty name="width" value="0.08" units="cm"/>
      <inkml:brushProperty name="height" value="0.08" units="cm"/>
    </inkml:brush>
  </inkml:definitions>
  <inkml:trace contextRef="#ctx0" brushRef="#br0">955 159 5740,'0'-13'4915,"-1"5"0,-2 2-3551,-2 1 1,1 2-355,4-6 3371,0 6-3016,0-3 0,1 6 0,2-1-693,2-4 1,-1 2-1,-4-6 191,0-1 1,0 3 0,-1-2-771,-4-1 1,-2-2-1,-6 0 1,-2 2-94,-2 1 0,0 7 0,-4-3 0,-3 4-560,-1 1 0,-3 1 0,-2 4 0,-5 5 272,-4 6 1,0 10-1,-1 9 1,1 5-237,-1 4 1,1 6 0,1 11 0,1 11 284,2 8 0,12-1 0,1 5 0,5 2 646,4 2 1,2-12 0,2 3-1,4-10-333,4-9 0,2-13 0,2 0 0,3-9-23,1-7 1,4-9-1,5-6 1,1-4-56,0-4 1,-3-3 0,-1 2 0,1-1-382,-1-3 1,-5-2-1,0-2-754,-2-4 901,4 4 1,-9-6 356,4 2 1,-8 2 0,-3-5-1042,-1-3 0,4 4 0,-3 0-1975,0 1 1,5 0 2781,-4 2 1,-2-4 0,0-5 0</inkml:trace>
  <inkml:trace contextRef="#ctx0" brushRef="#br0" timeOffset="633">59 699 6498,'-13'-7'1039,"0"2"0,4 4-58,0 1-895,0 0 1,3-2 0,6 0 464,8-3 1,4-1-1,2 3 1,4-1-107,4 1 1,3-3 0,1 2 0,0 1-104,1 1 1,0 2 0,4 0-1,3 0-33,0 0 1,-1 0 0,-3 0 0,3-1 92,5-3 1,-7 2 0,4-2 0,-4 1-343,0-2 0,-8 4 1,2-4-1,-4 4-193,-5 1 1,-2 0-944,-1 0 1,-5 1-983,-4 4 0,-4-2 887,-4 6 1,2-5 377,-2 5 1403,2-6 1,2 3 0,0-6 0</inkml:trace>
  <inkml:trace contextRef="#ctx0" brushRef="#br0" timeOffset="849">968 620 6179,'-6'-7'6049,"4"-4"-5754,-7 7 0,7 1 783,2 8 0,2 3 0,7 10 0,-1 4-651,0 3 0,3 3 1,-2 1-1,1 3-190,-1 2 0,1 1 0,-4 4 0,0-1-114,0-2 0,-2-4 127,-4-6 0,0-5 0,0-2 0</inkml:trace>
  <inkml:trace contextRef="#ctx0" brushRef="#br0" timeOffset="999">1087 528 6287,'0'-13'3276,"0"-1"1,0 1 0,-2 2-469,-2 2-2743,3 3 1,-5 7-630,6 4 1,6 2 352,2 6 0,4-5 0,1-3 0</inkml:trace>
  <inkml:trace contextRef="#ctx0" brushRef="#br0" timeOffset="1183">1232 436 7312,'-2'-8'424,"-2"4"1,3 5-1,-4 7 1,4 6 1942,1 5 0,0 8 0,0 5 0,0 3-1423,0 6 1,4 0-1,2 7 1,1 2-1123,4 1 0,-4 4 0,2-3 0,1 1-165,2-2 1,1-14 0,-1 5 0,-2-8 413,-1-9 1,-1-5 0,6-7-1</inkml:trace>
  <inkml:trace contextRef="#ctx0" brushRef="#br0" timeOffset="1501">1456 1015 7617,'0'-13'4906,"0"0"0,4 4-3921,1 0 0,5 5 1,-1-5-1,2 0-819,3 2 0,-1-6 1,1 1-1,3-5 56,0-4 0,7-2-1,-2-8 1,2-6 229,3-5 0,-5-1 0,-2-3 0,-1-1-328,-3 0 0,-5 4 0,-4 2 0,-1 9-265,-3 10 0,-8 12 0,-5 6 0,-5 4 490,-2 4 0,-2 11 0,1 11 0,-2 9-165,-1 8 0,-2 1 1,5 7-1,2 4 417,2 4 1,0-2 0,3 3-1,2 0 297,4 0 1,5-9-1,5 1 1,5-5-898,6-5 0,5-7 0,5-6 0,2-5-332,3-7 1,-2-3 0,5-6 0,-1-2-937,1 0 0,-3-4 1,4 2-1,0-4-7149,-1-4 8233,-2 2 0,-6-10 0,1 5 1</inkml:trace>
  <inkml:trace contextRef="#ctx0" brushRef="#br0" timeOffset="1600">2115 1253 6304,'-27'-21'2386,"7"2"1,4 6-1665,6 0 0,4-1 0,9 1 2365,5 0-2999,1 0 1,16-6 0,-4-2 0</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3T06:30:27.558"/>
    </inkml:context>
    <inkml:brush xml:id="br0">
      <inkml:brushProperty name="width" value="0.06" units="cm"/>
      <inkml:brushProperty name="height" value="0.06" units="cm"/>
    </inkml:brush>
  </inkml:definitions>
  <inkml:trace contextRef="#ctx0" brushRef="#br0">233 188 8035,'-10'1'635,"-2"1"0,-2 3-199,0 4 0,-3 3 1,-4 11-1,-2 7 39,-1 6 1,0 11 0,-1 9 0,4 5-189,5 7 0,6 3 1,8 12-1,5-1-108,7-2 1,5-10 0,9-9 0,6-7-101,2-12 0,-1-13 0,4-9 0,1-8-254,4-8 0,-3-12 1,1-8 66,-1-7 1,4-13-1,-6-9 1,-1-10 0,0-9 13,-4-11 1,-5-2-1,-4-10 1,-4 3 24,-5-1 1,-7 11 0,-9-4 0,-8 1 105,-8 6 1,-2 12-1,-4 12 1,-1 11-47,1 10 1,1 16 0,-1 0 0,2 7-2,1 3 1,0 5-1,2 4 1,-1 2-799,1 1 1,4 2-1,3 1 1,0 0-492,2-3 1299,2 3 0,5-5 0,1 4 0</inkml:trace>
  <inkml:trace contextRef="#ctx0" brushRef="#br0" timeOffset="523">233 470 12007,'0'10'0,"0"1"182,0 5 1,0 5-1,1 10 1,1 6-867,1 5 1,1 0 0,-1 6 0,1-2 683,1-4 0,-3-11 0,2-4 0</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3T06:30:41.834"/>
    </inkml:context>
    <inkml:brush xml:id="br0">
      <inkml:brushProperty name="width" value="0.06" units="cm"/>
      <inkml:brushProperty name="height" value="0.06" units="cm"/>
    </inkml:brush>
  </inkml:definitions>
  <inkml:trace contextRef="#ctx0" brushRef="#br0">31 238 8418,'-7'0'1393,"1"0"1,0 0 0,1 2-878,1 0 1,3 1 0,-1-2-182,4 1 1,2 0-1,5-2 1,5 0-70,4 0 0,5 0 1,5 0-1,3-3-319,2-1 1,1-1 0,1-3-1,0 1-373,-1-2 0,-4 0 1,-4 4-1,-3 0-413,-4 0 0,-7 4 0,-2 0-58,-4 2 1,-3 3 0,-4 1 0,-1 1-770,-3 0 1666,0-3 0,-5 8 0,0-4 0</inkml:trace>
  <inkml:trace contextRef="#ctx0" brushRef="#br0" timeOffset="433">236 0 8608,'0'7'179,"0"-3"0,1-1 330,1 0 1,2-1 0,5-2 0,2 0-440,1 0 1,1 0 0,2 0-1,3 0-57,3 0 1,-1 1 0,3 1 0,0 0 163,0 2 0,-4 3 0,0 4 0,-2 2-98,-3 4 0,-5 4 1,-1 7-1,-3 3 136,-3 5 0,-5-2 0,-3 4 0,-4-2-328,-2 0 0,-1-7 1,0-1-1,0-2-278,-2-2 0,0-6 391,-2 3 0,3-8 0,-2-1 0</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3T06:30:48.284"/>
    </inkml:context>
    <inkml:brush xml:id="br0">
      <inkml:brushProperty name="width" value="0.06" units="cm"/>
      <inkml:brushProperty name="height" value="0.06" units="cm"/>
    </inkml:brush>
  </inkml:definitions>
  <inkml:trace contextRef="#ctx0" brushRef="#br0">244 180 8771,'-3'1'251,"1"1"0,1 2-387,1 2 0,0 1 0,0 1 412,0 3 1,0 5 0,0 4-1,1 6 1,1 10 229,2 10 1,0 8-1,-1 10 1,0 8-292,-1 7 1,-2 3 0,0 18 0,-2-48-1,1 0-213,-2 3 1,-1-1 0,1-4 0,-1 0 0,-1 4 0,-1 1 0,1 1 0,-1-1-1,0 3 0,0-1 0,-1-4 0,0 0 0,0 4 1,0 2-1,-1-3 0,0-1-126,0 0 1,0-2 0,-6 44-1,6-45 1,1-1 0,0 0-1,0-1 94,-8 43 0,3-14 1,-2-1-1,1-1 108,2-4 1,2-13 0,1-6 0,1-6 3,3-4 1,-1-9-1,3 1 1,0-6-196,2-8 0,3-7 1,0-6-20,1-2 1,4-2 0,-1 0 0,1-3-1,3-1-53,1-1 0,-1 0 0,4 0 0,3-1 157,1-1 0,1 0 1,3-4-1,2-1 30,2 0 1,4-3 0,4 0 159,1 0 1,10-2 0,-1 3 0,5-1 0,7-1-27,2 1 1,-2 0-1,4 2-89,1 0 1,11-1-1,-5 3 1,1 0-1,1 1-3,1 1 0,-6 3 1,11-1-1,1 4-68,-2 2 1,-7 2 0,3 2 0,0 1 56,-1 1 0,-4 0 0,4 1-80,-5-2 0,-1-2 0,-4-2 0,-1 0 0,2-3-111,-2-1 1,-8-7 0,-3-3 62,-3-5 0,5-5 0,-8-5 0,-1-2 0,-1-2-62,-3-1 0,-5 4 1,-1-6-1,-1 1 102,-1 0 0,-6-1 1,-1-3-1,-2-5 66,-2-3 0,-5 2 0,-1-2 1,-2 4 23,-2 2 1,-3 0 0,-2-3-1,0-5 263,-1-3 0,-2 1 1,-3-5-1,0-1 2,-1 0 0,-1 4 0,0-10 0,0-3-166,1-6 0,-2 8 0,3-5 1,-1-1-126,2-2 0,-1-3 0,1-2 1,1 3 11,0 2 1,1 7-1,0-9 1,0 5-194,0 4 0,0 10 0,0 0 1,0 0 125,0 2 0,0-1 0,0 6 0,0 3 30,0 4 0,-2 6 0,-1-1 8,-1 2 1,0-4-1,-2 3 1,0 0-1,0 1 49,0 4 1,1 3 0,-4 6 16,-1 3 0,1 1 0,-2 3 0,0 2 0,0-1 53,-1 2 1,-2 0 0,0 1-63,-1 1 1,-3 2-1,0-2 1,-1-1-1,-3 1-10,0 0 1,0 2 0,-6-2 0,1 1-86,-1-1 1,0 0 0,-3-1-36,-2 1 0,-3 0 1,1-3-1,-2 0 0,-4-1 86,-2 0 0,-1 2 0,-4-3 1,0 0 111,-3-2 1,0 1 0,-4 0 0,-3 0-83,-2 0 0,0 2 1,-2-2-1,-3 0-72,-4 0 1,6 2 0,-10-1 0,1 2 37,-1 1 0,5 2 0,-4 2 0,2 1-19,2 1 0,2 0 1,-1 1-1,1 2-64,4 3 1,10 1 0,-3 2-1,6 0-362,3 2 1,9 1 0,0 1 0,5 0-630,5 0 1,7-3 0,5 0 1072,4-1 0,2 3 0,2-2 0</inkml:trace>
  <inkml:trace contextRef="#ctx0" brushRef="#br0" timeOffset="499">815 648 7830,'-7'-4'163,"-1"0"1,0 1 0,1 1-39,2-1 1,5 3-1,7-2 444,3 1 0,3 1 0,3 0 0,5 0 0,5 0 164,5 0 1,1 1-1,8 0-313,4 1 1,12 2-1,5-1 1,6 0-1,8 1-26,4-1 1,-1-1 0,8 0-380,-4-1 1,0 1-1,-13 0 1,-4-1-1,-2 1-113,-6 0 0,-7-1 0,-3 1-274,-7 1 1,-2-1 0,-7 1 0,-3 1 0,-2-1-1046,-5 2 1,-8 1 0,-3 0 577,-5 1 1,-2 0 0,-4 1 0,-4 0 838,-3 0 0,-6-1 0,-3 0 0</inkml:trace>
  <inkml:trace contextRef="#ctx0" brushRef="#br0" timeOffset="850">796 1315 7830,'6'0'285,"1"0"1,0 0 146,2 0 1,2 0-1,5 0 1,6-3-210,7-1 0,4-2 0,12 0 0,7 0 235,9-1 1,-1 1 0,8 0-1,0 1 114,-1 1 1,-4 2 0,0 0 0,-4-1-572,-5 1 1,-9-2-1,1 2 1,-4 0-428,-2 2 0,-7 0 0,0 0 283,-3 0 0,-6 0 1,-4 0-1,-5 0-1215,-4 3 1,-5 0 0,-4 4 0,-4-2-596,-5-1 1953,-2 2 0,-10 1 0,-1 3 0</inkml:trace>
  <inkml:trace contextRef="#ctx0" brushRef="#br0" timeOffset="1150">867 1893 8129,'2'-6'463,"3"2"0,7-2 0,6 2 0,8-2 206,10-1 0,9-3 0,14-2 1,5-3-237,6-1 0,-3 1 0,3-1 1,-1 0-98,-6 2 0,-4 2 0,-7 3 0,-3 1-618,-4 2 0,-9 4 0,0 0 0,-5 2-465,-3 0 0,-7 0 0,-2 2 1,-4 3-86,-5 0 0,-2 2 1,-6-1-1,-2 1 115,-3 2 1,-5-2 0,-7 2 716,-2-2 0,-7 5 0,-3 1 0</inkml:trace>
  <inkml:trace contextRef="#ctx0" brushRef="#br0" timeOffset="1431">937 2277 7849,'-6'1'0,"1"1"247,1 0 1,4 0 0,3-2 274,7 0 0,6-1 0,6-1 1,5-2 60,6 1 0,9-4 1,11 2-1,11-5-67,10-2 1,2 0 0,6-4 0,0-1-282,-2 1 0,-10 1 0,1-1 0,-7 0 52,-6 2 1,-11 2 0,5 2-1,-4 1-286,-3 1 1,-8 3 0,-3 2 0,-3-1-1792,-5 1 1,-6 1-1,-4 0 1790,-4 1 0,-5 4 0,-5 1 0</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3T06:30:53.615"/>
    </inkml:context>
    <inkml:brush xml:id="br0">
      <inkml:brushProperty name="width" value="0.06" units="cm"/>
      <inkml:brushProperty name="height" value="0.06" units="cm"/>
    </inkml:brush>
  </inkml:definitions>
  <inkml:trace contextRef="#ctx0" brushRef="#br0">0 70 7855,'0'-4'388,"0"0"1,0 5-1,0 2 1,1 4-88,1 4 0,2 2 0,2 2 0,1 4-5,2 2 0,-1 3 1,4-1-1,0 3-10,2 2 1,-2-5 0,2 0 0,-2-4-76,-1-4 1,-3-8 0,1-3 0,-2-5 11,-1-6 0,0-3 0,1-5 0,-1-3-79,1-2 1,-1-2 0,1-3 0,-1 1-365,0-2 0,-1 2 0,-1-1 0,0 2-926,0 0 0,1 4 0,-2 2 530,0 2 0,-1 3 0,2 4 0,-1 3 0,1 2-299,1 1 0,-1 2 915,0 3 0,0 0 0,3 4 0</inkml:trace>
  <inkml:trace contextRef="#ctx0" brushRef="#br0" timeOffset="275">353 13 8439,'0'4'759,"0"0"0,0 1-213,0 1 0,1 3 0,1 2 0,3 2-186,3 2 0,-1 3 1,4 4-1,1 1 39,0 1 1,-2 1 0,0 0-204,0-1 1,-3-1 0,-2-2 0,-3-2 0,-1 0-290,-1-4 1,-1 0-1,-2-3 1,-3-2-415,-2-1 1,-3-2 0,1-1 0,-1-2-1027,1-2 1,-1-1-1,-1-3 1533,1-2 0,-4-6 0,2-6 0</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3T06:30:50.817"/>
    </inkml:context>
    <inkml:brush xml:id="br0">
      <inkml:brushProperty name="width" value="0.06" units="cm"/>
      <inkml:brushProperty name="height" value="0.06" units="cm"/>
    </inkml:brush>
  </inkml:definitions>
  <inkml:trace contextRef="#ctx0" brushRef="#br0">13 719 7855,'-6'0'943,"2"-3"0,2-1-557,2-2 0,0-1 0,2-2 0,3-1-49,3-3 1,3-2-1,4-3 1,3-3-203,2-2 1,1-1 0,3-1 0,1-2-178,2-1 0,-1 0 1,1-1-1,-2 2-346,-1 2 1,-6 4 0,1 0-1,-1 3-2112,-2 1 2500,0 5 0,-3-5 0,0 3 0</inkml:trace>
  <inkml:trace contextRef="#ctx0" brushRef="#br0" timeOffset="581">514 0 9190,'-4'1'556,"2"1"1,1 5 0,2 5-1,0 4 1,2 7-216,-2 5 1,2 3 0,-1 5 0,-1 2-133,0 2 0,-1-2 1,0 1-1,0-1-25,0-3 0,-1-4 0,0-4 0,-1-3-205,0-6 1,2-9 0,0-2-420,0-5 0,3-8 0,1-8-9,2-2 0,0-2 0,1-6 191,2-3 0,1-6 0,2-1 0,1 1 0,0 1 0,0 0 1,0 8 0,0 0-1,-1 5 357,1 5 1,-3 6 0,-2 8-1,-2 6 375,-2 7 1,-3 3-1,2 2-284,-3 2 0,0 5 0,0-1 0,0 0-100,0 1 0,0-2 0,0 0 0,0-2 1,0-2-1092,0-3 0,1-6 0,1-4 0,3-4-372,3-3 1,0-4 1372,2-6 0,1-3 0,2-5 0</inkml:trace>
  <inkml:trace contextRef="#ctx0" brushRef="#br0" timeOffset="899">860 103 7855,'-3'-4'544,"-1"2"60,-2 2 0,0 2 0,-1 3 0,1 1-139,0 3 0,-2 4 1,1 4-1,0 4-140,1 3 0,2 0 0,0 2 0,2-1 25,1-1 1,3-4-1,1-5 1,4-1-604,2-4 0,2-5 1,2-3-1,0-3 34,0-3 0,-1-4 1,1-8-119,0-3 0,0-3 0,0-5 0,0-2 0,-1-3-203,1 2 0,0 0 1,-1 4-1,-1 3 1142,-3 7 1,-1 6-1,-3 9 1,-2 8-71,-1 6 0,-2 8 0,-1 2 0,-2 3-505,-2 2 1,2-3 0,0 0 0,1 0-208,-1-3 1,3-5-1,-1 1-1218,1-1 0,2-7-3464,1-5 4862,-2-8 0,6-7 0,-2-3 0</inkml:trace>
  <inkml:trace contextRef="#ctx0" brushRef="#br0" timeOffset="1281">1168 116 7855,'-1'-10'0,"-1"1"455,-2 2 1,0 1-1,-2 2 1,-2 1-144,-1 1 1,1 2 0,-1 0 0,3 3 67,2 3 1,-1 3-1,3 2 1,0 2-174,1 4 1,5-1 0,2 5-1,2-1-75,2 0 1,-1-1 0,1-1 0,2 0-221,0 0 1,-2-2 0,-2 0 0,0 1 26,-2-1 1,-2-3-1,-3 0 1,-2 0-8,-4-2 0,-1-2 0,-3-1 1,-2-3 21,-3-3 0,0-1 0,-1-2 0,2 0-994,0-2 1,2-4 0,1 0 0,2-2 1039,2-2 0,-1-4 0,4-2 0</inkml:trace>
  <inkml:trace contextRef="#ctx0" brushRef="#br0" timeOffset="1848">1322 7 7855,'-1'6'0,"0"1"0,-1-1 0,-3 1 0,2 2 0,1 1 807,-1 3 1,-2 1 0,3 2 0,-1 3-53,0 1 1,-2 3 0,1 0 0,0 1-320,0-1 0,0 0 0,-1 0 0,2-3-204,0-3 1,-1-4 0,1-1-115,2-2 1,1-5 0,2-3-1,2-4-637,2-5 0,1-2 1,0-4-1,1 0-27,3-2 0,-1-2 1,1-2-1,0 0 366,1 2 1,1 2-1,-1 3 1,-1 0 86,0 1 0,-3 6 0,1 1 0,-2 3 695,-1 1 1,-2 5 0,-2 4 0,-2 3-446,0 3 1,0 1 0,-2 4 0,-3-1-701,0 0 0,0 0 1,1-2-1,-1-3-1403,-1-3 0,3-3 1457,1-6 1,1-3-1,2-8 1,2-2 488,3-3 0,1 0 0,3-1 0,0 2-145,0 0 0,-1 2 1,1 1-1,1 1 430,-1 1 0,1 3 1,-2 2-1,-1 0-9,2 1 1,-3 2 0,1-1 0,0 0 281,-2-2 1,0-2-1,0 1 1,-1-2-273,-1 0 1,-2-3-1,0-1 1,-1-1-133,-1 0 0,-1 1 0,-1-2 0,0 1 105,-2 2 1,0 3-1,-3 2 1,1 1-33,0 3 0,-1 5 0,1 4 0,-1 3 91,1 3 0,2 4 1,1 3-334,1 1 1,1-1 0,-1 2 0,1-3 0,1-1-571,0-1 0,3-2 0,1-4 0,2-3-124,0-3 0,4-5 0,0-1 709,0-5 0,4-6 0,0-6 0</inkml:trace>
  <inkml:trace contextRef="#ctx0" brushRef="#br0" timeOffset="2149">1700 58 7855,'2'-4'408,"1"0"0,-1 3 1,-2 2 528,0 4 1,0 7-1,0 5 1,0 2-499,0 0 0,0 1 0,0 1 0,0 1-177,0 1 0,3-3 1,0 1-1,1-3 25,1-3 1,-4-4 0,1-3-646,-1-1 0,-1-4 1,-1-3 3,-4-3 1,0 0 0,-5 0 0,0 1 136,0 0 1,0-1 0,-2 3 0,1 1 121,2 1 0,2 4 0,1 3 1,2 2 201,2 2 1,1 1 0,2 2 0,2-1 287,3-1 0,4-5 0,5 2 0,0-4-622,2-3 0,-2-4 0,3-8 0,1-4-408,-2-7 0,-2-2 0,0-3-648,-1 0 1283,-4-5 0,-1 8 0,-2-4 0</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3T06:30:56.329"/>
    </inkml:context>
    <inkml:brush xml:id="br0">
      <inkml:brushProperty name="width" value="0.06" units="cm"/>
      <inkml:brushProperty name="height" value="0.06" units="cm"/>
    </inkml:brush>
  </inkml:definitions>
  <inkml:trace contextRef="#ctx0" brushRef="#br0">2085 142 7980,'-4'-4'-222,"0"0"-268,-1 1 726,-1 1 1,2 3 0,2 2 0,2 4 77,0 5 1,0 4 0,0 6 0,0 5-29,0 4 0,0 5 0,0 6 0,0 7-17,0 7 1,-1 3 0,-1 12 0,0-1-244,-2-1 0,-1 0 0,-3 9 0,0 5-2,0-2 1,-2 2-1,0-1 1,-1 4-159,1 1 1,0-9-1,-2 5 1,1-2 37,0-2 0,1-10 0,0 0 0,1 2 58,1 2 0,0-5 0,0-2 1,-1-3 16,-1 0 0,2-6 0,-3 5 0,-1-7 166,0-6 1,2-13-1,0-2 1,0-5 285,3-5 0,-1-6-247,2-6 1,3-7 0,3-7-304,4-3 1,4-3 0,4 1 0,1-3 172,2 0 1,4 2-1,-1-2 1,2 0 23,3 0 1,0 1 0,6-1-1,1 1 3,1 1 0,1 3 0,4 2 0,1-1 65,1 1 1,2 1 0,1 0-1,4 1 1,3 1 1,-2 1 0,6 1 0,1 3-52,1 3 0,-3 0 0,7 2 1,0 0-110,-1 0 1,-1 0 0,0 3 0,0-2-53,0 0 0,-3-4 0,5 3 0,-1-2-75,0 1 1,-5 0 0,1-1-1,1 0 25,-2-3 1,0 2 0,-2-4 0,-2 1 29,-1-2 0,-5-2 0,2-3 0,0-3 62,0-4 0,-7-1 1,2-1 34,-2-1 0,-2-5 1,-3 1-1,-3-3 0,-1 0 92,-1-1 1,-7 3 0,3-4 0,-4 1-69,-1 0 0,-6-1 0,2-4 1,-2-4 15,-3 1 0,-1-5 1,-2-1-1,-1-1-4,-1 0 1,-2 3-1,0-4 1,-2-2 68,0-3 0,0 0 1,-2-11-1,-1-4 14,0 1 0,1 0 0,-2-2 0,1-3-8,-1-4 0,3 6 0,-2-7 0,3 2-28,0-2 0,0 6 0,0-7 0,0 3-52,3 2 1,0 1-1,3 1-77,-2 0 1,2-4-1,-2 6 1,1 2 0,1-2-52,0 1 1,-2 5-1,4 0 1,-1 0 56,1 4 0,-1 7 0,-1-1 0,1 2-5,-1 1 1,-2 6-1,0-2 1,-1 5 70,-2 3 1,0 10 0,-1 3-1,0 3 111,0 3 0,-1 3 0,-1 2-42,-2 0 1,-2 1 0,0 2 0,-2-1-75,0-1 0,1 1 0,-2-2 0,1 1-27,0 0 0,-2-1 0,-3 2 0,0-1 18,0 0 0,-2 2 0,-2 0 0,-2 0 6,0 0 1,-2 0 0,-1 3-1,-3 1-41,-1 1 0,-2 0 0,-3-1 0,-1 0-17,0 0 0,0 1 1,-5-3-1,-2-1-28,0 0 1,0-1-1,-4 0 1,-1 0 50,-1 0 0,2-2 0,-6-1 1,0 0-24,0 0 0,3 1 0,-5 2 0,-2 0 10,1-3 1,1 3 0,-3-2 0,-1 1-75,-3 1 0,3 3 0,-6 0 0,0 2-68,-1-1 1,3-2-1,-10 2 1,2-2 15,3 0 0,6-1 1,2 1-1,1 0-140,4-1 0,10 1 0,3 0 1,4 2-237,5 2 0,8 0 0,1 1 0,3 0-242,5 1 1,3-1-1,5 3 762,1-1 0,6-2 0,0 2 0</inkml:trace>
  <inkml:trace contextRef="#ctx0" brushRef="#br0" timeOffset="1101">2303 2791 8574,'-6'-4'978,"2"2"-767,2 4 1,4 5-1,1 4 1,2 4 96,2 4 0,4 6 0,0 6 0,1 7-175,1 4 1,-3-2-1,0 2 1,0-1-337,-3-3 0,1-7 0,-3 0 0,0-7-504,-3-5 1,-2-7 144,0-1 1,-3-8-1,-3-7 1,-2-7 561,-2-6 0,-1-4 0,-2-5 0</inkml:trace>
  <inkml:trace contextRef="#ctx0" brushRef="#br0" timeOffset="1350">2297 2810 7815,'3'-16'-254,"1"1"1,2 1 183,0 1 1,3 3 0,3 0-1,2 0 144,3 3 0,2 0 1,1 3-1,1 2 312,0 1 1,-3 7 0,3 2 0,-3 4-148,0 1 1,-7 2 0,-1 2 0,-4 3 171,-1 1 1,-4 0 0,1 1 0,-5 2-122,-3 1 1,-2-3-1,-4 3-182,-2-2 0,-2-3 0,0-2 0,1-3 0,-2-3 51,1-4 0,0-3 1,-1-1-1,4-1-1186,1-3 1,4 0-1,1-1 1,2-1-37,2-5 0,3 0 0,3-4 1063,1 0 0,4-1 0,2-1 0</inkml:trace>
  <inkml:trace contextRef="#ctx0" brushRef="#br0" timeOffset="1761">2579 2842 7815,'1'4'651,"0"1"-493,1 0 1,1 3-1,-1 4 1,1 2 194,0 3 1,-1 5 0,3 3 0,0 2-175,3 0 1,0-1 0,2-3 0,0-4-135,0-3 0,1-6 0,1-4 15,-2-3 0,2-6 1,-3-4-1,0-5 0,1-5-103,-3-4 0,-2-3 0,0-3 1,-1-2-141,0-2 0,0 3 0,-1-1 1,1 4 146,1 3 0,-2 10 1,2 4-1,0 5 18,0 4 0,3 4 0,-1 7 1,3 3 90,0 4 0,-2 3 1,2 3-1,0-1-73,0 0 1,-1-4 0,1 1 0,-1-3 99,-1-3 0,-1-5 1,-1-4-78,1-3 0,-4-3 1,0-3-1,-1-3 0,0-6 188,0-4 0,-2 0 1,-2-5-207,0-2 1,-1 1 0,2-1 0,-1 1-1,0 2-402,-1 0 0,1 3 1,-1 2-1,0 2-260,2 0 1,-1 3-1,1 1-213,-1 2 1,-1 1 869,3-1 0,3 1 0,1 0 0</inkml:trace>
  <inkml:trace contextRef="#ctx0" brushRef="#br0" timeOffset="2051">2951 2720 7815,'4'1'58,"0"1"1,0 2 656,-1-1-559,-1 3 0,3-2 1,0 3-1,0 1 1,2 3-1,2 2 1,2 2 404,1 5 1,3 2 0,2 4 0,0 1-368,0 1 1,-4-2-1,0-4 1,0-2-88,-4-4 0,-2-2-38,-3-4 0,-2-3 0,-4-5 0,-2-1-406,-2-1 1,-3-3 0,-2 1 0,-1 1 74,-1 0 0,0 1 1,1 0-1,2 0 189,1 0 0,3 3 1,1 2-1,3 2 76,2 2 0,0 2 0,2 0 0,3 1 48,3 1 0,2 0 0,3-2 0,1-2 181,1-2 1,-3-5-1,1 0 1,0-1-234,-2-1 0,-2-4 1,-1-2-1,-2-5-326,-2-3 1,-3-1-1,1-3 1,-1-1-583,-1-1 909,0 1 0,-3-6 0,0 2 0</inkml:trace>
  <inkml:trace contextRef="#ctx0" brushRef="#br0" timeOffset="2601">3650 2861 7904,'4'-6'153,"1"0"1,-3-1-22,-1 1 0,-1 0 1,-2 1 133,-2 1 1,-5 0 0,-1 0-1,-2 1 1,-1 1 223,0 0 1,-1 0 0,0 5-1,0 4-208,2 3 1,0 5 0,3 2-220,1 4 0,4 8 0,2 5 0,2 2 0,3 2-64,3 0 0,2-6 0,4 2 0,2-5-215,-1-4 1,1-2 0,-2-5 0,-1-2-445,-3-1 0,-1-6 0,-1 2 0,-2-3-1525,-2-2 2185,-1-2 0,-4-1 0,0-3 0</inkml:trace>
  <inkml:trace contextRef="#ctx0" brushRef="#br0" timeOffset="2750">3490 3099 8053,'0'-7'362,"1"1"1,1-1-357,2 1 0,3 2 1,1-1-1,3 1-226,1 1 1,1-1 0,0 3-1,0-1-97,2 0 0,-1 1 0,1 1 1,0 0 316,0 0 0,0 3 0,-2 1 0</inkml:trace>
  <inkml:trace contextRef="#ctx0" brushRef="#br0" timeOffset="2883">3772 2996 8086,'0'9'630,"0"1"0,0 3 1,0 1-1098,0 1 0,0 1 0,0 3 0,0 1 12,0-1 0,0-2 1,0-1-1,0-2 455,0-2 0,3-6 0,1-1 0</inkml:trace>
  <inkml:trace contextRef="#ctx0" brushRef="#br0" timeOffset="3017">3804 2874 7777,'0'-3'292,"-3"1"0,3 2-896,-2 2 1,1 1 0,1 4 603,0-1 0,1 0 0,1 1 0,1 2 0,4 1 0</inkml:trace>
  <inkml:trace contextRef="#ctx0" brushRef="#br0" timeOffset="3184">3900 2874 7495,'0'10'-42,"0"-1"0,0 0 0,0 0 0,0 1 769,0 2 1,0 0-1,0 1 1,0 0-439,0 2 0,0 1 0,1 3 1,1-1-479,0-1 0,2-2 0,-1 1 1,0-2-476,0-2 1,2-4 0,-1-2 143,2-3 1,-2-2 519,0-1 0,0-6 0,3-1 0</inkml:trace>
  <inkml:trace contextRef="#ctx0" brushRef="#br0" timeOffset="3401">3984 3092 7777,'12'0'0,"-1"-2"129,0 0 1,0 0 0,2 1 0,-1-1 161,1-2 1,0-1-1,-1 0 1,0-2-42,-2 0 0,-2-3 1,0-1-1,-3-1 52,-3-1 0,-2 0 0,-2 1 1,-3 1-53,-3 0 0,-3 4 1,-3 0-1,-1 4 31,-2 3 1,3 3-1,0 2 1,2 5 3,4 5 0,3 2 0,3 2 0,3 2-87,3 1 0,3 1 0,7-3 0,1 0-354,2-1 0,4-4 0,3-2 0,2-4-783,1-4 1,0-7 0,0-5-503,0-3 0,-5-3 0,-2-2 1441,-2-2 0,-7-1 0,1-2 0</inkml:trace>
  <inkml:trace contextRef="#ctx0" brushRef="#br0" timeOffset="4034">2611 616 7833,'-18'-5'0,"1"0"163,4 3 0,2 1 0,5-1 424,5 0 0,7 1 0,7 2 0,6 1-39,4 0 0,7-1 0,4-1 0,5 0-115,4 0 0,2-1 0,11-1 0,7-4-288,7-4 1,1-1-1,0-4 1,-1 1-321,-1-1 0,-11 2 0,1-2 0,-9 3 125,-8 2 1,-12 4 0,0 0 0,-4 3-2873,-6 4 1,-9 5 2921,-6 7 0,-7 3 0,-1 3 0</inkml:trace>
  <inkml:trace contextRef="#ctx0" brushRef="#br0" timeOffset="4283">2714 1245 7796,'-7'3'2482,"6"-2"-2830,5 1 0,11-5 0,12-3 0,8-3 293,7-3 1,5-2 0,10-6 0,5 0 1206,7-1 1,-8 0-1,5-2 1,-4 2-989,-4 3 0,-13 2 0,-5 5 0,-5 3-782,-5 3 1,-7 3-1,-3 2-151,-8 2 1,-4 3-1,-6 3 1,-3 4-1,-4 1 769,-5 2 0,-4 3 0,-5-2 0</inkml:trace>
  <inkml:trace contextRef="#ctx0" brushRef="#br0" timeOffset="4450">2868 1495 7796,'0'7'599,"1"-1"1,1 0-43,2-2 1,6-1 0,5-4 0,8-2-489,7-3 1,7-6-1,9-3 1,0-2 26,1 0 1,-5 0 0,4 1 0,-2 0-355,-2 2 1,-8 6-1,-4 4 1,-4 2-838,-5 2 1,-8 4-1,-3 2 1095,-5 4 0,-8 5 0,-4 2 0</inkml:trace>
  <inkml:trace contextRef="#ctx0" brushRef="#br0" timeOffset="4632">2823 1784 9253,'-8'6'0,"1"1"744,1-1 0,6-2 1,3-2-664,9-2 0,8-3 0,10-3 0,6-2 80,5-2 1,8-2-1,8-2 1,2-2-112,2 0 0,-4-1 1,2-2-1,-5 2-890,-5 2 1,-9 4 0,-4 1-1,-5 1 840,-4 4 0,-8-2 0,0 4 0</inkml:trace>
  <inkml:trace contextRef="#ctx0" brushRef="#br0" timeOffset="5317">39 3330 7837,'-6'-7'0,"-1"1"0,-1 2 1098,-1-1-715,4 4 0,2-1 0,3 5 0,0 4-167,3 5 1,3 2-1,4 6 1,1 4-18,2 5 1,-3 3 0,4 4 0,1 5-210,-2 7 1,1 1 0,-2 8 0,-1-2-506,-3-6 1,-4-11-1,-2-6 1,-1-7-861,-1-8 0,-1-12 1375,-1-5 0,-1-7 0,-4-3 0</inkml:trace>
  <inkml:trace contextRef="#ctx0" brushRef="#br0" timeOffset="5566">46 3375 7449,'15'-4'-201,"0"2"0,-2 1 0,5 1 1,1 0 175,1 0 1,-1 3-1,2 1 1,-1 2 424,-1 0 1,-4 4 0,-2 0-1,-2 1 67,-4 2 0,-4-2 1,-1 4-1,-2-1 87,-2 1 0,-5-2 0,-6 1-397,-1 0 1,-5 2 0,0-2-1,1-1 1,-1 0-383,1-2 1,1-2-1,0 1 1,3-3-496,0-1 1,7-4 0,-3 0 0,3-2-1454,2-2 2173,1-1 0,4-9 0,0-2 0</inkml:trace>
  <inkml:trace contextRef="#ctx0" brushRef="#br0" timeOffset="5816">270 3413 7857,'12'0'0,"0"0"0,1 0 0,-4 4 0,4 2 0,-4 4 414,-1 2 0,-1 4 1,-3 0-1,-1 3 77,0 2 0,-3-1 0,3 7 0,-3 1-364,-3 0 1,2 0 0,-3 1 0,2-1 26,0-3 1,-1-5 0,1-6-30,1-2 0,-1-7 0,1-5 0,-1-6-148,0-4 1,2-5 0,0-3 0,0-3-89,2-5 1,2-2 0,2-3-1,2 2-118,0 1 0,1 3 1,3-2-1,-1 2-466,0 2 0,0 6 0,0 2 0,1 4 695,0 4 0,-1 4 0,2 0 0</inkml:trace>
  <inkml:trace contextRef="#ctx0" brushRef="#br0" timeOffset="6067">533 3580 7857,'6'6'0,"2"1"157,0-1 0,-1 0 0,3-2 0,-1-2 279,2-1 1,-2-6 0,1-2 0,0-3-275,0-4 0,-2 1 0,-1-2 0,-3-1-179,-1-1 0,-1 1 1,-3-1-1,-2 1 133,-3 2 1,-4 3 0,-5 4 0,-2 2 2,-2 3 0,0 4 1,1 5-1,0 3 61,1 5 0,5 2 0,-1 4 0,4 3 213,3 1 1,3 4-1,4 2 1,2 3-36,6 2 1,4-3 0,9-2 0,1-4-563,2-5 0,2-10 1,0-4-1,1-4-1259,1-3 1,-1-6 1462,2-3 0,-6-9 0,1-3 0</inkml:trace>
  <inkml:trace contextRef="#ctx0" brushRef="#br0" timeOffset="6599">1168 3451 7849,'-1'-6'119,"-1"0"1,-2-1 337,-2 1 1,0 2 0,-1 0-1,-2 1-146,-2 2 1,1 1-1,-2 3 1,-2 4 184,1 5 0,-1 2 1,2 5-1,1 4-237,0 3 0,4 2 0,0 4 0,4 1-432,3 2 1,3-1 0,4 1-1,3-1-690,5-3 1,1-8 0,3-3 0,1-5 441,2-5 1,-2-5 0,2-4 0,0-3-240,-2-4 1,0-7 0,2-4 659,-2-1 0,3-7 0,-3-1 0</inkml:trace>
  <inkml:trace contextRef="#ctx0" brushRef="#br0" timeOffset="6832">1309 3567 7849,'-8'9'0,"-1"3"155,1 2 1,2 3-1,2 5 1,1 4 14,3 3 1,3-1-1,2 0 1,2-3 157,4-3 0,1-5 0,1-7 0,1-3-221,1-4 0,-2-6 0,2-4 0,-1-4-334,1-5 0,-4-3 0,0-7 1,-4-2 119,-3-3 1,-1-2 0,-3 1 0,-1-1-68,-1 2 1,-2 6 0,-3 1 0,-2 4 97,-4 3 0,0 7 0,-4 6 0,1 2-69,0 2 0,1 3 0,-1 2 0,2 2-229,2 2 1,4 2 0,1-2-1,2 1 374,2 1 0,1-4 0,5 4 0,1-4 0</inkml:trace>
  <inkml:trace contextRef="#ctx0" brushRef="#br0" timeOffset="7332">1482 3477 7922,'4'11'115,"-2"0"0,-1-1 0,-1 4 0,0 1 128,3 2 1,-3 3 0,3 3-1,-1 4 360,0 3 0,1 0 0,-3 3 0,0-3-413,0-2 1,-1-3 0,-1-4 0,0-4 50,1-4 1,0-5-105,1-4 1,0-5 0,0-1-1,0-4-466,0-3 0,0-1 0,0-5 0,0-3-189,0-3 0,3 0 0,1-3 0,2-2 191,0 0 0,-1-2 0,-1-1 0,2 2 121,2 1 1,-1 7-1,2-2 1,-1 5 198,1 6 0,2 4 0,-1 7 0,1 5 283,0 7 1,-1 6-1,0 9 1,-1 2-165,-2 1 1,0-1 0,-2-1 0,0 0 14,-3-2 1,-1-6 0,1-3 0,0-4 241,-1-4-420,0-2 0,-1-7 0,0-4 0,0-5 40,0-5 0,0-3 0,0-5 1,0-2-202,0-4 1,0-2 0,0-7 0,0 0 152,3-2 1,1 6 0,4 0 0,2 3 184,2 4 0,-2 7 0,3 4 1,0 6 502,-1 5 0,-1 9 0,1 5-488,-1 4 0,0 6 0,-2 2 0,-2 1 0,-1 3-181,-2 2 0,-1-1 0,2 3 1,-1 0-76,-1 0 0,-1-6 1,-2 0-1,0-2 115,0-5 0,0-2 0,0-3 0</inkml:trace>
  <inkml:trace contextRef="#ctx0" brushRef="#br0" timeOffset="7548">1906 3445 7796,'3'7'36,"-1"2"0,-1 1 1,0 3-1,0 1 571,1 3 1,3 1 0,-2 8 0,-1 3-336,1 4 0,2 1 0,-1 3 0,0-2-347,0-2 0,0-4 1,1-3-1,-2-3-1034,0-4 0,0-8 573,-1-1 1,-1-10 0,1-2 0,-2-7 535,-2-5 0,-2-3 0,-2-2 0</inkml:trace>
  <inkml:trace contextRef="#ctx0" brushRef="#br0" timeOffset="7765">1906 3586 7796,'0'-18'-159,"-1"3"0,0-4 0,-2 3 234,2 2 0,1 0 0,2 1 1,2 0 302,2 0 1,1 3 0,1 2 0,1 2-177,1 1 1,0 2-1,2 3 1,-2 1-14,-1 1 1,0 3 0,-1 2 0,1 3 53,-2 0 0,-2 1 1,-3 3-1,-1 2 2,-1 0 1,0-1 0,-1 2 0,-1-1-342,-3 0 0,0-3 0,-2 1 0,-1-1-338,-1-2 1,-1-2-1,0-2 1,1-2 54,0-2 1,-2-3 0,2 0 0,2 0 378,0-3 0,0-3 0,1-4 0</inkml:trace>
  <inkml:trace contextRef="#ctx0" brushRef="#br0" timeOffset="8083">2053 3496 7954,'-3'7'0,"0"-1"321,-1 1 0,-1 0 0,3 1 0,0 0 198,-1 0 1,2 1 0,-1 1 0,2-1-214,0 3 0,2 0 1,1 1-1,0-1-391,2-1 1,1 1 0,0-3 0,1 0-236,-1-3 0,3-4 1,-1-1-1,1-5 35,0-4 0,-2-7 0,2-2 0,-2-2 108,-1-2 1,0 1 0,-1-1-1,-2 3 112,0 3 0,2 3 460,-3 1 1,2 7 0,-2 8 0,0 5-208,-2 6 0,1 6 0,0 4 1,2 3-254,-2 1 1,2-1 0,-1 1-30,-1 0 0,2-5 0,0-4 0,1-4 1,1-3-2240,0-5 2333,-1-4 0,2-6 0,-3-2 0</inkml:trace>
  <inkml:trace contextRef="#ctx0" brushRef="#br0" timeOffset="8648">2265 3458 8161,'0'-3'2372,"0"3"-1881,0 4 1,0 2-1,0 3 1,0 2-136,0 3 1,3 4 0,0 5 0,2 4-669,-1 4 1,-2 0-1,2 4 1,-2-1-191,0 0 0,1-9 1,-1 1-1,-1-5-632,0-4 0,-2-7 1,-1-7 784,-2-4 1,-4-2-1,-1-4 1,2-1 388,-1-1 0,2-1 1,0 0-1,-1 0 140,1-1 0,2 1 0,2-1 0,1 0 336,1-1 1,0 1 0,1 1 0,1 0 201,3 0 0,-2 2 0,2-2 0,1 0-547,2 3 1,1-1-1,-3 2 1,1 0-590,2 2 0,-2-1 1,2 3-1,-2 1 171,-1 0 0,-2 1 1,1 0-1,0 0-1402,0 0 0,0 2 1649,-1 0 0,-2 1-36,2-1 1,1-1-1,1 2 306,1 0 0,0-3 0,0 2 82,2-1 0,2-2 0,-2 0 0,0-3 0,1-1 102,0-2 0,-1-1 1,1-1-1,-1-2-312,-1-1 0,-3 2 1,-2 0-1,0 0 68,-1 3 0,-5-1 1,-3 3 89,-2 0 0,-3 3 1,0 2-1,-1 1 0,0 3 83,1 5 0,1 2 1,3 3-1,1 1 41,2 5 0,3 0 0,1 3 1,3 1-371,4 1 0,5-1 0,6-2 1,2-2-885,4-4 1,2-4-1,0-4 1,0-4 219,-1-4 0,-3-6 1,-2-5-1,-4-1-173,-3-3 783,-8 1 0,4-7 0,-5 1 0</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3T06:31:08.125"/>
    </inkml:context>
    <inkml:brush xml:id="br0">
      <inkml:brushProperty name="width" value="0.06" units="cm"/>
      <inkml:brushProperty name="height" value="0.06" units="cm"/>
    </inkml:brush>
  </inkml:definitions>
  <inkml:trace contextRef="#ctx0" brushRef="#br0">157 87 7412,'0'-15'-213,"0"3"0,3 1 0,0 1 0,-1 1 713,-1-1 0,3 4 0,0 0-144,1 2 0,-2 1 0,3 4 27,-2 2 0,-1 2 0,-2 7 1,1 4-26,2 7 0,2 10 0,-3 8-179,-1 10 0,3 19 0,-1 12 0,0 14 1,-2-41-1,0 3-42,0 4 1,-1 2 0,-1 6 0,1 2 0,-2 3 0,1 1 0,-2 0 0,-1 1-249,-1-1 0,-1-1 0,-1-6 0,-1 0 0,-1 5 0,-1 0 0,1-4 0,0 1-85,-1-1 1,1 0 0,0-8 0,2 0 0,-1 4 0,1 0 0,0-3 0,1-1 97,0-2 0,1-2 0,0-4 1,1-1-1,0-1 0,1 0 0,-2 41-133,1-15 1,2-19 0,1-2 0,0-9 191,0-6 0,5-13 0,0-6 0,2-9 171,3-7 0,-1-2 1,7-5-1,3 0-85,6 0 0,1-2 0,9 0 0,3-1 12,2 1 1,6-2-1,8 1 1,5-1-21,3 0 1,4-2 0,4-6 0,5-2 169,3-1 1,-2-1-1,12-3 1,0-2-134,3-1 1,-8 0 0,6-6-1,-1-2-124,-6 0 0,-1-4 0,-4-2 0,-1-2 41,-3-4 0,-13 5 1,0-3-17,-6 3 0,-1-4 0,-8 7 0,-5 3 60,-5 2 1,-7-1 0,-6 4 0,-3-4-68,-7-2 1,1-8-1,-6 0 1,0-6-1,1-11 9,-2-11 1,-3-3-1,4-14 1,0-3 69,2-1 0,0-2 1,-4 41-1,0-1 1,0 0-1,1 0 52,0 1 1,0 0 0,9-36 0,4-7 0,-2 4-5,-1 3 1,-5 15 0,2 4 0,-2 5-143,-1 5 1,-5 10-1,-2-3 1,-2 7 28,-1 2 0,-1 3 0,-2-6 0,-3 1 50,-3 2 1,-5 5-1,-2 3 1,-3 2 58,-4 3 1,2 9-1,-5 2 1,0 4 20,-2 4 0,-3 6 0,-2 0 1,-5 3-14,-1 3 1,-1-1-1,-7 5 1,-4 0-18,-5 2 1,-2 0-1,-10 2 1,-5 1-96,-8 1 1,1 4 0,31-9-1,-2-1 1,-3 1 0,0 0-128,-3 0 0,1 0 0,0-2 0,0 0 0,-1 0 0,-2-1 1,-1 0-1,-1-2-24,0-1 1,-1-1 0,6-1 0,-1 0 0,-3-1-1,0-2 1,4-1 0,1-2 4,2-1 1,3-1-1,-31-10 1,1 0-1,13 1-429,11 1 1,21 7-237,9 0 0,17 5 0,7 1 822,9 2 0,7-3 0,5-2 0</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3T06:31:09.042"/>
    </inkml:context>
    <inkml:brush xml:id="br0">
      <inkml:brushProperty name="width" value="0.06" units="cm"/>
      <inkml:brushProperty name="height" value="0.06" units="cm"/>
    </inkml:brush>
  </inkml:definitions>
  <inkml:trace contextRef="#ctx0" brushRef="#br0">130 164 7715,'-15'10'122,"2"-1"1,0 1 0,0-1 0,0 0 193,-1-3 1,3 3 0,-1-4-1,1 1 256,1-3 1,6-2 102,4-1 1,11-5 0,11-4-1,10-3-79,8 1 0,9-3 0,9 0 1,6-1-441,5-2 1,3 2 0,5-1 0,4-1-101,2-2 1,-5 0 0,1 1-1,-10 2-796,-12 3 1,-18 7-1,-4 3 26,-8 1 1,-11 7-1,-14 1 1,-5 4-397,-7 3 1110,1-3 0,-14 13 0,3-3 0</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3T06:31:09.258"/>
    </inkml:context>
    <inkml:brush xml:id="br0">
      <inkml:brushProperty name="width" value="0.06" units="cm"/>
      <inkml:brushProperty name="height" value="0.06" units="cm"/>
    </inkml:brush>
  </inkml:definitions>
  <inkml:trace contextRef="#ctx0" brushRef="#br0">11 211 7731,'-8'9'745,"6"1"1,6-6 0,16-4 0,11-6-307,11-6 0,3-3 0,9-4 0,3-1 13,3-3 1,2 2 0,5-5 0,2 0-533,-1 2 1,-17 5-1,-7 7 1,-9 4-802,-8 5 1,-14 3-1,-2 4 1,-5 6-978,-7 5 0,-5 0 1858,-6 1 0,-8 4 0,-4 5 0</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3T06:31:09.425"/>
    </inkml:context>
    <inkml:brush xml:id="br0">
      <inkml:brushProperty name="width" value="0.06" units="cm"/>
      <inkml:brushProperty name="height" value="0.06" units="cm"/>
    </inkml:brush>
  </inkml:definitions>
  <inkml:trace contextRef="#ctx0" brushRef="#br0">6 125 10225,'-5'-5'880,"11"0"0,13-5 0,9 1-741,9-1 0,-2-3 0,8 0 1,2 1-200,0-2 1,-3 3 0,1-1 0,-2 5-538,-4 4 0,-12 4 0,-4 5 0,-5 8-2641,-4 6 3238,-6 1 0,-10 15 0,-7-1 0</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3T06:31:09.623"/>
    </inkml:context>
    <inkml:brush xml:id="br0">
      <inkml:brushProperty name="width" value="0.06" units="cm"/>
      <inkml:brushProperty name="height" value="0.06" units="cm"/>
    </inkml:brush>
  </inkml:definitions>
  <inkml:trace contextRef="#ctx0" brushRef="#br0">41 163 7736,'-12'0'0,"0"1"192,3 2 1,2-1 0,9 1 783,9-2 1,8-5-1,14-3 1,6-3-357,8-2 0,5 0 0,8-4 0,7-1-400,7-1 1,5-2-1,4 2 1,-4 2-829,-5 3 1,-15 7 0,-4 3-1,-10 3-1585,-10 3 1,-8 2 2192,-4 5 0,-3 0 0,-1-1 0</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3T06:31:10.441"/>
    </inkml:context>
    <inkml:brush xml:id="br0">
      <inkml:brushProperty name="width" value="0.06" units="cm"/>
      <inkml:brushProperty name="height" value="0.06" units="cm"/>
    </inkml:brush>
  </inkml:definitions>
  <inkml:trace contextRef="#ctx0" brushRef="#br0">68 29 7778,'-5'-9'-16,"-1"-1"0,1 5 1,-2 2 487,0 1 0,1 2 51,0 0 0,4 2 0,-2 1 5,-1 3 1,4 4 0,-2 3-1,2 4-135,1 4 0,0 8 1,1 6-1,1 6-329,1 7 0,1 1 0,-4 13 0,0 3-209,0 3 1,0-12 0,0 1 0,-2-6-998,-1-6 1,2-14 0,-3-4-1890,0-11 3031,3-12 0,-4-18 0,5-6 0</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3T06:31:10.924"/>
    </inkml:context>
    <inkml:brush xml:id="br0">
      <inkml:brushProperty name="width" value="0.06" units="cm"/>
      <inkml:brushProperty name="height" value="0.06" units="cm"/>
    </inkml:brush>
  </inkml:definitions>
  <inkml:trace contextRef="#ctx0" brushRef="#br0">20 26 7823,'-9'1'92,"3"3"0,2 2 0,4 7 0,0 4 420,0 4 0,1 5 1,2 6-1,4 4-15,5 5 1,-1 2-1,3 3 1,-2-3-212,1 0 1,1-10-1,-2-8 1,1-8-326,-2-7 1,1-5 0,0-7-1,2-5 110,1-5 1,-2-12 0,2-7 0,0-8-403,0-7 1,-3 1 0,4-7 0,0 1-1,-1 3 1,3 8 0,-6 5 0,0 7 120,-1 10 0,-6 11 0,-2 8 0,-2 8 195,-1 10 1,0 5 0,0 7-1,0 2 369,0 2 0,0 0 0,0 2 0,1-2 65,3-3 0,-3-7 0,3-7 0,0-7-96,3-7 0,-2-5 1,1-5-1,2-8-147,0-6 1,2-6 0,0-5 0,-1-2-434,1-1 0,0-1 0,-2 1 0,1 4-255,0 4 1,-4 7 0,4 2 0,-1 4-510,-3 5 0,4 5 0,-4 2 0,1 5 1021,1 6 0,-5 1 0,2-1 0</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3T06:31:11.859"/>
    </inkml:context>
    <inkml:brush xml:id="br0">
      <inkml:brushProperty name="width" value="0.06" units="cm"/>
      <inkml:brushProperty name="height" value="0.06" units="cm"/>
    </inkml:brush>
  </inkml:definitions>
  <inkml:trace contextRef="#ctx0" brushRef="#br0">87 145 7823,'-9'1'541,"-1"3"1,0 5-1,-2 7 1,-1 3 63,1 4 1,5 6-1,1 6 1,2 3-187,2 4 0,1-1 1,1 1-1,1-1-327,2-4 1,7-13 0,6-6 0,3-9-158,3-9 1,3-13 0,3-11 0,-1-7-219,-2-7 0,-2-5 0,0-5 0,-1 0 55,-4 0 0,-9 7 1,0 5-1,-4 4 28,-3 4 1,-3 10 0,-5 3 28,-7 6 0,-4 6 1,-3 8-1,-2 3 0,1 4-240,3 0 0,0-2 0,5 0 0,1-2-274,1-1 0,5 1 1,2-2 414,3-1 1,3-1 0,7-4-1,2 0 270,2 0 0,-1-1 0,4-1-2,1-1 0,1-3 0,1 2 1,-1 2-1,-1 1 178,-1 1 0,-4 1 0,2 2 1,-1 5 313,0 4 0,-4-1 1,-2 5-1,-1 3 170,-1 2 1,1 0-1,-4 4 1,1 1 150,-1 1 0,-2-3 1,-2 5-318,-1-2 0,-3-4 0,1-4-85,0-5 1,3-10 0,-1-7-158,2-9 0,1-13 0,0-8 0,0-7 0,1-5-49,2-2 1,-1 2 0,4 3-1,2 0-377,0 1 0,2 11 0,0 0 0,-1 7-535,1 5 0,-1 8 1,1 2-271,0 2 1,-4 3-1,-1 4 1,0 2-393,-3 4 0,3-2 0,2 1 1008,1 2 0,2-4 0,-1-1 0,1-2 363,0-1 0,-1 0 0,1-1 0,1-2 0,1-3 0,-1 0 0,2 0 14,-2-1 0,-5 2 1,-1 4 846,0 7 0,-1 1 1,-2 9-1,1 2-7,-1 4 0,1 2 0,-1 4 0,1 0-536,-1 1 0,2-5 0,-1 6 0,0-1 4,-2-2 1,2-5 0,0-1 0,-1-3-476,-1-6 0,-5-1 0,-2-2 0,-3-3-32,-1-3 1,-3-2 0,-3-1 0,-3 0 115,0 0 1,3 0 0,1 0 0,0 1 178,0 3 1,3 1 0,0 5 0,2 0-24,4 3 0,1-1 0,5 4 1,1 0-456,3-1 1,2-1-1,7-6 1,3-1-429,2-4 1,2-6 0,3-5 0,2-5 86,3-6 0,-2-5 0,-2-8 1,0-4 383,-3-1 1,3 2 0,-3 0 292,-3 2 1,-3-1 0,-6 5 0,-3 5-1,-3 3 838,-1 5 0,-4 7-45,-1 5 0,-1 6 0,-2 3 1,2 7-77,3 5 0,1 4 0,1 8 0,3 1-284,2 2 1,3-1 0,0 4 0,2 0-102,2 0 0,-5 1 1,3-4-1,-3-1-287,-3-1 0,0-2 1,-3-2-1,-2-1-492,-2-1 0,-9-8 0,1-6-260,-4-1 1,-1-3 0,-2-6 0,1 0 0,-1-1-1801,-2-2 2539,5-2 0,0-9 0,4-1 0</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3T06:31:12.926"/>
    </inkml:context>
    <inkml:brush xml:id="br0">
      <inkml:brushProperty name="width" value="0.06" units="cm"/>
      <inkml:brushProperty name="height" value="0.06" units="cm"/>
    </inkml:brush>
  </inkml:definitions>
  <inkml:trace contextRef="#ctx0" brushRef="#br0">309 345 7724,'0'-19'-73,"0"-1"1,0 8 0,0 0 1965,0 0-1170,0 5 1,0 3-362,0 8 1,0 6 0,1 11-107,2 6 1,2 16 0,5 15 0,-2 12 0,-1 17-74,-4 12 1,-1-44-1,0 2 1,0 9 0,-2 2-1,0 5 1,-1 2-133,-1 2 0,-1 0 1,-1-6-1,-2-1 1,1-1-1,-1-1-27,0-4 1,-1 0-1,-1 2 1,-1 0 0,1-9-1,0-3 1,-1-2 0,1-2-1,-8 45 52,3-7 0,2-17 0,1 8 0,2-8-122,1-10 1,0-14 0,3-6 0,-1-3 4,1-5 1,1-5 0,3 1-1,0-6-101,0-3 1,5-5-1,5-2 1,6-2-99,5-2 1,7 1 0,10-1 0,9-3 184,7-3 1,8-2-1,10-1 1,5-2 47,4-4 1,-3-2-1,10-8-25,2-1 0,8-4 0,-10-3 1,-1 1-1,1-2 46,-3 1 0,-10 2 0,3 1 0,-7 4-31,-6 4 0,-14 2 0,3 2 1,-7-1-21,-7 0 0,-11 1 0,-5-1 0,-5-1 15,-3-1 0,-5-1 0,-1-5 60,-6-3 0,0-12 0,0-5 0,-2-9 1,0-12 206,1-8 0,0-3 0,6-11 0,4-5-168,4-3 1,5-1 0,-7 41 0,1 1 0,0-1 0,1 1-2,17-45 0,-1 12 0,1-10 0,0 0 34,0-1 1,-6 13 0,0 5 0,-3 6-461,0 7 1,-4 7-1,1 3 1,-4 8 243,-2 8 0,-8 10 0,1 0 0,-4 4 182,-3 5 0,-1 6 1,-1 3-1,0 0 59,0-2 0,-1-1 0,-1 1 0,-2-2-71,-1-2 1,-2 2-1,-2-4 1,-1 0-218,0 0 0,0 2 0,-3-2 0,-4 1-9,-5 2 0,1-2 1,-6 2 105,-3 0 0,-6-2 0,-8 0 1,-3-1-1,-6-3-54,-6-4 1,-6-3-1,-7-7 1,-6-3 304,-6-3 1,3 5 0,-15 4-1,48 17 1,-2 2-13,-1 0 0,0 3 0,1 1 0,-1 2 1,-3 2-1,-1 2-188,-1 0 1,0 2 0,-2 2 0,0 2 0,4 1 0,-1 2 0,2-1 0,1 2 0,-1 0 0,0 0 11,1 1 1,1 1-1,-36 11 1,-3 4-1,10-3-924,7 0 1,21-5-1,3-4-3065,8-1 3982,10-1 0,12 1 0,5 1 0</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3T06:31:13.730"/>
    </inkml:context>
    <inkml:brush xml:id="br0">
      <inkml:brushProperty name="width" value="0.06" units="cm"/>
      <inkml:brushProperty name="height" value="0.06" units="cm"/>
    </inkml:brush>
  </inkml:definitions>
  <inkml:trace contextRef="#ctx0" brushRef="#br0">47 38 7769,'-10'-9'91,"1"-1"0,2 5 0,2 0 384,1 1 0,-1 3-11,2-2 0,2 3 1,-1 3-212,4 4 1,-1 1-1,3 3-347,1 2 1,-3 3 0,3 5 0,-1 3 0,0 0-307,0 3 1,-3-3-1,2 2-176,-2 1 0,-1-1 1,0 0 575,0-3 0,-4-3 0,-1-1 0</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3T06:31:13.940"/>
    </inkml:context>
    <inkml:brush xml:id="br0">
      <inkml:brushProperty name="width" value="0.06" units="cm"/>
      <inkml:brushProperty name="height" value="0.06" units="cm"/>
    </inkml:brush>
  </inkml:definitions>
  <inkml:trace contextRef="#ctx0" brushRef="#br0">29 20 7726,'13'-7'0,"0"2"-7,-2 0 0,3 2 0,0 4 0,1 3 133,2 2 0,-2 7 1,0 2-1,-1 1-77,-2 0 0,-5 0 0,-1 3 0,-2 0 110,-2 1 0,-2-2 0,-4-1 1,-5-2 220,-3-1 0,-5-2 0,1-2 0,-2 0-540,-1-1 1,1-2-1,1-2 1,2-1-526,1-1 0,1-2 0,3-1 685,1 0 0,3-5 0,2 0 0</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3T06:31:14.325"/>
    </inkml:context>
    <inkml:brush xml:id="br0">
      <inkml:brushProperty name="width" value="0.06" units="cm"/>
      <inkml:brushProperty name="height" value="0.06" units="cm"/>
    </inkml:brush>
  </inkml:definitions>
  <inkml:trace contextRef="#ctx0" brushRef="#br0">49 155 7817,'-10'9'70,"2"1"1,0-1 128,2 1 0,3 3 0,-3 0 0,2-1-17,2 2 1,1-2 0,1 3 0,0-1 87,0-2 0,1-2 0,2-1 1,4-3-290,1-2 0,3-3 0,0-1 0,3-1-66,1-3 1,-2-5 0,3-6 0,1-2-6,1-3 1,-2 3 0,-1-4 0,0 3 29,0 2 1,-6 2 0,-1 0 0,-1 5 255,-2 4 1,-2 2 0,3 5 0,-2 4 3,-2 7 0,-1 5 1,-1 4-1,1 1-38,3 2 1,-2-4-1,3 1 1,0-4-102,1-2 1,-3-8 0,3 1-16,2-4 0,-3-4 0,2-7 0,-1-7-324,-1-4 0,3-6 0,-4-3-52,1-2 0,-1-1 0,1 0 1,-1 2-189,-2 1 1,1 2-1,-1 5 1,1 0-1,0 1-1122,1 2 1640,-3 2 0,8 4 0,-4 1 0</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3T06:31:14.674"/>
    </inkml:context>
    <inkml:brush xml:id="br0">
      <inkml:brushProperty name="width" value="0.06" units="cm"/>
      <inkml:brushProperty name="height" value="0.06" units="cm"/>
    </inkml:brush>
  </inkml:definitions>
  <inkml:trace contextRef="#ctx0" brushRef="#br0">106 1 6706,'9'4'215,"-3"2"0,0 3 0,-4 1 0,2-1 468,2 1 0,-4 3 1,2 0-1,-1 2-309,0 3 1,4 0 0,-4 1 0,-1 0-167,-1 0 0,-1 0 1,0-3-1,0-4-162,0-1 1,-1-4-1,-2-2 1,-4-1 31,-1-2 0,-3-1 1,0-2-1,-3-1-702,-1-1 1,2 0 0,-2 3 0,1 0 421,2 0 0,2 4 0,0 2 1,1 4 404,3 3 1,2-1 0,4 4 0,0 1 180,0 1 0,4 1 1,2-1-1,4-2-233,3-3 0,2-2 1,4-3-1,0-1-394,0-4 0,1-5 1,-2-3-1,-1-3-324,-1-3 1,-4-1 0,1-1 0,-3-3-3,0-2 1,-4-2 0,0 2 0,-1 1 568,0 1 0,2 0 0,2-3 0</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3T06:31:15.175"/>
    </inkml:context>
    <inkml:brush xml:id="br0">
      <inkml:brushProperty name="width" value="0.06" units="cm"/>
      <inkml:brushProperty name="height" value="0.06" units="cm"/>
    </inkml:brush>
  </inkml:definitions>
  <inkml:trace contextRef="#ctx0" brushRef="#br0">231 112 7769,'-3'-10'0,"-1"0"0,-1 0 120,-3-3 1,0 1 0,-3-3 0,-1 1 319,-1 3 0,-4 3 0,1 3 0,-1 1 53,1 6 0,-2 7 0,3 11 0,-1 9-304,0 9 0,5 4 0,0 7 0,5 0-226,2 2 1,1-4 0,3 3 0,0-1-337,0-3 0,4-1 1,1-6-1,2-3-1313,-1-5 1,-4-12-117,1-3 1802,-6-12 0,-6-14 0,-6-10 0</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3T06:31:15.409"/>
    </inkml:context>
    <inkml:brush xml:id="br0">
      <inkml:brushProperty name="width" value="0.06" units="cm"/>
      <inkml:brushProperty name="height" value="0.06" units="cm"/>
    </inkml:brush>
  </inkml:definitions>
  <inkml:trace contextRef="#ctx0" brushRef="#br0">0 58 8864,'0'-10'0,"1"2"0,2 0 194,0 2 0,4 1 0,0-2 1,1 4-538,2 2 1,1 1-1,1 0 1,4 0 94,3 0 1,0 0 0,0 0 0,0 0 247,0 0 0,1-4 0,-1-2 0</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3T06:31:15.588"/>
    </inkml:context>
    <inkml:brush xml:id="br0">
      <inkml:brushProperty name="width" value="0.06" units="cm"/>
      <inkml:brushProperty name="height" value="0.06" units="cm"/>
    </inkml:brush>
  </inkml:definitions>
  <inkml:trace contextRef="#ctx0" brushRef="#br0">39 0 7769,'-3'10'427,"-1"-1"1,-2 2 0,2 1 0,0 2-487,-1 1 0,1 1 0,2 2 0,-1 0-251,1 1 0,0-5 0,2 5 1,0-1-1540,0-3 1849,0-6 0,5-13 0,0-7 0</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3T06:31:15.771"/>
    </inkml:context>
    <inkml:brush xml:id="br0">
      <inkml:brushProperty name="width" value="0.06" units="cm"/>
      <inkml:brushProperty name="height" value="0.06" units="cm"/>
    </inkml:brush>
  </inkml:definitions>
  <inkml:trace contextRef="#ctx0" brushRef="#br0">20 0 9782,'-6'1'-2495,"3"2"2495,2 4 0,-3 6 0,-2 2 0</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3T06:31:15.958"/>
    </inkml:context>
    <inkml:brush xml:id="br0">
      <inkml:brushProperty name="width" value="0.06" units="cm"/>
      <inkml:brushProperty name="height" value="0.06" units="cm"/>
    </inkml:brush>
  </inkml:definitions>
  <inkml:trace contextRef="#ctx0" brushRef="#br0">30 1 7769,'-2'10'293,"-1"-1"1,-1 1 0,-3 1-153,0 1 1,5-1-1,-1 3 1,2 0-166,1 2 0,0-1 1,0 0-1,0-1-576,0-3 1,3 3 0,1-2-1,0-2 600,1-3 0,2-5 0,-1 3 0</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3T06:31:16.128"/>
    </inkml:context>
    <inkml:brush xml:id="br0">
      <inkml:brushProperty name="width" value="0.06" units="cm"/>
      <inkml:brushProperty name="height" value="0.06" units="cm"/>
    </inkml:brush>
  </inkml:definitions>
  <inkml:trace contextRef="#ctx0" brushRef="#br0">19 134 7769,'7'6'189,"-2"-2"0,0-1-80,1 0 0,0 1 1,4-4-1,0 0-59,3 0 1,-1-1 0,3-3 0,0-2-8,0-3 0,-4-1 1,1-2-1,-3-2 45,-3-1 0,-4 0 1,2-1-1,-4 2-26,-4 0 1,-1 7 0,-6-2-1,-2 4 38,-3 3 1,-2 3-1,0 5 1,1 7 272,1 4 1,1 7 0,-1 1 0,3 4-29,2 3 0,6 2 0,2 4 1,3-2-328,3-1 1,5-7 0,7-1 0,5-5-544,3-3 1,4-11 0,4-3-1,2-7-760,1-7 0,1-6 1285,0-8 0,2-1 0,-2-5 0</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3T06:31:16.557"/>
    </inkml:context>
    <inkml:brush xml:id="br0">
      <inkml:brushProperty name="width" value="0.06" units="cm"/>
      <inkml:brushProperty name="height" value="0.06" units="cm"/>
    </inkml:brush>
  </inkml:definitions>
  <inkml:trace contextRef="#ctx0" brushRef="#br0">29 1 6535,'5'1'744,"-1"2"1,-3-1-1,-1 5 1,0 1-535,0 4 1,0 5 0,-1 8 0,-1 5-95,-2 3 1,-2 3-1,2 5 1,-1 2 104,1 0 0,-2-4 1,2-1-227,2-4 1,1 3 0,1-12 0,0-2-1,0-5-153,0-5 0,1-9-122,3-7 1,-2-7 0,4-10-1,2-2 165,0-4 0,2-2 0,0-1 0,2 0 139,1 1 1,0 2 0,-5 2 0,0 4 111,-2 5 1,1 5-50,2 3 0,-3 10 0,-3 8 0,-1 4-36,1 5 0,-2 1 0,2 4 1,-1 2-286,-2 1 0,0 1 0,1-2 0,1 0-322,1-1 0,4-8 0,0 0 0,1-3 556,2-3 0,0-6 0,-1-3 0,5-2 0,1-1 0</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3T06:31:16.857"/>
    </inkml:context>
    <inkml:brush xml:id="br0">
      <inkml:brushProperty name="width" value="0.06" units="cm"/>
      <inkml:brushProperty name="height" value="0.06" units="cm"/>
    </inkml:brush>
  </inkml:definitions>
  <inkml:trace contextRef="#ctx0" brushRef="#br0">106 19 7750,'-1'-7'219,"-2"2"1,-3 1 131,-3 2 1,0 5 0,-1 3 0,-1 4-202,-2 3 1,3 2-1,-2 4 1,3-1-112,3-2 0,4 1 1,-1-4-1,2-1-124,1-2 0,1-3 0,2-2 1,4-1 62,5-2 0,0-8 1,4-5-1,1-2-169,1-5 0,0 0 1,-1-1-1,-2 0 58,-1 0 1,-1 4-1,-3 2 390,-1 2 0,0 7-146,-3 4 0,-5 8 1,-5 8-1,0 3-122,0 0 0,-4 0 0,3-1 1,-2-1-171,1-1 0,4-1 0,-1 1 0,0-3-854,0-2 1,2-2 1034,-2 1 0,2 0 0,1-5 0,0-1 0</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3T06:31:17.156"/>
    </inkml:context>
    <inkml:brush xml:id="br0">
      <inkml:brushProperty name="width" value="0.06" units="cm"/>
      <inkml:brushProperty name="height" value="0.06" units="cm"/>
    </inkml:brush>
  </inkml:definitions>
  <inkml:trace contextRef="#ctx0" brushRef="#br0">58 14 6521,'1'-5'1580,"3"2"-1370,-3-3 1,3 6-44,-4 0 1,3 1 0,1 5 0,1-1 10,-1 1 1,2 0 0,-1 4 0,-1 0 12,0 3 1,1-1-1,-3 4 1,1 0-11,-1-1 1,2 4 0,-1-2 0,-1 3-72,-5 2 0,1-7 1,-4 4-1,-2-2 1,0-2 0,-5-1 1,0-4-1,1-2-259,2-1 0,0 0 0,0-4-430,1-1 0,0-2 0,3-3-91,3-3 1,2-3-1,1-1 1,0-2 42,0-1 0,1-4 626,2 1 0,2-2 0,5-2 0</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3T06:31:17.824"/>
    </inkml:context>
    <inkml:brush xml:id="br0">
      <inkml:brushProperty name="width" value="0.06" units="cm"/>
      <inkml:brushProperty name="height" value="0.06" units="cm"/>
    </inkml:brush>
  </inkml:definitions>
  <inkml:trace contextRef="#ctx0" brushRef="#br0">1 29 7769,'8'-10'301,"-1"1"0,-2 4 1035,-2 1-1070,-2 3 0,7 6 0,-5 1 0,-1 4-60,-1 2 1,-1 0 0,0 4 0,0 1 10,0 1 0,0 3 0,0 0 0,0 2-224,0-2 0,0-1 1,0-1-1,0 1-219,0-1-1,0-1 1,0-2 0,0-3-265,0-2 0,0-2 300,0 1 1,4-5-1,4-2 138,4-1 1,-4-7 0,4-1 0,1-4 106,1-3 1,-2-2 0,3-4-1,-1 0-22,-2 0 1,-1-1 0,-2 1 0,1-1-1,0-3 0,-5 6 0,-1-1 115,0 3 1,-2 2 0,0 5 0,-4 1 169,-5 4 0,0 3 0,-1 5 0,2 3-122,-2 4 0,3 6 0,0 0 1,-1 4-207,1-1 0,3 2 0,-1 0 0,2-1 157,1 2 1,0-4-1,0 2-1264,0-5 0,4-1 0,2-6 0,4-3 473,3-5 1,-5-6 0,3-11 0,-2-6 644,-1-2 0,-2 0 0,2-2 0,-2-1 0,2 2 0,-3 0 0,0 5 0,0 1 68,-3 2 0,2-2 0,-1 6 803,-1 0 0,3 7-80,-2 5 1,3 4 0,-1 5 0,-1 1-456,0 0 0,0 3 1,-1-1-248,0 0 1,0-1-1,-3-1 1,0 2-1,0 1 64,0-1 0,0-5 0,-1 0-205,-2 0 0,-3 1 0,-4-1 1,-2 0-1,-2 0-203,-1 2 1,2 0-1,-2 1 1,0-1 137,0 1 0,7 1 0,-2 0 0,3 3 154,1 1 0,2 1 1,5 3-1,3-2 277,6-1 1,4-8 0,5 1 0,2-4-2,1-3 0,-1-9 1,4-6-876,-2-4 0,3-10 1,-3-2-1,-4-1 1,-4-1-3682,-6-1 4243,-1 2 0,-3-7 0,-1 3 0</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3T06:31:26.554"/>
    </inkml:context>
    <inkml:brush xml:id="br0">
      <inkml:brushProperty name="width" value="0.06" units="cm"/>
      <inkml:brushProperty name="height" value="0.06" units="cm"/>
    </inkml:brush>
  </inkml:definitions>
  <inkml:trace contextRef="#ctx0" brushRef="#br0">1405 395 8567,'-10'-5'1640,"4"4"-1580,-1-2 0,6 3 1,1 3 204,5 4 0,8 2 0,4 4 0,6 3 0,6 2 66,5 2 0,5 0 1,5 2-1,8 5-154,6 4 0,3 2 1,8 2-1,-5-2-860,-3-4 0,-15-4 0,0-3 0,-7-3 93,-6-7 590,-10-3 0,-1-9 0,-7 0 0</inkml:trace>
  <inkml:trace contextRef="#ctx0" brushRef="#br0" timeOffset="533">0 58 7769,'0'-6'813,"0"-1"0,2 5-307,1-1 1,1 10 0,3 6 0,1 7-242,3 9 0,-2 4 0,5 17 0,0 5-69,2 7 1,-2 6-1,-1 0 1,-3-1-720,0-4 1,-3-6 0,-2-6 0,-1-4-301,-2-6 0,-1-13 0,-2-7 0,-1-10-1027,-1-10 1850,-5-10 0,-1-10 0,-6-6 0</inkml:trace>
  <inkml:trace contextRef="#ctx0" brushRef="#br0" timeOffset="745">164 433 7822,'10'-9'0,"-1"-1"54,1 0 0,0 1 1,3-2-1,3-1-165,3-1 0,-3-4 1,0 1-1,1-1-136,1 1 1,-2-3-1,0 2 1,0-3 246,-1-2 0,0 3 0,-4-6 0,-2 2 0,7-8 0,-5 1 0</inkml:trace>
  <inkml:trace contextRef="#ctx0" brushRef="#br0" timeOffset="945">472 0 8080,'-5'20'771,"3"-4"1,-3-1-1,1 1-469,2 2 0,0 0 0,2 9 0,0 3-80,0 4 0,2 9 1,0 4-1,2 5-187,1 5 1,2-6 0,1 1-1,0-7-565,-2-6 0,1-15 0,2-3 0,2-4-278,2-6 0,-2-5 0,4-6 0,-1-7 808,-2-5 0,3-3 0,0-4 0,4 0 0</inkml:trace>
  <inkml:trace contextRef="#ctx0" brushRef="#br0" timeOffset="1151">683 125 7769,'-9'5'194,"-1"0"1,0 6 0,2 1 162,1 5 0,-1 6 0,3 5 1,-1 5 38,3 4 1,2-4-1,1 5 1,1-4-70,2-3 1,3-8 0,4-6 0,2-6-604,1-5 1,4-6 0,-2-7 0,1-6-44,0-4 1,-3-7-1,2-5 1,0-5 48,0-4 1,-7 0-1,2 0 1,-3 2 292,-1 1 0,1 8 1,-4 3 154,0 5 0,-2 11 0,-1 9 1,-1 7 196,-3 7 1,2 9 0,-3 4 0,-1 4-597,1 2 0,2-2 0,-2 1 0,0-1-171,3-1 1,1-9 0,1 1 0,1-4-102,2-5 0,3-6 0,3-6 0,1-4 493,0-5 0,3-6 0,2-1 0</inkml:trace>
  <inkml:trace contextRef="#ctx0" brushRef="#br0" timeOffset="1357">905 125 7769,'0'-4'373,"0"5"-16,0 8 0,4 6 1,2 7-1,4 6 23,3 6 0,-2 1 1,4 8-1,-1-1-180,-2-1 0,-2-2 0,-4-6 0,-3-3-281,-2-5 0,-1-5 0,-1-5 0,-2-4-361,-3-4 1,-1-6 0,-1-1 0,-3-6-311,0-6 0,4-4 1,1-6-1,1-2 752,0-4 0,3 6 0,-3-15 0,5 7 0</inkml:trace>
  <inkml:trace contextRef="#ctx0" brushRef="#br0" timeOffset="1616">1001 39 9241,'6'13'802,"-1"2"0,1 3-496,-1 5 1,-2 6 0,4 5-1,0 5-233,2 0 0,-3 2 0,1-3 0,-1-1-145,-1-6 1,3-9 0,-4-4-219,1-7 0,-2-7 0,0-8 0,-1-7 127,1-7 0,-2-5 0,2-6 0,-2-1 88,-1-2 0,4 5 1,-1-1-1,0 4 173,1 2 1,-3 6-1,4 5-94,-1 3 0,-3 12 0,2 10 0,-1 7-165,2 4 1,-3 4 0,2 2-1,-2 2-29,-1 1 1,0-6-1,1 1 190,2-1 0,-2-5 0,4 1 0</inkml:trace>
  <inkml:trace contextRef="#ctx0" brushRef="#br0" timeOffset="1825">1203 414 7769,'-1'11'422,"-3"1"1,2 1 0,-3 5 0,0 3 200,-1-1 0,3 6 1,-2 0-1,-1 5-650,1 4 0,2-2 1,-4 7-1,0-2 142,-2-3 0,3-7 0,0-2 1,-2-5-3281,-1-9 3165,4-6 0,-8-6 0,3 0 0</inkml:trace>
  <inkml:trace contextRef="#ctx0" brushRef="#br0" timeOffset="2115">49 981 7776,'-2'11'662,"0"1"1,-1 2-351,1 1 1,2 3-1,3 6 1,4 7-249,1 6 0,2 1 0,-1 9 1,2 5-207,2 3 1,-2-4 0,1 2-1,-1-7-538,-1-5 1,-4-11 0,-1 1 679,0-5 0,-6 1 0,-5-3 0</inkml:trace>
  <inkml:trace contextRef="#ctx0" brushRef="#br0" timeOffset="2330">68 1462 7776,'0'-15'-18,"1"1"1,2 4 0,5-2-167,3-1 0,1-4 0,4 2 0,2-1 396,4 0 0,-1 0 0,4-3 0,-1 0-374,1-1 1,-4 0-1,2-1 1,-3-2 161,-1 2 0,-4 0 0,-1 2 0</inkml:trace>
  <inkml:trace contextRef="#ctx0" brushRef="#br0" timeOffset="2682">414 1039 7776,'-5'10'336,"0"-1"1,2 2-158,0 2 0,0-1 0,3 4 1,0 1-58,0 1 1,0 5 0,1 4-1,2 5 494,3 7 0,3-1 0,1 4 0,0-3-389,3 0 1,-2-5-1,1-3 1,-4-5-282,-1-7 0,-1-8-117,4-8 1,-5-6 0,-1-4 0,-1-2-105,1-4 0,3-2 1,-1-6-1,3 0-60,1-1 0,-1-5 1,1 2-1,1 0 194,1-1 0,0 5 1,4-1-1,0 4 91,-1 2 1,0 4 0,-3 1 0,2 3 73,1 5 1,-3 2 0,0 1 1406,-1 0-1102,-1 0 0,-5-1 0,-2-2-211,-2-4 1,-5-1-1,-2-2-184,-3 0 0,-2 1 0,0 0 0,-2 3 0,1 3 16,1 1 0,5 4 0,1 1 0,0 4-71,3 5 1,1 6 0,1 6 0,0 0 97,0 3 1,4-2 0,2-1 0,0 0-389,1-3 0,0-2 0,5-3 0,1-3-30,-2-2 1,0-6-1,-1-3 1,-1-5 440,1-7 0,-1-8 0,1-6 0</inkml:trace>
  <inkml:trace contextRef="#ctx0" brushRef="#br0" timeOffset="2966">828 1154 7776,'5'2'428,"-2"1"0,-2 2 0,-1 6 0,0 1 256,0 0 0,0 10 0,0 0 0,1 6-371,2 4 1,-1-2 0,1 2 0,-1-2-173,1-1 1,-1-5-1,4-2 1,-1-6 152,0-7 1,-2 0-667,4-6 1,-2-5 0,3-8-1,-3-5 10,-1-3 1,0-6 0,-3-5 0,1-6 159,1-6 0,0 1 1,-2 0-1,2 3 86,4 5 0,-1 6 0,3 2 0,3 5 219,1 7 0,0 8 0,3 11 0,1 9 420,2 8 0,0 9 0,-1 4 0,-2 5-667,-3 2 1,-1-6-1,-1 2 1,1-2-929,-3-1 1,-3-13 0,-4-2-1101,1-6 2172,-4-3 0,-8-4 0,-6 1 0</inkml:trace>
  <inkml:trace contextRef="#ctx0" brushRef="#br0" timeOffset="3315">347 1972 8137,'-11'-10'482,"-2"1"0,-1-1 0,-3 2 1,2 0-238,1 2 1,-2 4 0,2-2 0,1 3 85,-1 1 0,1 5 0,4 2 0,3 6 202,3 6 1,2 2-1,1 6 1,1 2-321,2 1 0,3-4 1,7 5-1,3 0-352,2-1 0,-2-3 0,0-1 0,2 0 29,4-3 0,-2-5 0,3 0 0,-3-6-1153,-1-4 0,0-7 0,1-3 0,-2-9 501,-2-7 0,-2-12 0,-5-1 0,0-4 762,-3-4 0,3 7 0,-8-10 0,3 8 0</inkml:trace>
  <inkml:trace contextRef="#ctx0" brushRef="#br0" timeOffset="3598">491 1953 8991,'-5'4'563,"0"1"1,5 5-1,0 0-274,0-1 1,1 5 0,2 3-1,1 5-105,1 3 0,2 0 0,2 0 1,2 2-27,2 1 1,-3-2 0,3-3 0,-2-1-303,-1-4 1,-1-9 0,1 0-64,-1-4 1,-3-7 0,-2-8-1,-1-6 125,0-5 1,1 0 0,-4-5-1,1-1 105,2 0 0,-2-2 0,3 1 0,-1 2 145,1 4 1,2 3-1,-2 4 1,2 4 16,1 3 1,-2 7 0,2 2-1,0 8-107,2 6 1,-3 6-1,1 3 1,0 0-626,2 3 1,-1 0 0,0 0 0,-2-3-768,2 0 1,-3-5 0,0-4 1313,0-1 0,-2-6 0,-3-3 0,0-5 0</inkml:trace>
  <inkml:trace contextRef="#ctx0" brushRef="#br0" timeOffset="3830">799 2126 8198,'8'-1'0,"0"-1"353,-2-2 0,1-2 0,2 2 0,1-2-99,-1-1 0,0-3 0,-2-2 0,-1-5 48,-2-1 1,2-4 0,-2-1-1,-3 1-29,-3-2 1,-2 4 0,-4-1 0,-3 3 135,1 2 0,-5 8 0,0 2 1,-1 5-162,0 4 1,4 6 0,-1 9 0,2 3-162,2 5 0,3 1 0,3 2 0,2 1-110,1 2 1,1-5 0,2 2-1,4-2-442,1-3 1,6 1 0,2-6 0,3-1-1120,4-3 1,-3-10 0,4 2 0,-1-5 1583,3-2 0,-5-9 0,2-3 0,-5-10 0,5-2 0</inkml:trace>
  <inkml:trace contextRef="#ctx0" brushRef="#br0" timeOffset="4058">1010 1924 8142,'-10'-10'499,"-3"1"0,2 3 0,-2 3 0,3 2-173,0 1 1,0 4-1,2 3 1,0 3 359,2 6 1,4-2 0,-1 8 0,2-1-327,1-1 0,4 2 0,2-2 0,3 1-207,0 1 1,4-7 0,1 3 0,1-2-968,2-1 1,-2-3 0,0-1 0,0-2-411,0-3 1,-2-3-1,2-1 1,-1-6 293,-3-5 0,-3-5 930,-2-5 0,1-5 0,2 0 0</inkml:trace>
  <inkml:trace contextRef="#ctx0" brushRef="#br0" timeOffset="4291">1126 1914 7916,'0'-19'601,"0"0"1,-5 8-138,-1 5 1,1 8-1,-1 5 1,2 5 307,2 4 0,1 3 1,1 3-1,0 1-537,0 2 0,0-3 0,0 4 0,0 0-653,0-2 0,1 0 0,1-5 0,2 0 149,2 0 1,0-4 0,4-3 0,-1-4-3151,1-5 3419,0-6 0,-1-7 0,1-5 0</inkml:trace>
  <inkml:trace contextRef="#ctx0" brushRef="#br0" timeOffset="4527">1270 1799 7944,'-9'-13'0,"2"0"310,1 1 0,-1 6 1,-2 3-1,-1 2 713,0 1 1,4 5 0,-1 5-1,1 5-112,1 3 1,-3 2 0,5 2-1,1 1-383,1 2 0,1-1 0,0 2 1,1-3-519,2 1 1,2-6 0,5 2 0,0 0-1105,-1-3 1,2-8-1,1 0 1,2-4-599,1-3 0,-4-1 0,2-2 0,-2-2-187,-2-3 1879,1-3 0,0-5 0,-1-1 0</inkml:trace>
  <inkml:trace contextRef="#ctx0" brushRef="#br0" timeOffset="4557">1376 1991 8061,'6'0'856,"1"0"0,-4 0 1,3 0-1732,2 0 1,-3-3 874,1 0 0,1-5 0,3 3 0</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06:24.358"/>
    </inkml:context>
    <inkml:brush xml:id="br0">
      <inkml:brushProperty name="width" value="0.06" units="cm"/>
      <inkml:brushProperty name="height" value="0.06" units="cm"/>
    </inkml:brush>
  </inkml:definitions>
  <inkml:trace contextRef="#ctx0" brushRef="#br0">36 46 7853,'-4'10'170,"1"1"0,-1 3-29,1 3 0,0 3 0,1 5 1,0 4-1,2 5 138,0 3 0,-1 4 0,-1 3 0,-1 2 29,-1-1 0,3-9 1,-1-1-1,1-6-964,1-3 0,0-8-912,0-4 0,1-9 1568,1-5 0,-1-7 0,2-6 0</inkml:trace>
  <inkml:trace contextRef="#ctx0" brushRef="#br0" timeOffset="348">63 109 8509,'0'7'0,"0"4"268,0 5 1,0 5 0,0 9 0,0 2 274,0 5 1,1 4 0,1 0 0,1-2-231,1-2 0,0-5 0,1-5 0,0-6-163,0-6 1,1-5 0,1-5 0,0-4-379,0-2 0,1-7 0,0-7 0,3-6 63,-1-6 1,-1-8 0,0-5-339,-1-1 0,1-6 0,1 3 1,0-1-1,0-2 299,-1 3 1,-1 8 0,1 7 0,0 5 262,0 7 1,-4 9 0,-1 5 0,0 7 49,0 8 0,-2 5 1,2 6-1,-1 3 433,-1 4 1,1-1-1,-1 4 1,0 1-38,-2 2 1,3 0 0,-1 2-618,0-2 0,1 1 0,0-5 0,0-2 0,1 0-756,0-4 0,0-4 1,3-7 368,0-3 1,0-5 498,0-4 0,0-12 0,0-2 0</inkml:trace>
  <inkml:trace contextRef="#ctx0" brushRef="#br0" timeOffset="699">405 129 7766,'0'-7'-8,"-3"4"506,-2 0 1,0 7 0,0 5-1,3 5 23,1 6 1,2 0 0,0 5 0,3 3-167,2 4 0,0 1 0,4 3 0,-1-2-347,1-1 1,2-7 0,-1-1 0,0-5-162,1-4 0,0-7 0,1-6-42,-2-6 0,2-5 0,-3-8 1,-1-3-1,0-7-241,-3-8 0,-1 1 0,1-3 0,0-1 293,-1-1 1,-4 3 0,1 2 0,0 3 254,0 3 0,-1 10 208,1 3 0,-1 10 0,0 8 0,1 8 0,2 6-39,0 4 1,2 3 0,-1 1-1,0 1-32,0 1 0,1 0 0,-2-1 1,1-1-735,-1 0 0,0-6 0,2 0 1,-2-1-669,2-2 1,-3-4-1,2-2-825,1-2 1978,0-5 0,1-7 0,0-5 0</inkml:trace>
  <inkml:trace contextRef="#ctx0" brushRef="#br0" timeOffset="981">774 53 8238,'0'14'0,"0"0"368,0 3 1,0 0 0,0 4 0,1 1 324,1 1 0,3 2 0,4 2 1,1-1-232,1-3 1,-3-4 0,1-1 0,-1-1-203,-1-1 1,0-1 0,-1 0 0,-1 0 68,-3 1 1,-2-5 0,-2 2 0,-4-2-259,-2-3 0,-1-2 0,-2-2 0,-2-1-344,0-2 1,-1 0-1,0-1-45,0 0 0,0-3 0,1-2 0,2-2 0,1-1-1417,3-2 1,3-3-1,1 0 1,3-3 1734,3-2 0,4-1 0,4-1 0</inkml:trace>
  <inkml:trace contextRef="#ctx0" brushRef="#br0" timeOffset="1181">970 25 8297,'0'9'0,"0"1"812,0 1 1,0 1 0,0 2-1,0 0-378,0 3 1,0 1 0,0 5-1,0 3 23,0 1 1,0 2 0,2 0-1,0 1 71,0 0 0,1-2 1,-1 0-945,0-3 1,-2-1 0,0-4 0,0-2 0,0-4-887,-3-4 0,-1-4 0,-3-3 1302,-3 0 0,-3-3 0,-5-4 0</inkml:trace>
  <inkml:trace contextRef="#ctx0" brushRef="#br0" timeOffset="1314">872 297 8393,'4'-12'435,"-2"0"0,-1 4 0,0-1 0,1 1 223,3 1 0,-1 0 0,0 1 0,2 0-32,3 2 1,-1 0 0,4-1-1,0 2-521,2 0 1,0 2 0,2-1-1607,0 1 0,0 2 0,-2 1 1501,0 3 0,0 4 0,0 2 0</inkml:trace>
  <inkml:trace contextRef="#ctx0" brushRef="#br0" timeOffset="1430">1172 297 7865,'0'7'223,"0"0"1,-1 0 930,-1 0-1650,1 0 496,-2-4 0,3-3 0,0-3 0</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06:23.473"/>
    </inkml:context>
    <inkml:brush xml:id="br0">
      <inkml:brushProperty name="width" value="0.06" units="cm"/>
      <inkml:brushProperty name="height" value="0.06" units="cm"/>
    </inkml:brush>
  </inkml:definitions>
  <inkml:trace contextRef="#ctx0" brushRef="#br0">195 4 8040,'0'-3'1876,"0"3"-1635,0 4 1,0 6-1,0 4 1,0 8 298,0 8 1,3 8-1,-1 13 1,0 10 80,1 8 1,-2 10 0,1 5 0,-1 5-386,-1 2 1,0-11 0,0 6 0,0-8-211,0-4 1,0-15 0,0-3-1,0-6 40,0-7 0,0-5 0,0-7-1014,0-2 0,0-3 1,0-8-1,0-2 1,0-4-1939,0-3 2533,0-4 0,-2-5 353,0-5 0,-4-4 0,2-2 0</inkml:trace>
  <inkml:trace contextRef="#ctx0" brushRef="#br0" timeOffset="433">21 1245 7853,'-4'-11'0,"-1"5"0,2-2 0,0-1 281,-1 1 0,2 3 25,2 0 1,1 4-1,1-1 281,3 4 0,2 3 1,1 4-1,2 3-201,1 4 1,1 3 0,1 6 0,-1 3-151,0 3 0,0 2 1,3 1-141,-1-1 0,2 3 0,-5-1 0,2 0 0,-1-2-24,0-3 0,-4-10 0,1-5 0,-1-6-334,-1-5 0,0-5 1,0-6-1,0-3 189,0-4 1,1-5 0,0-2 0,2-4 78,-2-5 0,0-1 1,-1-4-1,1-3-87,1-4 0,-1 2 0,3-8 0,0 3-1298,0 2 1,-2 7 0,2-2 1378,-1 3 0,-1 2 0,-2 5 0</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08:26.116"/>
    </inkml:context>
    <inkml:brush xml:id="br0">
      <inkml:brushProperty name="width" value="0.06" units="cm"/>
      <inkml:brushProperty name="height" value="0.06" units="cm"/>
    </inkml:brush>
  </inkml:definitions>
  <inkml:trace contextRef="#ctx0" brushRef="#br0">219 176 8173,'-9'-13'0,"1"-1"113,2 1-25,1 5 1,7 8 0,3 11 0,4 7 228,3 9 1,1 2-1,0 7 1,-3 2-122,-1 2 0,0-1 1,5-1-1,-2-2-35,-3 2 0,2-4 1,-7-2-1,-1-4-164,-1 0 0,-2-3 0,-2-2 0,-2-5-121,-5-2 0,-5-9 1,-3-2-119,-1-4 0,-6-2 0,1-4 0,-3-6 0,-1-4-355,0-3 1,0-8 0,1 1-1,3-6 205,5 1 1,4 0 0,5-1 391,5-1 0,-4 1 0,0 3 0</inkml:trace>
  <inkml:trace contextRef="#ctx0" brushRef="#br0" timeOffset="100">273 136 8173,'0'-8'-2153,"2"2"2153,2 6 0,-2 0 0,4 0 0</inkml:trace>
  <inkml:trace contextRef="#ctx0" brushRef="#br0" timeOffset="400">369 190 8173,'0'14'32,"0"-1"0,0 1 1,0 1 181,0 3 1,6 5 0,3 6 0,5 1-27,4 1 1,3-6 0,6 7 0,1-4-207,-1-6 0,2-3 0,1-10 0,2-5-190,-2-2 0,-1-10 0,-3-6 0,-3-7 124,-5-5 0,-4-2 1,-5-3-1,-5-4 112,-2-4 1,-4 6-1,-1-7 1,-3 5 70,-1 5 0,-3 1 0,-3 5 0,-1 4 184,1 7 1,3 8 0,1 0-234,-1 4 0,4 2 1,1 6-1,4 5-434,1 4 0,1 7 0,4-3 1,4 1-39,3 3 0,2 2 0,-1 0 0,2-3-503,4-5 925,-4-3 0,10-1 0,-3-1 0</inkml:trace>
  <inkml:trace contextRef="#ctx0" brushRef="#br0" timeOffset="600">888 54 9243,'0'13'179,"4"1"1,2 1 0,2 3 13,2 5 1,3 3 0,0 1 0,1 2-17,0 3 0,-7-2 0,-2 5 0,-4 0-58,-1 0 1,0-9 0,-1 1 0,-4-1-415,-4-1 0,-3-3 1,-2-6-1,1-4-612,-1-2 0,5-7 0,1 0-854,2-6 1761,2-5 0,4-12 0,0-1 0</inkml:trace>
  <inkml:trace contextRef="#ctx0" brushRef="#br0" timeOffset="750">1010 26 8173,'2'-12'480,"3"3"0,-2 5 0,4 10-277,-1 7 1,5 8 0,-2 13-1,3 5 1,2 5-514,-1 0 1,1 3 0,-2-1 0,-1-2-316,-2-2 1,-2-7-1,3-3 1,-6-5 624,-2-4 0,-2-3 0,-6-7 0,-2 1 0</inkml:trace>
  <inkml:trace contextRef="#ctx0" brushRef="#br0" timeOffset="899">1051 436 8173,'-13'-14'0,"1"1"167,3-1 0,1 0 1,5 1 281,-2-1 1,5 0-1,6 1 1,4-1-377,5 0 1,0 1 0,6-1 0,0 2-478,1 3 0,0-2 0,4 7-20,-3 1 1,3-3-1,-4-1 1,3 1 0,-1 0-4,-1 3 1,-7 2 0,3-1 426,-4-2 0,4-4 0,3-6 0</inkml:trace>
  <inkml:trace contextRef="#ctx0" brushRef="#br0" timeOffset="1067">1447 67 8234,'-4'-6'677,"-1"6"0,1 2 1,4 8-1,0 6-440,0 5 0,0 6 1,0 3-1,1 5-534,4 5 0,-2-2 0,4 7 52,-1-2 0,5-4 0,-3-1 0,1-3 0,-2-3-722,-1-7 0,3 1 1,-2-9 966,0-5 0,2-4 0,5-21 0,-1-2 0</inkml:trace>
  <inkml:trace contextRef="#ctx0" brushRef="#br0" timeOffset="1783">1652 258 8173,'-1'-21'207,"-4"3"1,3-2-1,-4 2 588,0 1 1,3 8-326,-6 5 1,0 2-293,-5 2 1,7 6 0,1 3 0,1 5 0,-1 4-107,-1 5 0,4-2 1,-4 2-1,3 3-14,-1 4 1,1-6-1,4 4 1,0-3 14,0 1 0,0-3 1,0 0-222,0 1 1,0-9 0,1-1-145,4-2 1,-2-6-1,6-1 1,2-5-238,1-5 1,-3-1 0,0-5 0,2 2-319,1-1 1,-3-3-1,-2 0 847,-1-1 0,5 0 0,-2 1 0,2-1 0,-2 1 0,2 3 0,-5 3-40,1 1 0,-2 1 0,4 4 183,1-4 1,-2 4 0,1-5-1,2 1 418,1 0 0,2-1 0,-2 2-210,-3-5 0,3-2 0,-3 1 0,3 0-117,2 0 0,-5-2 0,-2-2 0,0 0-90,-4 1 1,-3-1-137,-5 0 1,2 7 0,-6 2 23,-2 4 0,-1 7 0,-2 3 1,1 5-108,-1 4 1,7-3 0,2 3 0,4-1-36,1 1 1,0-3 0,0 3-332,0-2 0,1-3 0,4 1 1,4-2-42,3-3 0,1 2 1,1-7-1,0-1 293,-1-1 0,3-2 0,0 0 0,2-2 129,-1-2 1,0 1 0,0-6 0,1-2 233,-2-1 0,1-2 0,0 1 0,1-3 392,-1-2 1,-7 2 0,-1-7-322,2-1 0,-5 2 0,-1 0 0,-4-1 1,-1 0-4,0 0 1,0 7 0,-1-1 0,-2 5-9,-2 3 1,-6 6 0,4 0-38,-1 6 1,-2 7 0,5 11 0,2 8 0,2 6 216,1 8 1,0-1-1,1 5 1,4-3-441,4-4 0,3-4 0,1 0 0,3-4-570,2-3 0,-1-8 1,4-4-41,-2-6 0,4-1 0,-3-7 0,0-4 107,-1-7 0,-2-9 0,-6-2 0,-2-3 0,0-2 529,-2-2 0,0 2 0,-7-3 0,0 3 0,0-10 0</inkml:trace>
  <inkml:trace contextRef="#ctx0" brushRef="#br0" timeOffset="2100">2307 245 7773,'-7'1'-1227,"2"4"2125,4 4 0,1 3 0,0 2 1,1 1-570,4 3 1,2 3 0,7 7 0,0-1-560,-1 0 0,-4 0 0,0 1 0,2-1 163,1 0 1,-3-4-1,-1-2 1,-2-1-621,-3-3 0,-2-7 0,-2-2 1,-4-2 292,-4-3 0,2-7 0,-2-7 1,-2-6 393,-1-6 0,-2-2 0,2-3 0,1 0 34,2-4 1,6 6 0,-3-4 0,2-1 220,-1 2 1,1 4-1,4 0 1,0 0 88,0 0 0,4 1 0,2-3 0,2 1 579,2 3 0,3 4 0,0 6-510,1 4 1,-1 5-1,0 10 1,-4 7-292,-5 9 1,2 3 0,-1 4 0,-2 2 25,-2 0 1,-2 3 0,-4-5 0,-4-1-1307,-3-2 1,-2-6 0,-1 0 338,-3-5 1,-3 2 818,-6-8 0,-19 9 0,-4 3 0</inkml:trace>
  <inkml:trace contextRef="#ctx0" brushRef="#br0" timeOffset="2516">765 927 6832,'-20'-13'0,"-1"0"151,0 4 0,-4-1 1,7 5 433,1 2 0,-2 2 1,1 2-1,2 4 1,4 5-265,3 7 1,6 0-1,-1 5 1,2 3-220,2 0 1,6 3 0,3-1-54,3 0 0,3 1 0,2-1 0,1 0 0,1 1-105,0-1 0,-4-6 0,2-1 0,-5-2 109,-3 0 0,-4 2 1,3-3-7,-2 1 1,-3 0 0,-8-4-1,-4-1 1,-3 3-166,-2 2 0,-1-8 0,-2 4 0,-1-3-1050,1-4 0,7-1-52,1-6 0,6-1 1220,-2-4 0,4-2 0,7-7 0,1 0 0</inkml:trace>
  <inkml:trace contextRef="#ctx0" brushRef="#br0" timeOffset="2732">888 1337 7922,'22'-9'-119,"1"0"1,-2 4 0,2-4 0,-3-2 524,0-1 0,-5-3 0,3-2 0,-3-1-138,-1 1 0,-7 2 0,-2 2 0,-4-1-159,-1 0 1,-6 5 0,-4 2 0,-7-1 63,-6 0 0,-3 5 0,-1-1 1,0 2-51,0 2 1,4 6 0,2 5-1,-1 4-50,1 3 0,9 7 0,0-4 0,4 2-353,5-1 0,3 1 0,5 3-147,4-3 1,9 1 0,5-6-1,3-1 1,2-2-211,4-1 0,-1-7 0,2-2 0,-1-5 637,-2-5 0,-4-2 0,7-7 0</inkml:trace>
  <inkml:trace contextRef="#ctx0" brushRef="#br0" timeOffset="3049">1161 1146 8068,'-5'-9'0,"-1"1"673,-2 2-199,5 1 0,-3 7 1,6 2-191,0 6 1,5 2 0,1 1 0,0 2-139,0 4 0,5-3 0,-4 6 0,2-1 52,0 0 0,-4-4 1,3 1-1,-1-3-251,1-1 1,-5-1 0,3 0-227,0-4 1,-5-6 0,4-12 161,-3-10 1,-2-6-1,0-6 1,0-2-23,0-2 0,0-1 0,0-2 1,0 4 112,0 7 0,0 9 0,0 0 0,1 4 152,4 5 1,-2 3-1,4 7 1,1 5 45,-1 8 1,2 10 0,4 8-1,-1 0-370,1 1 1,-5 2 0,7 5-434,-3-4 0,6-3 0,-5-7 0,-1-3 90,0-5 1,8-4 0,-8-8 0,-2-11 540,-4-11 0,-4-9 0,-2-2 0</inkml:trace>
  <inkml:trace contextRef="#ctx0" brushRef="#br0" timeOffset="3316">1434 900 8068,'0'-14'96,"1"2"0,2 2 0,3 2 0,2 2 0,2 3 242,3 1 0,5 10 0,2 4 0,-1 6 111,1 3 0,4 2 1,-3 3-1,1-3-179,-4-5 1,-8-3 0,-2-1-150,-2-1 0,-1 1 1,-7 0-1,-2-1 62,-5 1 1,-10-5-1,-3 0 1,-4 2-263,-2 1 1,0 2 0,-1-1 0,0 1 157,3 0 0,8 4 1,0 0-1,3 0 28,1 2 1,6-5-1,5 3 1,6-3-48,7-1 0,6 0 0,4-1-62,1 1 1,2-6 0,4-2 0,1-2 0,-1 1-1215,0-2 1,-4-3 0,-2-5 0,-1-4-422,-3-3 0,-2-6 1637,-2 0 0,1-7 0,0 4 0</inkml:trace>
  <inkml:trace contextRef="#ctx0" brushRef="#br0" timeOffset="3448">1707 1118 8068,'1'29'97,"4"3"0,-2-2 0,6 5 1,1-1-48,3-4 0,0-1 1,1-3-1,1-2-8,3-1 1,-7-8-1,3-2-42,-2-7 0,-6-16 0,0-5 0</inkml:trace>
  <inkml:trace contextRef="#ctx0" brushRef="#br0" timeOffset="3565">1679 1023 8068,'-13'-21'0,"-1"2"0,5 4 0,1 2 286,2-1-429,2 6 1,10 8 0,3 9 0,3 4-467,2 0 1,-1 1 608,1-1 0,0 1 0,-1 0 0</inkml:trace>
  <inkml:trace contextRef="#ctx0" brushRef="#br0" timeOffset="4248">1789 982 8178,'0'9'756,"0"0"-523,0 2 0,0 1 1,0 1-1,1 1 1,2 1 140,2 3 0,5 4 0,-2 5 0,1 2-212,0 3 0,-1-4 0,2 3 0,-2-5-79,-2-4 1,-2 0 0,-2-1 0,1-6 67,2-4 1,-1-10-357,-4-1 0,0-12 0,-1-11 0,-2-4-26,-2-5 0,0 2 0,5-4 89,0 6 0,0-6 1,0 10-1,0 0 1,0-2-68,0 0 0,2 8 0,3 3 76,4 3 1,3 4 0,1 14 0,1 8-218,0 7 0,4 6 1,0 4-1,0 0-199,2 0 0,-8-7 1,5-3 548,0-1 0,-1-8 0,-2-9 0,-1-6 0,-5-9 0,-3-8 0,-4-1 0,4-6 0,-1-5 0,-1 2 0,-1 1 17,-2 1 1,-5 1 0,-1 1 0,-1 2 332,-4 1 1,3 11 0,-1 0 292,-1 4 1,2 5 0,1 8 0,0 6-209,4 5 0,2 7 0,1 7 0,0 4-237,0 1 0,4-5 0,3 2 0,-1-3-124,0-2 1,4-6 0,-1-3-28,3-2 0,2-9-417,0-2 1,-2-10 0,-1-4 0,-2-2-171,1 2 0,-2 3 1,1 8 335,2 2 0,1 8 0,0 8 680,-3 1 0,3 7 0,-4 5 0,1 0-81,0 1 0,-6 2 0,1-2 1,-4-3-214,-4-2 0,-4 5 0,-5-10 0,-3-1 1,0-2-591,-2-4 0,-5-8 0,3-3 148,-1 0 1,4-5 193,-1 4 1,15-10-1,9-4 1,9-3-11,8-2 0,6 1 0,6-1 0,6-1 311,1-3 1,2 1-1,-1-4 1,-1 0-341,-3-1 1,-7 6 0,0-3 0,-5 6 169,-4 4-65,-3-3 0,-13 4 0,0-6 0</inkml:trace>
  <inkml:trace contextRef="#ctx0" brushRef="#br0" timeOffset="4682">1120 1842 8068,'-20'-14'133,"-1"0"0,-5 2-40,3 3 0,-3 3 0,7 8 1,0 2 538,6 5 0,7 5 0,-2 4 0,4 5-336,5 3 1,5 3 0,8 1-289,0 2 0,5 0 0,4-5 0,4-1 0,4-4 58,0-3 0,1 0 0,-4 0 1,-1-1-278,0 1 1,-6-3 0,-4 2-1,-5-1 257,-3 1 0,-6-3 0,0 3 0,-7-3 266,-10-1 1,-5 0 0,-9-1 0,1-1-118,0-3 1,-5 2 0,0-6-1,2-2-301,1-2 0,8-1 0,2 0-784,4 0 0,9-6 0,6-2 1,9-1-160,8 0 0,4 0 0,8-4 600,3-1 0,-3-4 449,2-1 0,4-5 0,0 3 0</inkml:trace>
  <inkml:trace contextRef="#ctx0" brushRef="#br0" timeOffset="4965">1406 2033 8068,'0'-14'190,"0"5"1,-1 2-1,-4-1 314,-4 0 0,-3 5 1,-2 0-1,1 5-32,-1 2 1,0 7-1,1-2 1,-1 3-146,0 2 0,2 4 0,3 0 0,3 0-234,0 2 1,5-3-1,-2 3 1,6-2-209,6-2 1,4-8 0,6 6 0,3-4-292,4-2 1,-2-2 0,2-6 40,3 0 1,1-2-1,-2-4 1,-3-6-1,0-6 128,-3-3 1,-9 0 0,0-4 0,-2 3 543,-4-3 0,-1 9 1,-7 0-1,-2 3 311,-2 2 1,-5 7 0,1-1-469,-4 4 0,6 7 1,2 4-118,4 7 0,1 0 1,1 4-1,4 0-1205,4 0 1,3-4 0,2 1-412,-1-3 1,1-1 1582,0 0 0,5-1 0,3 1 0</inkml:trace>
  <inkml:trace contextRef="#ctx0" brushRef="#br0" timeOffset="5632">1679 2047 8068,'-6'-8'398,"3"2"0,-4 4 1041,1-2-1153,-5 2 1,9-2 0,-2 8 0,2 5-104,2 4 0,5 5 1,1 1-1,2 3-76,2 2 1,-2 0-1,1 0 1,0-1-111,-1 2 0,4-9 1,-3 1-393,3 0 1,-3-7 0,0-7 164,2-6 0,-5-4 0,-2-9 0,-2-3 144,-2-9 0,0 1 0,0-5 1,1 2 138,4-2 1,-4 8 0,4-2 553,-3 5-387,-2 3 1,0 12 0,1 6 0,2 7-179,2 5 1,5 3 0,-2 2 0,1 1-35,0-1 0,-1 3 0,2-2 1,-2 0 4,-2 2 1,3-10 0,-4 4-1,-1-3-616,2-4 586,-4-1 1,8-7 0,-5-5-1,-2-6 1,-2-7 63,-1-2 0,0 3 0,0-3 0,0 1 144,0 3 1,5 2 0,-1 2 45,0-1 1,-1 2-127,1 3 0,-1 3 1,5 7-526,-2 4 0,0 4 1,-3 7-153,1 3 1,6 3 0,-4-2-1,1 0 1,2 0-111,-1-4 1,2-1 0,-3-1 0,-1 0 675,0-1 0,0-4 59,-2 1 0,-1-7 0,6 1 394,2-2 0,1-8 0,2-4 1,-1-2 243,1-1 0,4-2 1,1-2-1,-1-3-130,1-1 0,1 0 0,3-4-389,-5 3 1,-4 5 0,-4-3 0,-2 2 26,-2 0 1,-7 4 0,-9 7 0,-2 1-158,-1 3 0,-6 7 1,0 5-1,-1 5-60,0 4 1,2-1 0,6 5-1,3 1 21,4-2 0,4 4 0,1-7 0,0 0-249,0 2 1,1-5 0,4 2-1,4-5-590,3-3 1,3-5 0,2 4 0,3-2-846,1-3 0,-3-1 1675,5-2 0,-6-6 0,2-2 0</inkml:trace>
  <inkml:trace contextRef="#ctx0" brushRef="#br0" timeOffset="5781">2416 2142 8068,'-6'-7'2149,"-1"0"-1297,-7 7 0,2 3 0,1 5 0,4 9-371,1 7 0,1 2 0,5 10 0,0 4-457,0 4 0,0 0 0,0 4 1,0-1-936,0-3 1,2-7-1,1-7 1,1-4-2477,-1-4 3387,-1-11 0,4 13 0,1-9 0</inkml:trace>
  <inkml:trace contextRef="#ctx0" brushRef="#br0" timeOffset="6630">601 2988 7485,'0'-19'-530,"-2"4"1,-1-4 1135,-1 4 1,-5 2 0,3 0-96,-2 4 0,5 6 0,-1 12-236,2 10 0,4 8 0,2 8 0,4 7-59,-1 5 0,5 3 1,-4 3-88,0-3 0,2-1 0,-5-5 1,-2 0-85,-2-5 0,-1-4 0,0-7 1,0-3-6,0-2 1,0-11-142,0-12 0,-4-7 0,-1-12 0,1-5 0,-1-6 6,1-7 0,-1-7 0,5-1 0,0 1-65,0 1 0,1 7 0,4 1 0,6 2 154,5 2 1,0 9 0,3 4-1,1 4 56,3 5 0,-2 6 0,2 10 1,-1 10 99,0 7 0,2 7 0,-6 10 0,-1 1 94,-2 4 0,-6-9 0,-1 3 0,-2-4 19,-3-1 0,-2-9 1,-1 0-112,0-5 1,-1-9 0,-2-9-295,-2-6 0,-1-11 0,3-8 1,-1-4-62,0-1 0,3-7 1,1-1-1,0-1 108,0 0 0,0 5 0,1-1 0,3 5 64,0 4 0,7 5 0,-2 9 0,3 4 5,2 4 0,-1 9 0,1 7 0,1 10-60,3 10 0,-3 5 1,4-1-1,-4-1-263,-2-1 0,1-12 0,0 3 0,-1-4-283,1-3 0,0-6 1,-1-7-1,1-2 240,0-3 1,-1-9-1,-1-6 1,-1-6 391,-2-4 0,0-6 0,5-7 0</inkml:trace>
  <inkml:trace contextRef="#ctx0" brushRef="#br0" timeOffset="6897">1229 3098 8087,'-6'-14'604,"-2"6"1,-5 4-259,-1 2 0,2 5 0,1 5 0,4 7-102,1 5 1,-1 3-1,4 4 1,-1 0 41,1 0 1,3 1 0,4-1 0,4 0-343,0 1 0,4-6 0,-3 0 1,3-4-186,2-6 0,-1 0 0,1-7 0,0-4 82,-1-4 0,-1-11 0,-3-10 1,-3-6 134,1-7 0,-6 3 0,4-1 0,-4 3 315,-1 6 1,0 0 0,0 8 37,0 1 1,0 10 0,0 7 0,0 9-240,0 8 0,5 5 1,1 9-1,1 2-84,4 2 0,1-3 0,2 3 0,-1 0-747,1-1 0,1-3 0,2 1 1,3-5-478,1-4 0,-4-8 1,1-8 1217,-3 0 0,5-15 0,1-7 0</inkml:trace>
  <inkml:trace contextRef="#ctx0" brushRef="#br0" timeOffset="7096">1625 3016 8068,'-8'-9'517,"2"1"1,2 0 282,-1 1 0,0 5-497,5 2 0,0 8 0,0 9 0,0 4-126,0 5 1,0-1-1,0 12 1,2 1-327,3 1 1,-2-1 0,4 2 0,1 2-427,-1 0 1,-2 1 0,4-5 0,2-3-388,1-3 0,-3-13 0,0 3 962,2-10 0,1-6 0,1-18 0,1-4 0</inkml:trace>
  <inkml:trace contextRef="#ctx0" brushRef="#br0" timeOffset="7296">1775 3180 8068,'0'-22'260,"0"4"0,0 3 0,-2 1 164,-2 1 1,1 5 0,-6 5 78,-2 6 1,0 5 0,1 5 0,2 2-3,2 4 0,-3-3 1,5 7-1,1 1-21,1 2 1,2 1 0,0 1 0,0-1-594,0 0 0,6-4 0,3-2 1,3 1-342,2-1 0,1-8 0,2 3 0,3-4-592,1-6 1,-3-3-1,5-3 1,-1-2-432,0-2 1,-1-4 1476,-3-5 0,-3-7 0,5-1 0</inkml:trace>
  <inkml:trace contextRef="#ctx0" brushRef="#br0" timeOffset="7413">1966 3207 8246,'-8'1'628,"4"4"1,2 2 0,2 9-1,0 2-576,0 5 1,2-2 0,1 2 0,3 1-1061,2 2 1,-1-1-1,4-2 1008,-2-5 0,0-2 0,5-3 0</inkml:trace>
  <inkml:trace contextRef="#ctx0" brushRef="#br0" timeOffset="7546">1966 3152 8068,'-6'-7'0,"3"-4"0,-6 5 1227,-2-2-1938,5 5 0,2-3-1010,8 6 1721,-2 6 0,10 2 0,-5 6 0</inkml:trace>
  <inkml:trace contextRef="#ctx0" brushRef="#br0" timeOffset="8146">2089 3125 8068,'0'14'339,"0"-1"1,4 1-1,1 0 1,-2-1 184,-2 1 0,-1-1 0,2 1 0,1 1-236,2 3 0,1 2 1,-3 4-1,3-1-137,1 1 1,-2-2 0,2-1 0,0-1 84,-4-4 1,0 0-303,1-3 1,-2-7 0,2-7-1,-2-11-186,-2-10 0,-5-5 1,-1-5-1,0-4-35,0-4 1,1 1-1,5 3 1,0 4 259,0 3 0,0 8 0,0 2 0,0 4 309,0 2 1,7 7 0,2 6-225,3 7 1,1 13-1,1 6 1,1 5-500,3 4 1,-2 2-1,2 2 1,-2-1-100,3-1 1,-3-12 0,6 0-1,-3-9 11,-2-8 1,-2-7 0,-3-7 0,-3-7 528,-4-9 0,-4-5 0,-1-5 0,0-4 25,0-4 1,0 9-1,-1 2 1,-2 1 9,-2 4 1,-4 1 0,3 1 0,-1 5 996,-4 6 1,5 4 0,0 4 246,0-2 1,4 2 0,-2 8-1016,2 4 0,2 3 1,2 3-1,2 2-324,5 1 1,3 6-1,2-2 1,0-1-241,-1-3 1,1-3 0,0-3 0,-1-3-202,1-4 0,0 1 0,-1-3-5,1-5 0,-6-4 0,-2-6 584,0 3 0,-3 5 507,6 8 0,-2 5 0,4 9 0,-3 5-174,-2 3 1,3 3 0,-5 3 0,1 4 81,1 4 1,-5-4-1,4-1 1,-5 0-137,-5 0 0,-2-1 1,-7 1-1,-1-6-686,-3-5 0,1-11 0,-4-1 0,0-5-570,-1-4 0,4-3 0,-3-4 0,1-7 364,4-6 0,5-4 1,3-6 534,2 0 0,8-7 0,5-1 0</inkml:trace>
  <inkml:trace contextRef="#ctx0" brushRef="#br0" timeOffset="8379">2990 3070 8422,'-14'2'0,"0"2"541,1 5 0,-1-1 0,2 1 0,1 3-210,2 5 1,6-2 0,-1 5 0,4 0-284,4 2 1,4 6-1,7 2 1,2 2-823,1-2 1,2-6 0,-4-2 0,3-3-1100,-3-2 1873,-1-8 0,-1 3 0,0-4 0</inkml:trace>
  <inkml:trace contextRef="#ctx0" brushRef="#br0" timeOffset="8512">3072 2934 8068,'-14'0'153,"0"0"1,5 0-627,0 0 0,8 0 0,1 0-410,7 0 883,5 0 0,8 6 0,1 1 0</inkml:trace>
  <inkml:trace contextRef="#ctx0" brushRef="#br0" timeOffset="8679">3195 2838 8313,'0'14'0,"0"1"444,0 3 1,0-6-1,0 5 1,0 1-224,0 2 1,0 3 0,1 4 0,2 0-584,2 1 0,5 4 0,-2-1 0,-1 1-504,-2 2 0,1-10 1,-1 3 865,-2-1 0,-14 0 0,-4 1 0</inkml:trace>
  <inkml:trace contextRef="#ctx0" brushRef="#br0" timeOffset="8779">3085 3261 8068,'-6'-7'-168,"0"-5"0,-3 3 849,5-4 1,4-2-1,6-1 1,6-4-183,4-1 1,10 2-1,0-3 1,4-3-543,1 0 1,-3-3 0,0 3 0,-1 0-287,0 3 1,-5 3 328,-4-3 0,-3 5 0,-1-3 0</inkml:trace>
  <inkml:trace contextRef="#ctx0" brushRef="#br0" timeOffset="9362">737 4080 8103,'-1'-12'0,"-4"2"168,-4 1 1,2-1-1,-2-3 270,-2-1 0,3 7-161,-1 2 1,6 11-1,0 8 1,6 10-77,6 11 0,5-2 0,3 11 1,2 2-112,3 1 1,-6-3 0,3 1 0,-4-2-200,-2-2 1,-4 0 0,-1-3-1,0-5-8,-1-6 1,-4-9 0,0-1 56,-6-6 0,-4-7 0,-7-10 0,0-9-391,1-11 0,-2-7 0,-2-10 0,-1-2 282,1-5 1,2 1 0,3-1 0,3-1 99,4-2 1,5 4 0,6 4 0,8 1 178,7-2 0,6 8 0,4-1 0,0 5 140,0 9 1,-2 9-1,-4 12 1,-2 4-29,-5 4 1,-9 12 0,-4 9 0,-3 9 129,-2 5 1,-2-1 0,-3 6 0,-4-4 17,-3-4 1,-3-9 0,-2 2 0,-1-2-762,1-2 0,2-7 0,2-2 0,-1-3-2350,0-4 2327,1-6 1,5-8 0,5-10-1,6-3 414,6-2 0,3-4 0,8 3 0,1-7 0</inkml:trace>
  <inkml:trace contextRef="#ctx0" brushRef="#br0" timeOffset="10262">1010 4053 8068,'14'6'80,"-5"-3"0,0 6 0,2 2 214,1 1 0,-3 2 0,-1-1 0,-1 3-19,1 2 0,-5-2 1,2 6-1,-4-1 72,-1 0 1,0-3 0,0 5 0,0 0-135,0-2 1,-5 0 0,-1-6 0,-1 1-367,-4-4 1,4-8 0,-2 1 95,-2-4 0,3-7 0,1-3 0,1-4-238,3-6 0,1-2 0,2-6 0,0 0-501,0-1 1,6 5 0,3 2 0,3 2 401,2 2 0,1-3 0,2 2 0,1 1 394,-1 2 0,-1 3 0,1 1 0,1 4 0,-1 1 0,-2 1 196,-1 5 1,-7 6 0,-2 5-1,-3 4 448,-2 3 0,0 6 0,0-1 0,0 3-232,0 1 1,6-4 0,3 0 0,3 1-364,1 2 0,3-5 1,0-3-1,4-4-84,1-5 0,1-3 1,2-7-1,-3-4-165,-1-4 0,-8-8 0,-8-2 0,-2-1 199,-2 0 1,-2-3-1,-4 5 1,-6 0-28,-4-2 1,-4 10-1,3-4 1,-3 3 19,-1 4 1,5-4 0,-3 7 0,6-1-1108,4-1 1,-4 3 107,4-6 1,5 4 1006,4-4 0,6 5 0,9-4 0,2 0 0,1 1 0,0 4 0,-4-2 0,-1 4 48,1 1 0,0 0 0,-1 0 0,1 1 372,0 4 0,-1-2 0,-1 7 1,-1 4 89,-2 3 0,0 6 1,3-4-1,-1 3-164,-2 2 1,-1 2-1,2 1 1,-2-1-32,-2-4 1,-2 3 0,-2-7-36,3-1-385,-4-2 1,4-11 0,-8-7-1,-2-10 42,2-7 0,1-3 0,2-4 0,0 0 6,0-1 1,0-1 0,0 1 0,0-1 67,0 3 0,5 3 0,1 0 0,2 5 62,2 3 0,-2 8 1,1 2 10,2 3 1,1 4 0,0 3 0,-2 5-99,0 7 0,-3 0 1,4 5-1,-2 1-148,2-2 1,1 4-1,0-6 1,-2 1 82,-1 0 1,1-2 0,3-4 0,1-2-39,0-3 0,-1 1 1,1-5-1,1-2 175,3-2 0,-7-7 0,2-3 0,-2-3 142,-3-1 1,2-7 0,-5-1 0,-2-2-52,-2 0 1,-1 0-1,-1-4 1,-4 0-85,-4-1 1,2 6 0,-2 0 0,-2 3 177,-1 2 1,-2 8 0,0 4 0,1 4 99,-1 1 1,7 7 0,2 7 0,4 7 30,1 5 1,0 6 0,1 1-1,4 1-226,4-1 1,7 0 0,4-4 0,1 0-900,4-3 0,-4-12 0,2-1 0,2-2-398,6-4 0,-6-1 0,4-9 0,0-4 345,0-7 0,-8-3 804,6 4 0,-8-7 0,0-1 0</inkml:trace>
  <inkml:trace contextRef="#ctx0" brushRef="#br0" timeOffset="10545">2512 3930 7169,'-8'6'663,"-4"2"1,5 6-50,-1-1 1,-3 1-1,7 0 1,1 1-231,1 3 1,2-3 0,0 5 0,2-1-535,2 4 1,-1-2-1,7 2 1,0 1 68,2 2 1,-3-1 0,-1-1-1,-2 2 81,-3-2 0,5 0 0,-1 3 0</inkml:trace>
  <inkml:trace contextRef="#ctx0" brushRef="#br0" timeOffset="10862">2444 4285 8869,'-8'-6'252,"4"-3"0,8-3 0,7-2 0,4-1-906,3-3 0,6 1 0,-2-4 0,0 1 355,1 4 1,-2-1 0,2 2-1,-5 0 431,-3 2 1,-5 4 428,-1 0 1,-8 5 0,1 8 199,-5 5 0,-6 5 1,4 4-1,2 3-291,1 1 1,2 2-1,2-6 1,3 0-427,4 2 0,7-5 0,4 2 0,1-5 18,4-3 0,-4-6 0,0 2 1,0-4-283,0-1 1,-8-6 0,-1-3 0,-5-3 164,-4-2 0,-3-1 0,-4-2 0,-7-2-213,-5-3 1,-1 4 0,-4-3 0,1 1-383,3 4 1,2-4 0,1 2 0,1 1-137,-1 2 786,0 1 0,1-6 0,-1-1 0</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08:22.501"/>
    </inkml:context>
    <inkml:brush xml:id="br0">
      <inkml:brushProperty name="width" value="0.06" units="cm"/>
      <inkml:brushProperty name="height" value="0.06" units="cm"/>
    </inkml:brush>
  </inkml:definitions>
  <inkml:trace contextRef="#ctx0" brushRef="#br0">1644 313 7869,'-13'-6'342,"1"3"-9,2-7 0,0 6-114,5-5 0,2 4 0,8-2 0,5 1-54,7 3 0,4 1 0,8 2 0,3 0-60,4 0 0,10 0 1,4 0-1,5 0-115,4 0 1,0 0-1,8-1 1,2-4-196,1-4 1,7-8-1,1-1 1,1 0 82,-3-2 0,-13 0 0,2-2 1,-5 2-20,-7 0 0,-17 5 1,-1-3-1,-3 3 146,-3 1 0,-7 2 0,-3 3 158,-4 4 1,-8 5 0,-2 5 0,-2 4 152,1 3 1,-2 3-1,3 2 1,-4 4 54,-1 5 1,0 0-1,0 10-193,0 2 1,-5 7-1,1 7 1,1 6-1,1 8-54,2 10 0,2 2 0,1 14 0,-1-42 0,0 0-120,0 1 0,0 1 0,-1 3 0,1 1 0,-1 2 0,1 1 0,0 2 0,0 1-154,0 0 1,-1-1-1,0-6 1,0 0 0,-1 4-1,0 1 137,0-4 1,0 1 0,-1 2 0,0-1-1,0-6 1,-1-2 0,-2 42 0,1-7 3,1-9 0,2-14 0,0-3 39,0-15 1,0-3 0,2-16 0,1-3-47,1 0 0,1-4 35,-5-5 1,-2 1-1,-4-2-4,-8-3 1,-5 2 0,-10-5 0,-1 2 0,-2 2 0,-11-2 0,-1 1 1,-6 1-1,-9 4 234,-6 4 0,3-3 0,-7 5-104,7 0 0,-8-3 0,14 4 0,3-1 0,3-4 1,6-1 0,14-1 0,7-2 0,6-3 209,4-4-323,5 2 0,8-5 0,11 4-272,6 0 1,-1 3 0,7 8 218,1 1 0,7 6 0,2-1 0,2 1 0,3 1 95,1-3 0,-2-3 1,-1 2-1,2 0-50,1 0 0,-4-7 0,-3 1-125,-3-3 0,-3 2 0,-2-8 0,-1 1-958,1 4 1,-9-5-1,-3 0-2486,-4 0 2286,-4-4 1258,-10 4 0,-7-12 0,-9-2 0</inkml:trace>
  <inkml:trace contextRef="#ctx0" brushRef="#br0" timeOffset="233">2095 2838 7961,'0'-15'-27,"0"-3"0,0 5 1,0-3 471,0-1 1,1 0 0,4 4-1,4-1-113,3 0 0,3-5 0,3-3 0,5 0 0,5-3-201,3-3 1,0 3-1,5-5 1,2-2-320,1-1 1,2 2 187,0 0 0,0 2 0,0 2 0</inkml:trace>
  <inkml:trace contextRef="#ctx0" brushRef="#br0" timeOffset="999">429 2674 8002,'-22'-6'63,"-1"-2"117,-1 1 1,-1 1 0,1 6 0,1 1 0,-1 4 162,-2 4 0,4 5 1,0 4-1,4 5-60,6 2 0,0 3 1,9-1-1,4 2-299,7 3 1,10-2 0,3 5-1,2-2-212,0-2 0,0-3 0,2-2 0,0-2 104,-3-1 1,-6 0-1,-3 3 211,-7-4 0,-4 3 1,-2-6-1,-3 3 1,-6 2 147,-9 2 1,-8-4-1,-5 0 1,-3-1-107,-6 0 0,2 0 0,-6 2 0,5-5-268,2-2 0,13-9-231,1-2 1,14 1 0,9-3 0,11-5-774,10-5 1,3-5-1,11-2 1143,-1 0 0,10-5 0,-2-3 0</inkml:trace>
  <inkml:trace contextRef="#ctx0" brushRef="#br0" timeOffset="1250">525 3015 8002,'-23'5'41,"2"1"1,1 3 169,4 6 1,0 0 0,4 7 0,3 0 308,5 4 0,2 0 0,4 9 0,4-2-361,7-2 0,9-7 0,8-3 0,3-3-281,2-6 1,-3-4 0,3-8-1,-2-2-15,-2-2 0,-9-10 0,-3-8 212,-4-4 1,-3-2 0,-5 1 0,-7 0 0,-7 0 236,-5-1 1,-8 2 0,-3 4 0,-4 3-195,-5 4 1,6 3 0,-4 2 0,0 2-468,1 2 0,6 1 1,5 5-1,3 0-345,1 0 0,5 2 0,1 2-202,2 6 1,8-3 0,7 2 895,3 2 0,8 7 0,1 3 0</inkml:trace>
  <inkml:trace contextRef="#ctx0" brushRef="#br0" timeOffset="1733">730 3015 8247,'7'6'863,"-2"4"0,-2 2-574,1 1 1,0 7 0,3 3-1,1 4-78,-1 5 0,-4-2 0,3 7-138,0 1 1,-4 0-1,3-1 1,-4-3-1,1-4-103,2-4-236,-2-8 0,4-6 1,-6-13 155,0-11 1,0-10 0,1-9 0,2-6 0,3-2-114,2-2 0,-4 0 0,4 1 0,0 2 94,-1 2 0,1 7 0,2 2 204,-1 7 1,-4 7-1,4 5 149,2 8 0,-5 12 0,0 11-119,0 3 0,-5 2 0,6 3 0,-3 2 39,1 2 0,1-5 0,-3 2 0,1-3 0,-1-2 141,-1 1 0,2-7-397,1-3 1,6-6 0,-2-7-225,3-10 1,-5-11-1,-1-9 1,0-5 198,4-6 0,-3-4 1,2 1 68,2 2 1,-4-1 0,3 8-1,-1 3 1,0 4 448,0 3 0,-5 8-110,6 8 0,-6 8 1,4 8-1,-2 8-174,-3 7 0,3 10 0,-2-1 0,1 2 0,-1 1-253,1 2 0,1-7 0,-3 5 13,2-4 0,4-3 1,-3-6-1,1-4-1350,4-3 0,-3-6 0,1-4 1493,1-4 0,2-4 0,2-1 0</inkml:trace>
  <inkml:trace contextRef="#ctx0" brushRef="#br0" timeOffset="1982">1289 3261 8038,'14'0'429,"-5"0"1,-1-1 117,-2-4 0,4 3-227,0-2 1,2 2 0,1 1-159,1-4 0,-5 2 0,0-4 0,0-1 0,0 1-11,0-4 1,-4 3 0,3-1 0,-2-1-240,-3-2 0,-2-2 1,-2 2-1,-4 1 196,-4 2 1,-3 4 0,-2-2 0,1 1 18,-1 3 1,0 7 0,1 5 0,-1 4-140,0 0 1,5 1 0,2 1 0,1 2-816,3 1 1,1 0 0,2-4 0,2-1 57,2 1 0,4-2 0,5-1 0,1-4 769,0-1 0,-1-1 0,1-5 0</inkml:trace>
  <inkml:trace contextRef="#ctx0" brushRef="#br0" timeOffset="2915">1508 3152 8038,'0'-14'313,"0"1"0,0 3 115,0 1 351,0 6 648,0-9-860,0 11-238,0-5 1,0 7-1230,0 4 479,0-4 1,0 7 124,0-4 180,0-2 0,0 5 342,0-2-150,0-3 0,0 5-2,0-2 77,0-4 199,0 5-123,0-6 93,0 0-228,0 6-54,0-4 501,0 4-445,0-6 0,0 6 0,1 3 0,2 5-31,2 4 1,-1-1 0,-4 5-1,2 4-21,3 4 1,-4-1-1,5 3 1,-1-2-123,-1 2 1,2-7-1,-3 0 1,2-3-103,-2-6 1,0-7 33,1-4 0,-2-5 0,3-6 1,-4-8 60,-1-7 0,0-6 0,0-4 0,0-1 7,0 2 1,0 1 0,0 4-1,2 2 46,2 5 1,-2 2-1,4 3 40,0-1 0,-3 7 0,6 4 35,2 6 0,-4 9 0,2 7 0,0 3-162,-1 2 0,4-3 0,-4 2-457,-1 1 0,5 2 1,-3 1-1,4-1 0,-1-3 83,-3-5 1,3-3 0,-4-1-1,1-2 495,0-3 0,-5-3 0,5-6 0,-6-1 0,2-4 0,-4-6 16,-1-5 0,0 1 0,0-4 0,0 4 1,0 2 247,0-1 0,2 2 1,1 1-1,2 2 41,-2-2 0,4 4 0,2-2 0,3 0 115,2 1 0,0-4 0,-1 4 1,1-1-197,0 0 1,4 0-1,-1-5 1,-4 1-274,-2-1 1,-4 5-1,3 0 214,-6-2 1,-2-1 0,-4 0-19,-2 3 1,-4 3 0,-6 6 0,1 1 2,-1 4 0,0 2 1,2 7-90,3 0 0,2 4 0,3 2 0,0 1-71,1 3 1,3 0 0,4 1 0,6-4 0,2 0-27,1 0 0,3-4 0,0 1 0,4-4-800,1-5 1,2 2 0,3-7 206,-4-1 629,-2-1 0,0-2 0,1 0 0</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08:38.229"/>
    </inkml:context>
    <inkml:brush xml:id="br0">
      <inkml:brushProperty name="width" value="0.06" units="cm"/>
      <inkml:brushProperty name="height" value="0.06" units="cm"/>
    </inkml:brush>
  </inkml:definitions>
  <inkml:trace contextRef="#ctx0" brushRef="#br0">28 151 7959,'-13'0'123,"5"2"0,3 2 76,4 5 1,1-1 0,0 1 0,0 3-225,0 5 1,1-2 0,2 5 0,3-1 17,2 4 1,-3 3 0,2 3 0,1 1 21,-1 2 1,-4 1 0,2-4 0,-2 0-88,2-3 0,-4-4 0,4 1 109,-4-5 1,-2-9-1,-2-6 12,-2-6 0,-4-10 0,4-10 0,1-3 86,-2-1 1,0-6-1,-3-4 1,3-2-51,-1-2 0,6 0 0,-4 0 1,4 0-144,1 0 1,1 0 0,4 3-1,4 5-356,3 5 1,2 10 0,-1 2 0,3 5-526,2 6 0,-8 12 939,4 6 0,3 7 0,4 7 0</inkml:trace>
  <inkml:trace contextRef="#ctx0" brushRef="#br0" timeOffset="267">369 369 8068,'14'0'19,"0"-1"1,-1-2 149,1-2 1,-2-5-1,-1 1 1,-2-3 14,1-2 0,1-1 0,-2-2 0,-4-1-2,-4 1 1,4 0 0,-2 1 9,-5-2 1,-4 1-1,-7 8 1,-1 4-95,0 4 1,1 2 0,-1 4 0,0 5-118,1 7 1,5 4 0,4 7-50,2-1 0,2 5 0,2 0 0,2-1 1,5 1-507,3 0 0,8 2 0,3-4-541,3 2 1,5 4 1114,1-4 0,12 6 0,-1-3 0</inkml:trace>
  <inkml:trace contextRef="#ctx0" brushRef="#br0" timeOffset="634">670 247 8110,'-8'6'159,"2"1"0,6 7 1,0 0-12,0-1 0,2 7 1,2 1-1,5 2-44,3 0 1,1 1 0,-3 6 0,-1 2-108,2-2 1,-1-1-1,1-1-365,-2-1 0,-6-1 1,2-4-1,-4-3-150,-1-4 0,-1-11 0,-4-7 347,-4-9 1,-3-12 0,0-3-1,1-7 209,2-1 0,0-4 0,-3 4 0,1-1-104,2-1 0,6 2 0,-1-1 421,2 4 0,2 3 0,2 2 0,2 1 0,5 2 78,3 1 0,2 13 0,0 0 0,-1 7-115,1 3 0,0 0 0,-1 3 0,-1 5-13,-2 6 0,-3 4 0,-4 0 0,2 5-268,-2 3 1,-2-4-1,-1 0 1,0-1-482,0 0 1,0-4 0,-1-1 0,-2-3-1617,-2-4 2060,1-6 0,-2 9 0,-2-5 0</inkml:trace>
  <inkml:trace contextRef="#ctx0" brushRef="#br0" timeOffset="799">806 56 9970,'8'19'359,"-1"-2"0,-2 7 1,4 5-331,3 6 1,2 4 0,-1 2 0,3 2-393,2 2 0,-1-5 0,5 2 0,1-4-664,-2-9 0,4-6 0,-7-11 1027,-2-3 0,6-3 0,-1-6 0</inkml:trace>
  <inkml:trace contextRef="#ctx0" brushRef="#br0" timeOffset="1083">1134 219 8068,'-14'-6'160,"5"5"0,0-4 0,-2 4 379,-1 1 0,-1 0 0,0 1 1,3 4-153,1 4 1,6 3 0,-2 3 0,4 2-209,1 1 1,1 5-1,2-4 1,3 1-154,2 0 1,1-2 0,5-6 0,-1-3-237,1-4 1,4-5-1,0-5-28,-1-4 0,-3-9 1,-4-3-1,-2-2 153,-2 0 1,0 2-1,-3-2 1,2 4 227,-2-1 0,-2 5 12,-1-3 1,0 7-438,0 2 0,5 7 0,-1 4 1,1 8-231,1 7 0,-3 3 0,6-3 0,0 2-313,-1 2 1,2-4 824,-5 1 0,5 4 0,-2-1 0</inkml:trace>
  <inkml:trace contextRef="#ctx0" brushRef="#br0" timeOffset="1215">1270 342 7313,'0'-7'974,"2"-4"0,2 6 0,6 1-1144,2-2 0,6 3 1,2-5-1,-1 1-526,1-1 0,3 3 0,-5-2 1,-1-1 695,-2 1 0,5-2 0,1-5 0</inkml:trace>
  <inkml:trace contextRef="#ctx0" brushRef="#br0" timeOffset="1365">1489 96 8038,'-14'-7'671,"0"2"0,7 10 0,2 4 0,4 5-117,1 4 1,0 5 0,0 8 0,1 7-277,4 6 0,2 6 1,7 8-1,0 1-434,-1-1 0,1-7 1,0-2-1,1-2-816,3-3 1,-3-8-1,3-7 1,-2-8-320,-3-7 0,-4-9 1291,0-1 0,-6-8 0,4-4 0</inkml:trace>
  <inkml:trace contextRef="#ctx0" brushRef="#br0" timeOffset="1815">2062 124 8068,'-12'-2'68,"1"-1"0,2-1 0,-1-1 452,-3-1 0,0 3 0,-1-5 0,0 2 120,1 3 1,-1 2 0,1 1-386,-1 0 1,2 6-1,3 5 1,4 4-75,4 3 1,1 6 0,0-3 0,1 2-375,4 0 0,2-6 0,8 1 1,2-5-237,1-3 0,2-4 0,-3-6 0,1-2-82,-1-2 1,-2-6-1,-2-6 218,1-2 1,-5-7 0,-1 3 0,-2-3 0,-3 2 365,-2 5 1,1 3-1,1 1 442,1 1 1,3 7-1,-3 7-181,5 11 1,-1 4 0,1 8 0,1 3-231,3 3 1,2 4 0,1-4 0,3 2-248,-3-2 0,-1-1 1,-1-3-1,0-3-1776,-1-5 1,1-9 1918,0-4 0,-7-4 0,-1-1 0</inkml:trace>
  <inkml:trace contextRef="#ctx0" brushRef="#br0" timeOffset="1982">2308 28 8068,'4'-9'923,"1"0"0,1 8-634,-2 1 0,-1 6 0,7 9 0,0 3-128,2 5 0,4 2 0,0 3 0,4 1-270,1 2 0,-4 0 0,1 4 1,-1 0-340,1-1 1,-7-6 0,1 1-1,-3-2-1047,-2-3 1495,-4-6 0,-3 2 0,-7-6 0</inkml:trace>
  <inkml:trace contextRef="#ctx0" brushRef="#br0" timeOffset="2115">2376 288 8068,'9'-6'276,"0"-4"1,-1 3-1,2-2 1,-1 0-246,2 1 0,3 0 0,2 5 0,4-3-347,1-1 1,1 2 0,2-2 0,-3 1 315,-1 3 0,4-5 0,-3 0 0</inkml:trace>
  <inkml:trace contextRef="#ctx0" brushRef="#br0" timeOffset="2249">2635 42 8130,'-9'1'658,"0"4"0,6 3 0,-1 5-382,2 1 0,4 4 1,2 2-1,5 1-413,3 3 1,-3-3 0,1 2 0,-1 1-999,-2 2 0,4 2 0,-7-1 1135,-1 0 0,-1 0 0,-2 1 0</inkml:trace>
  <inkml:trace contextRef="#ctx0" brushRef="#br0" timeOffset="2382">2608 342 8095,'2'-13'25,"2"-1"0,-1 0 0,6 1 0,2 0 3,1 4 0,2-3 0,1 5 1,2-2 4,1-1 0,4 6-33,-3-5 0,5 6 0,-3-3 0</inkml:trace>
  <inkml:trace contextRef="#ctx0" brushRef="#br0" timeOffset="2865">2840 151 8068,'-9'2'0,"0"1"0,-2 3 419,-1 1 0,3 2 1,1 5-1,1 0 44,-1-1 1,5 1-1,-1 0 1,2-1-305,2 1 1,0 0 0,0 1 0,2 1-56,2 3 0,4-6 1,6-5-1,-1-2-239,1-3 1,-1-2-1,1-2 1,0-4-666,-1-4 0,-3-9 0,-3-5 1,1-1 610,-1 1 0,-4-2 0,2 3 0,-4 1 70,-1 3 0,0 3 0,0 1 534,0 0 1,0 5 213,0 0 1,0 8-958,0 1 1,0 6 0,2 6-400,2-3 0,-1-1 1,7-5 726,0 1 0,-2 1 0,1-5 0,1 0 0,3 0 0,0 0 0,1 0-116,0 0 0,-1-2 0,1-1 1,0-3 405,-1-1 1,-4 2 492,0-4 1,-7 0 0,-2-3-233,-8 3 0,-4-2 0,-1 6 0,-1 2 861,0 2 1,1 1-1081,-1 0 1,0 0 0,2 1-1,3 4 1,3 4-331,0 3 0,4 3 0,-2 3 0,2 5-234,2 3 0,6 1 0,3-1 0,5-2-169,4-1 0,-1-2 0,4 2-850,-1-5 1,3-4-1,-4-5 1,1-4-1,0-5 1251,-3-5 0,-2-9 0,-2-7 0,1-6 0</inkml:trace>
  <inkml:trace contextRef="#ctx0" brushRef="#br0" timeOffset="3215">3168 83 8068,'-9'-6'-958,"0"-2"3975,-2 1-2482,5 1 0,0 12 0,6 3 1,0 3-403,0 1 0,6 6 0,1-1 0,3 0-114,-1 2 0,0-5 0,4 3 0,-1-1-776,-2 1 1,2-3-1,-3 2 1,3-5 30,2-3 1,-1-1 0,1 1 0,0-5 725,-1-2 0,-1-4 0,-1-2 0,-2-7 0,2-5 0,-5-1 0,-2-6 0,-2-1-30,-2-2 1,0 0 0,0 2-1,0 3 202,0 1 0,-2 2 0,-1 4 0,-3 1 829,-1-1 0,-2 2 0,-4 1 0,3 4 193,1 0 0,0 3 0,-4 5-730,4 4 1,2 3 0,4 5-1,-2 2-273,2 4 1,2-3 0,1 7 0,1 0-162,4-2 1,-2 5-1,6-5 1,0 0-646,-2-3 0,6-2 0,-4-3 0,4-1-1373,6-2 1,-3 0-1,5-5 227,-1-2 1761,4-2 0,-2-1 0,5 0 0</inkml:trace>
  <inkml:trace contextRef="#ctx0" brushRef="#br0" timeOffset="3309">3564 206 8947,'-10'4'1736,"1"1"-1736,6-1 0,-3-10 0,6-1 0</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10:12.614"/>
    </inkml:context>
    <inkml:brush xml:id="br0">
      <inkml:brushProperty name="width" value="0.06" units="cm"/>
      <inkml:brushProperty name="height" value="0.06" units="cm"/>
    </inkml:brush>
  </inkml:definitions>
  <inkml:trace contextRef="#ctx0" brushRef="#br0">30 0 8045,'-8'0'780,"-3"7"0,6 4 0,2 7 0,1 9-245,2 10 1,2 5 0,1 16-349,2 6 0,1 16 1,-3 9-1,2 1 1,-2 2-306,-1-2 0,-2-16 0,0 0 0,0-12-1271,0-10 0,0-18-422,0-10 1811,0-19 0,-7-7 0,-1-12 0</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10:13.015"/>
    </inkml:context>
    <inkml:brush xml:id="br0">
      <inkml:brushProperty name="width" value="0.06" units="cm"/>
      <inkml:brushProperty name="height" value="0.06" units="cm"/>
    </inkml:brush>
  </inkml:definitions>
  <inkml:trace contextRef="#ctx0" brushRef="#br0">44 44 7886,'-9'0'-165,"-1"0"1,2 2 1750,-2 3-1120,4-4 1,8 6 0,2-7 0,8 0-6,5 0 0,6 0 1,7-2-350,4-3 1,-2 4 0,5-6-1,0 2 1,-1-1-404,-1-2 0,4 5 1,-6-4-1,0 2 180,-3 1 0,-7-1 111,-4 5 0,-9 0 0,-4 0 0</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10:13.197"/>
    </inkml:context>
    <inkml:brush xml:id="br0">
      <inkml:brushProperty name="width" value="0.06" units="cm"/>
      <inkml:brushProperty name="height" value="0.06" units="cm"/>
    </inkml:brush>
  </inkml:definitions>
  <inkml:trace contextRef="#ctx0" brushRef="#br0">1 59 7900,'0'20'0,"0"-3"0,0 2 423,0-3 0,6-8 0,4-3 0,4-4 0,6-2 111,4-4 1,0-3-1,3-7 1,4-1-617,-1-3 0,3 3 1,-3-3-1,2 4-980,0 6 0,-11-3 0,4 7 0,-8 2 1062,-2 2 0,-7 7 0,-2 2 0</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10:13.364"/>
    </inkml:context>
    <inkml:brush xml:id="br0">
      <inkml:brushProperty name="width" value="0.06" units="cm"/>
      <inkml:brushProperty name="height" value="0.06" units="cm"/>
    </inkml:brush>
  </inkml:definitions>
  <inkml:trace contextRef="#ctx0" brushRef="#br0">15 203 7929,'-4'23'111,"-1"-4"1,2-3 344,1-1 1,4-3 0,2-2 0,6-5-176,3-3 1,8-2 0,3-2 0,3-3-404,2-5 1,-3-4 0,1-5 0,5-5-611,4-4 0,-2-2 0,1-3-1060,-4 0 1792,1-8 0,-10 11 0,7-5 0</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10:13.598"/>
    </inkml:context>
    <inkml:brush xml:id="br0">
      <inkml:brushProperty name="width" value="0.06" units="cm"/>
      <inkml:brushProperty name="height" value="0.06" units="cm"/>
    </inkml:brush>
  </inkml:definitions>
  <inkml:trace contextRef="#ctx0" brushRef="#br0">0 145 7929,'0'43'0,"0"-2"0,0-1 0,0 2 354,0-2 1,5-6 0,0-1 0,0 0 62,1 0 1,0-7 0,6 1 0,-3-2-317,3-3 0,-4-11 1,1-1-1,2-7 22,2-3 1,2-1 0,-1-4-20,1-5 0,-2-9 1,-2-7-1,-1-4-170,1-4 0,-5-6 1,1 1-1,-2-3-296,-1-1 1,1-4 0,-3 2-1,1 5-862,2 3 1,0-7 1223,-5 6 0,6-1 0,2 10 0</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10:13.847"/>
    </inkml:context>
    <inkml:brush xml:id="br0">
      <inkml:brushProperty name="width" value="0.06" units="cm"/>
      <inkml:brushProperty name="height" value="0.06" units="cm"/>
    </inkml:brush>
  </inkml:definitions>
  <inkml:trace contextRef="#ctx0" brushRef="#br0">1 303 7929,'6'14'354,"2"1"0,7-1 1,-1 1-75,1-1 0,-1-6 1,1-3-1,1-3-30,3-2 1,-3-13 0,4-5-1,-6-6-186,-4-5 0,-2 2 0,-5-10-168,2 1 0,-2-4 0,-8 3 0,-4 2 1,-4 4 30,-2 5 0,-4 10 0,-2 2 179,-2 7 0,6 7 1,-3 7-1,6 7 0,3 10-58,1 9 1,7 4 0,-2 6-102,3 0 0,2 1 0,0-1 0,2 1 1,3-2-646,5-4 1,2-7 0,3-9-1,1-1-976,3-3 1674,-3-9 0,5-9 0,-6-8 0</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10:14.147"/>
    </inkml:context>
    <inkml:brush xml:id="br0">
      <inkml:brushProperty name="width" value="0.06" units="cm"/>
      <inkml:brushProperty name="height" value="0.06" units="cm"/>
    </inkml:brush>
  </inkml:definitions>
  <inkml:trace contextRef="#ctx0" brushRef="#br0">0 142 8219,'10'7'940,"-2"4"-587,-2 7 1,-1 4-1,-5 7 1,2 0-1,1 2 170,2 3 1,1 3 0,-3 6 0,2 0-393,-2 1 0,-1-7 1,-2-5 86,0-6 0,5-5-287,0-7 1,-2-14 0,-6-11 0,-2-15-39,2-11 1,1-6-1,2-4 1,0-3-193,0-1 0,0-1 0,0-2 0,2 2 113,2 2 1,4 7 0,7 7-1,-1 6 405,1 7 1,4 12 0,0 8 0,1 9-54,1 14 1,-5 10-1,5 18 1,-2 7 31,0 6 0,1-4 0,-6 5-412,1 4 1,-6-5 0,-1-1 0,0-9-1,-1-6 214,-1-8 0,5-11 0,-3-5 0</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10:14.831"/>
    </inkml:context>
    <inkml:brush xml:id="br0">
      <inkml:brushProperty name="width" value="0.06" units="cm"/>
      <inkml:brushProperty name="height" value="0.06" units="cm"/>
    </inkml:brush>
  </inkml:definitions>
  <inkml:trace contextRef="#ctx0" brushRef="#br0">59 123 7011,'-2'-22'0,"-1"1"69,-2 0 1,-1 5 630,1-4 1,2 6-1,-5 6-273,1 8 1,2 6 0,4 12 0,-2 4 0,-2 11-114,2 7 1,1 0 0,2 10 0,0-2-189,0 0 0,2-3 1,2-6-183,6-4 1,1 7-1,2-13 1,0 0 0,3-3-229,0-7 1,5-4 0,0-6 0,0-5 108,0-8 1,0-12-1,-4-11-32,3-5 1,-1-15-1,-4-1 1,-3-5 147,-2 0 1,1 1 0,-4 10 0,1 10 249,3 8 0,-3 11 1,0 24-1,0 14 17,0 10 1,0 7 0,4 1 0,-3 1 369,2-1 0,-3-11 1,2-3-234,1-1 1,2-14-1,2-6 1,-2-9-13,-4-9 1,3-11-1,-6-6 1,0-7-421,1-3 0,-2-2 1,-5-4-1,0-1-246,0 1 1,0 6 0,0 3-515,0 4 0,0 7 1,0 4 846,0 3 0,-7 1 0,-1 1 0</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10:14.997"/>
    </inkml:context>
    <inkml:brush xml:id="br0">
      <inkml:brushProperty name="width" value="0.06" units="cm"/>
      <inkml:brushProperty name="height" value="0.06" units="cm"/>
    </inkml:brush>
  </inkml:definitions>
  <inkml:trace contextRef="#ctx0" brushRef="#br0">30 0 7859,'0'29'0,"0"5"0,-2 0 656,-3-2 0,4 2 0,-4-2 0,2-2 0,0 3-134,-2-3 1,0 2-1,5-1-1058,0-2 1,0 1 0,2-10 0,2-4-735,6-5 1270,-4-11 0,14-14 0,-4-9 0</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10:15.114"/>
    </inkml:context>
    <inkml:brush xml:id="br0">
      <inkml:brushProperty name="width" value="0.06" units="cm"/>
      <inkml:brushProperty name="height" value="0.06" units="cm"/>
    </inkml:brush>
  </inkml:definitions>
  <inkml:trace contextRef="#ctx0" brushRef="#br0">29 29 7703,'-8'-6'-337,"0"4"0,5-4 202,-2-1-487,0 6 622,5-6 0,7 14 0,1 1 0</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10:15.264"/>
    </inkml:context>
    <inkml:brush xml:id="br0">
      <inkml:brushProperty name="width" value="0.06" units="cm"/>
      <inkml:brushProperty name="height" value="0.06" units="cm"/>
    </inkml:brush>
  </inkml:definitions>
  <inkml:trace contextRef="#ctx0" brushRef="#br0">1 0 7859,'0'15'279,"0"-1"1,0 1 0,0-1 0,0 2 29,0 4 0,0 2 1,0 9-1,0 3 192,0 4 1,5 6 0,0 2-1,-1 4-872,3 2 1,-5-4-1,2 3 1,-2-2-1787,-2-8 2157,0-4 0,-6-1 0,-3 1 0</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10:15.396"/>
    </inkml:context>
    <inkml:brush xml:id="br0">
      <inkml:brushProperty name="width" value="0.06" units="cm"/>
      <inkml:brushProperty name="height" value="0.06" units="cm"/>
    </inkml:brush>
  </inkml:definitions>
  <inkml:trace contextRef="#ctx0" brushRef="#br0">1 217 7859,'14'-14'-122,"-4"4"0,-2 0 251,-2-1 1,4-2 0,-4-1 0,2-1 0,4 1-635,0-1 1,3 1 0,1-2 504,3-3 0,-3-4 0,5-6 0</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10:15.680"/>
    </inkml:context>
    <inkml:brush xml:id="br0">
      <inkml:brushProperty name="width" value="0.06" units="cm"/>
      <inkml:brushProperty name="height" value="0.06" units="cm"/>
    </inkml:brush>
  </inkml:definitions>
  <inkml:trace contextRef="#ctx0" brushRef="#br0">15 1 7859,'0'14'0,"-5"1"0,0-1 0,2 2 711,1 4 0,2-3 0,0 6 0,0 1-186,0 3 1,0-4-1,0 9 1,0 2-286,0 1 1,5-1-1,1 3 1,1 0-233,-1 0 0,4-5 0,-4 0 0,1-6-318,-1-7 1,5-6 57,-1-8 0,-3-8 1,-3-18 23,-2-8 1,3-6-1,0-10 1,-2-4-1,0-4 4,2-3 1,1 8 0,6 4-1,-3 4 284,3 5 0,-4 12 0,1 1 0,2 9 213,2 8 0,2 18 1,-1 11-180,1 11 0,-1 14 0,1 4 0,-1 3 0,-1 2-663,-3 0 0,1-7 0,-5-4 0,1-5-2427,-1-4 2996,-1-18 0,-5 12 0,0-16 0</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10:16.231"/>
    </inkml:context>
    <inkml:brush xml:id="br0">
      <inkml:brushProperty name="width" value="0.06" units="cm"/>
      <inkml:brushProperty name="height" value="0.06" units="cm"/>
    </inkml:brush>
  </inkml:definitions>
  <inkml:trace contextRef="#ctx0" brushRef="#br0">333 44 7824,'-6'-13'-160,"-4"3"0,-4 4 386,-6-1 0,3 6 0,-8-4 1,0 3 374,-3 2 0,3 2 1,-1 3-1,0 6-165,5 7 1,4 4 0,4 9-273,3 2 0,4 4 0,6 8 0,1 4 1,6 2-82,7 1 1,2-3-1,8-7 1,2-3-154,1-5 0,2-4 1,-1-2-14,-4-4 0,-3 1 1,-8-4-1,-4 0 0,-4 2 105,-3-1 0,-9-2 1,-2 4-1,-6 0-254,-4-2 1,-4-1 0,-6-6 0,0-1-389,0 1 0,2-7 1,3-3-1,5-4-785,3-1 1,6-8 1404,0-6 0,1-7 0,-6-8 0</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10:16.397"/>
    </inkml:context>
    <inkml:brush xml:id="br0">
      <inkml:brushProperty name="width" value="0.06" units="cm"/>
      <inkml:brushProperty name="height" value="0.06" units="cm"/>
    </inkml:brush>
  </inkml:definitions>
  <inkml:trace contextRef="#ctx0" brushRef="#br0">0 0 9597,'5'16'615,"0"3"0,4 6 1,-2 8-1,1 8-369,3 5 0,-3 7 0,2 8 1,-1 4-810,0 1 1,-3-10 0,-6 0 0,0-6-2000,0-8 2562,0-5 0,-6-2 0,-3 2 0</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10:16.529"/>
    </inkml:context>
    <inkml:brush xml:id="br0">
      <inkml:brushProperty name="width" value="0.06" units="cm"/>
      <inkml:brushProperty name="height" value="0.06" units="cm"/>
    </inkml:brush>
  </inkml:definitions>
  <inkml:trace contextRef="#ctx0" brushRef="#br0">1 276 7889,'9'-13'0,"-1"2"145,-1 1 0,4 0 1,-1-6-1,3-2-116,1-1 0,5-2 1,2 4-1,2-4-236,3-2 1,1 5-1,0-1 207,-3 3 0,10-5 0,-3-1 0</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10:16.746"/>
    </inkml:context>
    <inkml:brush xml:id="br0">
      <inkml:brushProperty name="width" value="0.06" units="cm"/>
      <inkml:brushProperty name="height" value="0.06" units="cm"/>
    </inkml:brush>
  </inkml:definitions>
  <inkml:trace contextRef="#ctx0" brushRef="#br0">29 1 7847,'0'24'85,"0"0"0,0 2 324,0 1 1,0 4 0,0 1 0,0 2-20,0-2 0,0-2 0,-2-1 0,-1 0-163,-2 0 0,1 0 0,2-2 0,-1-2-43,-2-6 1,0-8-202,5-1 1,0-13-1,0-2 1,2-8-148,3-6 0,-2-6 0,6-7-262,3-2 1,1-4 0,1 4 0,1 0 0,-1 1-448,0-1 0,3 0 0,0 7 0,3 1 873,-3 2 0,6 0 0,-1-5 0</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10:16.963"/>
    </inkml:context>
    <inkml:brush xml:id="br0">
      <inkml:brushProperty name="width" value="0.06" units="cm"/>
      <inkml:brushProperty name="height" value="0.06" units="cm"/>
    </inkml:brush>
  </inkml:definitions>
  <inkml:trace contextRef="#ctx0" brushRef="#br0">55 15 7847,'0'15'122,"-2"-6"1,-1 1 0,-3 3 476,-3 5 0,1 6 0,-1 8 0,2 5-54,1 5 1,4-2 0,-1 8 0,6-1-258,7 1 1,4-9-1,6-2 1,4-10-103,3-8 1,-1-4 0,0-6-421,-1-4 0,4-16 0,-9-8 0,-4-9 0,-3-4-183,-4-2 0,-6-6 0,1 3 309,-8 0 1,-5 2 0,-9 6 0,-1 1 0,0 3-14,-2 1 1,5 9 0,-4-1-1,4 2-285,2 2 1,-1 6-1,1-4-308,-1-1 0,7 3 1,3-2-1,4-1 714,1-2 0,6 4 0,4-1 0,9 0 0,4-4 0</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10:17.246"/>
    </inkml:context>
    <inkml:brush xml:id="br0">
      <inkml:brushProperty name="width" value="0.06" units="cm"/>
      <inkml:brushProperty name="height" value="0.06" units="cm"/>
    </inkml:brush>
  </inkml:definitions>
  <inkml:trace contextRef="#ctx0" brushRef="#br0">0 39 7847,'8'21'-248,"1"-3"0,-6 4 0,3 1 937,2-1 0,-5 4 0,4 5 1,-2 1-24,0 0 1,-1-3 0,-2 8 0,1 0-360,2 0 0,0-3 0,-5 3 1,0-2-28,0-3 0,0-3 0,0-5-167,0-4 1,0-7-208,0-9 0,0-12 1,0-16-1,0-6-158,0-9 1,0-1 0,1-12 0,3 1-6,0-1 0,6 6 1,-3-2 59,1 2 0,0 0 0,3 1 0,-3 6 1,0 7-10,0 10 1,2 10-1,4 11 212,1 9 1,-6 11 0,1 18-222,1 6 1,-4 9 0,-1-2-1,0 0-10,4-1 0,-2-7 0,2-8 0,1-7 225,2-7 0,8-1 0,1-11 0</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10:17.562"/>
    </inkml:context>
    <inkml:brush xml:id="br0">
      <inkml:brushProperty name="width" value="0.06" units="cm"/>
      <inkml:brushProperty name="height" value="0.06" units="cm"/>
    </inkml:brush>
  </inkml:definitions>
  <inkml:trace contextRef="#ctx0" brushRef="#br0">217 1 7847,'-22'0'139,"-1"0"0,6 1 1,-4 4 661,-2 5 0,4 2 0,-4 3 0,2 1 106,4 3 0,2 5 1,6 10-627,4 5 0,3 6 0,4 2 0,3-2 0,6 0-334,6-5 0,6-3 0,6-11 0,0-7-414,0-9 0,0-7 0,0-6 0,0-7 10,0-9 1,0-7 0,-2-5-1,-3-1 42,-5-2 0,-3 1 0,-3 5 1,-1 4 208,-3 5 1,1 11 0,3 11 1328,-4 15 0,4 9 1,-5 20-756,0 7 1,4 12-1,-8 3 1,0 5-1,-3 5 254,-1 2 0,-1-7 0,-3-2 0,-4-6-476,-4-2 1,-1-15 0,-10-3 0,1-7-645,-1-7 1,-3-13 0,-6-6 0,-3-5-1548,-2-5 0,-2-9 0,-4-8 2045,-1-9 0,1-17 0,0-5 0</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10:18.013"/>
    </inkml:context>
    <inkml:brush xml:id="br0">
      <inkml:brushProperty name="width" value="0.06" units="cm"/>
      <inkml:brushProperty name="height" value="0.06" units="cm"/>
    </inkml:brush>
  </inkml:definitions>
  <inkml:trace contextRef="#ctx0" brushRef="#br0">15 0 9576,'4'21'218,"1"3"0,2 10 1,-4 8-1,3 8 0,1 9-112,-1 6 0,-1 2 0,-5 4 0,0-3-730,0-6 1,0-7 0,0-5 0,-2-7-880,-2-11 1503,-4-14 0,-13-5 0,-2-5 0</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10:18.729"/>
    </inkml:context>
    <inkml:brush xml:id="br0">
      <inkml:brushProperty name="width" value="0.06" units="cm"/>
      <inkml:brushProperty name="height" value="0.06" units="cm"/>
    </inkml:brush>
  </inkml:definitions>
  <inkml:trace contextRef="#ctx0" brushRef="#br0">13 160 7753,'19'-24'0,"-1"0"25,0-2 1,-1 5-1,0 2 1,2 2 323,5 3 0,-1 6 1,-1 3-1,-1 5-64,-3 5 1,-7 5-1,-3 9 1,-2 5 64,-2 3 1,-4 4 0,-5 1-123,-5 2 0,-8 6 0,-2-1 0,-1 3-166,0 1 1,-3-1 0,3-2 0,-2-5-1,-1-2-895,1-6 0,3-6 1,7 1-207,3-1 1,5-8-1,10-10 647,5-6 1,4-10 0,5-8 391,6-1 0,7-7 0,2-7 0,-2 1 0,-2-4 0,-1-2 0,-5 5 0,-1-7 0,-2 1 22,-4 0 0,-5 5 0,-4 3 0,-2 5 458,-3 5 0,-3 8 1,-4 8 138,-6 2 0,-3 7 0,0 11 0,2 4-79,1 3 1,7 7 0,-2-2-377,4 3 1,1 2 0,0 2-1,0 1 1,1 2-109,4-2 0,3-2 0,7-2 1,-1-2-162,1-2 0,4-13 0,0-1-21,-1-7 0,3-5 1,-2-4-1,-1-10 1,-2-12 22,-2-9 0,-4-3 1,-2 0-1,-2 1 194,-2-1 0,-1 10 1,0 2 258,2 6 0,0 10-246,-5 12 1,0 8 0,0 12 0,0 4-1,0 5-506,0 5 1,1-2 0,3 5-146,0-2 0,6-6 1,-3-6-1,1-2-5,3-4 1,2-7 0,1-5 0,1-5 0,-1-7 551,1-7 0,-3-14 0,0-10 0,-4-4 0,-2-1 0,1-2 0,-4 0 0,2 1 45,-2 7 1,-2 5 0,-1 5 227,0 2 0,-1 11 0,-4 9 315,-5 4 0,4 7 1,1 5-1,4 7-32,1 6 1,6 5 0,4 5-1,2 4-370,3 4 0,1 2 0,2 1-112,1 3 0,0-3 0,-4 3 0,-1-3 0,-1-1-184,-3-1 0,-4-6 0,-6-3 0,-1-4-186,-4-1 1,-3-11-1,-7-3 1,-1-4-581,-3-3 0,3-2 0,-3-7 0,2-4-93,3-5 0,4-9 969,1-5 0,5-4 0,-2 0 0</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10:18.979"/>
    </inkml:context>
    <inkml:brush xml:id="br0">
      <inkml:brushProperty name="width" value="0.06" units="cm"/>
      <inkml:brushProperty name="height" value="0.06" units="cm"/>
    </inkml:brush>
  </inkml:definitions>
  <inkml:trace contextRef="#ctx0" brushRef="#br0">116 1 6687,'-4'14'0,"-3"1"699,-1-1 1,3 4 0,-3 4 0,2 9-360,3 4 1,1 4 0,4 4 0,2 2 145,6 4 0,3-3 1,1 4-1,3-3-300,2-5 1,-3-7 0,3 2 0,-3-2-123,-1-3 1,-7-6-1,-3-2 1,-4 0-174,-1-1 0,-6 3 0,-5-9-96,-7-4 0,0 0 0,-6-8 0,-2-2 0,-1-1-548,-2-2 0,7-2 1,2-3-1,6-6 41,4-7 0,4-4 0,6-7 0,0 0 712,0 0 0,13 0 0,3-6 0,13-2 0</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10:19.530"/>
    </inkml:context>
    <inkml:brush xml:id="br0">
      <inkml:brushProperty name="width" value="0.06" units="cm"/>
      <inkml:brushProperty name="height" value="0.06" units="cm"/>
    </inkml:brush>
  </inkml:definitions>
  <inkml:trace contextRef="#ctx0" brushRef="#br0">1 113 7674,'8'7'444,"0"1"1,-5 8 0,2 3 143,-2 5 0,-1 10 0,-2 5 0,0 2-234,0 3 1,0-1 0,1 1 0,2-1-303,2 1 0,2-12 0,-2-5-203,4-4 0,4-10 0,0-12-104,-3-9 1,1-3 0,-5-15-1,1-4 1,-1-7 1,1-7-1,-4-3 1,2-2 132,-2-3 0,3 1 0,-1-1 1,-2 7 79,-1 5 0,0 14 239,2 2 0,3 27 1,2 18-1,-2 18 43,-1 12 0,1 10 0,4 2 0,-1-2 91,1-1 1,-3-14 0,2-4-132,1-5 1,2-6 0,1-10 0,1-10-272,-1-8 0,1-6 0,-2-13 1,-2-3-295,-2-6 1,-4-8-1,3-4 1,-1-2-303,-4 0 0,3 1 1,1-4-1,1 2 93,3 1 1,-3 5-1,2-3 1,1 0 377,2 0 1,1 10 0,-1 0 0,-1 4 194,-3 6 163,-6 7 1,2 7-1,-10 12 1,-3 11-1,-1 5 661,-1 4 1,2 7 0,-3 2 0,3 4 7,1 2 1,2 4 0,5-2-606,0-4 0,5 2 0,3-9 0,4-1 0,4-7-58,0-4 1,6-10-1,1-12 1,1-9-274,0-11 1,-6-8 0,-1-7 0,-4-6-93,-3-7 1,-7 2 0,2-3 0,-3 3-17,-2 1 0,-5 12 1,-2 3-1,-1 5-649,-3 6 0,-2 0-613,-1 14 0,4-1 1474,0 5 0,9 0 0,1 0 0,6 0 0,9 0 0</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10:20.112"/>
    </inkml:context>
    <inkml:brush xml:id="br0">
      <inkml:brushProperty name="width" value="0.06" units="cm"/>
      <inkml:brushProperty name="height" value="0.06" units="cm"/>
    </inkml:brush>
  </inkml:definitions>
  <inkml:trace contextRef="#ctx0" brushRef="#br0">15 430 7943,'0'21'0,"0"1"441,0 1 0,0 4 0,0-3 1,0 3 239,0 2 1,0 2 0,0 1 0,0 4-348,0 1 0,0-4 0,-2 4 0,-1-3-165,-2-7 0,1 1-171,4-9 0,0-8 1,0-12-1,0-12-177,0-10 0,0-10 1,1-6-196,4-3 1,-2-3 0,7-3 0,0-2-1,-1 0-575,1 2 0,-7 11 1,3-5 624,1 5 0,-1-2 0,6 4 0,-3-2 1,3-2-5,0 2 1,8-4 0,-1 5 0,0 1 327,2 1 0,-3 8 0,4-3 6,-1 9 1,-1 10 0,-6 8 0,-1 10 492,-3 12 1,-4 13-1,-6 9 1,2 6 186,2 4 0,-2 1 0,5 3 1,-3-1 16,1-2 1,5-11 0,-5 0-207,-2-5 0,5-5 1,0-6-459,0-2 1,-2-15-1,-7-2-155,-4-9 0,-5-7 0,-9 4 42,-5 2 1,-2 1-1,0 4 1,2 1-1,-1 5 40,-3 5 0,6 0 1,2 11-1,6 1 266,4 3 1,4-4-1,6-2 1,1 1-397,4-1 0,3-5 0,8-3 1,4-8-33,4-4 0,3-4 0,2-4 0,2-8-614,2-9 1,-5-1 0,4-3 0,2-4-77,1 0 1,-3-4-1,1 1 1,-6 4 885,-3 4 0,-11 3 0,0 6 0,-4-1 123,-1 5 1,-6 5 0,-2 8 658,-8 0 0,-5 8 0,-1 7 24,-1 7 0,-3 10 0,1 5 0,2 4 0,1 7 33,3 6 1,-1 3 0,-2 10-1,-1 4-1271,1 5 0,4-1 0,2 4 1,0-3-908,0-6 1339,5-20 0,-16 11 0,2-15 0</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10:20.746"/>
    </inkml:context>
    <inkml:brush xml:id="br0">
      <inkml:brushProperty name="width" value="0.06" units="cm"/>
      <inkml:brushProperty name="height" value="0.06" units="cm"/>
    </inkml:brush>
  </inkml:definitions>
  <inkml:trace contextRef="#ctx0" brushRef="#br0">421 15 7949,'-20'-8'0,"0"3"342,-3 3 1,-1 2 0,-5 0 0,0 2 153,0 3 1,-1 9 0,-3 10 0,1 5-112,5 5 1,-2 3-1,6 6 1,1 2-220,3 4 1,4-3 0,5 6 0,6-1-336,2 1 1,10-10-1,5 1 1,8-3-488,6-3 0,0-1 0,10-9 0,2-3-1121,3-5 1,-2-9 1776,8-5 0,4-16 0,-1-5 0</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10:21.029"/>
    </inkml:context>
    <inkml:brush xml:id="br0">
      <inkml:brushProperty name="width" value="0.06" units="cm"/>
      <inkml:brushProperty name="height" value="0.06" units="cm"/>
    </inkml:brush>
  </inkml:definitions>
  <inkml:trace contextRef="#ctx0" brushRef="#br0">196 0 7877,'-17'0'0,"-2"2"286,-5 3 1,1 9 0,1 12-1,1 6 433,3 7 1,2 4 0,3 5 0,2 5-385,1 4 0,9-6 0,1-4 1,8-5-261,5-4 1,8-12-1,3-4 1,3-9-469,2-8 0,2-11 1,1-10-1,3-12-5,2-9 1,-8-5-1,2-3 1,-2-3 103,-4-5 0,-5 3 1,-3 4-1,-4 5 243,-3 8 1,-5 12 430,4 1 0,-10 20 1,-1 2-1,-3 14-246,-1 13 1,1 2-1,5 6 1,0 1-585,0 4 0,0-8 1,0 4-1,2-6-161,3-3 1,3-11 0,6-5 168,1-5 0,-1-5 1,-1-9 441,-3-9 0,2-6 0,-4-8 0</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10:21.312"/>
    </inkml:context>
    <inkml:brush xml:id="br0">
      <inkml:brushProperty name="width" value="0.06" units="cm"/>
      <inkml:brushProperty name="height" value="0.06" units="cm"/>
    </inkml:brush>
  </inkml:definitions>
  <inkml:trace contextRef="#ctx0" brushRef="#br0">1 61 6434,'0'15'1442,"0"1"1,0 3 0,0 7-855,0 6 1,0 7 0,2 9 0,1 5-421,2 3 1,4-2 0,-4-3-107,-2-1 0,0-5 0,1-11 0,1-10-167,-2-6 0,0-12 1,0-8-1,2-11-230,-2-9 1,4-13 0,-1-9 134,2-7 1,2-9-1,4-1 1,1 1-1,-1-1 11,1 2 0,-1 6 0,1 8 260,-1 9 0,1 6 1,-1 17-1,-1 11 96,-3 14 0,-2 10 0,-5 12 1,3 6-230,2 7 0,-4 4 0,0 4 0,0-4-218,0-2 1,-2-12 0,4 3 0,-1-6 279,0-7 0,6-14 0,-3 0 0</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10:21.644"/>
    </inkml:context>
    <inkml:brush xml:id="br0">
      <inkml:brushProperty name="width" value="0.06" units="cm"/>
      <inkml:brushProperty name="height" value="0.06" units="cm"/>
    </inkml:brush>
  </inkml:definitions>
  <inkml:trace contextRef="#ctx0" brushRef="#br0">0 21 10127,'0'14'845,"0"3"1,0 3-536,0 9 0,5 2 1,2 8-1,-1 2 82,0 6 0,6 0 1,-4 4-335,0-1 0,0-8 1,-5-8-1,2-5 1,0-5-263,1-5 0,-4-13 1,4-10-2,1-14 0,-6-9 1,4-9-1,-3-6-1,-2-4 1,4-9-1,3 4 1,-1-2 115,1-1 1,4 13-1,-3-1 162,0 5 1,5 9 0,-3 11 0,1 7 48,-2 10 1,3 10 0,-6 14 0,1 10 143,-1 6 1,4 10 0,-4 3-457,2 3 1,0 0 0,3-1 0,-1-3 0,1-4-879,2-6 1,2-7 0,-1-12 0,2-9 337,4-8 0,-3-12 0,6-10 731,-2-11 0,-2-15 0,-5-10 0</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10:21.861"/>
    </inkml:context>
    <inkml:brush xml:id="br0">
      <inkml:brushProperty name="width" value="0.06" units="cm"/>
      <inkml:brushProperty name="height" value="0.06" units="cm"/>
    </inkml:brush>
  </inkml:definitions>
  <inkml:trace contextRef="#ctx0" brushRef="#br0">99 72 7578,'-15'0'-137,"6"2"1,-1 3 0,-1 6 827,-2 7 0,0 6 0,3 10 0,4 6-72,0 7 0,4-1 0,-1 6 0,8-4-367,9-6 0,2-5 0,8-11 0,2-6-281,1-5-1,2-10 1,-1-2 0,-3-8-101,0-9 0,-8-7 0,3-8 0,-6-2-266,-4-3 1,-4 2-1,-6-5 1,0 2 137,0 3 0,-6 3 1,-4 5-1,-1 3-383,1 0 0,-3 5 0,4-2 0,-3 4 250,3-1 1,-3 9 0,8-9 0,0 2 390,3 0 0,1-1 0,0-13 0,0-4 0</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10:21.994"/>
    </inkml:context>
    <inkml:brush xml:id="br0">
      <inkml:brushProperty name="width" value="0.06" units="cm"/>
      <inkml:brushProperty name="height" value="0.06" units="cm"/>
    </inkml:brush>
  </inkml:definitions>
  <inkml:trace contextRef="#ctx0" brushRef="#br0">1 1 7877,'14'0'111,"0"0"1,1 6-1,-2 4 1,-2 6 403,-1 8 1,-1 7 0,4 14 0,-2 5 77,-1 7 0,-5 5 0,3 7 1,-2 3-322,-2 2 0,-3-8 0,-1 2 0,0-10-616,0-12 1,-5-15 0,-1-5 343,-2-9 0,-8 1 0,-7-10 0</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10:22.094"/>
    </inkml:context>
    <inkml:brush xml:id="br0">
      <inkml:brushProperty name="width" value="0.06" units="cm"/>
      <inkml:brushProperty name="height" value="0.06" units="cm"/>
    </inkml:brush>
  </inkml:definitions>
  <inkml:trace contextRef="#ctx0" brushRef="#br0">1 290 7877,'0'-37'240,"0"3"1,1 10-1,4 5 1,6 3 558,7 1 0,0 6 0,6 0 0,3 3-477,5 3 1,7-4 0,8 1 0,2-2-1534,3-3 0,-2-2 0,4-2 1211,1 1 0,11-7 0,-6-2 0</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10:22.527"/>
    </inkml:context>
    <inkml:brush xml:id="br0">
      <inkml:brushProperty name="width" value="0.06" units="cm"/>
      <inkml:brushProperty name="height" value="0.06" units="cm"/>
    </inkml:brush>
  </inkml:definitions>
  <inkml:trace contextRef="#ctx0" brushRef="#br0">131 290 6743,'-14'-29'0,"-1"0"-309,1 0 1,-1-1-1,2-3 309,4 0 0,-2 0 0,6 9 0,1 5 0,1 5 31,-2 4 1,2 3 1130,-6 7 0,5 2-635,0 3 1,2 3 0,2 8 0,2 7-166,2 10 1,4 8 0,7 15 0,-1 5-164,1 3 1,-1 4 0,-1 4-1,-2 1-302,-1-1 1,0-4-1,3-6 1,-4-4-771,-4-6 0,-3-12 1,-2-1-1,0-14 873,0-7 0,0-10 0,0-2 0</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10:22.789"/>
    </inkml:context>
    <inkml:brush xml:id="br0">
      <inkml:brushProperty name="width" value="0.06" units="cm"/>
      <inkml:brushProperty name="height" value="0.06" units="cm"/>
    </inkml:brush>
  </inkml:definitions>
  <inkml:trace contextRef="#ctx0" brushRef="#br0">1 144 7799,'14'-29'0,"2"1"-89,4 4 0,-3 3 0,6 7 0,-1 1 9,1 3 0,-4 6 0,4 8 659,-2 6 1,-4 9-1,-5 4 1,-4 1-1,-2 2-208,-3 4 0,-1-1 0,-4 7 0,-3-3-274,-4 1 0,-4 2 0,-2-6-51,1-1 0,-7 3 1,-1-9-1,-3-1 0,3-1-1033,1 0 1,2-11-1,4-1-1234,1-5 2221,6-4 0,-5-7 0,5-1 0</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10:23.209"/>
    </inkml:context>
    <inkml:brush xml:id="br0">
      <inkml:brushProperty name="width" value="0.06" units="cm"/>
      <inkml:brushProperty name="height" value="0.06" units="cm"/>
    </inkml:brush>
  </inkml:definitions>
  <inkml:trace contextRef="#ctx0" brushRef="#br0">1 158 7799,'14'15'218,"1"-3"0,-2 1 251,-4 2 1,4-7 0,-5 10 0,2 1 38,0 2 0,-6-2 1,4 5-1,-1 2-235,-4 1 1,-1 2 0,-2-1 0,0-3-354,0-1 1,-2-6 0,-1 1 0,-4-4 27,-1-5 0,4 1 0,-4-10-41,1-7 1,-3-4 0,6-14-1,0-3 125,3-5 0,1 0 0,1-7 0,4 0-30,5 2 0,3-3 0,1 6 0,1 2-441,-1 2 1,1 1 0,1 1 0,1 3-350,3 0 0,4 13 0,-5-1 0,1 5 352,0 4 1,-4 6 0,2 6 0,-5 10 435,-3 8 0,-1 1 0,4 11 0,-2 3 43,-1 0 1,0-4 0,4-3 0,1-3 280,-1-2 0,2-7 0,2-4 1,1-7 298,-1-6 0,0-10 0,-1-6 1,3-7-229,-3-6 0,-1-5 1,-3-5-1,-3-4-228,-5-4 0,-4-1 1,-2 1-1,-4 3-186,-5 5 0,-7 10 1,-4 7-1,-2 5 62,-3 7 1,4 7-1,-1 8 1,3 11 118,2 9 1,3 4 0,6 8 0,4 6 15,3 7 0,2-5 1,0 8-1,3-2-448,7 0 0,0-4 0,11-6 0,0-4-252,3-3 1,-2-9-1,1-2 1,-1-12-1049,1-10 1,-4-11 1569,5-4 0,-6-17 0,3-5 0</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10:23.409"/>
    </inkml:context>
    <inkml:brush xml:id="br0">
      <inkml:brushProperty name="width" value="0.06" units="cm"/>
      <inkml:brushProperty name="height" value="0.06" units="cm"/>
    </inkml:brush>
  </inkml:definitions>
  <inkml:trace contextRef="#ctx0" brushRef="#br0">1 59 7799,'0'28'189,"0"-3"1,0-1 0,0 1 58,0 3 0,0 1 0,1 1 0,4 3-19,5 0 1,-2-4 0,2-8 0,1-3 93,2-5 0,1-8 0,1-1 0,1-4-149,3-4 1,-3-11-1,5-9 1,-2-5-195,1-5 0,-1 4 0,-6-4 1,-4 2-400,-4-2 1,2 3 0,-2-1 0,-2 5 418,-2 3 0,-1 0 0,0-5 0</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10:23.626"/>
    </inkml:context>
    <inkml:brush xml:id="br0">
      <inkml:brushProperty name="width" value="0.06" units="cm"/>
      <inkml:brushProperty name="height" value="0.06" units="cm"/>
    </inkml:brush>
  </inkml:definitions>
  <inkml:trace contextRef="#ctx0" brushRef="#br0">1 87 7799,'10'25'313,"-1"-1"0,1-7 0,4 3 0,1-4 198,-1-2 0,2-4 0,2-2 1,3-2-301,1-2 1,-4-4 0,1-5 0,-2-6-169,-3-7 1,-4 0 0,-2-4-1,-2-1-116,-3 1 0,-3 2 0,-4-2 0,-6 1-460,-3 3 1,-1 7-1,-1 3 1,1 1 368,-1 4 0,1 2 0,-1 2 0,1 4 60,-1 5 0,7 4 0,3 5 0,2 6-6,-2 2 0,4 2 1,-4 0-1,5-2-341,5-3 0,-2 2 0,7-7 451,1-1 0,2-2 0,1-1 0</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10:23.959"/>
    </inkml:context>
    <inkml:brush xml:id="br0">
      <inkml:brushProperty name="width" value="0.06" units="cm"/>
      <inkml:brushProperty name="height" value="0.06" units="cm"/>
    </inkml:brush>
  </inkml:definitions>
  <inkml:trace contextRef="#ctx0" brushRef="#br0">1 27 8364,'0'15'334,"0"-5"0,0-1 1,0 4 109,0 5 0,0-2 0,0 5 1,0 0-153,0 3 0,2 0 0,1 2 0,2 1-154,-2-1 1,3-2 0,-1 0 0,-2-5-36,-1-3 1,-2-6-1,2-2-192,2-1 0,-2-9 0,3-9 0,-2-7 5,2-6 1,-4-8-1,6-4 1,-1-1-48,4-3 0,-2 5 0,2 1 0,-1 3 237,-1 2 1,5 7-1,-3 4 1,3 7 207,1 6 1,-4 5 0,0 7-1,1 7-55,2 9 1,-4 10-1,-1 6 1,0 4-463,0 6 1,-3-4 0,3 1-1,0-6-1556,0-6 1,-3-10 0,5-6 495,1-7 0,-3-12 1263,2-14 0,-1-12 0,6-10 0</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10:24.109"/>
    </inkml:context>
    <inkml:brush xml:id="br0">
      <inkml:brushProperty name="width" value="0.06" units="cm"/>
      <inkml:brushProperty name="height" value="0.06" units="cm"/>
    </inkml:brush>
  </inkml:definitions>
  <inkml:trace contextRef="#ctx0" brushRef="#br0">1 63 7799,'0'-22'125,"2"2"1,1 9 466,2 1 1,1 10-1,-3 5-172,2 13 1,1 9 0,-2 7-1,1 5-176,-2 2 1,3 5 0,-1 0 0,-2 4-630,-1 2 0,-2-4 1,0 2-1,0-4-1001,0-4 1,-2-10 1385,-3-3 0,-3-6 0,-6-9 0</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10:24.225"/>
    </inkml:context>
    <inkml:brush xml:id="br0">
      <inkml:brushProperty name="width" value="0.06" units="cm"/>
      <inkml:brushProperty name="height" value="0.06" units="cm"/>
    </inkml:brush>
  </inkml:definitions>
  <inkml:trace contextRef="#ctx0" brushRef="#br0">0 203 7799,'0'-15'502,"0"1"0,0 0 80,0-1 0,6 5 1,4 1-1,3-2-168,1-2 0,9-2 0,4 1 1,7-1-1043,3 1 1,2 4 0,3 2-1,-1 2 628,3 2 0,-4-4 0,10 0 0</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10:24.625"/>
    </inkml:context>
    <inkml:brush xml:id="br0">
      <inkml:brushProperty name="width" value="0.06" units="cm"/>
      <inkml:brushProperty name="height" value="0.06" units="cm"/>
    </inkml:brush>
  </inkml:definitions>
  <inkml:trace contextRef="#ctx0" brushRef="#br0">1 63 7883,'0'-19'497,"0"0"0,0 4-276,0 5 0,5 14 0,1 2 0,4 12 350,6 11 0,-2 8 0,6 11 0,-3 8-355,3 10 0,-4-1 0,3 12 0,-4 3-624,-6 4 1,-1-9 0,-4-5 0,0-6 53,0-3 1,-4-16 0,-5-1 353,-5-15 0,-3 1 0,-1-14 0</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10:24.775"/>
    </inkml:context>
    <inkml:brush xml:id="br0">
      <inkml:brushProperty name="width" value="0.06" units="cm"/>
      <inkml:brushProperty name="height" value="0.06" units="cm"/>
    </inkml:brush>
  </inkml:definitions>
  <inkml:trace contextRef="#ctx0" brushRef="#br0">0 333 7956,'0'-14'159,"2"4"0,1 0 1,4 1-47,1 1 1,1-5 0,7 3 0,2-3 103,1-1 0,7-1 1,-2 1-1,4-1-879,1 1 0,0-5 1,-2-1-1,-1 1 662,-2-2 0,-6 4 0,1-8 0,-3 1 0,-2-5 0</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10:25.259"/>
    </inkml:context>
    <inkml:brush xml:id="br0">
      <inkml:brushProperty name="width" value="0.06" units="cm"/>
      <inkml:brushProperty name="height" value="0.06" units="cm"/>
    </inkml:brush>
  </inkml:definitions>
  <inkml:trace contextRef="#ctx0" brushRef="#br0">15 0 7789,'0'15'154,"0"-1"0,0 0 387,0 1 0,-2 6 1,-1 1-1,-2 3-175,2-1 1,1 1 0,2 8 0,2 4 32,3 4 0,-4-5 0,4 7 1,-2-3-360,2-3 0,-3-1 0,4-9 1,-1-3-228,0-4 0,1-6 0,-1-4-58,5-5 0,-2-7 1,2-6-1,-1-8 47,-1-5 1,5-10 0,-3-7 0,3-4 148,1-2 1,1 1 0,-1 1 0,-1 4 60,-3 4 0,2 8 0,-4 4 1,2 2-1,0 7 0,-5 5 0,3 12 0,-2 5 4,-3 11 1,-1 10-1,0 5 1,1 2-39,2 4 1,1 0-1,-3 1 1,4-3-105,1-5 0,1-10 0,6-5 1,-1-4 4,1-6 0,1-2 0,2-7 0,2-4 111,3-5 1,-5-4 0,3-14 0,-2-4-30,0 0 1,0-6-1,-6 0 1,-3-1 176,-5-1 1,-4 2-1,-1-1 1,-1 4 65,-4 3 0,-3 4 0,-7 3 0,1 5 125,0 2 0,-6 9 1,1 4-1,1 4 174,2 4 0,6 11 0,1 9-316,-2 3 0,4 9 1,2 2-1,4 4 1,2 2-324,4-1 0,3 0 1,7-1-1,-1-3-612,1-5 1,6-5 0,3-7 0,3-7-497,2-9 0,0-8 0,0-9 1244,0-13 0,6-16 0,2-12 0</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10:25.453"/>
    </inkml:context>
    <inkml:brush xml:id="br0">
      <inkml:brushProperty name="width" value="0.06" units="cm"/>
      <inkml:brushProperty name="height" value="0.06" units="cm"/>
    </inkml:brush>
  </inkml:definitions>
  <inkml:trace contextRef="#ctx0" brushRef="#br0">88 15 7769,'-10'-8'209,"0"3"324,-1 3 1,0 4 0,1 4 0,5 7 63,4 5 1,1 7-1,1 0 1,4 2-230,5 2 0,3 5 0,3 1 0,1 2-207,3 3 1,-1-3 0,-4 2 0,-3 3-112,-2 4 0,-4-5 1,-6 0-1,-1-2-616,-4-2 1,-8-3 0,-6 1 0,0-4 89,-2-9 0,3-6 1,-5-6-1424,3-5 1,2-5 1898,8-5 0,4-16 0,6-10 0</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10:25.658"/>
    </inkml:context>
    <inkml:brush xml:id="br0">
      <inkml:brushProperty name="width" value="0.06" units="cm"/>
      <inkml:brushProperty name="height" value="0.06" units="cm"/>
    </inkml:brush>
  </inkml:definitions>
  <inkml:trace contextRef="#ctx0" brushRef="#br0">87 275 6921,'24'-24'-311,"1"0"0,-8 5 0,3-5 915,-4-2 1,-8 5 0,-3 2 0,-4 1 71,-1-1 0,-6 3 0,-4-2 0,-4 5-544,-6 4 1,3 1 0,-6-2 0,2 5 86,3 3 0,1 4 1,1 4-1,0 9 130,3 7 0,8 3 0,0 4 0,3 6-23,2 5 0,2 4 1,3-3-1,6 0-478,7-3 0,0-4 0,6 1 0,1-2-730,3-6 1,7-14 0,4-4 0,3-7-2721,1-7 3602,0-9 0,7-22 0,2-9 0</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10:26.092"/>
    </inkml:context>
    <inkml:brush xml:id="br0">
      <inkml:brushProperty name="width" value="0.06" units="cm"/>
      <inkml:brushProperty name="height" value="0.06" units="cm"/>
    </inkml:brush>
  </inkml:definitions>
  <inkml:trace contextRef="#ctx0" brushRef="#br0">44 0 7782,'-9'10'260,"1"0"0,1 1-9,4 2 1,-4 8 0,3 3 0,0 7-53,3 7 1,1 2 0,0 13-1,0 2-602,0 1 0,0-9 1,1-5-1,3-7-421,0-7 1,8-7 823,-3-12 0,4-15 0,2-10 0</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10:26.225"/>
    </inkml:context>
    <inkml:brush xml:id="br0">
      <inkml:brushProperty name="width" value="0.06" units="cm"/>
      <inkml:brushProperty name="height" value="0.06" units="cm"/>
    </inkml:brush>
  </inkml:definitions>
  <inkml:trace contextRef="#ctx0" brushRef="#br0">29 44 7782,'-14'-15'-615,"6"1"334,1 6 0,14 1 0,4 9 0,5 1 281,3 2 0,7 6 0,-3-3 0</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10:26.442"/>
    </inkml:context>
    <inkml:brush xml:id="br0">
      <inkml:brushProperty name="width" value="0.06" units="cm"/>
      <inkml:brushProperty name="height" value="0.06" units="cm"/>
    </inkml:brush>
  </inkml:definitions>
  <inkml:trace contextRef="#ctx0" brushRef="#br0">72 1 7821,'-8'19'0,"3"3"263,3 6 0,2-6 0,0 10 0,0 1 97,0-3 0,0 2 0,2 1 0,3 2-136,4 2 1,4-3 0,0 3 0,-2-2-59,-1-3 0,-7-6 0,2-4 0,-3-1-145,-2-3 1,-2-3-1,-3-4 1,-4-3-291,-4-2 0,-2 1 0,1-4 0,-1 2-458,1-2 1,4-1 0,0-4 187,-1-3 1,5-4-1,1-9 1,5-3 538,5-2 0,3-1 0,6-11 0,1-2 0</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10:26.675"/>
    </inkml:context>
    <inkml:brush xml:id="br0">
      <inkml:brushProperty name="width" value="0.06" units="cm"/>
      <inkml:brushProperty name="height" value="0.06" units="cm"/>
    </inkml:brush>
  </inkml:definitions>
  <inkml:trace contextRef="#ctx0" brushRef="#br0">145 0 7983,'-5'10'471,"0"-1"0,-1 3 1,2 5-1,0 4 18,0 2 0,3 7 1,1 7-1,0 4-196,0 2 0,6-6 1,4 8-1,4-1-122,6-4 0,-4-5 1,1 1-1,-4-3-17,-3-1 1,-7-9 0,2 4 0,-5-3-118,-5-1 0,-3-9 0,-8 4 0,-3 0-322,-5-2 0,1 0 0,-1-3 0,0-3 62,1-6 1,2 3 0,7-2 0,1-4-732,3-4 0,4-5 1,6-6-1,2-3-301,2-2 0,4-3 1255,7-7 0,-1 0 0,1 0 0</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10:26.958"/>
    </inkml:context>
    <inkml:brush xml:id="br0">
      <inkml:brushProperty name="width" value="0.06" units="cm"/>
      <inkml:brushProperty name="height" value="0.06" units="cm"/>
    </inkml:brush>
  </inkml:definitions>
  <inkml:trace contextRef="#ctx0" brushRef="#br0">58 33 7782,'-6'16'315,"-4"3"0,2-3 1,0 5-1,0 2 394,0 6 0,4 1 0,0 7 0,2 0-469,2 0 0,6-5 1,4 2-1,3-5-206,1-5 0,3-3 0,0-8 0,4-3-271,2-6 1,-6-5-1,3-9 1,-3-9-38,3-7 1,-6-11 0,2-5 0,-4-6 175,-1-3 0,-3 7 0,0-1 0,0 3 416,0 7 1,-5 8 113,2 2 0,-3 16 1,-2 6-1,0 14 8,0 11 0,1 14 0,2 7 1,2 7-831,-2 2 0,4 4 1,-1-6-1,2-2-682,4-5 0,-4-10 1,1-4-1,1-9-1458,-2-3 2530,5-9 0,-5-8 0,6-8 0</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10:27.177"/>
    </inkml:context>
    <inkml:brush xml:id="br0">
      <inkml:brushProperty name="width" value="0.06" units="cm"/>
      <inkml:brushProperty name="height" value="0.06" units="cm"/>
    </inkml:brush>
  </inkml:definitions>
  <inkml:trace contextRef="#ctx0" brushRef="#br0">42 274 7589,'14'0'230,"-4"-5"0,-2-1 0,0-1 231,0 1 0,0-6 0,3 1 0,-1-5-195,1-3 1,-3-7 0,0 2 0,-1-3 30,-4-2 0,-1 5 0,-4 1 264,-3 2 1,-3 8-1,-6 8 1,-1 5-290,1 5 0,-1 11 0,1 13 1,-1 8-131,1 5 0,4 6 0,2 2 0,0 0-187,0 0 0,5 3 0,-2-6 0,5-4-726,5-3 1,3-12 0,6-3-805,1-7 0,4-7 1,2-14-1,0-7 1575,0-9 0,-2-19 0,-4-7 0</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10:27.377"/>
    </inkml:context>
    <inkml:brush xml:id="br0">
      <inkml:brushProperty name="width" value="0.06" units="cm"/>
      <inkml:brushProperty name="height" value="0.06" units="cm"/>
    </inkml:brush>
  </inkml:definitions>
  <inkml:trace contextRef="#ctx0" brushRef="#br0">159 0 8217,'-13'2'831,"4"3"0,-2 3 0,6 8 0,2 3 49,1 5 0,2 10 0,2 5 1,2 3-519,6 1 0,4 2 1,4 2-1,1 1-171,-1-1 0,-2-7 0,-3-3 0,-3 0-579,-5 0 1,-4-5 0,-2 0 0,-4-3-487,-5 0 1,-9-10 0,-5 6 0,-4-6-120,-1 0 0,0-8 0,2 2 993,3-5 0,-3-3 0,4-5 0</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10:27.459"/>
    </inkml:context>
    <inkml:brush xml:id="br0">
      <inkml:brushProperty name="width" value="0.06" units="cm"/>
      <inkml:brushProperty name="height" value="0.06" units="cm"/>
    </inkml:brush>
  </inkml:definitions>
  <inkml:trace contextRef="#ctx0" brushRef="#br0">0 0 7766,'15'0'0,"-1"0"398,1 0 0,-5 0 1,-1 0 2129,2 0-2528,-4 7 0,-1 1 0,-6 6 0</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1:54.928"/>
    </inkml:context>
    <inkml:brush xml:id="br0">
      <inkml:brushProperty name="width" value="0.06" units="cm"/>
      <inkml:brushProperty name="height" value="0.06" units="cm"/>
    </inkml:brush>
  </inkml:definitions>
  <inkml:trace contextRef="#ctx0" brushRef="#br0">1 639 10449,'19'0'609,"-3"-5"0,5 0 0,-2-3-407,-3-2 1,0-2 0,0-2-240,2-4 0,-5-1 0,-6-5 0,-1 3 0,-5-3 24,-3-1 0,-6 5 0,-5 2 0,-2 5-63,-2 4 0,2 3 0,-4 8 1,1 4 468,1 7 1,4 7 0,5 11-161,3 4 1,0 5 0,5 2-1,2 1 1,2-2-499,5 0 0,7-10 1,3 4-1,1-7-332,4-6 1,-4-5-1,2-8 1,2-6-236,1-6 1,-5-6 0,-2-8 0,-4-7 831,0-5 0,-7-11 0,-1-7 0</inkml:trace>
  <inkml:trace contextRef="#ctx0" brushRef="#br0" timeOffset="301">265 428 7888,'0'13'162,"0"0"1,0 0 0,0 1 504,0-1 0,4 6 0,2 3 0,0 3-123,0 1 0,4 2 0,-3 1 1,2 3-292,0 2 1,-2-9 0,3 0-1,-1-3-129,1-2 0,-2-5 0,1-2-292,1-7 0,-4-6 1,-2-6-1,-2-7-277,-2-7 1,0-8 0,0-6 0,1-7 157,3-4 1,-2 2 0,2-1 0,-1 3 238,2 2 1,-2 8 0,4 3 117,-1 3 0,0 0 1,-2 12-1,3 7 370,1 8 0,2 11 0,-4 9-458,1 3 0,-3 5 1,5 3-1,0 0 1,0 4-958,0 1 1,-1-7 0,6-3 313,-1-3 1,1-3 0,3-11 0,0-2 323,-1-5 1,3-9 0,0-9 336,2-6 0,1-11 0,4-3 0</inkml:trace>
  <inkml:trace contextRef="#ctx0" brushRef="#br0" timeOffset="483">766 336 7933,'-13'-14'0,"-1"3"301,1 2 1,-1-1 0,-3 5 0,0 2 204,1 2 1,-3 2-1,1 4 1,2 5 144,1 6 0,8 5 0,3 5 0,2 2-41,2 2 0,2 0 0,2 3 0,6 1-429,6 0 1,9 0 0,8 1 0,0-5-120,4-2 1,-3-12 0,1-4 0,0-5-1711,-1-4 0,-1-3 0,-3-5-334,0-9 1982,1-11 0,-5-14 0,1-8 0</inkml:trace>
  <inkml:trace contextRef="#ctx0" brushRef="#br0" timeOffset="1051">1636 309 7822,'0'-13'-35,"0"4"1,-1 0 158,-4-1 0,2-2 1,-6-1-1,-1 1 0,-2 2 406,-1 1 1,0 2 0,-2-3 0,-1 3-80,-1 1 1,-1 3-1,5 7 1,-2 6-181,-2 7 1,6 4 0,0 10 0,3 6 112,5 5 1,2 1 0,1 5 0,1 1-419,4-3 1,4 0 0,7-10 0,3-2-581,1-3 0,2-11 1,3 4-37,-3-8 0,6-6 0,-5-10 0,1-3 0,1-5-893,0-10 1,-5-7 1542,-2-6 0,-4-2 0,0-7 0</inkml:trace>
  <inkml:trace contextRef="#ctx0" brushRef="#br0" timeOffset="1467">1755 19 7822,'0'-13'273,"0"7"1,0 7 396,0 11 0,4 7 1,2 8-1,0 0-331,0 4 1,4 4-1,-1 8 1,2 4-183,3 4 1,-6-4-1,1 7 1,1-1 100,2-3 0,1-2 0,-1-1-50,-3-8 0,1-6 1,-4-11-349,1-5 0,1-11 0,0-10 0,-3-14-227,-4-10 1,-1-5 0,0-8 0,0-3 60,0-5 1,0 2 0,0 1 0,2 0 117,2 4 1,-1 11 0,6 7 266,1 8 0,-3 7 0,2 15 0,1 9-2,2 10 0,-3 3 0,0 7 0,1 2-299,2 1 1,1-3 0,0-2-282,0 0 0,2-3 0,1-5 0,2-4 0,-1-6 135,2-5 1,-4-9 0,4-1 0,-3-9 367,-3-7 0,3-6 0,-8-7 0,-1-2 0,5-11 0,-5 1 0</inkml:trace>
  <inkml:trace contextRef="#ctx0" brushRef="#br0" timeOffset="1733">2203 243 7822,'-6'-7'0,"-3"1"259,-2 0 1,2 5-1,0-4 1,-1 5 510,-2 5 0,3 2 1,2 6-1,0 2-289,-1 2 0,5 4 0,-1 4 0,2-2-304,2-1 0,6 0 0,3 3 0,3-3-209,1-4 0,2-4 0,1-2 1,3-3-70,1-5 0,-2-4 1,2-6-1,0-7-228,-4-7 0,-3-5 0,-3-2 0,-1 1 304,1 0 0,-4-1 0,0 2 0,-2 3 630,1 5 0,-1 7-316,-4 1 1,1 13-1,2 6 1,3 14-339,2 10 0,-4 4 1,3 1-1,1 1-554,-1-1 0,2 1 0,2-3 0,0-5-799,-2-6 0,-2-8 0,3-2 394,-1-6 1,-6-10 1007,1-9 0,-2-8 0,-2-4 0</inkml:trace>
  <inkml:trace contextRef="#ctx0" brushRef="#br0" timeOffset="2066">2454 283 7822,'-9'0'1285,"0"0"1,6 1 0,-1 4-922,2 3 1,2 6 0,0 3-1,0 5 106,0 3 0,5 7 0,0 2 0,3 1-243,2 0 1,0-4-1,0 3 1,-2-2-148,-2-3 1,2-5 0,-3-4-1,-1-2-3,2-6 0,-4-4 1,2-6-206,-3-2 0,-1-9 0,0-14 0,0-7-116,0-5 0,0-3 0,0-2 1,0 1 157,0-1 0,0 5 1,2 3-1,1 3 0,1 4 1,1 7 353,-5 1 1,5 9-1,3 10 1,1 8 53,-1 6 0,1 9 0,3 0-305,-3 4 0,2 6 0,-2-4 0,1 0 0,1 0-930,-3-1 0,0 1 1,2-6-1,-1-3-170,1-4 0,-3-4 1083,2 0 0,0-13 0,4-2 0</inkml:trace>
  <inkml:trace contextRef="#ctx0" brushRef="#br0" timeOffset="2782">2704 336 7822,'0'-14'776,"0"6"1,-1 0 561,-4 2 1,4 3-768,-4 8 0,4 4 0,2 7 1,2 3-138,2 1 0,5 2 0,-3 3 1,2 0-279,0 1 0,0-5 1,2 7-1,0-2-159,-3-2 0,0-5 0,2 1 0,-3-1 136,-1-3 1,3-5 0,-5-6-310,-1-3 0,3-7 0,-2-12 0,-1-7-95,-1-5 1,-2-5 0,0-4 0,0 2 200,0 1 1,0 5 0,0 1 0,0 4 621,0 3 1,0 6-195,0-2 0,1 10 1,2 5-291,2 6 0,5 10 1,-1 9-1,2 4 0,3 5-587,-1 4 0,0-1 0,-1-1 0,-2 0-1082,-1-4 0,0-1 0,4-3 406,0-3 0,0-5 0,-1-9 1195,-3-8 0,-2-6 0,-4-9 0,1-2 0,-1-5 0,-1-3 0,-1 3 0,2 1 0,1 2-258,-1 3 0,-1 1 0,-1 4 835,4 2 1,-2-1-1,5 5 1,3 2-57,0 2 0,3-4 0,-1 0 152,0-3 0,0 4 0,-1-5 0,-2-1-470,-1-2 0,-5-6 0,4 1 1,-2-1-1,-4-1 12,0-3 1,-8 3 0,-3 2 0,-4 2 431,-5 2 0,4 6 1,-4 2-1,4 4-32,0 1 1,1 1 0,0 4 0,1 5-262,4 6 1,2 6 0,6 9-1,0 4-159,0 3 0,1 1 1,4 0-1,3-3-1236,4-1 1,1-5 0,0-1 0,1-6-1124,-1-5 0,4-9 0,2-5 1251,2-2 0,-5-14 0,3-7 0,-1-9 0,-1-7 913,-1-3 0,-5-3 0,-4-2 0,0-2 0,1-2 0,-5 9 0,1-2 0,-3 4 130,-1 2 0,0 8 0,-1 9 0,-2 6 1471,-1 2 1,-5 7 0,4 4-237,2 10 0,2 4 0,1 9 0,0 4-771,0 3 1,0 5 0,1 5-903,4 2 0,1 5 1,4-5-1,-1 0 0,3-1-1627,4 1 0,-5-4 1,5-6 1934,1-2 0,-1-7 0,-3-6 0</inkml:trace>
  <inkml:trace contextRef="#ctx0" brushRef="#br0" timeOffset="2882">3587 612 9191,'8'6'1775,"4"-3"-1278,-4 6 1,0-6-498,0 1 0,-5 4 0,3-1 0</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1:51.713"/>
    </inkml:context>
    <inkml:brush xml:id="br0">
      <inkml:brushProperty name="width" value="0.06" units="cm"/>
      <inkml:brushProperty name="height" value="0.06" units="cm"/>
    </inkml:brush>
  </inkml:definitions>
  <inkml:trace contextRef="#ctx0" brushRef="#br0">0 238 7846,'0'-7'1062,"0"1"1,1 6 0,2 3-787,2 6 1,5 5-1,-1 13-185,3-1 1,-1 6-1,0 3 1,-3 4-1,3 0 19,0 1 1,-2-5 0,-2-3 0,-1-4-193,-3-8 0,-1-3 37,-2-4 0,0-7 0,0-8 0,0-10 155,0-8 1,0-5 0,0-3 0,-2-3-185,-2-4 0,2-4 0,-2-4 0,3-1-373,1 2 1,5 1 0,3 1-1,0 1-402,1-1 1,2 11-1,5 5 1,1 8-597,-1 9 1445,-1 4 0,-2 9 0,0 1 0</inkml:trace>
  <inkml:trace contextRef="#ctx0" brushRef="#br0" timeOffset="250">343 370 7846,'12'13'-14,"-4"0"0,4-4 0,-3-1 148,3-3 1,1 0 0,-1-7 0,-2-2 723,-1-5 0,-7-4 0,4-5 1,-1-4-530,-1-3 1,1 3 0,-5 1-1,-2-3-230,-2-1 1,-4 5-1,-5 2 1,0 3 128,0 2 1,0 2-1,-1 2 1,1 4 8,0 4 0,0 7 0,1 4 0,3 6-161,5 6 1,2 9 0,2 4-1,2 3-272,2 2 1,4-1-1,6 1 1,2-1-777,2 1 0,4-9 0,-3-4 0,2-3-76,2-9 1,-4-7-1,-1-9 1,-4-5 1047,-1-7 0,1-12 0,-1-9 0,0-5 0</inkml:trace>
  <inkml:trace contextRef="#ctx0" brushRef="#br0" timeOffset="416">541 199 8271,'-8'1'997,"4"3"0,2 7-594,2 5 0,0 4 0,2 8 0,2 4-297,5 8 1,4 1 0,3 6-1,2-2-434,-2-2 0,-1-2 0,-4-3 0,0-3-733,-2-4 1,-2-9-1,2-5-125,-5-2 1186,-2-8 0,-8-7 0,-2-7 0</inkml:trace>
  <inkml:trace contextRef="#ctx0" brushRef="#br0" timeOffset="633">567 476 7846,'-9'-27'-42,"2"1"1,0-1 178,-1 1 0,5-2 0,-1 0 0,2 1 174,2 2 0,5 1 0,1-1 1,1 2 123,3 1 1,3 6 0,5-2-157,4 4 0,-3 6 0,-3 5 0,-4 6 62,-3 6 1,-2 9 0,2 4 0,-5 4-224,-2 5 1,-2-2 0,0 6 0,0 0-52,0-1 0,-2 3 0,-2-7 1,-3 0-930,-1-2 1,-2-8 0,4-2 0,0-4-983,0-1 0,0-5 1844,2-4 0,3-14 0,-5-5 0</inkml:trace>
  <inkml:trace contextRef="#ctx0" brushRef="#br0" timeOffset="833">791 1 8944,'-7'9'1474,"2"-1"0,3 4-775,-3 4 1,4 2 0,-4 7 0,4 4-285,1 3 0,0 5 0,1 5 0,2 4-715,2 1 0,3 1 1,-2 2-256,2-6 0,0 3 0,4-12 0,-2-3 1,-1-4-880,1-6 0,2-5 0,1-8 0,0-4 1434,1-4 0,-6-7 0,1-3 0,0-8 0,4-4 0</inkml:trace>
  <inkml:trace contextRef="#ctx0" brushRef="#br0" timeOffset="1132">1002 251 7846,'-9'-16'251,"1"3"231,-3 1 1,0 6 0,-3 2 228,1 3 0,1 11 0,4 5 1,2 4-123,0 4 0,5 6 1,-4 2-480,4-2 1,5-1 0,2-3 0,1-3 0,3-4 66,2-4 0,1-2 1,1-3-1,-1-6-764,0-6 1,0-6-1,-1-9 1,-2-5 15,-1-6 0,-5-5 0,4-4 0,-3 1 450,-2 2 0,3 6 1,-1 0-1,-2 5 1266,-2 7-930,-1 2 0,0 9 1,0 7-1,0 11 0,2 10-143,2 7 1,-3 2 0,5 6 0,-1 1-879,-1-1 1,5-5 0,-3 2 20,1-2 0,-3-9 1,4-8-1,-2-8 785,-3-5 0,4-5 0,0-10 0</inkml:trace>
  <inkml:trace contextRef="#ctx0" brushRef="#br0" timeOffset="1249">1134 344 8037,'1'7'1084,"4"-3"0,-2-2 0,6-2 0,1 0-1074,2 0 0,1-2 0,0-1 0,2-2-602,2-3 1,-1 4 0,5-3 0,-1-1-161,1 1 0,-1-2 0,2-4 752,-4 0 0,2-6 0,1-2 0</inkml:trace>
  <inkml:trace contextRef="#ctx0" brushRef="#br0" timeOffset="1415">1385 80 8132,'-14'6'815,"3"-3"1,2 6-1,3 1-70,0 2 0,5 2 0,-4 5 0,4 8-334,1 6 0,0 13 1,1 5-1,4 8 63,3 5 0,4-5 0,1 5 1,1-4-987,-1-4 0,0-12 0,0-6 0,-1-6 512,-3-7 0,2-4 0,-3-8 0</inkml:trace>
  <inkml:trace contextRef="#ctx0" brushRef="#br0" timeOffset="2599">1978 330 7990,'-15'-4'344,"-2"0"1,5-1 0,-4 5-1,0 0 35,1 0 1,5 2-1,1 4 1,-1 5 147,-2 5 0,5 8 0,2-4 0,4 4-400,1 2 1,1-7 0,4 8 0,3-4-221,4-2 1,3 2 0,1-7-1,3-3 38,2-2 1,-5-8 0,1 1 0,-1-3-137,2-1 0,-8-7 0,2-5 0,-3-7-642,-2-6 1,-4 0 0,1-8 748,-2 1 0,-4-5 0,-1 3 0,-2 1 1,-1 3 609,0 7 1,0 4-306,2 6 0,2 7 0,-2 7 1,2 11 108,2 8 0,5 7 0,1 2 0,1 3-586,3 2 1,2-5 0,0 2 0,-2-5-787,-1-4 0,-1 2 0,6-8 481,-1-4 1,-2-6 0,-2-12 0,-4-8 560,-4-6 0,-1-6 0,0-4 0,0-2 0,0-2 0,0 9 0,0 1 0,0 3 86,0 5 1,0 6 713,0 1 1,0 7-283,0 2 0,2 8 1,1 8-1,2 3 354,3 1 0,-4 2 0,5 5 0,1 1-409,2 2 0,-3-6 1,-1 2-1,3-1-339,0 0 0,-2-4 0,0-5 0,0-5 12,-2-2 0,0-6 0,-4-1 0,2-10-679,-2-9 0,-2-10 0,-1-6 1,0-8 165,0-5 0,0-1 0,0-1 0,0 4 152,0 3 0,0 12 537,0 2 0,0 17 0,2 7-188,2 13 0,3 11 0,7 11 0,-1 6 0,0 6 91,0 3 0,2-3 0,1 1 1,1-2-1050,0-5 0,-3-16 25,-1 0 0,1-16 1,-1-3-1,-2-14 1,-2-12 126,-4-11 0,-4-4 1,-1-12-1,0-1 682,0 1 0,-4 5 0,-2-2-2,-1 2 1,-1 2-1,-2 8 1,3 6-1,-1 5-41,1 7 812,4 8 0,-1 9 1,8 10-1,5 6 1,3 6-50,1 3 0,1 7 0,3 2 0,0 0-261,-1-4 0,-1-2 0,-2-1 0,0-2-392,0-3 0,-5-2-214,-4-2 1,-4-4 0,-4 2 0,-5-4-108,-3-3 0,-2-5 1,-3 4-1,0-1 11,1 0 1,1 2-1,3 4 444,4 0 0,2 5 1,6 1-1,1 0-93,4 0 0,3 3 1,10-4-1,2-2 0,2-3 272,0-4 0,0-3 1,5-9-1,-1-6-565,1-9 1,-7-7-1,-4-5 1,-4-5-1619,-3-4 0,-6 0 1,1 1 1802,-3 3 0,-1-3 0,0 4 0</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1:50.296"/>
    </inkml:context>
    <inkml:brush xml:id="br0">
      <inkml:brushProperty name="width" value="0.06" units="cm"/>
      <inkml:brushProperty name="height" value="0.06" units="cm"/>
    </inkml:brush>
  </inkml:definitions>
  <inkml:trace contextRef="#ctx0" brushRef="#br0">1 261 7822,'0'8'1060,"0"3"-723,0-2 1,0 4 0,0 3 0,0 4-144,0 0 0,5 3 0,4 8 0,3 4 28,1 4 1,-4 0-1,0 1-79,1-1 1,-4-2 0,0-5 0,-2-7 0,1-5-156,-3-3 0,0-10-183,-2-7 0,0-12 0,0-11 0,0-8-64,0-9 1,0-2-1,0-9 1,0-4 157,0 1 1,0 0 0,1 4-1,2 3 122,2 3 1,4 14-1,-4-1 1,3 10 287,2 7 1,2 6 0,-1 7 0,0 8 99,-3 11 0,1 8 1,4 6-1,1 6-340,-1 4 0,0-3 0,0 8 1,0-2-289,1-2 0,-6-2 0,1-3-656,1-3 1,1-7-1,-1-8 1,-1-2 874,1-6 0,2 1 0,1-6 0</inkml:trace>
  <inkml:trace contextRef="#ctx0" brushRef="#br0" timeOffset="284">436 446 7822,'9'0'532,"-1"0"-387,3 0 1,-4 0-1,2 0 416,1 0 1,2-4-1,1-2 1,2-3-31,2-6 1,-2 1 0,2-8 0,-1-2-527,2-1 1,-8-1 0,2 0 0,-3 1 154,-2 3 0,-4 1 1,0 5-219,-6-2 1,-4 7-1,-6 6 1,-1 7 347,1 7 0,-1 1 0,-3 12 1,0 3-12,1 4 0,5 0 0,4 5 1,0-2-163,-1-2 1,6-1-1,-3 0 1,4 2-500,1-2 1,0-5-1,1-2 1,4 0-574,3-2 0,6-5 0,2-8 0,3-1-360,1-3 0,-2-9 1315,4-7 0,0-6 0,4-8 0</inkml:trace>
  <inkml:trace contextRef="#ctx0" brushRef="#br0" timeOffset="799">779 314 7822,'8'0'130,"1"0"163,1 0 1,-2 0 0,1 0 0,-1 2 400,0 2 1,3-3-292,-2 4 1,-2-5-1,1-5 1,-2-3-349,-3-4 0,-2-1 1,-1-2-1,0-1 34,0-2 0,-4-1 0,-2 3 1,-2 0 27,-2 4 1,-1 1-1,-3 6 1,1 2 258,0 2 1,1 13-1,3 5 1,5 8 21,3 6 0,1 0 1,1 7-1,3 3-479,5 0 1,4 0 0,4-5-1,2-3-826,1-7 1,2-13 0,4-1 0,1-6-147,-1-8 0,-1-14 1,-3-12-1,-3-5 586,0-8 1,-9 0-1,2-5 1,-5 2 466,-4 2 0,-1 2 0,-2-5 0,-2 2-60,-2 5 0,-3 7 0,-7 4 0,1 6 649,0 8 0,4 9 0,2 1 0,1 7-154,3 9 1,2 8 0,2 9 0,2 6 495,2 2 0,9 3 0,-1 0 1,2 1-474,0 1 1,-2-11 0,0 3 0,0-6-677,0-2 1,-1-11 0,-2-4-306,-1-5 0,-7-4 0,-4-8-1,-10-3 1,-2-4-1,-7 0 1,1 3 290,-1 5 1,4 3-1,-4 1 1,4 1 404,5 3 1,-1 10 0,5 6 0,1 4 463,3 2 0,8-3 0,5 8 0,3-4-361,1-5 0,6 1 0,3-5 1,3-4-471,1-4 0,-4-4 0,0-9 1,0-5-157,-2-10 0,0-7 1,-9-6-1,0-4-1361,-3-3 0,-5-1 1712,2-1 0,-4 0 0,-1 1 0</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1:48.900"/>
    </inkml:context>
    <inkml:brush xml:id="br0">
      <inkml:brushProperty name="width" value="0.06" units="cm"/>
      <inkml:brushProperty name="height" value="0.06" units="cm"/>
    </inkml:brush>
  </inkml:definitions>
  <inkml:trace contextRef="#ctx0" brushRef="#br0">20 513 7993,'-9'-4'280,"0"-1"1,8-4-1,1 5 1,7 0-103,5-2 0,3 3 0,2-6 0,5-1-153,3-2 0,3 3 0,1 1 0,2-1-317,-2 1 1,4-2 291,-3 6 0,1-6 0,-5 2 0</inkml:trace>
  <inkml:trace contextRef="#ctx0" brushRef="#br0" timeOffset="464">416 144 7853,'8'-12'639,"1"3"0,-2 5 1,4 10-1,-2 7-296,1 8 0,1 5 1,3 6-1,-1 6-190,0 5 0,0 8 0,0-1 0,1 4 8,-1 2 0,-4-11 0,-2 2 0,0-7-19,1-5 0,-6-16-180,3-2 1,-4-14 0,-1-7-301,0-12 1,0-9 0,-1-7 0,-2-9-219,-1-11 1,-1-2 0,5-6-1,0 1 306,0 4 1,2-1 0,1 2 0,2 1 363,3 6 1,1 8 0,4 8 0,0 10 123,0 10 1,-4 6 0,0 11-1,1 9 6,2 10 1,1 7 0,0 8-1,0 1-38,0 2 0,-4-4 0,0 3 1,1 2 3,2 1 1,1-8 0,0-2 0,0-7-1102,1-6 0,0-4 0,2-10 0,2-3-660,-2-4 0,-1-12 1551,-2-7 0,0-11 0,0-5 0</inkml:trace>
  <inkml:trace contextRef="#ctx0" brushRef="#br0" timeOffset="680">983 197 7926,'-6'19'72,"4"-8"1,-2 7 0,2 2 268,2 4 1,0 4 0,0 1 0,2 3 536,2 2 0,4-5 0,6 2 0,2-5-647,2-4 1,5-4-1,-1-9 1,3-6-375,2-6 0,-5-12 0,-3-10 0,-3-6-39,-5-2 1,-6-4 0,-1-4 0,-2 0-20,-2 3 1,-6 7 0,-3 2 0,-4 4 77,-5 3 1,2 6-1,-4 0 1,-1 6-98,1 5 0,4 4 0,-2 1 0,2 0-1863,-2 0 2083,9 0 0,-8 6 0,10 1 0</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2:04.110"/>
    </inkml:context>
    <inkml:brush xml:id="br0">
      <inkml:brushProperty name="width" value="0.06" units="cm"/>
      <inkml:brushProperty name="height" value="0.06" units="cm"/>
    </inkml:brush>
  </inkml:definitions>
  <inkml:trace contextRef="#ctx0" brushRef="#br0">0 10 7867,'11'-6'2119,"-5"2"-1862,-2 8 1,-3 2 0,-1 6-1,0 2 1,1 4 98,3 2 0,-2 6 0,5 4 0,1 5-153,2 8 0,1 1 1,-1 6-1,0 1-902,-3 1 1,2-2-1,-3-3 699,0-7 0,4-1 0,-4-11 0</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2:05.111"/>
    </inkml:context>
    <inkml:brush xml:id="br0">
      <inkml:brushProperty name="width" value="0.06" units="cm"/>
      <inkml:brushProperty name="height" value="0.06" units="cm"/>
    </inkml:brush>
  </inkml:definitions>
  <inkml:trace contextRef="#ctx0" brushRef="#br0">118 107 7822,'-10'-7'-442,"3"0"0,2 0 0,4-3 621,-2 3 0,2-2 0,-3 1 84,3-1 0,0 2 0,-2 0 77,0-2 0,-1 3 0,3 0 619,-3 2-590,3 0 1,-2 14 0,6 5-1,5 9-188,6 8 1,3 6 0,6 8 0,1 4 25,-1 2 1,-2 2-1,2-3 1,-4-5 147,-4-6 1,-5-11-397,-3-4 0,-8-13 0,-9-8 1,-7-9 54,-3-5 1,-5-5 0,0-2 0,0 1-381,-1 1 0,3 7 0,-2 2 0,3 1 278,0 3 0,9 7 0,4 5 0,3 7 119,3 3 0,2 8 0,2 1 1,4 5 80,6 0 0,4-3 1,7 3-1,0-3-397,3-2 0,-1-13 0,3 0 0,1-4-368,-1-4 0,-2-4 0,2-3 1,-1-7 139,-2-8 0,-3-10 1,-3-6-1,-3-4 513,-4-5 0,-5 1 0,-2-1 0,-3 3 0,-1 1 0,-5 3 0,-1 5 0,-1 5 37,0 7 0,0 8 0,-2 6 0,0 7 530,2 8 0,5 6 0,-2 4 0,3 3 23,1 4 1,5-5 0,3 6 0,4-2-355,2-3 0,5-4 1,-2-7-1,1-1-223,-1-6 1,1-4 0,2-10-1,-2-5-72,-3-7 0,-5-8 0,-1-4 0,-3-1-24,-2-3 1,-1 1 0,-7 2 0,-4 1 210,-5 4 1,0 7 0,-5 4-1,-1 3-3,-1 4 1,2 2 0,1 5-327,2 0 1,-3 0 0,4 2 0,2 1 0,2 4-1432,3 3 1,5-3-587,-2 0 2218,8 0 0,2-1 0,4-1 0</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2:05.459"/>
    </inkml:context>
    <inkml:brush xml:id="br0">
      <inkml:brushProperty name="width" value="0.06" units="cm"/>
      <inkml:brushProperty name="height" value="0.06" units="cm"/>
    </inkml:brush>
  </inkml:definitions>
  <inkml:trace contextRef="#ctx0" brushRef="#br0">0 96 7916,'6'11'288,"0"0"0,-4 3 0,3 1-23,1 2 1,1-2 0,3 5 0,-2 3 55,-1-1 1,0 2 0,4 0 0,0 1-148,-1-1 1,0-2 0,-2 0 0,-1-1-206,2 0 0,-5-8 0,0-2-102,-3-1 0,-1-8 0,0-6 1,-1-9-47,-3-6 0,0-8 0,-5-4 0,2-5 1,-1-2 0,0 3 0,-1-3 0,3 1 23,2 3 1,0 0-1,4 5 1,1 2 178,3 6 0,2 7 0,4 1 73,1 4 1,1 6-1,2 8 1,4 5-1,2 8 4,2 6 0,-1 3 1,-1 5 91,-2 0 1,2 5-1,-3 1 1,1 0-1,-2-2-550,0-3 1,-2-4 0,-3-3-474,-1-4 0,0-3 1,-3-10 829,-3-6 0,-8-9 0,-2-10 0</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2:05.726"/>
    </inkml:context>
    <inkml:brush xml:id="br0">
      <inkml:brushProperty name="width" value="0.06" units="cm"/>
      <inkml:brushProperty name="height" value="0.06" units="cm"/>
    </inkml:brush>
  </inkml:definitions>
  <inkml:trace contextRef="#ctx0" brushRef="#br0">107 21 8370,'-3'-7'1499,"-2"1"-849,-1 2 0,-1 0 0,-3 5 0,2 4-307,1 6 1,0 4-1,-4 8 1,0 2-495,1 3 1,3 4-1,1 2 1,1 0-331,2 0 0,2-6 1,1 1-1,1-5-19,3-7 1,2-5-1,5-5 1,-1-6-2595,1-7 3094,5-1 0,0-18 0,6 2 0</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2:05.857"/>
    </inkml:context>
    <inkml:brush xml:id="br0">
      <inkml:brushProperty name="width" value="0.06" units="cm"/>
      <inkml:brushProperty name="height" value="0.06" units="cm"/>
    </inkml:brush>
  </inkml:definitions>
  <inkml:trace contextRef="#ctx0" brushRef="#br0">0 1 7822,'0'11'120,"2"1"0,0 1 0,2 2 534,-2 2 0,4 0 0,0 6 1,1 2-244,0 4 0,0 1 0,4 2 1,0 2-474,-1 1 0,1-1 0,-1 0 1,-2-4-123,-1-5 0,-1-5 0,1-1 184,-3 0 0,-3 4 0,-1-7 0</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2:06.007"/>
    </inkml:context>
    <inkml:brush xml:id="br0">
      <inkml:brushProperty name="width" value="0.06" units="cm"/>
      <inkml:brushProperty name="height" value="0.06" units="cm"/>
    </inkml:brush>
  </inkml:definitions>
  <inkml:trace contextRef="#ctx0" brushRef="#br0">0 182 7822,'0'-11'308,"0"0"261,0 1 0,0-1 0,2 2 0,1 0-272,4 2 0,3 4 0,2-5 0,2 0-937,4-1 1,2-3-1,1-1 1,1-3 639,-1 0 0,1 3 0,-1-3 0</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2:06.641"/>
    </inkml:context>
    <inkml:brush xml:id="br0">
      <inkml:brushProperty name="width" value="0.06" units="cm"/>
      <inkml:brushProperty name="height" value="0.06" units="cm"/>
    </inkml:brush>
  </inkml:definitions>
  <inkml:trace contextRef="#ctx0" brushRef="#br0">1 22 7822,'6'0'765,"-1"0"0,-4 1-148,2 3 0,-1-2-486,1 5 1,3 1-1,0 7 1,1 2 0,0 6-15,2 6 0,0-1 0,2 9 1,-2-1-111,-2-1 0,2 1 1,-6-5-1,0-4-305,-2-6 0,2-4 84,1-6 1,0-7-1,-4-4 1,0-7 79,0-6 0,0-3 0,0-7 1,0-1 94,0-1 0,0-4 0,0 1 0,0 0 144,0-1 1,0 4 0,1-2-1,1 0 47,2-1 1,4 8 0,-1 0 0,3 3 19,0 4 0,1 6 1,0 4-1,-1 1-11,1 2 0,1 9 0,1 3 0,1 3-66,-1 4 0,-1 5 0,-2 1 0,-2 0-287,-1 1 1,0-4 0,3 3-1083,-3-2 0,1-2 1274,-4 1 0,4 4 0,-2 1 0</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2:07.008"/>
    </inkml:context>
    <inkml:brush xml:id="br0">
      <inkml:brushProperty name="width" value="0.06" units="cm"/>
      <inkml:brushProperty name="height" value="0.06" units="cm"/>
    </inkml:brush>
  </inkml:definitions>
  <inkml:trace contextRef="#ctx0" brushRef="#br0">1 321 7548,'5'-10'-16,"-4"3"0,4 1 1,-2 0 438,1 0 1,4 2-1,-1-2 1,3 0-328,0 0 1,1 3 0,1-4 0,1-2-178,1 0 0,2-3 0,-3-1 0,1-2 87,-1-2 0,-2-1 1,-4-3 35,-3-1 1,-3-1-1,-1 0 1,-3 4-1,-3 2 87,-4 4 1,-8 3 0,1 2 0,-1 5-31,1 2 0,2 7 0,-1 4 193,0 7 1,3 3 0,5 3 0,2 0-1,1 5 85,3 3 1,1-4 0,1 6-276,0-2 1,0 1-1,1-6 1,2 1 0,5-1-477,1-3 1,5-4 0,2-2-392,0-1 0,1-6 0,2-4 0,-2-2 1,-2-5-14,-2-5 0,-1-10 1,-1-4 777,-1-4 0,1-6 0,0 3 0</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2:07.224"/>
    </inkml:context>
    <inkml:brush xml:id="br0">
      <inkml:brushProperty name="width" value="0.06" units="cm"/>
      <inkml:brushProperty name="height" value="0.06" units="cm"/>
    </inkml:brush>
  </inkml:definitions>
  <inkml:trace contextRef="#ctx0" brushRef="#br0">31 204 7890,'11'0'129,"0"0"0,-1 1 0,1 2 1,0 0 36,-1-1 1,1-2-1,0-3 1,-1-4-72,1-3 1,0-2 0,-2-1 0,-1-2-129,-5-2 0,-2-1 0,-1-3 1,-2 0 53,-5-1 1,-2 4 0,-8 3 0,-2 3 353,-2 6 0,4 4 1,0 4-1,2 4-17,1 5 1,3 8 0,1 1-1,3 5-140,3 2 0,4 1 0,4 1 0,3 0-257,3 1 1,4-3-1,1 0 1,2-2-727,2-5 1,2-3 0,3-8 0,1-1-319,-1-5 1,-5-11 0,-3-8 1082,0-6 0,3-6 0,-3-4 0</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2:07.508"/>
    </inkml:context>
    <inkml:brush xml:id="br0">
      <inkml:brushProperty name="width" value="0.06" units="cm"/>
      <inkml:brushProperty name="height" value="0.06" units="cm"/>
    </inkml:brush>
  </inkml:definitions>
  <inkml:trace contextRef="#ctx0" brushRef="#br0">20 0 8101,'-7'0'1619,"1"3"-1342,2 4 1,1 1-1,7 10 1,4 2 125,5 4 0,0 3 0,5 4 1,1-1-279,1-2 0,-2-4 1,-1 0-1,-2-5-779,-2-5 587,-6-2 0,-4-5 0,-9-1 0,-6-1-167,-4-3 0,-1 4 0,-4 1 0,4 4-2,2 3 0,3 4 0,3 6 1,2 2 379,3 1 1,4-2 0,4 3 0,3-2 60,2-2 1,3-7 0,3-4 0,2-4-198,4-6 0,-1-11 0,-1-7 0,-3-9-50,0-8 0,-2-3 1,-4-6-1,-3-3-906,-4 0 1,-1 5 0,-2 4 947,0 5 0,-10-1 0,-2 4 0</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2:08.823"/>
    </inkml:context>
    <inkml:brush xml:id="br0">
      <inkml:brushProperty name="width" value="0.06" units="cm"/>
      <inkml:brushProperty name="height" value="0.06" units="cm"/>
    </inkml:brush>
  </inkml:definitions>
  <inkml:trace contextRef="#ctx0" brushRef="#br0">65 64 7822,'-7'-10'0,"-1"2"-9,0 1 1,2 3-1,-1-1 182,-1 0 0,2-2 0,0 2 1056,1-1-945,2 4 0,4-2 1,2 9-1,4 4-49,3 4 1,2 8 0,1-1-118,1 3 1,4 7 0,-4-1 0,-1 2-1,0 1-186,2 0 1,-7 0 0,3 0 0,-3-1-133,-2-3 1,2-3 0,-4-7 0,-2-4-58,-1-2 1,-1-7 0,0-5 36,0-6 1,-3-8 0,-1-4 0,3-2 167,3-2 1,1 3-1,5 0 76,4 0 0,-1-2 1,4 5-1,-1 2 0,2 1 60,0 4 1,-1 4 0,1-1 0,0 1 236,-3 3 0,-1 9 0,-3 5 0,0 3 135,-2 4 1,-5 1 0,0 2-233,-4-1 1,-2 3-1,-5-1 1,-3-4-275,0-3 1,-3 1-1,0-5 1,2-4 0,2-1-660,0-1 1,0-3 0,0-1 0,1-4 16,-1-6 1,5-2 0,3-5 0,1-2 282,2-4 1,0-1 0,2-2 408,1-1 0,3-3 0,5 3 0,-2 1 0,-2 1 0,6 2 0,-2 0 0,1 0 0,0 4 0,-1 2 0,0 7 0,3 2 155,0 1 1,0 2 0,-2 4 0,1 1 334,1 2 0,1 8 0,-4-2 0,2 3 1,2 2-71,-2-1 0,-1 5 0,-3-1-203,-2 2 1,2 0-1,-5-1 1,1-1-126,0 1 1,-2 0 0,-3-1 0,0-4 0,0-2-509,0-1 1,-4-2 273,-3-2 1,-3-3 0,-1-9 0,2-6 83,2-5 0,-2-4 0,5-2 0,-1 1 16,0-1 1,2-2-1,3-1 1,0 1-126,0 1 1,1 2 0,1 1-235,2 2 0,8-1 0,-2 3 1,3 1-1,2 1 140,-1 4 1,5 1 0,-2 5-1,-1 1 261,-2-2 0,-2 4 0,-1-3 0,0 3 35,-5 1 0,-2 1 1,-5 3-1,-1 3 295,-2 2 0,-3 2 0,2 0-13,-1-1 0,4 5 0,-1-1 0,1 0-13,2 2 1,2-3-1,1 4 1,4 1-1,4 0-300,3 0 0,-1-5 0,4 1 0,-1-2-184,1-1 0,1-5 0,2-4 53,-2-4 0,-3-9 1,-5-7-1,-2-2 0,-2-3-2,-1-1 0,-2-4 0,-3-3 0,-1 3 56,-2 3 0,2 6 0,-4 3 444,0 5 0,5 3 1,-1 13-128,3 6 1,7 4 0,-1 8-316,5 2 1,-1-3 0,3 3 0,-1-2 0,1-2-206,-2 1 1,0-6 0,0-3-610,1-4 0,-1-6 1,-6-8 884,-3-5 0,2-10 0,0-8 0</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2:08.980"/>
    </inkml:context>
    <inkml:brush xml:id="br0">
      <inkml:brushProperty name="width" value="0.06" units="cm"/>
      <inkml:brushProperty name="height" value="0.06" units="cm"/>
    </inkml:brush>
  </inkml:definitions>
  <inkml:trace contextRef="#ctx0" brushRef="#br0">0 0 7736,'0'11'797,"4"5"1,1 1 0,2 5-619,5 3 1,-2 2-1,6 5 1,-2 1-96,0 3 0,4-3 1,-4 2-1,0-4-848,-3-3 1,-5-9-1,-2-1 1,-3-5-270,-1-2 0,-6-5 1033,-5-3 0,1-11 0,-6-4 0</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2:09.341"/>
    </inkml:context>
    <inkml:brush xml:id="br0">
      <inkml:brushProperty name="width" value="0.06" units="cm"/>
      <inkml:brushProperty name="height" value="0.06" units="cm"/>
    </inkml:brush>
  </inkml:definitions>
  <inkml:trace contextRef="#ctx0" brushRef="#br0">1 236 7822,'0'-11'95,"1"4"0,1 0 132,2-1 1,1-2-1,-3-1-23,2 1 0,3 3 1,-2-1-1,0 0-60,4-1 1,-3-2 0,1 0 0,1 0 31,2 1 0,0-1 0,0 0 0,-2 1-615,-1-1 0,-3 4-496,3 0 0,-5 3 691,2-3 0,-4 5 0,-4-2 1,-3 3 75,-2 1 0,2 0 224,0 0 0,1 5 317,-2 2 0,4-1 0,4 1-135,0 1 0,0 2 1,1 0-1,2 1-7,5 0 0,1-1 0,2 0 0,1-2-61,2-1 1,-1-3 0,5 2 0,1-1-140,1-3 1,1-2-1,1-3 1,-1-6 77,1-4 1,-2 0-1,-2-5-454,-4-1 1,-3 3-1,-3-1 1,-2 2-65,-1 1 0,-3 7 0,-6 4 178,-3 2 0,-2 1 0,-2 1-210,0 2 1,4 0 440,0 4 0,0 0 0,-4 4 0</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2:09.923"/>
    </inkml:context>
    <inkml:brush xml:id="br0">
      <inkml:brushProperty name="width" value="0.06" units="cm"/>
      <inkml:brushProperty name="height" value="0.06" units="cm"/>
    </inkml:brush>
  </inkml:definitions>
  <inkml:trace contextRef="#ctx0" brushRef="#br0">170 171 7169,'10'-10'-239,"-3"-1"1,-2 0 0,-5 1-1,0-1 615,0 0 0,-5 1 0,-2-1 0,-4-1-27,-3-2 0,1 2 0,-4-2 0,0 3-13,1 4 1,-2-1 0,-2 4 0,2 2-57,4 0 0,5 12 1,3 5-1,2 8-288,1 5 0,12 9 0,5 6 0,5 6-130,2 3 1,4 0 0,0-2 0,0-3-2,1-4 1,0-8-1,3-5 1,-4-7-1083,-3-6 1,-6-10 0,-5-8 1220,-7-9 0,-3-5 0,-10-6 0,-3-1 0</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2:10.259"/>
    </inkml:context>
    <inkml:brush xml:id="br0">
      <inkml:brushProperty name="width" value="0.06" units="cm"/>
      <inkml:brushProperty name="height" value="0.06" units="cm"/>
    </inkml:brush>
  </inkml:definitions>
  <inkml:trace contextRef="#ctx0" brushRef="#br0">27 189 6712,'-11'-6'0,"4"1"367,0 5 1,6 0 0,1 0-245,6 0 0,8 0 0,4 0 0,2 0-399,1 0 0,2-4 0,1-2 0,1-3 5,-1-1 0,-2 1 1,-2-6-1,-1-1 271,-1-1 0,-5 0 0,0 0 0,-4 1 18,-6-1 1,-2 8-1,-2-1 220,-2 4 1,1 9 0,-1 7 0,2 7 184,1 3 1,0 6 0,0 1 0,1 1-97,2-3 0,2-3 0,3-1 0,0-2 17,0-2 1,-2-8-478,1-2 0,-1-7 0,1-6 1,-3-6 36,-3-3 0,-2-2 1,-2-2-1,-2 2-197,0 2 1,1 1-1,-3 3-180,-1 0 0,3 4 0,0 1-215,0 1 1,4 1 687,-2 0 0,1 2 0,2-5 0,5-1 0,1-2 0</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2:10.891"/>
    </inkml:context>
    <inkml:brush xml:id="br0">
      <inkml:brushProperty name="width" value="0.06" units="cm"/>
      <inkml:brushProperty name="height" value="0.06" units="cm"/>
    </inkml:brush>
  </inkml:definitions>
  <inkml:trace contextRef="#ctx0" brushRef="#br0">1 49 7822,'7'4'56,"-1"0"136,-2 2 1,4 1 0,-4 4 0,1 1 165,0 2 0,0-1 0,-3 5 0,1 1-141,0 1 0,-2 2 1,-1-1-1,0 0-142,0 1 1,0-4-1,0-2 1,0 0-42,0-3 1,-1-1-57,-3-2 0,2-4 1,-4-3-1,1-7-107,3-7 1,1 0 0,1-7-1,0 0 13,0 1 0,0-3 0,0 3 0,0 0-119,0-1 0,1 4 0,2-3 1,3 0 85,0 1 0,4 1 0,-3-1 0,1 0-321,-1 3 1,3 0-1,-3 1 1,2 0 211,2 3 1,-4 1-1,0-3 952,2 0-466,-4 5 0,-1 6 1,-4 7-1,0 4-29,0 3 1,0-1 0,0 5 0,0 1-148,0 1 1,0-2 0,0-1-1,1 0-372,3-1 0,-2-3 0,6 2-143,0-4 0,1-5 0,2-2 314,0-3 0,-1-2 0,1-3 0,-1-3 149,-3-2 0,2-2 0,-3 0 0,1 2 41,0 2 0,-4-3 1,2 4 761,-1 0-364,-2 2 0,3 4 0,-1 0-85,3 0 1,-1 0-1,1 0-151,2 0 1,0 0-1,1-2 1,-2-1-35,-1-4 1,-3-3 0,1-2-157,0-2 0,-1 2 1,-4-3-1,-1 0 0,-3 1 116,-3 1 1,-4 6 0,-2 3 0,-1 3-1,1 1 0,2 5 0,3 3 1,2 5 24,1 5 1,2 6-1,4 1 1,2 0-36,4 1 1,7-3 0,1 0 0,2-4-414,2-4 1,1-5-1,1-3 1,1-3-442,-1-3 1,-3-7-1,0-4 1,-1-8-1086,0-6 1820,-6 1 0,-2-7 0,-3 2 0</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2:11.690"/>
    </inkml:context>
    <inkml:brush xml:id="br0">
      <inkml:brushProperty name="width" value="0.06" units="cm"/>
      <inkml:brushProperty name="height" value="0.06" units="cm"/>
    </inkml:brush>
  </inkml:definitions>
  <inkml:trace contextRef="#ctx0" brushRef="#br0">86 126 7822,'-5'-11'285,"3"4"1,-6 0-15,0-1 0,-1 3 0,-2 2-77,0 1 1,2 12 0,0 4 0,3 6-47,2 5 0,0-1 0,4 5 0,0 0-74,0 2 0,1-4 0,3-2 0,3-2-71,3-2 1,1-8-1,3-3 1,1-4-159,2-4 0,0-2 0,4-5 0,-4-5 39,-2-7 1,0-8 0,-2-2 0,-2-3 120,-3-2 1,-4 2 0,2-5 84,-2 2 1,0 3 0,-4 4 0,0 5 0,0 5 101,0 3-140,0 6 1,1 8-1,3 10 1,3 5-1,4 4-311,3 2 1,-2-1 0,2 1-71,-2-1 1,2-3 0,0-2-1,-1-1 1,-1-5-679,-1-1 1,-4-7 1006,0 2 0,-1-6 0,1-4 0,-3-5-19,-3-5 1,-1 2-1,0-3 1,0 1-1,-1 0 19,-3 1 0,3 0 0,-4 5 0,2-1 280,-1 0 1,1 1 0,2 0 973,-3 3-746,3 2 0,1 15 0,7 3-220,2 2 1,2 4 0,0-3 0,-2-1-203,-2 1 0,3 1 0,-4-2-479,0-2 0,3-1 209,-2-2 0,-2-6 0,-1-6 1,-3-9 121,-1-5 0,0-1 1,-1-5-1,-2 1 41,0-1 0,-1 1 1,4 1-1,-1 1 167,-2 1 1,1 5 11,-1-1 0,3 7 0,3 4 0,4 6-64,3 4 1,2 7 0,1 4 0,1 2-272,-1 1 0,3 1 0,-2-2 0,0-2-441,2-4 0,-8-2 0,3-3 0,-2-1 241,1-5 0,-4-4 0,-3-5 0,-2-6 377,-1-3 0,-6-3 0,-4-4 0,-1-4 0,-4-1 0</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2:11.956"/>
    </inkml:context>
    <inkml:brush xml:id="br0">
      <inkml:brushProperty name="width" value="0.06" units="cm"/>
      <inkml:brushProperty name="height" value="0.06" units="cm"/>
    </inkml:brush>
  </inkml:definitions>
  <inkml:trace contextRef="#ctx0" brushRef="#br0">0 22 7822,'6'-10'10,"4"4"0,-3 2 194,2 3 1,1 6 0,-1 1 0,1 2 26,2 3 1,1-3-1,-2 6 1,-2-2-76,-2-1 0,3 3 0,-3 0-205,2-1 0,-3-1 1,-2-1-135,-3 0 0,-6-4 1,-2 0-1,-3 1 74,-5 2 0,3 0 0,-1 1 0,4 1 86,2 2 0,1-1 1,-1 5-1,3 1 87,3 1 0,7-2 1,3-1-1,6-2 250,1-2 1,-2-2 0,4-4-301,1-3 1,0-3-1,-1-2 1,-2-4-1,-2-5-206,0-3 0,-3-6 1,-5 1-1,-2-1-335,-1 2 1,-2-2 0,-1 4 0,0 2 36,0 1 1,0 5 489,0 0 0,-5 0 0,-1-4 0</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2:12.422"/>
    </inkml:context>
    <inkml:brush xml:id="br0">
      <inkml:brushProperty name="width" value="0.06" units="cm"/>
      <inkml:brushProperty name="height" value="0.06" units="cm"/>
    </inkml:brush>
  </inkml:definitions>
  <inkml:trace contextRef="#ctx0" brushRef="#br0">27 54 7831,'-7'-15'0,"-1"1"301,0 1-168,4 1 1,4 15 0,8 4 0,6 5 105,3 3 1,1 2 0,1 4-1,3 2-62,0 2 1,-2-3 0,4 3 0,-4-2-83,-2-2 1,-5-3 0,1-1-1,-3-2 179,-4-2 1,-3-6-355,-8-3 1,-3-3-1,-7-1-65,-4 0 0,-2-5 0,-2-1 0,1-1 0,0 1 112,-1 1 0,5 2 0,0 3 0,1 0 117,3 0 1,5 3 0,2 3 0,3 3-78,4 3 1,5 2-1,8-1 1,4 2-62,2 2 0,3-4 0,0 1 0,3-2-2,2-1 1,-3-5 0,1-3 0,-2-1-705,-4-2 1,-5 0 0,2-2 0,-2-2 759,-2-7 0,-5 0 0,-4-9 0,-4 3 0</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2:12.592"/>
    </inkml:context>
    <inkml:brush xml:id="br0">
      <inkml:brushProperty name="width" value="0.06" units="cm"/>
      <inkml:brushProperty name="height" value="0.06" units="cm"/>
    </inkml:brush>
  </inkml:definitions>
  <inkml:trace contextRef="#ctx0" brushRef="#br0">0 1 7822,'10'5'3,"-2"2"1,-1 2-124,2 2 1,-3 0 0,1-1 0,0 2 4,-1 3 0,3-4 0,-3 4 0,1-5-600,1-2 715,-6 1 0,3-13 0,-10-1 0,-1-12 0</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2:12.726"/>
    </inkml:context>
    <inkml:brush xml:id="br0">
      <inkml:brushProperty name="width" value="0.06" units="cm"/>
      <inkml:brushProperty name="height" value="0.06" units="cm"/>
    </inkml:brush>
  </inkml:definitions>
  <inkml:trace contextRef="#ctx0" brushRef="#br0">1 11 7169,'10'-6'-587,"1"1"0,0 5 587,0 0 0,-1 0 0,1 0 0,0 0 0,-1 0 0,6 0 0,0 0 0</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2:12.858"/>
    </inkml:context>
    <inkml:brush xml:id="br0">
      <inkml:brushProperty name="width" value="0.06" units="cm"/>
      <inkml:brushProperty name="height" value="0.06" units="cm"/>
    </inkml:brush>
  </inkml:definitions>
  <inkml:trace contextRef="#ctx0" brushRef="#br0">21 1 7822,'-7'11'9,"1"4"0,1 2 95,3 4 0,2 0 0,3 2 0,4 2 110,3 3 1,5-4 0,3-2 0,2 0-198,2-3 1,0-8 0,1-2 0,-1-3-426,-1-4 0,-2-2 0,1-3 0,-1-4-160,-1-3 1,-8-4 567,5 0 0,-6-5 0,6 2 0</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2:13.422"/>
    </inkml:context>
    <inkml:brush xml:id="br0">
      <inkml:brushProperty name="width" value="0.06" units="cm"/>
      <inkml:brushProperty name="height" value="0.06" units="cm"/>
    </inkml:brush>
  </inkml:definitions>
  <inkml:trace contextRef="#ctx0" brushRef="#br0">215 20 7921,'-11'0'0,"0"-2"224,1-1 0,-1 2 0,0-3 0,-1 2-99,-2-2 0,1 3 0,-5-1 0,-1 4 86,-1 5 0,2 7 1,3 4-1,2 4-95,3 3 0,7-2 1,-1 6-62,3 1 0,2-1 1,4 1-1,4-4 0,4-2-232,0-4 0,3-9 1,-2-2-1,0-3-65,2-3 1,-4-7 0,2-3 0,-2-4 61,-1-3 1,-2-3 0,-2-4 0,-2 0 167,0-1 0,-4-3 0,2 1 1,-1 3 21,-2 2 0,0 6 1,0-1 246,0 2 1,-2 6 0,0 5 0,-2 5-147,2 7 0,1 7 1,1 0-1,1 2-346,3 1 0,-2 1 0,5-2 0,0-2-340,-1-4 0,4-2 1,-3-3-1,2-1 575,2-5 0,0-2 0,-1-10 0,1-3 0</inkml:trace>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2:13.576"/>
    </inkml:context>
    <inkml:brush xml:id="br0">
      <inkml:brushProperty name="width" value="0.06" units="cm"/>
      <inkml:brushProperty name="height" value="0.06" units="cm"/>
    </inkml:brush>
  </inkml:definitions>
  <inkml:trace contextRef="#ctx0" brushRef="#br0">1 49 7785,'0'-14'0,"0"-1"16,0 2 150,5 6 1,-3 11 0,4 8 0,0 4 107,0 7 1,-3 3 0,3 5 0,0-2-290,0 0 1,0-4-1,2 3 1,0 1-503,0-2 1,-2 1 0,0-5 0,-2 2-104,-1-1 1,-2-1 619,-1-2 0,-5 0 0,-1 1 0</inkml:trace>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2:13.872"/>
    </inkml:context>
    <inkml:brush xml:id="br0">
      <inkml:brushProperty name="width" value="0.06" units="cm"/>
      <inkml:brushProperty name="height" value="0.06" units="cm"/>
    </inkml:brush>
  </inkml:definitions>
  <inkml:trace contextRef="#ctx0" brushRef="#br0">0 276 7822,'7'-11'-34,"1"1"1,-1-2 0,3-1 0,1-1-158,0 0 0,-1 3 0,1 0 0,0-1 150,0-2 0,0 4 0,2-3 0,2 0-85,-2 1 1,-5 0 0,-2 2-1,0-1 109,0 0 1,-4 1 0,2-1-1,-3 0 32,-1 1 0,-1 2-28,-3 1 1,2 5-1,-5 0 398,-2 4 0,5 0 0,0 7 1,3 1 11,1 3 1,0 6 0,1-1 0,3 2-179,3 2 0,6 3 0,1 1 1,0 1 25,2 3 1,-3-3 0,4 2-497,-2 0 1,3 1 0,-4-1 0,-2-4 0,-3-4-490,-1-3 1,-6 1 0,2-5 0,-4-2 739,-4-4 0,-2 2 0,-9-9 0,-2 4 0</inkml:trace>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2:14.033"/>
    </inkml:context>
    <inkml:brush xml:id="br0">
      <inkml:brushProperty name="width" value="0.06" units="cm"/>
      <inkml:brushProperty name="height" value="0.06" units="cm"/>
    </inkml:brush>
  </inkml:definitions>
  <inkml:trace contextRef="#ctx0" brushRef="#br0">11 182 7815,'-1'-10'0,"-2"-1"2,0 0 0,-1 1 1,4-1-1,0 0-45,0 1 0,6-1 1,4 1-1,3 2-45,0 1 0,4 4 0,0-1 0,4 0-87,0 1 1,-3-5 0,0 4 0,-1-1 174,0 0 0,-1-3 0,-6 1 0,1-3 0,0 0 0</inkml:trace>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2:14.253"/>
    </inkml:context>
    <inkml:brush xml:id="br0">
      <inkml:brushProperty name="width" value="0.06" units="cm"/>
      <inkml:brushProperty name="height" value="0.06" units="cm"/>
    </inkml:brush>
  </inkml:definitions>
  <inkml:trace contextRef="#ctx0" brushRef="#br0">22 91 7822,'-6'10'0,"3"1"-30,2 0 1,-3 0 0,0 3 0,2 1 43,1 2 0,1-4 1,0 1-1,0-1 131,0 1 1,0-2 0,1 1 0,3-3-169,3-3 1,-1-5 0,1 2 13,1-3 0,0-6 1,1-3-1,-3-5-165,-2-5 0,0-2 1,-4-3-1,0-1 179,0 0 1,-1-3 0,-2 5 0,0-1 19,0 3 0,1 6 0,0 0 0,-2 2 38,2 1 1,1 6-61,1 5 0,1 6 1,2 7-1,3 3-374,0 0 1,4-3 0,-3 2 0,2-3 370,2-2 0,0 1 0,4 0 0,2-1 0</inkml:trace>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2:14.420"/>
    </inkml:context>
    <inkml:brush xml:id="br0">
      <inkml:brushProperty name="width" value="0.06" units="cm"/>
      <inkml:brushProperty name="height" value="0.06" units="cm"/>
    </inkml:brush>
  </inkml:definitions>
  <inkml:trace contextRef="#ctx0" brushRef="#br0">43 1 7822,'-7'0'337,"1"1"1,0 2-106,0 4 1,4 4 0,-3 3 0,1 5-42,1 5 0,-1 0 1,4 3-1,0-1-220,0-2 0,5-3 0,1-2 0,1-2-56,0-1 1,0-6 0,4-4 0,0-1-174,-1-3 1,1-2 0,0-3 0,-1-6-2198,1-4 2455,-5 1 0,-1-12 0,-5 1 0</inkml:trace>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2:14.603"/>
    </inkml:context>
    <inkml:brush xml:id="br0">
      <inkml:brushProperty name="width" value="0.06" units="cm"/>
      <inkml:brushProperty name="height" value="0.06" units="cm"/>
    </inkml:brush>
  </inkml:definitions>
  <inkml:trace contextRef="#ctx0" brushRef="#br0">22 1 7822,'-7'5'356,"1"2"1,1 2-63,3 2 1,1 1 0,1 2 0,1 5 28,2 5 0,0-2 1,4 5-1,1-3-410,2 1 0,2 2 0,1-5 1,1 1-173,-1-3 1,0-5-1,0 1 1,1-4-468,-1-6 1,0-5-1,1-5 1,0-4 725,-1-5 0,-1-1 0,-2-7 0,1-1 0,0-1 0,0-4 0,-1 0 0,1-5 0</inkml:trace>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2:14.776"/>
    </inkml:context>
    <inkml:brush xml:id="br0">
      <inkml:brushProperty name="width" value="0.06" units="cm"/>
      <inkml:brushProperty name="height" value="0.06" units="cm"/>
    </inkml:brush>
  </inkml:definitions>
  <inkml:trace contextRef="#ctx0" brushRef="#br0">87 32 7822,'-11'-10'-62,"0"4"0,2 1 0,0 1 41,2 1 0,0-1 1,-4 5 654,1 3 1,4-2 0,2 5 0,3 2-545,1 0 1,5 2 0,2 0 0,4-1-462,3 1 1,1-4 0,4 0 0,-1 2-1031,1 0 1401,1 2 0,2 0 0,-1-1 0</inkml:trace>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2:14.942"/>
    </inkml:context>
    <inkml:brush xml:id="br0">
      <inkml:brushProperty name="width" value="0.06" units="cm"/>
      <inkml:brushProperty name="height" value="0.06" units="cm"/>
    </inkml:brush>
  </inkml:definitions>
  <inkml:trace contextRef="#ctx0" brushRef="#br0">1 11 10754,'11'-5'0,"-1"-1"0</inkml:trace>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5:01.834"/>
    </inkml:context>
    <inkml:brush xml:id="br0">
      <inkml:brushProperty name="width" value="0.06" units="cm"/>
      <inkml:brushProperty name="height" value="0.06" units="cm"/>
    </inkml:brush>
  </inkml:definitions>
  <inkml:trace contextRef="#ctx0" brushRef="#br0">201 423 6352,'-7'-11'469,"-4"0"1,-4 1-1,-2-1 118,0 5 1,5 5-1,1 1-468,-2 0 1,5 7-1,3 6 1,3 6-77,2 4 1,0 5-1,0-4 1,2 2-207,3 5 0,-1-1 0,8 0-130,1-2 1,0-6 0,0 5-1,-4-1 1,1-2 121,-1 1 0,-5-1 0,2-3 1,-5 1 153,-1-1 1,-1 0-1,-5-2 71,-5-2 0,-4 3 0,-2-10 0,0-1 0,-2-2-147,-4 1 0,10-6 0,-4 4-429,2-5 0,2-8 392,2-4 1,5-4-1,12 0 1,5 1 129,4 3 0,2 0 0,0-6 0</inkml:trace>
  <inkml:trace contextRef="#ctx0" brushRef="#br0" timeOffset="333">438 525 7853,'-24'-17'78,"5"7"1,-4 5 164,5 3 0,1 2 1,-2 0-1,-2 0 79,-1 0 1,1 2 0,8 3 0,3 7-318,3 3 1,1 2 0,8 1-119,4 5 1,3-2-1,8 5 1,0-2 0,2-1-38,3 1 1,3-10-1,5 1 1,-2-4-220,2-2 0,-4-5 1,1 2-1,-3-6 319,-3-6 1,-8-3-1,-4-10 171,-1-4 0,-3 3 1,-5-9-1,0-1 1,0 0 33,0 2 0,-1-2 1,-3 7-1,-4 3 320,-1 1 1,5 8 0,-3 1-396,-1 3 1,6 3 0,-3 10-321,3 5 0,2 10 0,0 1 0,2 1-291,3 1 1,-1-5-1,7 4 1,1-5 0,-1-3 530,0-3 0,0 3 0,6-6 0,0 8 0</inkml:trace>
  <inkml:trace contextRef="#ctx0" brushRef="#br0" timeOffset="816">709 389 8646,'0'17'280,"0"0"0,0 0 0,0 0 0,0 2-188,0 3 0,1 5 1,3 7-1,2-1-165,-2 1 0,3-6 0,-1-1 0,-2-3-224,-3-3 0,7-4 83,3-6 0,-3-5 0,-1-12 0,-1-7 18,0-8 1,1-5 0,-3-8 164,1 0 0,7 0 0,-7 1 0,1 1 0,0 3 26,-1 7 0,3 3-21,-3 2 0,-1 2 60,7 4 1,-7 11-1,2 11 1,-4 6-1,0 4-18,3 1 0,-3 6 0,4-3 0,-4-1 45,-2 1 0,0-1 1,0-3-1,0 1-50,0-1 1,0-8 0,1-3-99,5-3 0,-4-3 9,4-10 1,1-5-1,-1-12 1,-1-3-1,1-2 78,0 0 0,5 1 1,-4-1-1,1 4 248,0-1 0,3 7 0,-4-5 492,3 4-480,1 2 1,4 10 0,-4 7 0,-5 11 0,-2 10-280,1 7 0,-3 4 0,4 0 0,-4-2-400,-2-2 1,0-5 0,2 3 0,1-2-660,3-3 0,0-2 1078,-6-2 0,0-8 0,7-9 0,3-9 0</inkml:trace>
  <inkml:trace contextRef="#ctx0" brushRef="#br0" timeOffset="1049">1267 440 6793,'11'-2'-240,"0"-1"1,2-3 809,2 2 0,-3-5 0,-3-2-300,-1-5 0,3 5 1,-6 0-161,-1-2 0,-4-2 0,-5-2-168,-7 0 0,-3 8 0,-2 3 171,0 4 1,1 2 0,-1 2 0,2 4 0,1 5 89,3 4 0,6 4 1,-5 3-1,3 6 26,3 4 0,2 2 0,2-2-289,0-4 0,2 4 1,4-4-1,5 2-579,4-1 0,4-7 1,1-9-1,5-3 0,1-3-310,4-3 949,2-2 0,2-10 0,0-1 0</inkml:trace>
  <inkml:trace contextRef="#ctx0" brushRef="#br0" timeOffset="1248">1656 389 7853,'-12'17'-595,"1"0"1,-2 0 1245,-2 0 1,4 2 0,-1 3 0,1 7-167,2 3 0,-6 3 0,5 3 0,1 1-566,3-1 0,-1-2 0,1-3 0,2 1-770,2 0 0,2-11 851,0-1 0,8-7 0,1 10 0</inkml:trace>
  <inkml:trace contextRef="#ctx0" brushRef="#br0" timeOffset="1882">1892 457 7853,'17'-2'58,"0"-2"0,0-3 213,0-2 0,0 3 0,2-5 0,1-2-104,3-3 1,-1 0 0,-5-1-1,-2-2-418,-3-4 0,1 5 0,-8-5 194,-1 4 1,-2-3 0,-4-1 0,-5 2-1,-8 3 92,-6 1 1,-3 7 0,3 5 0,-4 3 276,-1 2 0,5 2 1,-1 3-1,3 7 49,2 3 0,0 9 1,2 4-1,2 4-116,2 2 1,7 0-1,-2 0 1,5 1-473,1 5 0,1-4 0,5 1 0,5-5-562,4-4 1,2-5 0,0 1-2,0-5 1,6 0 0,-1-14 789,-1-1 0,-2-17 0,-2-6 0</inkml:trace>
  <inkml:trace contextRef="#ctx0" brushRef="#br0" timeOffset="2165">2180 170 7857,'0'-17'716,"0"9"0,2 8-537,3 10 0,-3 7 0,6 5 0,-1 6-27,4 4 1,-1 4 0,-1 1 0,1 5-18,-1 1 1,-3-4 0,3 5-90,-1-3 1,3-3 0,-4-10-1,3-6 103,3-3 0,-4-11 0,1-10-112,-3-13 1,6-10 0,-1-9-1,1-1 1,0-5-175,-2-5 1,-5 2 0,5-2 0,2-2-274,2-2 1,-3 10 0,-1 1 0,0 0-65,-1 3 0,5 7 0,-6 5 0,2 6-143,0 6 617,-7 3 0,11 8 0,-5 0 0</inkml:trace>
  <inkml:trace contextRef="#ctx0" brushRef="#br0" timeOffset="2432">2653 305 7930,'11'0'385,"1"0"1,-7 0 0,7-2-1,-1-5-198,-2-10 1,4-2 0,-7-9-153,-2-2 1,-2 3 0,-2-1 0,-2 0 0,-2 2 226,-2 3 1,-7 4 0,2 4-1,-4 4-16,-2 5 0,0 14 0,0 9 1,0 9-116,0 6 1,2 4 0,2 3 0,4 4-142,1 1 0,3-1 1,5-7-1,0 1 187,0 1 1,2-14-1,3 4-1165,7-7 1,3-6 0,1-4-1,1-5 1,0-6-1460,0-6 2447,0-3 0,8-16 0,1-1 0</inkml:trace>
  <inkml:trace contextRef="#ctx0" brushRef="#br0" timeOffset="2698">2788 153 7277,'0'11'833,"2"0"0,2 2-451,2 2 1,-1 4 0,-5 4 0,0 7-243,0 7 1,2 1 0,2 5 0,2 0-54,-3 1 0,-1-7 1,-2 3-1,0-6 143,0-6 1,0-4-150,0-7 0,0-9 1,0-8-1,0-12 7,0-8 0,0-7 0,2-8 1,2-3 51,2-1 1,7-7 0,-4 7-185,1 1 1,3 3-1,-6 1 1,1 2-1,1 2-664,1 2 1,-5 7 0,6-1-1,1 3-935,-3 2 0,-1 6 1643,-8-1 0,7 9 0,3-5 0</inkml:trace>
  <inkml:trace contextRef="#ctx0" brushRef="#br0" timeOffset="2966">2958 271 7664,'1'17'240,"5"0"0,-4-6 0,6-1 285,-1-3 1,-3 4 0,7-5-590,2-2 0,2-2 0,0-4 1,0-4-689,2-5 1,-9-4 0,9-2-1,-2 0 752,0 0 0,2 0 0,0 0 0,-1 0 0,1 0 0,0 1 0,0-1 0,0 0 68,0 7 1,-8 5 0,-5 10 0,-8 8 365,-7 8 1,-4 7-1,-2 10-229,0 1 0,0 14 0,0 0 0,2 3 0,2 4 376,2 0 0,5-3 1,-3-1-1,1-5-1191,5-8 0,3-17 0,5 0 0,7-10-782,3-11 1,2-5 1391,-1-5 0,1-12 0,0-10 0</inkml:trace>
  <inkml:trace contextRef="#ctx0" brushRef="#br0" timeOffset="3149">3414 102 7190,'-7'-9'1431,"5"3"-555,-4 12 1,4 11 0,2 11 0,0 4-632,0 1 0,2 5 0,2 3 0,2 8-293,-3 4 1,1-4 0,0 7 0,1-3-799,-1-3 1,-2-1 0,-2-6 0,0-7-2105,0-6 2950,0-9 0,-7 3 0,-3-7 0</inkml:trace>
  <inkml:trace contextRef="#ctx0" brushRef="#br0" timeOffset="3282">3279 575 7853,'0'-16'654,"0"-1"-267,0 0 0,0 0 1,2 2-1,3 2 1,7 1-128,3-1 0,2 4 0,0-2 0,-1-1-262,1 3 0,2 0 0,2 5 0,1-2-1868,-1 2 1,0-3 1869,1 1 0,-3 1 0,5 5 0</inkml:trace>
  <inkml:trace contextRef="#ctx0" brushRef="#br0" timeOffset="3415">3583 406 7853,'-5'23'0,"-1"1"254,2 3 1,-3-7 0,1 3 63,2-4 0,2 3 0,2 1 1,0-3-1,0-1-981,0-2 0,0-6 0,2-1 43,4-3 620,3-9 0,8-7 0,0-8 0</inkml:trace>
  <inkml:trace contextRef="#ctx0" brushRef="#br0" timeOffset="3533">3617 271 7853,'-11'-9'-1324,"0"3"816,7 4 508,-4 2 0,16 8 0,1 1 0</inkml:trace>
  <inkml:trace contextRef="#ctx0" brushRef="#br0" timeOffset="3996">3685 288 7968,'0'11'1058,"0"1"0,0-1 1,0 6-749,0 0 0,0 0 0,0-1 0,0 1-65,0 0 1,0 2-1,0 2 1,0 1-217,0-1 1,0 3 0,2-1-1485,3-2 1085,-3-3 1,7-8 0,-5-8 0,2-12 29,-2-12 1,3-5 0,1-5 0,-1-3 307,1-1 1,-1 0-1,-3 4 1,3 2 67,3 2 0,-4 8 0,3-3 311,-2 4 0,7 4-92,-3 4 1,-4 11-1,-1 11 1,-4 6 47,-2 6 1,2-3 0,2 8 0,1 1-208,-1-3 0,-2 4 0,-2-7 0,0-1-143,0 3 0,0-12 0,0 4-180,0-2 0,2-10-113,3-5 1,-1-13 0,5-11 0,1-3 300,-1-3 0,-3-2 0,5 0 1,2 2 182,2 2 1,0 6-1,-1-3 1,-3 5 39,2 5 1,-4 9 0,3 0-202,1 4 1,-6 4 0,-1 6 0,-4 7-491,-2 5 1,2 9 0,1-5 0,3 1 64,-2-1 1,-2-2-1,-2-5 1,0 0-234,0 0 675,0-7 0,0 5 0,0-6 0</inkml:trace>
  <inkml:trace contextRef="#ctx0" brushRef="#br0" timeOffset="4230">4141 389 7323,'17'0'-496,"-6"0"0,1 0 991,1 0 0,2-1 0,2-3 0,0-4-122,0-1 1,-6 0 0,0-6 0,2-1-35,2-2 1,2-5 0,-2 1 0,-2-7-65,-1-3 0,-7-1 1,5 1-1,-3 2 17,-3 1 0,-2 9 0,-4-3 0,-4 6 77,-5 6 1,2 4 0,-3 8 0,-1 5-101,-2 5 0,-2 12 1,0 5-1,2 6 144,4 5 0,-4-1 1,6 7-1,-1 2-487,5 2 1,1-4-1,0-2 1,-1-2-784,1-3 1,2-2-1,4-4 1,3-4 334,7-6 0,8-10 1,5-7 521,1-3 0,2-9 0,6-3 0</inkml:trace>
  <inkml:trace contextRef="#ctx0" brushRef="#br0" timeOffset="4314">4530 457 8348,'0'17'385,"0"-6"-224,0 1 1,2-9-162,4 3 0,-4 3 0,5 1 0</inkml:trace>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4:55.418"/>
    </inkml:context>
    <inkml:brush xml:id="br0">
      <inkml:brushProperty name="width" value="0.06" units="cm"/>
      <inkml:brushProperty name="height" value="0.06" units="cm"/>
    </inkml:brush>
  </inkml:definitions>
  <inkml:trace contextRef="#ctx0" brushRef="#br0">404 134 7853,'-17'-5'0,"0"-1"176,0 2 1,0 2-1,0 2 1,-1 0 470,-5 0 0,2 2 0,-7 4-225,-2 5 0,-2 12 0,0 7 1,2 5-1,4 9 21,2 4 0,1-4 1,8 10-1,4 2-247,5 3 1,6-9-1,6 3 1,9-2-480,11-4 1,4-8 0,13-1 0,1-8-378,-1-8 1,-4-5-1,4-5 1,1-7 103,-1-3 1,-6-15-1,1-6 556,-8-5 0,2-12 0,-6-7 0</inkml:trace>
  <inkml:trace contextRef="#ctx0" brushRef="#br0" timeOffset="600">793 16 6927,'-17'-2'-408,"0"-4"0,6 4 1150,0-3 0,7 5 0,-2 5 0,4 9-98,2 6 0,0 7 1,0 8-1,2 5-405,4 5 1,1 11 0,6 6-90,-1 4 1,-3 2 0,4-1 0,-3-1 0,-1-4-19,0-6 1,-5-5 0,2-8-1,-4-7-804,-2-6 604,0-17 0,0 0 0,0-20 0,2-8-69,3-6 1,-3-11 0,4-2 0,-2-11-75,1-9 1,5 1 0,6-3 0,1 3 159,0 2 0,-4 8 0,1 4 0,1 5 401,-2 6 1,0 11 0,4 15-82,0 11 1,-6 12-1,-2 17 1,-1 3-184,-4 2 1,-1 2-1,1 4 1,4-2-405,1-2 0,1-7 0,3-1 0,-2-7-1417,2-7 1,4-6 0,4-6 1734,1-5 0,8-4 0,-3-2 0</inkml:trace>
  <inkml:trace contextRef="#ctx0" brushRef="#br0" timeOffset="884">1351 337 8135,'-17'0'519,"0"0"1,0 6 0,0 1-1,0 3-269,0 3 1,6 4-1,2 3 1,1 3 2,5-2 0,1-1 0,2 1 0,2 1-179,3-1 1,5-2 0,8-2-292,5 0 0,-4-6 0,5-2 0,1-1 1,1-6-106,0-6 1,4-5 0,-7-10 83,-3-4 1,-3 3 0,-3-9-1,-5 1 1,0 2 787,1 3 0,-7 5 51,3 1 0,-4 9 0,-2 8-785,0 10 0,-2 5 0,-2 3 0,-1 3-645,1 2 0,2 5 0,2-6 0,0-1-995,0-2 1824,0-2 0,8 0 0,1 0 0</inkml:trace>
  <inkml:trace contextRef="#ctx0" brushRef="#br0" timeOffset="1100">1672 134 8097,'10'-7'1996,"-1"5"-1518,-3-4 1,-4 6 0,3 6 0,-3 5-109,-2 4 0,0 4 0,0 3 1,-2 8-228,-3 8 0,3 2 1,-4 8-637,4 5 0,2 1 1,0-3-1,0 0 1,0-2-814,0-4 0,0-9 0,2-12 1306,4-5 0,-3-8 0,9-17 0,-9-11 0,5-9 0</inkml:trace>
  <inkml:trace contextRef="#ctx0" brushRef="#br0" timeOffset="1267">1858 236 8998,'0'17'1082,"0"1"0,0 3 1,0 5-824,0 6 0,0 0 0,0 11-526,0-1 1,6 3 0,1-6 0,3-1 0,1-2-667,-2-3 0,5-6 0,-7-5 0,1-3 933,-1-2 0,6-8 0,-3-1 0</inkml:trace>
  <inkml:trace contextRef="#ctx0" brushRef="#br0" timeOffset="1551">2061 506 8015,'15'2'81,"-2"2"0,-1 1 325,1-1 0,-4-2 0,1-4 0,-1-3-157,0-7 1,1-3 0,3-4-302,-2-3 1,-7 1-1,2-5 1,-5 2 175,-1 3 0,0-4 1,-1 5-1,-5 3 0,-5 6 451,-4 3 0,1 2 0,-1 6-121,-3 0 1,3 10 0,3 5 0,-1 7 0,0 5-192,2 3 0,1 2 0,7 2 0,-3 1-545,2 5 0,2-8 1,4 5-1,4-1-539,5-6 0,4 2 1,2-10-1,0-3-16,0-6 1,0-5-1,0-10 1,1-5-864,5-10 1700,-12-8 0,19-9 0,-11 1 0</inkml:trace>
  <inkml:trace contextRef="#ctx0" brushRef="#br0" timeOffset="1867">2264 337 7854,'0'-9'1468,"0"3"0,0 12-1052,0 5 0,0 12 1,0 3-1,0 4-190,0 4 1,2-4-1,2 9 1,1-3-39,-1-2 1,-2 0 0,-2-1-2,0 1 0,6-8 0,-1-1 0,-1-3-1001,-2 1 1,4-10 487,-1-13 1,6-9-1,-5-14 1,0-7 128,1-7 1,-5-1 0,6-5 0,-3 0 179,1-1 0,1 7 0,-3-1 0,2 6 516,-2 4 1,-1 7-108,3-1 1,-4 18-1,3 12 1,-3 10-163,-2 11 0,6 4 1,0 5-1,-3 1-819,-1-1 0,0-2 0,2-4 0,3-2-1112,3-2 0,-5-13 0,7 0 1701,1-6 0,2 5 0,2-5 0</inkml:trace>
  <inkml:trace contextRef="#ctx0" brushRef="#br0" timeOffset="2200">2687 253 6970,'-26'11'504,"3"0"0,2 0 0,3 6 0,-3 2 893,0 4 0,6 3 0,-6 6-888,8-4 1,0 2 0,8-7 0,1-3-1,4-1-514,5-2 1,1-8 0,9-3 0,4-4-40,0-2 0,7-2 0,0-4 0,2-7-1369,1-7 1,-3-7 0,4-5 1004,-2 4 0,-7-4 0,1 6 0,-3 0 0,-2 3 263,0 4 1,0 10-1,0 3 781,0 4 1,-8 17 0,-3 8 0,-4 11 324,-2 11 0,0 2 0,-2 13 0,-2 0-374,-2 0 1,-1 2 0,1 2-1,-5-6-288,-4-7 1,2-11 0,-2-3 0,-4-7-572,0-7 1,0-12 0,1-5 0,-3-5-979,-2-1 1,1-7-1,5-4 41,0-4 1,6-8 0,1-1 0,3-1 0,3-1 1208,2 0 0,10 5 0,1-3 0</inkml:trace>
  <inkml:trace contextRef="#ctx0" brushRef="#br0" timeOffset="2433">3093 658 7853,'17'-17'314,"-1"1"0,1 2 0,-2-1 0,-1-5 284,-3-5 0,-7 3 0,1-6 0,-3-3-229,-2 0 0,-2 2 1,-3 3-1,-7 2 4,-3 3 1,-2 10 0,-1 5-31,-5 4 0,4 4 0,-1 4 1,5 7-1,5 8 104,3 7 0,1 6 0,6 3 0,0 4-211,0 3 1,9-5 0,6 4-608,6-1 0,4-5 0,-3-9 0,6-5 0,6-6-1194,6-6 0,-3-3 0,6-10 0,-1-6 1565,-5-9 0,-9-7 0,-3-10 0</inkml:trace>
  <inkml:trace contextRef="#ctx0" brushRef="#br0" timeOffset="2850">218 1487 7853,'-9'4'729,"3"7"1,4 0 0,2 14 0,0 1-1043,0 8 0,6 0 0,1 5 0,3-1-894,3 1 1,-4-3 1206,2 3 0,-7-11 0,4-3 0</inkml:trace>
  <inkml:trace contextRef="#ctx0" brushRef="#br0" timeOffset="3000">286 1369 8127,'-8'-17'984,"6"7"-1388,-5 3 1,14 7 0,5 2 0,4 1-1114,7 3 1517,-4 0 0,5 1 0,-7 3 0</inkml:trace>
  <inkml:trace contextRef="#ctx0" brushRef="#br0" timeOffset="3217">539 1284 8069,'0'17'245,"-7"-8"1,5 6 0,-4-1 0,4 4 0,2 5 0,0-2 0,2-1 147,4 3 0,-2-3 0,7 7 1,0-1-102,-1 0 1,5-3 0,-6 3 0,2 0-346,1 1 1,-9-5 0,3 5 0,-4-1 82,-2 0 1,-2-9-1,-2 4 1,-5-1-415,-6-1 0,2-6 1,-10-3-1,4-3-977,2-3 1,-5-2 0,1-4 1360,6-4 0,-9-10 0,5-11 0</inkml:trace>
  <inkml:trace contextRef="#ctx0" brushRef="#br0" timeOffset="3800">1097 1470 7704,'0'-9'1274,"0"1"1,0 23 0,0 6-1094,0 3 1,6 3 0,0-5 0,-3 6-77,-1 4 0,0-4 1,2 1-1,1 1 147,-1 2 0,-2-4 0,-2-2-1602,0-1 1073,0-3 0,0-14 0,0-10 1,0-13 175,0-12 1,6-6-1,-1-5 1,1-3 96,2-3 0,-5 7 0,7-1 0,-1 6 114,0 4 1,3 7 0,5-1-67,0 3 0,-6 10 1,0 3-1,2 8 80,2 9 0,0 8 0,-2 15 0,-3 2-403,-3 3 0,5-1 1,-7 5-230,-1-2 1,4-3 0,-1-8 0,1-4 0,-1-1-1638,-3-5 2145,5-9 0,1-3 0,7-8 0</inkml:trace>
  <inkml:trace contextRef="#ctx0" brushRef="#br0" timeOffset="4050">1436 1504 9078,'0'17'260,"0"0"1,0 0 0,0 1 0,0 5 2,0 5 1,3 4 0,7 2 0,7 0-251,1-1 1,3-6 0,0-5 0,3-3-138,2-2 0,-5-8 0,2-5 154,-5-8 0,-8-7 0,-5-11 1,-5-7 144,-5-3 1,-5-1-1,-6-1-122,-1 0 1,0 0-1,0 0 1,0 2-371,0 4 0,0 0 0,2 7 0,2 5 1,3-1-1323,3 3 0,1 7 1639,6-4 0,8 7 0,1-4 0,8 8 0</inkml:trace>
  <inkml:trace contextRef="#ctx0" brushRef="#br0" timeOffset="4217">1740 1385 7853,'9'2'223,"-3"4"251,-4 5 0,-2 4 1,0 2-1,2 2 27,3 4 0,-3 3 1,6 6-1,-1 0-252,4 2 0,-1-4 0,1 9 0,2-1-693,2 1 0,-3-3 0,-3 1 1,0-5-1947,1-3 1,-6-14 2389,1 1 0,-3-2 0,-2 3 0</inkml:trace>
  <inkml:trace contextRef="#ctx0" brushRef="#br0" timeOffset="4333">1723 1791 10616,'17'0'859,"-6"-5"1,2-1-880,6 2 1,4 1 0,9-1 0,0-4-1181,3-1 0,5 3 1200,-1-5 0,4 0 0,8-6 0</inkml:trace>
  <inkml:trace contextRef="#ctx0" brushRef="#br0" timeOffset="4950">2602 1369 7853,'0'-12'-1015,"0"1"1205,0 7 1,0-5 0,2 5 298,4-2 83,-4 1 0,7 5 0,-5 2 1,3 3-48,3 7 0,-5 5 1,5 5-1,-3 8-547,-3 8 0,4-1 0,-3 8 0,-1 2-464,-2 2 1,3 2 0,1-2 0,-2-4-177,-2-6 1,-2-3 0,-2-4 53,-4-4 1,-3-11 607,-8-11 0,0-4 0,0-2 0</inkml:trace>
  <inkml:trace contextRef="#ctx0" brushRef="#br0" timeOffset="5099">2535 1808 7853,'0'-11'418,"0"0"0,7 7 0,4-4 0,6 3-402,6-1 0,-1-5 0,10 3 0,4-1-492,0-4 1,5-2 0,-1-2-1,-1 0 312,2 0 0,-11-2 1,2-1 163,-5-3 0,3-7 0,-4 4 0</inkml:trace>
  <inkml:trace contextRef="#ctx0" brushRef="#br0" timeOffset="5618">3025 1284 10047,'0'24'285,"0"-5"0,0 6 0,0-1-157,0 4 0,0 6 0,0 6 1,0 5 10,0 3 0,2-2 0,2-3 1,1-2-328,-1-3 0,-2-3-257,-2-1 0,2-9 186,3-8 1,3-16 0,3-14 0,-3-7 136,-1-9 1,-3-8-1,5-3 89,-1 3 0,3 3 0,-3 4 1,-1 4-1,3-1 103,-1 1 0,-3 11 0,3-2 1,0 4 187,1 4 1,-5 1-104,7 8 0,-7 8 0,5 3 1,-1 4-152,1 2 1,-5 0 0,5 0 0,-1-1-158,0 1 0,-3-5 0,5-3 1,1 0 83,-3 1 0,6-6 1,-4 1 54,4-3 0,2-4 0,0-3 0,-2-7 1,-2-3-11,-1-2 1,-3 0 0,2-1 0,-5-3 67,-4-2 0,-2-1 0,0 3 0,-2-1 49,-4 1 0,-3 8 0,-8 4 112,0 1 1,0 2-1,0 6 1,0 0 0,0 2 173,0 4 0,6 5 0,2 10 0,1 3-80,5 3 0,1 1 1,2 4-92,0-4 0,0 4 0,2-4 0,3 2 0,8 0-512,8-2 1,-2-7-1,5 2 1,-1-6-78,-1-6 0,8-4 1,-1-9-314,2-3 1,3-12 693,0-11 0,0-4 0,0-2 0</inkml:trace>
</inkml:ink>
</file>

<file path=ppt/ink/ink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6:12.927"/>
    </inkml:context>
    <inkml:brush xml:id="br0">
      <inkml:brushProperty name="width" value="0.06" units="cm"/>
      <inkml:brushProperty name="height" value="0.06" units="cm"/>
    </inkml:brush>
  </inkml:definitions>
  <inkml:trace contextRef="#ctx0" brushRef="#br0">74 64 7190,'-6'-5'-1191,"-2"3"1669,4-5 0,-3 3 1794,4-3-1949,-6 5 0,8 2 0,-2 7 0,3 3-143,3 4 0,0 7 0,2 7 0,1 5-198,0 6 0,-3 0 0,1 11 1,0 1-117,-1 4 0,1-4 0,-4 2 0,0-4-458,0-6 0,0-11 0,0-5 1,0-7-1589,0-6 2180,0-7 0,-5-12 0,-1-7 0</inkml:trace>
  <inkml:trace contextRef="#ctx0" brushRef="#br0" timeOffset="433">21 95 7853,'-3'-7'-24,"-1"0"1,1-1 84,-2-1 1,4 2-1,-3 0 1,3-2 334,1 0 1,6 2 0,3 1 0,6 0-183,5 1 0,0 2 0,8 0-125,2 1 1,0 2 0,3 2 0,1 1 0,1 4-92,-1 3 1,-6 1 0,-4 2 0,-3 2-272,-3 2 1,-8-2 0,-6 4 137,-3-1 0,-3 4 0,-5-4 0,-6 1 88,-2-2 1,-9 2-1,4-6 1,0-3 0,3-1 101,2-1 1,2-2-1,6 1 75,3 1 0,3 1 0,3 3 1,4 1-94,5 1 0,6 4 1,1-1-1,2 0 44,1 1 1,-4-1 0,0 4-1,-3 1-6,-5-1 1,-3 0-1,-6 0 1,-1 0 61,-3 0 0,-6-1 1,-8-3-148,-2-3 0,-1 0 0,0-2 0,0-4 0,1-1-1320,3-1 1,2-4 580,4 2 0,5-4 1,4-4 748,4-3 0,9-7 0,5-2 0</inkml:trace>
  <inkml:trace contextRef="#ctx0" brushRef="#br0" timeOffset="682">558 274 7853,'-15'15'57,"3"2"0,-2 4 0,2 1 442,2 2 0,0 1 0,3 5 0,4 3 84,2 0 0,2-4 0,2-3-523,4-4 1,6-4-1,2-11 1,2-4-1,1-3-112,2-3 1,1-4-1,0-7 1,-1-5 65,-2-5 0,-3 1 0,-6-5 0,-2-1-346,-3-2 1,-3 5 0,-1 1 0,-1 3 90,-3 1 1,-1 4-1,-7 3 1,-1 4-214,-1 3 1,-1 2-1,2 5 136,-1 0 0,0 1 0,4 3 0,2 2 0,2 1 318,2 0 0,0 0 0,4 3 0</inkml:trace>
  <inkml:trace contextRef="#ctx0" brushRef="#br0" timeOffset="849">737 53 7853,'0'7'344,"0"0"48,0 1 1,1 5 0,1 2 0,2 3 33,-2 4 1,4 5-1,1 8 1,2 5-618,2 4 1,-1 1 0,1 3 0,-1-2 31,1-1 0,-2-10 0,-1-5 0,-2-3 159,-1-3 0,-6-7 0,-5-2 0</inkml:trace>
  <inkml:trace contextRef="#ctx0" brushRef="#br0" timeOffset="982">716 421 7278,'0'-10'0,"0"-1"-44,0 1 0,1 3 0,1 0 0,3-1 229,1-2 1,2 0 0,5-1 0,2 1-471,1-1 0,2 1 0,3-1 0,1-1 285,3-2 0,-3 3 0,4-4 0</inkml:trace>
  <inkml:trace contextRef="#ctx0" brushRef="#br0" timeOffset="1266">968 64 7853,'-3'16'29,"-1"-2"1,-3-1 0,4 0 0,0 2 264,2 1 0,1 0 0,0 3 0,0 5 22,0 2 0,1 2 1,3 2-1,3 0-213,2 2 1,-2-6 0,-1 5 0,0-2-172,0-2 1,-3-1 0,3-6-407,-1-3 1,2-4 204,-4-9 0,2-6 0,-3-13 1,2-2 107,-2-3 1,-1-6-1,-1-2 1,2-3 0,1-4 1,-1 2 0,4-1 207,-1 5 1,2 4-1,-2 7 1,0 1 0,2 2 209,-1 2 1,4 6 0,-3 6-241,2 7 0,5 7 1,0 11-1,-1 4 1,-1 3-421,-2 0 1,-3 2 401,0 2 0,0-2 0,4 3 0</inkml:trace>
</inkml:ink>
</file>

<file path=ppt/ink/ink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6:16.676"/>
    </inkml:context>
    <inkml:brush xml:id="br0">
      <inkml:brushProperty name="width" value="0.06" units="cm"/>
      <inkml:brushProperty name="height" value="0.06" units="cm"/>
    </inkml:brush>
  </inkml:definitions>
  <inkml:trace contextRef="#ctx0" brushRef="#br0">1853 140 7908,'5'-7'-13,"-1"-1"0,0 0 236,0 0 0,-1-1 0,-4 0 0,-1 1 0,-3 1 438,0 1 0,-5 2 0,-2 0 0,-3 1-202,1 2 1,-2 0 0,1 1 0,0 1 96,0 4 0,1 2 1,0 6-1,3 2-208,2 2 0,4 3 0,2 3 0,0 3-301,1 0 1,4 1-1,3 0 1,4 2-26,4 0 0,0-2 0,4 1 0,1-1-72,1 1 0,-2-5 1,-1 1-1,0-1-308,-2-1 0,-3-3 0,-3-1 0,-3 0 305,-3 0 1,-4-2 0,-3 0-1,-4 0 172,-4-2 1,-3-2 0,-5-2-38,0-1 0,-3-3 0,3-4 0,1 1-257,2-1 1,0-2 0,4-3 0,2-4-1168,3-3 0,2 0 0,3-4 0,2-3 1342,1-2 0,4-5 0,1 2 0</inkml:trace>
  <inkml:trace contextRef="#ctx0" brushRef="#br0" timeOffset="384">1924 19 7799,'0'-7'122,"0"3"0,-1 0 580,-1 1 1,1 3-1,0 4-125,2 5 0,1 3 0,2 5 0,1 6-256,1 3 1,0 5 0,1 5-120,-1 5 0,-2 2 0,0 3 0,-1-1 1,0 2-53,0-1 0,-1-8 0,-2 0 0,0-6-95,0-4 1,0-7 0,1-6-67,1-5 1,-1-5-1,3-8 1,0-4-656,-1-5 1,1-4 0,3-6-1,-1-2 213,1-6 0,-2 2 0,0-5 0,2 0 213,1 0 0,-1 5 1,1-1 446,1 7 1,2 2 0,-2 10-1,1 5 1,1 5 343,1 7 1,-1 6-1,-1 6 1,-1 4-403,-1 5 1,1 1 0,0 2 0,-1 0-112,-1 2 1,-1-7-1,0 2 1,-1-2-1383,-1-4 0,0-6 1344,0-3 0,2-8 0,-3 1 0</inkml:trace>
  <inkml:trace contextRef="#ctx0" brushRef="#br0" timeOffset="982">2360 249 7749,'3'-6'-398,"-2"0"0,1-1 600,-2 1 0,0-1 1,0 1-1,0 0 380,0-1 1,0 3 0,-2 0 0,-3 1-188,0 2 0,-2 0 0,0 1 0,-1 1-146,0 1 0,-3 5 0,2 6-176,2 4 1,0 7-1,3 4 1,2 3-1,1 3-111,1 2 1,1-2 0,1-2-195,2-3 1,5-3 0,1-9-1,3-3 1,-1-6-122,1-6 1,0-8-1,0-9 1,0-7-76,-1-7 1,-2-1 0,-1-7 283,-2 0 1,0 0 0,-1 1 0,0 3 542,1 5 1,-4 2-1,0 11 117,-3 9 0,0 10 0,1 13 0,0 4-267,1 3 1,3 5 0,-1-1 0,0 1-263,1-1 1,-1-3 0,2 3-1,1-3-924,-1-1 0,1-5 0,-1-5 0,0-3-1280,1-5 2217,-1-2 0,1-10 0,-1-1 0</inkml:trace>
  <inkml:trace contextRef="#ctx0" brushRef="#br0" timeOffset="1233">2604 217 9789,'0'9'0,"2"1"375,0 2 0,2 2 0,-1 6 0,0 2-70,0 4 0,-1-2 0,-2 3 0,0 0-270,0 0 0,0-2 0,0-2 0,-1-4 225,-1-3-197,1-5 1,-1-8 0,2-6-1,0-6 1,0-4-69,0-3 1,0-4-1,2-3 1,3-2-34,3-1 0,-1 0 0,3 1-403,-1-1 0,0 1 0,3 2 1,-2 1-1,1 3-1055,-1 2 0,1 2 1496,-2 4 0,2 2 0,-1 2 0</inkml:trace>
  <inkml:trace contextRef="#ctx0" brushRef="#br0" timeOffset="1500">2790 352 7763,'6'6'64,"1"1"1,-1-3-1,1 0 329,2-1 0,-2-6 0,1-4 0,-1-3-49,0-1 1,-4-2-1,0-1 1,-3-2-200,0 0 1,0 1-1,-3-1 1,-4 2 27,-3 2 0,-2 5 0,-1 2 0,-2 1 73,0 3 0,1 9 0,1 4 0,3 6 132,1 4 1,3 1-1,1 4 1,3 2-7,2 3 1,6-3-1,5 4 1,6-2-773,6-2 0,-1-10 0,8-6 1,2-4-701,2-6 1,-1-3 0,0-4 0,-3-5-1337,-2-5 2436,-9 1 0,8-6 0,-7 3 0</inkml:trace>
  <inkml:trace contextRef="#ctx0" brushRef="#br0" timeOffset="2267">121 981 7685,'-14'0'0,"0"0"0,1 0 0,0 0 95,2 0 0,0 3 0,1 2 0,1 2 191,2 4 1,0 4 0,2 3-1,0 3-82,3 5 0,2-2 0,3 3 1,4 0-119,3 0 1,2-3 0,1-3 0,0-2-88,2-2 1,1-8 0,4 0 0,-1-6-110,0-2 1,-1-7 0,0-4 0,0-5-86,-3-7 0,-1-6 0,-4-3 0,0-3 96,-1-2 0,-3 3 0,2-1 1,-3 1 182,0 4 0,-2 8 1,1 8 8,1 7 0,1 8 0,0 11 0,2 6-28,0 4 0,0 2 1,3 2 1,0 1 0,1 1 1,2-2-1,0-3 0,2-1-697,0-3 0,1-5 630,2-5 0,4-2 0,-1-1 0</inkml:trace>
  <inkml:trace contextRef="#ctx0" brushRef="#br0" timeOffset="2788">808 917 8096,'-4'1'1002,"3"4"1,2 6-412,1 4 0,3 8 0,-1 5 0,1 6-193,-1 5 1,1 1 0,-3 2-568,0-3 1,1-1 0,-1-8-1,-1-4 1,0-5-45,-1-4 1,1-8-1,1-3 246,2-3-33,2-6 0,0-5 0,1-4 0</inkml:trace>
  <inkml:trace contextRef="#ctx0" brushRef="#br0" timeOffset="3066">994 910 7785,'-1'-3'642,"-1"0"0,-2 3 0,-2 3 0,0 2-337,-1 2 1,-2 4-1,-1 4-101,0 2 1,-2 4 0,2 1-1,0 1 1,1 1 284,-1 1 1,6-2 0,0-1-325,2-2 1,2-2 0,0-5 0,1-2-1,1-1-33,2-4 0,3-4 0,1 0 0,1-1-397,1-1 1,-1 0 0,3 0-453,2 0 0,0-3 0,-1-1 0,0-2 0,0 0-2023,-1 0 2740,1-1 0,0-2 0,0-1 0</inkml:trace>
  <inkml:trace contextRef="#ctx0" brushRef="#br0" timeOffset="3349">1128 1115 8101,'5'3'0,"-1"1"148,1-1 0,1 0 0,0-3 1,1 0 334,-1 0 1,1-3-1,1-4 1,1-3-67,1-2 1,-2-4-1,0 0 1,-2-1-296,-2 0 0,-3-2 1,1-3-1,-2 2-256,-2 0 0,-2 2 1,-5 3-1,-1 1 25,-2 4 1,1 5 0,0 3 0,0 2 261,-1 2 1,2 3 0,1 4-105,2 4 1,1 2 0,2 5 0,2 2 0,1 1 518,1 2 1,3 2-1,2-1-645,3 0 0,0 2 0,2-4 0,1-3 0,1-2-482,0-2 1,-2-7-1,2 0 1,1-3-247,-1-2 0,-2-3 805,1 0 0,0-7 0,2-2 0</inkml:trace>
  <inkml:trace contextRef="#ctx0" brushRef="#br0" timeOffset="3514">1282 1032 7953,'-3'0'2269,"0"1"-1825,3 1 0,4-1 0,1 4 0,4 0-479,1 0 1,1-1 0,3 1-1,3 0-393,1 0 0,-1 1 1,3-2-1,-1-1 428,-1-3 0,0 3 0,1 1 0</inkml:trace>
  <inkml:trace contextRef="#ctx0" brushRef="#br0" timeOffset="3698">1513 936 8280,'-5'3'0,"0"1"726,0 2 0,2 1 0,-2 1-3,1 3 1,1 3 0,0 3 0,-1 1 0,1 4-115,1 2 1,-1 5 0,3 0 0,-2 1-619,0 0 0,-1-2 1,2 1-1,-1 0-619,0 1 0,2-6 0,0 0 0,0-4-4068,0-4 4696,0-6 0,5 5 0,2-5 0</inkml:trace>
  <inkml:trace contextRef="#ctx0" brushRef="#br0" timeOffset="3831">1642 1154 8550,'-3'6'0,"1"1"-32,1-1 0,0-2 0,0 0 1,0-1 31,-1 1 0,0 0 0,2 3 0</inkml:trace>
</inkml:ink>
</file>

<file path=ppt/ink/ink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6:28.487"/>
    </inkml:context>
    <inkml:brush xml:id="br0">
      <inkml:brushProperty name="width" value="0.06" units="cm"/>
      <inkml:brushProperty name="height" value="0.06" units="cm"/>
    </inkml:brush>
  </inkml:definitions>
  <inkml:trace contextRef="#ctx0" brushRef="#br0">64 129 8060,'-3'-6'0,"-1"2"0,-2-2 0,0 3 315,0-1 1,-1 1 0,1 4 0,0 1 0,1 3 467,1 3 1,2 3-1,0 3-527,1 1 1,1 3-1,0-1 1,1 1-1,1 2-105,3-1 1,0-2-1,2-1 1,-1 0-19,1-2 0,-1 0 1,0-2-1,0-1-242,-2-3 0,-1 0 0,-3 0-295,0 3 1,-1-4 0,-1 0 0,-3-2-17,-2 1 1,-1-2-1,0 0 1,1-1-169,0-2 588,1 0 0,-1 2 0,1 0 0</inkml:trace>
  <inkml:trace contextRef="#ctx0" brushRef="#br0" timeOffset="254">180 276 8098,'6'-2'115,"0"0"1,-1-2 0,-1-1 390,1-1 1,-2-1-1,0-1 1,-1-3-96,0-1 1,0-1 0,-3 0-1,-1 0-96,-2 0 1,-2 3-1,0 0 1,-1 3-30,1 1 0,0 4 0,-1 2 0,1 4 46,-1 2 1,1 6 0,0 2 0,2 3-232,2 2 0,1 0 1,1 4-1,0 0-274,0 2 0,3-3 1,1 1-523,2-2 0,3-6 0,1-1 0,1-3 0,2-3-69,1-2 1,0-5 763,-2-6 0,1-6 0,0-3 0</inkml:trace>
  <inkml:trace contextRef="#ctx0" brushRef="#br0" timeOffset="554">269 174 8059,'0'-7'-289,"-2"1"722,0 0 391,0 2 1,2 6 0,0 5-1,0 3-445,0 1 0,1 4 0,0 1 0,2 1-229,1 1 0,-2-1 1,1 1-1,1 0-49,-1-1 0,-1-3 0,1 1 0,-1-3-186,0-2 0,1-4 1,-1 0-60,2-3 0,0-6 1,-1-6-1,1-5-16,-1-3 1,2-5 0,0 0 0,0-2 71,0 1 0,-1 4 0,2 1 0,0 1 388,-2 3 0,0 6 0,-2 4-32,2 2 0,-1 8 0,0 3 0,-1 3-132,0 3 1,3 2-1,-3 3-736,-1-1 1,2 2 0,0-5 0,0 0 0,0-3-2825,1-1 3424,0-4 0,3-2 0,-1-3 0</inkml:trace>
  <inkml:trace contextRef="#ctx0" brushRef="#br0" timeOffset="868">507 1 8482,'0'6'801,"0"-2"0,0 1 1,0 2-424,0 1 0,0 4 1,2 0-1,1 3 144,0 1 0,2 1 1,1 2-1,0 1-352,1-1 1,-1-3-1,-1-1 1,-2-3-495,0-2 0,-1-4-103,-2 1 0,-1-5 0,-1 0 0,-4-1 12,-2-1 0,-3-3 1,3 1-1,-1 1 391,0 0 1,2 4 0,-2 1 0,2 3 433,1 1 1,2 0-1,2 3 1,1 0 27,1 1 1,2 1 0,1-1-1,4-1-198,0-3 1,1-3 0,0-3 0,2-1-466,0-1 1,2-4 0,-3-2 0,0-4-339,0-2 1,0-3 0,-3-1 0,1-1-1654,-1 0 2216,1 1 0,-1-3 0,0 3 0</inkml:trace>
</inkml:ink>
</file>

<file path=ppt/ink/ink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6:26.304"/>
    </inkml:context>
    <inkml:brush xml:id="br0">
      <inkml:brushProperty name="width" value="0.06" units="cm"/>
      <inkml:brushProperty name="height" value="0.06" units="cm"/>
    </inkml:brush>
  </inkml:definitions>
  <inkml:trace contextRef="#ctx0" brushRef="#br0">14 97 7963,'-4'-4'2594,"1"0"-2281,3 4 0,1 2 0,1 7 1,2 3-97,2 4 0,0 3 1,1 6-1,1 4-383,1 4 1,-1 1 0,-2 1 0,-2 0-365,-1-1 0,-3-5 0,0-4 0,0-6-644,0-5 1,-1-7 1173,-3-5 0,-1-10 0,-4-3 0</inkml:trace>
  <inkml:trace contextRef="#ctx0" brushRef="#br0" timeOffset="217">1 174 8146,'4'-22'-137,"0"3"1,1 0 324,1 2 0,1 3 0,2-3 1,1 3 13,2 1 0,1 2 0,0 2 1,0 1-81,0 2 1,-3 4-1,0 0 1,0 1-4,-3 1 1,-2 4-1,-3 3 1,-1 5 128,-1 5 0,-3 2 1,-2 2-1,-2 3-62,-2 1 0,-2-2 1,0-1-1,-1-1-61,-1-2 0,2-2 1,1-1-1,1-2-954,1-3 0,1-5 1,1-1 828,2-4 0,4-2 0,4-6 0</inkml:trace>
  <inkml:trace contextRef="#ctx0" brushRef="#br0" timeOffset="516">257 161 7968,'3'6'140,"-1"1"0,2-1 0,1 0 200,3-2 1,-1 1 0,3-3 0,-2-1-32,1-3 0,2-4 1,-3-5-1,0-1-166,-1-3 1,-3-2 0,0-2 0,-1 0 50,-2 2 1,-1 1 0,-2 2 0,-3 2-206,-3 2 1,-2 4 0,-2 2-1,1 2 230,0 3 0,3 2 1,0 6-1,0 2 14,2 1 0,3 1 1,0 2-1,3 2-13,0 2 0,0 0 1,0 0-1,3 1-447,1-1 1,2 0 0,3 0-1,1-2-1123,3 1 1,-2-5-1,0-1 1,2-4-769,1-3 2118,-5-4 0,6-1 0,-5-3 0</inkml:trace>
  <inkml:trace contextRef="#ctx0" brushRef="#br0" timeOffset="800">430 84 8491,'0'7'1376,"1"2"1,1 2-1100,0 3 1,2 1 0,-1 4 0,0 1-202,0 2 1,1 0 0,-2 1 0,0 0-55,1 2 1,-2-4-1,1 2 1,-2-4 122,0-4 0,-2-5 0,0-2-90,-2-3 0,3-3 1,-2-4-1,2-5-25,-1-3 1,1-5 0,-1-2 0,1-1-207,1-2 0,1 0 0,1 0 0,2-2-296,2 2 0,-2 0 0,1 1 0,0 1-10,3 1 0,-1 2 0,3 0 0,-1 0 10,2 0 0,-2 5 1,2-2-1,1-1 472,0 1 0,0 2 0,-1 2 0,1-2 0,-2 0 0</inkml:trace>
  <inkml:trace contextRef="#ctx0" brushRef="#br0" timeOffset="1000">616 0 7981,'-2'5'0,"0"-1"0,-1 0 0,2 1 0,-1 0 629,0 2 0,2 0 0,0 3 0,0 3-185,0 1 0,2 2 0,2 3 1,1 1-248,1-1 0,-1 0 1,4 0-1,-2-1 28,0 2 0,-4-6 0,0 4 0,-1-4 1,0-1 1,0 0 0,-5-1 0,-1-2-268,-1-1 1,-5 0 0,0-1-1,0-2-458,-1-1 0,1-1 0,-1 0 0,3-2-34,1-1 1,2-1 0,2-1-1808,0-1 2340,4-1 0,5-4 0,4 1 0</inkml:trace>
  <inkml:trace contextRef="#ctx0" brushRef="#br0" timeOffset="1234">758 142 7982,'0'9'337,"0"-1"0,-1 2 0,-1 2 552,0 3 0,0 1 1,2 3-1,0 1-313,0 2 0,0-4 0,1 0 0,1-2-486,2-1 1,3-7 0,1-4 0,2-3-37,0-4 0,2-3 1,-4-5-1,0-4-434,-1-2 1,-3-1 0,-2-2 0,-1 1-137,-1 0 1,-1 3 0,-1 1-1,-3 2 122,0 2 1,-2 0 0,1 3 0,-1 1-223,1 2 1,-3 3 0,1-1 40,0 0 0,2 0 575,1 1 0,3-2 0,2-2 0</inkml:trace>
  <inkml:trace contextRef="#ctx0" brushRef="#br0" timeOffset="1536">854 71 7982,'5'3'503,"0"1"0,-1 3-182,-1 1 1,2 0 0,-2 3 0,1 3 371,-2 2 1,1 1 0,-1 1-1,0 1-225,-2-1 1,0 0-1,0 2 1,0-1-362,0-2 0,0-3 0,0-2 0,0-1-360,0-3-25,0-1 1,0-6 0,0-4 0,0-4 27,0-4 0,1-1 0,0-3 0,2-3-46,1-3 0,-2 3 0,2-2 0,0 0 75,0 3 1,2-1-1,-2 0 211,2 3 1,0-1 0,1 4 0,0 2-1,1 2 82,0 5 1,1 5 0,-1 4 0,1 6 165,1 4 1,-2 2 0,1 6-1,-2 0-299,-1 1 1,-1-2-1,-2 0 1,0-1-586,-2-1 0,2-4 646,-1-2 0,1-4 0,-3-2 0</inkml:trace>
</inkml:ink>
</file>

<file path=ppt/ink/ink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6:31.971"/>
    </inkml:context>
    <inkml:brush xml:id="br0">
      <inkml:brushProperty name="width" value="0.06" units="cm"/>
      <inkml:brushProperty name="height" value="0.06" units="cm"/>
    </inkml:brush>
  </inkml:definitions>
  <inkml:trace contextRef="#ctx0" brushRef="#br0">0 129 9070,'0'7'666,"0"3"1,1 2-620,1 5 0,-1 0 0,4 1 0,-1 2-1,0 0-46,1 0 0,-1 0 0,2-1 0</inkml:trace>
  <inkml:trace contextRef="#ctx0" brushRef="#br0" timeOffset="149">45 39 8841,'-6'0'82,"-1"0"0,2 1 1,0 1-362,0 0 0,4 3 1,-1-2 280,4 1 1,0 1-1,4-3-2,1-1 0,4 6 0,-2 0 0</inkml:trace>
  <inkml:trace contextRef="#ctx0" brushRef="#br0" timeOffset="483">135 1 8981,'0'6'0,"0"1"593,0-1 1,3 4-1,1 2 1,2 3-217,3 2 1,-2 0 0,2 2 0,-2 0-197,2 0 1,-2-1-1,1-3 1,-2-1-453,-2-4 0,-3-2 187,2-2 1,-6-2 0,-3-2-1,-3-2-664,-1-2 0,0 1 0,-2-1 0,0 1 515,2 1 0,2 1 0,-1 1 0,2 2 234,1 2 1,1 0 0,2 1 0,0 0 57,2 1 0,3-1 1,2 2-1,2-2 673,0 0 1,3-3 0,0-1-1,1 0-266,1-1 1,-1-2 0,0-2 0,0-3-1196,0-3 0,1-2 1,1-3-1,-1-1-2378,0-1 3107,-3 5 0,4-8 0,-2 4 0</inkml:trace>
  <inkml:trace contextRef="#ctx0" brushRef="#br0" timeOffset="666">366 110 7917,'-2'4'0,"-1"0"0,0-1 760,0 1 1,-1-2-1,1 3 1,-1 2 84,-1 3 0,2 4 0,-1 3 0,-1 5-742,-1 4 1,0 4 0,1 3-1204,1-1 1,0 1 1099,-3-5 0,1-1 0,-1-1 0</inkml:trace>
  <inkml:trace contextRef="#ctx0" brushRef="#br0" timeOffset="4846">212 610 7973,'0'-9'101,"0"3"0,-1-2 92,-1-2 1,1 3 0,-4 1 0,0 0 338,-3 1 0,0-1 0,-3 2 0,0 1-256,-1 3 0,-2 0 1,1 3-1,-1 4 173,2 3 1,1 5 0,1 5 0,0 3-45,1 4 1,5 0 0,0 2 0,2 1-281,2-1 1,3-2 0,2 0 0,3-3-106,2-2 1,1-5 0,1-3 0,3-3-1576,0-2 0,-1-5 1,1-2-1,0-4-234,0-5 0,-4-5 1789,2-5 0,-2-2 0,2 0 0</inkml:trace>
  <inkml:trace contextRef="#ctx0" brushRef="#br0" timeOffset="5179">238 546 7638,'3'-8'0,"-1"-1"287,-1 1 1,0 1 134,1 1 1,-1 3 0,3 3 181,-1 6 1,-1 2-1,0 5 1,1 3-195,0 1 0,-1 3 0,2 2 0,0 1-198,-1 2 0,-1 2 0,0 0 0,-1 0-5,1-2 0,0 0 0,1-3 0,0-1-310,-1-4 0,1-4-442,1-4 0,0-4 0,0-8 0,0-4 265,0-6 1,2-2-1,-3-5 1,2 0 163,-1-4 0,0 3 0,3-4 1,0 1-6,1 2 0,-2 5 0,2 2 0,0 5 459,-1 5 1,-2 3-1,-1 5 1,1 5-33,1 6 1,-2 3 0,0 7 0,1 0-695,-2 1 0,3-2 0,-3-2 0,2-1-1312,-1-1 0,1-4 1700,3-3 0,0-3 0,1 0 0</inkml:trace>
  <inkml:trace contextRef="#ctx0" brushRef="#br0" timeOffset="5746">565 674 8001,'3'-6'0,"3"0"0,-3-1 0,1 1 126,-2-1 0,-1 1 1,-1-1 330,0 1 0,-1 3 0,-1 0 0,-2 3 76,-2 0 0,0 0 0,-1 0 0,0 3-215,-1 1 1,0 4 0,0 4 0,1 2-211,0 3 0,2 2 0,0 2 0,2 0-62,1 0 1,1-1 0,-1-1-1,3 0-341,1-2 1,5-2 0,1-5 0,2-4-148,3-3 1,0-4 0,2-4 0,-1-5 111,1-6 0,-1-6 0,1-4 1,-2-3 2,0-2 1,-3 1 0,-2 4 0,-2 4 654,-2 5 99,-3 6 1,2 10 0,-3 7 0,0 6-90,0 3 0,1-1 0,1 2 1,1 1-610,1-1 0,2-1 1,-2 1-1,2-2 186,0-2 1,1-6 0,-1 0 84,0-2 0,4 1 0,0-2 0</inkml:trace>
  <inkml:trace contextRef="#ctx0" brushRef="#br0" timeOffset="5962">763 469 8001,'0'-3'714,"-2"0"1,1 6 0,-1 2 0,1 5-343,1 5 0,2 4 0,1 3 0,1 3-325,1 5 1,-2 0 0,1 0-1,1 2-473,1-2 0,-2-1 1,1-1-1,0-4-557,0-6 1,0-6 0,-1-4 25,1-3 1,-2-8 956,-1-5 0,1-6 0,1-3 0</inkml:trace>
  <inkml:trace contextRef="#ctx0" brushRef="#br0" timeOffset="6146">860 559 8144,'3'-9'0,"-1"0"664,-1-1 0,-1 4-258,0 0 0,0 5 0,0 1 1,1 3-82,1 3 1,-1 3 0,2 2 0,-1 2-174,3 2 1,-2 0 0,1 2 0,1 2-460,-2-1 0,3 0 0,-2 1 1,0 0-427,0 0 0,-2-2 1,2-3-1,-1-2-1267,1-1 2000,0-6 0,3 3 0,-1-4 0</inkml:trace>
  <inkml:trace contextRef="#ctx0" brushRef="#br0" timeOffset="6379">975 687 7979,'7'-2'284,"-1"0"1,0 0 65,1-1 0,-1-1 1,1-2-1,0-1 89,1-2 0,-1 1 0,2-4 1,-2-2-277,0 1 1,-2-4-1,-1 1 1,-1-1-67,-3 0 1,0 4-1,0 1 1,0 2 102,-3 3 0,-1 2 0,-4 3 1,0 1 80,0 1 0,1 4 1,0 3-1,1 5-26,0 5 0,2 2 0,2 2 1,1 3-322,1 1 1,0-1 0,0 0 0,1 1-620,1-1 0,2-2 0,2 0 0,1-3-1185,2-3 1,-2-6 1869,1-2 0,2-1 0,0-3 0</inkml:trace>
  <inkml:trace contextRef="#ctx0" brushRef="#br0" timeOffset="6713">1116 572 10912,'0'6'0,"0"1"546,0-1 1,0 3-1,0 2 1,0 2-253,0 2 1,0 0 0,1 3 0,0 3-129,2 1 1,-1-3 0,0-1 0,0-2-270,-1-1 0,0-5-164,-1-1 0,1-5 0,0-5 0,1-6-124,0-5 0,-1-4 0,1-5 0,0-3 102,2-1 0,-2 0 1,2 2-1,1 1 147,1 2 1,-2 4 0,1 1 0,0 2 332,0 2 0,2 4 0,-1 4-279,1 3 0,-3 4 0,-1 7 0,1 4-226,0 2 1,-2 1-1,1 1 1,1 1-151,-1-1 0,0-2 0,1-1 0,1-3-236,1-3 700,0-2 0,0-4 0,1-1 0</inkml:trace>
  <inkml:trace contextRef="#ctx0" brushRef="#br0" timeOffset="7012">1315 520 8307,'-6'-2'0,"-1"0"681,-2 1 0,2 0 1,-2 1-1,1 0-192,0 0 0,3 3 1,-1 1-1,1 2-87,1 0 1,1 1 0,3-1 0,0 1-285,0-1 1,1-2-1,1 0 1,3-1-111,3 1 0,0-3 0,2 1 0,-1-1-474,-1-1 1,1 0-1,0 0 1,-1 0 38,1 0 0,-4 1 0,2 0 0,-2 2 680,1 1 0,-2 0 1,0 3-1,-1 2 135,-2 1 1,0 4 0,-2 3 0,-1 4-115,-2 4 1,-3 1 0,0 1 0,-3 1-39,0-1 1,3-1 0,-3-4-1,2-2-466,-1-2 1,1-8 0,1-1 0,1-2-766,-1-4 0,2-3 1,0-2-1,3-5-2553,2-3 3548,0-2 0,0-4 0,0 0 0</inkml:trace>
  <inkml:trace contextRef="#ctx0" brushRef="#br0" timeOffset="7263">1398 668 7854,'7'-4'136,"-1"2"1,1-1 391,-1 1 1,1-3-1,-1 0 1,1-2-128,2-1 0,-4-4 0,0 2 0,-1-3-193,-3 1 0,2-2 1,-1 1-1,-1-1 50,-2 2 0,-3 1 1,-2 1-1,-2 4 65,0 3 0,1 2 1,-2 3-1,2 2 164,1 4 1,1 5 0,2 2-1,0 2 94,2 4 0,0 0 1,1 1-1,0 1-920,0 0 1,3-2 0,0 0 0,2-1-1057,2-1 1,-2-2-1,5-4 1,0-3-3349,0-3 4743,1-5 0,2-2 0,0-4 0</inkml:trace>
  <inkml:trace contextRef="#ctx0" brushRef="#br0" timeOffset="7413">1617 681 7855,'-6'9'725,"2"-1"0,-3 3 0,2 1-140,0 2 0,2-1 1,-2 2-1,1 3-530,0-1 1,0 1 0,1 2 0,1 1-991,-1-1 0,3-3 1,-2 1 934,1-1 0,1-2 0,0-2 0</inkml:trace>
</inkml:ink>
</file>

<file path=ppt/ink/ink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6:33.470"/>
    </inkml:context>
    <inkml:brush xml:id="br0">
      <inkml:brushProperty name="width" value="0.06" units="cm"/>
      <inkml:brushProperty name="height" value="0.06" units="cm"/>
    </inkml:brush>
  </inkml:definitions>
  <inkml:trace contextRef="#ctx0" brushRef="#br0">122 86 8328,'-9'-8'0,"-2"-1"333,-1 1 0,1 2 0,1 2 0,1 2 203,1 1 1,1 1-1,1 1 1,0 2-216,2 6 0,1 1 1,3 7-1,0 3-81,3 2 1,1 1 0,4 4-166,3 0 1,1 2 0,1-1-1,0-2 1,0-1-63,-1-1 1,-1-6 0,-2 1 0,-1 0-63,-2-1 0,-5-3 0,-1-3-174,-3-2 0,-4 0 0,-1-1 0,-3-2 1,-2-2-399,-2-3 0,3-1 0,-1-1 1,0 0-328,1 0 0,3-1 1,0-1 947,2-2 0,-4-5 0,4-1 0</inkml:trace>
  <inkml:trace contextRef="#ctx0" brushRef="#br0" timeOffset="233">192 304 7815,'20'0'-88,"-3"-2"0,0-2 0,0-1 316,-1-1 1,0 0-1,-4-5 1,-1-1 376,-3-2 1,-1 0-1,-3-3 1,-2 1-354,-1-1 0,-2 5 1,-1-2-1,-3 1-27,-3 2 1,0 4 0,-4 2 0,0 1 5,-2 3 0,2 3 0,-2 3 1,1 3 212,3 5 1,2 4 0,-1 3-1,3 3-238,2 2 1,-1-2 0,3 3 0,0 0-539,1-2 0,3-2 0,1 0 0,5-1-873,4-3 1,0-5 0,5-1 412,1-5 792,0-2 0,1-10 0,1-2 0</inkml:trace>
  <inkml:trace contextRef="#ctx0" brushRef="#br0" timeOffset="483">378 195 9391,'-3'1'1974,"1"1"-1574,1 2 0,1 6 1,0 3-1,0 3-155,0 2 1,2 5-1,1 2 1,0 3-173,0 1 1,-1-3-1,-1 0 1,0-1 213,1-3 1,0-2 0,-2-3 37,0-5 1,-2-6-306,0-8 0,0-5 0,2-8 0,0-2-125,0-2 0,3-5 1,1-2-1,2-1-500,0-1 1,1 4 0,-1-2 0,1 1-291,2 0 1,-2 2-1,4 2 1,0 2 894,-1 2 0,2-2 0,-2 3 0</inkml:trace>
  <inkml:trace contextRef="#ctx0" brushRef="#br0" timeOffset="716">577 144 8066,'0'9'404,"0"-1"0,0 3 0,0 0 156,0 1 0,0 4 0,0 1 1,0 2-142,0 3 1,2-2-1,1 4 1,1 0-239,1 1 1,1-4-1,0-1 1,0-1-34,1-3 0,-2-5 0,0-3 0,0-4-63,0-4 0,-2-6 1,1-5-1,-1-4-139,1-4 1,-3-3 0,2-4 0,-2 0-248,1 1 0,0-1 0,1 2 0,0 1-540,-2 2 0,2 6 0,0-3 0,1 1-953,1 2 1794,-3 3 0,7-3 0,-2 2 0</inkml:trace>
  <inkml:trace contextRef="#ctx0" brushRef="#br0" timeOffset="967">783 259 8136,'4'7'322,"0"-1"326,1-2 1,-1-1 0,0-4 0,0-2-174,0-3 0,1-4 1,-3-5-1,-1 0-310,0-2 0,-1 0 0,-1-2 0,-1 0 101,-2 0 1,-3 4 0,-1 3-1,-3 2 163,-1 2 1,1 4 0,1 3 0,0 5 128,1 5 1,3 8-1,0 4-252,3 3 1,0 6 0,4 2 0,1-2 0,3 1-277,3-3 1,2-3 0,3 0 0,0-5-612,2-4 1,0-8-1,2-2 1,1-3 356,0-4 1,-1-2 223,0-6 0,-2-4 0,0-3 0</inkml:trace>
  <inkml:trace contextRef="#ctx0" brushRef="#br0" timeOffset="1433">994 157 8362,'0'4'2015,"0"0"-1621,0 1 0,0 2 0,0 1 0,1 4-97,1 5 1,-1 0-1,3 5-112,-1 0 1,-1 0-1,-2 2 1,0-3 0,0-1-172,0-1 0,0-2 0,-1-1 0,-1-2-102,-2-2 0,0-4 0,0-1-9,-1-4 1,2-3-1,-1 0 1,0-3 0,2-4 134,-1-3 0,1-5 0,2-4 0,0-3 234,2-3 1,3 1-1,3-3 1,3 1-84,1 0 0,2 5 0,0-2-676,1 2 0,3 2 0,1 2 0,2 0 0,0 1-1209,1 2 0,-3 1 1696,0 3 0,1-2 0,-4 2 0</inkml:trace>
  <inkml:trace contextRef="#ctx0" brushRef="#br0" timeOffset="1983">1527 93 8078,'0'-7'412,"0"1"0,-1-1 0,-1 1 310,-3 0 0,0-1 0,-2 1-55,1-1 0,0 4 0,-1 2-340,1 5 0,2 4 0,2 6 0,1 4-68,1 3 0,1 2 1,0 4-1,2 0-160,1 0 1,1-4 0,2 2 0,0 0-142,-1 0 1,-1-4 0,0-2 0,0-2 40,-3-1 0,-2-3 0,-3 0 0,-3 0-255,-4-1 0,-2-6 1,-1 0-1,-1 0-751,-1 0 0,4-3 0,-1 0 136,2-3 0,0 0 0,3-3 0,4-2-1376,1-2 2247,2-3 0,6-3 0,1 0 0</inkml:trace>
  <inkml:trace contextRef="#ctx0" brushRef="#br0" timeOffset="2534">1559 259 8056,'12'-8'162,"1"-1"0,1 1 193,1-1 1,-3 1 0,1 0 0,0 0 207,-1-1 1,-4 2-1,1-3 1,-3 0-255,-1 3 0,-3-1 0,-2 0 1,0-1-162,0 1 0,-3 1 1,-3 1-1,-2 0 131,-2 2 1,-1 1 0,-2 3-49,0 0 0,1 4 0,1 3 1,2 4-1,1 4-48,-1 2 1,3 0 0,2 4 0,1 1-156,2 1 1,0-2 0,1-1 0,0-1-969,0-2 0,6-3 0,2 0 1,4-2-24,1-4 0,0-3 1,1-4-1,1-4 436,0-5 1,-1-3-1,-1-6 1,0-2 526,-3-1 0,-3-1 0,-2-1 0,-1 1-403,-1 3 0,-1 3 1,-2 1 1321,0 2 1,-1 6 12,-1 4 1,1 2-1,-1 2 1,1 4-151,1 2 0,1 3 1,1 0-525,0 1 1,2 3 0,-1 0-1,0-1 1,0 1-96,1 0 1,-3-2 0,2 2 0,-1-2-184,0-2 0,0-2 0,-1-3-387,1-2 1,-1-3 0,2-5 92,0-5 0,-3-3 0,3-5 196,0-2 0,-1-2 0,2 0 1,0 0-1,0 0 183,1 1 0,-1 4 0,2 1 0,1 4 183,-1 2 0,1 5 1,-1 2-1,0 2 141,1 2 0,-1 5 0,1 6 0,-1 3-506,1 3 1,-1 0 0,0 0 0,0 1-445,-2 2 0,2-4 1,-2-1-1,0-2-556,0-5 1,0-4 0,3-4 1116,-1-4 0,1-12 0,-1-3 0</inkml:trace>
  <inkml:trace contextRef="#ctx0" brushRef="#br0" timeOffset="2815">1944 48 7989,'0'-11'0,"0"1"667,0 1 0,0 0 79,0 3 1,0 3 0,2 3 0,3 4-106,0 4 0,0 4 0,1 4 1,1 1-275,0 3 0,0-1 0,0 3 0,-1-3-263,-2-2 0,1 1 0,-1-3 0,0-1-683,-2 0 0,-2-4 141,0-2 1,-2-4-1,-3-2 1,-1-3 72,-3-1 0,2-2 0,-3 2 0,0 0 78,2 1 1,-1 2 0,1 1 549,0 3 1,4 1-1,1 2 1,3 3 74,3 1 0,0 1 0,4-1 0,1-1-117,1-3 0,1-1 0,0-3 0,0-2-233,1-1 0,-2-2 0,0-4 0,-2-3-282,-1-4 0,1-3 1,-2 0-1,0-2-921,-3 0 0,1 1 1,-1 1 1214,-1 1 0,0 1 0,-1 1 0</inkml:trace>
</inkml:ink>
</file>

<file path=ppt/ink/ink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6:44.050"/>
    </inkml:context>
    <inkml:brush xml:id="br0">
      <inkml:brushProperty name="width" value="0.06" units="cm"/>
      <inkml:brushProperty name="height" value="0.06" units="cm"/>
    </inkml:brush>
  </inkml:definitions>
  <inkml:trace contextRef="#ctx0" brushRef="#br0">45 104 7917,'-3'-5'0,"0"1"-11,-1-1 1,-2-1 0,2 1 777,-2 0 1,0 3-505,0 4 1,2 3-1,2 4 1,2 4-39,2 6 1,2 2-1,5 4 6,2 1 1,1 6 0,3 0 0,2 0-188,2-1 0,2-2 0,1-5 0,1-4 0,-1-6-172,-2-4 0,-2-8 0,-2-7 0,-2-7-4,-2-7 1,-3-1-1,-1-5 1,-3 0 24,-3-2 0,-2 4 0,0-4-17,0 2 1,-2 1-1,-3 4 1,-1 2 7,-3 1 0,2 3 0,-1 3 0,1 1 0,0 3-365,1 4 0,0 1-1268,2 0 1749,1 1 0,9 1 0,1 3 0</inkml:trace>
  <inkml:trace contextRef="#ctx0" brushRef="#br0" timeOffset="232">398 72 7868,'3'17'0,"0"3"-38,-3 0 1,1-3 0,1 0-1,3-2 766,3 0 0,0-2 1,2-1-1,-1 0-417,-1-2 1,-1-1-1,-1 1 1,0 0-82,-2 0 1,-1-2 0,-3 1-1,0 0-276,-3-1 0,0 3 1,-4-3-1,0 1-571,-1 0 0,1-2 0,-2 2 0,1-2-1158,0-1 1775,3-2 0,-6 2 0,4-3 0</inkml:trace>
  <inkml:trace contextRef="#ctx0" brushRef="#br0" timeOffset="483">565 238 8368,'12'-3'0,"-1"-2"189,0-2 0,-3-1 0,0-3 0,-1-1-7,0-2 1,-4-1 0,-1-1 0,-2 0 0,-2 2 1,-1 1 0,-4 0 0,-2 2 99,-2 0 0,1 6 0,0 1 1,-2 3 195,0 1 1,2 4 0,2 4 0,1 5-273,3 2 0,-1 3 0,3 3 0,0 1-282,2 1 0,3-3 1,1 2-1,2-2-457,0-1 0,1-2 0,2-1 0,1-3 273,2-3 0,1-3 259,0-2 0,3-5 0,0-4 0</inkml:trace>
  <inkml:trace contextRef="#ctx0" brushRef="#br0" timeOffset="733">680 136 8151,'0'6'441,"0"-2"1,0 1-1,0 0 173,0 0 1,1 4 0,0 0-1,2 2-387,1 2 0,-2 1 0,1 3 0,0 1-229,-1 0 1,0-1-1,1-2 1,-2-2 49,0 0 0,-1-1 0,-1-2 1,-1-3-407,-2-2 0,0-3 1,0-1 334,-1-2 1,2-4 0,0-4 0,1-4 0,0-3 240,0-3 1,2-3 0,0-1-1,3-3-37,1-2 1,4 4 0,1-2 0,1 2-489,1-1 0,2 4 0,2 2 0,2 3-2291,2 2 2598,-3 3 0,5-1 0,-1 2 0</inkml:trace>
</inkml:ink>
</file>

<file path=ppt/ink/ink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6:46.133"/>
    </inkml:context>
    <inkml:brush xml:id="br0">
      <inkml:brushProperty name="width" value="0.06" units="cm"/>
      <inkml:brushProperty name="height" value="0.06" units="cm"/>
    </inkml:brush>
  </inkml:definitions>
  <inkml:trace contextRef="#ctx0" brushRef="#br0">1 308 9390,'4'8'2,"0"0"1,0 0 0,1 3 0,-2 2 35,0 1 1,1 4 0,-2-1 0,0 0-33,-1 0 0,1-2 0,0 1 1,-1 0 107,0-2 1,-3-3 0,-1-3 43,-1 0 0,2-5-114,-2-1 1,0-6 0,0-3-1,2-3 86,1-4 0,1 1 1,-2-4-1,0 1-33,1 0 1,0-2 0,2 0 0,0 1-124,1 2 1,4 1-1,0-1 1,1 0-221,1-2 1,2 3-1,0-1-54,0 2 1,4 3 0,-1 0 0,0 2 0,-1 2-1366,-1 2 1665,-3 3 0,7 7 0,-2 1 0</inkml:trace>
  <inkml:trace contextRef="#ctx0" brushRef="#br0" timeOffset="300">225 385 8139,'4'0'69,"0"0"0,-1-2 2,1 0 1,-2-3 0,2 0 0,1-2 343,-2-2 0,3-3 0,-2 0 1,-1-2-241,-1 0 0,-1 0 0,-1 1 0,0 1-41,0-1 0,-3 3 0,-1 2-51,-2 3 1,-3 2 0,-1 3-1,-1 1 1,0 1 26,0 2 0,1 5 0,1 4 1,1 2-63,2 1 0,2 2 0,0 2 0,2 3-55,1 2 0,4-1 1,3 4-1,3-1-95,1-2 1,0-2 0,3-2 0,-1-1-393,-1-3 1,1-7 0,-2-4 64,0-2 0,1-3 0,-1-4 0,-1-3 0,0-5-273,-1-3 0,-1-1 1,0-4 701,-1-1 0,0-3 0,1 0 0</inkml:trace>
  <inkml:trace contextRef="#ctx0" brushRef="#br0" timeOffset="582">405 180 8139,'-7'7'-43,"1"-1"0,2 1 0,0 1 0,0 1 62,1 1 1,1 2 0,0 2 0,2 2 759,2 0 1,2-1 0,3 1 0,2 0-646,1-2 0,0 0 1,1-2-1,0-1-13,2 0 1,-3-3-1,0 2 1,-1 0-261,-1 0 0,-1 0 0,-3 2 103,-2 1 1,-1 4-1,-1-2 1,-1 1 0,-1 0-138,-2 1 1,-4-4 0,-1 0 0,1-3 54,-2-3 1,3-3-1,-1-1-292,1 0 0,2-1 0,2-4 0,0-3 0,2-3 410,0-3 0,1-4 0,0-1 0</inkml:trace>
  <inkml:trace contextRef="#ctx0" brushRef="#br0" timeOffset="748">526 289 8139,'4'7'180,"0"0"0,-2 3 1,1 4 383,1 2 0,2 1 1,-3 5-1,1 2-325,1 3 0,-1 0 0,2 2 1,0-1-281,-2-3 0,2-2 0,-2-4 1,0-2 283,0-2 1,-2-5 0,0-2-3324,1-3 3080,-2-2 0,2-3 0</inkml:trace>
  <inkml:trace contextRef="#ctx0" brushRef="#br0" timeOffset="948">546 347 8139,'0'-13'-113,"2"0"1,1 0 0,0 1 291,2 2 1,2 0 0,1 4 0,2 0 155,0 2 1,2-1 0,-2 4 0,1 1-82,0 4 1,-3 2 0,-1 3 0,-1 1 118,-2 3 0,-2 2 0,0 2 0,-1 2-363,-1 0 1,-3 0 0,-2 0 0,0-1-434,-2 2 0,1-5 0,-1 1 1,-1-3-1839,-1-2 2261,1-6 0,-1 0 0,-1-5 0</inkml:trace>
  <inkml:trace contextRef="#ctx0" brushRef="#br0" timeOffset="1815">809 219 8371,'0'-7'87,"0"1"1,0 2 295,0-1 1,0 5 0,0 0 0,3 4-16,1 4 0,-1 4 0,2 6 0,0 1-130,0 2 1,4 2 0,-1 3-1,1-1-152,0 1 1,-1-2 0,2 0 0,-1 0-45,-1-4 1,-1-6-101,0-5 0,-1-8 0,0-4 1,-2-7-1,-1-5-125,0-2 1,-2-6 0,1-2 0,-2-2-104,0 0 1,0 0 0,0 2 0,0 3 104,0 2 0,1 6 166,1 8 0,0 7 1,2 12-1,1 3 184,1 3 1,1 0-1,1 0 1,0 0-45,0 1 1,-1-6 0,0-2 0,-1-2 162,0-2 0,-1-4 0,-1-2 1,1-4-110,1-2 0,-2-5 0,-1-2-84,0-3 1,2-3 0,-3-3 0,2 0 0,1-2 47,1-1 0,-2 2 0,0 0 0,1 2-1227,-2 1 0,3 3 1,-2 3-1,1 1 1084,-1 2 0,5 2 0,-2 1 0</inkml:trace>
  <inkml:trace contextRef="#ctx0" brushRef="#br0" timeOffset="1971">1200 174 8753,'0'14'0,"0"1"354,0 1 0,1-1 1,0 5-1,2 2 25,1 0 0,-2-1 1,1 3-1,1-2-760,-1-1 1,1 0 0,1-7 0,-1-2-2520,1-3 2900,-2-4 0,3-5 0,-3-4 0</inkml:trace>
  <inkml:trace contextRef="#ctx0" brushRef="#br0" timeOffset="2082">1245 135 8379,'-4'0'-460,"1"0"0,3 0 1,0 0-1</inkml:trace>
  <inkml:trace contextRef="#ctx0" brushRef="#br0" timeOffset="2248">1341 84 8147,'0'6'363,"0"1"0,1-1-156,1 1 0,-1 0 1,1 1-1,1 1-33,-1 1 1,1 1-1,-2 3 1,2 2-519,0 1 1,-1-3 0,0 3 343,-1-1 0,-1 4 0,0 0 0</inkml:trace>
  <inkml:trace contextRef="#ctx0" brushRef="#br0" timeOffset="2398">1296 334 8129,'-3'-4'602,"0"0"0,3-1 0,0-1-509,3-1 0,0 1 0,4 0 0,1-2-600,1 0 1,1 1 0,0-2 0,0 1-586,1 0 1092,-2 1 0,3-5 0,-2 2 0</inkml:trace>
  <inkml:trace contextRef="#ctx0" brushRef="#br0" timeOffset="2665">1424 148 8129,'3'6'662,"-1"2"-277,-1 0 0,0 0 0,-1 3 0,1 0-151,1 1 0,-2 2 0,3 2 1,-1 2-207,1 0 0,1-1 0,-1 0 0,0-2-79,2-2 1,-1-3 0,0-2-74,1-3 0,-2-3 0,0-4 0,-1-3-13,0-5 0,0-2 0,-2-5 0,1-1 89,1-3 0,-1 0 0,2-1 0,-1 2 36,0 4 1,3 2-1,0 2 19,3 4 0,-1 3 0,1 7 0,0 6-63,1 4 1,-2 4 0,1 5-1,0 1-324,1 1 0,-2-2 0,2 1 380,-2-2 0,-1-2 0,0-5 0</inkml:trace>
  <inkml:trace contextRef="#ctx0" brushRef="#br0" timeOffset="3198">1790 45 8271,'0'-6'0,"0"0"-20,0-1 1,0 1 824,0-1-135,0 1 0,1 3 0,0 4 0,1 5 0,0 4-241,1 4 0,0 6 0,2 5 0,-1 3-267,1 1 1,-1 1 0,0 2 0,-1 1-389,1 1 0,-3-2 0,1 1 0,0-2-543,0-3 0,-1-6 0,3-6 435,-1-4 1,2-5-1,-2-7 334,1-3 0,4-4 0,-1-6 0</inkml:trace>
  <inkml:trace contextRef="#ctx0" brushRef="#br0" timeOffset="3446">1950 58 8093,'-2'-6'32,"1"2"0,-2 0 0,1 0 535,0 1 1,-1 1-105,1 0 1,0 4 0,-1 3 0,-1 3-233,1 3 0,0 0 1,0 1-1,0 2-2,2 2 1,-2-1 0,1 1-1,0 0-84,2 1 1,0-3-1,0 1 1,0-1-228,0-2 0,0-1 0,0-1 0,2-1-374,0-1 1,3-3 0,-1-3-1,2-2 70,0 0 1,1 0 0,1-2 0,1-3 385,-1 0 0,2-2 0,-1 1 0</inkml:trace>
  <inkml:trace contextRef="#ctx0" brushRef="#br0" timeOffset="3713">2040 161 8407,'7'-4'516,"-3"1"1,0 1-1,1-2-225,1 1 1,-1-4-1,1 1 1,1-2-95,0-2 1,-1 1-1,-1-1 1,0-2 38,0 0 0,-3 1 0,0 1 0,-1 0-175,-1 0 1,-1 5 0,-1-2-1,-2 2 111,-2 2 0,0 0 0,0 4 0,-1 1 97,1 2 1,-1 3-1,1 0 1,0 3-75,2 0 1,0 1 0,3 3-1,-1 2-238,0 0 1,2-1 0,0 2-1,2-2-312,3 0 0,0 0 1,2-2-1,0-1-434,2 0 0,-2-2 1,4-3-1,0-2-737,-1-2 0,0-3 1526,-2 0 0,-1-3 0,3 0 0</inkml:trace>
  <inkml:trace contextRef="#ctx0" brushRef="#br0" timeOffset="3863">2162 129 8144,'4'-1'829,"-1"0"-469,-1-1 0,0-1 0,2 3 0,1 0-283,1-2 1,0 1 0,1-2 0,2 1-564,2 0 1,-1-1 0,0 1 0,1 0 485,-1-2 0,5 0 0,-2-3 0</inkml:trace>
  <inkml:trace contextRef="#ctx0" brushRef="#br0" timeOffset="4047">2335 1 8089,'-4'0'188,"0"0"314,2 2 1,-3 2-1,2 2 1,1 2 52,-1 3 0,-2 1 0,3 7 0,0 4-310,-1 3 0,3 4 1,-3 2-1,1 1-148,0 1 1,-1-5-1,3 1 1,0-2-295,0-5 0,0-2 1,1-5-1,1-3-1175,0-4 0,3-4 1,-1-4-866,2-2 2237,0-6 0,0-6 0,1-3 0</inkml:trace>
</inkml:ink>
</file>

<file path=ppt/ink/ink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6:51.229"/>
    </inkml:context>
    <inkml:brush xml:id="br0">
      <inkml:brushProperty name="width" value="0.06" units="cm"/>
      <inkml:brushProperty name="height" value="0.06" units="cm"/>
    </inkml:brush>
  </inkml:definitions>
  <inkml:trace contextRef="#ctx0" brushRef="#br0">109 186 8072,'-2'-4'0,"-1"1"114,-1 0 1,0-2 0,-3 3 0,1 1 210,0 0 0,-1 1 1,0 1-1,-1 1 21,0 2 0,-2 6 0,3 2 0,-2 6 0,1 2 0,3 3 0,2 3 1,0 1-5,1 3 0,2-3 0,3 5 1,3-3-208,2-2 1,3-3 0,0-2 0,2-3-388,2-3 1,-1-6 0,3 0 0,1-4-716,0-4 0,0-2 1,1-2-1,1-4-410,0-4 0,0-2 1377,-1-7 0,-3 1 0,0-4 0</inkml:trace>
  <inkml:trace contextRef="#ctx0" brushRef="#br0" timeOffset="185">275 180 8072,'-6'-4'1021,"2"2"-492,0 2 1,2 3 0,0 3 0,1 3-332,1 3 0,1 3 0,0 4 0,2 1-297,1 4 0,0-1 0,2 3 0,0-2 256,-2 1 0,1-6 0,-2-3-157,1-4 0,-3 0 0,2-2 0</inkml:trace>
  <inkml:trace contextRef="#ctx0" brushRef="#br0" timeOffset="367">243 219 8079,'0'-7'289,"0"3"167,0 0 1,4 2 0,2-1 0,4 1-314,2 0 0,2-2 0,0 1 0,2-1-306,0-1 0,1 2 0,1-1 0,-1 1-974,-2 2 0,-5 0 1137,2 1 0,-3 3 0,0 1 0</inkml:trace>
  <inkml:trace contextRef="#ctx0" brushRef="#br0" timeOffset="533">301 328 8089,'7'0'403,"1"-1"1,1-1 0,1 0-544,2-2 1,0 2 0,1-2 0,0-1-1033,-1-1 1172,1 2 0,0-1 0,0 1 0</inkml:trace>
  <inkml:trace contextRef="#ctx0" brushRef="#br0" timeOffset="683">320 443 8509,'1'4'-805,"1"-3"817,3-2 1,1-3 0,2-2 0,1-1 686,1 1-699,1-1 0,4-2 0,2-1 0</inkml:trace>
  <inkml:trace contextRef="#ctx0" brushRef="#br0" timeOffset="1000">487 308 8197,'0'7'0,"-1"-1"269,-1 1 0,2-1 0,-3 1 0,3 2-17,0 1 1,0 0 0,0 1 0,0 0 14,0 2 0,0-1 0,2 1 0,0-1-264,-1-1 1,2 0 0,0-3-111,1-2 1,-2-3-1,1-3 15,0-2 1,2-5 0,-3-3 0,0-3-3,1 1 1,-1-4 0,3 0 0,0-2-64,0 1 0,0 2 0,1 0 0,-1 0 222,-1 3 0,0 4 0,1 0 105,-1 3 0,0 3 0,1 5 0,-2 4-109,0 5 1,1 4-1,-1 3 1,0 0-228,0 0 1,1 0-1,-1-2 1,0-2-865,0-2 0,1-3 1030,-2-1 0,3-2 0,-1-1 0</inkml:trace>
  <inkml:trace contextRef="#ctx0" brushRef="#br0" timeOffset="1216">699 225 8079,'-7'13'0,"0"-2"0,-1 1 0,0 3 255,0 0 1,1 0 0,1 2 0,1-1 712,1 0 0,3-1 0,-1 0 0,4-2-584,2 0 1,2-2-1,2-1 1,1-1-581,1-1 0,1-2 0,1-2 0,0-1-66,1-3 0,-2 0 1,2 0-1,-1-3-4027,-1-1 4289,-2-4 0,6-2 0,-1-3 0</inkml:trace>
  <inkml:trace contextRef="#ctx0" brushRef="#br0" timeOffset="1735">936 84 8146,'0'-7'127,"0"3"1,-1 1 0,-1-1 155,-2 0 1,0 3 0,0-1 102,-1 1 1,-1 1 0,-1 1 0,0 1 0,-1 2 199,1 2 1,1 4-1,-2 2 1,2 3-92,2 1 0,3 2 0,-2 3-304,3 0 0,0 3 1,0-2-1,3 0-346,4 0 1,0-1-1,4-3 1,0-3-1,1-1-270,1-4 0,0-5 0,1-1 1,0-2-108,-2-3 532,-1-1 0,2-8 0,0 0 0</inkml:trace>
  <inkml:trace contextRef="#ctx0" brushRef="#br0" timeOffset="2084">1064 77 7857,'0'-6'2448,"0"2"1,0 3-2125,0 5 1,0 1-1,0 7 1,1 0-154,1 3 0,-1 3 0,1 1 1,-1 1-157,-1 1 0,0 1 0,1 0 0,0-1-964,1 1 0,0-6 0,-2-1-312,0-2 0,1-1 1,1-5 1260,2-4 0,2-7 0,0-3 0</inkml:trace>
  <inkml:trace contextRef="#ctx0" brushRef="#br0" timeOffset="2384">1167 129 8038,'0'-5'1402,"0"1"0,0 2-642,0-2 1,-1 2-546,-1 0 0,-1 4 1,-2 3-1,1 0 42,-1 2 1,2 0 0,-2 1-1,0 1 96,0 1 0,0 1 0,2 1 1,0-1-211,1 0 0,2 0 0,0 1 0,0-2-119,0-1 0,3-2 1,1-1-1,2-1-345,3-1 0,-1-3 0,2 2 0,0-3-1033,0-3 1,-2 0 0,2-4 0,0 0-40,0-1 1,-4 0 1392,0-3 0,-1 1 0,2-3 0</inkml:trace>
  <inkml:trace contextRef="#ctx0" brushRef="#br0" timeOffset="2633">1270 13 8038,'0'-6'889,"3"2"1,-2 1 0,3 5-364,1 2 1,0 3 0,0 7 0,-1 1-39,1 2 1,-2 2 0,0 2-246,0 3 1,-2 3 0,1 2 0,-2-1-152,-2 1 0,0 0 0,-2-3 0,-2-2-585,-2-4 1,1 0-1,-3-4 1,0-2-1,2-2-3271,-1-4 3764,1-2 0,-7-2 0,2-2 0</inkml:trace>
</inkml:ink>
</file>

<file path=ppt/ink/ink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6:57.218"/>
    </inkml:context>
    <inkml:brush xml:id="br0">
      <inkml:brushProperty name="width" value="0.06" units="cm"/>
      <inkml:brushProperty name="height" value="0.06" units="cm"/>
    </inkml:brush>
  </inkml:definitions>
  <inkml:trace contextRef="#ctx0" brushRef="#br0">135 148 8042,'0'-6'54,"0"-1"1,-2 1-1,-1 0 69,0-1 0,1 1 0,-3 0 0,0 2 41,0 2 0,-4 1 0,0 1 0,0 0 282,-1 0 1,-1 5 0,1 2 0,0 2-157,1 3 0,2 0 1,2 1-1,0 0-189,0 2 1,3-1-1,-1 3 1,0-1-134,1 1 0,2-5 0,0 3 1,2-1-266,3-1 0,0-4 0,3-3 0,0-3-600,3-1 0,-1-2 0,0-2 0,0-4 74,0-4 1,0-2 822,3-5 0,-3-3 0,-1-2 0</inkml:trace>
  <inkml:trace contextRef="#ctx0" brushRef="#br0" timeOffset="310">161 14 7832,'4'-3'266,"-2"2"0,-2-1 1,0 4-1,0 3 72,0 3 1,0 2 0,0 3 0,0 2 53,0 2 1,0 3 0,0 0 0,0 3-216,0 2 1,0-3-1,0 3 1,0-2-138,0-2 0,0-1 1,0-3-1,0-2 129,0-4 1,3-4-1,1-3-457,-1-4 0,3-5 1,-2-5-1,0-3-176,0-3 0,0-2 1,3-2-1,-1-2 232,1-1 0,-1 2 1,1 0-1,-2 4 212,-1 2 1,1 6 0,-2 3 0,0 4 56,0 2 0,-1 6 1,-2 5-1,0 2-39,0 4 1,0-2 0,0 5 0,1-1-411,1 1 0,-1-2 0,3 1 0,0-3-780,2-2 1192,-1-3 0,7-2 0,-2-2 0</inkml:trace>
  <inkml:trace contextRef="#ctx0" brushRef="#br0" timeOffset="577">353 116 8042,'-7'0'0,"-1"0"0,-1 0 471,-1 0 0,2 0 1,0 1-1,1 1 122,0 2 1,4 2-1,1 1 1,1 1-530,1 1 0,1 2 0,1-1 1,3 1-285,3-1 0,-1-1 0,4 1 0,0-1 93,-1-1 0,1-1 1,-2-1-1,1-1-246,-1-1 0,-1-3 0,-1 1 0,-1-4 125,-2-2 0,1-4 0,-3-3 1,-1-1 170,0-1 0,-1 0 0,0 0 0,0 1 104,0 1 1,0 2-339,0 3 1,-2 3-321,0 3 1,0 3 630,5 3 0,-3 1 0,3-1 0</inkml:trace>
  <inkml:trace contextRef="#ctx0" brushRef="#br0" timeOffset="793">482 1 8042,'0'6'0,"-1"-1"0,0 1 0,-2 1 520,2 0 0,0 5 0,1 2 0,0 2 98,0 4 1,0 1 0,0 3 0,0 2-689,0 0 1,2-2 0,1 1 0,0-1-193,0-2 1,2-3-1,-2 0 1,2-6 56,-1-4 1,0-5-1,2-5 1,-1-4-1410,-1-5 1,-2-5 1613,3-3 0,-4-3 0,2-2 0</inkml:trace>
  <inkml:trace contextRef="#ctx0" brushRef="#br0" timeOffset="942">552 78 8042,'1'-6'928,"1"2"1,-1 2 0,1 4-670,-1 5 0,-1 3 1,2 5-1,0 3-46,-1 2 0,2 1 0,0 2 0,0 0-545,0-1 0,1-1 1,-1 0-1,0-1-1577,0-3 0,1-4 1909,-2-5 0,3-4 0,-1-1 0</inkml:trace>
  <inkml:trace contextRef="#ctx0" brushRef="#br0" timeOffset="1176">674 206 8042,'7'-3'186,"-3"2"1,0-1 0,1-1 125,1-2 0,0 0 1,0-2-1,-1-1-169,-1-1 1,-2-2 0,0 1 0,-2-1-43,0 0 0,0 3 0,0-2 0,-2 1-53,-3 4 0,0-1 0,-3 4 1,1 0 202,-2 2 0,1 3 0,2 2 0,1 2-132,1 4 1,1 1 0,0 2 0,0 1-112,2 2 0,0 1 1,1 1-1,1-1-236,1-1 1,1-1 0,2 1 0,0-2-1572,2-4 0,-1-3 1799,3-3 0,1-2 0,0-3 0</inkml:trace>
  <inkml:trace contextRef="#ctx0" brushRef="#br0" timeOffset="1510">751 142 8076,'0'-7'418,"0"1"1,0 2-41,0-1 1,0 7 0,0 0 0,0 4 4,0 2 0,0 2 1,0 3-1,1 0-134,1 0 1,-1 0-1,1 1 1,-2 0 59,0 0 1,3-4 0,-1 2 0,-1-2-95,0-2 0,-1-1 1,0 0-343,0-1 0,2-3 0,0-3 0,0-4-36,-2-4 1,0-3-1,1-4 1,0-1-154,2-1 0,-1 0 0,0 2 0,0 0 158,-1 2 1,2 3 0,0 2-1,0 2 338,0 2 0,0 3 0,-2-1 12,1 4 0,3 2 0,-3 4 0,1 3-359,0 1 1,1 2-1,-1 0 1,0 2-659,0 0 1,2-2 0,-1 1 0,2-2 261,0-2 0,1-3 0,-1-3 0,1-3 563,-1-1 0,0-7 0,1-1 0</inkml:trace>
  <inkml:trace contextRef="#ctx0" brushRef="#br0" timeOffset="1794">937 84 8030,'-3'-6'207,"2"2"0,-3 2 582,-1 1 1,-1 1 0,0 1 0,1 1-332,1 2 0,2 2 0,0 1 0,2 0-338,0 1 0,0-1 0,0 3 0,2-2-229,3 1 1,0-1-1,2-1 1,0-1-267,2 0 0,-2-1 0,1-2 1,0 1 27,1-1 0,-2 2 0,1 1 1,-3 1 775,0-1 0,-2 1 0,1 2 0,-1 2 149,-3 3 1,0 1 0,-3 2-1,-1 1-298,-2 3 0,-2-3 0,-1 2 0,-1-1-556,1-3 0,-2-2 1,3-2-1,0-1-827,1-3 1,3-3 123,-1-1 0,7-6 0,1-1 1,3-5-334,3-2 0,2-1 1312,0-4 0,1 1 0,1-2 0</inkml:trace>
  <inkml:trace contextRef="#ctx0" brushRef="#br0" timeOffset="1993">1059 302 8017,'6'-6'-48,"1"-1"1,-1 1-1,1-1 316,-1-2 0,-2 1 1,0-5-1,-1-3-49,1-2 0,-3 1 1,1-1-1,-3-1 268,-1 1 0,-2 3 0,1 1 0,-1 3 44,-1 2 1,2 5-1,-2 2-149,0 1 1,2 8 0,-1 2 0,1 6-194,2 4 0,0 0 1,1 5-1,0 1-118,0 0 0,1-3 1,1 3-1,2 0-724,-1-1 1,3-5 0,-2-1 0,0-3-812,0-3 1,3-4 0,1-2 1463,0-6 0,-1-8 0,-1-6 0</inkml:trace>
  <inkml:trace contextRef="#ctx0" brushRef="#br0" timeOffset="2209">1162 65 7924,'3'-4'1037,"-1"-1"1,2 5 0,0 0-592,2 6 0,-2 4 0,0 5 0,1 3 236,1 2 1,0 2 0,0 3 0,-2 3 13,-1 2 0,-3 2 0,0 5 1,0-1-455,-3-1 0,-2-5 0,-5 1 0,0-1-864,-1-1 1,1-7 0,0-2-1,0-4-1130,0-4 0,2-4 1,-2-2 1751,0-3 0,2-8 0,1-2 0</inkml:trace>
</inkml:ink>
</file>

<file path=ppt/ink/ink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7:00.810"/>
    </inkml:context>
    <inkml:brush xml:id="br0">
      <inkml:brushProperty name="width" value="0.06" units="cm"/>
      <inkml:brushProperty name="height" value="0.06" units="cm"/>
    </inkml:brush>
  </inkml:definitions>
  <inkml:trace contextRef="#ctx0" brushRef="#br0">126 26 8184,'-2'-7'0,"-1"1"353,0-1 0,1 4-161,-3 1 1,2 2 0,-1 2-18,1 2 1,3 2 0,0 1 0,0 1-100,0 0 0,0 4 0,0-2 0,2 3-463,0-1 0,2 1 0,-1-1 1,0 0-522,0-2 908,2 1 0,-2 2 0,4 0 0</inkml:trace>
  <inkml:trace contextRef="#ctx0" brushRef="#br0" timeOffset="235">82 173 8296,'-3'5'71,"1"2"1,0-2-1,2 4 1,0 0 91,0 2 1,3-1 0,1 0 0,3 2-82,1 0 1,0-2-1,3-2 1,1-3-73,2-3 0,0-2 0,1-3 1,0-3-30,0-4 1,1-3-1,-2-2 1,1-2-126,-1-2 0,0-1 0,-2 0-220,-1-2 0,2 1 0,-1 2 0,-2 2 364,-2 2 0,2 2 0,-3 0 0</inkml:trace>
  <inkml:trace contextRef="#ctx0" brushRef="#br0" timeOffset="684">5 507 8144,'-4'-3'312,"4"-1"1,4-2-1,3-1-60,1-2 1,3 1 0,3-2 0,1 0-421,-1 0 0,3 3 1,-1-2-1,1 2-152,-2 0 0,-2 3 1,-1 1-1,-1 0-520,-3 1 1,-3 2 839,0 0 0,-5 2 0,0 0 0,-3 0 56,-3 1 0,-3-2 0,-1 1 0,-1-1 172,1 1 1,-1 0-1,-1 1 1,0 2 155,2 0 0,0 0 0,-1 4 0,2-1-116,2 0 1,1 3 0,0 3-284,2 1 0,1 3 1,4-1-1,2 1 0,3 0-435,4-1 1,2-4-1,1 0 1,0-4 245,2-1 0,0-5 204,2-1 0,-3-4 0,2-1 0</inkml:trace>
  <inkml:trace contextRef="#ctx0" brushRef="#br0" timeOffset="899">248 526 7805,'0'-3'1857,"0"3"-1559,0 4 0,0 1 1,1 2-1,0-1-245,2 1 1,2-1 0,-1 0-174,2-2 1,-2-1 0,0-3 0,0-1 50,0-1 1,1-2 0,-2-5-1,0-2 14,-1-1 0,1 2 0,-3 0 0,0 0-90,0 3 0,-3-1 1,1 3-336,-2 0 0,0 2 1,-1 1-1164,1 0 1643,3 0 0,-2-1 0,3 0 0</inkml:trace>
  <inkml:trace contextRef="#ctx0" brushRef="#br0" timeOffset="1284">582 353 8014,'-7'0'117,"2"0"1,0 3 0,3 2 207,2 2 1,0 4-1,0 3 1,2 3-213,3 1 0,1 0 1,2 4-1,1-3-24,-2 1 1,3-3 0,-2-2-1,1 0-163,0-3 0,-2-4 1,2 1-1,-1-3-41,0-1 0,-1-3 0,2-5 1,-2-3 9,-1-4 0,1-5 0,-2-3 0,0-1 60,0-2 0,-4-1 0,1-2-55,-1 0 1,0-2-1,0 3 1,1 0 0,0 2-456,-2 1 0,0 3 0,0 3 555,0 3 0,3 1 0,1 4 0</inkml:trace>
  <inkml:trace contextRef="#ctx0" brushRef="#br0" timeOffset="1516">755 340 8299,'6'6'30,"1"1"1,-1-2 184,1 0 0,-1 0 0,0-3 0,1-1-41,-1 0 0,-1-2 1,-2-1-1,1-2-108,-1-2 1,-1 0 0,0-1-1,-1-1-58,-1-1 0,-3 1 0,-2 1 0,0 2 211,-2 0 1,1 2 0,-1 3-1,0 1-42,-1 1 1,1 3 0,0 3 0,2 3-30,0 1 0,2 4 0,1 1 1,2 2-146,0 2 1,0-2 0,2 1 0,3-2-622,0-2 0,3-2 0,-1-2 0,3-4-263,0-3 1,0-4 0,3-2 880,0-4 0,0-2 0,0-6 0</inkml:trace>
  <inkml:trace contextRef="#ctx0" brushRef="#br0" timeOffset="1765">922 334 7860,'3'2'647,"0"3"0,-3 3 1,0 3-319,0 1 0,0 2 0,0 1 0,0 2-58,0 1 1,-2 1-1,0 0 1,0-1-148,-1-1 1,1-4 0,-1 0 0,0-1 236,2-2 1,-1-5-225,0-3 1,1-4 0,-3-3 0,1-1-270,2-3 0,0-1 1,1-5-1,0-2 33,0-2 1,0 2 0,0 1 0,0-1-294,0 1 0,3 1 0,1-2 0,2 2-427,0 0 1,1 4 0,-1 2 818,1 2 0,2-4 0,1 4 0</inkml:trace>
  <inkml:trace contextRef="#ctx0" brushRef="#br0" timeOffset="1939">1050 353 8269,'0'9'90,"0"-1"0,0 3 0,0 0 263,0 1 1,1 2 0,0 0 0,1 2-168,0 0 1,-2-3 0,0 0 0,0-1-736,0-2 1,3-4-576,-1-4 0,0-5 1124,-2-8 0,-3-7 0,-1-2 0</inkml:trace>
  <inkml:trace contextRef="#ctx0" brushRef="#br0" timeOffset="2116">1037 308 8218,'0'-9'-248,"0"1"0,-2 0 269,0 1 114,0 0 1,3 5 0,1 1-519,2 2 1,2 4-1,3-3 383,2 2 0,1 0 0,1 3 0</inkml:trace>
  <inkml:trace contextRef="#ctx0" brushRef="#br0" timeOffset="2300">1255 160 8218,'-6'0'0,"0"1"0,2 1 0,-2 0 0,2 4 0,-2 2 937,0 1 1,-1 3 0,2 3 0,0 2-472,0 1 1,4 2 0,-1 1-1,1 2-561,1 0 0,1 0 0,0-3 0,2 0-435,1-2 1,0-3 0,2 0-1,-1-1-492,-1-1 1,-2-6 1021,2 0 0,-2-8 0,1 0 0</inkml:trace>
  <inkml:trace contextRef="#ctx0" brushRef="#br0" timeOffset="2489">1217 398 8194,'0'-7'-181,"0"1"1,0-1 755,0 1 0,0 2 1,1-1-930,1 0 0,-1 3 0,3-1 1,1 1-615,1-1 0,-2-1 968,1 2 0,2-3 0,3 2 0</inkml:trace>
  <inkml:trace contextRef="#ctx0" brushRef="#br0" timeOffset="2694">1294 308 8194,'3'6'-390,"-3"-1"0,3-2-150,0 0 0,1 1 540,2-2 0,0 3 0,1-1 0</inkml:trace>
  <inkml:trace contextRef="#ctx0" brushRef="#br0" timeOffset="2874">1409 257 8194,'0'6'-5,"-2"0"0,-1 1 425,0-1 0,-1 3 0,-1 2 0,2 1-9,0 1 0,-2 4 0,3 1 0,-1 3-851,0 2 0,1-1 0,2 0 440,3 0 0,3 3 0,4-2 0</inkml:trace>
  <inkml:trace contextRef="#ctx0" brushRef="#br0" timeOffset="2875">1518 385 8297,'-3'-4'1247,"2"1"1,-3 4-278,-1 1-970,2 2 0,-3 2 0,3 1 0</inkml:trace>
</inkml:ink>
</file>

<file path=ppt/ink/ink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7:14.023"/>
    </inkml:context>
    <inkml:brush xml:id="br0">
      <inkml:brushProperty name="width" value="0.06" units="cm"/>
      <inkml:brushProperty name="height" value="0.06" units="cm"/>
    </inkml:brush>
  </inkml:definitions>
  <inkml:trace contextRef="#ctx0" brushRef="#br0">687 1020 7956,'0'-6'1081,"0"2"-298,0-1 0,0 5-334,0 0 0,0 4 1,0 6-1,0 3-108,0 3 1,0 5-1,0 4-404,0 2 1,0 6-1,0-1 1,1 3-1,0 3-446,1 2 0,1-5 0,-3 1 0,-1-3 135,-1-2 1,1-7 373,-1-5 0,-2-10 0,1 0 0</inkml:trace>
  <inkml:trace contextRef="#ctx0" brushRef="#br0" timeOffset="417">514 1290 7377,'0'-3'706,"0"3"1,0 3 0,0 4 0,1 1-455,1 3 0,2 2 1,4 2-181,1 2 0,4 4 1,1 1-1,1 3 1,3 2-55,1 1 1,0-3 0,-1-1 0,0-2-28,-1-4 1,-2-6 0,0-4-72,-2-4 1,-1-7-1,0-3 1,-2-5 0,0-3-263,0-3 0,-3-1 0,2 1 0,-2-3-105,-1 0 0,1 1 1,-1-3-1,-2 1 447,-2 0 0,-1 5 0,-1-2 0</inkml:trace>
  <inkml:trace contextRef="#ctx0" brushRef="#br0" timeOffset="1032">52 84 7964,'-3'-4'337,"3"1"1,-3 1 768,0 0-642,2 0 0,-1 3 0,4 3-157,0 2 0,2 6 1,-1 1-297,0 3 1,-1 5-1,2 2 1,-1 0-1,-2 3-429,0 0 1,0-2 0,0 1 0,1-4-859,0-3 0,-2-7-488,0 0 1764,0-9 0,-2-3 0,-2-5 0</inkml:trace>
  <inkml:trace contextRef="#ctx0" brushRef="#br0" timeOffset="1183">78 219 7812,'0'-7'137,"0"1"0,1 1 0,0 1 0,2-1 341,0-1 1,2 2 0,1 0-1,1-1-220,-1-1 1,3-2 0,2-1 0,1 1-299,1 1 1,0 0 0,-1-1 0,-1 0-527,0 0 0,-3 1 0,0 1 0,-1 1-622,0 1 1,-1-1 1187,1-1 0,-1 0 0,0-1 0</inkml:trace>
  <inkml:trace contextRef="#ctx0" brushRef="#br0" timeOffset="1383">309 0 7812,'-2'7'0,"-1"-1"0,0 1 398,0-1 1,-1 3 0,2 1 0,0 1 15,2 0 1,-1 0-1,-1 4 1,0 2-221,1 2 0,0 1 0,1 0 1,0 2-301,0 1 0,0-1 1,0 0-1,0-2-528,0-1 1,1-6-1,1-1 65,2-2 1,2-4 0,0-4 0,1-2 568,-1-2 0,3-5 0,1-3 0</inkml:trace>
  <inkml:trace contextRef="#ctx0" brushRef="#br0" timeOffset="1683">399 84 7812,'-7'0'0,"1"0"433,-1 0 0,2 1 0,0 0 0,0 2 0,0 0 73,0 2 0,0 2 0,2 1 0,0 4-459,2 2 0,0 0 0,2 1 0,1 0-99,2 0 1,2 0 0,2-3 0,1-3-140,1-3 0,1-4 1,2 0-1,0-4-292,0-5 1,-3-3-1,1-4 383,0-1 0,1-5 1,-1 0-1,-1-1 1,-1 1 172,-1 1 0,-3 4 0,-1 1 1,-1 3-142,-2 2 1,0 6 513,-1 3 1,0 5-1,0 6 1,-1 2 0,0 2-393,-1 2 0,-1-1 1,1 1-1,0 1-795,1 1 0,0-3 0,1-2 0,1-2-299,1-1 0,-1-4 1040,4 0 0,-1-1 0,2-2 0</inkml:trace>
  <inkml:trace contextRef="#ctx0" brushRef="#br0" timeOffset="1964">636 26 7812,'-7'1'212,"-2"1"0,2-1 0,-1 4 0,0 0 457,2 0 1,2 4 0,0 0 0,1 1-246,2 2 1,0-2 0,2 2 0,2 1-346,3 0 0,3-1 0,2 3-17,0-1 1,-1-2 0,1 1 0,-2 0 0,-1 0-186,-2 0 0,-4-3 0,0 0 1,-1 0-654,-1 0 0,-3-4 0,-2 1 46,-3-2 0,-2-2 0,-3-1 0,1-1 730,-1-1 0,-3-3 0,0 0 0</inkml:trace>
  <inkml:trace contextRef="#ctx0" brushRef="#br0" timeOffset="2747">1239 84 7877,'-9'-3'167,"1"0"0,-3-2 0,0 1 217,-2-1 1,3 1-1,0 1 1,1 0-6,1 2 0,-2 1 1,3 2-1,0 2-69,2 2 1,3 3 0,-1 2 0,0 1-225,1 3 0,2 0 1,0 1-1,2 0-305,3 1 0,1-3 1,3 0-1,2-4-96,3-1 0,1-6 0,4 1 1,1-4 90,0-4 0,0-3 1,0-6-1,0-1-21,-1-1 0,-4-1 0,1-3 0,-2 2 314,-1 2 1,-4 4 0,1 2 173,-1 1 0,0 5 0,-4 7 0,0 5-124,0 2 0,-3 3 0,2 0 0,0 1-378,0-1 1,-1 0-1,-1-2 1,1-2-490,0-1 748,-1-2 0,0 0 0,-2-1 0</inkml:trace>
  <inkml:trace contextRef="#ctx0" brushRef="#br0" timeOffset="3347">129 533 7877,'3'-7'-87,"-2"1"0,1 0 367,-1-1 0,-2 1 0,-1-1 95,-3 1 1,0 0 0,-2 1 0,1 2-43,0 0 0,1 1 0,1 5 1,0 1-221,0 2 1,-1 4 0,3 2-1,1 5-45,0 1 0,2 2 1,0-2-1,2 1-89,0 0 1,2-4 0,1 4 0,0-2-55,-2 0 1,1-3-1,-3 3 1,0-1 34,-2-2 1,0 0-1,-3 0 1,-3-1-274,-2-1 1,-3-3 0,0-1 0,-1-1-347,-1 0 0,3-4 0,0 0 0,0-3-987,2 0 1646,4 0 0,-2-5 0,3-3 0</inkml:trace>
  <inkml:trace contextRef="#ctx0" brushRef="#br0" timeOffset="3614">225 648 8167,'7'0'0,"-1"-2"251,1 0 1,-1-3 0,0 1-1,1-2 1,-1 0 0,-1-1 1,-2-1-1,0-2 54,-2 0 0,0 1 1,-1-2-1,0-1-98,0 0 1,-3 3-1,-1 0 1,-2 1 52,0 2 1,-1 4 0,-1 0-1,-1 3-139,-1 3 0,1 2 0,-1 6 1,1 2-37,1 2 0,1 1 1,1 4-1,2 1-121,2-2 0,1 1 1,1 0-1,1 0-271,1 0 1,2-4-1,5-1 1,2-2 200,3-2 1,1-3 0,2-1-1,1-4-553,0-4 0,-1-6 658,0-7 0,-2-3 0,0-3 0</inkml:trace>
  <inkml:trace contextRef="#ctx0" brushRef="#br0" timeOffset="3930">386 552 7877,'-7'0'1276,"1"0"1,2 1-823,-1 1 1,4 2-1,-1 2 1,2 1-271,2 2 0,-1 1 0,3 3 0,-1 2-80,1 2 1,-2 0 0,2 0-1,-1 1-125,-2 3 1,0-3-1,-1 0 1,0-1-176,0-3 0,-1-1 1,-1-3 14,-2-1 0,1-5 51,1-4 1,1-3-1,1-4 1,0-3 51,0-3 1,3 0 0,1-4 0,2-1-126,0-1 1,-2 2-1,1 0 1,0-1-107,0 0 1,3 1 0,-1 0-1,2-1-174,-1-1 0,0 3 0,-1 1 0,2 1 124,-1 2 0,-1 2 1,-1 2-1,1 3 359,-1 3 0,1 1 0,-1-2 0,0 0 0</inkml:trace>
  <inkml:trace contextRef="#ctx0" brushRef="#br0" timeOffset="4447">565 533 7877,'0'-6'0,"-3"1"-180,-1 1 1,1 2 0,-2 0 0,0 2 1008,0 0 1,-2 0 0,-2 0 0,-2 0-334,-1 2 0,-1 3 0,-2 3 0,0 1-215,1 1 1,-2 3 0,2 2-1,-1 2 94,2 1 1,1 3 0,2 2 0,3 2-164,2 1 0,4 0 0,1 1 0,4-2-381,4-2 1,3-2 0,3-3-1,2-3-341,0-2 1,2-6 0,2-2 0,3-1-104,-1-3 1,0-4 0,0-3 0,-1-5 60,0-3 1,-5-3 0,2-3 0,-3 0 551,-3 2 0,-3 0 0,0-1 0</inkml:trace>
  <inkml:trace contextRef="#ctx0" brushRef="#br0" timeOffset="4730">655 629 8013,'-3'-3'848,"0"0"-620,-1 6 1,1-2-1,3 4 1,0 1 133,0 2 1,0 4-1,0-2 1,0 3-246,0 2 1,0-1 0,-2 3 0,0 1-34,1 1 0,0-5 0,0-3 0,0-2 520,-1-3-593,-1-1 1,3-5 0,0-2 0,1-6-169,1-2 1,0-2 0,2-2 0,1-1-113,1-2 0,0 1 0,1-1 1,-1 1-136,0-1 1,1 3 0,-1-1 0,1 2-147,2 0 0,-2 3 0,2 2 0,-2 3 550,-1 3 0,1 1 0,-1 4 0,0 1 0</inkml:trace>
  <inkml:trace contextRef="#ctx0" brushRef="#br0" timeOffset="4999">777 668 7863,'0'6'294,"2"-2"1,1 1-1,1 0-36,1 0 1,-2-1 0,1-2 0,1-1-7,1-1 0,-2-3 1,1-2-1,-1-1-171,-1-2 1,2-2-1,-2-3 1,-2 0 134,0 0 1,-1 2-1,-1 1-48,-1 1 1,-2 1 0,-3 1 0,-1 1 192,0 2 0,-3 2 0,3 4 0,-1 3 35,0 3 0,2 3 0,0 4 0,3 2 0,0 2-193,1 2 0,1 0 0,0 2-365,2-1 1,2 1 0,3-3-1,1-2 1,3-3-433,1-3 1,2-2 0,1-6 0,1-2-976,1-1 0,-1-8 0,2-3 0,1-6 1569,-1-3 0,-1-3 0,2-4 0,-3 0 0,2-2 0</inkml:trace>
  <inkml:trace contextRef="#ctx0" brushRef="#br0" timeOffset="5151">976 571 7805,'0'-10'0,"0"2"432,0 1 1,-3 3 0,-1 3 358,-2 2 0,2 3 0,0 5 1,1 2-129,2 1 1,0 1 0,1 2 0,0 3-375,0 3 0,0-3 1,0 3-1,0 0-265,0 1 0,0 0 0,0 0 1,0-1-2166,0-3 1,0-3 832,0 0 1,-3-5-1,-1-4 1,-2-3 1307,0-5 0,-3-4 0,-1-4 0</inkml:trace>
  <inkml:trace contextRef="#ctx0" brushRef="#br0" timeOffset="5264">899 783 7805,'-4'-6'575,"2"-1"0,1 1 0,1-1-83,0 1 1,3 0-1,2 0 1,3 1-109,3 1 0,-1 1 0,1-1 1,2-1-447,1-1 0,2 2 0,-2 0 0,2-1 453,0-1-391,-1 0 0,3-3 0,-2-1 0</inkml:trace>
  <inkml:trace contextRef="#ctx0" brushRef="#br0" timeOffset="5997">1463 546 7737,'0'-7'-227,"0"1"1,2 2 0,1-1 113,-2 0 0,0 2 1,-1-2 165,0 0 1,-1 3-1,0-1 191,-2 0 0,1 2 420,-1-1 33,3 1 0,-4 1-312,2 0 1,1 1-1,-1 1 1,1 3-108,1 0 1,0 4-1,0 2 1,0 2-97,0 2 0,0 2 0,0 4 0,0 1-89,0 1 0,0 0 1,0 3-1,0-1-419,-2 1 0,1-3 0,-2-2 0,1-4-1090,0-2 0,0-4 744,2-2 0,2-8 0,2-4 0,0-3 672,1-3 0,-1-5 0,2 0 0</inkml:trace>
  <inkml:trace contextRef="#ctx0" brushRef="#br0" timeOffset="6282">1585 571 7737,'0'-4'0,"1"0"582,1-1 1,-1 1 432,1 0 1,-2 3-624,-2-2 0,-2 3 1,-2 3-1,-1 1-270,1 2 0,-1 3 1,-1 1-1,-1 3 47,2-1 0,-1 3 1,0 1-1,-1 0-73,2-1 1,2 0 0,0-2 0,1 0 5,0 0 1,2-2-1,2-1 1,0-1-95,0-1 0,2-3 1,3-2-1,0 0 16,2-2 0,1 0 0,2-1 0,-1-1-686,0-1 1,3-1-1,-2-3-237,-1 2 1,4-2-1,-3 2 1,0-2-363,1 0 0,-1-3 1261,1 1 0,1-1 0,-2 3 0</inkml:trace>
  <inkml:trace contextRef="#ctx0" brushRef="#br0" timeOffset="6565">1713 648 7737,'5'2'155,"-1"1"0,-2-1 0,2-2 0,1 0 213,1 0 0,-2-3 1,1-1-1,1-2-203,0-1 0,2-2 0,-4-1 1,1 0-4,-1-1 0,-1 0 0,-3-2 0,0 1 28,0 2 1,-3 0-1,-1 4 33,-2-1 0,-3 4 0,-1 1 0,0 1 1,1 2 41,-1 4 0,3 0 0,-1 5 0,1 2-83,0 0 1,2 1-1,0 2 0,1 2-109,1-1 1,1 3-1,2-3 1,1 1-345,1-3 1,1 1 0,4-1-402,-1-2 1,3-1 0,0 0 0,0-4 0,1-1-306,0-2 1,-1-2 0,1-2 0,-1-2 976,-1-5 0,-1-6 0,-1-1 0</inkml:trace>
  <inkml:trace contextRef="#ctx0" brushRef="#br0" timeOffset="6714">1822 597 8285,'3'-4'509,"-1"2"0,2 2-342,1 0 0,1 0 0,0 0 0,1 0-413,2 0 1,-1 0 0,2 0-1,2 2-335,0 0 1,1 0 0,0-2 0,-1 0 580,1 0 0,1 0 0,1 0 0,1-3 0,3 0 0</inkml:trace>
  <inkml:trace contextRef="#ctx0" brushRef="#br0" timeOffset="6864">2073 494 6920,'-7'0'415,"2"1"0,0 1 0,0 3 185,0 0 0,0 5 0,-2 4 1,0 5-245,-2 6 0,2 2 0,-3 5 1,0 2-311,0 1 1,2-2-1,-1-5 1,2 0-681,1-3 0,-1-7 0,2-2 0,0-3-954,0-2 1,1-6 1587,-2-1 0,-4 0 0,0 0 0</inkml:trace>
  <inkml:trace contextRef="#ctx0" brushRef="#br0" timeOffset="7283">1303 1020 7737,'2'-7'83,"0"-1"0,0 1 0,-2-3 167,-2 1 0,-2 4 0,-3-1 0,-1 1 128,-1 1 0,-2 1 0,1 3 0,-1 1-69,1 1 1,-1 2 0,-1 5-197,1 2 0,0 3 0,2 2 0,1 2 0,2 3-9,2 1 1,0 1 0,3 3 0,-1-1-495,0-2 1,2 2 0,2-2-1,3 1-332,0-1 0,2-5 1,-1-1 17,0-3 0,1-4 0,-1-3 704,1-2 0,-1-7 0,1 2 0</inkml:trace>
  <inkml:trace contextRef="#ctx0" brushRef="#br0" timeOffset="7697">1149 1161 7737,'-3'-3'370,"2"-1"859,-1 2-1155,2 1 0,2-1 0,3 2 1,1 0-1,3 0-312,1 0 1,2 0 0,2 0 0,0 0 68,1 0 1,3-1 0,-2-1 0,2 0-265,-1-2 1,-1-1-1,0-3 1,-2-1 393,-3-1 1,-3 2 0,-1 0 0,-3 3 54,-1 0 0,-2 4 0,-3-1 0,-1 2 283,-1 2 1,-2 4-1,2 3 1,-1 2 119,1 2 0,1 0 0,3 2 0,0-1-158,0 1 1,3-1-1,1 0 1,2-3-158,3-2 1,-1-3 0,2-1-144,-1-3 0,2-2 0,-1-3 0,0-4 1,-1-3-112,-2-2 1,-3 0-1,0-1 1,-1 0 106,-2 0 1,0 0-1,-2 1 1,-1 1 28,-2 0 1,-2 3-1,0 0-37,-1 0 0,-1 3 0,-1 0 0,1 1 0,1 1-682,1 2 0,1 0-84,1 1 1,3 0 816,1 0 0,3 0 0,4 0 0,-1 0 0,1 0 0,2 0 0,1 0 0</inkml:trace>
  <inkml:trace contextRef="#ctx0" brushRef="#br0" timeOffset="7931">1483 1052 7737,'6'1'-704,"0"1"975,1 3 0,-3 0 1,0 2-1,-2-1 146,0 0 1,1 4 0,-1 0 0,-1 0-112,0 1 1,-1 1 0,-1 1 0,0 1-206,-1 1 0,-3-5 0,3 2 0,-1 0-409,0-2 1,-1-1-1,1-3 149,-1-2 1,1 0-1,-2-4 142,0-3 1,4-2 0,-1-4 0,1-2 52,1-1 0,3 0 0,1-1 0,3-1-97,1-1 1,0 3-1,3-1 1,1 0-218,2 1 0,0 3 1,3-1-1,2 0-258,2 0 1,-3 2-1,2 0 1,0 3 535,0 3 0,-1-1 0,3-1 0</inkml:trace>
  <inkml:trace contextRef="#ctx0" brushRef="#br0" timeOffset="8948">1912 1117 7737,'4'2'605,"-1"0"-241,0 2 1,1-2 0,4 0-12,0-2 0,4 0 1,-2 0-1,3 0-145,2-2 0,-1-2 0,3-3 0,-1-2-25,1-1 0,-5-3 1,2 1-172,-2-1 1,-1 0 0,-5 0 0,0 0-1,-2 1-107,-2-1 1,-2 1-1,-3 1 1,-2 2 116,-3-1 0,-1 5 0,0 0 1,-2 1 21,-1 3 1,2 0 0,-1 1 0,-1 0 234,0 0 0,2 3 0,0 1 0,0 2-38,3 3 0,-1 2 0,1 3 0,-1 2-252,3 0 1,2 2 0,-1 3 0,2 1-169,0 0 1,2 1-1,2 1-241,2-3 1,2-2 0,1-2 0,2-2-93,2-4 1,1-2 0,1-5 0,-1-2 0,2-2-191,1-2 0,-2-5 0,2-5 0,0-3 702,0-2 0,-3 0 0,2-2 0,0 0 0,-2 0 0,-1-1 0,0 0 0,-1 0 0,-2 1 0,-1 4 0,-1 0 0,-2 2 75,-2 0 1,-2 5 0,-2 2 0,-2 3 719,-2 1 0,0 2 1,0 0-1,-1 3-148,1 4 1,-1-1 0,1 3 0,-1 1-401,1 0 1,2 2-1,0 1 1,1 0-10,2 0 1,0 0 0,1-1 0,0-2 19,0-1 0,0 0 0,1-1 0,1-1-540,2-2 1,4-4-1,1 1 1,1-2-96,-1-2 1,2-4 0,-1-5 0,1-2-204,0-2 1,-1-1 0,0-1-1,-1 2 125,-2-1 0,-1 5 0,0 1 703,-2 2 1,0 2-1,-3 2-104,2 4 1,-2 4 0,-2 5 0,-2 1 57,2 2 1,0 2 0,1-1 0,0 2-586,0-1 1,2-4 0,1 2 0,2-2-174,2-2 1,0-4 0,4-2 130,0-1 0,3-2 1,2-4-1,0-3 1,0-4 424,0-3 0,-1-2 0,-1-2 0,-2 0 0,-1 0 0,-6 1 0,1 2 0,-2 0 0,-3 2 0,-1 3 0,-2 4 0,-3 1 558,-3 2 0,0 2 0,-2 0 1,0 2 602,0 2 1,2 2 0,-2 3-816,0 1 1,2 0-1,2 3 1,0 0-1,2 2 169,1 2 1,2-1 0,0 3 0,-2-1-427,2 1 1,3-2 0,2 2-1,2 0-631,1-1 0,0 0 0,1-5 0,3-2-579,1-2 0,-1-5 0,1 0 461,-1-1 0,2-7 1,-4-3-1,1-5 0,0-3 660,0-1 0,-5-2 0,3-2 0,-4 0 0</inkml:trace>
  <inkml:trace contextRef="#ctx0" brushRef="#br0" timeOffset="9214">2541 911 7737,'0'-4'824,"0"0"0,-1 2-416,-1 0 1,1 4 0,-2 3 0,1 3-71,0 3 1,-2 2-1,2 1 1,0 2-141,2 0 0,-3-1 0,1 1 1,1 1-74,0-1 1,1-1 0,0 1 0,0-2-171,0-2 0,0-5 65,0-1 1,2-5 0,1-1 0,1-4-283,1-4 0,0-2 0,3-3 0,-1 1 23,2 2 0,0 0 0,-1 5 0,1 0 141,1 0 1,-2 4-1,1 0 1,-2 4 101,-1 4 1,-1 3-1,-2 2-417,0 2 0,-1-1 0,-2 3 1,0-2-391,0-1 0,-3 1 803,-1-6 0,-5 4 0,-1-2 0</inkml:trace>
  <inkml:trace contextRef="#ctx0" brushRef="#br0" timeOffset="9813">1476 1553 7737,'0'-7'33,"0"1"1,0 2-1,0-1 598,0 0 0,0 0 1195,0-2-1622,0 1 1,0 3 0,0 4 0,0 4-127,0 5 1,1 3 0,1 3 10,2 3 0,2 0 0,1 3 0,2 0-380,1-1 1,1 0 0,1-4-1,2-3 1,0-3-17,2-5 0,-3-3 1,2-6-1,-1-3 162,-2-4 0,-2-6 0,-1-3 0,-2-4-13,0-2 0,-3 0 0,-1 0 0,0 1 476,-1 3 0,-1 4 0,1 2-19,0 4 1,0 7-1,-2 7 1,1 2-29,1 4 0,-2 1 0,3 3-215,0-1 1,0 3-1,2 0 1,-2 0-1,1-1-249,0 1 1,-1-4 0,2 1-1,-1-4-1154,1-2 1,-1-2-1,0 0 1347,1-1 0,1-3 0,0 0 0</inkml:trace>
  <inkml:trace contextRef="#ctx0" brushRef="#br0" timeOffset="10097">1880 1418 7495,'-4'-4'540,"0"2"60,-1 2 1,1 0-1,0 0 1,0 2-200,0 3 1,0 1-1,3 3 1,-1 1-210,0 2 1,2 2 0,0 0 0,2 2-150,0 0 0,3 0 1,-1 2-1,0 0-32,0 0 0,-2-1 0,0 0 0,-2-1-161,0 0 0,0-3 0,0 2 0,0-3-246,-2-2 1,-2-1 0,-2 1 0,0-1-410,2-1 1,-2-4 0,2-2 804,-2-1 0,-1-4 0,1 0 0</inkml:trace>
  <inkml:trace contextRef="#ctx0" brushRef="#br0" timeOffset="10581">1899 1578 7737,'10'-2'66,"-5"1"1,4-1 0,0 0 346,1 0 0,2-1 0,-2-4 0,1 0 23,2-2 1,-4 2-1,4-4 1,-2 0-230,-1-2 1,0 1-1,-3-1 1,1 0-128,-3 0 1,-3 3 0,0 2 0,-4 1-220,-2 3 0,-2-1 1,0 3-1,-1 1 209,-2 2 1,2 4 0,-1 3 56,1 3 0,-1 2 0,1 2 0,1 2 0,0 1 72,0 2 1,3 0 0,1 0 0,1 2-296,1-2 1,0-2-1,1-1 1,1-2-906,2-1 0,3-1 0,0-3 0,3-3 276,0-4 0,0-3 0,1-3 0,0-4 725,0-3 0,-2-3 0,0-2 0,-2-2 0,-1-1 0,-1-1 0,-2 1 0,1 1 143,-1 2 0,-1 6 0,0-2 935,-1 4 0,-1 4-335,0 3 0,2 1 1,0 5-1,-1 2-316,0 1 0,-1 0 0,0 1-343,0 2 1,0 2 0,0 1 0,0-1-28,0 0 0,-2-1 0,-1-1 0,0 0 0,0 0 187,-1-1 1,2-6-1,-2 2-12,2-2 0,-1-3-179,3-2 1,0-3 0,0-6-1,1-1 1,1-3-194,3-2 1,2 1 0,2-3-195,-1-1 1,1 0 0,0 0 0,-1 2 0,1 1-1538,-1 3 0,1 2 1871,-3 3 0,4 4 0,0 0 0</inkml:trace>
  <inkml:trace contextRef="#ctx0" brushRef="#br0" timeOffset="10695">2355 1572 7737,'-4'3'0,"1"-2"142,3 4 250,-2-4-392,1 2 0,-2-9 0,3-1 0</inkml:trace>
</inkml:ink>
</file>

<file path=ppt/ink/ink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7:27.852"/>
    </inkml:context>
    <inkml:brush xml:id="br0">
      <inkml:brushProperty name="width" value="0.06" units="cm"/>
      <inkml:brushProperty name="height" value="0.06" units="cm"/>
    </inkml:brush>
  </inkml:definitions>
  <inkml:trace contextRef="#ctx0" brushRef="#br0">0 359 9096,'3'-3'547,"1"-2"0,3 2-694,1-1 1,2-2 0,4-4 0,1-1 0,3-3 146,2 1 0,3-7 0,3 0 0</inkml:trace>
  <inkml:trace contextRef="#ctx0" brushRef="#br0" timeOffset="749">372 20 7858,'-10'0'0,"-2"0"253,1 0 0,2 2 1,1 3-1,3 1 243,3 3 0,2-1 0,0 5 1,2 3-183,3 4 0,4 4 0,3 2 0,3 2-290,1 1 0,1-3 0,0 3 0,-1-3-94,-1-3 0,0-1 0,0 0 0,0-2-656,-1-1 0,-4-3 1,0-1-646,-2-1 1,-4-3 1370,-2-4 0,-7-1 0,-2 0 0</inkml:trace>
  <inkml:trace contextRef="#ctx0" brushRef="#br0" timeOffset="991">353 366 7858,'-4'-7'0,"-1"3"358,3 0 0,1 0 0,3-1 0,3 1-296,3-1 0,0 2 0,3-2 0,2 0-222,1 0 0,2-2 1,-2 1-261,1-1 1,2 1 0,-2-1 0,-1 1 0,0-1 152,-1-2 1,-5 2 0,-1-3 266,-1 0 0,1-1 0,-3 1 0</inkml:trace>
  <inkml:trace contextRef="#ctx0" brushRef="#br0" timeOffset="1148">552 180 7858,'2'5'-1113,"1"1"979,0 4 0,-1-2 1,1 1-1,-1 1 984,0 0 1,2 3 0,-2 2 0,1 2-586,-1 2 1,0 1 0,1 0-1,0 2-12,-1-2 0,-2-2 0,0-4-92,0-3 1,0-5 0,0-6-159,0-4 0,0-5 0,0-4 0,0-3-136,0-3 1,0 0 0,0 1 0,0-1 21,0 0 1,1 2 0,1-3 0,2 2-82,-1 0 1,3 2 0,-2 1 0,2 0-24,0 3 1,1-3 0,-1 6 0,1 1-2193,2 1 2407,-5 5 0,8-1 0,-5 3 0</inkml:trace>
  <inkml:trace contextRef="#ctx0" brushRef="#br0" timeOffset="1431">706 244 7858,'6'6'251,"-1"0"1,-1-1 0,1-1 49,0-1 1,0-2-1,-1-4 1,1-3-49,1-1 0,-1-6 0,0 1 0,-3-3-31,-1-1 1,-1 2-1,0-1 1,-1 1-48,-1 1 0,-4 3 0,-3 2 0,-1 1-286,-2 3 1,2 4-1,0 5 1,1 3 385,1 3 1,1 4 0,1 2-1,2 4-98,2 3 0,2 1 0,3 2 0,3 2-147,4 0 0,2-4 0,1-1 0,0-3-466,0-5 1,0-4 0,0-4-1,-1-3-427,1-3 0,0-4 0,-1-3 0,-1-4-253,-3-4 1,-1 0 1115,-3-2 0,2-1 0,-3 0 0</inkml:trace>
  <inkml:trace contextRef="#ctx0" brushRef="#br0" timeOffset="1731">905 103 7858,'-7'0'305,"1"0"1,-1 0-1,1 0 44,0 0 1,-1 3-1,1 1 1,1 2-13,1 3 0,3 1 0,-1 4 0,4 0-135,5 4 1,2 0 0,5 1 0,0-2-101,1 1 0,2-2 0,-2 1 0,-1-2 18,0-1 0,-4-2 1,0 0-1,-2 0-25,-3-1 0,-3-3 0,1 2 0,-3 0-248,0 0 1,-3-1 0,-3 1-1,-2-1-318,0-1 0,1-3 1,0-2-1,-1 0-302,0-1 1,1-2-1,3-3 1,-1-4 121,-1-3 0,3-3 1,1-1 650,1-1 0,-2-5 0,-1 0 0</inkml:trace>
  <inkml:trace contextRef="#ctx0" brushRef="#br0" timeOffset="2032">950 58 7858,'2'-4'462,"0"2"0,2 2 81,1 0 0,-1 2 0,2 3 0,1 3-80,0 3 1,1 4 0,0 2 0,1 2-204,1 3 1,-1-1 0,1 3-1,0 1-325,0-1 1,-4-1 0,2-1 0,0-2-26,-1-4 0,-2-3-291,-1-2 0,-2-5 0,0-7 1,-2-5-62,0-4 1,0-4 0,-2-4 0,-3-2 174,0-2 0,0-1 0,2 1 0,0 2-43,2 0 0,0 3 0,1 3 353,0 3 0,3 5 0,1 7 0,2 5 112,3 4 0,-1 7 1,2 2-1,1 2-152,-1 1 1,0-2-1,-3 0-3,0-2 0,3 1 0,-3-3 0</inkml:trace>
  <inkml:trace contextRef="#ctx0" brushRef="#br0" timeOffset="2515">1347 90 7816,'-3'-11'36,"1"1"0,-1 4 1,1 0 311,0 0 0,2 4 0,2 2 181,3 3 1,0 6 0,2 2-326,2 3 1,-1 3 0,2 3 0,1 1 0,0 3-71,0 1 0,-3 1 0,2 1 1,0 2-409,0 0 0,-2-4 1,0 0-1,-3-2-736,0-3 0,-3-5 1,1-3 372,-3-5 0,-2-2 0,-6-7 637,0-3 0,-6-6 0,0-3 0</inkml:trace>
  <inkml:trace contextRef="#ctx0" brushRef="#br0" timeOffset="2731">1360 193 7816,'-3'-20'-110,"2"3"0,-1-1 0,2 0 222,2 2 0,1 1 1,2 2-1,3-1 254,1 2 1,0 1 0,1-1 0,0 3-28,0 3 1,-2 4-1,0 2 1,-1 5 55,0 2 1,-1 5 0,0 3 0,-2 4-164,-2 1 1,-1-1-1,-1 3 1,0 0-305,0-2 1,-1-3 0,0 2 0,-2-1-458,0-2 1,0 0 0,0-4-733,0-1 1261,-2-2 0,4-8 0,-2-2 0</inkml:trace>
  <inkml:trace contextRef="#ctx0" brushRef="#br0" timeOffset="2981">1681 141 7704,'5'-3'-112,"-2"-3"1,3 2 0,-1-3 111,-1-1 0,-2 0 0,-2-3 0,0 0 122,-2-1 0,-3 0 0,-3 1 0,-3 2 333,-1 2 1,-1 2-1,0 0 1,0 3-5,-2 2 1,3 3 0,0 3 0,2 5-80,2 3 1,4 1 0,2 3 0,1 1-133,1 1 0,4 0 0,2 2 0,4 1-448,2-3 1,1-2-1,0-2 1,1 0-675,1-2 0,-1-3 0,2-3 0,0-4-719,-2-4 0,-3-6 1601,-3-4 0,2-8 0,0-2 0</inkml:trace>
  <inkml:trace contextRef="#ctx0" brushRef="#br0" timeOffset="3231">1738 84 7816,'5'2'228,"-1"3"1,-2 0 0,2 2-1,-1 0 362,1 2 0,0-1 0,2 4 1,-1 2-377,-1 2 0,0 0 0,1 2 0,-2 0-99,0 0 1,-1-3 0,-2 0-1,0-2-73,0-3 1,0-2 0,0-5-121,-3 0 0,1-4 0,-3-4 0,1-3-46,1-5 0,-1-1 1,2-2-1,0 0 69,2-1 1,0 0 0,2-2 0,1 0-159,0 2 0,1-1 1,4 1-1,-1-2-396,2 0 1,2 2-1,0 3 1,2 2 608,2 1 0,1 4 0,3-3 0</inkml:trace>
</inkml:ink>
</file>

<file path=ppt/ink/ink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7:32.648"/>
    </inkml:context>
    <inkml:brush xml:id="br0">
      <inkml:brushProperty name="width" value="0.06" units="cm"/>
      <inkml:brushProperty name="height" value="0.06" units="cm"/>
    </inkml:brush>
  </inkml:definitions>
  <inkml:trace contextRef="#ctx0" brushRef="#br0">1 100 9911,'0'-3'247,"0"3"-255,0 4 0,0 3 0,0 3 0,0 0 46,3 4 0,-2 2 1,3 3-1,-1 3-132,1 1 1,0 0 0,2 0 0,-1-1 77,-1-1 1,-3-6-1,2-3-2,0-2 1,-2-6 0,0-6 50,-2-6 1,-1-4 0,-1-2 0,-1-3 41,1-1 0,0 1 0,0-3 0,0-2 12,2 0 0,-1 1 0,1-1 1,-1 0-48,0 2 0,2 3 0,2-3 0,1 0-393,0 3 0,-1 4 1,2 1-1,2 4 100,2 2 0,-1 5 0,2 1 1,-1 4 252,0 4 0,-1 5 0,2 3 0</inkml:trace>
  <inkml:trace contextRef="#ctx0" brushRef="#br0" timeOffset="317">251 228 7816,'6'0'148,"-2"-3"0,-1-1 0,-1-2 260,0 0 1,0-3-1,-2-2 1,0-2-96,0-2 0,-3 1 0,-1-3 0,-2 1-118,0 0 1,-1 4-1,-2 0 1,-2 4 27,-1 2 1,0 4 0,-1 0 0,2 2-89,0 5 0,3 2 0,-2 8 0,1 0-92,4 2 1,1 0 0,4 2-1,1 1-106,1 1 0,4 0 1,3 2-1,1-1-91,4-1 0,0-1 0,2-2 0,0 0-265,-2-1 0,-1-6 1,0 0-1,-2-4-342,0-2 0,-3-3 0,2-2 351,-1-2 1,-1-3 0,-3-3 0,-1-4 409,-1-2 0,2 0 0,-1-3 0,-1 0 0,0-3 0</inkml:trace>
  <inkml:trace contextRef="#ctx0" brushRef="#br0" timeOffset="584">315 29 7816,'-6'0'625,"1"0"0,2 2-378,0 2 1,1 1 0,2 6 0,1 3 97,3 2 0,1 1 0,6 1 0,1 1-259,2 1 0,0-3 1,2 1-1,-1-1-5,0-3 1,0 2 0,-3-1 0,1 0-132,0 3 0,0-3 0,-1 4 0,-1 0 12,-3-1 0,-3 2 1,-3-2-1,-2 0 29,-2-1 1,-2-4 0,-2 0-1,-2 0 49,0-4 0,-1-1 0,-3-2 0,2 0-481,1-2 1,0-1 0,3-3-270,0 0 0,1-1 1,2-1-1,0-2-994,1-2 1704,2-3 0,-3-1 0,-1-3 0</inkml:trace>
  <inkml:trace contextRef="#ctx0" brushRef="#br0" timeOffset="785">495 158 9015,'5'2'0,"0"3"0,0 3 357,0 3 0,2 0 1,3 2-1,0 4-33,1 3 0,1 4 0,1-1 0,1 1-283,0 2 1,0-5-1,0 3 1,-2-3-515,-1-2 1,-2-3 0,0-1-1,-1-4-652,-3-2 0,-3-3-143,-2-2 1268,-3-4 0,-6-6 0,-1-4 0</inkml:trace>
  <inkml:trace contextRef="#ctx0" brushRef="#br0" timeOffset="1019">501 164 7816,'-3'-16'-298,"2"5"1,-1-1-1,2 1 639,2 1 0,2 4 1,3 0-1,2 0 22,1 1 0,1 1 1,0 2-1,2 1-45,-2 1 0,0 3 0,1 1 1,-1 3 74,-2 1 0,-3 3 0,-1 4 0,-1 2 138,-1 2 0,-1-2 0,-2 0-484,0 1 0,-2 0 0,-1 1 0,-1 0 0,-1-2-646,-1-2 0,0-2 1,0 0-461,-1-3 1,4 2 1058,1-4 0,1 1 0,1-3 0</inkml:trace>
  <inkml:trace contextRef="#ctx0" brushRef="#br0" timeOffset="1118">719 215 7806,'4'7'-749,"1"-3"70,-3 0 679,0-2 0,1 3 0,0-1 0</inkml:trace>
</inkml:ink>
</file>

<file path=ppt/ink/ink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8:57.122"/>
    </inkml:context>
    <inkml:brush xml:id="br0">
      <inkml:brushProperty name="width" value="0.06" units="cm"/>
      <inkml:brushProperty name="height" value="0.06" units="cm"/>
    </inkml:brush>
  </inkml:definitions>
  <inkml:trace contextRef="#ctx0" brushRef="#br0">296 64 7853,'3'-7'0,"0"1"0,2-1-112,-1 1 0,-3 2 0,1 0 342,-1-1 0,0-1 0,0-1 829,1 1-786,1 2 1,-3 2-1,0 5 1,0 4-1,0 3-20,0 5 1,0 2 0,0 3 0,0 3-295,0 2 0,0-1 0,0 5-262,0-1 1,0 0 0,0 1 0,0-3 0,0-2-490,0-2 0,0-3 0,0-1 0,0-4 792,0-5 0,2-5 0,-1-1 0,2-3 0</inkml:trace>
  <inkml:trace contextRef="#ctx0" brushRef="#br0" timeOffset="335">347 70 7364,'0'-6'-501,"0"1"1,0 1 1154,-3-1 0,2 0 0,-3 1-296,-1 2 0,-1 1 0,0 1 0,-2 1-135,0 1 0,1 4 0,-2 3 1,1 1-287,0 1 1,1 1 0,-2 1 0,2 0 58,1 0 0,1 2 1,1 0-1,0-1-1442,0 0 1,1-4 1445,0-2 0,3 2 0,-3 0 0</inkml:trace>
  <inkml:trace contextRef="#ctx0" brushRef="#br0" timeOffset="483">283 109 8036,'6'0'183,"1"0"0,0 0 0,2 0 1,2 0-28,3 0 0,3 2 0,5 1 1,1 0-364,2 2 1,-1-1-1,-1 0 1,-1 1-1582,-2 1 1788,-3 0 0,-1 6 0,-3 2 0</inkml:trace>
  <inkml:trace contextRef="#ctx0" brushRef="#br0" timeOffset="900">59 538 7853,'-1'-6'93,"-1"0"1,1 3 301,-1 3 0,-1 5 0,1 6 0,0 3-173,2 3 0,0 1 0,0 5 0,2 2-412,0 2 0,0-2 0,-2 2 1,1 1-280,1 0 1,-1-2-1,1 0-33,-1-3 1,-1-2 0,-1-7 0,-1-1 501,-3-1 0,-3-1 0,-2-5 0</inkml:trace>
  <inkml:trace contextRef="#ctx0" brushRef="#br0" timeOffset="1217">1 570 7993,'6'-19'0,"1"1"328,2 1 0,-1 2 0,5 4 0,1 0-24,2 1 1,-1 3 0,0 3-1,0 2-23,-1 1 1,-4 4 0,3 2 0,-4 3-213,-1 2 1,-1 1-1,-3 1 1,-2 2-176,-1 2 0,-2-1 1,-1 1-1,-3 1-215,-3-1 0,0-3 0,-2 1 0,-2 1 198,0-2 0,1-1 0,1-3 0,-2 1 293,0-2 0,2-2 0,2-1 0,1-1 24,0-2 1,4 1 0,1-1 29,4 0 0,4 2 1,5-1-1,1 1-1,1 1 1,2-2 0,2 1-408,-1 1 0,3 0 0,-2 0 0,1 0 0,-1 0-458,-2 0 1,-2 0 0,-1-1 82,-1 1 0,0 1 0,-2 0 559,-1 0 0,-4 4 0,-1 0 0</inkml:trace>
  <inkml:trace contextRef="#ctx0" brushRef="#br0" timeOffset="1599">315 821 7311,'4'0'1212,"-1"0"-993,-3 0 0,0-3 1,0-1-1,2-1-111,0-1 0,0 0 0,-1-5 0,0-1-52,1-2 0,3-2 1,0-4-1,0 0-44,2-1 1,0-1-1,1-2 1,1 2 98,1 0 1,-2 7-1,2 0 36,0 2 1,0 7-1,-1 2 1,-1 2 0,-1 3 56,-1 1 0,0 5 0,-1 3-138,-1 2 1,0 4 0,2 1-1,-1 2 1,-1 0-237,-1 0 1,-1 0 0,0 0 0,0-1-435,-1-1 1,0-1 0,-1 1 0,-1-2-305,-1-1 1,1-4-1,-4-2 908,-2 0 0,-3-2 0,-2 0 0</inkml:trace>
  <inkml:trace contextRef="#ctx0" brushRef="#br0" timeOffset="1748">322 744 7545,'0'-7'0,"0"0"247,0-1 0,2 3 0,3-2 0,0 1 127,2 1 0,3-2 0,2 1 0,3-1-315,1 1 1,1 0 0,3 0 0,-1 2-570,0 2 1,-2 1 0,-1 1 0,-2 0-1362,-2 0 1871,0 0 0,0 3 0,1 0 0</inkml:trace>
  <inkml:trace contextRef="#ctx0" brushRef="#br0" timeOffset="1949">610 577 7853,'-3'3'-100,"2"3"1,-3-2 576,2 2 1,-1 1 0,3 2 0,0 2-24,0 3 1,0 1 0,0 1 0,0 1-470,0 2 1,0-3 0,1 3-1,1-1-622,0-2 1,0-5-1,-2 1-14,0-2 1,2-5 0,0-6-927,-1-5 1577,-3-3 0,-1-7 0,-4 0 0</inkml:trace>
  <inkml:trace contextRef="#ctx0" brushRef="#br0" timeOffset="2199">597 596 7853,'0'-6'-1203,"0"-1"1638,0 1 1,1 2 0,1 4 0,2 3 15,2 6 0,1 5 0,1 4 0,1 2-249,1 4 1,1 1 0,1 0-1,0-1-92,1 0 0,-1-4 1,3 1-1,-1-3-76,1-3 1,-5-7-1,1-4 1,-3-3-167,-2-1 0,0-5 0,-2-5 0,-2-3 125,-1-4 0,-1-3 1,-1-2-1,0-3 118,-1-2 1,-2 4 0,1-4-149,-1 2 1,1 1 0,-2 4 0,1 2-1,1 1-399,2 3 0,-1 3 0,1 3-216,-1 1 0,0 4 0,2 3 0,0 4-340,3 4 992,-3-1 0,6 5 0,-2-2 0</inkml:trace>
  <inkml:trace contextRef="#ctx0" brushRef="#br0" timeOffset="2433">854 519 8016,'0'-6'1387,"0"-1"-1211,0 4 1,2 3 0,1 8 0,0 4 186,2 4 1,1 1 0,1 2 0,-1 4-328,0 1 1,-1 1 0,-1 0 0,0 0-377,0-2 0,1-3 0,-3-1 0,0-3-961,1-2 0,-3-5-492,0-3 1793,0-5 0,-9-7 0,2-4 0</inkml:trace>
  <inkml:trace contextRef="#ctx0" brushRef="#br0" timeOffset="2682">854 628 7853,'-2'-16'0,"0"1"0,0 1 0,2 1 0,0 3 0,0 0 0,2 1 156,3 1 0,2 3 1,3 0-1,-1 1 303,0 1 1,3 0-1,-2 3 1,2 3-159,1 1 0,0 2 0,0 3 1,-1 2-69,-1 1 0,-1 1 0,-2 1-92,0 1 0,-1 3 0,-4-1 1,0 1-1,-2 0 82,0-1 1,-4-2 0,-1 1 0,-2 0 106,-3-2 0,-2-3 0,-3-2 0,-1-3-523,1-2 0,0-1 1,0-3-1,1 0-156,0 0 1,5-1-1,-1 0-487,2-1 1,1-3 0,3 0 0,3-2-38,3-2 1,3-2 872,1 3 0,2-3 0,1 1 0</inkml:trace>
  <inkml:trace contextRef="#ctx0" brushRef="#br0" timeOffset="2950">1040 609 7853,'-6'0'1360,"-1"0"0,1 5 1,2 2-1,2 3-1052,1 4 1,2 0-1,2 4 1,3 2-43,1 0 0,6-2 0,-1-2-293,2-3 1,4-1-1,-2-7 1,0 0-1,0-5-610,0-3 0,-5-5 1,-1-6-1,-3-2 528,-2 0 0,-3 1 0,-3-2 0,-3 2 224,-2 0 1,-4 2 0,1 1 0,-1 0-61,-2 2 1,2 4 0,0 0 0,1 1-1431,-1 1 1,4 1 250,-1 3 1,5 3 0,1 2 1123,2 3 0,3-4 0,2 7 0,1-3 0</inkml:trace>
  <inkml:trace contextRef="#ctx0" brushRef="#br0" timeOffset="3149">1181 564 7853,'-4'-4'242,"2"0"251,-1 1 1,2 2 0,-1 3-1,1 2-17,1 2 0,2 3 1,0 2-1,1 3-395,-1 3 0,1-2 0,2 7 0,-1 0-224,-1 0 0,2 1 0,-2-3 1,2 2-273,-1-2 1,0-2 0,3-2-1452,-1-3 1,-2-4 1865,1-7 0,-4-4 0,2-2 0</inkml:trace>
  <inkml:trace contextRef="#ctx0" brushRef="#br0" timeOffset="3466">1220 628 7853,'-5'-8'203,"2"2"1411,0 0-1370,1 1 0,2 5 0,0 4 1,2 5 42,0 3 0,3 2 1,-1 0-1,2 1-30,0-1 1,-1 0 0,-1-1 0,1-1-507,1-2 0,0 0 1,0-5-1,1 0 82,-1-3 0,0-3 1,-1-3-1,-1-6 16,1-3 1,-2-6-1,0-5 1,-1-1 36,0 0 1,2 1 0,-1 1 0,0 1 124,0 2 1,2 3 173,-1 4 0,2 6 1,0 6-1,1 3 1,0 5 37,1 5 0,0 2 0,0 5 0,-1 1-101,0 0 0,1 0 1,1 0-1,-1 1-140,-1 0 0,-1-5 0,0 3 0,-1-2-1127,-1-1 0,-2-2 1,0 1 1144,-2-1 0,0-1 0,0 0 0</inkml:trace>
  <inkml:trace contextRef="#ctx0" brushRef="#br0" timeOffset="4031">148 1039 7853,'-5'-4'-68,"0"1"0,-3 3 67,1 0 1,-2 3 0,1 2 0,0 3 0,0 3 392,-1 1 0,4 3 0,-1 3 0,1 2 63,1 2 1,2 0 0,2 0 0,2 1-359,3-1 0,3-2 0,2 1 1,1-2-233,0-2 0,-1-7 0,3 3-341,0-1 0,0-3 1,0-2-1,-1-3 49,-2-1 1,3-2 0,-3-3 0,-1-5 0,0-3 426,-2-2 0,-3-4 0,-1 0 0</inkml:trace>
  <inkml:trace contextRef="#ctx0" brushRef="#br0" timeOffset="4231">296 994 7853,'0'-4'434,"0"2"0,1 4-36,1 2 0,-1 5 0,3 2 0,-1 4-223,1 2 0,0 4 0,3 3 0,-1 1-271,0 3 0,1-3 0,-1 1 0,1 0-508,-1-2 0,-2-7 0,-2-1 0,-2-3-46,0-4 0,0-1 1,0-2 649,-2-2 0,-5 2 0,-3-3 0</inkml:trace>
  <inkml:trace contextRef="#ctx0" brushRef="#br0" timeOffset="4348">328 1231 7323,'4'-9'-330,"1"2"1,-3-2 0,2 2 801,1 1 0,1 1 1,0 1-1,1-1-191,2-1 0,-1-1 1,2-1-1,2 0-397,0 0 0,-1 3 0,1 1 0,0-1-1070,-1 2 0,-2-2 1186,2 3 0,-3-3 0,1 1 0</inkml:trace>
  <inkml:trace contextRef="#ctx0" brushRef="#br0" timeOffset="4531">501 1013 8005,'-6'0'397,"1"0"0,2 1-179,0 1 0,1 4 0,2 3 0,0 2 112,0 2 0,2 1 0,1 3 0,0 3-233,2 3 0,1 0 1,1 1-1,-1-1-512,0 0 0,1-1 0,-1-4 1,-2-2-247,1-1 1,-1-6-1,2 1 1,0-3 660,-2-3 0,2-3 0,-2 2 0</inkml:trace>
  <inkml:trace contextRef="#ctx0" brushRef="#br0" timeOffset="4833">597 1238 7718,'0'6'-67,"-2"-2"48,0 0 218,0-2 1,2-1-1,0-4 1,0-4-28,0-3 0,2 0 0,0-4 0,0-1 104,1-2 0,-1 0 1,1-2-1,1-1 25,-1 1 1,-1-1 0,3 1 0,0 2-85,0 2 1,0 4 0,0 1 0,1 3-106,2 4 1,1 2 0,-2 4 0,0 4-82,2 5 0,2 2 1,-3 3-1,1 3-67,0 0 1,-2 2 0,2-1-258,-2 0 0,-1 1 1,0-2-1,-1 0 0,-1-1-488,-2-3 0,1-1 0,-3-3 0,-1-2-1193,-1-1 1974,-2-5 0,-5-1 0,-1-3 0</inkml:trace>
  <inkml:trace contextRef="#ctx0" brushRef="#br0" timeOffset="4981">617 1186 7853,'-5'-6'90,"2"-1"0,0 1 341,1 0 0,2-1 1,3 1-1,2-1-161,2 1 0,1 2 0,3 0 1,0 0-709,2 1 0,0 1 0,1 0 1,-1 2-55,-1 0 0,0 0 1,0 0-1,1 0-271,0 0 763,0 0 0,0-3 0,0-1 0</inkml:trace>
  <inkml:trace contextRef="#ctx0" brushRef="#br0" timeOffset="5231">854 1013 7797,'-4'1'684,"2"1"0,2-1 0,0 4 1,0 0-330,0 0 0,0 4 0,0 0 0,0 2-170,0 2 1,0 1-1,0 2 1,0 1-89,0 2 1,0-4-1,0 2 1,0-2-3,0 0 0,0-4 0,0 1 0,2-2-146,3-2 1,-2-4-1,1-1 1,1-3-129,1 0 0,3 0 0,-1 0 0,1-3 68,0-1 1,-2-4-1,2 0 1,-2-1-1198,-1 0 1,-1 2-1,-1-2 1308,1-1 0,-2 3 0,0-2 0</inkml:trace>
  <inkml:trace contextRef="#ctx0" brushRef="#br0" timeOffset="5515">989 1064 8084,'-4'0'1336,"1"3"1,3 1-1,0 2-1113,0 1 0,0 2 1,0 2-1,0 1-52,0 3 1,1 0 0,0 2-65,1 1 1,1-1 0,-3 1 0,0-2 0,0-2-37,0-2 0,2-3 1,1-1-177,0-1 0,-1-3 0,3-2 0,0-1-48,0-1 1,2-3-1,-1-2 1,1-2-361,2-2 0,-2-2 0,1 0 0,0 0-212,-2 0 1,-2 0-1,1 2 1,-1 1-21,-1-2 0,2 3 0,-2-2 745,1 0 0,0 2 0,2-3 0</inkml:trace>
  <inkml:trace contextRef="#ctx0" brushRef="#br0" timeOffset="5681">1149 1064 7853,'-6'0'1033,"1"1"-659,1 1 0,3 2 0,-2 2 0,3 1 84,3 2 1,-2 2 0,3 3 0,1 4-287,1 0 1,0 1 0,1 0 0,-1-1 83,1-1 0,-1-3 0,0 0-1909,-2-2 1,2-3 0,-3-5-145,1-4 1797,-1-1 0,-6-11 0,-1 2 0</inkml:trace>
  <inkml:trace contextRef="#ctx0" brushRef="#br0" timeOffset="5831">1149 1090 7853,'-4'-10'0,"-1"1"0,4 2 0,-1 1 528,1 0 1,2-1-1,1 1 1,2 1 1,2 1 0,1 3 0,1-1 0,1 0-556,1 0 0,-2 1 0,1-1 0,0 1-547,-1 1 1,1 1 0,-3 1 0,1 2-766,-1-1 1,1 3 1337,-1-2 0,-2 5 0,-2 1 0</inkml:trace>
  <inkml:trace contextRef="#ctx0" brushRef="#br0" timeOffset="5998">1187 1141 8121,'-6'0'748,"2"0"1,4 0 0,5-2-1,1-1-614,3 0 0,-2-1 1,1-1-1,0 2-575,1 0 0,-2-1 1,1 1-2483,0 2 2923,-2 0 0,0 7 0,1 1 0</inkml:trace>
  <inkml:trace contextRef="#ctx0" brushRef="#br0" timeOffset="6147">1194 1231 7853,'-4'7'-72,"-1"-2"1,1 0 364,0-1 0,2-1 684,2 1 0,0-3 1,2 1-1,3-3-723,0-1 1,5-3 0,0 1 0,0-2-918,1 0 0,-2 0 0,1 1 0,-1 1-1042,-1-1 1,0 0 1704,0 0 0,-1-3 0,3 1 0</inkml:trace>
  <inkml:trace contextRef="#ctx0" brushRef="#br0" timeOffset="6598">1322 1045 8056,'0'4'1738,"-1"1"-1161,-1 0 1,2 0-1,-3 2 1,3 1-182,0 1 1,0 3 0,0 0 0,0 3-759,0 1 1,2 0 0,1 3 0,0 0 185,2-1 1,-1-2 0,0-4 0,0-3-887,0-3 0,1-4 0,-3-3 451,0-5 1,-2-5 0,0-5 0,0 0 604,0-2 1,0 2 0,-2 1 0,0 1 5,1-1 0,-2 1 0,1 0 337,0 3 0,1-1 1,1 4-1,-2 0 559,0 1 1,1 5-159,3 4 0,1 3 1,4 7-494,-1 2 0,3 2 1,0 0-1,1 1 1,1 2-64,2-1 1,-2-3-1,0 1 1,1-2 45,0-1 1,-3-6-134,2 0 1,-3-5 0,0-6-1,-4-3-110,-1-5 1,-3-1 0,0-5 0,0-1-104,0-1 1,0 2 0,0-4 0,0 2-303,0 1 0,0 2 0,1 1 74,1 3 0,0-1 0,2 6 0,1 0-990,1 1 1,0 3-1,0 3 1336,1 2 0,-1 3 0,1 2 0</inkml:trace>
  <inkml:trace contextRef="#ctx0" brushRef="#br0" timeOffset="6830">1579 1019 7589,'-3'-6'-113,"-1"2"0,-1 2 0,0-1 1067,0 1 1,2-1 0,-2 2 500,1-1 0,0 0-1035,0 5 1,1 1 0,3 4-1,0 2 5,0 2 1,0 0-1,0 4 1,1 1-282,1-1 1,1 1 0,4 2-1,-1 1-527,0-1 1,2-1 0,-1 0 0,2-4-103,-1-3 1,0-1 0,0-5-1042,0-1 1,1-1 0,-4-6 0,0-3 1525,-3-2 0,1-3 0,1 1 0</inkml:trace>
  <inkml:trace contextRef="#ctx0" brushRef="#br0" timeOffset="7116">1624 1135 7853,'2'-4'709,"0"-1"0,1 2 1,-2-2-340,1 1 1,3 1 0,-3 0-402,2 0 0,0-1 0,3 2-638,-1 0 0,1 1 0,-1 1-214,0 0 1,-1 0 0,-1 0 882,1 0 0,-2 0 37,-1-2 0,-1 0 1638,-1-2-891,0 2 0,-3 0 0,1 4 1,-1 3-263,0 3 0,1 1 0,2 4 0,0 2-338,0 3 0,0 2 0,0 1 0,0 1-481,0 1 1,0-2 0,3 1-1,1-1-578,2-3 1,-2-6-1,0-4 1,1-4-537,1-3 0,-3-2 1411,0-1 0,0-5 0,1-3 0</inkml:trace>
  <inkml:trace contextRef="#ctx0" brushRef="#br0" timeOffset="7347">1739 1071 7853,'0'-5'1277,"0"1"0,0 2 0,0-2-791,0-1 1,3 1-1,2 1 1,2-1-337,2 1 1,0 1-1,-1-1 1,1 1-433,1 0 0,-2 0 0,2 2 0,0 0-457,-2 0 0,-1 0 0,-1 0-161,1 0 0,-2 1 1,0 0-1,-1 2 900,-1 0 0,-1 2 0,1 1 0,0 1 0</inkml:trace>
  <inkml:trace contextRef="#ctx0" brushRef="#br0" timeOffset="7748">1810 1039 7708,'-7'0'-226,"1"0"0,2 0 1,0 0-1,0 2 576,1 0 1,1 3 0,0-1 0,-1 3 545,1 1 0,0 3 1,3 4-1,0 3-661,1 2 0,3 2 0,0 3 0,0 1-164,-1 0 0,2-1 1,-2-3-105,2-2 0,-2 0 0,-1-5 0,1-3 0,-1-2-5027,0-3 3425,2-5 1635,-5-2 0,6-4 0,-2-2 0</inkml:trace>
  <inkml:trace contextRef="#ctx0" brushRef="#br0" timeOffset="7913">1816 1212 7853,'-2'-4'867,"0"-1"1,0 1-313,2-2 0,2 0 1,3 1-1,0 1-585,2 2 1,-1-3 0,1 3 0,0 0-788,1-1 1,0 2 0,0-1-90,-1 2 1,0 0 0,-2 0 905,0 2 0,0 2 0,-1 2 0</inkml:trace>
  <inkml:trace contextRef="#ctx0" brushRef="#br0" timeOffset="8130">1803 1359 8343,'-3'4'1590,"3"0"-279,-2-2 1,2-2-697,5 3 0,2-4 0,5-1 1,1-1-669,0-1 0,2-1 0,0 1 1,-1 0-1171,0 2 1,-1-1-1,-1 1 1,-1 1 1222,0 0 0,-3 1 0,1 0 0</inkml:trace>
</inkml:ink>
</file>

<file path=ppt/ink/ink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9:06.902"/>
    </inkml:context>
    <inkml:brush xml:id="br0">
      <inkml:brushProperty name="width" value="0.06" units="cm"/>
      <inkml:brushProperty name="height" value="0.06" units="cm"/>
    </inkml:brush>
  </inkml:definitions>
  <inkml:trace contextRef="#ctx0" brushRef="#br0">7 64 7691,'-3'-6'16,"3"0"0,-3 1 395,3 1 1,3 2-1,2-2 1,2 1-32,4 2 0,2 0 1,2 1-1,2 0-192,2 0 0,1 0 0,0 0 0,2 0-483,-2 0 1,0 0-1,-1 0 1,0-2-809,-2 0 1,-1 0 0,-3 1 762,-1-1 1,-4 1 0,-4-4 339,-3 0 0,-6 2 0,-1-1 0,-1 1 0,0 2 0,0 0 0,1 2 126,-1 1 0,3 4 0,1 3 1,-1 1-1,1 2 274,0 2 0,1 3 0,1 2 0,0 0-380,-1 0 0,0 1 0,2 0 1,0 1-379,0 0 0,-3-1 358,-1 1 0,-5 0 0,-1-4 0</inkml:trace>
  <inkml:trace contextRef="#ctx0" brushRef="#br0" timeOffset="166">59 302 7986,'-5'0'133,"2"0"175,0 3 0,1-3 0,5 2 0,1-1-188,2-1 0,4 0 1,2 0-1,3 0-138,1 0 0,1-1 0,2 0 1,1-1-461,2 0 1,0 1-1,2-1 1,0-2 477,0 1 0,-2-6 0,0 2 0</inkml:trace>
  <inkml:trace contextRef="#ctx0" brushRef="#br0" timeOffset="349">488 32 7993,'-6'-4'289,"-1"0"1,1 2 267,0 0 1,1 1 0,2 2-1,0 1-52,2 3 0,-2 4 0,1 4 0,0 4-319,1 3 1,2 0 0,1 2 0,0 1-208,2 0 0,-2 0 0,2 0 0,1-1-801,-2-2 1,0-2 0,-3-4 0,0-3-1886,0-2 2707,0-2 0,-3-4 0,0 0 0</inkml:trace>
  <inkml:trace contextRef="#ctx0" brushRef="#br0" timeOffset="471">373 225 7903,'-7'-4'491,"4"-2"1,6 4 0,5-3-1,4 1-704,0 1 0,4-1 0,1 1 0,3 0-483,1 0 1,2-2 0,2 1 695,1-2 0,3 0 0,0 0 0</inkml:trace>
  <inkml:trace contextRef="#ctx0" brushRef="#br0" timeOffset="1098">912 109 7982,'0'-6'-293,"0"-1"1,0 1 0,0 0 152,0-1 1,-3 1 0,1-1 0,0 2 811,-1 0 1,0 0 0,-4 1 0,1 1-141,0 0 0,-1 3 0,1 0 0,-1 3-296,-2 4 1,3 3-1,-1 4 1,1 2-36,1 0 1,1 3-1,-1 3 1,3-2-604,1 0 1,2-3-1,1 0 1,3 1 55,3-2 0,3-3 1,4-3-1,2-3-577,1-4 0,2-2 1,1-4-1,0-4 923,0-5 0,-3-2 0,-2-5 0,-2-1 0,-2 0 0,-6 2 0,-3 0 0,-4 0 25,-3 2 0,-4 2 1,-3 2-1,-1 1 586,-1 3 0,0 4 1,0 1-1,1 3 51,2 0 1,0 3 0,5 2-1,0 2-343,3 1 0,1 3 0,2-2 0,1 1-460,3 2 0,2 0 1,3 1-1,0-1-247,1-2 1,2 0 0,1-5 0,2 0-125,0-3 1,1-2 0,0-3 0,-2-4 125,-2-3 1,-3-2 0,-1 0 0,-3-1 375,-2 0 1,-1 2 0,-3 1 992,0 1 1,0 3 0,-2 5-686,0 2 0,0 6 1,2 3-1,0 0-549,0 1 0,0 0 0,0 2 1,1-1-639,1 1 0,-1-3 0,3-1 1,2-2 888,2-1 0,-1 1 0,2-1 0</inkml:trace>
  <inkml:trace contextRef="#ctx0" brushRef="#br0" timeOffset="1365">1194 116 8061,'-3'-4'854,"2"1"-421,-4 3 1,4 1-1,-1 1 1,1 3-157,1 3 1,0 0 0,0 2 0,0 2-77,0 0 1,0 2 0,0 0 0,0 1-134,0-1 1,0 0 0,0-2 0,0-2-322,0-1 0,0-4 0,1-2 0,0 0 18,1-4 1,3-3-1,-3-4 1,2-4-114,1-2 1,-1 0 0,0-3 0,1 2 175,1 1 0,1 3 1,0 2-1,3 3 312,0 2 0,-2 1 1,3 3-1,0 3 35,1 4 0,-1 3 0,-1 4 1,-1 2-388,-1 0 0,-1 1 1,-2 2-1,-2 0-538,0-2 0,-1-1 750,-2-4 0,-3-2 0,0 0 0</inkml:trace>
  <inkml:trace contextRef="#ctx0" brushRef="#br0" timeOffset="1948">97 488 8068,'-6'-4'102,"2"4"1,2 5 0,1 3-40,1 3 0,0-1 1,0 0-1,0 2-83,0 3 1,0-1 0,0 3 0,0 1 14,0 0 0,-2-1 0,0-1 1,0-2-40,-1-1 1,2-3 0,-3 1 0,0-3-135,1-3 136,1-2 1,0-6 0,2-2 0,2-1 19,3-3 1,0 2 0,2-3 0,0 0 114,1 3 0,0-1 1,3 3-1,0 0 83,-1 3 0,1 2 0,-2 0 0,-2 0-18,1 0 0,-2 5 0,0 2 0,-2 1 354,-2 2 1,-2 2-1,-2 0 1,-2 2-357,-2 0 0,0 0 0,-2-2 1,1-1-298,-2 0 0,1-3 1,1 0-1,1-3-1888,-1 0 1,3-3 2028,0 2 0,2-5 0,-1 0 0</inkml:trace>
  <inkml:trace contextRef="#ctx0" brushRef="#br0" timeOffset="2198">251 680 8068,'10'-4'68,"-1"0"1,0-1 273,2-1 1,-1-1 0,1-1 0,0-1 91,-1-1 0,-1 2 0,-1-1 1,-1-1-258,-2 0 1,-2 0 0,-1 0-1,-2 0-269,-2 0 0,-3 4 0,-3 0 1,-3 1 65,-1 1 0,-2 2 0,0 4 0,-1 3 80,1 3 1,1 2-1,2 3 1,3 0 147,1 2 0,2-1 0,2 1 0,1 0-106,2-3 1,4 3 0,5-5 0,2 0-436,3-2 0,3-1 0,3-3 0,1-2-330,2-1 1,1-2 0,1-1 0,1-2-1849,-2-2 2517,-1 0 0,-1-1 0,1 1 0</inkml:trace>
  <inkml:trace contextRef="#ctx0" brushRef="#br0" timeOffset="2481">790 597 8205,'-7'0'-143,"1"0"366,0 0 0,1 0 0,1 0 214,-1 3 0,2 1 0,1 4 0,1 2-181,1 2 0,1 0 0,1 5 0,2 2-234,-1 1 1,2 1 0,-2 1-1,1-1-271,1 0 0,-2-5 0,1 3 0,-1-3-1263,1-1 0,-3-4 1512,1 0 0,-1-4 0,-1 3 0</inkml:trace>
  <inkml:trace contextRef="#ctx0" brushRef="#br0" timeOffset="2698">771 648 8205,'0'-11'0,"0"1"12,2-2 1,0 3 0,2 0-1,1 2 392,1 1 0,-1 0 0,0 2-128,3 2 0,-1 2 0,-3 2 1,-2 3 34,-1 3 1,-1 2 0,0 3-1,-1-1-266,-1 1 1,-2 0 0,-2-1 0,0 0-444,-1-2 0,1-2 0,0 1 0,1-2-1277,1-1 0,2-2 1675,-3 1 0,4-4 0,1-4 0,4-4 0</inkml:trace>
  <inkml:trace contextRef="#ctx0" brushRef="#br0" timeOffset="2948">847 616 8205,'5'-2'-367,"-1"0"676,1 0 0,-1 2 0,-1 0 159,0 2 0,0 1 0,-2 2 0,1 3-368,0 1 1,-1 2 0,-1 2 0,2 0-73,0 0 1,0-3-1,-2 0 1,0 0 213,0 0 1,-1-4-1,0 0-109,-1 0 0,-1-3 0,1-2-109,0-2 0,0-6 0,2-3 0,0-2-117,0-1 0,0-1 1,0 0-1,0-1-29,0 1 1,3 0 0,1 2 0,2 1-848,0 0 1,1 3 0,-1 0 0,1 3 139,-1 0 0,3 4 829,-1-1 0,1 4 0,-3 1 0</inkml:trace>
  <inkml:trace contextRef="#ctx0" brushRef="#br0" timeOffset="3214">1001 667 8205,'5'0'0,"-1"1"-8,1 1 1,1-1 0,1 0 231,1-2 0,-1-1 0,2-2 1,-2-1 25,0-1 0,-3-2 0,0-1 0,0 1-39,0-1 0,-1 1 1,-3 0-1,-1 1 77,-1 0 1,-2 1 0,-4 0 0,-1 2-48,1 2 0,-1 2 0,1 2 0,0 3-119,1 3 0,0 0 0,2 4 0,0 3-204,3 0 0,1 0 0,1 0 0,0-1-313,0 1 1,4-2 0,2 2 0,4-2-298,2-2 1,0-3 0,-1-3 267,1-3 0,3-2 1,-3-2-1,1-3 0,-3-4-1110,0-4 1534,-2 0 0,-1-8 0,-1 1 0</inkml:trace>
  <inkml:trace contextRef="#ctx0" brushRef="#br0" timeOffset="3531">1143 533 8205,'-1'-9'0,"-1"0"58,0 2 0,0 2 167,2 0 1,1 7 0,1 1 0,2 4 231,2 3 1,0 0 0,1 1-1,-1 1-2,1 0 0,-3 0 0,0 1 0,1 0-197,1 0 1,-2-2 0,0-1 0,-1 0-262,-2 0 0,0-3 1,-1 2-211,0-2 0,-1-1 0,-1-1 0,-3-2-36,-3 0 1,0-1 0,-2-2-1,0 1 125,0 1 0,2-1 0,-2 1 0,0-1 128,3 2 1,0-2 0,3 3 0,1 1 297,0 1 0,2-2 1,0 1-1,2 0-216,4 0 1,0 2-1,3-2 1,-1 0-312,2 0 0,2-4 1,-1 1-1,1-1-39,0-1 0,-1 0 0,1-1 1,-1-1-732,-1-2 0,0-4 0,-3-1 0,1-1 995,-1-2 0,-2 0 0,-1-1 0</inkml:trace>
  <inkml:trace contextRef="#ctx0" brushRef="#br0" timeOffset="3782">1258 629 8466,'0'6'509,"0"1"1,0-1-437,0 0 0,0 4 0,0 0 1,0 0-674,0 1 0,1-2 0,1 1-134,2-1 0,2-4 626,0-5 1,-2-6-1,-2-5 1,-1-1 107,-1 0 0,0-2 0,0 0 0,0 1 59,0 1 0,-2 1 0,-1 0 0,0 2 434,0 0 0,1 2 1,2-2-1,0 2 874,0 1-1434,0-1 0,3 4 0,3 1 1,3 2-508,1 2 1,-1-1 0,2 3 0,2 1 573,1-2 0,-2 0 0,3 0 0,-2 0 0</inkml:trace>
  <inkml:trace contextRef="#ctx0" brushRef="#br0" timeOffset="3938">1406 565 8205,'-10'0'45,"3"0"0,-1 0 1,0 0 315,-1 0 0,3 2 0,-1 1 0,0 1 185,2 3 0,-1 0 0,4 3 0,0 0-389,2 0 1,0 1-1,2 2 1,3-1-397,3 1 0,1-2 0,3-1 0,1-1-403,1-1 0,0-4 0,0-2 0,1-1-1338,0-1 1980,-2-3 0,0-3 0,0-4 0</inkml:trace>
  <inkml:trace contextRef="#ctx0" brushRef="#br0" timeOffset="4093">1508 539 7930,'-3'-6'-802,"-3"0"2186,2 2 1,1 1-1098,1 6 1,1 3-1,2 5 1,1 1-528,2 1 0,0 2 0,0 0 0,0 2-227,0 0 0,1 0 0,-1 0 0,0 0 467,1-1 0,-4 3 0,2-3 0</inkml:trace>
  <inkml:trace contextRef="#ctx0" brushRef="#br0" timeOffset="4348">1482 667 8244,'-4'-2'0,"1"-1"38,0 0 1,1 1 0,2-3-21,0 0 1,0 0-1,3 0 1,1 2-306,4 0 1,0 0 0,2 2 0,0-1-55,0 0 1,-1 1 0,1 1 0,-1 0 340,-1 0 0,0 0 0,0 0 0,3 0 0,-4-2 0,-1 0 0,0 1 173,0 0 1393,-3 1-959,0 0 1,-5 4 0,-1 1 0,0 4-180,-2 4 1,2-1 0,0 5 0,1 1-552,0 3 1,-3 2 0,3 2 0,1 0-1435,0-1 1,0-2 1556,-1-3 0,2 1 0,-3-1 0</inkml:trace>
</inkml:ink>
</file>

<file path=ppt/ink/ink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9:18.332"/>
    </inkml:context>
    <inkml:brush xml:id="br0">
      <inkml:brushProperty name="width" value="0.08" units="cm"/>
      <inkml:brushProperty name="height" value="0.08" units="cm"/>
    </inkml:brush>
  </inkml:definitions>
  <inkml:trace contextRef="#ctx0" brushRef="#br0">100 18 10807,'-7'-2'0,"-1"-1"-28,-1 2 1,0 0 0,1-1 0,0 0 169,0 1 0,0 3 0,1 2 0,0 2 118,1 0 0,2 3 1,0 2-1,1 2-163,0 2 0,3-1 0,0 3 1,3-1-166,3 0 1,1-1 0,2-1 0,2-3-171,1-2 0,1-5 1,1-2-1,1-1-64,0-1 1,-2-4 0,-1-2-1,0-5-139,-2-3 0,-2-2 1,0-4 512,-3 1 0,0 1 1,-3 0-1,0 1 0,-2 2 211,-3 0 1,2 7 0,-3 2 504,-1 3 1,0 4 0,1 5 0,1 5-506,3 3 0,0 3 1,0 2-519,3 0 1,0 0 0,4-2 0,1-2 0,1-2-966,1 0 0,1 0 1,2-2 1207,0-2 1,2 0 0,2-6 0</inkml:trace>
</inkml:ink>
</file>

<file path=ppt/ink/ink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9:18.512"/>
    </inkml:context>
    <inkml:brush xml:id="br0">
      <inkml:brushProperty name="width" value="0.08" units="cm"/>
      <inkml:brushProperty name="height" value="0.08" units="cm"/>
    </inkml:brush>
  </inkml:definitions>
  <inkml:trace contextRef="#ctx0" brushRef="#br0">20 1 8668,'-7'0'571,"1"0"0,2 1 0,2 2 0,2 4-137,0 5 0,0 1 0,0 4 0,2 2-481,3 2 0,2 1 0,2 3 0,-1-3-39,-1 0 1,-1-5-1,1 3 1,-1-2-375,1-2 1,-4-4 475,-1-1 1,-1-6-1,-1 1 1</inkml:trace>
</inkml:ink>
</file>

<file path=ppt/ink/ink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9:18.645"/>
    </inkml:context>
    <inkml:brush xml:id="br0">
      <inkml:brushProperty name="width" value="0.08" units="cm"/>
      <inkml:brushProperty name="height" value="0.08" units="cm"/>
    </inkml:brush>
  </inkml:definitions>
  <inkml:trace contextRef="#ctx0" brushRef="#br0">26 84 8849,'-6'-6'485,"-1"-1"1,3 2-1,0 0-200,1 0 0,1 3 0,3-1 1,1-1-21,2 1 0,3 1 0,1-1 0,1 1-616,1 0 1,1-2-1,1 1 1,0 0-400,1 0 1,-3-1-1,4 1 743,0 0 1,0-2 0,-1-1-1</inkml:trace>
</inkml:ink>
</file>

<file path=ppt/ink/ink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9:18.797"/>
    </inkml:context>
    <inkml:brush xml:id="br0">
      <inkml:brushProperty name="width" value="0.08" units="cm"/>
      <inkml:brushProperty name="height" value="0.08" units="cm"/>
    </inkml:brush>
  </inkml:definitions>
  <inkml:trace contextRef="#ctx0" brushRef="#br0">1 1 6162,'0'4'986,"0"0"0,0 2-20,0 2 1,0 2 0,1 3 0,1 1-868,2 3 0,2 0 1,0 5-1,1-2-581,-1 2 1,-2-5 0,1 3 0,-1-3 492,-1 0 0,0 1 1,-3-1-1</inkml:trace>
</inkml:ink>
</file>

<file path=ppt/ink/ink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9:18.946"/>
    </inkml:context>
    <inkml:brush xml:id="br0">
      <inkml:brushProperty name="width" value="0.08" units="cm"/>
      <inkml:brushProperty name="height" value="0.08" units="cm"/>
    </inkml:brush>
  </inkml:definitions>
  <inkml:trace contextRef="#ctx0" brushRef="#br0">6 71 8730,'-3'-6'529,"0"1"1,4 1-260,1-1 0,1 2 1,4-2-1,0 0-168,2 0 1,-2 0 0,4 1 0,1 0-585,2 0 1,0-1 0,2 2 0,-1 0-831,0 1 1296,2-1 1,0 3 0,2 0-1</inkml:trace>
</inkml:ink>
</file>

<file path=ppt/ink/ink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9:19.298"/>
    </inkml:context>
    <inkml:brush xml:id="br0">
      <inkml:brushProperty name="width" value="0.08" units="cm"/>
      <inkml:brushProperty name="height" value="0.08" units="cm"/>
    </inkml:brush>
  </inkml:definitions>
  <inkml:trace contextRef="#ctx0" brushRef="#br0">103 16 8668,'-8'0'215,"-1"0"0,1-2 256,1 0 0,-1-1 0,-1 2 0,1-1-33,1 0 1,1 2-1,-1 0 1,1 0-84,0 0 1,1 3-1,2 1 1,0 1-273,2 2 0,0 1 0,1 2 0,1 0-165,1 1 1,1-1 0,4 1 0,1-1-522,1 0 0,1-1 1,0-4-1,0-1 67,1-2 1,-1 0 0,0-4 0,-1-3 447,-1 0 1,-1-5-1,-1 0 1,-1-3 216,-1-2 0,-2 4 0,0-2 0,-2 3 891,0 0 1,0 2-556,0-1 1,0 6-1,0 3 1,0 3-200,0 3 1,0 3 0,0 2 0,1 1-867,1 1 0,2-2 1,2-1-1,1 0-7,2 0 0,-1-3 0,2 2 0,0-3-1722,0-1 2311,-2-2 1,4-1-1,-2 2 1</inkml:trace>
</inkml:ink>
</file>

<file path=ppt/ink/ink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9:19.698"/>
    </inkml:context>
    <inkml:brush xml:id="br0">
      <inkml:brushProperty name="width" value="0.08" units="cm"/>
      <inkml:brushProperty name="height" value="0.08" units="cm"/>
    </inkml:brush>
  </inkml:definitions>
  <inkml:trace contextRef="#ctx0" brushRef="#br0">102 26 8645,'-4'-6'338,"-1"0"0,1 1 0,-2 2 0,-1 0 190,1 1 0,-1 2 0,1 0 0,0 3 7,-1 4 0,1 0 1,-1 3-1,1 3-158,-1 1 1,2 0-1,0 3 1,3-1-120,-1 0 1,2 1 0,0 2 0,2-1-642,3-1 1,5-2 0,1 0 0,1 0-676,2-3 0,-1-6 0,2-2 1,1-3 252,0-4 0,-2 0 0,2-4 0,-1-3 806,-1-2 1,-3-1 0,-2-2-1,-1 1 35,0-1 0,-3 1 0,-1-1 0,0 2-17,-1 0 1,1-2 0,-1 0 0,-1 1-53,0 0 1,-3 3-1,-1 1 1,-1 0 1130,-1 0 1,2 5-333,-2 1 1,3 3 0,-1 2 0,0 3-255,2 2 1,0 6 0,1 0-1,0 5-133,0 1 1,0 1 0,1 1-554,1-1 1,-1 2 0,3 1 0,-1 0-1,1-1-580,1 0 1,0-8-1,2 2 1,0-5-245,2-2 0,-2-4 0,1-1-259,-1-3 1236,3-3 0,-3-3 1,2-4-1</inkml:trace>
</inkml:ink>
</file>

<file path=ppt/ink/ink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9:20.132"/>
    </inkml:context>
    <inkml:brush xml:id="br0">
      <inkml:brushProperty name="width" value="0.08" units="cm"/>
      <inkml:brushProperty name="height" value="0.08" units="cm"/>
    </inkml:brush>
  </inkml:definitions>
  <inkml:trace contextRef="#ctx0" brushRef="#br0">45 37 8636,'0'-6'611,"0"-1"1,0 1 419,0 0 0,0 2-562,-3 2 0,2 2 0,-3 2 0,0 2-71,0 2 0,-1 3 1,2 1-1,0 2-76,-2 0 0,2-1 0,0 3 1,1-3-255,0 0 1,-1 2 0,3-1 0,0 1-550,0-3 0,0 2 0,0-4 0,1 1-434,1 0 1,2-4 0,2 1 0,1-3 98,-1-1 1,1-2-1,1 0 1,1 0 436,1-2 1,-2-2 0,1-2 433,-2-1 1,-1 1-1,1-1 1,-1 2-1,0 0 254,-2 0 0,2 4 0,-3-2 1,2 1 220,-1 0 1,0-3 0,3 1-1,-1-2-274,0-1 0,1 0 0,-2-1 0,0-3-182,0-1 0,-3-2 0,1 0 1,0-1 19,-1 1 1,-2 1 0,0 3 0,-2 3 376,-3 2 0,0 4 0,-2-1 0,1 4-60,-1 5 1,1 2 0,0 4-1,2 0-300,2 2 0,1 0 0,1 1-356,0 0 0,1 1 1,2 0-1,2-1 1,4 0-979,1 0 0,1-5 0,1 1 0,2-3-2054,1-3 3277,-2-2 0,3-4 0,-3 0 0</inkml:trace>
</inkml:ink>
</file>

<file path=ppt/ink/ink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9:20.380"/>
    </inkml:context>
    <inkml:brush xml:id="br0">
      <inkml:brushProperty name="width" value="0.06" units="cm"/>
      <inkml:brushProperty name="height" value="0.06" units="cm"/>
    </inkml:brush>
  </inkml:definitions>
  <inkml:trace contextRef="#ctx0" brushRef="#br0">45 110 8488,'-2'-5'-1049,"-1"1"3795,-1-1-2096,3 2 1,-2 1-1,3 4 1,0 3-329,0 0 1,0 2 0,0 2 0,0 1-197,0 0 0,0 2 1,0-1-1,0 1 3,0 1 0,-1-3 1,0 1-1,-2 0-303,-1-1 0,2-2 1,-2-4 100,-1-1 0,1-3 0,1-3 0,0-4-69,1-3 1,2-2 0,3-3 0,2-2 52,2 1 0,1-2 1,3 3-1,0 0-282,1-1 0,2 3 1,0-2-1,1 1-357,-1 1 1,0 1 0,-2 2 727,-1 1 0,1 2 0,-2 1 0</inkml:trace>
</inkml:ink>
</file>

<file path=ppt/ink/ink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9:20.829"/>
    </inkml:context>
    <inkml:brush xml:id="br0">
      <inkml:brushProperty name="width" value="0.08" units="cm"/>
      <inkml:brushProperty name="height" value="0.08" units="cm"/>
    </inkml:brush>
  </inkml:definitions>
  <inkml:trace contextRef="#ctx0" brushRef="#br0">136 26 8671,'-7'-7'411,"1"2"0,-1 0-226,1 0 0,-1 4-222,-2-1 1,1 5 431,-2 3 1,1 4 0,-1 5 0,0 2 99,0 2 1,2-1 0,0-1 0,3 3-187,1 0 0,0-2 0,0 3 0,2-2-291,1 0 0,2-3 1,3 2-1,3-1-149,2-3 1,0-2 0,4-1 0,2 0 95,2-2 1,1-5 5,4 3 0,-2-8 0,-1 0 0</inkml:trace>
</inkml:ink>
</file>

<file path=ppt/ink/ink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9:21.129"/>
    </inkml:context>
    <inkml:brush xml:id="br0">
      <inkml:brushProperty name="width" value="0.08" units="cm"/>
      <inkml:brushProperty name="height" value="0.08" units="cm"/>
    </inkml:brush>
  </inkml:definitions>
  <inkml:trace contextRef="#ctx0" brushRef="#br0">77 45 8670,'-9'-4'189,"-1"-1"0,-2 3 0,1 1-134,3 0 0,0 2 1,2 1-1,0 3 777,2 3 1,1 2-1,3 2 1,1-1-666,1 0 0,2-1 0,4 3 0,1-3-298,1-1 0,2-3 0,2-1 0,2-3-134,0-2 0,-3-3 0,1-3 0,0-2 74,-3-2 1,2-2 0,-4-2 0,0-1 128,-3 1 0,-1 0 0,-1 1 0,-1 1 239,0 2 1,-3 2 0,0 5 341,-4 0 1,-1 2 0,0 3 0,1 3-42,-1 3 0,2 1 1,1 4-1,1-1-719,1 1 0,1-4 1,1 4-1,2-2-432,2-1 1,1 2-1,1-2 1,1 0 27,1-1 632,-2-2 1,4-4-1,-2 0 1</inkml:trace>
</inkml:ink>
</file>

<file path=ppt/ink/ink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9:21.429"/>
    </inkml:context>
    <inkml:brush xml:id="br0">
      <inkml:brushProperty name="width" value="0.08" units="cm"/>
      <inkml:brushProperty name="height" value="0.08" units="cm"/>
    </inkml:brush>
  </inkml:definitions>
  <inkml:trace contextRef="#ctx0" brushRef="#br0">1 59 8718,'0'-7'384,"0"4"1,0 0-1,0 6 1,0 1 565,0 2 1,1 2 0,0 1 0,1 1-628,0 2 1,0 0 0,1 0 0,-2-1-186,0 0 1,1-1 0,0 1 0,-1-3 58,0-1 0,0-3-465,1-2 1,-1-2 0,2-3 0,-1-3-143,3-4 0,-2-5 0,2-2 0,-1-2 383,2 0 1,1 0 0,0 0 0,1 2-61,0 2 1,1 5 0,-1 2 0,1 3 97,-1 3 1,1 1-1,-1 2 1,0 4 253,-1 3 0,-2 4 0,-1 3 1,1 2-492,1-1 0,-2 2 0,0-3 0,1-1-643,1 0 1,0-4-1,1 0 894,-1-1 0,3 0 1,1-3-1</inkml:trace>
</inkml:ink>
</file>

<file path=ppt/ink/ink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9:22.396"/>
    </inkml:context>
    <inkml:brush xml:id="br0">
      <inkml:brushProperty name="width" value="0.06" units="cm"/>
      <inkml:brushProperty name="height" value="0.06" units="cm"/>
    </inkml:brush>
  </inkml:definitions>
  <inkml:trace contextRef="#ctx0" brushRef="#br0">154 51 7961,'-2'-6'-194,"-3"-1"0,0 1 0,-2 0 0,0-1 194,-2 1 0,2 2 0,-3 0 0,-1 1 599,-1 2 0,3 0 1,-4 1-1,1 1 81,-1 1 1,4 1 0,0 5 0,3 0-606,1 3 1,2 1 0,3 1-1,0 0-188,0 2 1,3-1 0,2 1 0,3-2-81,3 0 0,-1-3 0,3-1 0,1-3-328,2-2 1,-2 1-1,1-3 1,-1-4 129,1-3 0,-4-3 1,1-5-1,-2-3 327,-2-2 1,-1-1-1,-3 0 1,-2 0 316,-1 2 0,-1 4 184,0 2 0,0 12 1,0 4-1,0 8 234,0 6 1,0 3-1,0 4 1,0 0-223,0 2 1,0-1 0,-1 2 0,-1 0-257,-2-2 0,0-1 0,-1-1 0,-1-1 10,-2-3 0,-1-4 0,0-3 0,-1-2-480,0-4 1,-2-3-1,2-1 1,0-1-292,2-2 1,0-3 0,1-3 0,-1-2-441,3-2 0,2-1 0,-1 0 0,1 0-837,2-1 1845,3 2 0,5-6 0,3 1 0</inkml:trace>
</inkml:ink>
</file>

<file path=ppt/ink/ink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9:22.713"/>
    </inkml:context>
    <inkml:brush xml:id="br0">
      <inkml:brushProperty name="width" value="0.06" units="cm"/>
      <inkml:brushProperty name="height" value="0.06" units="cm"/>
    </inkml:brush>
  </inkml:definitions>
  <inkml:trace contextRef="#ctx0" brushRef="#br0">39 64 8746,'-9'3'149,"1"1"0,0 0 1,3 0-1,1 1 93,1 1 1,1 0 0,2 1 0,0-1-274,0 1 0,3-1 1,1 1-1,3 1-29,1 1 1,0 0 0,2-1-1,0 1-303,0 1 1,-1-4 0,1 0-1,0-1 178,0-1 0,-2-2 0,2-3 1,-1-3 156,-1-5 0,-1-5 0,-2-4 1,-1-2 135,1-1 0,-2-1 0,1 4 1,-1 0 85,-2 1 1,2 3 0,-1 2 0,0 3-38,1 4 1,-1 3-1,1 4 1,1 3 56,-1 3 1,0 2-1,1 3 1,1-1-291,1 1 0,0 1 1,0-1-1,1 2-483,-1-1 1,1-3-1,-1 3 559,0 0 0,4 0 0,0-1 0</inkml:trace>
</inkml:ink>
</file>

<file path=ppt/ink/ink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9:22.996"/>
    </inkml:context>
    <inkml:brush xml:id="br0">
      <inkml:brushProperty name="width" value="0.06" units="cm"/>
      <inkml:brushProperty name="height" value="0.06" units="cm"/>
    </inkml:brush>
  </inkml:definitions>
  <inkml:trace contextRef="#ctx0" brushRef="#br0">13 185 9874,'6'-6'-44,"0"-1"1,1-2-92,-1-1 1,1-5 0,-1-2 0,0 0 71,1-3 1,-1 5 0,-2-3-1,-2 3 67,-1 3 1,-2 3-1,-1 1 1,-3 3 362,-3 3 0,1 2 0,-2 2 0,2 3 17,1 3 0,-1 3 0,1 3 0,0 2-111,2 0 1,0-2 0,3 1 0,-1 0-233,0 0 0,2-3 0,3 2 0,0 0-773,1 0 0,4-3 0,-2-1 0,2-1-173,1-1 1,-1-1-1,2-1 905,-1-2 0,3-1 0,-2-3 0</inkml:trace>
</inkml:ink>
</file>

<file path=ppt/ink/ink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9:23.230"/>
    </inkml:context>
    <inkml:brush xml:id="br0">
      <inkml:brushProperty name="width" value="0.06" units="cm"/>
      <inkml:brushProperty name="height" value="0.06" units="cm"/>
    </inkml:brush>
  </inkml:definitions>
  <inkml:trace contextRef="#ctx0" brushRef="#br0">6 13 8422,'-3'-7'311,"2"4"1,-1 1 0,4 5-114,3 3 1,0 3 0,2 4 0,-1 1 2,0 1 0,1 0 0,-1 3 1,1-1 63,-1 1 1,-2-2 0,0 2-1,-1-1-117,-2-1 0,-1 3 0,-2-4 0,-3 0-280,-3-2 1,1-4-1,-1-1 1,0-1-356,2 0 1,0-4-1,0-1-503,2-4 1,1-1 0,4-4 989,1-2 0,1-1 0,4-3 0</inkml:trace>
</inkml:ink>
</file>

<file path=ppt/ink/ink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39:23.462"/>
    </inkml:context>
    <inkml:brush xml:id="br0">
      <inkml:brushProperty name="width" value="0.06" units="cm"/>
      <inkml:brushProperty name="height" value="0.06" units="cm"/>
    </inkml:brush>
  </inkml:definitions>
  <inkml:trace contextRef="#ctx0" brushRef="#br0">20 1 8562,'-7'0'1034,"1"0"0,2 0 1,2 3-771,2 1 0,2 2 1,3 2-1,3 1-155,0 1 1,1 1-1,-3 2 1,1 0 163,-1 2 1,-2 0 0,0 2 0,-1 1-84,-2 0 1,0 0 0,-1 0 0,-1 0-507,-1 0 0,-2-3 1,-2-1-1,0-2-1644,2-1 945,-2-6 0,6-3 1,-3-8 1014,3-4 0,3-2 0,0-1 0</inkml:trace>
</inkml:ink>
</file>

<file path=ppt/ink/ink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40:25.960"/>
    </inkml:context>
    <inkml:brush xml:id="br0">
      <inkml:brushProperty name="width" value="0.06" units="cm"/>
      <inkml:brushProperty name="height" value="0.06" units="cm"/>
    </inkml:brush>
  </inkml:definitions>
  <inkml:trace contextRef="#ctx0" brushRef="#br0">2002 355 7445,'-4'1'-1346,"2"1"1744,1 2 1,1 0 0,1 0-211,1 1 0,0-2 0,2-1-610,1-1 1,0-1 338,2 0 253,-4 0 0,0 0-120,-6 0 1,1-1 0,-3 0 0,0-2 78,0 2 1,0 0-884,-2 1-20,4 0 774,0 0 0,3-2 0,0-2 0</inkml:trace>
  <inkml:trace contextRef="#ctx0" brushRef="#br0" timeOffset="500">2188 438 8442,'-4'-2'51,"1"0"1,1-2-1,0-1-134,1-1 0,0-4 0,1-3 1,1-4 124,1-3 1,1-5-1,4-4 1,0-4-88,1-1 1,-1-1 0,2 0 0,-2 2 153,0 2 0,-3 5 0,0 2 0,1 3 178,1 5 0,-3 6-111,0 4 0,-1 7 0,1 4 0,0 5 0,0 4-28,-2 3 1,2 3 0,0 3 0,0 2-200,0 2 1,1-1 0,-1-1-1,0 0-58,0 1 1,-1-2 0,0 2 0,1-2-2000,0-3 2108,-1-2 0,3 6 0,-1-3 0</inkml:trace>
  <inkml:trace contextRef="#ctx0" brushRef="#br0" timeOffset="719">2207 323 8361,'-3'-10'274,"2"0"1,-1 2-137,2-3 1,2 4 0,3 0-1,1 2 32,3-1 1,1-1-1,2 2 1,2-1-250,1 0 1,-1 3 0,3-4-1,1 2-2740,1-1 2819,-6 0 0,5-4 0,-4 0 0</inkml:trace>
  <inkml:trace contextRef="#ctx0" brushRef="#br0" timeOffset="910">2438 54 7994,'-4'6'229,"2"1"1,1 2 8,1 1 0,1 5 0,1 3 0,0 3-299,2 2 0,0 3 1,3 0-1,-1 1-257,0-2 1,-1-1-1,-2 0 1,0-2-1305,-1-2 1622,-2-5 0,-3 0 0,0-2 0</inkml:trace>
  <inkml:trace contextRef="#ctx0" brushRef="#br0" timeOffset="1100">2387 297 8344,'0'-6'0,"0"0"-15,0-1 0,0 1 1,0-1-1,2 1 238,3-1 1,1 1 0,2 0 0,1-1-491,1 1 1,2 1-1,2 0 1,1-1 169,2 1 1,-2-2 0,1-2 0,-2 1 96,-2-1 0,2-1 0,3-3 0</inkml:trace>
  <inkml:trace contextRef="#ctx0" brushRef="#br0" timeOffset="1157">2605 66 8468,'-4'3'308,"0"1"1,3 3 0,-1 2-44,0 1 0,2 4 0,2 2 0,1 4-541,0 2 1,-1 0 0,3 1-1,-1 1-244,0-2 1,1 1-1,-3-3 1,1 0 519,0-1 0,-1-4 0,-2 0 0</inkml:trace>
  <inkml:trace contextRef="#ctx0" brushRef="#br0" timeOffset="1337">2560 272 8264,'-3'-7'0,"1"3"0,-1 0 0,0-1 60,2-1 1,0 0-1,2 0 1,1 1 189,2 1 1,2 0 0,1-1 0,1 2-642,0 0 1,4 0 0,-2 1-1,2 0-202,1 1 0,1 0 0,-1 2 593,0 1 0,4 2 0,-3 2 0</inkml:trace>
  <inkml:trace contextRef="#ctx0" brushRef="#br0" timeOffset="1582">2765 163 8264,'-6'-3'-44,"-1"1"1,1-1 370,-1 0 0,0 1 1,-1 2 104,-3 0 0,4 5 1,0 2-1,2 2-213,-1 3 1,2 0 0,2 1 0,2-1-211,0 1 1,0 0 0,0-1-1,2-1-204,3-3 1,3 0 0,1-3 0,1 0-101,1-3 1,1-3 0,1-3 0,0-5-83,0-2 0,0-3 1,-1-1-1,-1-2 263,0-1 0,-3-2 0,0 2 1,-1 1 372,0 2 0,-4 4-102,-1 3 0,-1 7 0,-2 5 0,0 6 10,-1 4 1,0 1-1,2 1 1,0 0-439,0 1 1,0-3 0,0 1 0,3-2-291,1-3 1,2 2-1,2-4 1,1-2 560,1-1 0,1-3 0,2 0 0,0-2 0</inkml:trace>
  <inkml:trace contextRef="#ctx0" brushRef="#br0" timeOffset="1778">2977 111 7679,'-9'-2'0,"0"0"233,-1 1 0,0-2 0,-1 1 1,2 0 416,0 2 1,3 2 0,-1 3 0,0 3-276,2 3 0,3 0 0,0 0 0,1 2-362,1 0 0,1 0 1,1 4-1,3-1-322,3 0 1,0-4 0,3 1 0,0-1-324,1-2 1,1-2 0,0-3-1,0-3 148,-1-2 0,1-1 0,-1-3 484,-1-2 0,1-8 0,-2 1 0</inkml:trace>
  <inkml:trace contextRef="#ctx0" brushRef="#br0" timeOffset="1973">3066 124 6917,'0'-6'0,"0"-1"0,0 1 0,0 2 665,-2-1 1,1 5 0,-1 0-168,1 3 0,1 6 0,0 2 0,0 1-365,0 3 1,0 2 0,0 1 0,0 0-71,0-1 0,0 0 0,0 2 1,0 1-279,0-1 1,0-1 0,1 0 0,0-3-2704,1-2 2918,3-3 0,-1 2 0,2-2 0</inkml:trace>
  <inkml:trace contextRef="#ctx0" brushRef="#br0" timeOffset="2197">3220 124 8259,'0'-6'-200,"0"-1"-11,0 1 1,-2 2 1008,-3 2 1,2 2 0,-2 0-578,0 2 1,2 3 0,-1 3 0,-1 3 62,-1 1 1,-1 2 0,-1 0 0,-1 2 30,2 0 1,-1-1 0,1 1 0,-1 0-211,0-2 1,4 0 0,-1-1-1,1-1-619,3-2 1,0 2 62,1-4 1,3-2-1,3-4 1,2-1-322,0-1 1,1-3 0,0-1 0,1-2-573,-1 0 1344,-1-4 0,-1 3 0,-1-2 0</inkml:trace>
  <inkml:trace contextRef="#ctx0" brushRef="#br0" timeOffset="2447">3259 240 8259,'6'-1'43,"1"0"0,-1-2 202,0-1 1,1 1 0,-1-2 0,1-3-24,-1-2 0,3 0 0,-1-3 1,0 0-28,-1 0 0,-1 0 1,-2 1-1,-2 0-25,-1 1 1,-2 2 0,-1 2 0,-3 1 107,-3 2 1,-2 1-1,-2 4 1,1 2-39,0 3 0,3 1 1,0 4-1,1 1 3,0 2 1,2 1 0,0 1 0,3 1-462,1-1 0,1-1 1,1 1-1,2 0-708,3-2 1,2-2 0,2-2 0,2-2 24,3-2 0,-2-3 0,2-4 0,-1-3 901,-2-5 0,1-5 0,0-3 0</inkml:trace>
  <inkml:trace contextRef="#ctx0" brushRef="#br0" timeOffset="2681">3406 176 8259,'0'-5'859,"0"1"-470,0 3 0,0-2 1,0 6-1,0 1-111,0 2 0,1 3 0,1 4 1,0 2-149,-1 1 0,2-1 1,-1 2-1,-1 1-125,0 0 1,-1 2 0,0-2 0,0-1-193,0-2 0,0-4 0,-1-3 141,-1-3 0,1-3 1,-3-5-1,2-4 39,0-5 0,1-2 0,1-3 1,1-1 41,1 0 0,2 1 0,3 0 0,1 1-261,0 0 0,4 1 1,-2-2-1,3 1-445,-1-1 0,2 5 0,1-2 0,2 1-1453,1 2 2124,-1 2 0,7-3 0,0 2 0</inkml:trace>
  <inkml:trace contextRef="#ctx0" brushRef="#br0" timeOffset="3281">3977 195 8250,'-6'-7'-78,"-1"1"1,1 0 0,0 1-1,-1 2 176,1 0 1,-3 1-1,1 2 1,-1 0 238,0 0 0,1 3 0,-2 1 1,1 2-175,1 3 0,1 1 0,0 5 0,2 0-91,0 2 1,0 0-1,3 2 1,1 0-110,0 1 0,5-1 1,1-1-1,5 0-569,2-1 0,0-5 0,5-2 0,0-2 606,-1-4 0,6-1 0,-2-3 0</inkml:trace>
  <inkml:trace contextRef="#ctx0" brushRef="#br0" timeOffset="3865">4054 227 8224,'-6'-7'0,"-1"1"198,-2 0 0,-1 1 1,-3 2-1,0 0 150,1 1 0,-1 2 1,1 0-1,1 3-10,2 1 0,2 2 0,2 3 1,0 2-237,0 1 1,4 0-1,0-1 1,2 0-123,3 0 0,3-1 0,1 0 0,3 0-210,1 0 0,2-3 0,0 0 0,1-2-117,2-2 0,-3-1 0,1-3 0,-1-1 109,-2-2 0,-3-5 1,-2-2-1,0-1 313,-2-1 1,-3 1 0,2-1-1,-1 0 102,-2 0 0,-2 3 0,-2 2 69,-1 0 0,0 5 0,-2 1-406,2 4 1,1 2 0,3 5-193,0 1 1,1 2 0,1-1 0,2 0 0,0 0-132,0-1 0,1-1 0,1-3 0,0-2 483,1 1 0,-3-4 0,0 1 0,1-4 0,0-1 0,0-4 0,-1 0 0,-1-1 0,-2 0 0,1-3 0,-1 2 0,1 1 192,0-1 1,-2 2 0,1-2 1332,1 2-1156,-1 3 0,2 2 1,-3 5-1,2 3 115,0 4 0,1 2 1,-2 1-391,1 0 1,0 0 0,-2 1 0,1 0 0,1 1-5,0-1 0,0 0 0,-2-2-64,0-2 0,0 0 0,0-4 0,1 0-105,1-2 0,-2-2 0,3-5 0,-3-3-110,0-4 1,2-5 0,1-3-1,1-2-49,1-1 1,1-3-1,0 4 209,0 1 1,3 1 0,0 5 0,0 2 0,1 2 28,0 4 0,-1 3 1,1 3-1,0 5 258,0 4 1,-2 2 0,0 1-1,-1 3-461,0 3 1,-3-1-1,0 3 1,-1 0-1509,1 1 1711,-3-4 0,5 6 0,-3-4 0</inkml:trace>
  <inkml:trace contextRef="#ctx0" brushRef="#br0" timeOffset="4665">20 637 7993,'-6'3'-5,"2"2"173,2 3 0,1 2 0,1 3 1,0 0-43,0 2 0,1 2 1,0 1-1,2 0-615,0-1 0,1-3 0,0 1 0,-2-4 489,-1-2 0,2-2 0,1-1 0</inkml:trace>
  <inkml:trace contextRef="#ctx0" brushRef="#br0" timeOffset="4874">26 541 8012,'-1'-4'-163,"-1"0"-239,-2 1 1,-2 1 197,0 2 0,2 1 204,2 1 0,1 2 0,1 2 0</inkml:trace>
  <inkml:trace contextRef="#ctx0" brushRef="#br0" timeOffset="5282">135 573 8065,'-1'12'152,"-1"0"1,1-2 0,-3 5-1,1 0 64,2 3 0,0 3 0,-1 4 1,0-1 45,1 0 0,0-5 1,1 1-1,1-1-111,1-1 1,-2-5 0,3-2-255,0-3 1,-1-3 0,1-6-68,0-1 0,-1-2 0,-1-5 0,0-2 85,1-1 0,1-3 0,-1-2 0,2-3-28,0-1 0,1-1 1,-1-2-1,0 3 57,0 1 1,1 3 0,1 1 0,0 2 63,-2 2 1,2 5 0,-1 2 39,3 4 0,-3 3 0,1 7 0,0 4 42,-1 4 1,0 2 0,-1 2 0,1 0 57,1 0 0,0-1 0,0 0 1,-1 0-110,-1-1 0,-2-3 1,2 0-105,-1-3 0,-1-6 1,-2-4-44,0-6 0,2-9 1,0-7-1,-1-3 17,0-3 1,0-1 0,0-4 0,2 1 70,1 1 0,-1 7 0,2 2 155,-1 4 1,1 8-1,0 3 106,0 5 1,0 6 0,-2 5 0,0 4 0,1 2-259,0 2 0,2 1 0,-2 0 1,2 0-492,0 0 1,0-4 0,1 0 143,-1-1 0,1-1 1,1-4-1,1-3 1,-1-3 363,-1-4 0,-4-1 0,3-6 0,-2-1 0</inkml:trace>
  <inkml:trace contextRef="#ctx0" brushRef="#br0" timeOffset="5514">482 644 9736,'0'8'0,"0"2"360,2 2 1,0 8 0,1 2-1,1 3-150,-1 2 1,1 3 0,1 1 0,-1-1-334,1-2 1,-1-3 0,0-1-1,1-3-438,1-1 1,-3-3-1,0-1 1,-1-2-535,1-4 1,-1-6 687,-2-4 1,-3-6 0,-1-5 406,-2-3 0,-3-6 0,-1-3 0</inkml:trace>
  <inkml:trace contextRef="#ctx0" brushRef="#br0" timeOffset="5710">494 804 8012,'0'-18'0,"0"1"0,0-2 0,0 3 123,0 0 1,3 4-1,1 0 307,2 2 1,1 2 0,0 2-220,1 2 0,-3 1 0,2 3 0,-2 0-23,1 0 0,-2 4 1,0 1-1,-1 5 51,-2 2 0,0 0 1,-1 5-1,-1 1-304,-1 0 0,-2 1 1,-2 0-1,0-1-411,-1-1 1,1-3 0,-1 1 0,1-2-148,0-2 0,1-2 1,1-3-356,-1-2 0,2-2 978,1-4 0,1-5 0,1-3 0</inkml:trace>
  <inkml:trace contextRef="#ctx0" brushRef="#br0" timeOffset="5947">591 798 7990,'4'0'0,"0"0"201,1 0 0,1 0 0,-1-1 0,0 0 144,0-2 0,-1 1 1,2-1-1,1-1-114,-1-2 1,1 0 0,-1-1-1,0-1-33,-2 0 1,-1-2 0,-3 2-1,0-2-47,0 0 0,-3 0 1,-1 4-1,-3 0-6,-1 2 1,0-1 0,-2 3 0,1 1 16,1 3 1,1 1 0,0 4-1,2 2-51,0 2 1,0 1-1,3 3 1,1 0 43,0 2 1,2-1-1,1 2 1,2-2-1081,2 0 0,3 0 1,0-3-1,1 0-417,1-3 1,1-3 0,0-3 1341,-1-1 0,4-6 0,-1 0 0</inkml:trace>
  <inkml:trace contextRef="#ctx0" brushRef="#br0" timeOffset="6229">770 721 7889,'0'7'0,"0"1"-9,0 0 1,0 2 0,0-3 0,0 3 549,0 0 1,0 0 0,0 3 0,0 0-217,0 0 1,0 0 0,0-1 0,0 2-409,0 1 0,0-4 1,0 1-1,0-1-9,0-1 0,0-2 1,-1 1 149,-1-2 0,1-4 0,-3-1 0,1-4-94,-1-2 1,2-2 0,-2-3 0,2-2-6,0-1 1,1-1 0,1 0-1,0-1-97,0-1 0,3 0 0,2 2-146,0 0 0,2 2 0,-1 1 0,1-1-52,-1 1 1,0-2 0,2 4-1,-1 0 1,3 1 44,0 1 1,-1 1-1,3 2 1,2-1 290,-1 1 0,1-2 0,-2-1 0</inkml:trace>
  <inkml:trace contextRef="#ctx0" brushRef="#br0" timeOffset="6479">937 682 7971,'-6'0'194,"-1"1"0,1 1 252,-1 2 1,2 2 0,0 0 0,0-1-35,0 2 0,2-2 0,-1 4 1,1 0-169,2-1 0,1 2 1,1-3-1,2 3-57,1 0 1,0 0 0,2 1 0,1 0-91,-1 0 0,0-1 0,-1 0 0,-1 0-43,-2 0 0,1 0 0,-4 1 0,-1-1-101,0 0 1,-5-2-1,1-1 1,-1-1-418,-1 0 0,2-2 0,0-2 1,-1-1-95,1-1 0,2 0 0,0-1-336,1-1 0,2-2 1,4-2-1,2-1 894,3-2 0,1 1 0,0-2 0,1-2 0,0 0 0,2-1 0,-2 1 0</inkml:trace>
  <inkml:trace contextRef="#ctx0" brushRef="#br0" timeOffset="6696">975 791 8092,'-2'7'558,"1"-1"1,-2 1-1,1 0 134,0 1 1,0 2 0,2 3 0,0 0-303,0 0 1,2-3-1,3 1 1,0 0-287,2-1 1,0-3-1,1-4 1,1 0-115,1-1 1,-1-5-1,1-4 1,-1-3-271,-1-2 0,-4-3 1,-2-2-1,-1 1 35,-1 1 0,-1 1 1,-1 2-1,-2 1-60,-2 0 0,-3 5 0,0 1 0,0 0-225,0 2 1,0 1-1,3 0 1,-1 2-123,1 2 0,2-1 1,0 2 66,1 0 0,2-2 585,3 1 0,1-2 0,4 0 0</inkml:trace>
  <inkml:trace contextRef="#ctx0" brushRef="#br0" timeOffset="7847">1084 740 7935,'7'-2'6,"-1"0"1,1 0-1,-1 2 467,1 0 0,-1 0 1,0 2 86,-2 3 0,-1 3 0,-1 3 0,0 1-310,-1 1 1,2 3 0,-1 0 0,0 1-68,-1 0 1,-1 0 0,0 2 0,0-1-14,0-1 1,-1-5 0,-1 0 0,0-2-138,1-2 0,-3-5-264,0-3 1,1-4 0,1-6 0,1-4 2,1-4 1,0-1 0,0-3 0,0-1 43,0 0 1,2 2 0,1 1 0,1 2 11,1 3 1,1 2 0,0 3 0,0 4 264,1 3 1,-3 3 0,0 3 0,1 3-100,1 4 0,-2 5 0,1 2 1,0 2-339,0 0 1,0 0-1,-1 0 1,0-1-72,0-1 1,1-5-1,0 0 1,3-2-53,0-2 0,1-4 0,-1-2 1,1-2 466,-1-2 0,-1-5 0,1-5 0,1-3 0,-1-2 0,-3 0 0,-1-3 0,1 0 0,0-2 0,-1 5 0,-2 1 0,-1 3 164,-1 2 1,-3 3 0,-1 3 0,-2 3 784,0 2 1,-1 0-1,-1 2 1,-1 3-216,1 0 1,1 2 0,1 0 0,-1 1-384,1 3 0,2 1 0,0 0 0,1 0-169,2-2 1,1 1-1,2 2 1,2 0-406,2 0 1,1-3 0,2-2-217,1-1 1,3-3-1,-1-2 1,1-3-1,1-4-207,1-5 0,-4-5 1,1-5-1,-1 0 529,-1-1 0,-2 1 1,0-1 391,-1 4 1,-1 2 163,-2 4 1,-1 8 0,-3 7-1,0 6-313,0 5 1,0 0 0,0 2-1,0 2-408,0-1 1,2-1 0,0 0 0,1-3-432,-1-2 1,0-3 0,2-3 0,1-2 140,1-2 1,0-5-1,0-3 1,-1-5 571,-1-3 0,0-3 0,1-1 0,-2-1 0,0 0 0,2 3 0,-1-5 0,0 0-110,0 1 1,-2 0-1,0 3 1,-1 1 602,-1 3 354,0 5 1,0 3-1,0 6 1,0 6-141,0 5 0,0 0 0,0 7-480,2 1 1,0 1-1,2 0 1,0 1-1,1 1-46,-1 1 1,-2-3 0,2-1 0,-1 0-705,-2-2 1,0 1-1,-1-3 1,0-2-779,0-3 1,-1-4-1,-1-3 616,-2-4 0,-2-4 0,-1-4 685,1-3 0,0-1 0,-1-1 0,1 0 0,2 0 0,2 0 0,-1 1 0,1 0 0,0 0 53,-1 1 1,2 4 0,-1-3 0,2 2 475,0-1 1,0 1-1,0 2 1,2 1 173,0 1 0,3 0 0,-1-1-577,2 1 0,2 2 0,1 0 0,-1 2 0,1 0-167,0 0 1,2 0 0,-1 0-1,1-1-29,-1-1 1,-1 1-1,1-1 1,0 0-8,0 0 1,-2 2-1,1-3 1,-1 0 145,1-1 0,0-1 1,-4 0-1,0 0 179,0 0 1,-2 0 0,1-2 13,-2 1 0,-1-1 0,-2 2-49,-1 0 1,-1 1 0,-4 1-1,0 2-81,-1 0 1,1 1 0,-2 0 61,2 0 0,0 1 0,2 1 0,0 3 24,1 3 1,2 2 0,0 3 0,1 2 0,1 0-17,0 2 1,1 0 0,2 1 0,2 0-404,3-1 1,4-2 0,-2-1 0,3-3-627,-1-2 1,2-5-1,0-3 1,1-5-276,-1-4 1,0-7 0,-2-2-1,-1-4 1102,0-3 0,0-1 0,2 0 0</inkml:trace>
  <inkml:trace contextRef="#ctx0" brushRef="#br0" timeOffset="8597">2117 778 6700,'4'0'-144,"-2"-2"0,-1-3 0,-1-3 650,0 0 1,-3-1-1,1 2 1,-2-1-1,-1 0 82,-1 0 1,0 3 0,-1 1 0,-1 2-285,-1 0 0,1 2 0,1 3 0,1 3-219,0 4 1,-1 4 0,1 2-5,2 4 0,1 2 0,3 1 1,1-1-1,1 0-170,2 1 1,5-5 0,2-2 0,1-3-318,1-5 0,2-4 0,0-3 1,0-4 77,0-6 1,-2-4-1,1-3 1,-4-4 85,0-2 0,-4 0 0,-2-3 1,-2 1 59,0 2 0,-1 4 0,-2 5 565,-1 3 0,0 5 0,-2 8 1,0 2-95,0 2 1,-1 2 0,3 3 0,1 2-259,0-1 1,1 1 0,0-2 0,0-1-125,0 0 1,1-3 0,1 2 0,2-2-513,2-3 1,3 0 0,2-1-1,1-3-534,3-2 0,0-6 1139,2-3 0,0-5 0,2-2 0</inkml:trace>
  <inkml:trace contextRef="#ctx0" brushRef="#br0" timeOffset="8814">2354 663 7794,'-2'7'207,"0"2"0,1 1 203,0 2 1,1 2 0,0 1 0,1 3 77,1 2 1,2 1 0,4 3 0,1 0-214,1 1 0,-1-2 0,1 1 1,-1 0-96,-1 1 1,-2-1-1,-1-2 1,-3 1-114,-2 0 1,0-4 0,0-2 0,-2-2-453,-3-3 0,-3-6 1,-1-2-1,-1-2-493,-1-2 1,0-3-1,0-2 1,-1-3-468,0-3 0,1-1 1345,-2-1 0,0 1 0,0-1 0</inkml:trace>
  <inkml:trace contextRef="#ctx0" brushRef="#br0" timeOffset="9395">2842 766 7794,'-1'-15'105,"-1"0"0,-1 3 0,-4-3 14,1 4 1,-1 0 0,1 5 0,-1 2 0,1 4 295,0 2 0,-1 4 1,1 5-1,2 1-251,-1 1 0,4 2 0,-1 3 0,1 1-98,1 2 0,3-2 0,0 1 0,2 1-19,-1-1 1,0 1 0,3-1 0,-1 0-134,0 1 0,-1-5 0,-2 3 0,1-2-10,-1-1 0,-1-4 1,-1 1-70,-2-3 0,-3 0 0,-2-1 0,-1-2 0,1-1-130,0-2 0,1-3 0,1 1 0,-1-1-215,-1-1 1,3-1-1,1-1 1,0-4 509,0-2 0,1-3 0,-1 1 0,2-3 0</inkml:trace>
  <inkml:trace contextRef="#ctx0" brushRef="#br0" timeOffset="10145">2880 932 7256,'10'0'0,"0"0"114,0 0 1,2 0 0,-2 0 0,3-2 352,-1-3 1,-1 0 0,-1-3 0,-1 1-203,-1-2 1,-1-2 0,-3 1 0,-2-1-102,-1 0 1,-1 3 0,-1-2-1,-2 0 22,-3 0 1,-1 2 0,-4 0 0,-1 3-163,0 3 0,2 1 0,0 1 0,0 1 97,3 1 1,-1 2-1,2 3 1,0 1-35,2 0 1,-1 4-1,3 0 1,1 3-223,0 2 0,3-2 0,2 4 1,1 0-418,2-1 0,1 1 0,1-2 1,1-1-205,3-1 1,0-5 0,1-4 0,1-3 755,0-2 0,-4-7 0,-1-3 0,-1-4 0,-1-5 0,-3 0 0,-1-1 0,-2 1 0,0-1 0,-1 4 0,-1-3 0,0 4-100,0 1 0,-1 3 1,-1 2 799,0 1-330,0 3 1,2 4-1,0 4 1,0 3-29,0 1 1,0 2-1,0 3 1,0 0-13,0 0 0,0 0 1,0 0-206,0-1 0,0 1 0,0 0 0,0-1 0,0 0 145,0-2 0,0-2-254,0 1 1,1-5 0,0-3 116,1-5 1,3-2 0,-1-6 0,0-4-118,1-2 1,-3-2-1,2-1-286,1-3 1,-1 1 0,0 1-1,0-1 1,0 3-403,1 0 0,-2 3 1,2 3-1,-1 2-169,1 1 1,-1 4 0,0-1 840,1 3 0,-1 2 0,0 3 0,0 1 0,3 1 0,-4 1 0,0 4 0,-2 0-116,1 1 1,-1 0 0,2 3 0,-1 1 284,0 2 1,2 0 0,-2 1 0,0-1 456,1 1 1,-1-1 0,2 2-1,0-1-112,0-1 0,2-4 0,-2 2-381,2-2 0,-2-4 0,-1-5 0,1-2-29,-1-3 1,0-6 0,0-2-1,0-5 40,-2-1 1,2-2 0,-1-1 0,0 0-105,-1 0 0,-1 3 0,0 2 1,0 1-89,0 3 0,0 2-1483,0 3 1,0 4 0,0 3 889,0 4 0,0 2 1,0 2 640,0 1 0,5 2 0,2-1 0</inkml:trace>
  <inkml:trace contextRef="#ctx0" brushRef="#br0" timeOffset="10395">3284 804 7915,'5'2'143,"-2"1"1,1 0 170,-1 0 1,0-1-1,1-2 1,1 0 27,1 0 1,-2-1 0,0-2 0,1-2-71,1-3 0,-3-4 1,0 2-1,-1-2-73,0-1 1,1-1 0,-3 1 0,-1-1-135,-1 2 1,0 3-1,-2 1 1,-1 2 37,-1 1 0,0 2 1,0 3-1,-1 1-19,1 1 1,2 5 0,2 5 0,1 4-79,1 3 1,0-1 0,1 3 0,1-1-211,2-1 1,3-1-1,1 0 1,0 0-655,0 0 1,2-5 0,0-1 0,1-2 185,-1-2 0,-2-2 0,2-1 0,-2-3 672,1-2 0,-2 0 0,-2-2 0,0-2 0,-1-2 0</inkml:trace>
  <inkml:trace contextRef="#ctx0" brushRef="#br0" timeOffset="10661">3426 778 7796,'0'-3'988,"0"0"0,2 8 0,1 2-718,0 2 0,-1 1 0,3 2 0,-1-2-15,-1 2 0,1-2 0,-3 0 1,2 0 138,-2 0 1,0-2-1,1 0 1076,0-1-1268,0 0 1,-2-7-1,0-5 1,0-5-202,0-4 0,0-2 1,0-3-1,0-1-62,0 1 1,0 0 0,0 0-1,1 2-849,1-1 1,-1 6 0,3 0 0,-1 3-880,1 3 0,0 3 1,3 3 1788,-1 2 0,6 5 0,2 3 0</inkml:trace>
  <inkml:trace contextRef="#ctx0" brushRef="#br0" timeOffset="10905">3676 778 7909,'-2'5'8,"-1"-1"0,1-3 0,0 2-1691,0 0 1683,0-2 0,2 5 0,0-3 0</inkml:trace>
</inkml:ink>
</file>

<file path=ppt/ink/ink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41:15.627"/>
    </inkml:context>
    <inkml:brush xml:id="br0">
      <inkml:brushProperty name="width" value="0.06" units="cm"/>
      <inkml:brushProperty name="height" value="0.06" units="cm"/>
    </inkml:brush>
  </inkml:definitions>
  <inkml:trace contextRef="#ctx0" brushRef="#br0">45 32 9222,'0'-3'648,"0"3"0,0 6 0,0 5 0,0 4-363,0 5 1,0 0 0,0 5-393,0 2 1,0 2 0,0-1 0,0-1 0,0-1-392,0 0 1,0-5-1,0-1 1,0-1-26,0-4 0,0-3 0,0-4 523,-3-3 0,0-3 0,-4-2 0</inkml:trace>
  <inkml:trace contextRef="#ctx0" brushRef="#br0" timeOffset="466">52 39 7984,'6'-6'358,"1"1"0,0 1-142,1 2 0,2-3 0,3 1 0,1 0-23,1-1 1,-1 4 0,3-1 0,0 1-96,-1 1 0,0 0 0,-4 1 0,-1 1-156,-3 2 0,-3 3 0,-3 1 52,-1 0 1,-2 3-1,-2 0 1,-3 1 0,-5 2-90,-3 1 1,-1-4 0,-1 2-1,0-2 134,-1-1 1,3 0 0,0-4-1,2 0 404,1-2 1,3 1-129,-1-3 1,7 0-170,4-2 1,1 1 0,7 0 0,-1 2 70,2 1 0,-1 0 0,0 3 0,2-1-152,0 0 0,-2-1 1,0 1-1,0 1-234,0 0 0,-2 1 0,1-1 0,-2 1-706,-1 0 1,-1-2 0,-2 2 0,0 0-256,-2 1 1130,0-5 0,2 4 0,1-4 0</inkml:trace>
  <inkml:trace contextRef="#ctx0" brushRef="#br0" timeOffset="798">283 173 10578,'6'0'317,"3"0"1,0-2 0,1-1-20,1 0 0,1-2 0,1-3 0,0-1-474,0-1 1,0-1 0,-1-1 0,-2 1-104,-1 0 0,-3 2 0,-1-1 0,-3 1 182,-1 1 1,-5 4-1,-2 2 1,-2 1 284,-2 1 1,-1 1 0,-1 1-1,1 3 63,0 3 0,3 0 0,0 2 0,2 2 90,2 3 0,1-2 1,-2 3-1,3-1-136,2 0 0,0 2 0,0-1 1,0-1-974,2 1 0,2-1 0,2-3 1,1-1 26,-1-3 1,3-1-1,0-3 1,1-3 740,1-2 0,1-5 0,1-4 0</inkml:trace>
  <inkml:trace contextRef="#ctx0" brushRef="#br0" timeOffset="1031">520 19 7878,'-6'7'0,"-2"-1"110,0 1 0,3-1 0,-2 0 0,2 1 831,2-1 0,0 1 1,3 1-1,1 1-587,1-1 0,4 2 1,3 0-1,1 2-238,1 1 1,1 0 0,0 0 0,0 0-30,-1 0 1,-4-1-1,1 1 1,-2 0-94,-2 0 0,-2-3 1,-1-1-1,-2 0-433,-4-1 0,-2 1 1,-3-3-1,-3 1-66,0-1 0,-4 0 1,1-1-1,0-2-484,1 0 0,0-1 989,1-5 0,0-3 0,-2-4 0</inkml:trace>
  <inkml:trace contextRef="#ctx0" brushRef="#br0" timeOffset="1697">648 148 7878,'2'-7'-760,"0"1"1,0-1 1561,-1 1 1,-1 2-40,0-1 1,2 5-354,3 3 1,-2 2 0,1 7-1,-1 4-190,1 2 1,-2 4 0,2 1 0,-1 0-204,-2 1 0,0-1 0,1 3 0,0 0 40,-1-1 1,0-2 0,-1-1 0,0-3-1003,0-2 0,-1-2 0,-1-5 1,-2-4 364,-2-3 1,0-4 0,-1-3-1,1-4 580,0-4 0,-1-1 0,1-5 0,-1-2 0</inkml:trace>
  <inkml:trace contextRef="#ctx0" brushRef="#br0" timeOffset="1907">635 225 7878,'7'-13'-54,"-3"-1"0,0 1 0,2-1 163,2 2 0,0 4 0,2-1 0,2 3 111,0 1 1,-1 2 0,-1 3 0,0 1 5,0 1 0,-5 2 0,1 2 0,-2 1 91,0 2 0,-3-1 1,1 2-1,-2 2-117,-2 0 0,-1-1 1,-4 1-1,-1 0-228,-1-1 1,1 1 0,1 0 0,1-1-264,-1 0 0,1-3 0,0 0 1,1 0-451,1 1 1,3-4-249,-2 1 0,6-4 0,2-2 989,2-4 0,3-5 0,3-1 0</inkml:trace>
  <inkml:trace contextRef="#ctx0" brushRef="#br0" timeOffset="2164">834 154 8130,'-6'10'513,"-1"2"1,1 0 0,0 2-100,2 3 0,1 0 0,3 1 0,0 1 37,0 1 0,3-4 0,1 0 0,1-4-307,1-3 0,-2-5 0,3-2 0,1-2-318,-1-2 0,0-4 0,0-5 0,-1-2-74,-2-2 0,1-2 0,-3-4 0,-1 0-11,0 0 1,-2 1-1,0 2 1,-2 1 87,0 2 0,-2 1 1,-1 3-1,-1 1 67,-2 1 0,2 6 0,-1-1 1,0 3-344,2 1 0,0 1 1,2 1-1,2 3-18,1 2 1,1 1 0,0 0-1,1-1 465,1 0 0,2-1 0,2 1 0</inkml:trace>
  <inkml:trace contextRef="#ctx0" brushRef="#br0" timeOffset="2498">956 116 7878,'0'6'0,"0"-2"0,0 1 0,0 0 470,0 0 0,0 2 0,0 1 0,0 2-34,0-1 1,0 2 0,0 2 0,0 0-185,0 0 1,0-1 0,1 1 0,0 0-147,1 0 1,1-1 0,-3-1 0,0-2-116,0 0 1,0-4-1,0 1-370,2-2 0,-1-3 0,1-3 0,-1-3 134,-1-3 1,1-3-1,0-4 1,2-4 20,0-2 0,0-1 1,1 2-1,1-2 37,1-1 0,0 4 1,0 1-1,1 3 307,-1 3 1,1 6-1,-1 0 1,0 3-47,1 4 0,-1 5 0,0 5 0,-1 3 240,-1 4 1,-2 0 0,2 1-1,-1 1-245,-2-1 1,1-2 0,-1-1 0,1 1-364,0-1 1,-2-4 0,1 0 0,1-4-3004,0-2 3297,0-4 0,-2-2 0,0-4 0</inkml:trace>
  <inkml:trace contextRef="#ctx0" brushRef="#br0" timeOffset="2882">1270 58 7878,'-6'-6'0,"0"1"236,-1 1 1,0 0-1,-1-2 1,-1 1 254,-1 1 0,1 2 0,-1 0 0,0 1-105,0 1 1,4 1-1,-1 1 1,0 3-141,3 3 0,1 2 0,1 3 1,2 0-52,0 2 0,2-1 0,3 1 0,0-1-292,2 1 1,1-3 0,2 2-33,0-2 1,-3 1 0,3-2 0,-3 1 0,1-1-38,-3 0 0,0-1 0,-1 2 0,-2 0 53,-1-1 1,-1-4-1,-1 3 1,-2-2-104,-3 1 1,-1-3 0,-3-2-1,0 1-555,0-2 1,1 0 0,-1-3-11,1 0 1,1-3 0,4-1 780,2-2 0,2-2 0,2-1 0,4-2 0,4 1 0</inkml:trace>
  <inkml:trace contextRef="#ctx0" brushRef="#br0" timeOffset="3136">1328 173 7878,'7'-6'115,"0"0"0,0-1 1,-1 0 234,0-2 0,-3 4 0,-1-3 0,-1 0 6,-1 1 1,-3 0 0,-2 1 0,-1 0-75,-2 0 0,0 3 0,-2-3 1,0 3-149,0 1 1,-1 2-1,-1 3 1,1 4 42,0 3 1,3 3 0,0 1 0,3 4 6,3 0 0,1 3 0,2 2 1,1-1-72,2 3 0,5-5 0,2 0 1,1-1-126,1-4 0,2-2 1,2-4-1,0-2-801,0-3 0,-1-9 0,2-3 1,-1-4-714,1-3 0,-2-4 1526,-1-2 0,-2-4 0,0 3 0</inkml:trace>
  <inkml:trace contextRef="#ctx0" brushRef="#br0" timeOffset="4014">1899 128 7893,'0'-10'71,"0"2"1,0 1 0,-1 0 393,-1 1 0,-4 2 1,-3 0-1,-1 1 161,-1 2 0,-2 3 0,-1 2-393,-1 2 0,-2 4 0,4 3 1,1 2-1,2 3-246,3 2 0,0 0 0,3 5 0,2 0-327,1 1 1,2-4 0,4 3 0,3-2-216,4-3 1,3-5-1,2-3 1,3-5-61,1-3 0,1-3 0,2-4 1,-2-4 614,0-5 0,-4-8 0,0-5 0,-1-2 0,-3 0 0,-3 1 0,-4 1 0,-2 1-34,-2 0 0,-3 6 0,-1 0 1,-3 4 30,-2 4 0,-5 5 1,0 3 598,-1 1 1,2 4 0,0 2 0,0 2-1,2 4 64,-1 1 1,1 1-1,1-1 1,2 0-482,3-2 1,1 1-1,1 1 1,0 0-201,0-2 0,5-2 1,2 0-1,2-3-205,3-3 0,0-1 0,3-3 0,0-2-148,2-5 1,-3-2 0,1-2-1,-2 0 150,0-2 1,-4 1-1,-2 0 1,-1 3 151,-1 2 1,-2 5 0,1 2 461,-1 4 1,-1 2 0,-2 5 0,-1 2-432,-1 3 0,1 0 0,-1 3 0,1-1-487,1 1 0,0-3 0,1 0-136,1-2 0,0-4 0,2-4 0,1-1 664,1-3 0,3-5 0,1-3 0</inkml:trace>
  <inkml:trace contextRef="#ctx0" brushRef="#br0" timeOffset="4296">2162 141 7404,'0'-6'1231,"0"3"0,1 4-744,1 4 1,-1 5-1,1 3 1,-2-1-129,0 1 0,1 2 1,1 0-1,0 0-192,2 1 0,-3-3 0,2 2 0,-1-2-305,0-2 0,3-2 0,-2-3-77,0 1 0,1-5 0,2-3-61,-2-5 1,1-7 0,-2 0 0,-1-4-104,1-3 1,-1 2 0,3-2 0,0 1 234,0 1 1,0 6 0,2-1 0,-1 4 132,1 3 0,0 4 1,1 4-1,0 3-42,0 5 1,-1 3 0,-1 5-1,1 2 141,-1 0 0,1 0 1,-1-1-1,0 0-569,-2 1 0,2-4 0,-3-2 0,2-2 481,-1-4 0,0-1 0,3 0 0</inkml:trace>
  <inkml:trace contextRef="#ctx0" brushRef="#br0" timeOffset="4781">2611 109 7977,'-9'-3'291,"1"-1"0,1 1 1,3 1 328,-1 1 1,2 1-234,-2 0 0,4 2 1,-1 1-1,1 4-123,1 3 1,0 1 0,0 3-1,0 1-43,0 0 0,0 1 0,0 0 0,0 2-84,0-1 0,0-2 1,0 0-1,0 0-335,0-3 1,1-4-247,1 1 0,-1-5 0,4-3 51,0-5 1,0-1 0,2-6 0,0 0 41,1-1 1,0-1 0,0 1-1,0 1 80,0 0 1,0 3 0,0 0 0,-1 3 888,0 0 0,-3 4 1,0-1 152,-2 4 0,0 4 0,-2 5 0,0 1-64,-2 1 0,-3 2 0,-2 0-555,-2-1 0,-2 1 1,2-1-1,0-2 0,-1-1-707,0-1 1,2-1 0,-1-3 0,3-1-4075,2-1 3945,1-2 1,11-8 0,3-5 0</inkml:trace>
  <inkml:trace contextRef="#ctx0" brushRef="#br0" timeOffset="5062">2784 231 8216,'7'-3'618,"-3"0"0,-1 2 0,1 0-164,0-2 0,-3-2 0,1 1 1,-1-2 164,-1-3 1,-1 1 0,-1-2 0,-3-2-360,-3 0 1,-2 1 0,-2 1-1,1 1-82,0 1 1,0 4-1,-1 2 1,1 2-106,3 2 1,1 4 0,1 6 0,2 2-29,2 3 1,2 2 0,2 2 0,3 1-5,3 1 0,2-4 1,5 1-1,0-1-438,2-1 0,0-7 1,4-2-1,1-3-915,1-5 1,-2-4 0,1-6-1,-1-4-2235,-2-1 3547,-7-4 0,6 2 0,-5-3 0</inkml:trace>
  <inkml:trace contextRef="#ctx0" brushRef="#br0" timeOffset="5763">0 712 7977,'3'-6'-44,"-1"-1"1,1 1 0,-2-1 0,1 1 84,0 0 0,-2 1 0,1 2 323,1 0 0,-1-2 707,1 1-856,-1 1 0,-1 1 1,0 4-1,0 3 0,2 3 22,0 5 0,0 1 0,-2 5 0,1 2-148,1 1 1,-1-2-1,1 2 1,-2-2-74,0-1 0,0-2 1,0-1-1,0-2-183,0-2 0,0-5 99,0-1 1,3-7 0,-1-4 0,-1-5 98,0-4 1,1-3 0,1-4 0,0-3 30,2-1 0,1-1 0,1 1 1,0-2-368,1 0 1,0 5-1,3-1 1,0 3 70,1 3 1,-1 4 0,0 1 0,-1 5-1406,0 3 0,0 3 1639,-1 3 0,-2 5 0,2 3 0</inkml:trace>
  <inkml:trace contextRef="#ctx0" brushRef="#br0" timeOffset="6046">238 751 7976,'4'2'277,"0"3"0,-2-2 0,3-2 208,0-2 1,0-4-1,1-3 1,-1-3-266,-1-1 1,0-2 0,0 0 0,-1-1-73,0 1 1,-2 0 0,0 2 0,-2-1-27,-4 0 0,-3 5 0,0 2 1,-1 3 45,0 1 1,2 5 0,-1 2 0,2 3-60,2 5 0,3 3 0,-1 4 0,1 0-34,1 2 0,1 0 0,3-2 0,2 2-210,1 1 0,3-4 1,0-1-1,2-1-198,1-3 1,-3-3 0,3-4 0,1-2-929,-1-2 1,-3-6 0,2-1-1,-2-2 1261,-2-3 0,-1-4 0,0-3 0</inkml:trace>
  <inkml:trace contextRef="#ctx0" brushRef="#br0" timeOffset="6346">385 680 8281,'-6'0'339,"0"3"1,2 1 0,1 2 51,0 0 0,2 3 1,0 0-1,2 1-111,1 2 0,4 0 0,-1 0 0,4 1-446,1-3 0,0 0 0,1-4 0,0 0-97,0 1 0,-1-4 0,0-1 0,0-4 91,0-2 1,-2-5 0,1-1 0,-3-3 36,-2-2 0,1 1 1,-2-3-1,0 2 134,0 0 0,-1 3 1,-2 1 708,0 2 1,0 6-480,0 3 1,2 5 0,1 6 0,0 1-182,0 1 0,2 0 0,-2 0 1,1 0-51,1-1 1,-2-2-1,2-1 1,0-2-1510,0 0 1,-2-2 0,1-1 1510,1-1 0,1-3 0,0 0 0</inkml:trace>
  <inkml:trace contextRef="#ctx0" brushRef="#br0" timeOffset="6582">616 610 8678,'-6'0'349,"-1"2"0,4 2 0,1 2 0,1 1-86,1-1 0,0 3 0,0 2 1,1 1 247,4 1 0,-1 2 0,4 1 0,0 0-287,-2 2 1,0-2 0,-1-1-1,-2 0-177,0 0 1,1-2 0,-2-3-1,0-1-190,-1-1 1,-1-3 0,-1-1 0,-1-1-479,-2-2 0,0 0 0,0-1-4071,-1 0 4692,-1 0 0,0-3 0,-1-1 0</inkml:trace>
  <inkml:trace contextRef="#ctx0" brushRef="#br0" timeOffset="7098">700 738 8019,'13'-2'177,"-2"0"1,-1-3-1,-2 1 1,0-1 8,-1-1 0,0 1 1,-2-5-1,0 2 127,-3-1 1,-2-1-1,0 1 1,0 0-95,-2 0 0,0 2 0,-3-2 0,-1 3 163,-2 2 0,-1 1 1,3 4-220,0 1 1,0 2 0,2 5 0,1 1-165,3 2 0,0 4 0,0 1 0,0 2 25,3 0 0,0-2 0,3-1 0,0 0-767,0-2 1,-1-1-1,4-2 1,-2-3-168,-1-3 0,0-3 0,1-5 0,-1-3 910,1-4 0,-4-6 0,0-3 0,-1-2 0,0-2 0,1 0 0,-1 0 0,0 2-93,-1 1 1,0 2 0,-1 3 0,0 1 475,0 1 1,0 8 531,0 3 1,0 9 0,1 6-342,1 1 0,1 2 1,4 1-1,-1 0-299,1 0 0,-1-1 1,0 1-1,1-1-265,-1 0 0,-1-3 1,-2 1-1,0-2-248,-2-4 1,0 0-1,-2-3 1,-1 0-105,-2-1 0,-2-2 0,-2 1 143,-1 0 0,-2-2 0,2 3 0,0-1 1,0 1 77,1 1 1,3 1 0,1 2 0,1 1 483,2 1 0,1 1 0,3 2-70,3 0 0,1-1 0,4 1 0,1-3 0,0-1-220,3-2 0,-3-4 0,3-3 0,-1-5-85,-1-2 1,-1-4 0,-2-4-1020,-1-2 0,2-2 0,-3 0 0,-1 1 1031,-2 0 0,1 0 0,-2 2 0</inkml:trace>
  <inkml:trace contextRef="#ctx0" brushRef="#br0" timeOffset="7619">1270 629 7824,'0'-7'353,"0"4"0,0 1 0,0 4 0,1 3 125,1 3 1,0 2 0,2 5-321,1 2 1,1 5-1,2 2 1,1 2-1,-1 4-195,-1 1 0,-1-3 1,1 2-1,-2-4-143,0-2 0,-1-5 1,-1-5 179,-2-3 0,-3-1 0,-2-4 0</inkml:trace>
  <inkml:trace contextRef="#ctx0" brushRef="#br0" timeOffset="7904">1283 834 7906,'0'-6'0,"0"-1"229,0 1 0,0 1 1,1 1-143,1-1 0,2 0 0,2-1 0,1 1-204,2 1 1,-1-1 0,2-1 0,2-1-314,0 1 1,-2 0 0,0-2 0,0 0 429,-2-3 0,-1 2 0,2-6 0,1 1 0</inkml:trace>
  <inkml:trace contextRef="#ctx0" brushRef="#br0" timeOffset="8144">1437 603 7824,'0'7'77,"0"0"0,0 0 266,0 2 1,0 2 0,0-1 0,0 2 62,0 1 1,0-1-1,0 4 1,0 1-178,0 2 0,0-3 0,1 4 1,1-1-56,2-1 0,0-3 0,-1-1 0,1-2-275,0-4 0,0-1 0,2-3-116,1-2 1,-3-6 0,0-3-1,0-2-40,0-3 0,1-3 0,-2-2 0,0-1 60,0-2 1,2 1 0,-2 1-1,1 3 220,1 2 0,-3 3 0,2 0 124,1 1 0,0 4 1,0 6-1,-1 5-132,1 4 0,-1 5 0,-1 2 0,1 1-356,0 1 0,0 1 0,3-1 1,1-1-97,0 0 0,1-5 0,-3-4 0,1-1 437,2-2 0,-2-4 0,5-2 0,-2-4 0</inkml:trace>
  <inkml:trace contextRef="#ctx0" brushRef="#br0" timeOffset="8385">1642 680 8072,'-6'0'0,"0"0"467,-1 0 0,1 0 0,0 1 0,2 1-148,2 2 1,-1 2-1,1 1 1,1 2-100,2 1 1,1 3-1,4 1 1,2 2-150,1 0 1,0-1 0,2-1 0,0-3-413,1-2 1,-1-4 0,-1-2 0,0 0 28,0-4 1,-2-5 0,0-5-1,-2-1 138,-1-3 1,-2-2 0,-3-2 0,0 0 66,0 0 1,0 1 0,0 3 0,-1 1 939,-1 4 0,0 3-486,-2 3 0,3 2 0,-1 4 1,1 3-446,1 3 0,1 2 0,1 2 0,2 2-307,2 1 0,0-4 1,0 2-1,1-1-136,-1-2 0,1-1 0,0-3-160,1-2 1,-3-4 0,1-5 700,-2-3 0,1-5 0,-2-3 0</inkml:trace>
  <inkml:trace contextRef="#ctx0" brushRef="#br0" timeOffset="8626">1809 635 7824,'0'-6'1258,"0"-1"-788,0 4 0,1 3 1,0 4-1,2 2-111,1 3 0,0-1 0,2 2 0,1 0-98,-1 0 0,1 0 1,-1 3-1,0 0-52,-2 0 1,1 1-1,-3 0 1,0 1-222,-2 2 0,0-3 0,0 0 0,-3-2-488,-1-1 1,-2-5 0,-2 0 0,-1-3-1250,2-1 0,-1-2 461,2 0 0,2 0 1288,2-3 0,-1 0 0,-1-4 0</inkml:trace>
  <inkml:trace contextRef="#ctx0" brushRef="#br0" timeOffset="8866">1957 719 12246,'-3'3'355,"2"4"0,-1-2 0,1 4-476,1 4 0,0 1 0,0 5 0,0 0-864,0 1 0,0 0 0,0 0 985,0 2 0,3-1 0,1-2 0</inkml:trace>
</inkml:ink>
</file>

<file path=ppt/ink/ink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41:27.338"/>
    </inkml:context>
    <inkml:brush xml:id="br0">
      <inkml:brushProperty name="width" value="0.06" units="cm"/>
      <inkml:brushProperty name="height" value="0.06" units="cm"/>
    </inkml:brush>
  </inkml:definitions>
  <inkml:trace contextRef="#ctx0" brushRef="#br0">103 180 7824,'0'-7'41,"0"1"141,0-1 0,-2 1 0,-1 0 0,-1 1 112,-1 1 0,-1 3 0,0-2 0,0 3-38,-1 0 0,1 0 0,-1 0 0,-1 3-92,-1 1 0,1 2 0,1 1 0,2 1-45,0 3 1,0 2 0,3 1 0,1 2 15,0 0 0,2-1 1,1 2-1,3 1-79,3 1 1,2-1 0,3-1 0,-1-2-219,1-1 1,0-4-1,0-3 1,0-2-422,2-2 0,-3-3 1,2-3-1,-1-2-48,-2-2 0,0-3 0,0-3 0,-2 0-820,0 0 1451,-2 0 0,5-2 0,-2-2 0</inkml:trace>
  <inkml:trace contextRef="#ctx0" brushRef="#br0" timeOffset="1200">334 186 7918,'-1'-6'0,"-1"1"-33,0 1 1,0 2-1,1-2 468,-1 2 503,2-1-736,-3 3 1,3 3-1,2 2 1,1 0-49,0 2 0,-1 2 1,2 2-1,0 1-26,-1 3 0,1 0 0,1 3 0,-2 1-37,0 1 0,0-1 0,-2 2 0,2-3-164,-2-1 1,2-5 0,-1 0 0,-1-2 2,0-2 1,-1-4-1,0-5-7,0-5 0,-1-6 0,0-6 1,-1-2 22,0-4 0,2-1 0,0-2 0,0 1-200,0 1 1,0 4 0,0 0-1,0 3 175,0 3 0,3 4 0,1 4 226,1 2 0,2 5 0,-1 7 0,1 3-59,2 5 0,-4-1 0,1 3 1,0 2 196,0 1 0,0-1 0,1 1 0,-1-1-145,0-1 1,1-3-1,-1 1 1,-1-2-199,-1-4 1,0-3-40,3-3 0,-4-5 0,-1-5 0,-1-5 54,-1-3 0,0-3 0,0-4 0,0-2 11,0-2 0,1 4 0,0-2 0,2 2 213,0 2 1,1 5-1,1 3 1,-1 4-87,1 3 1,1 2-1,0 5 1,1 3-10,-1 4 0,1 4 0,-1 2 1,0 1-142,1 3 0,0-2 1,1 3-1,0-1-461,0 0 1,-1-2 0,0-2 0,0 0-170,1-2 1,0-3 0,0-3-1,-1-3-36,0-3 0,-3-1 721,0-1 0,1-3 0,1-1 0</inkml:trace>
  <inkml:trace contextRef="#ctx0" brushRef="#br0" timeOffset="1532">674 186 7707,'-3'-6'-194,"-1"0"0,-2 2 0,-1 1 587,1 0 0,2 3 0,2 0 383,1 4 1,1 2 0,0 2 0,1 2-483,1 2 0,0-1 0,2 4 0,1-1-69,1-1 0,1-1 1,1 1-1,0-1-679,0-1 0,1-2 0,0-3 1,-1-1 71,-1-1 0,-1-3 1,1-1-1,-2-4 245,0-4 1,-2-5 0,-1-4 0,0-2 126,-1 0 0,0-1 0,-2 0 1,0 0 305,-1 2 1,0 5 0,2 1-92,0 2 1,0 4 0,2 5 7,0 5 0,3 1 1,-1 6-1,2 1-349,0 2 1,1 0 0,-1 3-1,0-2-360,1 0 0,-1-4 1,1-1-1,-1 0-464,0 0 1,2-4 0,-1-1 959,2-1 0,0-5 0,0-5 0,1-4 0</inkml:trace>
  <inkml:trace contextRef="#ctx0" brushRef="#br0" timeOffset="1830">879 109 7918,'-7'-6'0,"2"-1"0,0 2 1559,0 0-989,4 2 0,-2 4 0,3 1 0,1 3-336,1 0 0,0 5 1,4 0-1,2 2-213,1 1 1,-1 2 0,2 1 0,0 0 22,0 2 0,-1-2 0,1 2 0,0 0 83,0 3 0,-4-3 0,0 2 1,-1 0 134,-1 0 0,-2-4 1,-2 0-1,0-3-221,-2-2 1,0-6 0,-2 1 0,-1-2-425,-1 0 1,0-3 0,-1 1 0,1-4-465,0-2 1,1 1-1,2-2 1,-1 0-31,1-3 0,1 1 0,0-3 877,1 1 0,4-4 0,1-3 0</inkml:trace>
  <inkml:trace contextRef="#ctx0" brushRef="#br0" timeOffset="2128">988 109 11920,'2'9'959,"1"0"1,0 2-399,0 2 0,2 1 1,-2 4-1,1 1-795,1 1 1,-2 0-1,2 2 1,-1 1-986,-1-3 0,1-4 1,-2-3-1017,-1 0 0,-1-5 2235,-2-4 0,-1-2 0,-4 1 0</inkml:trace>
  <inkml:trace contextRef="#ctx0" brushRef="#br0" timeOffset="2181">981 244 8092,'0'-7'759,"1"3"1,1 1-131,3 0 0,1 1 0,2 2 0,2 0-283,2 2 0,-1-1 1,5 2-1,-1-1-398,0 0 1,1 0 0,-2-2-1,0 0-1034,-2 0 1,1-2 1085,-2-3 0,1-3 0,1-2 0</inkml:trace>
  <inkml:trace contextRef="#ctx0" brushRef="#br0" timeOffset="2951">1469 26 7908,'-1'-4'517,"0"3"0,-2 2-304,-1 3 1,3 4-1,-1 2 1,1 0 50,1 1 1,0 2-1,0 2 1,0 2-192,0 1 0,0 0 0,0 0 1,0 0-109,0-3 0,-1-1 0,0-3 0,-1-3-401,0-1 330,2-3 1,0-2 0,0-4 0,0-2 72,0-2 0,0-1 0,0-1 0,0-1 70,0-1 1,0 2-1,2-1 1,1 2 13,0 1 0,1 2 1,4 0-1,-1 1 48,2 2 0,2 0 0,-2 1 1,0 1 43,0 1 0,2 1 0,-2 5 0,-1 0 299,-1 3 0,-4 1 0,0 1 0,-1 0-2,0-1 0,-2 2 1,-5 0-1,0 1-226,-2-1 0,-2 0 0,-1-2 0,-1-1-57,1 0 0,0-5 0,-2 0 0,2-1-864,1-1 0,0-1 0,1-3-863,-1 0 0,4-1 837,3-1 0,1-2 1,2-4-1,1-2 246,2 0 1,2 2-1,0-2 1,0 0 486,1 0 0,5-1 0,2-2 0</inkml:trace>
  <inkml:trace contextRef="#ctx0" brushRef="#br0" timeOffset="3254">1655 173 7896,'6'-6'0,"1"-1"328,-1 1 0,1-1 0,1-1 1,1-1 198,-2-1 1,1 1 0,-3-1 0,0 0-64,0 0 0,-3 2 0,1-1 1,0 1-228,-1-1 1,-2 1-1,0 1 1,-3 1-166,-1-1 1,-2 3 0,-2 0 0,-1-1 48,-1 2 0,1 0 1,-2 3-1,0 0-90,-1 0 1,1 1-1,1 1 1,1 2 95,1 2 0,4 4 1,2 3-1,1 3 97,1 3 0,4 3 0,2 1 0,4 0-146,2 1 1,1-6 0,0 1 0,0-3-12,-1-2 0,3-4 0,0-3 0,0-5-944,1-4 0,-2-5 1,2-6-1,-1-3-607,-1-3 0,-5 0 1,2-3 1483,-3-1 0,-2 1 0,1-1 0</inkml:trace>
  <inkml:trace contextRef="#ctx0" brushRef="#br0" timeOffset="4102">2046 77 8147,'0'-6'645,"0"-1"-24,0 1 0,-1 2-329,-1 2 0,2 5 1,-3 3-100,3 4 1,0 5 0,0 1 0,0 2 0,0 3-160,0 3 0,0 1 0,0 5-1309,3 1 0,0 2 1275,4 2 0,2 2 0,1-2 0</inkml:trace>
  <inkml:trace contextRef="#ctx0" brushRef="#br0" timeOffset="4748">2328 83 8126,'-9'0'118,"-1"0"0,-2 0 1,0 0 39,-1 0 1,4 4 0,-3 2 0,1 4 164,1 3 1,2 2-1,0 2 1,3 2-217,3 0 1,2 0 0,1 0 0,3-2-131,2-2 1,5-4 0,-1-3 0,2-1-133,1 0 1,1-4-1,0-1 1,1-4-15,-1-2 0,1-5 0,-2-1 0,1-1-142,-2-2 0,-4 1 0,1-5 0,-2-1 148,-1 0 1,0-2 0,-2 2 0,-2 1 795,-1 2 1,-1 4-356,0 3 1,-2 7-1,-1 5 1,0 6-9,0 4 1,1 1-1,2 2 1,0 1-318,0 0 0,1-1 1,0-1-1,2-2-530,1-2 0,1-3 0,3-1 0,2-1-1325,0-3 1902,3-1 0,-4-6 0,4-1 0</inkml:trace>
  <inkml:trace contextRef="#ctx0" brushRef="#br0" timeOffset="5364">2527 116 8126,'-2'6'0,"-1"0"490,0 1 1,1 0-1,-2 1-166,1 3 0,1-1 1,2 0-1,0 0-22,0 0 1,0-1-1,0 3 1,1 2-215,1-1 0,-1 1 0,3-1 0,-1 0 59,-2 0 0,2-3 0,-1 0 0,0-1-913,-2-1 630,0-3 0,0-3 0,0-5 0,0-4 121,0-3 0,0-5 0,0-2 0,0-1 21,0-1 1,0-1 0,0-1 0,0 0-320,0 0 0,1 2 0,1 2 1,2 0-24,-1 2 0,3 2 0,-2 1 0,3 2-195,1 3 0,0 4 0,2 0 0,0 2 531,0-1 0,-2 1 0,1-1 0,0 1 0,-1 1 0,1 0 0,-3 0 0,0 0 0,-2-2 0,-1 0-55,-3-2 0,-1 2 0,-1 0 549,-2 2 1,-2 2 0,0 3-1,-1 0 164,1 2 1,2 0 0,-1 1-319,0 3 1,2 1 0,-1 2-1,1-1 1,2 2-154,0-1 1,1-4-1,0 2 1,1-1-349,1-1 1,2-5-1,3 1 1,1-2-446,0-3 0,4-4 1,-2-3 315,2-4 0,1-2 1,0 0-1,0 1 0,0 3-248,-1 3 1,-2 2 0,0 4 0,-2 2 864,-2 3 1,1 4 0,-5 4 0,0 2 683,-2 0 1,0 2 0,0 1-422,-2 0 1,-2 0 0,-2-2-1,-1 0 1,0-2-311,-2 0 0,2-2 0,-3-3 0,0-1-498,3-2 0,-1-1 0,0-2 0,-1-2 121,1-1 1,1-1-1,1 0 1,0-1-1282,2-1 1,1-2 0,3-2 0,0-1 1377,0 1 0,3-3 0,1-1 0</inkml:trace>
  <inkml:trace contextRef="#ctx0" brushRef="#br0" timeOffset="5661">2803 237 7984,'4'-3'0,"1"0"0,0 1 479,0 0 0,0-1 1,-1 1-1,1-2 39,1 1 1,0-5 0,0 1 0,1-1-269,-1-1 1,-2 1 0,0-2-1,-1-2-19,-2 0 0,0-1 1,-2 1-1,-1-1-61,-2 0 1,-2 1 0,0 1 0,-1 2-126,1 2 0,0 4 0,-1 1 0,1 2 159,-1 2 1,1 2 0,-1 5-1,2 1 208,0 2 1,0 4 0,3 1 0,1 2-130,0 3 1,2-1 0,0 1 0,2 0-454,1-1 1,0-1 0,3-1 0,2 1-764,1-1 1,3-3-1,-1-2 1,1-1-492,0-3 1,1-5 0,0-1 1423,1-2 0,3-2 0,-2 0 0</inkml:trace>
  <inkml:trace contextRef="#ctx0" brushRef="#br0" timeOffset="5989">2995 250 7984,'-2'4'187,"1"-1"1,-5-1 0,3 2 0</inkml:trace>
</inkml:ink>
</file>

<file path=ppt/ink/ink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44:44.340"/>
    </inkml:context>
    <inkml:brush xml:id="br0">
      <inkml:brushProperty name="width" value="0.06" units="cm"/>
      <inkml:brushProperty name="height" value="0.06" units="cm"/>
    </inkml:brush>
  </inkml:definitions>
  <inkml:trace contextRef="#ctx0" brushRef="#br0">23 301 7751,'0'-12'1219,"0"7"1,0 5-799,0 7 0,0 4 0,0 6 1,0 5-1,1 5-307,3 2 1,-1 7-1,3 5 1,1 1-31,-1 1 0,-2-1 0,2 3 0,0-1-1186,-4-2 0,3-9 0,-1-1-1491,-1-6 2593,-2 0 0,-1-19 0,0 4 0</inkml:trace>
  <inkml:trace contextRef="#ctx0" brushRef="#br0" timeOffset="167">12 578 6679,'-2'-10'488,"-2"2"1,3-2 0,-3 2 219,3-2 1,6 2 0,2 0-1,0-1-318,1-1 1,0 2 0,3 1-1,2-2-855,2-2 0,-2 4 0,3-1-434,-3-1 0,-2 0 0,2 0 1,1 3 898,1 1 0,1-4 0,-5 2 0</inkml:trace>
  <inkml:trace contextRef="#ctx0" brushRef="#br0" timeOffset="301">219 416 8543,'0'12'460,"-1"-2"1,-1-1 0,-2-1-281,1 1 1,2 2 0,1 5-1,0 2 28,0 0 1,1 0-1,2-3-744,1 4 0,-1-2 1,-1-2-1,0-2-2007,2-1 2543,0-1 0,1-4 0,2-2 0</inkml:trace>
  <inkml:trace contextRef="#ctx0" brushRef="#br0" timeOffset="434">289 266 7979,'0'-11'401,"0"-1"0,0 4 148,0 1 0,-2 4-811,-1-1-7,1 3 1,-3 2 268,5 3 0,5 8 0,2 6 0</inkml:trace>
  <inkml:trace contextRef="#ctx0" brushRef="#br0" timeOffset="933">370 278 8574,'6'11'344,"-2"1"1,-3 3 0,-1 1-1,0-1-79,0 2 0,0-1 0,0 5 0,0-2 0,1 2 171,3 0 0,-2 4 1,3-1-1,-1 2-522,-1 0 0,5-9 0,-3 5 0,0-4-514,0-4 434,4-6 0,-3-4 0,1-9 0,-3-7 0,-1-6-67,1-4 1,-3-4 0,3-3 0,-3-1 131,-1-6 1,4 5-1,0-3 1,-1 5 206,3 3 0,-4 2 0,5 2 0,-2 2 89,-3 0 1,5 11 150,0 2 1,2 10-1,0 10 1,-2 8 163,-2 5 0,3 6 0,-3-2-475,1 4 0,-2 3 0,2-1 1,1-4-1,-2-1-457,0-2 1,0-8 0,-2-2-996,1-5 1217,5-7 1,-4-7 0,2-9 0,-3-7 93,-2-7 1,1-1 0,1-7-1,-1 0 1,-1 0 269,2 1 1,-1 4 0,3-1 0,1 3 216,-1 0 1,2 6 0,3 3 0,1 4 14,-1 3 0,-3 3 0,0 5-237,1 0 1,0 5 0,0 4 0,-3 5 0,1 5-272,-1 3 0,0 1 1,2 1-1,-3 2-420,0 1 1,-2 0-1,3-5 1,-1-2-743,-2 0 1,2-2 0,-1 1 1273,-1-4 0,3-7 0,0-3 0</inkml:trace>
  <inkml:trace contextRef="#ctx0" brushRef="#br0" timeOffset="1234">947 393 7925,'8'-1'611,"-1"-3"0,-3 3 0,3-4 0,-1 1 218,0 0 0,-2-5 0,3 0-725,-2-5 1,2 1 0,-3-2-33,-1 2 1,-2 0 0,-1-1 0,0-2 0,-1 2 257,-3 2 0,-2 0 0,-6 2-37,1 2 0,-1 3 0,0 5-160,1 0 0,3 2 0,2 5 0,-1 6 0,2 3-43,0 5 1,1 2-1,4 4 1,2 4-2,1 2 0,2 2 0,6-1 0,-1 0-633,3-3 1,2-2 0,1-5-1,3 1-197,3-3 0,-3-12 0,-1-2 0,0-6 255,0-2 0,0-2 0,1-5 0,-2-6-2533,-1-3 3019,-3-4 0,4-8 0,-6-1 0</inkml:trace>
  <inkml:trace contextRef="#ctx0" brushRef="#br0" timeOffset="1617">1224 1 7755,'-8'6'0,"2"-1"700,1 0-247,1-3 0,5 3 0,3-5-285,4 0 1,3 0-1,3 0 1,2 0-270,-2 0 0,-1 0 0,-2 0 0,1 0 164,-1 0 1,1 0 0,-1 0 0,1 1 222,0 3 1,-6 2 0,-1 6 0,-1 1-71,0 2-1,0 3 1,-4 5 0,0 1 143,0 3 1,-2-2-1,0 3 1,-2-1-379,1 0 1,-2-3-1,1-3 1,2-1-591,1-3 0,1-3 0,0-2-1212,0-1 0,0 1 1821,0-1 0,5 1 0,1-1 0</inkml:trace>
  <inkml:trace contextRef="#ctx0" brushRef="#br0" timeOffset="1751">1386 566 8432,'-2'12'-39,"-2"-1"1,3 1-1,-3 0-375,3-1 0,1-3 0,1-2-110,3-1 524,3-1 0,4 1 0,1 2 0</inkml:trace>
</inkml:ink>
</file>

<file path=ppt/ink/ink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44:42.708"/>
    </inkml:context>
    <inkml:brush xml:id="br0">
      <inkml:brushProperty name="width" value="0.06" units="cm"/>
      <inkml:brushProperty name="height" value="0.06" units="cm"/>
    </inkml:brush>
  </inkml:definitions>
  <inkml:trace contextRef="#ctx0" brushRef="#br0">393 28 7816,'0'-11'665,"0"-1"1,0 7 0,0 5-62,0 6 1,0 10 0,0 4-365,0 6 0,0 4 1,0 4-1,0 2 1,0 3-264,0 3 0,0 0 0,0 2 0,0 1 188,0-2 0,0-3 1,0 0-2104,0-4 1,0 0 1937,0-9 0,5 0 0,2-4 0</inkml:trace>
  <inkml:trace contextRef="#ctx0" brushRef="#br0" timeOffset="667">12 756 8001,'0'-12'98,"0"4"551,0 1 544,-5 4-224,4-7-576,-4 9 1,5-3-125,0 8 1,0-2 0,0 6-149,0 1 0,0 2 1,1 6-1,1 6 0,4 7 48,0 3 1,2 7-1,2 1 1,-1 1-83,-1 1 0,-1-5 0,5 3 0,-1-2-144,1-6 1,-4-9 0,-1-10 0,2-5-136,2-5 1,-4-4-1,1-6 1,1-8 79,1-8 0,-2-9 0,0-1 0,-1-4 29,0-2 1,2-1-1,-4 4 1,0 2 20,0 2 0,3 3 0,-3 8 106,1 4 0,-2 11 1,4 15-1,0 7-14,-2 6 0,4 12 0,-3-1 0,0 4 28,1 1 1,0-7-1,3 2 1,1-5 48,-1-3 1,1-7-22,0-3 0,-1-9 0,1-3 0,-1-4 1,1-5 10,-1-7 1,-3-4 0,0-7 0,-1-2-144,0-2 1,2-2-1,-5-7 1,-1-1-84,3-2 1,-5-1 0,3 5 0,-3-1-358,-1 2 0,4 3 0,0 2 0,-2 5-735,0 3 1,-2 7-1,0-1 1221,0 2 0,5-4 0,1-1 0</inkml:trace>
  <inkml:trace contextRef="#ctx0" brushRef="#br0" timeOffset="1015">613 513 7997,'0'8'0,"0"0"507,0 1 0,0 1 1,0 3-1,0 2 233,0 4 1,1 3 0,1 2-1,4 3-577,0 4 1,-2 4 0,2 2-1,1 3-111,-1 1 1,-2-8 0,2 1 0,1-5 53,-1-3 1,-2-7-1,2-4-815,0-2 0,1-9 0,-2-7 459,2-7 0,-5-9 0,2 0 0,-1-4 154,1-4 0,-3 1 0,3-3 0,-2 0 79,2 4 1,-3 0 0,3 3 0,-1 3 633,1 4 1,-2 7-229,6 4 1,-5 6-1,2 5 1,0 10-1,1 7-352,1 7 1,-1 2-1,-3 2 1,2 0-573,1-1 0,-2 0 1,2-3-1,1-5-374,-1-1 1,-3-7 908,1-3 0,2-7 0,0-3 0</inkml:trace>
  <inkml:trace contextRef="#ctx0" brushRef="#br0" timeOffset="1166">843 836 7962,'0'-7'4139,"0"-1"-3814,0 6 1,6-4 0,1 6 0,5 0-562,3 0 1,-1 0 0,4 2-38,-1 2 0,2-2 0,-2 4 0,1 0-980,2-4 1,-2 1 0,0-1 1252,-1 2 0,4 0 0,-3-4 0</inkml:trace>
  <inkml:trace contextRef="#ctx0" brushRef="#br0" timeOffset="1333">1121 698 8031,'-12'0'463,"6"0"1,-1 0 0,5 1 0,-2 4-1,0 7 1,0 6 0,0 6 130,2 7 1,0 5-1,2 10 1,0 0-343,0 0 1,2-3 0,0-2-792,2-1 0,4-3 1,-3-8-1,1-6-3357,3-6 3896,2-9 0,0-8 0,1-7 0</inkml:trace>
</inkml:ink>
</file>

<file path=ppt/ink/ink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47:15.790"/>
    </inkml:context>
    <inkml:brush xml:id="br0">
      <inkml:brushProperty name="width" value="0.06" units="cm"/>
      <inkml:brushProperty name="height" value="0.06" units="cm"/>
    </inkml:brush>
  </inkml:definitions>
  <inkml:trace contextRef="#ctx0" brushRef="#br0">134 101 7440,'0'-16'-1065,"0"-1"1377,0 0 1,0 6 0,0 0 279,0-2 59,-7 5-435,5 1 1,7 27 0,10 8 0,2 9-124,2 10 0,-6 0 0,9 14 0,-3 2-360,-3 2 1,3-3-1,1-1 1,1 2-385,-6 3 0,1-7 0,-6-7 651,-1-11 0,6 6 0,-6-12 0</inkml:trace>
  <inkml:trace contextRef="#ctx0" brushRef="#br0" timeOffset="599">34 1642 7781,'-10'-2'-106,"3"-1"68,-1-3 1,6-7-1,-3 2 1,3-6 235,2-5 1,2-6 0,2-11 0,3-6-139,2-3 0,4 1 0,6 1 0,1-3 51,1 3 1,-6 7 0,7 2-30,-3 7 0,-2 7 1,-1 12-1,1 8 0,0 6 64,0 8 0,-3 17 0,-1 8 1,-1 5-66,1 5 1,-4 3 0,0 1-13,-1 0 0,3-2 1,-6-1-1,1-4 1,0-2-424,-1-4 1,3-4 0,-5-5 0,3-5-490,-2-5 1,-2-1 0,-4-2 842,-4-4 0,-11-11 0,-9-9 0</inkml:trace>
  <inkml:trace contextRef="#ctx0" brushRef="#br0" timeOffset="767">84 1425 7781,'0'-27'127,"0"3"1,0 8-1,0-1 1,0 0 174,0 0 0,4 6 0,5 2 0,8 0-204,1-1 1,3 5 0,-1-5-1,4 3-243,2 3 1,2 0 0,6 1 0,-1-3-315,1 2 0,-1 3 0,1 1 0,-1 0-272,1 0 1,-8-6 730,-4 0 0,-3-7 0,-2 4 0</inkml:trace>
  <inkml:trace contextRef="#ctx0" brushRef="#br0" timeOffset="954">687 855 8426,'0'17'137,"0"-6"1,0 0 0,0 2 0,0 4 148,0 5 1,0-1-1,0 7-229,0 1 1,7 9-1,4 3 1,2 0-1,0 1-351,-1 1 1,-3-6 0,4 2 0,-4-3-269,-1-3 0,3 1 1,-6-3-631,-1-3 1192,-2-3 0,-9-9 0,-3 1 0</inkml:trace>
  <inkml:trace contextRef="#ctx0" brushRef="#br0" timeOffset="1117">553 1224 8008,'7'-17'951,"-3"0"-769,7 0 1,0 8 0,6 3 0,0 5-172,0 1 0,5-2 0,2-2-115,2-2 0,2 1 0,5 5 0,-1 0 0,-2-2-677,-2-4 0,-6 3 1,6-9 472,2-1 0,-6 4 0,-2-2 308,-3-2 0,-2-2 0,-1-2 0</inkml:trace>
  <inkml:trace contextRef="#ctx0" brushRef="#br0" timeOffset="1284">1038 838 7781,'0'11'228,"0"1"1,0-7-1,0 6 1,0 2 0,0 4 2,0 6 1,0 3 0,2 9 0,2 2-437,2 2 0,5 8 0,-4-3 0,1 3-237,-1-2 0,-1-3 0,-6-6 15,0-3 1,0 3 0,0-14 426,0-2 0,-8-1 0,-1-2 0</inkml:trace>
  <inkml:trace contextRef="#ctx0" brushRef="#br0" timeOffset="1450">955 1224 7781,'0'-17'187,"0"0"-12,0 0 1,0 1 0,2 1-254,3 3 0,-1 3 1,7 5-1,2-1-162,2 1 1,4 2 0,1 2 0,4 0-25,2 0 0,-5 0 0,3 0 1,-2 0 263,1 0 0,5 0 0,-6 0 0,8-7 0,-4-2 0</inkml:trace>
  <inkml:trace contextRef="#ctx0" brushRef="#br0" timeOffset="1750">1407 905 8000,'-17'0'326,"0"6"0,1 1 0,-1 3-19,0 3 1,6 3 0,0 5 0,0 3-12,1 2 0,-3 2 1,8 4-1,1-3-231,2-1 0,2-2 0,0 4 0,2-4 70,4-2 0,-3-7 1,9-7-410,1-3 0,1-1 1,5-6-1,2-2 1,1-4-233,-2-5 0,-1-6 1,-2-5-1,-1-4 353,1 0 0,-6-6 0,-1 6 1,-3-2 125,-3 0 0,3 8 1,-1-3 174,-2 5 1,-3 7 163,-1-1 1,0 11 0,0 1-425,0 9 0,0 6 0,0 3 0,0 3 1,0 3-399,0 2 0,8-4 0,1 5 0,2-3 510,1-4 0,1-9 0,9-5 0,-4 3 0,7 1 0</inkml:trace>
  <inkml:trace contextRef="#ctx0" brushRef="#br0" timeOffset="1967">1842 805 6502,'-16'-9'-171,"-1"1"0,0 8 1,0 0 636,1 0 0,-1 6 1,0 1-1,0 2 270,1 4 1,1-1 0,4 2 0,3 5-436,1 0 1,5 1 0,-4 3 0,6 4-332,6 5 1,-2 2 0,7-1 0,2 1-318,2-1 0,1 1 0,1-3 0,0-3-147,0-6 0,1-3 1,3-4-1,1-4-277,-1-5 1,-3-4-1,-1-4 771,0-4 0,-1-3 0,9-15 0,1-2 0</inkml:trace>
  <inkml:trace contextRef="#ctx0" brushRef="#br0" timeOffset="2150">2043 721 8147,'-7'-9'745,"3"3"1,-5 12-334,1 5 0,3 4 0,5 3 0,0 5-115,0 5 1,0 3 0,0 3-353,0-1 0,0 8 0,0 4 0,0 3 0,2 3-559,3-1 1,-3-6 0,6-1 0,-1-2-339,4-4 0,-1-14 0,1-8 952,2-6 0,-6-3 0,8-6 0,-6 0 0</inkml:trace>
  <inkml:trace contextRef="#ctx0" brushRef="#br0" timeOffset="2966">2295 704 7781,'-8'-9'124,"4"2"1,-7 7 408,-2 0 0,4 0 0,-2 0 1,0 1-30,1 5 1,-3-2 0,6 7-327,-2 2 0,-1 2 0,-1 2 1,4 1-64,-1 5 1,6-3 0,-3 6-93,3-2 1,2 6-1,-2-2 1,-2 4-1,-1-1-225,1-3 0,2 4 0,2-6 1,0 0-415,0-4 1,0-3 0,2-4-829,4-4 1,-3-6 1089,8-10 0,-5-4 0,3-8 0,-1-2 354,-4-3 0,3 3 0,-1-3 0,-3 3 0,1-1 0,0 1 0,1 4 0,1 0 142,1 1 0,-5 2 1,6 3 192,-1 2 0,-3-5 0,7 7-45,2 1 0,2 2 0,2 2-1,-1 0 0,1 0 0,0 0 0,1 0 0,3 0 79,1 0 1,6 0 0,-5 0-1,-1-2-418,2-3 0,-5-4 0,1-8-41,-7 0 1,0 6 0,-7 0 0,-3-2 0,-1-2 61,-2-2 1,-2 2 0,-5 2-1,-8 4 120,-5 1 0,-8 1 1,4 3 92,-2-1 0,5-1 0,-1 8 0,3 4 0,4 5-17,4 4 1,2 3-1,5 3 1,-2 3-298,3 2 0,1 2 0,4 5 0,1 1-303,3-1 0,7 1 0,-2-3-69,4-3 1,4 0 0,1-9 0,3-6 0,-1-4 31,2-5 1,-5-4 0,3-6-1,-3-7 470,-3-7 0,1-12 0,0-7 0,0 2 0,-1 2 0,-5-1 0,-1-1 0,-3 0 94,-3 5 1,-2 6-1,-2 9 378,0 1 0,0 4 0,-2 3 376,-4 2 1,5 3 0,-5 10-519,4 5 0,2 4 0,0 1 0,0 3-241,0 3 0,0 2 0,0 6 0,0-2-51,0 2 1,0 3-1,0 5-84,0 1 0,0-2 1,0-7-1,-2-4 1,-2 0-174,-1 0 0,-1-11 0,4 0-9,-3-6 0,3-5 206,-4-10 0,5-5 0,1-11 0,1-6 0,5-4-21,5-1 0,4-3 1,2 1-1,1-2-139,5-1 0,-5 10 0,7-9 0,-3 0-231,0 2 1,6 7 0,-6 5-19,-1 5 1,-2 1 0,-3 2 0,1 4 430,0 5 0,-8 12 0,-1 3 0</inkml:trace>
  <inkml:trace contextRef="#ctx0" brushRef="#br0" timeOffset="3499">419 2245 7781,'-11'0'0,"-1"-2"72,-1-3 1,4 3 0,-2-4 0,-2 4 0,-2 2 299,-2 0 1,1 0 0,1 2-99,3 4 0,-2 3 0,4 8 1,-1 0-306,0-1 1,7 3 0,-1 3 0,3 4-248,2 0 0,0 6 0,2-4 0,3 4-5,6 1 0,10-1 1,3-4-1,0-6 1,2-3-114,0-3 0,2-6 0,4-5 1,-2-5 395,-2-5 0,7-5 0,8-6 0</inkml:trace>
  <inkml:trace contextRef="#ctx0" brushRef="#br0" timeOffset="3782">670 2262 7781,'-15'-9'-86,"10"-4"0,-12 7 0,2 2 102,0 2 0,-2 2 0,1 0 1,-1 2 570,0 4 1,6 5 0,2 10 0,-1 1-451,1-2 1,5 1-1,-1-1 1,3 3-167,2-3 0,7-1 0,4-3 1,4 1 0,2-2 1,0-2-1,0-4-108,-1-1 1,7-3-1,1-6 1,0-5-1,0-5-233,-3-4 1,-3-2-1,-1 0 1,0-1 332,-1-5 0,-1 5 0,-2-4 0,-3 3 106,-3 2 0,1 6 0,-5 0 73,3-2 1,1 5 203,-1 3 0,-4 5-539,3 5 0,3 5 0,-3 6 1,1 3-197,1 3 1,-3-3 0,5 3 0,1-5-1,-3-4 388,1-2 0,5 0 0,-4 6 0</inkml:trace>
  <inkml:trace contextRef="#ctx0" brushRef="#br0" timeOffset="4099">971 2228 7549,'-11'2'640,"0"4"1,7-2-434,-1 7 1,3 0-1,2 6 1,0-1-212,0 1 0,2 6 1,2 1-1,1 0 49,-1 0 1,3 4-1,-1-6 1,-1-1-38,3-3 1,-6-6 0,5-3-140,1-2 1,-5-3 0,7-11 0,-3-8 91,-3-6 0,0-9 1,-1 3-1,3-7 8,-2-5 1,3 9-1,-1-3 14,-3 1 0,5 8 1,-1 2-1,1 3 53,-1 2 1,6 10-58,-2 7 1,-1 9 0,-1 12 0,-2 3-237,-3 2 1,4 0 0,-1 4 0,0-2-136,1 1 1,-1 3-1,-1 1 175,5 1 0,-3-14 217,-3-3 0,-3-4 0,-2 4 0</inkml:trace>
  <inkml:trace contextRef="#ctx0" brushRef="#br0" timeOffset="4482">1239 2195 7867,'8'-17'568,"-6"8"1,5 3-323,-7 12 0,0 3 0,0 10 1,2 1-88,4 3 1,-4 1-1,3-4 1,-3 4-231,-2 3 0,0-7 1,0 2-170,0-3 1,6-2 0,-1-1-568,-1 1 677,-2-8 1,3-5-1,1-13 1,-2-8-1,-3-3 120,-1-5 1,0-2 0,2-11 0,2-1 2,2 2 0,1 2 0,-3 3 0,3 4 93,3 6 1,-5 3 0,6 2 96,2 1 1,-3 8-1,1 8-164,2 10 0,-4 6 0,0 5 0,1 3-31,-1 2 1,-3-4 0,3 4 0,0 0-227,1 1 1,-1-7 0,4 2-303,-2-3 0,0-2 0,6-2 540,0-4 0,-1-6 0,1-10 0,7-12 0,2-9 0</inkml:trace>
  <inkml:trace contextRef="#ctx0" brushRef="#br0" timeOffset="4733">1692 1960 7781,'-12'6'0,"1"1"0,-2 3 142,-2 3 0,4 2 0,2 1 1,0 3 342,-1 3 1,7-1 0,-3 7 0,4 2-242,2 1 1,2-3 0,4-2 0,5 0-170,4 0 0,7-5 0,0-1-20,-1-7 0,3 0 0,-2-7 1,-1-4-1,-3-6-528,-1-7 0,0-4 1,-2-2-1,-2-1 181,-2-5 1,-7-3 0,1-7 0,-3 1 118,-2 4 1,-5-3 0,-3 4 184,-1 1 0,0 2 0,-5 7 0,3 3 0,0 1-350,2 1 1,0 7-1080,3-6 1417,4 7 0,2-4 0,9 8 0,8 0 0</inkml:trace>
  <inkml:trace contextRef="#ctx0" brushRef="#br0" timeOffset="4882">2027 1776 7868,'0'17'219,"0"-6"0,0 0 0,0 2-101,0 2 1,0 2 0,0 2 0,1 3-75,5 6 1,-4-2-1,4 2 1,-5 2-594,-1 1 1,2 5-1,2-1 1,2 0-554,-3-3 1102,-1-10 0,-9 17 0,-3-3 0</inkml:trace>
  <inkml:trace contextRef="#ctx0" brushRef="#br0" timeOffset="5032">1909 2078 7781,'0'-11'535,"0"-1"1,2 3 0,2-4-186,2 2 1,8 7 0,1-3 0,8 1-239,3 1 0,-2-3 0,6 4-343,-1-1 1,12-6 0,-7 5 0,-1 2 0,-1 1 525,-4-3-295,-8 4 0,12-5 0,-6 7 0</inkml:trace>
  <inkml:trace contextRef="#ctx0" brushRef="#br0" timeOffset="5366">1105 3083 8136,'0'-17'597,"-1"8"0,-3 5-534,-2 8 0,1 1 0,7 10 0,1 6-179,3 3 1,5-2 0,-4 6 0,3 2-277,3 1 0,-4-3 0,0-2-281,-1-1 0,3 2 673,-5-4 0,7-1 0,-4-5 0</inkml:trace>
  <inkml:trace contextRef="#ctx0" brushRef="#br0" timeOffset="5500">1139 2932 7758,'0'-17'-218,"-2"6"-148,-3 0 232,3 7 1,-6-1 0,10 10-206,4 6 1,-3 2 338,9-2 0,-1 4 0,5-5 0</inkml:trace>
  <inkml:trace contextRef="#ctx0" brushRef="#br0" timeOffset="5815">1373 2932 7781,'2'11'342,"2"0"-108,2 2 0,-1 2 1,-5 2-1,0 1-87,0 5 1,0-5 0,0 5-1,0-3 4,0 3 1,0-3 0,0 6 0,0-2-41,0-3 0,0-3-441,0-1 1,2-2 83,4-4 1,-5-7-1,5-13 113,-4-8 0,4-11 0,-1 0 0,1-4 64,1-1 0,-3-6 0,5 0 0,0 1 0,1 5 45,3 5 0,-4 4 0,0 7 0,1 2 47,-1 4 1,2 4 0,4 9 0,0 3 8,2 6 0,-10 12 0,10 4 0,-2 5-157,0 2 1,-4 1-1,0 2-58,2 2 0,2-5 1,0-6-1,-2 0 1,-2-2-802,2-4 984,-6-3 0,8-3 0,-5 1 0</inkml:trace>
  <inkml:trace contextRef="#ctx0" brushRef="#br0" timeOffset="6099">2027 2748 7781,'-12'-10'-81,"1"5"0,-2 3 383,-2 2 1,-1 0 0,-3 0 223,-3 0 0,9 0 1,-4 2-1,2 3-375,0 7 0,6 2 0,3 3 0,3 2-74,-3 3 1,4 4 0,-2 8-1,8 1-50,7 4 0,-1 2 1,1 4-1,2-4-471,2 0 0,1-10 0,1 5 1,0-3-234,0-3 0,-2-6 1,-4 2-1,-4-2 677,1-3 0,-7-10 0,7 4 0,-8-6 0</inkml:trace>
  <inkml:trace contextRef="#ctx0" brushRef="#br0" timeOffset="6265">1809 3166 7978,'-11'-15'755,"0"4"1,7 2-374,-2 3 0,4 3-440,2-8 0,8 7 0,3-4 0,6 3-222,5-1 0,-3-1 1,5 3-1,-2-2 1,1 1-250,-3-3 1,4 5 0,-1-7-1,-3 1 529,-1 0 0,-3 5 0,1-3 0</inkml:trace>
  <inkml:trace contextRef="#ctx0" brushRef="#br0" timeOffset="6481">2127 2697 7141,'0'17'129,"0"0"379,0 0 1,-5-1-1,-1 1 1,2 0-1,2 2-229,2 3 1,0-2-1,0 8 1,2 2-449,4 2 1,-2-4 0,5-1 0,0 3 157,0 2 1,-3-4-1,5-2 1,0-2-1490,-1-3 1,5-3 866,-4-1 0,2-10 633,-2-7 0,-4-15 0,-7-11 0</inkml:trace>
  <inkml:trace contextRef="#ctx0" brushRef="#br0" timeOffset="6797">2244 2865 9480,'0'11'321,"0"2"1,0 4-150,0 3 0,6 8 0,0-4 0,-1 2-246,3 4 1,-1-6-1,6-1 1,-2-5 82,2-1 0,-3-2 0,1-4-301,2-5 0,2-4 0,-1-4 1,0-6 110,-3-8 1,-8-9 0,5-8 0,-3-1 163,1 1 0,0-1 0,-6 3 0,0 3 221,0 6 0,0 3 665,0 2-875,0 8 0,5 9 0,1 11 1,-1 4-1,1 4-316,0 3 0,7-4 1,-4 7-1,2-3-18,0 0 0,-2 1 1,5-7-1,-3 1-66,2 0 0,-4-6 1,2-2 405,2-1 0,2 5 0,2-4 0</inkml:trace>
  <inkml:trace contextRef="#ctx0" brushRef="#br0" timeOffset="7032">2646 2949 7781,'11'0'-31,"1"0"0,-9-2 0,5-2 447,-1-2 0,1-1 1,5 3-380,-2-1 0,-7-3 0,3 5 0,-1-5-84,-1-1 1,1 3 0,-6-5 118,0-2 1,0 4 0,-2-2 0,-4-2 142,-5-2 0,-4 5 0,-1 5-104,-1 3 1,2 4 0,4 3 0,3 7-109,1 2 0,5 5 1,-4 1-105,5 3 1,1 5-1,0-4 1,0 2-1,1 2-495,5-2 1,3 0 0,6-6 0,-2 3-36,-2-3 0,1-7 631,4-2 0,9-7 0,1 4 0</inkml:trace>
  <inkml:trace contextRef="#ctx0" brushRef="#br0" timeOffset="7382">2847 2731 9757,'0'17'233,"0"-1"0,0 3 0,0 1 1,0 5-268,0 1 1,6 2 0,1 3-48,3-3 0,-7 2 0,5-8 0,-3-1-186,1-3 0,1-3 150,-1-4 1,-4-5 0,3-12 0,-3-7 63,-2-7 1,0-6 0,0-9 0,2-3 36,4-1 0,-4 4 1,3 5 22,-3 0 1,0-3-1,2 10 1,3 3 217,2 1 0,-3 10-73,5 4 1,-2 10-1,4 6 1,-3 6-70,-3 5 0,4 4 0,-5 8-267,-2-1 1,3-1-1,1-2 1,-1-2 0,0 0-622,-3-2 1,0-2-1,0-7-321,1-1 1126,1-6 0,-6 5 0,0-6 0</inkml:trace>
  <inkml:trace contextRef="#ctx0" brushRef="#br0" timeOffset="8031">3283 2697 7781,'0'-11'32,"0"0"141,0-2 0,-2 6 0,-2-1 276,-1 1 1,-8-1-35,1-3 1,3 4-106,-2 7 1,0 2-185,-6 3 0,8 10 0,3 9-1,4 2 0,2 2 1,0 6-1,2 1 1,2 2-252,1 2 1,7 0 0,-5-5 0,2-1-127,4 1 1,-3-6-1,1-2-525,2-2 1,2-9-1,2-9 254,-1-5 0,-5-14 0,-1-3 0,-3-3 523,-3 0 0,3-3 0,-1 0 0,-2-1 0,-2-1 0,-1 6 0,3-5 0,2 5 48,-3 1 0,-1 6 0,0 1 650,4 3 1,-3-4-363,9 5 1,-7 1-1,6 3 1,2-2-35,2-2 0,-4 1 0,1 5 0,-1-2-308,-2-4 1,4 3 0,-5-7 0,-1 1-67,0 0 1,-1 3 0,-4-3-1,2 0-89,1-1 0,-1-1 72,-10-6 1,3 8 0,-9 4 0,-1 3 0,-1 2 139,-3 0 1,0 0 0,0 2 172,1 3 1,6-1-1,3 7 1,1 2-5,1 2 0,-1 7 0,6 1 0,2-1-165,3 2 0,-1-3 1,7 5-1,2-2-324,2-4 1,-4-1 0,1-2 0,1-1-338,2 1 1,1-6-1,1-1 1,0-3-1134,-1-3 1739,1-2 0,0-2 0,0 0 0</inkml:trace>
  <inkml:trace contextRef="#ctx0" brushRef="#br0" timeOffset="8130">3752 2882 6242,'16'0'0</inkml:trace>
</inkml:ink>
</file>

<file path=ppt/ink/ink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47:44.531"/>
    </inkml:context>
    <inkml:brush xml:id="br0">
      <inkml:brushProperty name="width" value="0.06" units="cm"/>
      <inkml:brushProperty name="height" value="0.06" units="cm"/>
    </inkml:brush>
  </inkml:definitions>
  <inkml:trace contextRef="#ctx0" brushRef="#br0">104 59 6561,'0'-13'665,"0"0"0,0 1 536,0-1-994,0 5 0,-4 10 1,-2 11-1,0 8 0,-1 8-94,0 5 1,2 7-1,-3 4 1,-1 8-26,2 5 1,-4 2 0,3 3-280,1-3 0,-3-4 0,6-7 0,1-6 1,2-6-752,1-8 1,1-19 0,3-10 941,5-14 0,2-21 0,2-5 0</inkml:trace>
  <inkml:trace contextRef="#ctx0" brushRef="#br0" timeOffset="584">155 111 7939,'6'-13'305,"-4"6"1,3 7-1,-5 11 1,0 9-49,0 10 1,0 8-1,0 5 1,0 5-41,0 7 0,0-1 0,0 5-82,0-1 0,5 0 0,0-5 1,3-5-1,2-7-194,1-8 1,-1-10-1,3-8-105,6-10 1,-5-18 0,2-17 0,0-7 70,-2-6 0,0-6 1,-1-8-1,0-6 20,0-3 1,1 3-1,1-3 82,-3 8 0,7 1 0,-7 13 0,-1 6 0,2 8 64,-3 10 0,-6 12 0,2 9 0,-2 11 76,1 8 1,-1 8 0,-4 4 0,0 2-113,0 6 0,1-4 1,2 6-1,2 1-310,-3 1 1,1-5-1,0 1-164,1-3 0,5 2 0,-3-9 0,1-4 0,3-6-204,1-7 0,2-9 1,0-2 640,0-9 0,-4-4 0,-1-11 0,1-4 0,0-4 0,-1-3 0,-5 0 0,1-3 0,-2 1 0,-2 0 0,0 2 0,0 0 0,0 1 78,0 3 1,0 2 0,0 3 0,0 1 896,0 1 0,-2 8-509,-2 1 1,3 13-1,-4 13 1,4 9-130,1 6 0,0 2 0,0 8-172,0 2 0,6 11 0,2 0 0,4-1-114,1-2 1,-1-3 0,3 1 0,1-6 0,1-3-61,-1-5 0,2-9 0,-1-8 1,1-5-216,0-5 1,-3-11 0,2-7 207,-3-7 1,-7-6 0,-1-5 0,-2-7 0,1-5-4,-3-2 1,0-4 0,-2-4 0,0 0 13,0 3 0,0 11 0,0 2-1178,0 4 1,0 8-168,0 8 1,1 10 1349,4 7 0,2 6 0,6 6 0</inkml:trace>
  <inkml:trace contextRef="#ctx0" brushRef="#br0" timeOffset="850">1201 33 7939,'-13'0'413,"0"0"1,0 0-92,0 0 0,4 2 0,2 4 0,1 7 43,4 7 0,0 4 0,2 3 0,0 3-152,0 5 1,10 2 0,3 2 0,1 1-52,1 3 0,-2-2-1,0 5 1,-2-1 39,-2-4 1,-4-1 0,-5-2-1,-1-2-87,-3-2 1,-4-5 0,-4-1 0,-3-5-243,-2-6 1,3-4 0,-5-4-257,0-5 1,5-2 0,-3-4 0,4-2 0,3-6-493,1-6 1,6-4-1,-1-6 1,3 0-209,1 1 1084,5-1 0,3-6 0,5-1 0</inkml:trace>
  <inkml:trace contextRef="#ctx0" brushRef="#br0" timeOffset="1150">1484 137 7910,'0'-9'683,"2"2"-96,2 1 0,5-4 1,8 2-1,4-2-291,4 1 1,6-3 0,2 4-1,2-4-649,-1-1 0,-5 6 0,0 3 1,-5 3-697,-3 1 0,-5 0 0,0 1 1049,-6 3 0,-4 3 0,-6 6 0</inkml:trace>
  <inkml:trace contextRef="#ctx0" brushRef="#br0" timeOffset="1282">1755 21 7910,'-1'12'0,"-3"3"228,-5 2 0,2-1 0,0 5 0,0 5 449,-1 7 1,4 4-1,-3 14 1,1 4-359,3 7 0,2-5 0,1 6 0,0-4-576,0-4 0,6-12 0,2-7 0,4-6-663,1-6 0,4-11 0,0-2 920,-1-3 0,4-10 0,0-5 0</inkml:trace>
</inkml:ink>
</file>

<file path=ppt/ink/ink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47:39.016"/>
    </inkml:context>
    <inkml:brush xml:id="br0">
      <inkml:brushProperty name="width" value="0.06" units="cm"/>
      <inkml:brushProperty name="height" value="0.06" units="cm"/>
    </inkml:brush>
  </inkml:definitions>
  <inkml:trace contextRef="#ctx0" brushRef="#br0">155 377 8867,'-4'12'457,"-1"1"1,-5 0-137,2 0 0,1 4 0,-2 2 0,0 1 0,1 3-362,-1 1 0,5 2 1,-5 1-1,1 2-373,0 1 0,-2 2 0,5-5-685,-3-1 0,4 2 1099,-4-6 0,-1 2 0,-4 2 0</inkml:trace>
  <inkml:trace contextRef="#ctx0" brushRef="#br0" timeOffset="651">232 118 7831,'7'-5'597,"1"3"322,-4-2-685,-3 3 1,5 2 0,-6 3-1,0 6-98,0 6 0,2 4 0,0 7-119,3 4 1,3 0 0,-2 6 0,1 1 0,3 2-99,2 0 0,2-6 0,2-4 1,2-4-57,3-4 1,-4-9 0,3-9 0,-2-4-6,-2-4 1,0-11-1,-2-10 1,1-8 72,-4-5 0,-2-2 0,-1 0 0,-2-2 148,0 1 1,-5 9 0,4-1 475,-4 9 0,-1 10-285,0 14 0,0 4 0,0 17 0,0 4-260,0 3 0,0 0 1,0 2-1,0-2-346,0 3 0,4-8 1,2 2-1,0-2-495,-1-3 1,6-2 0,-3-10 0,4-4 830,1-2 0,-6-2 0,10 0 0,-3 0 0</inkml:trace>
  <inkml:trace contextRef="#ctx0" brushRef="#br0" timeOffset="1050">839 131 7882,'-9'-8'0,"1"1"348,-2 1 0,2 2 0,0 4 138,-2 0 0,4 1 0,2 5-288,2 7 1,2 1-1,0 6 1,0 0-3,0 0 0,6 2 0,1 4 0,2-1-323,-1 1 1,0-4-1,2-1 106,-2 2 0,-4 1 1,4 2-1,-3-1 1,-2-2-13,-1-2 0,-7-4 0,0 3 0,-3-1-139,-2-3 1,-1-2-1,-2-1 1,-1-2-552,-4-2 0,8 1 0,-2-6-483,0-1 0,6-7 1206,2-5 0,-3-8 0,0-3 0</inkml:trace>
  <inkml:trace contextRef="#ctx0" brushRef="#br0" timeOffset="1516">942 364 7882,'19'-8'84,"-5"1"1,3 4 0,-3-1 209,-1 1 0,0-2 1,-1-1-1,-2 0 7,-2 0 0,-3-4 0,2 2 0,-1-4-65,-4-1 1,0 0 0,-4 1 0,-2-1-105,-4 0 1,-2 0 0,-1 1-1,3 2-69,-2 2 0,-2 5 0,-1-1 27,1 2 1,0 8 0,2 2 0,3 5-51,1 5 1,2 2-1,4 7 1,0 2 0,1 1 34,4-2 1,2 0 0,6-3-967,0 1 0,4-3 0,1-4 0,1-8 272,0-4 0,4-2 0,-2-7 0,2-2 1,-1-6 618,-5-6 0,-1-4 0,-2-6 0,0 0 0,-2 1 0,-7 3 0,3 2 0,-3 1 76,-2 4 1,-1 5 816,-2 1 1,0 8-396,0 1 1,0 5 0,0 8 0,0 0-1,0 1-158,0 4 1,0-3-1,0 6 1,-2-1-145,-2 0 1,2 0-1,-3 3 1,0-2-364,1 2 0,-4-3 0,2 0 80,-1-1 1,2-2 0,-3-5 124,-2-4 0,4-4 0,2-8 56,2-4 1,2-10 0,2-5 0,2-4 0,5-6-133,2-4 1,8 5-1,1-5 1,1 3-632,1 1 0,1 4 1,5-1-1,2 4-948,-1 5 1617,-2 2 0,5 0 0,1-1 0</inkml:trace>
  <inkml:trace contextRef="#ctx0" brushRef="#br0" timeOffset="2251">1987 170 7811,'-13'-13'-178,"5"5"0,-1 0 1,-1 1 675,-2 0 1,4 4-1,-1-1-216,-1 2 1,0 4 0,0 2-1,2 5 1,-2 2-52,-2 2 1,3 4-1,2 2 1,2 1-82,2 3 1,1 3 0,2 3-1,0 1-199,0-2 0,6-5 1,3-4-51,2-5 0,6 1 0,2-11 0,1-1 0,3-5-169,1-6 0,2-7 0,-2-12 0,-1-3 78,-1-4 1,-6 1-1,1 1 251,-3 5 0,-2 0 0,-2 9 158,-2 3 1,-5 13-1,1 9 1,-2 11-4,-2 6 1,-2 0-1,0 9-320,-3-1 0,1 4 0,4-3 0,0 0-173,0-3 0,0-4 0,0-4 0,1-3-3265,4-5 3542,2-4 0,12-21 0,1-3 0</inkml:trace>
  <inkml:trace contextRef="#ctx0" brushRef="#br0" timeOffset="2599">2245 196 7947,'7'0'740,"-1"0"0,-6 6 0,0 2 0,0 5-548,0 4 0,0 3 0,0 8 0,0 0-136,0 2 1,0 2 0,0-3-1,0 1-9,0-2 1,4-6 0,1-5-244,-3-3 0,0-8 0,-2-6-4,0-7 1,1-12 0,4-6-1,2-10-19,0-6 0,4 0 0,-2 0 0,3 4 145,0 2 0,-2 7 1,1-1-1,0 6 33,-1 6 0,0 8 0,3 6 364,0 6 0,-6 10 0,-1 9 0,-2 3-227,0 5 1,2-1 0,-3 4 0,3 0-383,1 0 1,-4-4-1,2-1-305,1-5 1,1 0 0,6-7 0,0-6 5,0-8 0,0-14 0,0-11 585,0-6 0,0-9 0,0-8 0</inkml:trace>
  <inkml:trace contextRef="#ctx0" brushRef="#br0" timeOffset="2882">2671 15 7486,'0'-13'515,"0"12"1,0 7-1,1 8-74,4 8 0,-2 8 1,5 4-1,1 3-149,-2 2 0,4 1 0,-2 2 1,2 1-231,2-2 0,-4-6 1,-2-7 226,-1-5-686,4 2 0,-14-17 0,-1-1 0,-6-7-59,-6-4 0,2-2 0,-3 4 0,0-3 290,1 2 1,0 2 0,4 1 458,0 0 0,2 6 0,2 2 154,5 4 0,4 1 0,4 1-247,5 3 0,4-4 1,2 1-1,4-4 1,0-1-188,-1-2 0,5-1 1,-3-6-1,2-1-464,-1-4 0,-5-8 0,1-8 0,-1-4-806,1 0 1257,-8-1 0,8-6 0,-10-1 0</inkml:trace>
  <inkml:trace contextRef="#ctx0" brushRef="#br0" timeOffset="3699">3510 170 7811,'-6'-13'101,"3"5"1,-6 0 0,1 1 211,1 0 1,-5 3-1,4-5 1,-4 1 29,-1 0 0,0-2 0,0 5 0,0-1-166,1 0 0,-1 2 0,0 4 1,0 1-97,0 4 1,6 3 0,2 9-1,4 6 75,1 6 1,1 0-1,4 5-197,3 2 1,4 0 0,1 1 0,0 0 0,0 3-7,-1 1 1,-3-6 0,-2-2 0,-1 0 93,-3 0 1,-3-4-1,-4 0-13,-5-6 0,-4-2 1,-4-5-1,-3-3 1,-2 0-219,1-3 0,1-6 1,-2 0-1,4-2-681,-1-2 1,9-6-1,-2-3 492,5-2 1,3-2 0,5-1 0,4-2 0,3-3 372,4-1 0,5 3 0,2-3 0,1 1 0,1-4 0,5 3 0</inkml:trace>
  <inkml:trace contextRef="#ctx0" brushRef="#br0" timeOffset="3932">3497 480 7811,'13'0'18,"-1"0"1,1 0-1,2 0 265,2 0 1,-3 0-1,3-2 1,-2-1 55,-2-1 0,0-2 0,-2 2 1,-1-4-115,-1-4 1,-6-7 0,1-1-1,-3-3-169,-1-2 1,-1 6-1,-2-7 1,-3 2 30,-1-1 0,-6 5 0,-4 5 0,1 5 53,2 5 1,-3 4-1,-1 2 1,3 5-31,0 7 1,2 7 0,1 9-1,0 2-29,3 2 1,-1 2 0,6 3-357,1 1 1,2-2 0,2-1-1,4-3 1,5-1-646,5-4 0,5-6 0,6-5 0,0-4 289,0-5 0,0-8 0,-1-10 631,1-5 0,0-11 0,0-7 0</inkml:trace>
  <inkml:trace contextRef="#ctx0" brushRef="#br0" timeOffset="4199">3806 312 7308,'7'0'764,"-1"1"0,-6 4 0,-1 3-278,-4 4 0,3 2 0,-6 2 0,3 3-324,2 1 0,-3 3 0,0 5 1,1 2-223,-1-1 1,0 3 0,3-1-1,-1 2 83,1 3 0,-3-9 1,2-2-1,0-5 410,-2-5-311,5 0 1,-5-14 0,6-7 0,0-8-178,0-7 0,1-5 1,4-4-114,3-5 0,4-2 0,1-2 0,0 1 0,1-1-278,3 0 1,-3 0-1,5 2-34,0 3 0,-1-1 0,5 8 0,-3 3 0,0 2-31,0 6 1,-4-1 0,1 10 510,-2 0 0,-2 1 0,-6 6 0,-1 0 0</inkml:trace>
  <inkml:trace contextRef="#ctx0" brushRef="#br0" timeOffset="4431">4064 170 7811,'0'13'201,"0"0"0,0 0 0,0 0 0,0 0 142,0 0 1,0 5 0,0 4 0,0 3-104,0 6 1,2-3 0,1 7 0,2 0-177,3 3 1,-4-4-1,4-1 1,1-1 68,-2-4 1,5-6-1,-4-6-94,4-6 0,-1-6 0,-1-10 0,-1-7-139,1-7 0,-3-6 1,0-2-1,0-4-120,1-1 1,-4-1-1,3-5-302,-1 0 0,-2 4 0,-2 2 1,0 4 23,3 0 1,-1 2 0,-3 4 0,2 3 497,2 1 0,5 8 0,-3 5 0</inkml:trace>
  <inkml:trace contextRef="#ctx0" brushRef="#br0" timeOffset="4683">4374 377 8160,'13'11'0,"0"-1"232,0-1 0,0-6 0,0 1 0,-1-3 16,1-1 0,0-1 0,-1-3 0,-2-5-64,-2-3 0,0-5 1,0-1-1,-4-2-242,-2-3 1,-2 3 0,0-2 98,0-1 0,-6 0 0,-2 2 0,-5 5 1,-3 4 53,-1 4 1,-2 5 0,3-1 0,-1 5 47,1 8 1,2 1-1,2 11 1,2 4-26,2 3 1,5 5-1,-1 6 1,2 1-193,2 3 1,2-3 0,2 3 0,6-3-613,6-1 0,0-9 0,5-3 173,2-2 0,0-5 0,0-12 0,-2-5 0,2-6-298,2-5 0,-5-9 811,-3-5 0,3-2 0,0-2 0</inkml:trace>
  <inkml:trace contextRef="#ctx0" brushRef="#br0" timeOffset="4949">4684 312 7844,'-9'13'252,"2"0"341,1 0 1,-2 0 0,3 0-1,2-1-104,2 1 0,1 0 0,0 2 0,0 2-382,0 4 1,0-1-1,0 3 1,0 3 29,0 3 0,0 1 0,-1-4 0,-2 1-115,-2 3 0,-3-4 0,3 0 0,1-6-263,-2-2 1,4-9 202,-7 0 0,6-14 0,-1-6 0,2-8 107,2-5 1,2-5 0,2-10 0,5-1-92,2-3 0,4 7 1,2-2-1,3 0-302,0 1 1,4 3 0,-4 1-1,2 1-475,-1 4 0,1 2 1,4 3-1,1 1-1646,3-1 2445,-9 10 0,21-9 0,-8 7 0</inkml:trace>
</inkml:ink>
</file>

<file path=ppt/ink/ink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47:48.597"/>
    </inkml:context>
    <inkml:brush xml:id="br0">
      <inkml:brushProperty name="width" value="0.06" units="cm"/>
      <inkml:brushProperty name="height" value="0.06" units="cm"/>
    </inkml:brush>
  </inkml:definitions>
  <inkml:trace contextRef="#ctx0" brushRef="#br0">141 97 8327,'0'-13'34,"0"0"0,-2 0 0,-2 0 0,-3 0 651,0 0 0,-5 5-533,4-1 0,-2 7 0,1 2-180,5 8 1,2 3-1,2 3 95,0 4 0,0 6 1,0 6-1,0 0 0,2 0-15,2 0 1,-3 2 0,4-3 0,-4 1 3,-1-2 1,0 1-1,0-2 1,-1 2-52,-4 0 1,2-9 0,-5 4 0,-2-4 7,-2-4 0,-1-3 0,1-5-802,-1-3 1,6-5-321,2-5 1,10-6 1108,3-6 0,4-6 0,0 3 0</inkml:trace>
  <inkml:trace contextRef="#ctx0" brushRef="#br0" timeOffset="166">231 200 8807,'0'13'373,"1"-2"1,4-1-1,3-3-339,4-1 1,5 0-1,2-3 1,-1 1-581,1-1 1,4 3 0,-2-2 0,2-1-957,-1-2 1502,2-7 0,-4-1 0,6-6 0</inkml:trace>
  <inkml:trace contextRef="#ctx0" brushRef="#br0" timeOffset="315">541 161 8221,'-9'0'-639,"0"0"1072,-1 0 1,-1 0-1,-2 1 35,0 4 0,5 2 0,0 7 0,1 5-359,0 7 1,3 2 0,-3 8-1,1 3-258,3 1 0,2-3 1,1 6-1,0-4-211,0-5 0,4-3 0,2-10 0,1-4-552,3-2 0,1-8 912,2-3 0,6-8 0,1-3 0</inkml:trace>
  <inkml:trace contextRef="#ctx0" brushRef="#br0" timeOffset="631">605 290 8215,'0'-13'201,"0"0"1,-4 5 59,0-1 1,-2 12-1,3 1 1,-1 8-13,1 5 0,1 4 1,1 8-1,-2 1-42,-1-1 0,-1 0 0,5-2 0,0 0-164,0-3 1,0-1-1,0 2 1,0-4-147,0-4 1,0-7 0,2-2-175,2-3 0,3-6 1,6-9-1,0-6 51,0-5 0,1-5 1,2-4-1,3-6 41,1-6 0,-3 5 1,3-3-1,0 1 46,0 3 1,-4 10 0,1 4 235,-2 6 1,-8 7 0,-3 15 0,-2 7 10,-2 7 1,0 10-1,0 3 1,-2 1-170,-2 1 0,1-2 0,-4 1 0,1-4-240,3-3 1,2-2-1,1-4-901,0-3 1202,5-10 0,3-2 0,5-6 0</inkml:trace>
  <inkml:trace contextRef="#ctx0" brushRef="#br0" timeOffset="831">1121 148 8215,'-5'-7'0,"-3"1"0,-5 6 0,-1 0 187,-3 0 1,1 12 0,-4 5-1,0 7 396,0 6 0,0 3 0,-3 6 0,3 3-236,1 5 1,8-4-1,6 7 1,4-4-302,1-4 0,7-4 1,6-5-1,7-6-395,5-4 1,2-13 0,3-1 0,4-6-740,4-3 0,-3-10 0,1-3 1088,0-1 0,4-6 0,-7 0 0</inkml:trace>
  <inkml:trace contextRef="#ctx0" brushRef="#br0" timeOffset="1197">837 1026 7658,'-8'-18'0,"-1"1"-241,-1 1 0,-1 5 1,-2-1 657,0-2 1,-1 4 0,-1 7 0,-1 6-25,1 6 1,8 4 0,-6 5 0,1 7-194,1 3 1,2 8-1,2-2 1,1 4-133,3 0 0,2 1 0,1-2 0,0-1-65,0-1 0,6-10 1,2 3-1,5-4-958,4-5 0,-1-8 0,4-4 0,0-2-519,0-7 1474,2-4 0,4-12 0,-1-2 0</inkml:trace>
  <inkml:trace contextRef="#ctx0" brushRef="#br0" timeOffset="1364">1044 884 8213,'-17'18'0,"-2"4"-238,-1 2 1,3 3-1,-3 2 1,1 3 512,3 1 0,3-3 0,3 4 0,3 2-300,1 1 0,2-4 0,6-3 0,2-3-427,4-1 1,4-6-1,1-4 1,1-6 451,3-6 0,-2-8 0,3-3 0</inkml:trace>
  <inkml:trace contextRef="#ctx0" brushRef="#br0" timeOffset="1597">1108 1103 8212,'-17'17'0,"0"0"-247,1-1 1,2 4 0,1 2 0,2 2 660,2 2 1,3 0 0,6-1-1,2 1-550,2 0 1,9-6 0,7-4 0,3-6-108,3-6 1,-3-4-1,5-4 1,-3-6 172,-4-6 0,-4-1 0,2-7 0,-3-4 136,-5 1 0,-7 0 1,1 1-1,-5 0 191,-5 0 0,3 5 0,-7 1 0,-1 1-138,-1 3 1,-2 2-1,0 3 1,0 1-717,0 1 0,4 6-784,1-1 1381,5 8 0,-3 3 0,6 6 0</inkml:trace>
  <inkml:trace contextRef="#ctx0" brushRef="#br0" timeOffset="1797">1431 935 8129,'-20'2'185,"3"2"1,1 5 193,-1 2 1,5 2-1,-4 0 1,1 1-11,0 3 0,5 5 0,3 7 0,1 2-153,4 2 0,0-4 0,4 1 0,0-3-631,3-1 0,9-6 0,-1-3 0,3-4 239,2-4 0,-2-4 0,4-5 0,0-1-994,0-3 0,-2-4 1,2-6 1169,-2-3 0,5 3 0,-3-5 0</inkml:trace>
  <inkml:trace contextRef="#ctx0" brushRef="#br0" timeOffset="1980">1650 922 8145,'0'-7'-901,"-4"13"1,-2 12 1541,-1 10 1,-2 0-1,-2 8 1,1 3-465,1 3 1,5 6 0,-3-2 0,1 0-493,3-3 1,2-4 0,1-6 0,0-6-210,0-4 0,6-13 1,2-1-1,4-8 524,1-5 0,5-4 0,2-4 0</inkml:trace>
  <inkml:trace contextRef="#ctx0" brushRef="#br0" timeOffset="2130">1792 1077 8146,'-6'-7'0,"-2"3"175,-4 2 0,4 2 0,-1 2 0,-1 2 412,-1 5 1,-2 8-1,1 4 1,2 4-451,2 0 0,5 3 1,-1 0-1,2 2-352,2-1 0,2-6 0,2-3 1,6-1 104,6-3 1,2-6 109,4-2 0,2-5 0,-4 3 0</inkml:trace>
  <inkml:trace contextRef="#ctx0" brushRef="#br0" timeOffset="2230">2012 1296 8146,'-6'13'-305,"4"-4"305,-2 0 0,3-1 0,1 5 0</inkml:trace>
</inkml:ink>
</file>

<file path=ppt/ink/ink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47:46.546"/>
    </inkml:context>
    <inkml:brush xml:id="br0">
      <inkml:brushProperty name="width" value="0.06" units="cm"/>
      <inkml:brushProperty name="height" value="0.06" units="cm"/>
    </inkml:brush>
  </inkml:definitions>
  <inkml:trace contextRef="#ctx0" brushRef="#br0">39 33 7912,'7'-8'133,"-3"-1"0,-2 5 76,-2-5 1,0 8 0,1-1 0,2 8-47,2 6 0,-1 0 1,-4 13-1,0 3-15,0 4 1,0 4 0,0 5 0,0 5-259,0 4 0,0-4 0,0 9 0,0-1-635,0-1 0,0-10 1,-2-7-1,0-6 745,-3-5 0,-5-8 0,3 1 0,-6-5 0</inkml:trace>
  <inkml:trace contextRef="#ctx0" brushRef="#br0" timeOffset="150">0 472 7752,'0'-13'-82,"5"0"1,-1 0 0,0-1 463,2-3 1,-3 2 0,5 0 0,2 3-103,2 4 0,2-1 0,2-3 0,3 2-239,1 2 1,1 5 0,5-3 0,0 0-624,0-2 0,-5 1 1,-1-2-1,0 1 68,0 0 0,-4-3 0,1 4 514,-2 0 0,-2-5 0,-1 5 0</inkml:trace>
  <inkml:trace contextRef="#ctx0" brushRef="#br0" timeOffset="670">349 330 9118,'0'14'134,"0"4"0,0-3 1,0 7-1,0 2-113,0 5 1,0 0 0,0 4 0,1-2-332,3-2 0,-2-1 0,2 0 0,-1-1-562,1-3 1,-1-11 472,6 0 0,-1-9 399,5 1 0,6-15 0,1-5 0</inkml:trace>
  <inkml:trace contextRef="#ctx0" brushRef="#br0" timeOffset="967">568 330 7912,'-13'0'537,"0"0"1,0 6 0,2 2-397,2 4 1,-1 6 0,6 3 0,1 0-87,2 1 1,1-1-1,0 3 1,1-2 46,3-5 0,4-3 1,4-2-1,1-2-415,0-1 0,0-7 0,0 1 0,0-6 56,0-5 0,0-9 0,0-6 207,0-6 1,-2 0-1,-1-4 1,-3 2 0,0 4 442,1 4 0,-6 4-248,3 6 1,-4 9 0,-1 8-1,-1 12-120,-4 7 0,4 4 0,-5 3 1,2 3-323,0 0 0,-1 0 1,5-6-1,0 1-421,0-4 1,2-7-1,2-1 718,5-6 0,2-4 0,2-12 0,0-1 0</inkml:trace>
  <inkml:trace contextRef="#ctx0" brushRef="#br0" timeOffset="1433">774 382 7941,'-1'-8'462,"-3"4"1,2 4 0,-2 4-302,3 5 0,2 8 1,2 5-1,3 4-150,1 4 1,0 1-1,3 4 1,-1-4 108,1 1 1,-3-9-1,0 1 1,0-4-232,0-4 1,-2-3 0,3-5 238,2-3 0,0-11 1,-1-7-1,-3-7-123,-1-4 0,2-7 1,5 0-1,-2-2-186,-1-3 0,-1 3 1,5 0-1,0 2-301,0 2 0,0 2 0,0 2 0,0 2 55,0 2 1,1 9-1,0 0 1,2 2 426,0 2 0,-9 3 0,4 6 0,-2 3 0,-2 5 0,-3 2 0,4 2 11,-3 0 0,0 0 0,-5 0 0,1-1 0,2-2 775,1-2 1,2-4 874,-2 5-1434,3-6 1,5 1 0,-3-10 0,-5-5 0,-3-5-49,-1 0 1,0 1 0,0-1-1,0-1-151,0 1 0,-5 6 0,-4 3 1,-3 1 29,0 3 1,0 7-1,2 6 1,1 8 149,-1 7 0,3 7 0,0 7 1,1-1-47,3 1 1,3-4 0,5-2 0,5 0-677,6-1 1,4-9-1,5-3-339,1-8 0,4-2 0,2-7 0,1-6 853,3-8 0,1-8 0,2-7 0</inkml:trace>
</inkml:ink>
</file>

<file path=ppt/ink/ink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49:05.604"/>
    </inkml:context>
    <inkml:brush xml:id="br0">
      <inkml:brushProperty name="width" value="0.06" units="cm"/>
      <inkml:brushProperty name="height" value="0.06" units="cm"/>
    </inkml:brush>
  </inkml:definitions>
  <inkml:trace contextRef="#ctx0" brushRef="#br0">63 387 8017,'-12'-1'20,"-1"-3"1,4 2-1,2-4 1,0 2 747,-1 0 0,6-2-562,-3 2 1,5-3 0,5-6 0,3 0-1,5-2-31,4-2 1,-1-4-1,6-8 1,2-1-823,5 1 0,-5 1 0,3-1-1142,-2-1 1789,8 0 0,-12-2 0,11-1 0</inkml:trace>
</inkml:ink>
</file>

<file path=ppt/ink/ink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49:07.021"/>
    </inkml:context>
    <inkml:brush xml:id="br0">
      <inkml:brushProperty name="width" value="0.06" units="cm"/>
      <inkml:brushProperty name="height" value="0.06" units="cm"/>
    </inkml:brush>
  </inkml:definitions>
  <inkml:trace contextRef="#ctx0" brushRef="#br0">1 10 8566,'1'-7'765,"2"4"1,1 6-422,-1 6 1,0 9 0,0 7 0,1 6-104,-1 6 1,3 5-1,-2 11 1,-1 4-2,-2 8 0,-1 1 1,0 5-256,0 0 1,0 2 0,0-4 0,0-5-150,0-7 1,-1 1-1,-2-14 1,-1-6-1,1-7-148,1-7 0,2-14 128,0-5 0,0-14 1,0-9 96,0-3 0,6-1 0,1-9 0,2-3 99,-1-3 1,2-3 0,6-2 0,1-2 92,-1-2 0,4 7 1,0 0-1,2 5-30,-1 7 1,-5 8 0,1 3 0,-2 8-46,-2 8 1,-5 11-1,-1 12 1,-1 7-31,-3 9 1,-2 1 0,-1 6-152,0-2 0,0-2 0,0-5 0,2-1 0,1 0-367,1-5 1,6-6 0,-1-7 0,4-3-72,4-8 0,-2-6 0,6-6 374,-3-8 0,4-7 0,-4-10 0,2-6 0,2-6 215,-2-5 0,0 1 0,-6 0 0,1 0 0,-4 0 0,-2 9 0,-1 0 417,-3 4 1,-5 4 0,-5 9 0,-3 7-52,-4 7 0,-1 6 1,1 6-1,-1 7 678,0 7 0,0 4 0,1 2 0,2 2-581,2 2 1,1 3 0,-2 5 0,5 1-339,2 0 1,2-5 0,0-1 0,0-1-213,0-4 1,7-2 0,5-6 0,5-7-111,3-7 0,-3-6 0,5-6 0,1-8-155,1-11 0,-2-12 0,-2-10 1,-2-3 126,-2-2 1,-2 0-1,-1 4 1,-1 3 477,-4 7 1,-2 16 65,-6 0 0,0 17 1,0 0-1,0 13 0,-1 9-165,-4 9 1,4 1 0,-3 7-1,2 2-109,2 1 1,0-1-1,0 0 1,0 0-857,0-5 0,0-3 0,2-7-239,2-4 0,3-4 0,6-4 1,0-5-1,0-4 1050,0-4 0,0-9 0,0-10 0,1-6 0,3-5 0,-3-3 0,4-2-26,-4 0 0,-1 2 0,0 3 1,-2 4-1,-2 4 290,-5 4 1,-1 5 556,1 8 0,-2 11 1,3 11-260,1 7 0,-3 10 1,6 6-1,-1 4 1,1 4-144,-1 2 0,-3-1 0,3 3 0,2 1-199,2-4 1,1-8 0,0-6 0,0-2-149,0-5 0,-5-12 1,1-3-1,-1-8-110,-1-5 0,4-11 0,-6-11 0,1-6 89,0-6 0,-2-6 0,-4-2-417,0 0 1,0-3 0,0 6 0,0 2 0,0 1-823,0 1 0,0 9 0,0 3 0,0 1-388,0 3 1,0 10 1575,0 0 0,6 9 0,1-2 0</inkml:trace>
</inkml:ink>
</file>

<file path=ppt/ink/ink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49:07.271"/>
    </inkml:context>
    <inkml:brush xml:id="br0">
      <inkml:brushProperty name="width" value="0.06" units="cm"/>
      <inkml:brushProperty name="height" value="0.06" units="cm"/>
    </inkml:brush>
  </inkml:definitions>
  <inkml:trace contextRef="#ctx0" brushRef="#br0">90 283 8161,'18'8'634,"-1"-1"0,0-1-44,2-3 1,-5-2-1,3-1 1,-3 0-225,-1 0 0,-4-5 0,-2-4 0,-1-4 282,-3-4 1,-2-3-1,-1-6 1,0-1-416,0-3 0,-6 2 0,-4-2 0,-4 3-95,-3 1 0,-6 6 0,3 5 0,-2 4 79,1 7 1,4 10 0,-3 7 0,1 8-108,3 8 0,2 5 0,2 9 0,4 5 130,3 2 0,4 1 0,1 1-240,0 0 1,6-2-1,4-3 1,6-5 0,7-6-1132,5-6 0,2-15 0,8-6 0,2-9-4717,0-9 5848,6-5 0,0-23 0,5-3 0</inkml:trace>
</inkml:ink>
</file>

<file path=ppt/ink/ink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49:07.854"/>
    </inkml:context>
    <inkml:brush xml:id="br0">
      <inkml:brushProperty name="width" value="0.06" units="cm"/>
      <inkml:brushProperty name="height" value="0.06" units="cm"/>
    </inkml:brush>
  </inkml:definitions>
  <inkml:trace contextRef="#ctx0" brushRef="#br0">233 39 8161,'0'-9'-60,"-1"2"348,-4 1 1,3 1 0,-7 2 223,-1-1 1,-3-1-1,-3 5 1,-2 2-124,-3 2 0,0 3 0,-3 8-212,2 2 0,-1-2 1,6 7-1,3-1 1,4 1-156,5-1 0,4-3 1,2 2-1,5-2-173,7-2 1,3-7 0,8-5-1,3-2-59,1-2 0,3-12 0,-1-4 1,-1-5 111,-2-5 0,-1 3 0,-2-7 1,-1 3 173,-1 1 1,-11 6-1,2 4 267,-1 6 0,-1 4 1,0 8-1,0 3-482,-3 8 0,1 6 0,4 7 0,1 0-370,3-1 0,-1 1 509,5 0 0,1-6 0,4-1 0</inkml:trace>
</inkml:ink>
</file>

<file path=ppt/ink/ink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49:08.753"/>
    </inkml:context>
    <inkml:brush xml:id="br0">
      <inkml:brushProperty name="width" value="0.06" units="cm"/>
      <inkml:brushProperty name="height" value="0.06" units="cm"/>
    </inkml:brush>
  </inkml:definitions>
  <inkml:trace contextRef="#ctx0" brushRef="#br0">39 122 8250,'-6'-13'-3,"3"4"0,-4 1 0,1-2 166,3-2 1,0-1 1421,-1 0-1355,3 6 1,-5 9-1,6 11 1,0 7-1,0 4 52,0 2 1,1 5-1,4 4 1,2 2-166,0 2 1,5-1 0,-4 0-1,4-2-205,1-2 1,1-7 0,2-1 0,1-7-296,-1-5 0,4-8 1,0-8-1,1-11-32,1-11 0,-2-13 0,3-11 0,-3-5 222,-2-7 1,1 6-1,-5-5 1,-1 9 125,-5 7 0,-1 14 324,-3 8 0,0 12 0,-5 10 1,-2 12-1,-1 12-52,1 8 0,1 4 0,2 2 0,0 1-463,0 3 0,2-7 0,2 2 0,5 0-408,2-1 0,2-7 1,0-4 665,0-6 0,6 6 0,1-12 0</inkml:trace>
</inkml:ink>
</file>

<file path=ppt/ink/ink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49:09.121"/>
    </inkml:context>
    <inkml:brush xml:id="br0">
      <inkml:brushProperty name="width" value="0.06" units="cm"/>
      <inkml:brushProperty name="height" value="0.06" units="cm"/>
    </inkml:brush>
  </inkml:definitions>
  <inkml:trace contextRef="#ctx0" brushRef="#br0">65 114 8241,'-4'14'154,"-1"3"1,1 1 0,4 7-1,0 7 394,0 4 1,0 8-1,0 2 1,1 3-314,4 2 1,-2-5-1,5 7 1,1-1-507,-2-3 1,4-11-1,-3 0 1,-1-5-95,-3-5 1,2-2-311,-2-4 1,0-15 0,-5-13 0,-3-10 674,-5-9 0,-4-7 0,-3-7 0,-1-1 0,1-3 0,2-3 0,3-4 0,1 0 0,1-2 0,6 8 0,-1-8-97,2 2 0,2 3 0,0 2 0,2 8 1,3 3 553,8 1 1,2 5 0,6 3-244,2 6 0,0 6 1,0 4-1,-3 7 0,-1 6 219,-3 9 1,-6 1 0,-3 9-1,-2 3-201,-2 3 0,-3 6 1,-3 0-1,-2 2-111,-2 2 0,-3-5 0,-6 1-361,-1 0 1,4-4-1,4-4 1,-1-7 0,0-4-1471,1-5 0,-1-8-97,6-3 1807,0-6 0,9-18 0,3-3 0</inkml:trace>
</inkml:ink>
</file>

<file path=ppt/ink/ink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49:09.453"/>
    </inkml:context>
    <inkml:brush xml:id="br0">
      <inkml:brushProperty name="width" value="0.06" units="cm"/>
      <inkml:brushProperty name="height" value="0.06" units="cm"/>
    </inkml:brush>
  </inkml:definitions>
  <inkml:trace contextRef="#ctx0" brushRef="#br0">26 167 8250,'2'12'114,"2"1"1,-2 2 0,2 0 0,-3 4 511,-1 1 0,0 6 0,2 6 1,1 1-226,1 2 1,0-2 0,-4 2 0,0 1-277,0 1 0,2-4 0,0-3 0,3-3-667,-2-1 0,-2-6-635,-1-3 1,0-10-1,-1-8 562,-4-11 0,2-6 0,-4-9 0,0-3 615,0-5 0,0-2 0,-2-2 0,3 0-31,1 1 0,3-1 1,-2 0 178,3 1 1,1 3 0,0 1 0,0 1-1,0 1 491,0 2 1,7 6 0,4-5-1,6 5-138,3 2 0,-2 11 0,3-1 0,1 5-295,-2 4 0,-2 9 0,-5 7 0,-1 8-55,-4 8 0,-2 4 0,-6 6 1,0 1-216,0 3 1,-6-6-1,-1 3 1,-1-1-395,-1-3 1,2-6-1,-3-1 1,3-5-973,1-2 0,2-11 1430,4 2 0,-6-9 0,-1 2 0</inkml:trace>
</inkml:ink>
</file>

<file path=ppt/ink/ink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49:09.703"/>
    </inkml:context>
    <inkml:brush xml:id="br0">
      <inkml:brushProperty name="width" value="0.06" units="cm"/>
      <inkml:brushProperty name="height" value="0.06" units="cm"/>
    </inkml:brush>
  </inkml:definitions>
  <inkml:trace contextRef="#ctx0" brushRef="#br0">1 271 8250,'26'0'0,"-1"0"0,-3 0 0,-2-1 0,-1-3 545,-4-5 1,1-2-1,0-4 1,1 0-111,-1-3 1,-2-5-1,-2 3 1,-4-1-386,-3-1 0,-4 1 0,-2-4 0,-4 4-88,-3 4 0,-4 4 0,-2 4 189,-3 5 1,1 3 0,-4 3 0,1 6 0,3 7 254,2 8 0,1 2 1,0 8-1,2 0-385,2 0 1,3-3-1,6 4 1,0 0-632,0-1 0,0-1 0,2-8-1,2-2 0,8-1 0,6-8 0,2-6 1,2-4 610,-2-3 0,4-17 0,-4-4 0</inkml:trace>
</inkml:ink>
</file>

<file path=ppt/ink/ink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49:09.952"/>
    </inkml:context>
    <inkml:brush xml:id="br0">
      <inkml:brushProperty name="width" value="0.06" units="cm"/>
      <inkml:brushProperty name="height" value="0.06" units="cm"/>
    </inkml:brush>
  </inkml:definitions>
  <inkml:trace contextRef="#ctx0" brushRef="#br0">126 8 8250,'-7'-7'1664,"2"7"1,5 10-1,0 5-1327,0 7 1,0 4-1,-2 2 1,-1 5-210,-1 5 1,-2-3 0,2 8 0,-5-1 24,-2 1 1,-2-9-1,0-1 1,0-7 193,0-4 0,5-12-735,-1-2 1,6-12-1,0-7 1,6-8 158,6-5 1,4-1 0,4-8-1,6 0 130,5 0 1,0 3 0,3-3-261,1 2 0,-1 1 0,4 5 1,-5 4-1,-1 4-1918,1 2 0,-7 8 2277,2 3 0,-7 14 0,0 4 0</inkml:trace>
</inkml:ink>
</file>

<file path=ppt/ink/ink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49:10.485"/>
    </inkml:context>
    <inkml:brush xml:id="br0">
      <inkml:brushProperty name="width" value="0.06" units="cm"/>
      <inkml:brushProperty name="height" value="0.06" units="cm"/>
    </inkml:brush>
  </inkml:definitions>
  <inkml:trace contextRef="#ctx0" brushRef="#br0">39 85 8312,'-6'-14'112,"-1"-2"1,-2-1 897,1 1 1,5 6 823,-1 1-1599,2 7 0,2 2 0,2 10 0,1 4-69,1 3 1,0 6 0,-4-1 0,2 3-126,2 6 0,-3-4 1,4 3-1,-4-3-326,-1-1 1,0-3-1,0 0 1,0 1-185,0-1 1,0-6 0,0 1-691,0-4 791,0-7 0,6-20 1,2-10 378,4-1 1,2-1 0,3 0 0,5 0 85,2 4 1,2-2 0,0 6 0,1 2-63,3 5 1,-7 4-1,3 6 1,-3 2 233,-3 2 1,-1 5 0,-8 7 0,-2 2 332,-5 2 1,-3 2 0,-2 4 0,-5-1-159,-7 1 0,-1-4 1,-9-2-1,-3-2-235,-2-2 1,-4-1 0,3-4-142,-1-2 0,0 1 0,4-6 0,2 0 1,1 1-1895,2-1 0,9 0 1167,-1-4 1,10-1 0,3-2-1,8-1 659,3 1 0,8-4 0,1-1 0</inkml:trace>
</inkml:ink>
</file>

<file path=ppt/ink/ink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49:10.735"/>
    </inkml:context>
    <inkml:brush xml:id="br0">
      <inkml:brushProperty name="width" value="0.06" units="cm"/>
      <inkml:brushProperty name="height" value="0.06" units="cm"/>
    </inkml:brush>
  </inkml:definitions>
  <inkml:trace contextRef="#ctx0" brushRef="#br0">63 174 8312,'-13'1'259,"0"3"1,5 4 0,1 5-1,0-1 115,-1 1 1,5 2 0,-1 0-1,4 4-30,4 1 1,5-4-1,7 1 1,1-3-409,-1-1 0,2-1 0,1-4 1,0-3-139,-1-4 1,1-2 0,-3-4 45,1-3 0,-1-5 0,-6-6 1,-3-5-1,-1-5-20,-3 1 1,-2-4 0,-2 2 0,-4 1 109,-3 2 0,0 6 0,0-1-75,-2-1 0,-2 4 0,1 2 1,1 4-1607,1 5 1747,1-4 0,0 17 0,3-4 0</inkml:trace>
</inkml:ink>
</file>

<file path=ppt/ink/ink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49:11.086"/>
    </inkml:context>
    <inkml:brush xml:id="br0">
      <inkml:brushProperty name="width" value="0.06" units="cm"/>
      <inkml:brushProperty name="height" value="0.06" units="cm"/>
    </inkml:brush>
  </inkml:definitions>
  <inkml:trace contextRef="#ctx0" brushRef="#br0">39 45 8739,'-13'0'767,"4"0"0,2 1-541,1 4 1,2 2 0,6 7 0,0 2 44,3 1 0,9 6 1,-1-2-1,1 4-2,1 1 1,2-5-1,0-1 1,0-1-572,2-3 1,-5-2-1,3-3 1,-2-2 29,-2-5 1,0-8 0,-2-6 0,-2-6 111,-5-5 1,-1-9 0,0-3 0,1-2 55,-1 1 0,-2 5 0,-1 0 418,0 7 0,0-1 625,0 5 1,0 8-858,0 10 1,0 8 0,0 9 0,0 3-1,2 1-159,2 1 1,-1-1-1,4 4-98,-1-4 1,4 2 0,-3-4 0,2-1-1,-2 1-1310,-1-3 0,2-2 0,-2-2 1485,1-4 0,-3-2 0,5-6 0,-6-12 0,3-2 0</inkml:trace>
</inkml:ink>
</file>

<file path=ppt/ink/ink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49:11.402"/>
    </inkml:context>
    <inkml:brush xml:id="br0">
      <inkml:brushProperty name="width" value="0.06" units="cm"/>
      <inkml:brushProperty name="height" value="0.06" units="cm"/>
    </inkml:brush>
  </inkml:definitions>
  <inkml:trace contextRef="#ctx0" brushRef="#br0">0 90 8312,'0'-20'0,"2"2"0,1 4 557,1 1-138,0 6 0,-4 3 0,2 8 0,1 6-8,1 6 0,2 0 0,-3 5 1,1 2-54,-1 1 1,2-2 0,0-1 0,-1 1-228,2-2 1,-5 4 0,4-4-1,-3 0-176,3-2 1,-4-4 0,3-1-458,-2 0 1,-1-6 324,4-3 0,-4-9 0,3-8 0,-1-9 7,1-7 1,-1 1 0,5-5-1,-1 0 186,0 0 0,-3 4 0,5-1 0,-1 4 168,0 5 1,3 2 0,-2 8-42,2 2 1,2 5 0,-2 10 3,-2 6 1,1 7 0,-4 10 0,1 4-1,2 5-271,-2 3 0,3-1 0,-4-3 1,-1-3-969,1-3 1,4-4-1,-1-3 36,2-2 0,2-9 1,-2-11 1055,-2-4 0,3-11 0,-5-7 0</inkml:trace>
</inkml:ink>
</file>

<file path=ppt/ink/ink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49:11.802"/>
    </inkml:context>
    <inkml:brush xml:id="br0">
      <inkml:brushProperty name="width" value="0.06" units="cm"/>
      <inkml:brushProperty name="height" value="0.06" units="cm"/>
    </inkml:brush>
  </inkml:definitions>
  <inkml:trace contextRef="#ctx0" brushRef="#br0">104 109 8312,'0'-13'-74,"0"0"64,0 0 0,0 1 0,0-1 617,0 0 1,0 0-20,0 0 1,0 7 0,0 6-141,0 7 0,1 11 0,2 3 0,3 5-114,1 4 1,2-1 0,2 4-1,-1-2-39,-1-2 1,-2-3 0,3-3-490,-1-2 1,-7-5 0,4 1-374,0-3 1,-6-6-1,0-3 1,-9 0 141,-6-1 1,-1 0 0,-4-2 0,0 1 520,0 1 1,-1 6 0,0-2 0,4 4 195,2 1 1,7 1-1,1 3-115,1 5 1,2 1-1,5 0 1,3-3 115,5-2 1,8 3 0,5-9-1,2-4 1,3-6-600,3-2 1,-1-7 0,4-6 0,-1-7-948,-4-4 1,-1 2 0,-4 2 475,-5 2 0,-1-4 0,-10 5 777,0 1 0,-7 8 0,-7 2 0</inkml:trace>
</inkml:ink>
</file>

<file path=ppt/ink/ink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49:12.219"/>
    </inkml:context>
    <inkml:brush xml:id="br0">
      <inkml:brushProperty name="width" value="0.06" units="cm"/>
      <inkml:brushProperty name="height" value="0.06" units="cm"/>
    </inkml:brush>
  </inkml:definitions>
  <inkml:trace contextRef="#ctx0" brushRef="#br0">259 179 8312,'0'-20'-480,"-2"3"459,-2 3 1,1 1 0,-5-2 0,-2-2 449,-2-4 1,-2 2 0,-2 3 0,-3 5 112,-1 2 1,5 6 0,-3-1 0,3 4-16,-3 4 0,4 5 0,-3 8 1,3 5-28,1 2 0,4 3 0,2 3-310,1 5 1,2 1 0,4 1 0,1-1 0,4 1-443,3-1 1,4-5 0,2 1-1,3-3-369,5-5 1,2-5-1,2-1-74,0-3 0,2-1 0,0-10 0,-4-4-409,0-7 1,-1-3 0,0-11 0,-4-2 1103,-5-2 0,2-6 0,-9-2 0</inkml:trace>
</inkml:ink>
</file>

<file path=ppt/ink/ink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49:12.569"/>
    </inkml:context>
    <inkml:brush xml:id="br0">
      <inkml:brushProperty name="width" value="0.06" units="cm"/>
      <inkml:brushProperty name="height" value="0.06" units="cm"/>
    </inkml:brush>
  </inkml:definitions>
  <inkml:trace contextRef="#ctx0" brushRef="#br0">1 1 8312,'0'13'-152,"0"-1"0,0 1 0,0 0 346,0 0 0,0 1 0,0 2 0,0 3 169,0 1 0,0 1 0,0 5 0,0-1-261,0-4 1,4 4 0,0-4 0,1 3-52,1 2 0,-5-6 0,3-3 0,-1-1-131,1 1-88,-2-8 1,5 3-1,-4-14 1,1-2 149,-1-5 0,-2-4 0,1-4 1,1-6 11,1-6 1,2 5-1,-3-3 1,2 1 20,3 3 0,-6 6 0,3 0 195,-4 2 0,4 7 0,0 1 15,2 1 1,-2 7 0,2 8 0,-1 4-113,-4 4 1,1 2-1,0 4 1,3-2-835,1 2 0,-4 1 0,3 1 1,-2-2-684,0-2 1,2-4 1403,-2 5 0,4-6 0,4 2 0</inkml:trace>
</inkml:ink>
</file>

<file path=ppt/ink/ink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49:12.901"/>
    </inkml:context>
    <inkml:brush xml:id="br0">
      <inkml:brushProperty name="width" value="0.06" units="cm"/>
      <inkml:brushProperty name="height" value="0.06" units="cm"/>
    </inkml:brush>
  </inkml:definitions>
  <inkml:trace contextRef="#ctx0" brushRef="#br0">14 284 6942,'0'-12'47,"0"3"1,1 2 0,2 0 350,1-1 0,2 4 0,-2-4-171,5-2 0,3 2 0,0 0 1,3-2-173,2-2 1,-1-1 0,4 0-1,-2 1-110,-2-1 0,0 0 0,-2 0 1,1 0-70,-4 0 0,-7 0 0,1 0 141,-4 0 1,-2 2-1,-5 1 1,-5 3-1,-7 1 213,-2 3 1,-1 2 0,-4 2 0,2 3 75,2 5 1,4 4 0,-3 4 0,1 5-62,3 2 1,8 3-1,3 2 1,4 2-226,1 2 0,0 2 1,0 1-1,1-3-548,4-3 0,3-9 0,8 6 0,3-2-125,1-7 0,-3-3 0,4-7 304,2-3 0,2 0 0,1-2 0,-2-4 0,-1-8 349,-2-7 0,1-4 0,4-5 0</inkml:trace>
</inkml:ink>
</file>

<file path=ppt/ink/ink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49:13.286"/>
    </inkml:context>
    <inkml:brush xml:id="br0">
      <inkml:brushProperty name="width" value="0.06" units="cm"/>
      <inkml:brushProperty name="height" value="0.06" units="cm"/>
    </inkml:brush>
  </inkml:definitions>
  <inkml:trace contextRef="#ctx0" brushRef="#br0">193 45 8312,'-26'0'117,"5"0"1,1 1-1,1 3 337,3 5 0,0 4 0,1 3 0,-3 2-117,3 2 0,5 3 0,3 6 1,1 1 76,3-1 0,3-1 0,4 1 1,5 1-497,2-1 0,4-6 1,0-2-1,4 1-409,1-2 1,2-3 0,3-8 0,1-5-479,0-2 1,0-2 0,-2-2 0,-1-2 968,-1-5 0,-5-8 0,3-5 0,-1-3 0,-4-5 0,-2 1 0,-3-4 0,-3 0 0,-1 0 0,0 0 0,-3-1-35,1 3 0,0 1 1,-4 3-1,0 4 1,-1 3-40,-3 4 0,2 6 473,-2 2 1,-2 6-1,2 2 1,1 7 234,2 5 0,1 2 0,0 3 0,0 5 1,0 2-186,0 2 1,0 1 0,1 2 0,2 3-448,1 1 1,0 1 0,-4 3 0,0-1-906,0-2 0,0-3 0,2 0-111,2-4 0,-2 1 0,3-13 94,1-3 0,0-6 920,2-11 0,4-8 0,-5-7 0</inkml:trace>
</inkml:ink>
</file>

<file path=ppt/ink/ink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49:13.535"/>
    </inkml:context>
    <inkml:brush xml:id="br0">
      <inkml:brushProperty name="width" value="0.06" units="cm"/>
      <inkml:brushProperty name="height" value="0.06" units="cm"/>
    </inkml:brush>
  </inkml:definitions>
  <inkml:trace contextRef="#ctx0" brushRef="#br0">168 27 8608,'-13'-12'521,"0"4"0,0 2 0,1 6 0,-1 0-27,0 0 0,0 1 1,1 4-1,2 3-199,2 4 0,-1 2 1,-2 2-1,2 2 238,5 2 0,-2 2 0,2 4-15,1 0 0,1-2 1,2-1-1,0-3-453,0-1 0,6 2 1,3-4-1,2-2 0,4-4-593,2-2 1,-1-2 0,5 1 0,1-3-993,-2-4 0,4-1 0,-2-1 745,2-4 1,2 3 0,-1-7 0,0-1-1,-2 0 775,-2 1 0,-5-2 0,3 4 0</inkml:trace>
</inkml:ink>
</file>

<file path=ppt/ink/ink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49:13.617"/>
    </inkml:context>
    <inkml:brush xml:id="br0">
      <inkml:brushProperty name="width" value="0.06" units="cm"/>
      <inkml:brushProperty name="height" value="0.06" units="cm"/>
    </inkml:brush>
  </inkml:definitions>
  <inkml:trace contextRef="#ctx0" brushRef="#br0">40 0 8193,'-9'0'-634,"0"0"889,-1 0-1091,5 0 0,-1 2 836,6 2 0,0-3 0,0 5 0</inkml:trace>
</inkml:ink>
</file>

<file path=ppt/ink/ink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50:01.519"/>
    </inkml:context>
    <inkml:brush xml:id="br0">
      <inkml:brushProperty name="width" value="0.06" units="cm"/>
      <inkml:brushProperty name="height" value="0.06" units="cm"/>
    </inkml:brush>
  </inkml:definitions>
  <inkml:trace contextRef="#ctx0" brushRef="#br0">45 88 7724,'0'-11'29,"0"4"1196,0-1-468,0 6 1,0-2-446,0 8 1,0 3-1,1 8 1,2 5-62,0 5 0,1 5 1,-4 7-1,0 4-235,0 2 1,0 3 0,0 1 0,0 2-388,0-2 1,0-6 0,-1-4 0,-2-5-382,0-6 1,-6-6-1,3-14 68,-1-6 1,1-11 0,4-10-1,-2-5 684,2-2 0,-1-2 0,1-4 0,-2 1 0,0-1 0,4 1 0,0 0 0,0 4 0,0 3 0,1 1 0,2 1 89,1 2 1,4-2-1,1 8 1,3 0-1,4 0 333,2 2 1,-2 6 0,4 1 0,2 2-143,2 3 1,-3 6 0,5 4-1,-1 6 5,1 5 1,-8 2 0,1 1-68,-5 0 0,-4 6 0,-3 1 0,-3 3 0,-3-1 77,-1-2 1,-3-3 0,-3 3-1,-6-1-61,-4 1 0,-3-8 0,-2-1 0,0-5-64,-1-5 1,5-3 0,-5 1 0,2-5-635,3-1 1,1-2 0,5 0-725,-1 0 0,6-5 0,3-3 0,1-2-423,2-1 1611,0 0 0,5 0 0,1 0 0</inkml:trace>
  <inkml:trace contextRef="#ctx0" brushRef="#br0" timeOffset="300">558 356 8155,'8'7'1266,"-1"-4"-1065,2-1 0,1-2 0,1 0 178,0 0 1,-3-5 0,-2-3 0,0-3-334,0-4 1,1 1 0,0-4 0,-3-2-283,-3-1 0,-1-3 0,0 1 0,-1-1 176,-3 3 0,-3 6 0,-7 2 0,-2 3 231,-2 2 0,1 6 1,-3 0-1,2 9 3,-2 8 0,4 6 0,1 5 1,2 5 289,2 5 0,1 1 0,3 5 0,3 3-277,3 1 0,1-3 1,1 3-1,3-6-697,3-7 0,8-7 0,4-2 94,2-8 0,1-2 0,2-12 0,1-4 0,2-8-661,1-8 0,-3-6 1077,1-3 0,-2-4 0,-2 3 0</inkml:trace>
  <inkml:trace contextRef="#ctx0" brushRef="#br0" timeOffset="533">1016 55 8377,'-12'0'610,"-3"0"0,1 0 1,-3 0-1,0 0-78,-1 0 0,3 6 0,-3 4 0,-1 5-141,2 2 0,-3 7 0,5 6 0,1 3 180,2 4 1,6-1-1,2 4 1,3 0-310,1-1 0,1-5 0,3 1-462,3-3 1,4-2 0,4-9 0,3-3 0,0-4-768,1-5 0,-1-4 0,5-5 0,-1-1 144,0-3 0,1-4 0,-1-7 1,0-3-601,1-3 0,-5-7 1423,1-1 0,-5-4 0,2 0 0</inkml:trace>
  <inkml:trace contextRef="#ctx0" brushRef="#br0" timeOffset="833">1173 178 8798,'0'11'830,"0"0"0,0 1-430,0 3 1,0-1 0,0 6 0,0 2-96,0 3 1,0 6-1,0-2 1,0 0-276,0 1 0,-2 0 0,0 2 0,-2-1-54,2-1 1,-3-6-1,0-2 1,0-6-20,0-4 1,-4-5-1,3-6-33,0-7 1,-3-7 0,5-10 0,2-3 80,1-4 0,1-4 1,0-2-1,0-1-15,0 1 1,5 1 0,2 3-44,3 2 0,0 3 0,0 4 0,0-1 0,2 0-350,1 3 1,3 6-1,0 0 1,1 3-48,3 1 0,-3 3 1,1 2-213,-2 1 0,-5 3 662,-4 6 0,1 7 0,3 6 0</inkml:trace>
  <inkml:trace contextRef="#ctx0" brushRef="#br0" timeOffset="1016">1385 222 7941,'-5'23'438,"4"-6"1,-3-2-1,3-3 303,1 0 1,0-1-1,1-1 1,3-2-179,3 0 0,3-4 0,1 2 0,2-1-606,1-3 1,0 3-1,3-1 1,1-2-1648,-1 0 1,-2-4-1,2-1 1,0-5 1689,-4-2 0,0-1 0,-2 0 0</inkml:trace>
  <inkml:trace contextRef="#ctx0" brushRef="#br0" timeOffset="1166">1586 211 7941,'-8'0'46,"1"0"1,-2 0 677,-1 0 0,-1 5 0,0 4 100,0 5 1,3-1 0,2 6 0,0 2-371,0 4 0,3 3 0,0 6 0,1-1-1111,2 1 1,0-1 0,2-2-1,1-3 544,5-6 0,-1-11 1,3-1-1491,2-4 0,2-3 0,-3-8 1603,0-6 0,1-6 0,-1-5 0</inkml:trace>
  <inkml:trace contextRef="#ctx0" brushRef="#br0" timeOffset="1566">1653 289 6414,'0'-11'624,"0"0"1,0 0 391,0 0 1,3 6 0,1 6-574,-1 9 0,2 6 1,-2 8-1,1 2-198,1 3 1,-4 4 0,4-1 0,-1 0-435,0 2 1,-1-7 0,-1 5 0,0-2-157,2-1 0,0-8 1,-4 0-1,0-4-1611,0-3 0,3-8 1605,1-6 0,-1-11 1,-6-10-1,-1-5 351,2-3 0,-3 3 0,1-2 0,0-1 0,-1 1 0,4-2 0,-4-3 52,0 4 1,4-2 0,-3 3 0,3 1-1,2-1 222,3-1 0,-1 7 0,4-3 234,2 0 1,4 1 0,3 6 0,2 3-1,2 3 60,1 0 0,-3 5 0,1 1 0,0 1-484,-2 2 1,-1 7 0,-5 3-1,0 5 153,1 3 1,-6 2-1,-2 5-106,-3 1 1,-1 3 0,-1 0 0,-2-1-1,-2-2-404,-1-1 0,-2 1 0,-1-2 0,0-1-391,1-2 1,1-8 0,-4 0-31,0-4 1,3-2-1,1-5 1,-1-3 693,2-3 0,-4-8 0,4-3 0</inkml:trace>
  <inkml:trace contextRef="#ctx0" brushRef="#br0" timeOffset="1749">1988 10 7941,'1'-6'1116,"3"2"1,-3 8 0,3 3 0,-3 5-659,-1 3 1,4 2-1,-1 6 1,0 4-437,-2 2 0,0 5 1,2 2-1,1 2 36,-2 2 1,-1-4 0,-1 0-1,0-5-2594,0-5 1,-1-4 2535,-3-3 0,-7-3 0,-6-5 0</inkml:trace>
  <inkml:trace contextRef="#ctx0" brushRef="#br0" timeOffset="1882">1954 278 7941,'4'-7'0,"1"1"418,1 1 1,2-3-1,3 3 1,1 0 206,3 0 1,-1-2-1,4 2 1,2-1-450,1-3 1,3-2 0,2-3 0,2-2-89,1-1 0,2 2 0,-5-3 0,-1 2-1774,-2 3 0,-1 0 1686,-4 2 0,-2 0 0,-5 0 0</inkml:trace>
  <inkml:trace contextRef="#ctx0" brushRef="#br0" timeOffset="2483">268 1071 7876,'11'0'-101,"0"0"-256,1 0 578,-6-5 1,-1-1-1,-5-5 1,-1 0 0,-3 1 216,-4 2 1,-5 0 0,-3 4 0,-2 1-158,-2 2 1,3 1-1,-2 1 1,0 3-65,-3 3 0,4 5 0,0 3 0,2 3-74,3 3 0,4 3 1,3 2-1,1 4-140,2 2 0,3 1 1,4-2-1,4-3 4,1-6 0,8-7 0,1-1 0,5-6-463,3-4 1,-5-9 0,3-6 0,1-8 228,-1-6 0,-4-3 0,-3-7 0,-1-2-7,-2-4 0,-3 1 1,-2 2 335,-2 3 1,-4 2-1,0 10 1,-3 7 260,-3 6 1,0 10 0,-3 9 0,1 5-221,3 4 1,0 4-1,2 3 1,0 3-210,0 0 1,2-2 0,0 1-1,3 0-628,1-3 0,2-6 0,3 3 1,0-3-85,0 0 1,2-10 0,0 0 777,2-6 0,5-7 0,-3-1 0</inkml:trace>
  <inkml:trace contextRef="#ctx0" brushRef="#br0" timeOffset="2815">547 1038 11143,'-6'5'0,"2"3"308,3 6 0,1 0 0,0 4 0,0 3-201,0 4 1,1 0 0,2 3 0,1 0-27,-2-4 1,1 0 0,-1-3 0,2-2-264,-2-4 1,1-7 0,0-3-40,5-3 0,-2-6 1,0-12-1,0-7-70,1-5 0,0-7 0,4-5 0,0-4-3,1-2 1,-1 4 0,0 3 0,0 4 417,0 7 0,-3 8 0,-1 6 99,2 6 0,-4 4 1,0 9-1,-1 6 1,0 8 49,3 6 1,-4-1 0,4 6 0,-1 1-360,0 1 1,-2 1 0,2-2 0,0-3-607,0 0 1,2-7 0,3-7-1,0-2 19,0-5 1,0-7 0,1-9 0,-1-5 672,0-9 0,0-4 0,0-7 0</inkml:trace>
  <inkml:trace contextRef="#ctx0" brushRef="#br0" timeOffset="3065">916 971 10186,'10'1'0,"-2"3"527,0 3 1,-4 3-1,2 1 1,-1 0-421,-3 0 0,3 1 0,-1-1 0,0 0-332,1 0 1,-4 0 0,1 0-162,-4 1 0,-6-5 0,-5-1 0,-2 0 223,1 1 1,2-4 0,1 5 0,-1 0 353,1 2 1,4 3-1,1 2 1,1 3 5,2 3 0,3 2 0,5-2 0,5-1 231,4-2 0,6-8 1,-2 0-1,3-4-691,2-3 0,0-12 1,1-6-1,-1-6-751,-2-5 0,-2-2 0,0-5 1014,-4 4 0,-3-9 0,-1 4 0</inkml:trace>
</inkml:ink>
</file>

<file path=ppt/ink/ink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50:00.287"/>
    </inkml:context>
    <inkml:brush xml:id="br0">
      <inkml:brushProperty name="width" value="0.08" units="cm"/>
      <inkml:brushProperty name="height" value="0.08" units="cm"/>
    </inkml:brush>
    <inkml:brush xml:id="br1">
      <inkml:brushProperty name="width" value="0.06" units="cm"/>
      <inkml:brushProperty name="height" value="0.06" units="cm"/>
    </inkml:brush>
  </inkml:definitions>
  <inkml:trace contextRef="#ctx0" brushRef="#br0">146 29 11893,'0'-11'-80,"0"3"1976,0 1-1437,0 4 0,0 3 1,0 9-1,1 5-217,3 4 0,-3 4 0,4 5 1,-1 2-439,-1 4 0,2 0 0,-2-1 0,1-1-820,-2-1 0,-1-4 1,1 3 503,1-2 0,-2-1-3012,3-4 3529,-3-4 1,-6-2 0,-1-5 0</inkml:trace>
  <inkml:trace contextRef="#ctx0" brushRef="#br1" timeOffset="349">34 330 7801,'-10'-1'212,"2"-1"1489,0-2-387,6 0-1061,-3 4 0,5 1 0,1 3 0,1 5 13,2 4 1,5 5-1,-1 5 1,5 2-184,2 1 1,1 4 0,-2-4 0,2 0-187,1 1 0,-2-8 0,2 0 1,1-6-126,-1-2 1,-2-4 0,2-5 52,-1-4 1,-2-13 0,-4-10-1,-1-5-322,-1-5 1,4-8 0,-9 0 0,0-1 0,-2-2-666,-1 0 1,0 7 1161,0-6 0,0 8 0,0-2 0</inkml:trace>
</inkml:ink>
</file>

<file path=ppt/ink/ink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50:07.984"/>
    </inkml:context>
    <inkml:brush xml:id="br0">
      <inkml:brushProperty name="width" value="0.06" units="cm"/>
      <inkml:brushProperty name="height" value="0.06" units="cm"/>
    </inkml:brush>
  </inkml:definitions>
  <inkml:trace contextRef="#ctx0" brushRef="#br0">129 181 7639,'8'-12'-1497,"2"-1"1742,-6 0 0,0 4 0,-5 2 435,-4 1 0,-2-2 0,-6 2-263,1-1 0,-1 4 0,0-1-84,0 2 1,0 6 0,1 2 0,2 1-94,2 3 1,1 8 0,-3 3-1,2 3-433,3 2 1,0 6 0,5 1 0,0 0-241,0-3 0,0-3 0,2-1 31,2 0 0,-1-3 1,7-5-1,3-6 1,3-5-206,-1-4 1,4-7 0,-2-6 208,-1-6 0,1-4 398,-4-6 0,9-6 0,-8-1 0</inkml:trace>
  <inkml:trace contextRef="#ctx0" brushRef="#br0" timeOffset="334">233 52 7931,'0'13'121,"0"0"0,0-4 0,0-1 0,1 2 216,3 2 0,-2-2 1,2 1-1,-2 4-125,-2-1 1,4 6 0,0 0 0,-1 3-78,-1 3 0,2-3 1,2 7-1,-1-1-160,1 1 1,0-7 0,-3 1 0,1-4-187,-1-4 1,0-1-75,1-3 0,-1-6 0,4-7 174,-1-11 1,-2-6 0,-2-8-1,0-1-97,3-4 0,3 3 1,-2-5 197,1 1 0,-3 3 0,4 8 0,-3 4 0,0 2 240,0 2 0,-3 5-94,2-1 1,2 12-1,-2 1 1,-1 8-1,-1 5-176,-2 5 1,4 2 0,0 2 0,0 0-557,2 0 0,-4-5 0,3-1 0,1-1-79,3-3 1,-2-6 674,1-2 0,1-5 0,4 3 0</inkml:trace>
  <inkml:trace contextRef="#ctx0" brushRef="#br0" timeOffset="850">517 259 7930,'8'0'419,"1"0"-254,1 0 1,-3 0 3,2 0 1,-1 0 0,5-1 0,0-2-212,0-2 1,0-5-1,0 3 1,0-1-5,0-1 0,-5 0 0,0-4 0,-3-1-36,-2-3 0,-1 3 0,-2-4 0,-2 5 308,-2 5 1,0-2 0,-9 5 7,-6 3 1,2 0 0,0 4 58,2 2 0,4 3 1,1 7-1,1 4 1,-1 3-34,-1 3 1,3 7-1,4-1 1,3 0-396,1 1 1,0-3-1,0 2 1,1-3-279,3-1 1,4-6 0,4-4-28,1-6 1,5 0 0,0-6-1,1-2 1,1-7-229,0-8 0,-3-1 0,3-8 0,0-2 668,0-5 0,-2 1 0,2-5 0,-2 1 0,0-4 0,-4 2 0,0-2 0,1 2 0,-4 3 0,-7 4 0,1 3 0,-4 2 83,-1 5 1,-6 8 0,-2 5-1,-5 3 595,-4 1 1,2 1-1,-2 3 1,3 5 66,1 3 0,1 2 0,2 2 0,2 2-340,-2 2 1,4 2 0,0 4 0,2 1-175,0 3 1,-1-3 0,5 4-1,0-3-176,0 2 1,6-4 0,3 1 0,2-4-504,2 0 1,0-8 0,1-2 0,2-3-3,1-3 1,6-1-1,-3-8 1,2-4-580,-1-7 0,-3-2 0,2-10 0,-2-2 1029,-2 0 0,-2-6 0,5 0 0,1-6 0</inkml:trace>
  <inkml:trace contextRef="#ctx0" brushRef="#br0" timeOffset="1016">1059 14 8341,'-12'1'963,"4"3"0,1 4 0,4 6 1,-1 3-777,1 5 1,1 3 0,2 6-1,0 3-347,0 3 1,0 2 0,0-2 0,0-1-549,0-1 0,5-11 1,0 0-1,2-4-357,3-4 1,2-9-1,1-7 1065,0-7 0,0-4 0,0-14 0,-1-2 0</inkml:trace>
  <inkml:trace contextRef="#ctx0" brushRef="#br0" timeOffset="1183">1149 130 8035,'-11'-2'0,"1"0"190,1-3 0,5 1 0,-5 4 0,-1 0 357,-1 0 1,4 6 0,2 2-1,4 4 69,1 1 1,0 5 0,0 2 0,1 2-556,4-1 0,7 1 0,9 2 0,2-2-358,2-5 0,-2-4 0,7-4 0,-2-4-457,-2 1 1,1-4-1,0 0 1,2-4-1341,-1-7 2094,-9-3 0,17-6 0,-9-2 0</inkml:trace>
</inkml:ink>
</file>

<file path=ppt/ink/ink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50:12.797"/>
    </inkml:context>
    <inkml:brush xml:id="br0">
      <inkml:brushProperty name="width" value="0.06" units="cm"/>
      <inkml:brushProperty name="height" value="0.06" units="cm"/>
    </inkml:brush>
  </inkml:definitions>
  <inkml:trace contextRef="#ctx0" brushRef="#br0">21 349 7911,'0'-7'536,"0"0"0,0 4-78,0-4 1,0 6 0,0 1 0,0 7-99,0 5 1,5 9 0,1 6-1,1 4-255,-1 3 0,1 2 0,3 5 1,1 2-108,-1 1 0,0-5 1,0 1-1,0-4-549,-4-3 0,2-2 0,-4-5 0,-2-4-73,-1-4 624,-5-10 0,-2 5 0,-4-7 0</inkml:trace>
  <inkml:trace contextRef="#ctx0" brushRef="#br0" timeOffset="150">1 667 7911,'0'-11'1154,"1"1"-959,3 0 0,-2 4 1,5 3-1,1 2-30,1 1 0,1-4 0,1 1 0,2 1-320,1 0 0,4-1 1,-2-2-1,1 1-172,0-1 1,-3-3 326,3 2 0,-5-4 0,3 0 0</inkml:trace>
  <inkml:trace contextRef="#ctx0" brushRef="#br0" timeOffset="283">298 503 7911,'0'13'0,"0"0"0,-1 1 442,-2 0 1,0 0 0,-2 2 0,0 0-194,3 0 1,0-3-1,-1 3 1,0-1-1211,1-2 1,-1-3 191,0-3 0,2-5 769,-3-9 0,3-4 0,1-10 0</inkml:trace>
  <inkml:trace contextRef="#ctx0" brushRef="#br0" timeOffset="416">288 369 7911,'0'-5'1069,"-1"-1"-1724,-3 3 0,3 3 117,-2 0 0,3 1 0,3 4 538,4 0 0,2 3 0,1-2 0</inkml:trace>
  <inkml:trace contextRef="#ctx0" brushRef="#br0" timeOffset="1117">401 390 8443,'-1'10'1476,"-2"0"-1061,0 1 0,-1 0 0,4 2 1,0 1-111,0 2 1,0-1 0,0 4-1,0 4-220,0 2 1,2-1 0,0 1 0,1-1-99,0-1 1,1-8 0,-1 2 0,1-5-212,0-1 0,-1-6 0,2-2 0,0-6-1,-3-3 1,3-8 0,-2-4 0,1-5 47,0-4 0,-3-7 0,4-1 0,-2 0-31,1 0 0,0 4 0,-1 6 1,1 2 312,2 4 0,-3 2 0,4 1 202,1 5 1,-2 6 0,-1 6 0,1 3-70,0 7 1,-3 3 0,3 7 0,0 1 57,-1 1 1,-1 3 0,1 1 0,1-3-191,0-3 1,-4 0 0,3-1 0,-2 0-266,0-3 0,2-2-194,-2-5 1,-1-6 0,1-4 0,-2-8 169,-1-7 1,0-4 0,0-7 0,0 0 5,0 0 0,0 2 0,0-1 1,0 2 294,0 4 0,1 2 0,2-1 573,0 5 1,2 7-327,-2 6 0,-2 6 1,4 7-1,-2 5-217,0 1 0,4 1 0,-3 1 0,-1-1-751,2 1 0,-4-1 0,3 1 0,0-1-753,-1 1 0,2-5 1,-3-2 392,1-3 1,5-5 962,-1-3 0,-1-6 0,1-4 0,1-2 0,1-2 0,2 0 0,2 0 0,0-1 149,0 3 1,2 1-1,0-1 1,-1 1 311,1 1 0,-1 0 0,-4-3 0,0 1 228,1 2 0,-1-2 0,-1 2 0,-2-2-414,-4-1 1,-2-4 0,-1 1 0,-1 0-145,-2 2 0,-3 0 1,-5 2-1,-2 1-9,0 2 1,-6 3 0,3 0 0,-1 3-39,0 3 1,5 3 0,-2 5 0,4 3 115,3 3 0,2 4 1,5 1-1,0 3 97,0 2 1,3 1-1,2 4 1,7 0-278,3-3 0,3-5 0,5 0 1,2-3-636,1-4 1,-2-7 0,3-7 0,0-4-2019,0-5 1,-2-2 2632,-5-10 0,1-3 0,-1-5 0</inkml:trace>
  <inkml:trace contextRef="#ctx0" brushRef="#br0" timeOffset="1968">1344 380 7911,'-2'-7'462,"-1"0"0,2 6 1,-3 1-155,3 6 0,1 7 0,1 4 0,3 4-12,3 3 1,2 1 0,1 2 0,0-2 85,1 0 1,0-3 0,1 2 0,2-3-172,-1 0 1,1-9-1,0-2 1,0-5-217,1-2 0,-3-10 1,3-5-162,-4-3 1,4-2 0,-7-3-1,0-2 1,0-1-38,-2 0 0,2 3 0,-5 7 1,1 2-340,0 4 0,-3 5 540,3 9 1,0 6 0,0 10 0,-1 5 0,0 1 238,1 2 0,3-5 0,-3-3 1,2-5 27,2-4 0,1-4 0,1-3 0,1-6 30,-1-6 1,0-8-1,0-11 1,1-3-226,-1-3 0,0-2 0,-1-1 1,-1-1-401,-1 1 0,-4 0 0,3 2 0,-1 2-552,-3 2 0,0 12 1,0-3 8,2 6 1,-1 7 872,-3 5 0,5 5 0,0 5 0</inkml:trace>
  <inkml:trace contextRef="#ctx0" brushRef="#br0" timeOffset="2117">1907 369 8240,'4'15'0,"-1"2"618,-1 3 0,-1 0 1,-1 1-1,2 0-219,1 3 0,-2 1 0,3 4 0,-3-3-544,-1-1 1,1-1-1,1-4 1,3-1-628,0-6 0,-1 0 0,2-11 0,-1-4-1682,1-7 2454,-4-11 0,3-10 0,-5-7 0</inkml:trace>
  <inkml:trace contextRef="#ctx0" brushRef="#br0" timeOffset="2232">1979 298 7911,'-10'-5'466,"1"3"0,1-4-314,1 2 0,3 0-524,-2 4 1,4 1-1,2 2 1,5 1 371,1 2 0,7 1 0,-1 3 0</inkml:trace>
  <inkml:trace contextRef="#ctx0" brushRef="#br0" timeOffset="2551">2133 328 7911,'0'14'0,"0"0"0,0-2 0,0 1 0,0-1 0,0 3 1076,0 1 1,0-2-1,0 3 1,0 1-563,0 1 0,0 2 1,1-1-1,1 1-282,2-1 1,0 0 0,-2-2-277,2-1 1,0-1 0,-1 1 0,1-4-260,2-5 0,-4-6 0,3-9-123,-1-7 1,-3-10 0,3-5-1,-2-5 55,2-3 0,-3 3 0,2-2 0,-1 1 212,2 6 1,-2 2 0,4 5 0,-1 1 225,1 5 1,-2 5 0,2 4 0,1 5 98,-1 4 1,3 8 0,-3 9 0,1 3-110,-1 6 1,-2 0 0,1 1 0,1-3-78,0-1 0,-3-1 0,3-4 0,0 0-714,-1-3 1,-2-6-1,1-5 1,0-3 733,-1-4 0,0-8 0,-3-7 0</inkml:trace>
  <inkml:trace contextRef="#ctx0" brushRef="#br0" timeOffset="3118">2553 0 8280,'-1'21'0,"-2"1"711,0 2 0,0 3 1,3 5-1,0 2-22,0 2 0,1 1 0,1 9 0,3 2-304,0 2 1,2-7 0,3 1 0,1-4-268,-1-5 0,-1-12 0,-1-1-393,-1-9 1,-5-9 0,-1-12-98,-6-5 0,-3 1 1,-8-4-1,-1 1-7,-3 2 0,2 1 1,-6 0-1,2 2 484,2 4 0,-1 4 0,2 2 0,2 0 427,3 0 0,4 1 1,3 4-1,4 5-90,2 6 0,1 3 0,1 2 0,2 1-397,4 1 0,6-1 1,1 2-1,3-2-583,5-2 1,-4-4-1,5-3-4,0-5 1,3-4 0,-1-6 0,0-5 0,0-8-925,-2-6 0,0-10 0,-2-6 1061,0 1 0,1-3 1,-9 4-1,0 0 405,-2-1 0,-2 2 0,-2 3 0,-4 3 0,-1 4-46,-2 7 1,-5 9 0,-2 6 1011,-2 4 1,-1 8-1,0 7 1,-1 4 189,1 3 0,4-1 0,3 4 0,2 1-613,1 2 0,0-3 0,0-1 1,1 1-353,2-1 1,2-7-1,3-1 1,0-4-44,3-5 1,1-7 0,4-3-422,-2-8 0,0-10 1,-4-10-1,-1-5 1,-2-6 59,-3-3 1,-3-2 0,-1 2 0,-1 1 216,-3 2 0,-1 10 0,-6 1 0,0 5 48,-3 5 1,3 6-1,-3 3 1,3 6-68,1 2 0,3 2 0,1 2 0,2 1-1889,1 4 1,2 5 0,1 2 926,0-1 1,1 1 976,3 0 0,1 4 0,6-2 0</inkml:trace>
  <inkml:trace contextRef="#ctx0" brushRef="#br0" timeOffset="3500">2860 246 7911,'6'2'1075,"-1"1"0,-2 4 203,0 2 0,1 5 0,-4 0-613,0 2 0,0 5 0,0 4 1,0 0-1,0 1-398,0 0 1,1 2 0,2 1 0,4-1-381,2-4 1,3-4 0,0-4 0,2-5-185,-2-3 1,0-8 0,-2-3 0,0-11-95,1-7 0,-5-10 0,0-7 0,-1-3 77,-3-3 1,-1 2 0,-1-3 0,0 3 162,0 1 0,0 8 0,0 5 144,0 5 0,0 10 0,1 15 318,3 7 1,1 7 0,6 8 0,-1 4 153,0 5 0,0-1 0,1 3 0,-1-2-306,0-2 1,0 1 0,1-8-1,-1-3 137,0-2 1,0-6-136,1-6 1,-1-5 0,0-8-1,-1-9 162,-2-7 0,1-5 0,-5-6 0,0-3-529,-2 0 1,2 0 0,1-2-1,-2 3-383,-1-1 1,-1 12 0,0 2-1667,0 5 0,0 10 2255,0 10 0,5 12 0,0 11 0</inkml:trace>
  <inkml:trace contextRef="#ctx0" brushRef="#br0" timeOffset="3607">3363 318 7977,'0'10'202,"0"1"-897,0-1 695,0 0 0,0 0 0,0 1 0</inkml:trace>
</inkml:ink>
</file>

<file path=ppt/ink/ink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50:36.241"/>
    </inkml:context>
    <inkml:brush xml:id="br0">
      <inkml:brushProperty name="width" value="0.06" units="cm"/>
      <inkml:brushProperty name="height" value="0.06" units="cm"/>
    </inkml:brush>
  </inkml:definitions>
  <inkml:trace contextRef="#ctx0" brushRef="#br0">310 74 7911,'-2'-17'0,"-3"2"418,-1 2 1059,-9 0-627,13 2 0,-7 7-745,9 17 1,9 2 0,1 17-1,3 5 1,0 6-318,2 8 0,2-1 1,3-1-1,-3 0-213,-4 1 0,4-5 0,-4 4 425,4-1 0,2 5 0,1-3 0</inkml:trace>
  <inkml:trace contextRef="#ctx0" brushRef="#br0" timeOffset="668">174 1137 7208,'-6'-13'184,"0"1"0,-3 7 1,5-3 277,-3-1 0,-1 5 1,1-9 94,-6-2 0,3 6 0,-3 3-94,-2 4 0,4 2 1,0 2-270,3 4 0,-5 14 0,4 14 0,0 9 0,1 9-33,4 3 0,1 12 1,3 2-696,0-1 0,3-1 0,3-9 0,7-2 1,6-2-419,7-3 1,6-23-1,11-4 1,4-11 951,3-9 0,-7-19 0,21-15 0,-4-20 0</inkml:trace>
  <inkml:trace contextRef="#ctx0" brushRef="#br0" timeOffset="916">619 1118 7911,'-19'24'153,"-1"6"0,1 8 477,0 3 0,-1 2 0,3 2 0,4 7-134,7 4 0,4 2 1,4-2-1,4-3-302,7-1 0,7-16 0,5-1 0,8-12-363,3-12 1,-1-9 0,-1-8-1,2-9-41,-1-9 1,-3-15 0,0-10 0,-6-5-47,-4-4 0,-12 5 1,-3-12-1,-5 5 161,-2 2 1,-9 13 0,-4 4 0,-4 2-13,-2 5 0,-7 8 1,-2 3-1,-2 8 71,-4 8 1,6 11-1,0 5 1,2 4-651,0 8 0,7-1 1,8 8-1,3-3 686,3 1 0,3 9 0,2-5 0</inkml:trace>
  <inkml:trace contextRef="#ctx0" brushRef="#br0" timeOffset="1400">1083 1002 8274,'-2'19'605,"-4"1"0,3 1 1,-3 5-1,4 6 9,2 5 0,0 10 1,0 2-1,0 5-386,0 4 1,0-4 0,0 8-1,0-6-113,0-5 0,0-8 0,0 0 0,0-8-160,0-9 0,2-18-245,4-14 1,-3-7-1,5-22-20,1-5 1,-5-8-1,9-12 1,0-4 124,-2-7 0,6 6 0,-4 5 0,2 9 1,0 3 103,-2 5 0,0 3 0,6 5 102,0 10 0,-6 7 0,0 20 0,2 7 214,2 10 1,-4 9 0,-2 13 0,-3 4 79,-3 7 0,3-3 0,-1 1 0,-1-1-140,3 0 1,-7-10-1,4 2-232,-3-5 0,3 3-117,0-13 1,7-11-1,-6-15 1,-1-15-134,3-15 0,-5-5 1,7-16-1,0-3 207,-1-2 0,-3-2 0,6 3 1,0 3 233,-3 7 0,7 15 0,-6 8 0,2 9 75,0 5 0,-7 3 0,5 14 0,-2 10-7,-5 11 0,5 13 0,-1 5 0,1 1-541,-1 5 1,-1-5 0,-5 1-1,2-3-406,3-4 1,1-4-1,-3-7 1,3-6-683,3-5 0,-5-10 1427,7-5 0,-8-21 0,3-6 0</inkml:trace>
  <inkml:trace contextRef="#ctx0" brushRef="#br0" timeOffset="1600">1857 1002 8192,'10'2'2292,"-1"5"-1780,0 5 1,-7 10-1,6 8 1,-1 13-210,-1 11 1,9 10 0,-4 18 0,2 6-450,0 6 1,-7-12-1,5 8 1,0-4-705,-1-8 0,-3-20 0,4-9-241,-3-13 0,-1-14 0,-7-22 1091,0-19 0,-9-16 0,-4-8 0,-4-2 0,-2-17 0,-1 2 0,1-18 0</inkml:trace>
  <inkml:trace contextRef="#ctx0" brushRef="#br0" timeOffset="1783">1915 1331 7746,'0'-48'-139,"0"5"0,2-6 1,2 2 343,2 4 1,10 0 0,-4 2 0,6 0 478,1 5 0,7 12 0,-1 5 0,-1 10-380,-2 7 1,-3 4-1,0 7 1,1 10 124,-1 11 1,-8 2 0,-5 5 0,-4 4-143,-2 0 0,0 1 0,0 1 0,-2 3-191,-4-3 0,-3-3 0,-6-1-107,2 0 1,2-9-1,-4-2 1,3-3-3227,-4 1 1,6-9 661,-3-10 2575,9-22 0,-14 2 0,8-15 0</inkml:trace>
  <inkml:trace contextRef="#ctx0" brushRef="#br0" timeOffset="2100">2321 1041 7897,'-7'13'0,"-1"-1"279,-3 3 0,7-4 1,-3 2-1,3 2-79,-3 2 0,5 5 0,-4 4 0,4 6 576,2 4 0,8 5 0,5 2 1,4 4-714,3 3 0,-1-9 0,0-3-289,1-10 1,-1-8-1,2-8 1,3-5-1,2-9-70,-3-11 0,-7-11 1,-6-23 71,-1-11 0,4-2 0,-5-9 0,1 2 0,0 5 456,-5 2 0,-2 17 0,-2 7 1,2 8 674,5 10 0,-5 10-538,4 14 0,-4 14 1,-2 12-1,2 6 1,3 8-694,1 5 0,3 5 0,-5 2 0,5 0-658,1 0 0,3-9 0,5-6 0,-3-8-1802,-3-9 2784,1-14 0,15 6 0,2-8 0</inkml:trace>
  <inkml:trace contextRef="#ctx0" brushRef="#br0" timeOffset="2283">2862 983 7897,'0'-20'1632,"2"10"-924,5 3 0,-5 7 1,4 7-177,-4 5 1,0 16 0,3 9-1,3 10-396,3 9 0,-4-7 1,3 12-1,1-1-343,0 0 1,-5-4-1,5 6 1,-2-6-338,-5-5 0,0-12 0,0 2 0,3-4-163,-3-10 707,-2-12 0,-10 3 0,-3-8 0</inkml:trace>
  <inkml:trace contextRef="#ctx0" brushRef="#br0" timeOffset="2699">2862 1447 10540,'11'-9'668,"4"5"0,-7-7 1,1 0-544,0 1 0,6 3 1,-3-4-558,6 3 1,1-7-1,0 4-1040,1 0 0,-1 3 0,0 6 1069,1-5 0,-7 5 0,-1-4 403,4 3 0,-1 1 0,0-2 0,-3-3 0,-5 1 600,6 6 1,-9-2-1,5-2 57,-1-3 0,-3 1 1,7 6-358,4 0 0,-6 0 0,3 0 0,0-2 0,0-3-73,0-1 0,-7-7 0,5 4 0,0-1-38,-1-5 0,-5 4 1,1-2-263,-4-2 1,-4-2-1,-4-3 1,-7 3 0,-6 2 289,-7 2 0,2 9 0,-6-3 0,0 5 299,0 2 0,6 11 0,-1 6-155,3 7 0,5 10 0,4-1 0,7 5 1,3 7 6,3 7 0,11-5 0,8-2 0,12-4-390,5-2 0,13-9 0,7-7 0,9-8-2619,3-8 0,-3-14 2641,6-5 0,0-23 0,6-6 0</inkml:trace>
</inkml:ink>
</file>

<file path=ppt/ink/ink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50:43.255"/>
    </inkml:context>
    <inkml:brush xml:id="br0">
      <inkml:brushProperty name="width" value="0.06" units="cm"/>
      <inkml:brushProperty name="height" value="0.06" units="cm"/>
    </inkml:brush>
  </inkml:definitions>
  <inkml:trace contextRef="#ctx0" brushRef="#br0">0 192 7310,'0'-20'523,"0"1"0,0 6-39,0 0 0,0 11 0,0 4-197,0 16 0,0 9 1,0 12-1,0 0 0,0 2-122,0 4 1,0 4-1,0 7 1,0-2-126,0-3 1,0-6 0,3 5-15,3-3 1,-4-4-1,5-9 1,-5-4-293,-2-2 1,0-8 0,0-12 42,0-6 1,0-8 0,0-20 0,0-8 34,0-9 0,6-9 1,3-10-1,2-5 87,4-1-1,-5 3 1,3-1 0,2 3 107,2 7 0,3 18 1,-1 3 236,0 12 1,-1 10-1,-3 22 30,-2 10 1,-3 11 0,5 15 0,-4 7-1,-2 3-14,-5 3 0,5-6 1,-3-3-1,0 1-139,3-1 0,-7-8 1,5-2-1,-5-9 72,-2-2-412,0-15 1,0 2-1,2-24 1,2-10 15,3-11 1,-1-15 0,-6-7 0,0-4 0,2-2 83,5 0 0,-3 7 0,9 1 0,0 3 104,-2 4 1,6 4 0,-6 7 160,-1 6 0,7 13 1,-4 7-1,2 6 11,-2 6 1,2 7 0,-8 13 0,-1 8-83,3 9 1,-7 0 0,4 7 0,-1-1-160,1 1 0,-4-1 0,5 3 0,-3-7-1159,2-5 1,-1-7 0,5-3 1243,-1-2 0,6-11 0,-4-9 0</inkml:trace>
  <inkml:trace contextRef="#ctx0" brushRef="#br0" timeOffset="316">793 172 8588,'-17'3'576,"4"3"1,-4 5-1,6 10-253,0 5 0,-4-4 1,9 5-134,2 1 1,2-4 0,2 8 0,2 3 0,4-1 56,7-2 1,4 3-1,3-10 1,-1-1-575,0-3 0,1-10 0,-1-4 0,0-5-32,1-2 0,-8-4 0,1-9 0,2-13 83,3-9 1,-6-12 0,-1-4 171,-2-5 0,-1 6 0,-3 5 0,1 4 0,-2 5 675,-1 4 1,-1 12-43,4 14 1,-4 21-1,5 11 1,-5 10-671,-2 9 1,2 0-1,2 9 1,5 2-965,2-2 0,-7-7 0,5 0 711,-1-6 1,1 0-1,6-17 1,-2-7 393,2-9 0,2-6 0,2-2 0</inkml:trace>
  <inkml:trace contextRef="#ctx0" brushRef="#br0" timeOffset="500">1238 114 10135,'-11'3'2483,"5"3"-2240,4 7 0,2 13 1,0 6-1,0 7-106,0 6 0,0 4 1,0 9-1,0 0-1069,0 0 1,6-8 0,0-5-1,1-7-1088,1-5 0,3-8 2020,9-12 0,-1-13 0,0-11 0</inkml:trace>
  <inkml:trace contextRef="#ctx0" brushRef="#br0" timeOffset="666">1412 134 7930,'11'-20'329,"-3"8"1,-8-1 1714,0-2-1596,0 6 0,0 9 0,0 13 0,0 6-218,0 7 1,7 4 0,-1 9-1,-2-1-436,-1 1 1,-3-4 0,0-1 0,2 2-514,4-1 1,-4-1 0,5 3 0,-5-5-890,-2-6 1,6-5 1607,1-2 0,-1 1 0,-6-1 0</inkml:trace>
  <inkml:trace contextRef="#ctx0" brushRef="#br0" timeOffset="1184">1354 385 8655,'-9'-11'926,"7"1"46,-4 3 0,4 3-801,2-9 1,8 9 0,5-5 0,4 3-578,3-1 0,-1 1 1,0 6-1,1 0-188,-1 0 1,0 0 0,1 0 0,-1 0-638,0 0 1231,1-9 0,-1 7 0,0-7 0</inkml:trace>
  <inkml:trace contextRef="#ctx0" brushRef="#br0" timeOffset="1316">1663 250 7930,'0'19'107,"0"0"0,0 1 0,-2-1 470,-4 0 0,4-6 1,-7 0-1,2 2-645,1 2 0,0 3-3059,6-1 2443,0-8 0,0-5 684,0-12 0,8-13 0,3-12 0</inkml:trace>
  <inkml:trace contextRef="#ctx0" brushRef="#br0" timeOffset="1432">1702 114 7930,'11'-8'1065,"-3"6"-1395,-8-15 1,0 12-455,0-8 714,0 9 70,0-5 0,9 9 0,2 0 0</inkml:trace>
  <inkml:trace contextRef="#ctx0" brushRef="#br0" timeOffset="1599">1837 76 7930,'0'19'0,"0"-6"0,0 0 752,0 2 0,2 2 0,3 2 1,1 1-454,-2-1 0,5 9 1,0 2-1,-1 5-494,1 3 1,6-1-1,-4 14 148,-1 3 0,5 0 0,-6-1 0,0-5 0,1-5-1667,1-7 0,-7-8 1067,3 4 1,-5-19 0,-4-6 646,-5-16 0,-3-25 0,-10-7 0</inkml:trace>
  <inkml:trace contextRef="#ctx0" brushRef="#br0" timeOffset="1816">1895 288 7930,'11'-32'-8,"-5"0"1,-1 6-1,-1-4 1,5 2 258,1 5 1,-3 1 0,6 3 0,2 2 269,2 4 0,2-2 0,1 8-62,-1 3 1,0 4-1,-2 6-150,-4 7 1,-2 7-1,-7 3 1,3 5-166,-3 2 1,-2-4 0,-2 6 0,-2 3-597,-4 1 1,1-4 0,-5-2 0,1-2-421,5-4 0,-5-3 0,1-3 9,-3-5 1,4-5 0,-3-10 862,1-4 0,3-14 0,6-10 0</inkml:trace>
  <inkml:trace contextRef="#ctx0" brushRef="#br0" timeOffset="1966">2147 18 7930,'2'-11'955,"4"5"0,-4 6 1,5 6-1,-5 9-686,-2 9 1,0-1 0,0 10 0,2 1-618,5 2 0,-5 10 1,4-1-1,-2-2 21,3-3 1,-5-9 0,7-6-201,-1-3 0,-6-9 527,5 0 0,4-9 0,-1 4 0</inkml:trace>
  <inkml:trace contextRef="#ctx0" brushRef="#br0" timeOffset="2216">2321 308 7930,'19'0'503,"0"0"0,1 0 0,-1 0-167,0 0 1,1 0 0,-1 0-1,-2-2-43,-4-5 1,4 3-1,-4-9-79,4-2 1,-6-2-208,-4-3 0,-7 8 1,-7 1-1,-6 2 177,-4 5 0,-2 2 0,-1 2 0,1 0 118,0 0 0,-1 2 0,3 4 0,2 7 135,2 4 0,9 5 0,-3 2 0,5 4-290,2 2 1,9-5 0,4 5-657,4-2 1,4 5 0,3-8 0,4-3 0,4-5-1257,9-4 1,-7-9-1,7 3 1765,-4-5 0,4-19 0,-11-5 0</inkml:trace>
</inkml:ink>
</file>

<file path=ppt/ink/ink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50:42.006"/>
    </inkml:context>
    <inkml:brush xml:id="br0">
      <inkml:brushProperty name="width" value="0.06" units="cm"/>
      <inkml:brushProperty name="height" value="0.06" units="cm"/>
    </inkml:brush>
  </inkml:definitions>
  <inkml:trace contextRef="#ctx0" brushRef="#br0">368 134 7997,'0'-19'-211,"-8"-1"0,-7 1 1,-7 0 711,-4-1 0,-1 8 0,3 1 0,-4 2 131,-2 5 0,6 4 0,-2 6 0,5 9-198,2 9 0,6 6 0,2 9-232,2-1 1,3 10-1,8 3 1,2 5-391,3 2 0,8 0 0,-2 2 0,4 0 0,2 1-834,1-6 0,-3-3 0,-2 0 1,-2-9 1021,2-9 0,-7-6 0,1-9 0</inkml:trace>
  <inkml:trace contextRef="#ctx0" brushRef="#br0" timeOffset="366">1 598 8207,'0'-13'789,"2"3"-749,5 1 1,3 0-1,12 5 1,4-2-371,6 1 1,4-5 0,3-1-1,2-4-100,4-5 0,2 3 1,5-13-1,-5 0 430,0 0 0,-12 6 0,1-4 0,-6 5 0,-6 3 0,-11 5 0,-5 18 0,-10 5 0,-2 12 0,-3 10 888,3 6 0,-4 3 0,1 2-334,3 4 0,2-4 0,4 4 0,2-5 1,5-3-380,1-5 0,10-6 0,6-11 0,-1-4-294,3-3 1,-6-12 0,4-15-1,-5-11-33,-2-7 1,-1-4 0,-6-2 0,-5-4 22,-5-2 1,-2 6 0,-2-2-1,-5 6-27,-5 7 1,-6 4-1,-3 8-39,-5 1 0,2 8 0,-6 5 0,2 4 0,5 2-603,1 0 1,9 0 0,3 2 797,1 4 0,5 3 0,10 4 0,5 4 0,8-6 0</inkml:trace>
  <inkml:trace contextRef="#ctx0" brushRef="#br0" timeOffset="602">890 250 7858,'13'19'124,"0"1"1,-2-1 0,4-2 0,-2 1 270,2 1 1,-7-4 0,1 11 0,-2-3 95,-1 3 0,0 0 0,-6 8 0,0 3-322,0-3 0,0 3 0,0 3 0,-2 1-154,-4-4 0,-5-5 0,-6 0 0,2-6 4,2-4 0,0-5 1,-6-4-56,-1-7 1,3-12-1,2-9 1,4-9 34,3-8 1,1-7-1,7-4 1,3-4-42,3-3 1,5-1-1,10-5 1,3 2-107,2 3 0,6 6 0,-4-3 1,2 5-328,4 7 1,3 8 0,1 0-905,1 6 0,4 1 1379,-4 15 0,12-9 0,-10 4 0</inkml:trace>
</inkml:ink>
</file>

<file path=ppt/ink/ink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50:40.606"/>
    </inkml:context>
    <inkml:brush xml:id="br0">
      <inkml:brushProperty name="width" value="0.06" units="cm"/>
      <inkml:brushProperty name="height" value="0.06" units="cm"/>
    </inkml:brush>
  </inkml:definitions>
  <inkml:trace contextRef="#ctx0" brushRef="#br0">58 78 7467,'0'-20'-591,"-6"7"0,-3 3 1446,-2 1 0,5-4 135,-7 7-517,9-1 1,-5 9-186,9 5 1,0 4 0,2 10 0,3 5-82,1 6 1,3 9-1,-5 8 1,2 9-99,-1 3 0,-3 1 0,0 2-110,4 7 1,-3 4 0,3 3 0,-4-5 0,-2-7-107,0-8 1,7-19 0,-1-2 88,-2-7 1,5-17 0,-1-20 0,3-17-280,4-10 1,-4-13 0,2-7-1,2-8 129,2-9 0,5 2 1,1 3-1,3 3 165,-2 7 0,-3 11 0,-4 2 126,-4 9 0,4 8 1,-6 15-1,0 14 117,-5 14 1,-4 13 0,-2 13 0,0 4-239,0 2 0,0 5 0,3 6 0,1 0-323,2-4 0,3-4 1,-5-3-313,3-10 0,8-3 0,-2-10 0,6-4 274,7-7 1,-3-7 0,7-12 0,1-7 0,-4-12 358,1-12 0,-2 1 0,2-22 0,2 7 0</inkml:trace>
  <inkml:trace contextRef="#ctx0" brushRef="#br0" timeOffset="300">754 329 7813,'0'-30'419,"-2"2"1,-4 9-109,-7-1 1,-4 10 0,-3 3 0,1 9 252,0 11 0,-1 2 0,3 17 1,2 3-203,2 1 1,2 3 0,-2 0 0,7-1-326,4 1 0,2-7 1,0-2-1,0-2-186,0-4 1,8-5 0,7-6-125,9-6 1,0-7 0,8-11 0,0-13-1,0-14-15,1-10 0,-1 3 1,4-6-1,-3-3 216,-8-2 1,-1 7-1,-3 6 1,1 6 543,-5 5 1,-10 15-128,-1-3 0,-4 16 1,-2 6-1,-2 13-139,-4 9 1,3 17 0,-5-3 0,1 3-527,1 0 1,0 2 0,6-2 0,0-5-432,0 1 1,6-7 0,3 0 0,1-4 41,5-9 1,3 0-1,1-10 1,0-3 708,1-2 0,7-11 0,4-1 0</inkml:trace>
  <inkml:trace contextRef="#ctx0" brushRef="#br0" timeOffset="550">1373 97 7813,'-19'0'0,"-1"0"717,1 0 0,8 2 0,5 7-149,4 10 0,2 3 0,0 12 0,2 5-396,4 4 1,7 10-1,11-3 1,1 1-50,-1 1 1,4-3 0,-2 5 0,-3-3-2,-1 3 0,-11-7 0,-5-1 0,-4-6-255,-2-1 0,-2 0 1,-7-3-1,-8-4-242,-6-6 0,-10-6 1,6-8-74,-4-5 0,1-5 0,-4-4 0,4-5 0,2-8-304,4-8 0,5-1 0,6-8 109,7-2 643,4-12 0,10 6 0,3-8 0</inkml:trace>
  <inkml:trace contextRef="#ctx0" brushRef="#br0" timeOffset="883">1914 0 7997,'0'20'866,"-8"-1"0,-3 0 0,-2 1-449,0-1 0,2 2 1,-1 5-1,3 6 150,0 5 1,7 4 0,-4 2 0,1 6-363,-1 7 1,4-2-1,-5 10 1,5-4-257,2-2 0,0-6 0,0-5 0,0-4-415,0-6 0,9-20 28,4-4 1,4-20 0,2-12 0,1-13 73,-1-11 1,0-7-1,3-8 208,4 0 0,-5 3 0,7 1 1,-2 7 326,0 6 0,-1 6 0,-5 18 0,-1 4 0,0 9 180,1 8 1,-7 18-1,-1 19 1,1 14-332,-2 14 1,-2 6 0,-9 3 0,0-1-1861,0 0 1,0-8 1839,0-4 0,0-14 0,0-4 0</inkml:trace>
</inkml:ink>
</file>

<file path=ppt/ink/ink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50:49.918"/>
    </inkml:context>
    <inkml:brush xml:id="br0">
      <inkml:brushProperty name="width" value="0.06" units="cm"/>
      <inkml:brushProperty name="height" value="0.06" units="cm"/>
    </inkml:brush>
  </inkml:definitions>
  <inkml:trace contextRef="#ctx0" brushRef="#br0">155 18 7876,'0'-11'1668,"0"4"-1312,0 14 0,0 4 0,0 10 0,0 7-6,0 11 0,0 8 0,2 13 0,2 4-834,3 7 0,-1 5 0,-6-1 0,0-2-364,0-2 0,-6-15 0,-3-5 0,-2-10 848,-4-11 0,-2-19 0,-2 6 0</inkml:trace>
  <inkml:trace contextRef="#ctx0" brushRef="#br0" timeOffset="150">0 559 7876,'9'-13'111,"4"0"0,4 9 1,2-3-1,1 5 112,-1 2 1,2 0 0,5 0-1,4 0-751,0 0 0,7 0 0,-7 0 0,2 0-679,0 0 1207,1-8 0,5-3 0,1-8 0</inkml:trace>
  <inkml:trace contextRef="#ctx0" brushRef="#br0" timeOffset="267">580 424 8439,'-6'25'0,"-3"1"133,-2-2 1,5-1 0,-5 1 0,3 2-6,3-3 1,-3 5 0,1-2-499,3-2 1,2 4-1,2-3-466,0-1 1,0-13 835,0-11 0,9-17 0,1-13 0</inkml:trace>
  <inkml:trace contextRef="#ctx0" brushRef="#br0" timeOffset="400">561 250 8054,'-13'10'-118,"0"-3"0,9-3-678,-3 2 0,7-1 796,7 8 0,-5-9 0,7 5 0</inkml:trace>
  <inkml:trace contextRef="#ctx0" brushRef="#br0" timeOffset="834">716 211 8042,'0'19'0,"0"1"337,0-1 1,0-4 0,0 2 0,0 5-12,0-1 1,0 3 0,2 1 0,2 8 9,2 3 1,1-1 0,-7 1 0,0 5-193,0 0 0,2 0 0,2-5-154,3-4 0,-1 3 1,-4-10-13,5-1 0,-5-13 0,7-11 0,-3-13-365,0-11 0,3-8 0,-5-11 0,5-6 46,2-7 1,-7 9-1,5-9 1,-3 6 237,0 7 1,7 3-1,-6 3 1,-1 5 150,3 6 0,-5 7 0,9 6 36,2 6 1,-4 16 0,0 10-1,-3 11 378,-4 7 1,1 4 0,-1 4-306,2 6 0,7-3 0,-6-5 0,-3-7 0,0-6-171,3-2 0,-3-4-61,9-11 0,-9-7 1,3-12-1,-3-9 0,0-11-214,3-13 0,6-2 0,-7-8 202,-2 2 1,5-5-1,0 7 1,-1 4-1,3 5 376,0 3 1,-7 16-1,5 0 225,-1 6 0,1 7 1,6 13-285,-2 10 0,-7 9 0,5 11 0,-2-1-669,-5 1 0,0 0 1,0-1-1,5-1-105,2-5 0,-1 2 0,6-10 0,-4-7 544,3-8 0,3 2 0,1-1 0</inkml:trace>
  <inkml:trace contextRef="#ctx0" brushRef="#br0" timeOffset="1101">1566 385 7876,'13'2'160,"0"2"399,2 3 0,2-1 0,3-6-22,-1 0 0,-6 0 0,-2-2-316,-3-4 0,-1-5 0,-7-8 0,0-3-25,0-4 1,0 5 0,-2-5 0,-5 2 42,-6-1 1,-6 5-1,-5-1 1,-2 8 224,3 4 1,-1 3-1,1 6-133,-3 0 1,0 8-1,7 5 1,1 7 0,3 5 65,3 8 1,7 3-1,-1 3-297,4 0 0,2 6 0,0 2 1,2 0-1,4 0-1198,7-4 1,4-4 0,3-7-1,1-6-720,5-4 0,-2-12 0,6-3 1818,-2-5 0,6-19 0,-4-5 0</inkml:trace>
  <inkml:trace contextRef="#ctx0" brushRef="#br0" timeOffset="1182">1837 520 7876,'0'13'-40,"0"0"0,0 0-1566,0 6 1606,0-8 0,0 6 0,0-6 0</inkml:trace>
</inkml:ink>
</file>

<file path=ppt/ink/ink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50:47.635"/>
    </inkml:context>
    <inkml:brush xml:id="br0">
      <inkml:brushProperty name="width" value="0.06" units="cm"/>
      <inkml:brushProperty name="height" value="0.06" units="cm"/>
    </inkml:brush>
  </inkml:definitions>
  <inkml:trace contextRef="#ctx0" brushRef="#br0">40 175 8133,'-20'19'236,"10"0"1,3 1 0,5-1-35,2 0 1,0 9 0,0 4 0,0 7-42,0 6 1,6-2 0,3 9 0,0 1-571,-1 3 0,1-6 0,-5-7 1,3-7-608,-3-4 0,0-14 1016,3 1 0,-7-15 0,2-6 0,-9-15 0,-3-13 0,5-15 0,-3-7 0,1-6 0,1-6 0,-1 8 0,7-7 0,2 1 0,5 2 0,4 0 0,8 6 0,0 5 9,1 4 0,1 17 0,3-5 1,4 12 301,2 8 1,-4 5 0,4 10-1,-2 6 9,-5 12 0,-1 1 0,-5 11 1,-2 3 16,-2 1 0,-9-4 0,3 1 1,-5-1-81,-2-2 1,-9 4 0,-4-6 0,-4 0-42,-2 0 1,-1-2 0,1-7 0,0 1-313,-1-1 0,1 0-2977,0 1 2149,8-1 1,4-8-1,14-5 924,6-4 0,13-10 0,4-3 0</inkml:trace>
  <inkml:trace contextRef="#ctx0" brushRef="#br0" timeOffset="267">542 291 7876,'-6'21'465,"-3"3"0,-1 4-121,-5 2 1,4 2-1,0 7 1,2-1-26,5 1 1,2 0 0,4-3-1,5-2-232,5-1 1,-1-18 0,4-2 0,5-9-226,3-4 1,3-4 0,-7-7-1,1-11-55,-1-6 1,-6 3 0,-2-8 0,-3-1 81,-3-2 0,-3 3 1,-2 3-1,-2 2 148,-5 5 0,3 1 0,-9 5 1,-2 4-109,-2 7 0,-3-3 0,1 3-1433,0 1 579,-1 3 0,10 4 925,3 5 0,14 4 0,3 8 0</inkml:trace>
  <inkml:trace contextRef="#ctx0" brushRef="#br0" timeOffset="500">871 194 8219,'-6'19'240,"-3"-2"1,0 1 65,1 1 1,1-4-1,7 11 1,0-3 47,0 3 0,2-4 1,5 3-1,6-1-386,4 2 1,2-5-1,-1 5 1,-3-4-32,-3-3 1,-1 0 0,4 1 0,-4-1 30,-2 0 1,-3-4 0,-8 2-41,-5 5 1,3 2-1,-9-7 1,-2-2-100,-2-2 1,-2-9 0,-1 5-1,1-3-896,0 0 1,6 1-627,0-7 1693,9 0 0,4-9 0,10-1 0</inkml:trace>
  <inkml:trace contextRef="#ctx0" brushRef="#br0" timeOffset="750">1219 233 7876,'-19'0'559,"6"0"0,2 2 1,2 4-313,5 7 1,0-2-1,0 4 1,-3 4 97,3 5 1,8 4-1,5-3 1,4 8-328,8 3 1,-2 3 0,9 0-1,-2-1-43,0 1 1,0-7 0,-7 0-1,0 3 51,1 1 1,-10-4 0,-3 1-15,-5 1 0,-2-12 1,-2-5-1,-5-4-252,-5-3 1,-8-5 0,-3 1 0,-3-4-96,2-2 0,3 0 1,4-2-1,1-4-782,4-7 1,7-4 0,-1-3 1116,4 1 0,2-9 0,0-2 0</inkml:trace>
  <inkml:trace contextRef="#ctx0" brushRef="#br0" timeOffset="1000">1432 523 8049,'10'19'451,"1"0"0,-6 1 1,1 1 1,-2 5 1,-2-5-1,-2 7 1,0-2-394,0 0 0,7 2 0,-1-5-53,-1 3 1,-3-7 0,0-8 0,2-4-1116,3-9 1,-1-9-1,-6-15 1,0-6 1107,0-5 0,0-8 0,0-2 0,0 0 0,0-1 0,0-3 0,0 8 0,0 4 0,0 5 0,0 10 0,0-2 0,-2 5 88,-5 2 1,5 6 31,-4 0 0,4 11-190,2 2 1,2 0 0,2 8 69,3 1 0,16-7 0,-1 7 0</inkml:trace>
  <inkml:trace contextRef="#ctx0" brushRef="#br0" timeOffset="1733">1664 194 7966,'10'0'677,"-1"2"1,-7 4-1,3 7-456,1 5 0,0 1 0,-6 2 0,3 5 125,3 6 1,-4 7 0,5 4 0,-5 4-106,-2 3 0,6-5 1,1 6-1,-3 1-153,-2-3 1,-2-8 0,0-11 0,0-2-152,0-4-444,0-3 1,0-19-1,0-10 1,0-12 177,0-5 0,7-10 0,1 5 1,3 0 169,4 4 1,-4 5 0,2 2 0,2 1-61,2 5 1,-4 5 0,0 8 517,2 0 0,0 2 1,-2 4-1,-7 10 612,-4 7 1,-2 7 0,0 7 0,0-3-668,0-2 1,-8 1-1,-5 5 1,-5-1-948,-1-5 0,6-4 0,0-11 319,-2-4 0,-2-7-803,-2-12 0,8-7 1,5-13-1,6-8 1187,6-9 0,-2 0 0,7-6 0,0-1 0,0 1 0,-5-3 0,7-4 0,2 5 0,2 6 0,2 4 0,1 4 0,-1 5 153,0 6 1,-6 13 0,0 7 631,2 4 0,-4 10 0,0 8 0,-3 7-376,-3 9 1,3 5-1,-1 2 1,-1-1-554,3 1 1,-7 0 0,6-1 0,-1 1 50,-1 0 0,3-9 0,-5-5-1314,3-3 0,1-11 0,-1-5 1407,6-4 0,-3-10 0,3-5-63,2-4 1,-4-1-1,2 3 1,2 5-96,2 1 0,2-4 0,3 5 1,2-1 416,1 0 1,3-4 0,-4 5-1,2-3 262,-3-4 1,-1-2 0,-3 0 0,-2 2-295,-4 2 0,-4 0 1,-9-6-1,0-1-32,0 1 0,-9 0 1,-4-1-1,-6 3-15,-7 4 1,5 5 0,-5 8-1,2 0 333,-1 0 1,10 8 0,-5 7 0,5 9-59,4 8 1,3 0-1,8 5 1,0 4-189,0-1 1,2 1 0,4-4-420,7-5 1,11 2 0,4-6 0,2 0 0,4-2-719,3-9 0,1-6 0,1-11 1,0 0 869,-1 0 0,1-9 0,0-1 0</inkml:trace>
</inkml:ink>
</file>

<file path=ppt/ink/ink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54:31.864"/>
    </inkml:context>
    <inkml:brush xml:id="br0">
      <inkml:brushProperty name="width" value="0.06" units="cm"/>
      <inkml:brushProperty name="height" value="0.06" units="cm"/>
    </inkml:brush>
  </inkml:definitions>
  <inkml:trace contextRef="#ctx0" brushRef="#br0">363 1 9429,'0'15'292,"0"2"0,0 4 0,-1 4-126,-2 6 1,1 9 0,-1 6-1,2 1-289,1 2 0,-4-9 0,1 6 1,1-7 26,0-3 1,2-5 0,0-6 0,0-3-1696,0-6 1791,0-3 0,-4-3 0,-2 1 0</inkml:trace>
  <inkml:trace contextRef="#ctx0" brushRef="#br0" timeOffset="400">156 446 8007,'-7'-9'-218,"1"1"516,2 1 1,0 6-76,4 1 1,0 5 0,1 10-1,3 6-22,3 6 0,2 4 1,1 2-1,1 3-123,-1 0 0,4 1 0,0 1 0,-2-3 0,3-4 0,0-4 1,0-5-1,1-6-62,0-5 0,-3-8 0,2-2-78,0-6 0,-3-8 1,2-12-1,0-5 1,1-5-192,1-2 1,-3-1-1,1-3-73,-3 0 0,0 0 0,-1 3 0,-1 5 326,-2 4 0,2 4 0,-3 4 0</inkml:trace>
  <inkml:trace contextRef="#ctx0" brushRef="#br0" timeOffset="832">156 922 8140,'-21'0'44,"4"0"0,1 0 1,0 1 108,0 3 1,0 2-1,-2 4 1,5 2 287,1 1 0,6 5 1,3 5-1,2 3-307,1 4 0,5-5 0,5 5 1,3-2-133,4-2 1,1 1 0,4 0-1,-1-2 1,2-5-1,-6-1 1,1-3-1,-1 0-149,-3 0 0,-3-3 0,-4 1 113,-4-3 0,-2-1 1,-1 1-1,-1-2 1,-4-1 110,-5-1 0,-1-1 1,-6 2-1,1-3-144,0 0 1,2-1-1,-2-4 1,1 0-333,3 0 0,0-5 0,3-2 0,1-2-127,1-2 1,5 0 0,-1-3 525,6-3 0,2-7 0,6-3 0</inkml:trace>
  <inkml:trace contextRef="#ctx0" brushRef="#br0" timeOffset="1367">363 974 8127,'-7'4'271,"1"0"1,2 2 225,2 2 1,0 1 0,2 3 0,0 2-273,0 3 0,0 3 1,0 5-1,0 3-158,0 6 1,0-2-1,0 3 1,2-3-135,1-1 0,-2 0 0,3-2 90,-3-5 0,-1 2 0,0-8-163,0-3 1,1-9 0,1-6 0,2-8 4,-2-8 0,0-3 0,1-11 0,1-5 6,2-4 1,1 0 0,3-7-1,1 1 48,-1 0 0,0 5 0,1 5 0,-1 6 35,0 4 0,1 6 1,-1 10-1,0 2 103,1 3 0,-4 12 1,-2 7-1,1 7 82,0 6 0,-3 2 1,3 2-1,0 1 28,0 2 1,-4-1 0,3-4 0,-2-1-96,0-1 1,1-7 0,-4 1 0,1-6 6,2-4 0,-1-5-138,1-11 1,-2-6-1,-1-8 1,1-5 21,3-5 1,-3-5 0,4-2 0,-2 1-37,1-2 1,2 6 0,-1-2 0,0 2 148,-1 5 0,3 6 0,-2 6 33,0 5 1,-2 5-1,1 6 1,0 5-94,-1 5 0,2 7 0,-3 5 0,2 0-456,-2 1 1,4 1 0,-1-3-39,1-1 0,3-1 1,-2-2-1,3-3 1,1-3-1426,3-3 1903,-3-5 0,9 3 0,-4-3 0</inkml:trace>
  <inkml:trace contextRef="#ctx0" brushRef="#br0" timeOffset="1649">850 974 8122,'-10'-10'740,"-1"1"-342,1 2 1,-1 2-1,1 6 17,0 3 0,3 3 1,1 5-1,0 3-106,1 1 1,2 2-1,0 2 1,3 1-369,3 0 1,0-4 0,3-1 0,3-1-257,0-2 0,1-3 1,2-3-1,0-4-58,2-1 1,3-8-1,-3-5 1,0-6 128,1-6 0,-4 0 0,3-4 0,-1-2 202,1-1 0,-6 7 0,1 3 1,-3 3 1984,-4 1-1684,4 8 0,-5 4 1,2 15-1,-1 6 0,-2 6-348,0 5 0,0-2 0,0 2 1,0 0-780,0 2 1,3-3 0,2-4 93,0-5 1,-1-4 773,3-7 0,0 2 0,3-3 0</inkml:trace>
  <inkml:trace contextRef="#ctx0" brushRef="#br0" timeOffset="1849">1161 674 12054,'5'11'0,"-1"4"0,-3 6 274,-1 5 1,0 9 0,0 3 0,0 3-308,0 4 0,0-1 1,0 3-1,0 0-506,0 1 1,0-12-1,0-1 1,0-5-519,0-5 1,1-9 0,3-1 1056,2-9 0,4-16 0,0-12 0</inkml:trace>
  <inkml:trace contextRef="#ctx0" brushRef="#br0" timeOffset="2016">1254 684 8054,'3'-11'1003,"1"-3"-440,-1 7 0,-2 0 0,2 14 0,0 7-84,-1 4 1,3 10 0,0 5-1,-1 9-276,1 4 0,3-2 0,-2 4 0,0-1-493,1 0 0,-3-2 1,2 1-1,-1-2-469,1-4 1,-2-8 0,1-1 758,0-4 0,3 4 0,-2-9 0</inkml:trace>
  <inkml:trace contextRef="#ctx0" brushRef="#br0" timeOffset="2468">570 1813 8131,'0'-10'119,"-3"-2"1,-2-1 0,-1 0 286,-2 0 1,-1 3-1,-1 2 1,-2 2 117,-1 1 1,-4 2-1,-2 3 1,0 1-139,2 2 1,0 8-1,-3 7 1,3 5-62,3 5 0,4 3 0,2 2 0,2 4-175,2 3 1,0-3-1,4 6-272,0-3 1,8 1 0,2-5 0,3-3 69,2-4 0,1 2 1,5-11-1,0-2 1,-1-4-1505,1-6 0,0-3 0,-1-6 457,1-3 0,-1-6 1,-2-9 1098,-1-4 0,-4-3 0,2-5 0</inkml:trace>
  <inkml:trace contextRef="#ctx0" brushRef="#br0" timeOffset="2800">653 1741 8108,'-1'-14'56,"-2"0"1,1 4 1255,-1 3-936,2 4 1,1 4-1,0 9 1,1 5-127,2 4 0,2 2 1,3 9-1,-1 2-131,1 0 1,-2 5 0,1-1-1,1 1-78,1 1 0,-2-10 1,0 9-1,1-1-266,1 0 1,-2-10 0,-1 0-302,-2-1 0,3-14 328,-3-11 1,2-9 0,-2-13 0,-2-3 91,-1-6 1,1-2 0,0-3 0,2-2 92,2-3 0,-4 6 1,3-4 117,0 5 0,-3 7 0,4 9 0,0 6 71,-1 4 0,-1 12 1,1 10-1,1 7-229,0 6 0,-3 2 0,3 7 1,0-2-351,0 0 1,-3-8 0,4 5 0,1-2-1170,1-3 1572,2-9 0,4 1 0,1-7 0</inkml:trace>
  <inkml:trace contextRef="#ctx0" brushRef="#br0" timeOffset="3101">995 1813 8205,'-1'-14'0,"-3"0"266,-3 2 0,2 1 0,-2 4 0,-1 4 277,-2 2 0,4 1 0,0 2 0,1 4-213,3 4 1,1 9 0,1 0 0,0 5-170,0 3 0,1-3 1,2 4-1,4-1-295,2 0 1,2-2-1,-1-5 1,1-2-182,-1-1 0,0-5 0,1-2 0,0-5-121,3-4 0,-5-11 0,3-8 0,-2-7 196,-2-5 1,-3-6 0,2 0-1,-1-1 435,0 2 1,2 4 0,-4 5 0,-2 5 52,-1 6 1,-1 9 0,1 6-140,3 6 1,-3 9 0,2 5-1,-2 4-329,-1 2 1,2 1 0,0 0 0,1-3-47,0-2 1,1-1 0,1-1 265,1-3 0,1-2 0,3-5 0</inkml:trace>
  <inkml:trace contextRef="#ctx0" brushRef="#br0" timeOffset="3432">1202 1803 10898,'0'10'260,"0"0"1,3 5 0,2 3-1,0 2-105,-1 4 1,3-1 0,-2 5-1,-1 0-171,1-2 0,2-1 0,-3-5-83,2-3-10,-3-6 0,1-9 1,-4-9-1,1-7 1,2-5 43,0-5 1,0-3 0,-1-4-69,1 0 0,-1 1 0,4 2 1,0 4-1,0 1-27,2-1 1,-3 7 0,2 0-1,1 5 204,2 5 0,0 3 1,0 5 370,1 2 0,-4 7 0,0 9 1,-1 4-1,1 5-220,0 1 1,-4 4 0,0 0-496,-2 2 0,3-2 0,-1-4 1,-1-4-1,-1-2-2739,-1-3 2437,5-7 0,-3-3 0,4-10 602,-1-6 0,3-8 0,-2-2 0</inkml:trace>
  <inkml:trace contextRef="#ctx0" brushRef="#br0" timeOffset="3631">1554 1751 8001,'10'-21'26,"-3"0"1,-1 2-1,0 0 625,0 2-204,-4 9 0,1 5 0,-5 13 1,-1 6 77,0 4 1,-1 4 0,-1 0 0,1 0-362,-1 2 1,0-1-1,3 2 1,-1-1-106,0-1 1,1-5 0,0 3 0,-2-1-2,2-4 1,1 2-1,1-7 1,1 0-1576,2-2 1,3-5-1,4-2 1,1-3 615,-1-1 0,1-6 901,-1-4 0,0-5 0,1-6 0</inkml:trace>
  <inkml:trace contextRef="#ctx0" brushRef="#br0" timeOffset="3849">1741 1896 8001,'10'-5'-90,"-2"3"1,2-5 284,5-1 1,-4-1 0,-1-2 0,-2 1 291,-2 0 0,-2-1 0,-4 0 0,0-2-236,0-1 1,0-1-1,-1 3 1,-2-2-187,-4 1 1,-2 2-1,-3 2 1,-1 2 2,0 3 1,-1 3-1,4 2 1,-1 3 140,1 3 1,1 6-1,2 5 1,3 2 228,3 5 0,1 1 0,1 5 0,3 0-161,3 0 1,6-3 0,6-2 0,4 0-428,4-3 1,1-10 0,2-3-1,3-5-1302,3-2 0,2-10 0,1-6 1452,-4-5 0,-1-1 0,-7-6 0</inkml:trace>
  <inkml:trace contextRef="#ctx0" brushRef="#br0" timeOffset="4348">964 2559 8036,'-8'-11'0,"-3"2"208,0 2 0,-2-1 0,1 5 0,-2 0 395,1 2 1,2 2-1,0 4 1,1 5-206,0 6 1,3 5 0,1 3 0,1 5-196,3 4 1,2 1-1,5 4 1,4 0-39,3-1 0,7-2 0,-2-5-10,3-2 0,4-5 0,1-9 0,2-7-520,1-5 0,1-8 0,0-5 1,-4-10-1,-2-9-324,-3-7 1,-6-4 0,-2-3 542,-4-1 0,-3-2 0,-7 5 0,-4 6 358,-4 2 0,-11 9 0,-1 4 1,-2 6-1,-3 5 41,1 3 1,3 2 0,0 7 0,3 1 278,3 4 0,8 2 0,0 2-810,3-1 1,2 4 0,7-1-1,2 1 1,8 0-858,5 0 0,2 0 0,7-4 0,0 0-786,3 1 1921,-1-5 0,6 3 0,-3-3 0</inkml:trace>
  <inkml:trace contextRef="#ctx0" brushRef="#br0" timeOffset="4497">1368 2383 7956,'-7'0'0,"1"1"0,0 1 285,1 2 0,-1 4 0,-2 0 0,2 3 427,1 3 1,2 5 0,3 2 0,0 7-452,0 5 0,0-1 1,1 4-1,3-1-581,2-1 0,0 1 1,1-5-1,0-2-3040,-1 0 3360,-2-10 0,1 7 0,1-9 0</inkml:trace>
  <inkml:trace contextRef="#ctx0" brushRef="#br0" timeOffset="4631">1233 2735 7955,'-6'-11'0,"3"1"399,2 0 1,1 3 0,0 0 0,2-1 554,5-1 0,1-2 0,10 1 0,4-2-1066,5-1 0,4 1 0,2-3 0,3 1-93,1 0 0,1-4 0,2 1 205,-2-3 0,-2-5 0,-5-2 0</inkml:trace>
  <inkml:trace contextRef="#ctx0" brushRef="#br0" timeOffset="5333">2082 2465 7880,'0'-16'-8,"0"1"232,0 5 0,1 4 135,3 3 0,0 7 0,5 7 0,-3 5-170,3 3 1,-4 8 0,1 3 0,0 3-127,0 1 1,-1-1 0,2-1 0,-3 2-33,-3-1 0,2-7 0,1 4 0,-2-3-213,-1-4 1,-2-9 45,-2-4 1,-2-8 0,-2-3-1,4-8 277,1-7 0,2-5 1,0-3-1,0-4-19,0-2 1,0-1 0,0 0 0,2-1-127,1-3 0,3 3 0,4-2 0,2 0-160,1 0 1,4 5-1,3-1 1,1 4-485,0 3 0,-1 5 0,1 6 1,-1 4-257,-3 4 0,1 4 904,-4 4 0,0 6 0,-4 6 0</inkml:trace>
  <inkml:trace contextRef="#ctx0" brushRef="#br0" timeOffset="5598">2445 2476 7880,'3'7'413,"1"0"1,0-4 0,0 3-62,3-2 0,-2 3 0,2-3-118,1-2 1,2-4-1,0-4 1,-1-2 11,-2-4 0,1-5 1,-4 1-1,-2-1-259,-1 0 1,-1-1-1,-1-1 1,-3 0-59,-3 2 1,-2 8 0,-2 0 0,-3 3 122,-3 4 1,1 6 0,-1 7 0,3 6 32,1 6 0,1 3 0,2 7 0,1 0 8,2 1 1,2 6-1,5-4 1,1 0-403,3-5 0,5-1 1,6-7-1,1-3-409,3-5 1,0-5-1,2-3 1,0-5-1510,-1-4 2227,1-9 0,4-9 0,2-7 0</inkml:trace>
  <inkml:trace contextRef="#ctx0" brushRef="#br0" timeOffset="6180">2662 2414 8027,'0'10'0,"-1"0"241,-2 1 0,1 3 0,-1 1 0,1 1 163,-2 2 1,3 3 0,-2 3 0,3 4-350,3 1 1,2 3 0,3-3 0,-1 1-366,1 1 1,1-5 0,0 4 0,-1-3-164,-1 0 0,-1-9 0,1-1 0,-3-5-44,1-5 1,-5-5 0,0-8 516,-6-4 0,-3-8 0,-1-2 0,-1-4 0,1-3 0,3 3 0,0-3 0,-1-2 0,0 0 0,0 0 0,2 3 0,2-2 230,1-2 1,2 5-1,1-6 1,0 1 227,0 0 0,5 2 0,3 3-169,4 3 0,3-4 1,4 6-1,-2 3 1,2 4-28,0 5 1,-2 6-1,-1-1 1,-1 3-43,-2 3 0,-6 7 0,-4 8 1,-1 1 7,-2 2 1,0 4-1,-2 2 1,-1 0-206,-4 1 0,-3-4 0,-3 3 1,-1-1-757,2 0 1,0-6 0,2 0-529,-1-4 1,6-8 789,1-8 0,3-9 1,2-9-1,3-2 471,3-5 0,-2-1 0,2-5 0,1 0 0,1 0 0,2 0 0,-1 1 0,1 1 13,-1 1 0,0 5 0,1-1 0,-1 2 295,0 2 1,-3 7 0,0 4 688,1 3 1,-3 4-513,-2 5 1,-2 6 0,-1 7 0,0 3 0,0 5-135,0 5 1,0-3-1,0 6 1,0 1-237,0-1 1,0-1 0,0 6-317,0-2 1,4 0 0,0-4 0,1-1-1,1-2-530,0-4 0,0-6 0,5-3 0,-1-3-45,1-7 1,0-2-1,2-4 1,0-4 775,0-5 0,-1-10 0,-2-6 0</inkml:trace>
  <inkml:trace contextRef="#ctx0" brushRef="#br0" timeOffset="6598">3066 2414 7927,'0'-26'93,"0"4"1,0-1 0,0 4 493,0 2 0,-1 7 0,-2 1 83,-4 3 1,-3 4-1,0 7-335,0 5 0,1 2 1,2 5-1,3 2-145,3 4 1,1 1 0,0 2 0,0 0-149,0 1 0,0-1 1,0 2-1,1-4-295,3-2 1,1-5 0,6-1 145,-1-1 0,4-5 1,0-9-1,0-7-627,0-8 0,-2-5 1,2-7-1,-3-4 167,0-3 0,-1-5 1,-1 2 517,-2 0 0,1 7 1,-4 1-1,-2 6 346,-1 5 0,-1 8 0,0 9 1,0 7-142,0 5 1,0 1 0,0 5 0,0 3-267,0 2 1,0 1 0,0-4 0,0-2-576,0 0 0,0-5 321,0 5 0,5-6 1,2 1 162,2-5 1,-2-7 0,-2-5 0,0-2 244,-3-2 0,-1 2 0,1-1 474,1-1 0,-2 2 214,3-1 1,-2 4 0,1-3-635,4 2 1,3 0-1,0 4 1,0 0-519,1 0 1,0 0 0,2 0-1,2 0-191,1 0 0,0-1 611,1-3 0,3-1 0,-4-6 0</inkml:trace>
  <inkml:trace contextRef="#ctx0" brushRef="#br0" timeOffset="6747">3491 2269 7927,'-9'7'449,"0"1"1,3 2 154,-2 3 0,2 6 1,0 2-1,1 7-344,3 5 1,1 4-1,1 4 1,0 2-373,0 2 0,1-3 0,1 2-45,2-5 0,0-3 0,-1-5 0,0-2 157,0-5 0,-2 0 0,-1-8 0</inkml:trace>
  <inkml:trace contextRef="#ctx0" brushRef="#br0" timeOffset="7248">2144 3170 7953,'-10'-10'32,"-1"4"0,-2 1 230,-1 0 1,-1 4 0,2-1-1,-1 4 181,-3 5 1,4 7 0,-4 3 0,1 3-82,0 0 1,7 6 0,-1 1 0,2 3-210,2 1 0,1-2 0,5 0 0,1 0-105,3-4 1,2-3-1,5-5 1,2-4-291,1-5 1,4-4 0,-1-5 0,4-3 32,3-7 1,-4-5 0,3-8-1,0-4-192,-1-1 0,-1-4 0,-1 0 1,-2-3 269,0-1 0,-2 5 0,0 2 428,-6 8 0,1 9-39,-4 9 1,-3 11 0,0 13 0,-2 4-78,1 2 0,0-2 1,2 3-462,0-2 0,3 2 0,-1-4 0,2-3 0,2 1-552,-1-2 1,0-7 0,1-1-1,0-7 832,3-3 0,-3-5 0,4-11 0,-4-7 0</inkml:trace>
  <inkml:trace contextRef="#ctx0" brushRef="#br0" timeOffset="7414">2455 3118 7953,'-4'-15'291,"1"6"0,-3-4 0,2 0 1,0 3 249,0 2 0,4 5 0,-1 6-220,3 4 1,6 3-1,-1 5 1,3 5-305,4 3 1,-2 6 0,1-2 0,-1 3-413,-2 1 1,1 0-1,-1 0-178,0 0 0,0-1 0,-4-1 0,-1-2 0,-2-3-73,1-5 0,-2-3 1,-5-6 645,-4-4 0,-7 4 0,-2-5 0</inkml:trace>
  <inkml:trace contextRef="#ctx0" brushRef="#br0" timeOffset="7714">2465 3449 7534,'-4'-10'0,"-2"0"57,0-1 1,-2 1-1,5 0 1,1-1 431,0 1 1,2-2-1,2 0-265,1-2 1,3 0 0,4 4-1,2-1-377,1 1 0,0 0 1,4-1-1,1 1 222,-2 0 1,3-2-1,-1-1 1,1 0-46,2 0 1,-4-3 0,-1-1-646,-1-3 1,-2 0-1,-5 2 1,-1 1-1,0-1 621,-2 2 0,1-2 0,-4 4 0,2 1 0,-1 8 364,-3 5 0,-3 5 1,-1 9-1,2 5 314,1 4 0,1 0 1,1 3-1,3 1-391,3-1 0,-2 2 0,1 2 0,0-2-400,0 0 1,-1-4 0,3 4-1,-2-1-598,-1 0 0,2-2 1,-4-5-1,-1-2-160,0-1 1,-4-8-1,-1-3 871,-4-3 0,-7-3 0,-2 0 0</inkml:trace>
  <inkml:trace contextRef="#ctx0" brushRef="#br0" timeOffset="7846">2673 3366 7953,'0'-16'291,"0"3"12,0 1 1,0 2-232,0-1 0,0 4 0,1 1 1,2-1-1,4 0-257,2 0 1,2 4-1,0 0 1,3 1-138,3-2 1,1 3 0,1-2 0,3 0 58,0 0 1,1 1 0,-1-5-1,1-1 263,0-2 0,-4 0 0,7 0 0</inkml:trace>
  <inkml:trace contextRef="#ctx0" brushRef="#br0" timeOffset="8115">3004 3128 7953,'-16'5'147,"1"-3"1,3 5-1,0 1 343,-2 1 0,0-1 0,4 2 0,1 1-112,2 1 0,-1 3 0,4-2 1,2 1-262,1 1 1,1-2 0,0 3-62,0-1 0,5-1 1,5-5-1,2-2 1,2-4-570,1-2 0,1-2 0,4-2 0,-2-5-36,-1-5 1,0-4 0,0-6 0,-2-3 270,0 0 0,-4 3 0,2-1 383,-5 2 1,0-2-1,-3 1 1,-1 3 99,1 5 0,-3 8 1,-4 5 133,-2 4 0,-3 9 1,3 6-1,-1 3-284,1 0 0,0 2 0,4 0 0,0 0-151,0-3 0,4-4 1,0 1-1,2-1-691,2-2 0,1-5 787,2-1 0,4-5 0,1 3 0</inkml:trace>
  <inkml:trace contextRef="#ctx0" brushRef="#br0" timeOffset="8498">3294 3035 7953,'-1'-9'299,"-3"2"0,-1 2 0,-6 5 0,1 1 379,0 3 0,-1 2 1,1 5-1,-1 3-177,1 3 1,1 4 0,1 2-1,2 1-261,2-1 0,0 0 0,4 1 1,0 3-143,0-1 0,5 1 0,2-5 0,3-1-1089,4-1 0,-2-5 1,5 0-1,-1-4 44,0-5 0,1-3 1,3-5-1,-2-1 625,-1-4 1,-3-7 0,2-3 0,-1-4 321,-2-3 0,-3-2 0,-2-4 0,-2 1 0,-1 1 0,-2 4 0,-3-2 0,0-1 134,0 1 0,0 6 0,0 1 0,-1 3 281,-3 3 1,2 6 0,-4 5 35,2 4 0,-3 5 0,3 7 0,2 3 0,1 4 243,1 3 0,0-1 0,0 3-518,0 0 0,0 2 0,0 0 0,0 1-322,0-2 1,3 1 0,2-5-1,0-2 1,0-1-119,1-1 0,1-9 0,3-1 0,1-3-1102,-1-4 0,0-2 1,1-4 824,-1-7 1,3-3 540,-3-7 0,7 0 0,-5 0 0</inkml:trace>
  <inkml:trace contextRef="#ctx0" brushRef="#br0" timeOffset="8663">3605 3056 7953,'-7'-9'0,"0"2"0,3 2 0,-2 5 0,-3 1 203,0 3 0,-1 3 1,0 6-1,0 5 1115,3 1 1,-1 2 0,4 0 0,-1-1-888,1 1 1,0 0 0,4-2 0,1 0-243,3-2 1,1-4 0,6 0 0,-1-1-787,1-2 0,0-4 0,3-2 1,2-3-4814,0-1 5410,4 0 0,-4-5 0,4-1 0</inkml:trace>
  <inkml:trace contextRef="#ctx0" brushRef="#br0" timeOffset="8746">3822 3170 8230,'6'0'-326,"3"-5"1,-3-1-1</inkml:trace>
</inkml:ink>
</file>

<file path=ppt/ink/ink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54:50.141"/>
    </inkml:context>
    <inkml:brush xml:id="br0">
      <inkml:brushProperty name="width" value="0.06" units="cm"/>
      <inkml:brushProperty name="height" value="0.06" units="cm"/>
    </inkml:brush>
  </inkml:definitions>
  <inkml:trace contextRef="#ctx0" brushRef="#br0">187 462 7702,'-4'-8'191,"0"0"0,-2 5-194,2-1 1,3 4 88,-3 4 0,2 3 1,4 5 107,2 1 1,-1-5 0,5-1 0,0 0 0,1-2 94,-1 1 1,0-2 0,5-4 0,-1 0-135,1 0 1,-1-5 0,1-5 0,-1-4-90,1-3 1,-5-5 0,-1 1 0,-1-4-283,-4-4 1,0-1 0,-4-4 0,-2 5 160,-4 3 1,-9 7-1,-5 2 92,-6 3 1,2 7-1,-5 3 1,2 5 0,-1 6 165,-2 6 1,4 12-1,2 1 1,6 6 11,8 7 1,8 0 0,-1 6-92,4 3 0,7-4 0,3 2 1,8-2-1,8-1 26,7-1 0,0-12 0,0 2 1,0-7-366,-1-4 1,-1-11 0,2-3-485,-2-9 0,-1-10 0,-2-10 0,-1-6 1,2-8 698,-1-9 0,-3 0 0,7-11 0</inkml:trace>
  <inkml:trace contextRef="#ctx0" brushRef="#br0" timeOffset="550">749 325 7905,'-8'0'373,"0"0"1,1 5-280,-2 4 1,0 2 0,4 1 0,3 1 0,0 1 74,2 2 0,0 4 1,0 5-1,0-2-72,0-2 1,2 3 0,0-5-590,3 1 1,3-2 0,-4-5-1,0 1-1574,2-1 2066,-5-3 0,5-16 0,-6-1 0</inkml:trace>
  <inkml:trace contextRef="#ctx0" brushRef="#br0" timeOffset="716">849 125 5763,'0'7'0,"0"-1"0,0-6 0,0 0 0</inkml:trace>
  <inkml:trace contextRef="#ctx0" brushRef="#br0" timeOffset="849">937 63 7905,'12'0'-4,"-4"0"0,-1 1 164,-1 3 1,4 0-1,-3 7 1,-1 5-175,-1 2 1,0 4 0,-1 7 0,-1 7 57,-2 9 1,-1-2 0,0 8 0,0-1-377,0-3 0,0-4 0,-1-1 1,-2-5-111,-1-5 0,-6-11 0,2 2 442,-3-3 0,-1-4 0,-1-3 0</inkml:trace>
  <inkml:trace contextRef="#ctx0" brushRef="#br0" timeOffset="1032">937 475 7905,'6'-13'145,"1"2"1,-4 1-113,1 2 0,5 4 0,-4-4-53,2-2 1,-3 4-1,3 1 1,0 1-152,0-1 0,-3 0 0,5 1-63,0-5 1,-2 2 0,2-1-75,0-2 1,-2-1-1,0-1 308,-1-1 0,-1 1 0,-2-2 0,1-3 0,6-2 0,-3-6 0</inkml:trace>
  <inkml:trace contextRef="#ctx0" brushRef="#br0" timeOffset="1816">1161 63 7786,'2'7'266,"0"-2"0,3 1-118,-3 2 0,0 3 1,-2 3-1,0 3 39,0 3 0,1 5 1,2 3-1,1 3-116,-1 1 0,-2 5 1,-1 5-1,0-2-24,0-1 0,2-7 0,0-3 0,3-3-91,-3-1 1,0-10-292,-2-2 1,4-10 0,1-3 215,2-7 1,-2-9-1,2-2 1,-1-1 44,1-3 1,-2-2 0,3-1 0,0 0-29,-1 0 1,4 4 0,-4 2 165,0 1 1,4 1-1,-2 6 1,2 3 142,1 4 1,-4 2 0,1 2 0,-1 2-132,-1 2 0,4-1 0,-4 5 0,1 2 94,1 1 1,-1-3-1,5-1 1,-1-1-107,1-4 0,-1 0 0,0-2 0,1 0-151,-1 0 1,0-6 0,-4-2-1,-3-3 43,1-2 1,-5-3-1,4-2 50,-4-2 0,-1 1 0,-1-2 0,-2 4 2,-1 4 0,-6 1 0,2 4 0,-4 4 235,0 3 0,4 2 0,1 3 0,1 4-131,3 4 1,2 6 0,1 4 0,0 4-119,0 3 0,0 2 0,0-3 0,1 1-59,4-2 1,-3-2-1,7-2 1,-1-4-262,-1-1 1,4-3-1,-4-5 1,1-3-429,1-2 1,-1-2 0,4-7 0,1-6 753,-1-5 0,-3-2 0,-1-6 0,2-3 0,1-1 0,0 1 0,-3 1 0,-2 1 0,-1 3 0,-2-1 0,4 6 84,-1 0 535,-2 2 1,-4 9-1,0 5-289,0 7 0,1 8 0,2 3 0,1 0 0,-1 3-108,-2 3 0,-1-2 0,0 7 0,0-1-113,0 1 0,0-1 0,0 3 0,0 0-267,0-3 1,0-2 0,0-2 0,0-4-71,0-3 0,0-7 143,0-2 1,0-11-1,0-2 1,0-9 63,0-7 0,0-4 0,2-4 0,0-4-81,3-3 0,3-2 0,-3 1 1,1-1-27,0 1 0,2 4 0,-3 2-101,2 5 0,0-6 0,3 7 0,-2 1 0,2 3-143,1 5 1,3 9-1,1-6 1,3 2 207,2 0 1,-5 4-1,2 3 1,-2 1 163,2-1 0,2 3 0,6-5 0</inkml:trace>
  <inkml:trace contextRef="#ctx0" brushRef="#br0" timeOffset="2200">2298 150 7908,'-13'4'165,"1"0"0,3 1 0,1-5 0,0 1 313,1 3 0,-4-3-246,2 4 0,0 2 1,-1 1-1,3 3 1,1 1 22,4 1 1,0 5 0,2 4-1,0 6-119,0 5 1,6-1-1,2 0 1,3 0-188,2 0 1,1-4-1,1-2 1,3-7-260,1-6 1,1-9 0,2 0 0,-1-5 86,1-7 0,-4-8 0,-1-13 0,-4-4 61,0-3 0,-5-6 1,-1 1-1,-1 0 282,-3 2 1,-3 8 0,-5 1-1,-3 5 119,-3 5 0,-3 3 0,-1 9 0,-3 3-54,-2 4 0,1 4 0,-2 4-249,4 5 0,4 4 1,0-3-1,2 3 1,3 2-437,4 1 1,2-4 0,2 2 0,0-3-274,0-2 1,6 1 0,2-2 772,3-3 0,2-2 0,0-6 0,3 0 0,0 0 0,7-6 0,-4-1 0</inkml:trace>
  <inkml:trace contextRef="#ctx0" brushRef="#br0" timeOffset="2399">2560 25 7905,'8'0'42,"0"0"0,-5 2 1,3 2-1,-2 5 193,0 7 1,2 5 0,-4 8-1,3 4-103,-3 3 1,0 7 0,-2 3 0,0 2-48,0 2 0,0-4 0,0-3 1,0-4-652,0-7 1,0-6 0,0-5-949,0-4 1401,0-9 1,-4-8 0,-2-8 0,1-5 0,-2-2 112,0-2 0,4-5 0,-8 3 0,4-6 0</inkml:trace>
  <inkml:trace contextRef="#ctx0" brushRef="#br0" timeOffset="2832">2585 237 7905,'5'-19'-151,"-3"0"0,2 3 0,-1-2 310,1-1 0,-1 4 1,4-2-1,0 2 140,-1-2 0,3 3 0,3-2 1,1 2-27,-1 1 1,5 2-1,0 3 1,-2 4-14,-1 2 1,-2 2-1,1 0 1,-1 2-79,1 2 0,-6 4 0,-3 7 0,-3 3-71,-1 2 0,0 1 0,0 4 0,-1 0-150,-3 0 0,-3 0 0,-6-1 0,1 1 4,-1 0 1,1-4 0,1-1 0,1-2-27,2-3 0,3-5 1,-2-2 121,2 2 192,1-5 0,5 1 0,3-6 1,5 0 30,2 0 1,1 0 0,1 0 0,-1 1-59,1 3 0,-1-1 0,1 4-282,-1-1 0,1 3 0,-1 0 1,-1 2-1,-1 1-186,-2 1 0,-1-1 1,1 1-986,-3-1 0,0 1 0,-1-1 1,0-1-1,2-2 1227,2-5 0,3-3 0,2-1 0,-1-1 0,1-3 0,4-8 0,-1-6 0,-1-1 0,4 4 0,-3-2 0,-1 3 13,-1 2 0,-1 1 0,-2 1 1,-1 3 993,-2 1 0,-4 2-1342,4 4 335,-5 0 0,-3 0 0,-7 0 0</inkml:trace>
</inkml:ink>
</file>

<file path=ppt/ink/ink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57:47.154"/>
    </inkml:context>
    <inkml:brush xml:id="br0">
      <inkml:brushProperty name="width" value="0.06" units="cm"/>
      <inkml:brushProperty name="height" value="0.06" units="cm"/>
    </inkml:brush>
  </inkml:definitions>
  <inkml:trace contextRef="#ctx0" brushRef="#br0">88 28 8050,'-2'-13'533,"-3"4"0,4 4 0,-4 10-363,3 4 0,2 12 0,0 9 0,0 7 26,0 5 0,2 8 0,3 4 1,4 4-314,4 5 0,-3-1 1,-2 4-1,0-1-624,0-4 0,-4-5 1,1-6-1,-4-5-889,-1-8 1630,0-11 0,-13-5 0,-3-6 0</inkml:trace>
  <inkml:trace contextRef="#ctx0" brushRef="#br0" timeOffset="150">0 553 8050,'0'-22'1005,"0"2"-774,0 4 0,0 1 1,0 1-1,0-1-205,0 1 1,7 4 0,3 2 0,2 1 81,3 4 0,1 0 0,2 0 0,3-2-799,2 1 0,1 1 1,4 0-1,-2-2-180,-2 2 0,-1-5 871,1-2 0,3-3 0,-4-2 0</inkml:trace>
  <inkml:trace contextRef="#ctx0" brushRef="#br0" timeOffset="282">379 247 8050,'-1'28'0,"-2"-3"-94,-2 0 1,0-1 0,5 4 0,-2-1-39,-3 2 0,4-3 0,-4 8 0,3-3-9,2-2 0,0-6 0,0-4-633,0-2 774,0-9 0,-6-8 0,-2-8 0</inkml:trace>
  <inkml:trace contextRef="#ctx0" brushRef="#br0" timeOffset="432">365 57 8050,'-10'0'-718,"2"2"507,2 3 1,-1-2-1,4 7 1,-2 1 93,2 2 1,1-3-1,2 0 1,2 1 116,3 2 0,-2 1 0,7-1 0,1-3 0,2-5 0,1 3 0,1-6 0,0 4 0</inkml:trace>
  <inkml:trace contextRef="#ctx0" brushRef="#br0" timeOffset="766">496 130 8050,'0'10'0,"0"0"0,0 1 41,0 2 0,5 2 0,0 1 1,-2 3 153,-1 6 0,-1 2 0,3 4 0,0 3 14,0 5 0,2 3 1,-1 2-1,0-1-61,1 1 0,-4-7 1,4-4-1,-1-6 130,0-2 0,2-14-546,-3-1 0,0-18 1,4-9-1,-2-5 110,-2-9 1,-3-1 0,1-11 0,1-2-70,2 0 1,0-2-1,-4 1 1,3 1 104,0 3 0,1 3 0,-3 0 0,1 5 226,2 3 0,2 14 286,-3 2 1,3 17 0,3 6-250,-6 13 0,3 6 1,-2 15-1,0 4 1,-1 1 88,1 3 0,5-3 0,-5 5 0,0-2-91,1-3 0,-4-8 0,4-7-697,1-6 0,-6-5 0,4-9 162,-3-8 1,-2-12 0,0-16-1,0-5-1416,0-5 1812,0-3 0,-7-14 0,-1 0 0</inkml:trace>
</inkml:ink>
</file>

<file path=ppt/ink/ink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57:44.738"/>
    </inkml:context>
    <inkml:brush xml:id="br0">
      <inkml:brushProperty name="width" value="0.06" units="cm"/>
      <inkml:brushProperty name="height" value="0.06" units="cm"/>
    </inkml:brush>
  </inkml:definitions>
  <inkml:trace contextRef="#ctx0" brushRef="#br0">1 365 6761,'0'-8'1102,"6"2"0,4 6 0,3 0-1265,1 0 0,7 0 1,2 0-1,1 0-2170,1 0 2333,-1-7 0,5-1 0,0-6 0</inkml:trace>
  <inkml:trace contextRef="#ctx0" brushRef="#br0" timeOffset="783">701 74 8153,'-17'-15'0,"-2"0"278,-5 1 0,1 4 0,-1 2 0,-4 2-5,-4 2 1,1 3 0,-1 2 0,4 4 2,4 5 1,6 11-1,0 8 1,7 8-119,6 6 1,3 2-1,4 2 1,4 3 49,9 2 1,6 0-1,8 0-233,0-9 1,5 0 0,0-9 0,-1-4-1,-1-2-205,2-4 1,-8-9 0,3 3 251,-1-1 0,-14 1 0,-4-3 0,-7-1 32,-3 1 0,-8-5 1,-5-2-1,-6 0-101,-4 0 1,-1-3 0,-5 3 0,0-2-259,-1-2 0,6-3 1,0-1-1,-1 0 49,3 0 1,1-1-603,6-4 0,7 2 0,3-9 0,5-2 858,5-4 0,3-8 0,7 3 0</inkml:trace>
  <inkml:trace contextRef="#ctx0" brushRef="#br0" timeOffset="1317">803 249 8275,'-8'14'507,"-4"-4"0,7 0-247,2 1 1,1 2-1,2 3 1,0 4 0,0 4-31,0 3 1,5 9 0,2 3 0,1 5-70,3 4 0,-3-1 0,0 5 0,1-2-177,-1-3 1,-5-8-1,3-6-273,1-7 1,-6-4 73,4-12 1,-3-13 0,-2-22-1,0-5 139,0-9 0,0 3 0,0-11 0,0-1-55,0-3 1,2-1 0,1-1 0,3 4 88,2 4 0,-3 6 0,5 2 1,1 1 24,2 4 1,-3 9 0,0 9 0,1 7-17,2 5 0,-3 11 1,-2 5 71,-2 9 1,4 11 0,-3 5 0,-1 3-1,1 3 344,-4 4 1,0-9 0,0 2-1,2-3-90,-2-1 1,-1-8-1,-2 0-170,0-9 0,0-8-300,0-9 0,0-13 0,0-20 1,0-10-1,0-8-92,0-7 1,2-7 0,1-1 156,2 5 1,4-4 0,-2 7 0,1 6 0,3 6 187,2 8 0,2 16 1,-1 10 147,1 9 1,-5 9-1,-2 11 1,0 7-107,0 4 1,-3 10 0,3-1 0,0 4-63,0 2 0,-3-8 0,5 6 1,1-1-593,2-4 0,2-5 0,-1-1 1,1-5-332,-1-5 1,7-5-1,2-9 867,0-5 0,4-3 0,-4-9 0,6-1 0</inkml:trace>
  <inkml:trace contextRef="#ctx0" brushRef="#br0" timeOffset="1619">1459 147 8137,'-15'14'0,"-1"2"0,-2 2 0,-1 5 465,1 4 0,2 1 1,3 11-1,3 3 239,5 5 1,4 0 0,1 3 0,0-3-504,0-5 0,6-13 0,4-3 0,3-8-323,1-10 0,6-5 0,-1-6 0,1-6-313,1-11 0,0-9 1,3-8-1,-4-9 118,-4-4 1,-2 0-1,1-5 1,-1-2 33,1 2 1,-5 6 0,-2 4 0,0 8 611,0 8 1,-5 17-33,2 7 0,-3 17 0,-2 14 0,0 8 1,0 8-64,0 5 0,0 3 1,0-3-1,0 2-426,0-2 1,0-4-1,0-5-579,0-9 0,6-3 0,4-12 771,3-6 0,2-17 0,-1-8 0</inkml:trace>
  <inkml:trace contextRef="#ctx0" brushRef="#br0" timeOffset="1783">1736 44 8439,'-8'2'2364,"3"3"-2054,3 5 1,2 11 0,0 8 0,0 10-115,0 8 1,2 5-1,3 6 1,3 0-472,0 1 1,5-8-1,-3-5 1,3-9-1072,1-8 1,1-11-1,-1-7-175,1-14 1521,-7-11 0,5-29 0,-5-2 0</inkml:trace>
  <inkml:trace contextRef="#ctx0" brushRef="#br0" timeOffset="1933">1955 30 10091,'0'14'629,"0"14"0,1 8 0,2 11-438,2 11 1,5 4-1,-4 7 1,3 3-420,2-3 0,-3-7 1,2-6-1,1-10-1730,2-11 1,3-10 1957,4-6 0,-4-9 0,5-4 0</inkml:trace>
</inkml:ink>
</file>

<file path=ppt/ink/ink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57:52.851"/>
    </inkml:context>
    <inkml:brush xml:id="br0">
      <inkml:brushProperty name="width" value="0.06" units="cm"/>
      <inkml:brushProperty name="height" value="0.06" units="cm"/>
    </inkml:brush>
  </inkml:definitions>
  <inkml:trace contextRef="#ctx0" brushRef="#br0">44 686 8078,'-5'-10'-740,"0"0"1,-1 7 566,1-2 0,3-3 211,-2-2 1,0 2 0,1-2 5,-2-1 1,0-2-1,5-3-24,0-4 0,0 4 1,2-6-1,1-3 0,4-4-23,1-2 0,-3-6 0,4-2 1,3-3-2,1-2 1,1 1-1,1-1 1,-1 2-9,1 3 0,0 3 0,-1 9 0,1 4-4,-1 8 1,1 7 0,0 8 0,-1 2 11,1 3 1,-2 4 0,-2 13 0,-3 5 7,-1 5 0,2 4 1,-4-3-1,0 2 10,1 2 1,-4-4-1,3 1 1,-3-3-49,-2-2 0,0 0 0,1 0 18,4 0 0,-3-1 1,3-2-1,-4-4 16,-1-1 0,7 5 0,1-3 0</inkml:trace>
  <inkml:trace contextRef="#ctx0" brushRef="#br0" timeOffset="417">496 423 8051,'0'15'-482,"0"-7"1,2-2-1,3-7 463,4-4 1,4 2 0,2-9 0,1-2 36,4-4 0,-4-3 1,2 1-6,-7-4 0,2-2 1,-5 0-1,2 2 0,-2-2 4,-2-2 0,-1 4 0,-5 1 0,0 2-39,0 4 1,0 0-1,-2 4 18,-2 4 0,-4 4 0,-7 10 0,-1 6 0,0 7 16,1 6 0,-3 4 0,10 1 0,0 2 15,3 3 1,3 1 0,2 4 93,0-5 1,0-3 0,4-4-1,4-2 1,8-7-120,5-7 1,3-5-1,7-7 1,3-4-129,5-5 0,3-11 0,2-6 0,0-9-343,-1-6 469,-5 8 0,10-21 0,-2 9 0</inkml:trace>
</inkml:ink>
</file>

<file path=ppt/ink/ink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09:57:54.351"/>
    </inkml:context>
    <inkml:brush xml:id="br0">
      <inkml:brushProperty name="width" value="0.06" units="cm"/>
      <inkml:brushProperty name="height" value="0.06" units="cm"/>
    </inkml:brush>
  </inkml:definitions>
  <inkml:trace contextRef="#ctx0" brushRef="#br0">39 292 7909,'-6'-8'-294,"-2"-5"0,-5 13 197,3 0 1,8 6 0,9 11 0,1 2 97,3 5 1,-1 1-1,1 1 1,4 3 44,1 2 1,-6-5 0,6 4-1,-1-5-21,-4-4 0,0-4 1,2-5-1,-1-4-13,-3-2 0,-4-1 0,3-8 0,-1-7-41,-4-9 0,3-7 1,-1-3-1,0 0-17,2-1 1,-4 1 0,5 2 0,0 2-5,0 6 1,-3 4 0,5 6 0,1 4 18,2 3 0,2 5 1,-1 6-1,1 8 100,-1 9 0,1 0 0,0 10 1,-1-2 24,1 0 0,-1 0 1,1-5-1,-1-1-49,1-4 0,-5-3 0,-2-6 20,-2-1 0,1-7 1,-4-9 24,2-11 1,0-8 0,-5-10 0,0-3 0,0-6-111,0-7 1,0 1-1,0-2 1,0 2-117,0 3 1,0 4 0,0 2 0,-2 1-150,-3 3 1,4 8 0,-4 0-32,3-1 1,2 10 315,0 2 0,0 9 0,0-2 0</inkml:trace>
  <inkml:trace contextRef="#ctx0" brushRef="#br0" timeOffset="134">681 292 8331,'5'20'0,"-1"-1"0,0-1 0,-3 4 0,-1 1 0,2 1-249,3 1 1,-2-7 0,5 1-1,0-1-174,0 1 1,-4-3 0,2 2 422,1-6 0,-6-6 0,6-6 0</inkml:trace>
  <inkml:trace contextRef="#ctx0" brushRef="#br0" timeOffset="610">681 117 8331,'0'-14'0,"5"4"-598,-1 0 0,3 5 7,-2-5 0,-2 7 540,7-2 0,-7 5 1,3 4 49,1 0 0,-5 3 0,2-2 20,-2 5 0,-2 3 0,0 1 20,0 1 0,2-1 1,1 2 29,2 4 1,0-4-1,-4 4 1,3-3-32,0 3 0,3-2 1,-4 4-1,4 1-2,1 0 0,-3 1 1,3 5-1,0 0 4,0 0 0,-3-1 1,3-2-1,-2-3-25,-2-2 0,-1-4 1,0-5-34,2-2 1,0-9 10,-5-1 0,0-6 0,0-11 0,0 0 0,0-4-4,0-2 1,0-1 0,0-6 7,0 1 1,0 0 0,0 2-1,0 1 1,0 3-1,0 2 0,1 0 0,3 3 0,2 0 3,2 5 0,2 0 0,4 8 10,1 2 0,0 2 0,-1 4 14,1 7 1,-5 1-1,-1 13 1,3 2-1,1 2 0,1 1 1,-4 0 0,-2 0-1,0 0-66,0 0 0,0-1 1,2-2-1,-4-3-360,1-2 402,-5-2 0,10-4 0,-3-1 0</inkml:trace>
  <inkml:trace contextRef="#ctx0" brushRef="#br0" timeOffset="1049">1162 0 8370,'0'15'-340,"0"-5"0,0-1 1,0 3 276,0 1 0,0 6 0,2 2 0,2 4 40,6 5 0,10 6 0,2 9 1,4 2 11,3 2 1,-8 1 0,9-4 0,-5-1 76,-2-3 1,-3-13 91,-11 0 1,-4-16-182,-10-3 0,2-12 0,-5-4 0,0-1-69,0 1 1,3-5-1,-5 1 1,-1-3 1,-2-2 0,-2 1 1,1-1-1,-2 2 32,-4 4 1,7-3 0,-5 6 47,0-2 1,1 4-1,4 1 1,1 6 32,3 7 1,5 3 0,0 3 0,2 2 79,2 2 0,0 5 1,0-2-1,2 1-44,2 1 1,5-6-1,5 5-36,1 2 1,-1-9 0,1-4-1,1-5-133,3-5 1,-6-1 0,5-2 0,0 0-48,-2 0 0,2-2 1,-2-3-1,2-5 90,0-3 0,-10-6 1,7-2-1,-2-2 67,0-3 0,0-1 0,-4-2 0,4-1 0,-5 1 0</inkml:trace>
  <inkml:trace contextRef="#ctx0" brushRef="#br0" timeOffset="1315">1512 307 8370,'0'14'-192,"0"2"1,1 2 0,3 3-58,1 2 0,1-2 1,-3 7-1,4 2 310,1 1 0,0 0 0,3-4 0,-1-1 35,1-1 1,2-3 0,2 3-113,0-6 0,-1-11 0,1-9 63,-1-12 1,-6-5-1,-3-8 1,-2-3-111,2-2 1,-3-3 0,3-8 0,-4 1 37,-1 2 1,0 7-1,0-4 1,0 2 3,0 0 1,0 4-1,-1 4 1,-2 0 10,-2 5 1,-2 1-103,2 1-17,-3 9 0,-1 4 0,0 17 0,3 5-73,3 4 1,1 5 201,2 0 0,7 2 0,1 2 0</inkml:trace>
  <inkml:trace contextRef="#ctx0" brushRef="#br0" timeOffset="1815">1774 277 8363,'0'15'-252,"0"-5"0,0 0 0,0 1-14,0 2 0,5-3 0,0-1 1,-2 3 194,-1 1 1,-2 1 0,0 1 0,2-1 99,2 1 1,-2-1-1,3 1-37,-3 0 0,-2-6 0,1-1 0,2 1-124,2-1 129,0-5 1,-5-3 0,0-10-1,2-3 3,3-1 0,-4-6 0,4 1 0,-2 1 10,2 2 0,-3-4 1,4 1-6,1 1 0,-1 2 1,6 3 80,-3 3 1,-4-1 0,5 6-18,1 2 1,-3 3-1,2 5 23,1 4 1,-4 4 0,-1 2-34,1-1 0,-6-4 1,4 0-27,-3 1-77,-2-4 1,2-1 36,2-6 1,0 0 5,5 0 1,-4 0 0,5 0 30,1 0 0,-3-5 1,0-1-1,1-1-2,-1 1 1,1-6 0,4 3-118,-3-4 0,1-2 0,-4 1 0,-1-1-238,1 0 1,3-4 326,-6 0 0,8-14 0,-4 2 0</inkml:trace>
</inkml:ink>
</file>

<file path=ppt/ink/ink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2:25.070"/>
    </inkml:context>
    <inkml:brush xml:id="br0">
      <inkml:brushProperty name="width" value="0.06" units="cm"/>
      <inkml:brushProperty name="height" value="0.06" units="cm"/>
    </inkml:brush>
  </inkml:definitions>
  <inkml:trace contextRef="#ctx0" brushRef="#br0">27 277 9010,'-7'0'573,"0"0"1,2 0 0,1-1-336,1-1 0,4 1 0,6-1 0,5 1 236,4 1 0,4 0 0,6 0 0,5 0-718,3 0 0,-1 0 0,0 0 0,1 0-1400,1 0 1,-3-3 1643,-1-2 0,-5-1 0,-1-1 0</inkml:trace>
  <inkml:trace contextRef="#ctx0" brushRef="#br0" timeOffset="532">760 28 8262,'-11'-7'0,"-1"0"702,-4 3 0,1 0 0,-2 2 0,2 0-401,-2 0 1,2 5-1,-1 1 1,3 3 208,4 3 1,3 2 0,2 4-1,1 4 49,2 3 0,4 3 0,4 3-434,4 0 0,3 3 1,1-3-1,0 0 0,3 0 39,0 0 0,-5-6 1,1-2-1,-3-1-334,-2-2 0,-2 3 0,-3-4 0,-2 0 159,-4-3 0,-2-2 1,-4 0 4,-4 0 1,-1-4 0,-6 0 0,0-3 0,0-2-116,-3-2 0,2 0 0,-2-1-243,2 0 1,0-1-1,4-1 1,3-3-1,2-1-1090,4-1 1,3-3 0,5-2 0,6-2 1453,4 0 0,5 0 0,2 0 0</inkml:trace>
  <inkml:trace contextRef="#ctx0" brushRef="#br0" timeOffset="816">895 348 7853,'7'3'0,"0"0"415,0 1 1,1-3 0,1 2 0,1-3 557,1-3 1,-1-1 0,1-4-1,0-2-687,0-4 1,-2-1 0,0-5 0,-1-1-65,-1-2 1,-3-2 0,-2 2-1,-5 0-168,-4 0 1,-3 5 0,-5 3 0,-2 6 61,-2 3 0,0 4 0,-1 5 0,-2 5 252,3 5 1,-2 6-1,4 4 1,2 5 110,0 4 1,4 4-1,2 5 1,3 0-187,4 3 1,5-6-1,5 3-595,5-3 0,6-4 0,4-7 0,3-5 0,2-5-1005,1-5 1,-1-7 0,1-6-1192,-1-5 0,-1-10 2498,-3-6 0,2-10 0,-3-1 0</inkml:trace>
  <inkml:trace contextRef="#ctx0" brushRef="#br0" timeOffset="1465">1180 192 7853,'4'0'0,"1"0"0,0 0 379,2 3 0,-2 2 0,-1 4 0,-1 4 282,-2 2 0,2 8 0,0 4 0,-2 5-338,0 3 0,-1-3 0,0 4 1,0 0-152,0-2 1,-1-6 0,-1 0 0,-3-3-177,-1-2 0,1-4 0,1-6 1,-1-4 0,1-4 1,0-4-1,2-2 1,0-5 98,0-5 0,2-4 0,0-3 0,0-3 207,3-3 1,1-1 0,5-6 0,1 1-200,1-1 1,1 4 0,3-3-1,2 0-130,2 0 0,0 3 0,1 3 0,3 1-518,2 2 0,-5 6 0,1 0 0,-3 5-755,-2 2 1,-4 4-1,-3 3 276,-1 2 1,-1 3-1,-2 3 1023,0 0 0,-4 4 0,3 0 0</inkml:trace>
  <inkml:trace contextRef="#ctx0" brushRef="#br0" timeOffset="1748">1493 184 7853,'0'8'230,"-1"-4"1,-1 1-1,0 1 255,0 0 0,-1 1 0,1 1 0,-1 2 36,0 4 1,2 2 0,-1 5 0,1 3-41,1 2 0,3 2 0,0 5 1,1 1-397,1-2 1,2 0 0,2-3 0,1-2 0,-2-4 1,0-7 0,0-2-1,1-6 98,0-5 0,2-6 0,-3-3-12,2-5 0,0-4 0,-1-7 0,0-1 0,1-2 55,0-3 0,-2 1 0,2-4 0,0 1-384,-1-1 0,1 4 0,-3-3 0,0 3-640,0 2 1,0 2 0,0 1 0,0 2-73,0 1 0,-2 8 0,-1-1-39,-1 4 1,3 4 0,-2 2 907,0 4 0,2 2 0,-2 3 0</inkml:trace>
  <inkml:trace contextRef="#ctx0" brushRef="#br0" timeOffset="1915">1820 213 7853,'0'14'349,"0"1"0,-1 1 0,0 1 435,-2 2 0,-2 0 1,3 2-1,1 1-586,0 2 0,-2-2 1,1 2-1,0-2-621,2-1 1,0-5 284,0-2 0,3-8 138,2-4 0,1-11 0,1-6 0</inkml:trace>
  <inkml:trace contextRef="#ctx0" brushRef="#br0" timeOffset="2064">1877 170 7853,'0'-13'161,"0"3"0,0-3 0,0 2 1552,0 2-1345,0 1 1,1 4-793,1 2 0,0 4 0,2 2 0,2 1-122,0 0 1,-1-1 0,0 4 0,0-1 545,2 0 0,3 0 0,1 0 0,3 0 0</inkml:trace>
  <inkml:trace contextRef="#ctx0" brushRef="#br0" timeOffset="2281">2083 120 7853,'-7'0'318,"-1"0"0,0 1 0,-3 1 747,0 0 1,2 4-1,-2-2-488,0 3 0,2 1 1,2 1-1,0 3 1,-1 1 60,1 2 0,3 2 1,2 2-1,1 2-313,1 3 1,0-1-1,1 2 1,1-2-792,3 0 1,1-2 0,2 2-1,0-4-905,1-2 0,0-5 0,2-3 87,-1-4 1,2-2-1,-2-3 1,0-3 1283,1-2 0,1-4 0,-1-2 0</inkml:trace>
  <inkml:trace contextRef="#ctx0" brushRef="#br0" timeOffset="2764">2169 348 13058,'7'-3'483,"1"-1"1,1-3 0,3-1-291,1-1 0,2-6 1,-1-4-1,0-2-156,0-3 1,0 1-1,-2-1 1,-4 2 60,-2 3 1,-3 4 0,-4 4-1,-1 1-254,-3 2 0,-2 4 0,-2 3 1,-3 5 335,-2 3 1,0 5 0,1 0 0,0 4 359,1 3 1,3 2 0,-3 2-287,2 1 1,2 4-1,2-1 1,2-1-1,1 1-592,1 1 0,2-3 1,3 1-1,2-4-790,4-4 0,0-7 0,5 0 333,1-5 1,1-2-1,0-5 1,1-2-1,-1-5-147,2-6 1,-1-3 0,2-5 0,-1-2 941,-1-2 0,-4 0 0,2-2 0,-1-1 0,0-1 0,-4 1 0,-2 2 0,-3 1 0,-3 2 0,-2 8 0,-2 5 453,-3 5 0,-3 3 0,-2 3 1,2 3-1,2 2 820,1 4 0,4 0 1,-2 5-1,2 1-604,1 0 1,4 3 0,3 1 0,1 2-305,1 0 1,0-1-1,0 0 1,2 2-176,0 1 0,0 0 1,-5-1-1,-1 0-68,-3-2 1,-2-1 0,-3 1-407,-4-1 1,-3-4-1,-5-1 1,-2-3-1,-2-4-944,-2 1 0,-1-4 0,0-2 0,0-1-1040,1-1 0,4-2 2268,-2-3 0,3-3 0,-1-6 0</inkml:trace>
</inkml:ink>
</file>

<file path=ppt/ink/ink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2:33.249"/>
    </inkml:context>
    <inkml:brush xml:id="br0">
      <inkml:brushProperty name="width" value="0.06" units="cm"/>
      <inkml:brushProperty name="height" value="0.06" units="cm"/>
    </inkml:brush>
  </inkml:definitions>
  <inkml:trace contextRef="#ctx0" brushRef="#br0">80 0 8390,'-3'8'157,"1"0"1,-1 1-1,3 1 1,0 4 228,0 4 0,0 3 1,0 6-306,0 5 0,3 2 0,0 4 0,1 1 0,-1 1-384,-1 1 0,1-5 1,0-2-738,-1-5 0,-1-1 1040,-1-5 0,-7 1 0,-2 0 0</inkml:trace>
  <inkml:trace contextRef="#ctx0" brushRef="#br0" timeOffset="149">1 418 8199,'0'-8'472,"0"0"0,0-2 1,0-1-246,0 2 1,1-3-1,1 2 1,5-1-37,2 0 1,1 1 0,3-2 0,2 1-546,2 1 1,1-1-1,2 0 1,1 2-1532,2 0 1885,-5-3 0,9 4 0,-7-4 0</inkml:trace>
  <inkml:trace contextRef="#ctx0" brushRef="#br0" timeOffset="418">277 119 8199,'-1'9'0,"-1"1"-8,0-1 1,-1-1 0,3 5 0,0 2 216,0 3 0,1 0 0,1 5 0,0 3 363,0 1 0,0-1 1,0 2-1,0 0-431,0 0 0,-1-5 1,-1 0-1,0-3-103,0-3 0,-3-3 0,0-5 95,-2-3 1,4-3-1,-3-7-128,1-3 1,2-6 0,-2-4 0,2-3-31,1-3 0,3 0 0,0-5 1,2-1-211,1-2 1,1 2 0,1-5-1,1 4-227,1 1 1,-1 6 0,2-1-1,0 2 62,-1 2 1,4 4 399,0 6 0,-3 5 0,0 1 0</inkml:trace>
  <inkml:trace contextRef="#ctx0" brushRef="#br0" timeOffset="733">435 166 8199,'-8'9'0,"0"1"121,0 3 1,1 0 0,2 2 321,2 2 0,2 7 0,1 0 1,0 3-1,0 1-234,0 0 0,4-6 0,1 0 0,3-2-308,3-3 1,-3-6 0,3-1 0,-1-5-96,0-5 0,0-7 1,2-4-1,0-6-139,0-4 0,-2-6 0,1-4 0,-3-4 185,0-3 0,-2 4 1,-2-2 281,-1 5 0,3 5 0,-4 5 1,1 4-1,0 5 251,-1 4 1,1 9-1,-3 2 1,0 7-151,0 6 0,0 0 0,0 5 0,1-1-323,1 0 1,0 0-1,3 1-407,-2-3 0,2 1 1,-1-3-1,0-1 495,2-3 0,1 2 0,1-2 0</inkml:trace>
  <inkml:trace contextRef="#ctx0" brushRef="#br0" timeOffset="1050">758 95 8199,'-8'2'46,"-2"1"1,-1 0 222,2 0 1,0 2-1,1 2 1,0 0 495,0 1 1,4-2 0,1 5-516,2 0 1,2 2 0,2 3 0,2 0-1,3 2-178,3 0 1,1 3-1,4-2 1,-1-2-248,1 0 1,0-1 0,0-2 0,-1 0-45,-2 0 1,-2-4-1,-4 3 124,-2 1 0,-1-1 0,-4 0 0,-1 0 0,-2 0 578,-5 0 1,-4-1 0,-3 2-328,-1-4 0,0-2 0,-1-3 0,1-2 0,-1-2-539,2-1 0,4-1 0,-1-2-421,4-2 1,1-3 0,7-2 0,0-4 803,0 0 0,7-2 0,2 0 0</inkml:trace>
  <inkml:trace contextRef="#ctx0" brushRef="#br0" timeOffset="1316">1027 63 8254,'-4'-8'2595,"2"4"-2004,-3 1 0,3 10 0,1 4 0,1 6-217,3 4 1,1 2 0,-3 4-189,2 2 0,2 2 1,-2 2-1,-1 2 1,-2-2-830,0-1 0,0-1 0,0-3 0,0-3-644,0-3 0,0-8 0,0-1 286,0-4 1001,0-4 0,-3-5 0,-1-5 0</inkml:trace>
  <inkml:trace contextRef="#ctx0" brushRef="#br0" timeOffset="1465">932 371 8244,'-8'-4'836,"0"0"-151,0 0 1,4-1-349,1 3 0,6 1 0,3-2 0,4 2-18,3 1 0,3 0 1,1 0-1,3-1-148,3-1 0,-4-3 0,5-2 0,-1-2-515,0-2 1,-3 2-1,-2-4 1,-1 2 249,-1 1 94,-4 2 0,3-4 0,-3 0 0</inkml:trace>
</inkml:ink>
</file>

<file path=ppt/ink/ink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2:31.517"/>
    </inkml:context>
    <inkml:brush xml:id="br0">
      <inkml:brushProperty name="width" value="0.06" units="cm"/>
      <inkml:brushProperty name="height" value="0.06" units="cm"/>
    </inkml:brush>
  </inkml:definitions>
  <inkml:trace contextRef="#ctx0" brushRef="#br0">24 19 7964,'-6'-2'-55,"1"-1"0,3 0 512,0 0 1,-2 1-105,2-3 0,-1 4 1,3 1-124,0 5 0,0 6 0,0 6-139,0 5 0,0 9 1,0 8-1,0 4 0,0 9 14,0 7 1,0 0 0,0 7-1,0-2-765,0-6 1,0-14 0,0-13-432,0-7 1,3-12 1090,-1-14 0,4-10 0,-1-8 0</inkml:trace>
  <inkml:trace contextRef="#ctx0" brushRef="#br0" timeOffset="349">47 83 8047,'-1'-7'155,"-1"1"0,0 3 1,-2 4 139,0 1 0,2 7 0,2 7 0,0 4 0,0 4 34,0 2 1,2 0-1,2 4 1,0 2-336,2 0 0,2-1 1,2 2-1,0-3-195,0-4 0,-1-5 1,-1-3-1,-1-5-62,1-5 0,0-5 0,0-6 0,0-6 32,0-6 0,-1-6 0,-2-7 1,-1-5 112,-1-5 1,-1 2-1,2-5 1,1 0 254,-1 0 1,-1 7 0,1 4 89,0 5 1,1 1 0,-2 9 0,1 7 206,-1 6 0,1 12 0,-2 9-163,0 3 1,4 7 0,-3 4-1,1 1 1,0 3-173,0 1 0,1 0 0,1 2 0,-1-3-344,1-3 1,1-5 0,1 1 0,0-2-453,0-2 1,0-9 0,0-5-1101,0-5 1797,-1 0 0,5-6 0,0 3 0</inkml:trace>
  <inkml:trace contextRef="#ctx0" brushRef="#br0" timeOffset="716">402 248 8083,'-5'0'349,"1"1"-28,0 2 1,-1-1 0,2 5 0,2 4-109,0 3 1,1 3-1,1 8 1,1 1-151,3 3 1,3 1 0,2-1 0,1-3-105,-2-1 0,3-6 0,-1-3 1,0-6 71,1-4 1,1-3 0,-3-6-1,0-6-410,-1-6 1,-4-4-1,-1-6 1,1-2 181,-1-5 1,-2 0 0,1-4 0,0 2 153,0 3 0,0 0 1,-1 7-1,1 3 262,-2 4 0,0 11 0,0 4 39,2 8 1,-1 7 0,2 6 0,0 4-221,1 2 0,-1 2 1,2-2-1,-1 0-138,-2 1 0,3-3 0,-1 2 0,0-2-409,0-2 1,0-4 508,3 2 0,0-3 0,0 0 0</inkml:trace>
  <inkml:trace contextRef="#ctx0" brushRef="#br0" timeOffset="982">757 146 8688,'-12'13'334,"2"0"1,1-3 0,1 4 0,1 0 116,2 1 0,1 1 1,4 3-1,2 2-211,3 1 0,1 0 1,7 0-1,-1 1-244,0-1 0,-1-1 0,1 0 0,0-2-158,0 1 0,-5-6 0,0 1 108,-2 0 0,0-1 1,-3 0-1,-3-1 0,-3-2-8,-3-1 0,-5-2 1,0-1-203,0-1 0,-3-3 0,2-3 1,1 0-1,1 0-2446,-1 0 2710,4-7 0,-4-2 0,4-6 0</inkml:trace>
  <inkml:trace contextRef="#ctx0" brushRef="#br0" timeOffset="1165">907 130 7736,'-4'4'273,"1"4"1,2 4-1,1 4 1,0 3 464,0 5 0,0 4 0,1 5 0,1 3-773,1-1 1,2 1-1,-2 1 1,-1-3-566,2-1 0,-3-7 0,1-1 0,-1-2 600,-1-1 0,0-7 0,0 0 0</inkml:trace>
  <inkml:trace contextRef="#ctx0" brushRef="#br0" timeOffset="1281">820 524 8348,'-4'-13'251,"1"0"1,3 2-1,0-1 1,0 1 99,0 1 0,4 3 0,3 0 0,4-2-117,1 1 0,1-1 1,3 1-1,0-1-19,3-1 1,1 1 0,3-2-216,-2-1 0,2 0 0,-3-4 0</inkml:trace>
</inkml:ink>
</file>

<file path=ppt/ink/ink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2:36.597"/>
    </inkml:context>
    <inkml:brush xml:id="br0">
      <inkml:brushProperty name="width" value="0.06" units="cm"/>
      <inkml:brushProperty name="height" value="0.06" units="cm"/>
    </inkml:brush>
  </inkml:definitions>
  <inkml:trace contextRef="#ctx0" brushRef="#br0">87 13 7812,'-8'-3'145,"3"1"291,0-3 0,2 3 0,-1 1-36,0 6 1,3 2-1,2 8 1,2 5-163,-1 2 1,2 5 0,1 2 0,-1 2-315,-1 3 0,0-3 0,0 1 1,-2 0-217,0-2 0,-1-3 1,0 0-1,0-2-461,0-5 1,-2-3 0,-2-5 752,0-4 0,-5-4 0,-3-4 0</inkml:trace>
  <inkml:trace contextRef="#ctx0" brushRef="#br0" timeOffset="166">1 313 7878,'0'-8'81,"0"0"1,0 3 0,0 0 0,0-1 131,0-1 1,3 1 0,2 1 0,2-1 209,1-1 0,4-1 1,1 0-1,2 1-704,0 2 0,2-3 0,1 2 0,0-3-185,0-1 1,-2 3-1,0-3 1,-1 1-897,-2 1 1362,-2 0 0,1-6 0,0-3 0</inkml:trace>
  <inkml:trace contextRef="#ctx0" brushRef="#br0" timeOffset="715">261 5 7701,'0'8'0,"0"0"129,0 0 1,0 1 0,-1 1 0,-1 4 450,0 0 0,-1 3 0,3 1 1,0 4-206,0 0 0,0 5 1,0-1-1,0-1-134,0 0 0,3-1 0,0-2 0,1-1-238,-1-2 1,2-6 0,-1-3 0,-1-3-330,1-2 1,2-4 0,-2-2 62,1-6 1,2-5 0,-3-4 0,2-2 57,-1 0 1,0-4 0,2 2 0,-1-1 93,-1 0 0,1 1 0,1-2 0,-1 4 120,-1 1 0,0 5 1,1 2 405,-1 1 0,-1 5 1,2 5-278,0 6 1,-5 5 0,3 4-1,-1 2-196,-1 0 1,2 2 0,-3-3 0,2 1-186,-1 0 1,1-4-1,0-2 1,0 0-355,0-3 0,-1-3 0,3-1 324,1-2 0,1-4 0,1-4 1,0-2 297,0-1 1,1 0 0,0-2 0,2-1 135,-1-2 0,-1 3 0,1-3 0,1 1 3,1 0 1,-2-1 0,1-3 0,-3 0 154,0 0 0,-1 1 1,-1-1-1,-4 0-256,-1 0 0,-1 1 0,-1 2 1,-2 3 95,-5 1 0,-1 5 1,-3 1-1,-1 2 11,1 1 0,2 4 0,-3 4 0,2 5 284,1 2 0,2 4 1,1 2-1,1 3 4,4 2 1,1-1 0,1 3 0,1 0-362,1 0 1,4-1 0,4 0 0,4-3-267,4-3 0,-1-4 1,3-3-1,1-3-333,2-6 0,-4-3 0,5-4 0,-1-2-3799,0-4 4301,-3-6 0,6-1 0,-1-5 0</inkml:trace>
</inkml:ink>
</file>

<file path=ppt/ink/ink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2:45.145"/>
    </inkml:context>
    <inkml:brush xml:id="br0">
      <inkml:brushProperty name="width" value="0.06" units="cm"/>
      <inkml:brushProperty name="height" value="0.06" units="cm"/>
    </inkml:brush>
  </inkml:definitions>
  <inkml:trace contextRef="#ctx0" brushRef="#br0">218 0 6631,'0'6'-13,"0"-1"1,0-3 328,0 4 0,1-5 1420,2 2-1219,-3-2 0,3-1 0,-6 0 0,-2 0-356,-2 0 0,-2 3 0,-1 0 0,-3 2-88,-2 4 1,-2 4-1,-1 7 1,-3 6 19,-2 4 1,3 0 0,1 7-1,4 0-192,1-1 1,6-4 0,3-4 0,3-3-324,3-2 1,2-6 0,6-1 0,1-5-168,3-2 1,3-4 0,2-3-1,1-1 145,1-1 1,1-3-1,2-4 1,0-2 443,1-4 0,-5-6 0,4-2 0,-3-2 0,-3 0 0,-4-2 0,-2 0 0,-2-1 0,-1 0 0,-4 5 0,-1 4 0,-3 2 295,-3 5 0,-4 5 1,-4 3-1,-2 5 9,-1 4 0,2 8 1,0 6 174,0 2 1,2 4 0,3 0-1,2-1 1,2 0-116,2 0 1,3-4 0,3 0 0,6-5-357,3-6 1,2-5-1,3-4 1,2-2-254,1-2 0,-3-6 0,-2-5 0,-2-4 80,-1-4 1,-3 2 0,-1-6 0,-4 1 26,-4 3 0,-2 1 0,-2 0 78,-4 1 1,-3 1 0,-4 5 0,-1 3 0,-2 1 37,-1 1 1,-2 4-1,1 1 1,3 2-63,1 1 0,3 0-148,-2 0 1,4 1 0,2 1-282,6 0 1,2 4-1,4-4 1,2 1 349,3 0 1,-1-2-1,2 2 1,0-2 162,-1-1 0,2 2 0,-3 1 0,2-1 0,-2-1 0,1-2 0,0-1 0,0-1-88,0-2 1,-1 2 0,-2-1 131,1 1 0,-2 1 677,-1 4 0,-3 4 0,0 4-381,-1 3 0,-1 5 1,-1 2-1,0 2 0,-3 3-82,0-1 1,1-2 0,-1-3 0,0 0-6,2-2 1,1-5 0,-1 1-139,-1-4 0,1-5-329,2-4 1,2-7 0,2-6-1,0-3 143,2-2 1,1-3 0,2-2 0,1-1 30,0 0 0,2 3 0,-2 1 0,2 1 17,1 1 0,1 4 1,-3 3-1,0 2 17,1 5 1,-2 4 0,-2 5 0,0 6 129,0 3 0,-3 2 1,0 3-1,-2 2 40,-1 2 0,-1 0 1,-1 0-30,0-2 1,-1 1 0,-1-4-1,-1 0 1,-1-1 62,1-2 1,-3-5-1,4-2 1,-1-2-177,0-2 0,2-2-176,-2-7 0,6-4 0,3-8 1,3-1-1,2-4-112,1-3 0,2-1 1,1-2-1,1 1 49,0 2 0,0 0 0,-1 3 0,-1 4 347,-1 5 0,-4 4 1,2 4-1,-2 4 206,-1 5 0,-3 5 1,-1 8-125,0 1 1,1 1 0,-2 4 0,-2-1 0,0 2-194,-1 0 0,0-4 1,0 3-268,0-3 0,3 1 0,0-2 1,2-2-1,1-1-3184,1-3 3432,1-1 0,3-8 0,1-1 0</inkml:trace>
  <inkml:trace contextRef="#ctx0" brushRef="#br0" timeOffset="617">968 158 8179,'5'-12'0,"-1"0"0,1 2-85,-1-1 1,-2 1-1,1 2 32,1 0 1,-3 4 0,4 3 316,-2 5 0,3 3 0,-4 8 0,1 4-46,0 2 1,-2 0 0,2 4 0,-1 1-19,0 2 0,-1 0 1,2 0-1,-3 0-311,-3-1 1,1-4-1,-3 2 1,-1 0 107,-1 0 1,0-7 0,1-4-286,1-4 0,-1-1 0,-1-7 89,2-3 1,-1-6 0,2-7 0,1-4 0,-1-4 90,3-3 1,0-1 0,2-3 0,1-1 36,4-4 1,1 4-1,1-3 1,2 2 157,0 1 1,5 5 0,0 1 0,3 0 30,-1 2 0,1 5 1,-1 1-1,3 5-25,0 2 0,-5 4 1,0 4 97,-3 2 0,-2 7 0,-4 6 0,-2 1-78,0 4 0,-2-2 1,-3 4-1,-1 0 1,-4 0 72,-1 0 0,-1 0 0,-3 3 0,-1 0-66,0-1 0,-3-2 0,2-1 1,0-3-504,0-2 0,3-4-1329,0-1 0,6-5 1712,4-5 0,4-5 0,6-5 0,4-3 0,1-2 0,0-1 0</inkml:trace>
  <inkml:trace contextRef="#ctx0" brushRef="#br0" timeOffset="899">1228 166 8114,'1'-11'0,"0"1"-17,2 0 1,0 4 0,-4 2 495,-2 0 1,-1 2-1,-4 3-237,0 1 1,3 3 0,0 2 0,-1 2-50,2 2 1,-2-3-1,3 4 1,1-2-230,-2 1 0,3 0 1,-1-1-85,1 0 0,3 1 1,2-4 4,0-2 1,-1-1 0,2-4 0,1-1 0,2-2 48,3-2 0,-3-2 0,3-2 0,-2 0-5,-1-2 0,-1 1 1,0 2-1,0 1 146,-2 1 0,-3 2-55,4 1 1,-5 6 0,2 0 0,-2 4 87,-1 3 0,0 0 1,0 3-1,0 0-339,0-1 0,0 2 1,0-2 230,0 0 0,3-2 0,2 1 0</inkml:trace>
  <inkml:trace contextRef="#ctx0" brushRef="#br0" timeOffset="1333">1330 198 8289,'-4'0'1150,"1"0"0,3 4-855,0 4 0,-1 1 0,-1 4 0,-2 1-76,0 1 0,1 3 0,-1 0 1,0 1-107,-1 0 1,3-3 0,-3 0-199,2-5 0,-3-2 0,4-3-144,0-3 1,2-5 0,3-10-1,3-3 132,3-5 0,1-1 0,2 0 0,1-1-67,-1 0 0,-2 1 0,4 3 0,-1 1 229,-1 2 0,0 2 0,-1 3 14,2 1 1,-4 5 0,-2 2 0,-3 4-41,-2 3 0,-1 3 0,-1 2 1,0 4-130,0 0 0,0 0 0,0-1-541,0 1 0,-3 0 1,1-1-1,0-2 0,0 0-364,-1-1 0,2-2 995,-1-2 0,1-6 20,1 0 1,0-3 0,1-4 238,1 2 0,0 1 0,4 4 239,0 0 0,1 0 1,1 0-1,-1 0 1,2 0-222,2 0 0,-2 0 0,5 0 0,-1 0-673,-1 0 0,2 0 1,-3 0-610,2 0 0,-4-1 1005,2-1 0,1-3 0,0-3 0</inkml:trace>
  <inkml:trace contextRef="#ctx0" brushRef="#br0" timeOffset="1465">1654 166 8133,'-5'0'1627,"-1"1"-1188,0 1 1,-1 3 0,0 3 0,1 1-203,1 1 0,2 1 0,-1 3 0,-1 3-381,1 0 1,0 3-1,-2 1 1,0 1-1017,0-1 0,3-1 1160,0-2 0,2-1 0,1 2 0</inkml:trace>
  <inkml:trace contextRef="#ctx0" brushRef="#br0" timeOffset="1549">1638 332 8895,'0'0'0</inkml:trace>
</inkml:ink>
</file>

<file path=ppt/ink/ink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2:39.579"/>
    </inkml:context>
    <inkml:brush xml:id="br0">
      <inkml:brushProperty name="width" value="0.06" units="cm"/>
      <inkml:brushProperty name="height" value="0.06" units="cm"/>
    </inkml:brush>
  </inkml:definitions>
  <inkml:trace contextRef="#ctx0" brushRef="#br0">40 465 7840,'-8'0'198,"2"0"0,1 0-56,-1 0 1,2-1 0,-1-2 54,2-5 0,0-4 0,3-4 1,1-4-107,2-3 0,4-5 0,4-6 1,1-1-59,2-4 0,1 4 0,0-4 0,-1 3-21,-1 3 1,1 6-1,0 2 1,0 3 59,-4 6 0,-1 6 1,-1 8-1,0 2 117,0 6 0,-4 3 0,-1 10 0,0 2 34,0 2 0,-1 4 1,-2 2-1,0 1-242,0 2 0,0-1 1,0 0-1,0-1-198,0-1 1,-1-2-1,0 0 1,-3-3-231,0-1 0,-1-6 0,-2-1 1,0-3-2256,-1-4 2702,-2-6 0,-1 4 0,-2-2 0</inkml:trace>
  <inkml:trace contextRef="#ctx0" brushRef="#br0" timeOffset="166">48 378 7939,'0'-8'171,"0"-3"0,0 5 1,0-2-1,0 1-63,0 0 1,3 2 0,2 0 0,3 1 110,3 0 1,-2-2 0,4-1 0,2 1-223,3 1 0,-1 0 1,2-2-1,-1 0-653,1 2 1,0 1 0,-2-2 0,-1 1 655,-1 2 0,-1-3 0,2 1 0</inkml:trace>
  <inkml:trace contextRef="#ctx0" brushRef="#br0" timeOffset="533">347 189 6949,'-5'0'377,"0"0"1,0 0 427,-3 0 0,2 3 1,2 3-550,1 1 0,0 2 1,3 1-1,0 3-175,0 2 1,3 1-1,3 0 1,1-1 14,1 1 0,3-3 0,1 0 0,1-3-526,1-3 1,-1-2 0,2-7 0,1-3 190,0-6 1,0-7-1,-1-6 1,-1-4 60,-1-3 1,-4 5 0,1 1 0,-3 3 654,-2 2 0,-3 6 1,1 5-103,-2 6 0,-1 5 0,0 8 0,0 4-84,0 4 0,2 2 0,1 4 0,0-1-118,0 1 1,-2 0 0,2-1 0,1 0-1334,1-2 0,0-2 0,2-4 0,0-2 1160,-1-2 0,0-6 0,2-1 0</inkml:trace>
  <inkml:trace contextRef="#ctx0" brushRef="#br0" timeOffset="733">687 15 7794,'0'-7'1256,"-1"2"-824,-2 3 1,2 4 0,-1 4 0,1 4-117,1 3 1,0 2 0,0 2 0,0 1-308,0 3 0,2 2 0,2 1 0,-1 0-211,1 2 1,1 2 0,-2 3 0,-2-1-49,0-1 1,2-4 0,0 2 0,-2-3-94,0 0 0,-2-8 343,-1-2 0,-3-5 0,-3-1 0</inkml:trace>
  <inkml:trace contextRef="#ctx0" brushRef="#br0" timeOffset="900">631 323 7804,'0'-8'327,"-1"4"1,0 0 528,-2 1 0,0 1-516,3-3 0,4 0 0,1 0 0,3 2-304,3-1 1,-2 0 0,4-4 0,1-1-385,1-1 0,1 1 1,0-2-1,0 2-809,-1-2 1,1 0 0,-1-3 1156,-2 1 0,2-1 0,-3-1 0</inkml:trace>
  <inkml:trace contextRef="#ctx0" brushRef="#br0" timeOffset="1232">868 8 7962,'0'7'348,"0"1"1,0 0 0,0 0 0,0 0-16,0 0 1,0 3 0,0 2-1,0 3-74,0 3 1,0-1 0,0 5 0,0 1-99,0 1 0,0 2 0,0-1 0,0 1-166,0 0 0,1-5 1,1 1-1,0-4-381,0-4 0,2-4 177,2-6 0,-2-6 1,0-6-1,1-7-151,-1-3 1,-1-4 0,2-5-1,0-2 79,0-1 1,2 1 0,-3 5 0,1 0 303,1 3 0,-2 8 1,2-1 196,-1 6 0,0 6 0,1 6 0,-2 7-44,0 7 0,1 6 1,-2 6-1,-1 1 125,2 0 0,-3-2 1,2-1-1,1-3-300,1-1 1,-1-5 0,2-3 0,1-6-2,2-6 0,0-3 0,2-2 0</inkml:trace>
  <inkml:trace contextRef="#ctx0" brushRef="#br0" timeOffset="1901">1515 205 7157,'3'-8'-160,"-1"0"1,1 0 0,-4 0 777,-2 0 1,-2 3 0,-5 0 0,-1 0-229,-1 0 0,1 2 0,-1 3 0,0 0-139,-1 0 0,0 3 0,-2 2-169,2 2 1,-1 7-1,4 3 1,0 2 0,1 4-157,1 3 1,4-4 0,1 0 0,2-2-251,1-2 0,5-2 1,3-4-1,4-4 45,3-5 1,4-3 0,1-3 0,1-6 60,0-6 1,0-5 0,2-5 0,-1-3 147,-1-3 0,-3 1 1,-1-3-1,-3 3 611,-3 4 0,-3 6-150,-3 4 0,-5 9 1,-5 9-1,-2 9-69,-1 6 0,3 1 1,-1 5-1,1 2-27,1 2 1,0-3 0,4 2 0,0 2-964,0-1 1,2-3 0,2-4-1,5-3-194,2-2 0,3-5 1,4-3-1,2-4 474,3-5 0,-4-6 1,4-6 387,-3-3 0,2-7 0,-2-4 0</inkml:trace>
  <inkml:trace contextRef="#ctx0" brushRef="#br0" timeOffset="2117">1807 126 7804,'-4'-19'221,"0"5"0,-4-1 0,1 2 610,2 4 0,-2 3-416,2 4 1,-2 5-1,2 4 1,2 5-169,3 3 1,0 0 0,3 5 0,2 1-191,2 2 0,2-3 1,1 4-1,0 1-29,0-1 0,-1-1 0,-1 3 0,-1-1-20,1-1 1,-3-1 0,-3 1 0,-1 0 11,-1-1 1,-1-2 0,-2-1 0,-4-3-127,-3-2 0,-4-5 0,1-2 0,-2-5-629,-1-2 0,3-1 0,1-1 1,1-2-444,4-2 1,0-5 1177,5-3 0,-1-2 0,3-1 0</inkml:trace>
  <inkml:trace contextRef="#ctx0" brushRef="#br0" timeOffset="2684">2343 142 7968,'-3'-14'0,"-2"0"447,-2 0 0,-1 4 1,0-1-170,0 3 0,0 3 0,0 3 0,1 2 0,1 3 179,1 5 0,2 4 0,-1 7-330,0 2 0,2 2 0,2 4 1,2 2-1,2 1-34,0 2 1,1-3 0,3-1 0,0-1-202,0-2 0,-3-3 1,0-1 68,-2-2 1,0 2 0,-4-3-1,-3-1 1,-3-2-86,-2-2 1,-5-6 0,1 1-61,-2-1 1,-4-4 0,1 0 0,1-2-688,3-1 0,0 0 0,4-1 0,1-3-1219,3-3 2090,2-1 0,8-7 0,0 3 0</inkml:trace>
  <inkml:trace contextRef="#ctx0" brushRef="#br0" timeOffset="3219">2391 386 7804,'18'0'0,"1"-1"137,1-1 0,-1 0 1,0-3-1,-1-1 63,-3-1 1,-2-2-1,0-1 1,-3-2 142,-1-3 0,-2 1 1,-2-4-1,-2 0-130,-2 0 0,-3 0 1,-2 0-1,-5 3 38,-2 5 0,-1 7 0,-3 0 1,-1 3 47,-1 3 0,0 3 0,0 7 0,-1 5-73,1 4 0,5 5 1,-3 1-1,2 1-59,4 0 0,3-2 0,1 2 0,2 0-491,1 2 0,5-5 0,3-1 0,4-2 10,6-1 0,3-7 1,5-2-1,1-6-1053,1-5 1,-3-8 0,2-5 0,0-7 919,0-6 0,-4-1 0,-3-5 447,-1 0 0,-2-4 0,-1 4 0,-3 2 19,-2 3 0,-3 0 1,-6 7-1,0 1 630,0 3 0,-1 6 0,-1 7 71,-3 2 1,1 4-1,1 4 1,2 1-220,-2 3 1,2 3-1,-1 2 1,1 1-218,1 1 0,-1-1 0,-1 3 0,-1 1-177,-2-1 0,2 0 0,-1 1 0,0-1-29,-1-1 1,0-3-1,-2 1-25,2-2 1,-2 0-20,2-7 0,1-4 1,1-7-1,3-6-88,0-5 0,0-6 0,3-3 0,2-2-372,2-1 0,4 1 0,-1-1 103,0 0 1,1 1-1,1-1 1,-1 1-184,1 2 1,1-1 0,-3 4 0,1 0 84,0 2 1,-2 2 0,1 2 0,-1 2 0,-2 2-983,-2 2 1403,2 0 0,-6 2 0,3 0 0</inkml:trace>
  <inkml:trace contextRef="#ctx0" brushRef="#br0" timeOffset="3467">2817 221 8353,'-1'7'0,"-1"-1"435,-1-1 1,-2 1-1,2 5 1,2 2-79,0 2 1,1 4 0,0 2 0,1 3-91,1 2 1,0-3 0,3 2 0,2 1-212,0-2 1,0-3 0,1-2 0,0-4 18,0-2 0,0-2 0,1-6-109,1-2 1,-4-7 0,2-4 0,-1-7 211,0-5 1,1-4-1,0-2 1,0-3-134,0-2 0,0 0 0,-1 1 1,-1 2-280,-1-2 0,0 4 0,3 1 1,0 0-886,0 3 1,0 2-67,0 5 1,0 3 1184,0 4 0,0 7 0,-1 6 0</inkml:trace>
  <inkml:trace contextRef="#ctx0" brushRef="#br0" timeOffset="3650">3101 173 8494,'-3'9'0,"0"1"484,2 0 0,-3 5 0,2 0 0,0 3-245,1 2 1,1 2-1,0 4 1,1 2-320,1 3 0,0-5 0,3 3 0,-1-4-757,0-1 1,2-7-1,1-3 837,1-4 0,0-7 0,0-8 0</inkml:trace>
  <inkml:trace contextRef="#ctx0" brushRef="#br0" timeOffset="3766">3172 205 7804,'0'-13'151,"1"-1"1,0 0 9,2 0 1,0 4 0,-1 2-487,1 1 0,3 3 1,-1 3 34,2 2 1,-2 4 0,0 3 289,-2 0 0,4 0 0,-3-1 0</inkml:trace>
  <inkml:trace contextRef="#ctx0" brushRef="#br0" timeOffset="4216">3345 142 7466,'-8'0'-238,"0"0"1,0 0 0,-2 1-1,0 1 1156,0 3 1,4 2-1,0 2 1,0 2-449,-1 2 0,2 2 0,1 1 0,0 3-244,2 2 1,2-1-1,0 0 1,0 0-378,0 0 0,0-4 0,0 2 1,0-1-759,3 0 1,-1-3 0,2-2 0,1-1 329,-1-4 0,1-3 1,3-4-1,1-1 562,1-1 1,-1-3 0,3-3 0,-2-2-52,1-1 1,0 1 0,-1 2 0,1 0 124,1 0 1,-1 3 0,1 0 0,0-1 491,1 2 0,0-3 0,2 2 0,-1-2-136,-1-1 1,0 0 0,2 0-1,-1-1-235,-1-1 1,-6 0 0,1-3 0,-2-1-16,-1-1 1,-2 3-1,-3 1 1,-1 2 61,-1-2 1,-6 5 0,-5-1-1,0 3 49,0 2 0,3 2 0,-3 3-2,2 5 0,-1 4 0,2 4 0,2 3 1,0 2 257,2 2 0,3 0 0,1 1 1,1 0-311,1-1 0,1-1 1,1 0-1,4 0-308,1-3 0,4-5 0,2-4-817,2-4 1,4-2-1,0-5 1,1-3-1,1-4 905,-1-4 0,3-3 0,-3-1 0</inkml:trace>
</inkml:ink>
</file>

<file path=ppt/ink/ink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3:41.894"/>
    </inkml:context>
    <inkml:brush xml:id="br0">
      <inkml:brushProperty name="width" value="0.06" units="cm"/>
      <inkml:brushProperty name="height" value="0.06" units="cm"/>
    </inkml:brush>
  </inkml:definitions>
  <inkml:trace contextRef="#ctx0" brushRef="#br0">184 81 7913,'-5'-12'173,"-1"1"1,-7 0 10,-2 4 0,4 0 0,-3 5 0,0-2 247,2 2 1,-2 5-1,0 5-248,-2 2 1,1 3-1,5 3 1,1 6-1,3 5-56,1 2 1,1-1-1,4 5-50,0 3 0,1 0 0,3-4 1,3-4-1,5-3-221,3-3 0,-1-7 0,4-1 0,0-5-99,0-5 0,-3-4 1,3-5-1,-2-7 85,-2-6 1,0-3-1,0-2 1,2-1-2,-2-3 1,0 3-1,0-3 1,1 4 116,-1 4 1,4 7 0,0 9 0,2 4 259,3 6 1,-5 13 0,7 15 0,1 11-99,-2 10 1,-4 4-1,-3 5 1,-3 0 529,-4-3 0,-6-8 0,-1 2-343,-6-4 0,-5-5 0,-7-6 0,-4-5-7,-3-3 0,-6-4 0,-2-10 0,-2-5 0,-1-4-156,-2-2 0,7-5 0,-6-1 0,2-4-494,3-6 0,1 2 0,6-2 1,3-2-795,4-4 0,6 0 0,2-4 0,2 0 271,3 0 1,6-1 0,5-2 872,5 1 0,3-6 0,6 1 0</inkml:trace>
  <inkml:trace contextRef="#ctx0" brushRef="#br0" timeOffset="283">666 413 7762,'-12'5'178,"1"-2"1,-1 6-1,1 3 461,-1 6 0,5 5 0,0 3 1,2 2-147,3 1 1,0 2 0,2 3-1,2 0-320,2 1 0,7-10 0,7-4-70,0-7 0,3-2 1,-2-8-1,2-1 1,-1-3-558,-1-4 0,-5-8 0,2-7 1,-4-4 179,0-3 1,-6-5 0,-2-5 275,-3 2 1,-6-5 0,-2 7-1,-4 1 1,0 2-15,-1 3 1,1 10 0,-1 3-99,1 3 0,0-2 1,-1 9-625,1 0 1,0 3-1,4 4 1,4 3 733,6 4 0,3 0 0,6 1 0</inkml:trace>
  <inkml:trace contextRef="#ctx0" brushRef="#br0" timeOffset="567">918 333 7782,'-12'5'247,"1"3"1,1 6 0,1 2 0,3 3 444,0 5 1,3 2 0,4 6 0,3 2-372,3 2 0,5-8 1,2 2-1,2-4-347,2-3 1,1-10-1,4-6 1,0-4-155,0-3 0,-4-7 0,-1-4 90,-1-7 1,-6-7 0,-5-3 0,0-2 0,-4-3 54,-1-4 1,-6 4 0,-2-3 0,-4 3 68,0 5 0,-2 3 0,-1 3 0,-2 3-189,-2 4 0,4 3 0,-1 5-341,2 3 0,1 3 0,1 1 24,-1 0 0,6 1 1,3 3-1,6 2-1564,5 0 2036,2 0 0,6-1 0,2 1 0</inkml:trace>
  <inkml:trace contextRef="#ctx0" brushRef="#br0" timeOffset="934">1182 195 8046,'-8'4'1615,"0"1"-1227,-1 2 0,3 1 0,-2 6 1,1 3 14,0 1 1,-1 2-1,2 6 1,1 0-221,0 0 1,1-2 0,4-2 0,0-3-323,0-4 1,5-6 0,3-2 0,2-2-212,2-3 0,-1-2 0,1-4 0,-1-5-100,1-5 1,0-3-1,1-6 1,1 0 0,0 0 0,-7 5 0,4 3 500,-1 2 0,0 7 0,2 2 0,-2 4 0,0 5 514,2 6 0,-7 7 0,6 9 0,-1 5-175,1 5 1,-5 0 0,-1 5 201,0 1 0,-4-1 0,3-1 0,-4-6 1,-4 0-221,-3-3 0,-3-6 0,-2 0 0,-1-6-137,-2-4 0,-3-7 1,-3-3-519,2-1 0,-3-1 0,3-5 0,-2-3 0,1-4-795,1-2 0,5-7 1,0-2-1,5-4 165,5-3 1,3-4 0,2-4 329,3-1 1,2-3 0,6-1 582,-1-2 0,6-1 0,1-4 0</inkml:trace>
  <inkml:trace contextRef="#ctx0" brushRef="#br0" timeOffset="1101">1400 92 7782,'11'1'1225,"0"3"1,-4 0 0,-2 6-696,0 3 0,-4 7 0,3 3 0,-3 7 0,-1 5-96,0 7 0,0 0 0,0 7 0,0-5-261,0-2 1,0-3 0,0 0-1,0-2-2614,0-4 0,0-10 1291,0 0 0,0-14 1150,0-5 0,0-13 0,0-9 0</inkml:trace>
  <inkml:trace contextRef="#ctx0" brushRef="#br0" timeOffset="1367">1503 459 7782,'19'-10'110,"-1"1"0,-1 1 262,1-1 0,3 3 0,4-2 0,2-2 64,-2-4 0,0 0 1,-2-4-201,-1 2 0,0-5 0,-1 2 1,-5-1-1,-2-1 92,-4 2 1,-6 4 0,0-3 0,-4 2-291,-4 2 1,-4 5 0,-7 2 0,-4 2 63,-3 3 0,-1 2 1,1 3-1,-1 6 55,0 5 1,5 6 0,3 6 0,3 5 108,4 2 1,0 1-1,4 1 1,1 0-64,2 4 0,6-4 0,3 2-458,2-5 1,6 0-1,5-5 1,3-3-1,4-5-711,1-7 1,-2-6 0,2-9 0,1-4 117,-1-9 1,-5-4 0,0-4 0,-3-2 847,-1 0 0,-3-6 0,-1 2 0</inkml:trace>
  <inkml:trace contextRef="#ctx0" brushRef="#br0" timeOffset="1583">2133 0 9439,'-4'12'0,"1"-1"708,0 1 0,-2-1 0,0 1 0,0 2 77,0 5 1,0 2 0,1 15-1,-3 7-498,1 8 1,-3 7 0,4 2 0,0 2-690,0 2 0,-3-4 0,4-2 0,1-6-771,-3-6 0,5-11 1,-3-2 1172,3-4 0,-4-2 0,-1-4 0</inkml:trace>
</inkml:ink>
</file>

<file path=ppt/ink/ink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3:40.579"/>
    </inkml:context>
    <inkml:brush xml:id="br0">
      <inkml:brushProperty name="width" value="0.08" units="cm"/>
      <inkml:brushProperty name="height" value="0.08" units="cm"/>
    </inkml:brush>
  </inkml:definitions>
  <inkml:trace contextRef="#ctx0" brushRef="#br0">127 11 30059,'0'-7'238,"4"3"1,0 8 0,-2 4-1365,-1 2 1,3 7 0,0 2 689,-1 2 0,2 2 0,0 2 1,0 0-1,0 3-932,-2 1 1,2-3 0,-2 1 0,0-3-1650,-2-1 0,3-5 2847,0-3 1,0-2 0,-4-2 0</inkml:trace>
  <inkml:trace contextRef="#ctx0" brushRef="#br0" timeOffset="416">1 240 32767,'5'11'-1700,"1"1"0,6 1 0,0 2 1403,4 4 0,-2 3 0,5 2 0,3 1 51,3 2 1,-1 0 0,3-4 171,-3 0 0,-1-5 1,0-3-1,0-4 1,-1-3 145,-3-4 1,-1-13-1,-4-6-636,1-6 0,-1-7 0,-5-2 1,-3-4-258,-1 0 0,0-4 1,-2-2-1,1 2 0,-2 0-3838,0 1 4526,-2 14 1,5-19-1,1 11 1</inkml:trace>
</inkml:ink>
</file>

<file path=ppt/ink/ink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3:47.592"/>
    </inkml:context>
    <inkml:brush xml:id="br0">
      <inkml:brushProperty name="width" value="0.06" units="cm"/>
      <inkml:brushProperty name="height" value="0.06" units="cm"/>
    </inkml:brush>
  </inkml:definitions>
  <inkml:trace contextRef="#ctx0" brushRef="#br0">46 184 7821,'-7'-11'26,"-1"-1"1,4 4 0,-2 1 650,1-2 164,-4-1 0,8 5-479,-3 5 1,4 6 0,4 9-182,3 4 0,0 8 1,0 5-1,1 5 1,0 5-116,-1 3 1,-4-3-1,2 0 1,-1 0-460,0-2 1,-1 4 0,-3-7 0,0-3-593,0-2 1,-1-12-1,-3-2 1,-3-8 984,-4-6 0,0-8 0,0-2 0</inkml:trace>
  <inkml:trace contextRef="#ctx0" brushRef="#br0" timeOffset="234">1 253 7821,'11'-23'28,"1"1"0,-1 2 133,0 1 0,5 5 0,0-2 0,1 4-2,-1 0 0,1 6 0,-3 2 0,1 3 48,-1 1 1,-1 5 0,-3 3 0,-1 3 85,-1 4 1,-6-1 0,2 5 0,-3 2-72,-1 0 0,-5 0 0,-2 0 1,-5 2-164,-3-2 0,2 2 1,-3-5-61,-1-1 0,4 4 1,-3-6-1,1-2 1,-1-3-1993,2-2 0,5-6 1293,2 2 0,4-8 0,-1-3 700,3-4 0,11-5 0,3-2 0</inkml:trace>
  <inkml:trace contextRef="#ctx0" brushRef="#br0" timeOffset="733">299 196 7821,'5'7'-159,"1"1"0,2 1 391,-1 1 1,-3 3-1,3 1 1,-2 1 157,-3-1 1,3 4 0,-1 0 0,-1 1-43,-2 0 1,-1 1 0,0 6 0,-1 0-245,-3 0 0,1-2 1,-3-1-1,0 0 4,-1 0 1,1-5 0,-3-4 0,1-5 15,-1-5 0,3-3 1,0-2-207,1-3 0,1-8 0,4-6 0,0-2-221,0-3 1,0 3-1,1-7 1,3 1 17,4 0 1,3 5-1,3-2 1,1 2-189,-1-1 1,3 3-1,-1 1 105,2 2 0,-2 0 1,3 5-1,1-1 1,0 2 367,0 3 0,0 0 0,-5 5 0,-1-2 0,-1 1 0,-2 2 0,0 2 0,-4 3 0,-2-1 0,-5 4 0,-1 2 116,-3 1 0,2 6 1,-5 0-1,1 2 481,0 2 1,3 3 0,-1 3 0,3 1 0,1-2 0,0-1 0,1-1-521,3 0 1,2-2 0,6-5 0,-1-6 0,1-3-78,-1-5 1,5-3 0,-1-7 0,-1-7 108,-1-5 0,-6-8 1,0-2-287,-2 1 1,-1-2-1,-6 6 1,-2 2-1,-2 0-71,0 3 1,-8 4 0,2 2 65,-1 5 1,1 1-1,0 4 1,1 1-1,-1 2-348,1 1 1,3 0-27,1 0 1,4 1-1,1 3 556,4 4 0,4 2 0,6 1 0</inkml:trace>
  <inkml:trace contextRef="#ctx0" brushRef="#br0" timeOffset="1033">734 218 9571,'4'13'943,"1"1"0,2 4-738,2 4 0,1-1 0,1 10 1,1 2-206,-1 4 1,1-4 0,0 4 0,2 0 114,2-1 0,-5-10 0,-3-4 0,1-4-275,1-4 0,-2-6 1,-2-7-1,-1-8-70,-2-8 0,-2-8 0,-1-6 1,1-5 387,3-2 0,-3-1 0,3 0 1,-3-2-102,-1-2 0,0 4 1,2 0-1,0 2-289,2 1 0,4 10 1,-3-5-1,1 3-235,3 6 0,1 2 1,2 8-1,-1 2 25,1 4 0,-1 4 0,-1 4 442,-2 4 0,2 7 0,-4 3 0</inkml:trace>
  <inkml:trace contextRef="#ctx0" brushRef="#br0" timeOffset="1200">1136 184 8015,'-8'8'1439,"2"-1"-1253,1 2 0,1 3 0,4 3 0,0 5 0,0 6-331,0 4 0,0 1 0,0 1 1,0 1-567,0-1 0,1-5 0,2-2 711,0-5 0,6-3 0,-2-6 0</inkml:trace>
  <inkml:trace contextRef="#ctx0" brushRef="#br0" timeOffset="1349">1159 173 7821,'0'-7'132,"-5"-3"1,5 9-632,0-3 0,5 3 499,6 1 0,1 0 0,-1 0 0</inkml:trace>
  <inkml:trace contextRef="#ctx0" brushRef="#br0" timeOffset="1733">1388 1 7821,'-4'11'268,"0"2"1,2 1 122,0 1 1,2 2-1,0-3 1,0 2-53,0 2 1,2 1 0,0 4-1,3 0-113,2 0 0,0 0 0,4 0 0,-2 0-218,-2 0 0,-4-4 0,2-3 1,-1-2 39,-1-3-76,1-2 1,-9-3 0,-2-2-1,-4-3 58,0-1 1,-4 0 0,-2 0-1,0 0 35,1 0 1,-3 0-1,4 0 1,1 0 214,1 0 0,1 4 1,1 1-102,-1 1 0,6-1 1,2 6-1,3 1 8,1 1 0,4 5 0,1 0 0,1 0-176,3-3 1,0-1-1,0-1 1,-1-1-774,1-1 0,1-8 1,2 1-277,4-3 1,-7-1-1,2-1 308,-1-3 0,-1-2 0,0-7 0,-1-1 730,1-1 0,1-11 0,1 2 0</inkml:trace>
  <inkml:trace contextRef="#ctx0" brushRef="#br0" timeOffset="2001">1491 356 7821,'7'6'251,"1"1"0,-2-5 0,0 2 0,3-1 0,1-2 260,1-1 0,-3 0 1,0-1-1,1-3-330,1-4 0,1-3 0,0-3 1,-3-3-22,0-1 0,-2-1 0,2-2-104,-4 1 0,-3-1 0,-1 3 1,0-1-1,-1 1 94,-3 1 0,-2 3 1,-6 7-1,1 3 6,-1 3 0,0 1 0,-1 2 0,0 5 52,3 4 1,1 9 0,-1 2 0,2 5-171,4 2 1,2-2 0,-1 4-246,-1 0 0,1 3 0,4 0 0,1-2 0,4-3-559,0-2 0,2-9 0,3 2 0,0-5-17,1-4 0,-1-8 1,1 0-1,-1-7 328,1-7 0,-1-6 1,1-6 454,-1 0 0,1-5 0,-1-1 0</inkml:trace>
  <inkml:trace contextRef="#ctx0" brushRef="#br0" timeOffset="2266">1698 264 7501,'0'-11'-78,"0"3"2229,0 1-1622,0 4 1,0 3-1,0 8 1,0 3-157,0 4 1,0 3 0,1 5 0,1 1-168,2 3 0,0-3 0,-4 3 0,0-3-14,0-1 1,0 4-1,0-2 1,0 0 105,0-1 1,0-9 0,0 4 197,0-5 1,-1-4-501,-3-2 0,3-9 1,-3-11-1,3-5 8,1-5 0,3-2 0,2-2 1,2-2-57,2-1 1,-3 2 0,2-2-739,1 1 0,0 5 1,0 4-1,-2 1 0,2 1-418,1 2 0,-2 10 1,0-3-1,0 6 1208,3 2 0,5 0 0,2 0 0</inkml:trace>
  <inkml:trace contextRef="#ctx0" brushRef="#br0" timeOffset="2348">1996 356 7821,'0'8'73,"1"-2"0,1 0 560,2 1 1,0-3-307,-4 3 1,1-4-328,3 1 0,-3-3 0,5-1 0</inkml:trace>
</inkml:ink>
</file>

<file path=ppt/ink/ink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3:44.393"/>
    </inkml:context>
    <inkml:brush xml:id="br0">
      <inkml:brushProperty name="width" value="0.06" units="cm"/>
      <inkml:brushProperty name="height" value="0.06" units="cm"/>
    </inkml:brush>
  </inkml:definitions>
  <inkml:trace contextRef="#ctx0" brushRef="#br0">149 92 8681,'-6'-5'658,"1"5"1,5 0-254,0 6 0,0 7 1,0 6-1,1 9-300,3 8 0,1 9 0,4 9 0,-2 3-197,2 4 0,-2-2 0,-1 1 0,-1-5 63,-2-6 1,2-5 0,-1-6 0,-3-5-1266,-4-8 1,1-8-1,-7-3 1294,-4-5 0,-3 1 0,-7-3 0</inkml:trace>
  <inkml:trace contextRef="#ctx0" brushRef="#br0" timeOffset="133">0 619 7680,'0'-18'0,"0"3"0,0 2 0,0 2 0,1-2 0,3-1 329,4-1 1,2-1 0,3 5-1,2 1 1,4 1-258,3 1 0,2 4 0,1-2 1,2 0-578,-1-1 1,-1 4-1,-1-5 1,1-1-503,-4-1 1007,-6-2 0,7 1 0,-4-1 0</inkml:trace>
  <inkml:trace contextRef="#ctx0" brushRef="#br0" timeOffset="500">355 149 7680,'0'-6'1311,"2"11"1,0 10-1101,2 5 1,1 8 0,-1 3 0,2 5-151,1 6 0,3 0 0,-4 9 1,2-2 42,0 1 1,-5 0 0,4-6 0,-2-4-208,-3-10 1,4-3-102,-3-11 0,1-11 0,-4-10 0,0-8-10,0-6 0,1-6 1,2-4-1,1-7-1,-2-3 0,5-3 1,-1-1 190,0 4 1,5-1 0,-4 9 0,2 3-1,0 4 254,-1 5 1,-1 7-1,4 10 14,-4 4 0,2 10 0,-5 8 0,0 4-160,1 3 1,-4 5-1,4-1 1,-1 2-204,0 1 0,1-3 0,-2-2 1,0-1-723,0-3 1,2-4 0,0-5 0,2-2 346,1-3 1,-1-8 0,-1 0 493,-1-6 0,9-3 0,-1-5 0</inkml:trace>
  <inkml:trace contextRef="#ctx0" brushRef="#br0" timeOffset="734">757 470 7201,'11'-5'54,"-4"4"1,3-8 0,-3 4 0,4 0 0,0-3 0,1 0 0,-1-3 603,0-2 1,1 2 0,-1-7 0,0 0-485,-4 0 0,2-1 0,-5-4 0,-1-1-131,-2-3 0,-1 3 0,-1-3 1,-5 4 18,-5 4 1,-2 3 0,-6 5 0,-1 4 132,-2 3 0,-1 4 0,1 5 0,2 8 192,1 8 0,5 4 0,0 6 0,5 5-136,5 5 0,3 4 0,2 0 0,3 3-78,4 1 0,8-5 1,6 0-1,6-3-467,5-4 0,-1-7 1,6-5-1,-1-9-1092,1-8 0,-2-12 1,2-7 1385,-2-7 0,-2-9 0,1-2 0</inkml:trace>
  <inkml:trace contextRef="#ctx0" brushRef="#br0" timeOffset="1466">1594 264 7680,'-5'-10'275,"-2"1"0,0 2 76,-1 2 0,0-3 0,-3 5 0,-1 0 4,1 2 0,-1 1 0,1 1 0,-2 3-60,-2 4 0,2 7 0,-2 4-146,2 3 0,6 4 1,0 2-1,2 2-112,3 2 1,0-4-1,2-2 1,2-3 0,3-4-289,6-3 0,2-5 0,6-3 118,1-4 0,1-9 0,-1-7 0,-1-7 1,0-7-92,-1-4 0,3-7 0,-6-1 0,-1 1 105,-1 1 0,-3 3 0,-1 4 1,-3 6 465,-1 6 0,-1 11 0,-5 7-111,-3 9 1,3 11-1,-3 7 1,1 1-181,-1 3 0,3-3 0,-3 0-429,3-1 0,2-2 0,2-6 1,2-2-1,1-1-481,3-3 0,1-3 0,2-3 1,-1-4 853,1-3 0,-1-1 0,1 0 0</inkml:trace>
  <inkml:trace contextRef="#ctx0" brushRef="#br0" timeOffset="1900">1846 161 7072,'-11'0'147,"-1"0"1,4 0 0,1 0 513,-2 0 0,2 2 1,1 4-441,1 6 1,1 3 0,4 0 0,0 5 0,1 3-205,3 3 0,0 0 1,6 3-1,3-1 45,0-2 1,1-4 0,0-2 0,2-5-328,2-2 1,-3-3 0,3-3-1,-1-3-93,-3-2 0,-1-9 0,-2-4 223,1-7 1,-2-9 0,-1-3 0,-3-4 0,-1 0 131,-2 0 0,2 1 0,-1 2 0,-2 5 200,-1 6 0,-1 4 183,0 4 1,0 12 0,0 8-212,0 8 0,2 7 0,0 4 0,2 2 0,0 2-263,1-1 0,0-7 1,4 3-1,-3-2-316,-1-4 1,3-2 0,-3-8-1,0-1-1233,0-1 1643,4-5 0,-2 2 0,4-5 0</inkml:trace>
  <inkml:trace contextRef="#ctx0" brushRef="#br0" timeOffset="2083">2259 0 7779,'0'15'302,"0"1"0,0 4 0,0-1 1,0 3 216,0 1 1,0 1 0,0 1 0,0 3-294,0 2 1,1 2-1,2 3 1,2 1-24,1-3 0,-2-1 1,2 2-1,-1 1-258,-2-1 0,-1-7 0,1-3 1,0-2-4844,-5-6 4898,-3-7 0,-11 1 0,-2-3 0</inkml:trace>
  <inkml:trace contextRef="#ctx0" brushRef="#br0" timeOffset="2216">2167 367 7779,'0'-12'-104,"1"2"0,2 1 318,1 2 0,1 3 1,-1-4-1,3 1 151,3 0 1,3-2 0,1 4 0,3 0-723,1 0 1,1-3 0,4 3 0,0-1-204,-1-3 0,-2 3 0,-3-2 560,0-1 0,-2-1 0,-3-2 0</inkml:trace>
  <inkml:trace contextRef="#ctx0" brushRef="#br0" timeOffset="2534">2477 0 7779,'-7'5'707,"2"1"0,5 6 1,0 1-208,0 2 0,0 3 1,0 5-1,1 1-412,3 3 0,-1-1 0,3 8 0,1 1-2,-1 1 1,-4 0 0,2-3 0,-1-1-62,1-2 0,-3-8 0,3-1-315,-3-3 0,0-8 1,2-7-113,1-6 1,-1-4 0,-3-8-1,2-5 216,2-1 1,-2-7 0,4-3 0,1-1 73,-1 2 1,-2 2-1,2 5 1,1 2-12,-1 6 0,1 0 0,1 8 313,0 1 1,-2 6 0,3 9 0,-2 6 0,-1 7-300,0 3 1,-2 7 0,3-2 0,-1 0 151,0 1-43,-3-1 0,7 0 0,-3-2 0</inkml:trace>
</inkml:ink>
</file>

<file path=ppt/ink/ink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4:03.904"/>
    </inkml:context>
    <inkml:brush xml:id="br0">
      <inkml:brushProperty name="width" value="0.06" units="cm"/>
      <inkml:brushProperty name="height" value="0.06" units="cm"/>
    </inkml:brush>
  </inkml:definitions>
  <inkml:trace contextRef="#ctx0" brushRef="#br0">26 97 7808,'-2'-5'-292,"0"1"0,-2 0 0,1-2 413,-1 2 0,3 0 0,-2 3 1737,0-1-1573,3 0 0,-3 5 0,3 3-118,0 2 0,0 6 0,0 2 0,0 3 1,0 4-37,3 2 1,-3 0 0,2 7 0,0 1-39,0 2 0,-1 1 1,1 1-1,-1-4-354,-1-3 1,0-8-1,0-1 1,0-7-835,0-4 1,0-8-1,0-4 1095,0-6 0,2-9 0,2-3 0</inkml:trace>
  <inkml:trace contextRef="#ctx0" brushRef="#br0" timeOffset="333">39 78 9654,'1'12'0,"0"2"245,2 1 0,-1 4 0,1 5 0,0 1-224,1 3 1,1-1 0,0 2-1,0-2-57,-1-2 0,2-4 0,-2-1 0,2-4-21,0-6 1,-2-5 0,1-3-170,0-4 1,-2-5 0,1-6-1,-1-3 58,-2-3 0,2-3 0,-1-3 126,-1 1 0,2-5 0,0 5 0,1 2 1,0 2 101,-1 0 0,2 6 0,-2 3 46,1 3 1,-1 7 0,2 7 0,0 5 81,0 3 1,-2 2 0,1 4 0,-1 2-289,1 1 1,-2-2 0,2-1 0,1 2-207,1 0 1,-1-4 0,0 1 0,1-3 138,2-1 0,-3-5 0,4-2 1,-2-3 166,-1-3 0,4-4 0,0-1 0</inkml:trace>
  <inkml:trace contextRef="#ctx0" brushRef="#br0" timeOffset="799">354 135 8018,'-5'0'0,"1"-2"0,-1 0 380,-1 1 1,2 1 0,0 2 0,-1 2 139,-1 2 0,0 3 1,0 2-1,1 1-294,1 3 1,2 3 0,0 3 0,1 2-106,1 2 1,1-3 0,1-2 0,3-1-162,0-1 1,2-4 0,-1-2 0,0-5-360,1-4 0,-1-6 1,1-3-1,1-6-15,1-4 1,-3-3-1,-1-5 1,0-4 72,0-3 1,2 2 0,-2-3 0,0 2 500,0 4 1,-2 4 0,1 4 0,-1 4-13,0 5 0,-2 5 1,1 4-1,-1 5-37,-1 2 1,0 4 0,0 3 0,0 1-50,0 0 1,0 1-1,0 0 1,0 1-421,0-2 1,2-2 0,0 0 0,0 0-205,1 0 0,-2-3 0,1 0 562,-1 0 0,-1-5 0,0-5 0,0-3 0,0-4 0,0-1-152,0-1 0,0 0 0,0 1 188,0 0 0,0-1 1143,0 3 0,0-1-560,2 1 0,2 2 1,2 2-1,1 1-614,-1 1 0,3 0 0,1 1 1,1 1-348,0 0 0,-1 2 0,3-1 0,-2 0 34,0-1 1,-1 3 0,2-2 307,-4 0 0,4-1 0,-5 0 0</inkml:trace>
  <inkml:trace contextRef="#ctx0" brushRef="#br0" timeOffset="999">610 90 8340,'-6'7'603,"-1"2"1,3-1 0,0 3 0,1 0-198,-1 1 1,2 4-1,-1 2 1,0 2-215,1 1 0,2 0 1,0 2-1,0-2-425,0-1 1,0-2 0,2-3 0,0-1-561,-1-4 0,3-3 1,0-3 157,2-2 0,-2-2 1,0-5 634,-1-3 0,2-4 0,-2-1 0</inkml:trace>
  <inkml:trace contextRef="#ctx0" brushRef="#br0" timeOffset="1382">719 1 9623,'-2'6'921,"0"1"1,0 2-516,2 1 0,-1 5 1,0 2-1,-2 3-281,2 1 1,0 0-1,-1 1 1,0 1-116,1-3 0,-2-2 1,1-2-1,0 0-111,2-2 1,-1-1-503,-1-2 1,1-5 287,-1-6 0,4-3 0,2-4 0,2-1 202,0-1 0,1 1 0,-1 1 0,1 1 12,2-1 1,-2 2-1,2 0 1,-2 3 178,-1 2 1,1 0-1,0 0 1,0 2 273,-1 3 1,-2 1 0,1 3 0,-3 1 111,-1 3 1,-1 0 0,0 1 0,-1 1-335,-1 0 1,-4-2-1,-3-1 1,1-1-388,-1-3 1,1-3 0,-1-1 0,1-1-161,-1-2 0,3 0 0,2-2 1,1 0-830,-1-1 1,3-4 0,-2 0 1245,3-2 0,3-3 0,0 1 0</inkml:trace>
  <inkml:trace contextRef="#ctx0" brushRef="#br0" timeOffset="1648">854 206 8018,'11'-7'0,"-1"1"126,2 0 0,-5-1 1,1 1-1,0-1 521,-1 1 0,0-1 0,-2-1 0,-2-1-167,0 2 1,-1-1 0,-2 2 0,0 0-234,0-1 0,0 1 1,-3 1-1,-2 1-60,-2-1 1,-3 2 0,-3 1 0,1 2-111,0 0 0,2 2 0,-3 3 0,2 3-91,1 3 0,1 2 0,3 2 1,2 2 89,2 4 0,1 0 0,1 2 0,1-1-74,1 1 1,5-1 0,6 0 0,3-2-408,3-1 0,1-7 0,2-2 1,3-4-430,-1-4 0,-2-5 0,0-3 0,-1-4-371,0-3 1,-7 1 0,2 0 1204,-3 1 0,-2-1 0,-5 2 0</inkml:trace>
  <inkml:trace contextRef="#ctx0" brushRef="#br0" timeOffset="2081">110 713 8137,'-3'-10'351,"-1"4"1,1-1 0,0 4 53,0-1 1,2 1 0,-3 4-122,1 1 1,1 5 0,2 3-1,0 4-70,0 3 0,0 2 0,0 6 0,0 2-274,0 1 1,2 0-1,1 1 1,1 0-4,1 1 0,-2-6 0,2 1 0,0-5-925,0-3 1,0-7 0,-1-3 0,1-4 987,0-3 0,2-8 0,-1-3 0</inkml:trace>
  <inkml:trace contextRef="#ctx0" brushRef="#br0" timeOffset="2231">225 841 8298,'4'3'0,"-2"1"162,-1 2 0,-1 1 0,0 3 1,2 2-46,0 1 0,0 2 0,-2 2 1,0 1-260,0-1 1,0-3 0,1-1-105,1-1 0,2-7 246,2-5 0,0-9 0,1-7 0</inkml:trace>
  <inkml:trace contextRef="#ctx0" brushRef="#br0" timeOffset="2347">270 738 8007,'-3'-6'10,"2"1"0,-3 1 305,-1-1 0,2 0-511,1-2 1,1 3 0,2 0-568,1 1 1,1 1 762,4 2 0,2 0 0,1 0 0</inkml:trace>
  <inkml:trace contextRef="#ctx0" brushRef="#br0" timeOffset="2531">366 668 8585,'-2'8'446,"0"1"1,0-4-1,2 5 1,0-1-172,0 2 0,0 1 0,0 3 0,0 3 21,0 0 0,3 2 0,1 1 0,2 1-216,0 1 1,-2-4 0,1 1 0,-1-1-635,0-1 1,1-3 0,-1-1 0,0-2-948,0-1 1,1-6 1500,1-1 0,1-2 0,-1-2 0</inkml:trace>
  <inkml:trace contextRef="#ctx0" brushRef="#br0" timeOffset="3081">546 674 8007,'-6'3'549,"-1"-2"1,1 4 0,-1 0-57,1 0 1,-1 2 0,1 2-1,-1 2-263,-2 4 0,2-1 1,-1 2-1,1 1-225,0-1 1,1 1-1,0 2 1,2-2 41,2-2 0,1-2 0,1-3 0,0-1-331,0-2 0,0-3 1,1 0-37,1-1 0,-1-1 0,3-2 0,1-1 4,-2-1 1,3 0-1,-2-2 1,3-1-221,1 0 0,-1-3 0,2 1 0,-1-2 246,0 1 0,-1-1 1,2 0-1,-1-1 290,0 1 0,-2 1 0,1 1 0,0 1 0,0-1 0,-1 3 0,3 0 0,-1 2-3,0 0 0,-1 1 1,3 1-1,-2 1 161,1 1 0,0-1 1,-1 1-1,0-1 333,0-1 0,1-1 0,0-1 1,-1-3-108,-1-3 0,-3 1 0,0-1 0,-1 0-99,-2-1 0,-1 3 0,-2-1 1,-2-1-150,-2 1 1,-1 2 0,-2 1 0,-1 1-36,0 2 1,-1 1 0,2 2 0,1 2 30,1 2 1,2 3 0,0 2 0,3 2 88,2 2 0,0 1 0,0 3 1,3 1-188,4-1 1,0-2 0,3-1-1,2 0-216,3-2 1,-1-3-1,3-3 1,1-3-663,0-3 1,1-6 0,-1-4 0,-2-2-971,0-3 1814,-1 0 0,0-5 0,2 1 0</inkml:trace>
  <inkml:trace contextRef="#ctx0" brushRef="#br0" timeOffset="3498">277 1206 8108,'-13'-12'200,"0"2"1,0-2 0,1 4-1,1 0-65,0 1 0,2 3 0,-1 2 0,1 1 180,1 1 0,3 1 0,2 1 0,0 3-184,1 3 0,2 0 0,3 2 0,1 0-81,2 3 1,1-4-1,1 4 1,1-1-83,1 0 1,-2 1-1,2 0 1,0-1 18,-3 1 0,1 1 1,-3-1-1,0 2 44,-1-1 0,-2 0 1,0 4-1,-1-2 26,-1 0 0,-2-1 0,-1-2 0,-4 0-126,0-1 0,-3-1 1,0-1-1,-2-1-361,1-1 0,0-1 0,3-3-203,0-2 1,3-2 0,3-2 0,2-3 107,2-3 0,4-3 0,3-3 525,1-1 0,1-6 0,2 1 0</inkml:trace>
  <inkml:trace contextRef="#ctx0" brushRef="#br0" timeOffset="3764">360 1245 7966,'0'6'79,"0"1"0,0 0 0,0 2 365,0 4 1,0 0 0,0 5-1,0 0 13,0 3 1,1-3-1,0 2 1,2-1-229,1-1 0,0-6 1,2-1-326,1-3 1,-1-5 0,0-3 0,1-4 4,-1-4 0,-2-3 0,-2-4 0,-1-2-30,-1-2 0,0 2 1,-1-1-1,-1-1-34,-2 1 0,-2 3 1,-1 1-1,1 2 45,0 1 0,-1 4 0,1-1 1,-1 2-234,-2 2 0,4 2 1,-1 0-1,1 2-711,1 2 0,1 0 1054,3 2 0,3 0 0,1 0 0,2-1 0</inkml:trace>
  <inkml:trace contextRef="#ctx0" brushRef="#br0" timeOffset="4497">463 1219 7966,'3'7'0,"1"1"0,-3 1 0,1-1 526,0 2 0,-1-2 0,1 4 0,0 2-103,-1-1 0,1 1 0,-1-1 0,2 0-218,0 2 1,-1-3 0,0 0 0,-1-2 254,2-2 1,-3-3-231,2-1 0,-1-4 0,-1-2 1,0-6-367,0-4 0,0-3 1,0-2-1,0-2-587,0 0 1,2-1-1,0 0 1,0 0 535,1 1 1,0 6 0,2-1 0,-1 2 151,1 3 0,1 4 1,1 3-1,-1 2 121,0 2 1,1 4 0,-1 6 0,1 2 30,2 3 1,-4 0-1,1 0 1,0 0 192,0-1 0,-2 2 0,0-3 1,-1-1-14,1 0 0,-3-4 110,1-2-397,-1-3 1,-1-6 0,0-6 0,0-3-279,0-5 1,0 1-1,0-3 1,0-1 80,0 0 1,1-1 0,0 0-1,2 1 120,1 1 1,0 5 0,2 1 0,1 2 45,-1 3 1,0 4 0,1 1 0,-1 3 2,1 4 1,-1 4-1,1 2 1,-1 1-268,0 0 0,-1 2 0,-1 0 0,1-1-252,1 0 0,-2-4 0,0 0 0,0 0-229,0-2 0,2-2 766,-2-2 0,0-2 0,-1-4 0,1-4 0,-1-2 0,-1-1 0,2 2 0,-1-1 11,1 0 1,0-1-1,3 3 229,-1 0 0,1-1 1,1 1-1,1 1 79,-2 1 0,1-1 1,0-3-1,1 0-39,-1 0 1,-3 0 0,-1 0-1,0 0 168,0 0 0,-1 1 0,-3 0 0,-1 1-223,-1-1 0,-2 3 0,-3 1 0,-1 0-45,0 1 0,-3 2 1,2 0-1,2 3 15,-1 4 0,2 2 1,0 4-1,2 0-94,2 2 0,1-1 0,2 4 0,1-1-96,2-1 1,2 2 0,1-3 0,2-1-218,1 0 1,2-5 0,1-2 0,1-3-369,1-1 0,-1-4 0,2-3 0,0-2 75,-2-3 0,-2-1 0,-2-2 1,-1 1-1492,-1 0 1996,-4 3 0,2-4 0,-3 2 0</inkml:trace>
  <inkml:trace contextRef="#ctx0" brushRef="#br0" timeOffset="5232">161 1784 7908,'-3'-9'0,"-1"1"-27,-2 0 0,3 0 0,1 0 1,1-1 150,1 2 0,0 0 0,1 1 0,1 1 214,5 1 1,0 2-1,4 0 1,0 3-11,1 3 0,1 1 0,-1 6 0,0 0-67,-2 1 1,-2 4 0,1 1 0,-2 1-41,-1 2 1,-2 0-1,-2 0-194,-1 2 1,-1-2 0,-1-2 0,-1-1 0,-3-2-106,-3 0 1,0-3-1,-2-1 11,1-2 0,-2-5 0,3-2 0,0-2-6,1-2 1,3-2 0,2-5-1,1-2-119,1-4 1,0 1-1,0-3 1,1-1-200,1 0 1,2-2 0,4 1-2,1 0 1,2 0 0,1 2 0,1 0-1,3 1-210,0-1 1,2 1 0,2-1 506,-1 2 1,1 3 0,-4 2 0,-1 3 0,-1 0 94,-2 2 0,-6 4 47,-2 1 1,-5 3-1,-4 3 1,0 1 359,-2-1 1,-1 0 0,-2 1 30,0-1 0,3 3 1,-3 0-1,3 0 0,-1 1 303,3 0 1,0 1 0,-1 2 0,2 0-572,2-1 1,1 2 0,1 0 0,1 1-151,1 0 1,2-4 0,4-2 0,1-2 29,1-3 0,-1-3 1,1-1-1,0-3-542,0-4 1,-3-5 0,2-5 0,-2-2 142,0-3 1,-3 3-1,-1-2 299,0 3 0,1 1 0,-1 3 73,-2 2 1,0 5-25,-1 3 0,2 6 0,1 8 0,0 1-63,-1 3 0,3 2 0,0 0 0,0 0-174,2-1 0,-1 2 1,1-4-1,-1-1 0,0-2-396,1-2 1,-1-4 0,0-3 633,-2-2 0,2-6 0,-5-5 0,2-5 0</inkml:trace>
  <inkml:trace contextRef="#ctx0" brushRef="#br0" timeOffset="5848">540 1707 7908,'3'-7'114,"1"2"149,-2 0 1,-1 3 0,1 5 0,-1 3 56,1 2 0,-1 3 0,2 0 0,-1 1 110,0 3 0,1-1 0,-2 1 0,1-2-194,0 0 0,-1-2 1,1 0-1,0-1 90,-1 0 0,0 2-75,-1-4 1,0-3 0,0-5-708,0-3 1,0-9-1,-1-3 1,0-2 96,-1-3 0,0-2 0,2 0 0,0 1 148,0 2 0,2 1 1,1 2 134,0 3 1,1 4 0,3 4 0,-1 1 0,1 2 143,-1 3 1,1 5-1,-1 4 1,0 2 300,1 1 1,-3 2 0,0 0 0,1 0-508,1 1 1,-2-3 0,1 2-1,-1-2-164,-1-2 0,2-1 0,-2-3 1,0 0-629,0-1 0,0-5 0,-2-1 585,1-3 0,1-6 0,-3-2 0,0-1 345,2-3 0,0-2 0,1-2 0,0 0 0,0 0 0,-2-1 0,2 1 0,-1-1 0,1-1 0,-3 3 0,2-1 0,-1 2 108,-1 2 1,2 1 390,0 5 0,3 5 1,-2 6-78,0 3 1,1 6-1,3 0 1,-1 3-1,1 2 6,-1 0 0,0-1 0,1 1 1,-1 1-131,1-1 0,-1-4 0,0 1-193,-2-1 0,1-2 0,-3-2 0,0-1-169,-2 0 0,-2-3 1,-3-1-1,-1 0-235,-3-1 1,-1-2 0,-3 0 128,1 0 1,-1 0 0,0 0-1,0 0 109,0 0 0,3 0 1,0 0-1,0 1 1,3 1 181,-1 0 0,5 3 1,1-1-274,1 2 0,2 1 0,4 1 0,3 2 0,4 1-397,1 0 1,0-1 0,1 0 0,2-2-2,0-3 1,-1-2-1,2-4-147,-2-4 697,0-2 0,-2-11 0,0-2 0</inkml:trace>
  <inkml:trace contextRef="#ctx0" brushRef="#br0" timeOffset="6081">867 1713 7908,'0'-6'37,"0"-1"1,-1 2 147,-1 0 0,-2 3 1,-2 4-1,-1 3 192,1 0 0,0 5 0,-1 0 0,2 0 190,0 1 0,0 0 0,3 1 1,1 1-376,0 0 0,1-3 0,0-1 0,1-2-202,1-1 0,0-2 1,4 0-1,1-1 36,0-2 1,0-5 0,-1-3 0,1-2-576,-1-3 0,-1 2 1,-2-2 185,0 1 1,-1-3 0,-2 4 0,0 0 0,0 2-120,0 1 1,-1 2-1,-1 1-282,-2-1 1,0 2-248,0 1 1011,0 1 0,-3 1 0,1 0 0</inkml:trace>
  <inkml:trace contextRef="#ctx0" brushRef="#br0" timeOffset="6631">892 1636 7908,'5'7'0,"-1"0"71,1 1 0,-2 0 0,0 2 0,-1 0 470,0 0 0,1 1 1,-2 1-1,1-1-207,0 0 0,-2 0 0,1 1 0,1-1-179,0 0 1,0-5 0,-2 2-142,0 0 0,0-2-178,0-2 1,0-6 0,0-3 0,0-4 58,0-3 0,0-4 0,0-3 0,0-2-93,0-2 1,0 2 0,0 0 0,0 1 58,0 1 0,1 2 0,0 2 0,2 3 263,0 1 0,0 2 1,1 5-1,1 3-78,0 2 1,2 5-1,-1 5 165,1 1 1,-1 3-1,1 1 1,-2 0-1,0-1 17,0 0 0,-1-2 1,2-1-1,-2 0-138,1-2 1,-3 0-1,1 1 1,0-3-643,-1 0 377,1-5 1,-2-4 0,1-5 0,-1-5 49,-1-3 1,0-2 0,0-4 0,0 1 69,0 0 1,2 2-1,0 1 1,0 3 148,1 3 1,1 2 0,2 2-67,1 2 1,0 5 0,0 5-1,2 4 1,-1 3-28,-1 2 1,0 2 0,1 4 0,1 0-294,-2 0 1,0-4 0,-1 0 0,-1-1-294,-1 1 0,0-6 1,1 0-1,-1-4 144,1-3 0,-1-1 1,-1-4-1,1-1 441,0-2 0,0-5 0,2-1 0,1-1 69,-1-2 1,0 4-1,0-3 503,-2 2 1,2 1 0,-2 3 402,2 2 0,-2 1 1,1 4-1013,0 1 0,-2 2 1,1 2-1,-1 1 37,1-1 0,0 3 0,3 1 0</inkml:trace>
</inkml:ink>
</file>

<file path=ppt/ink/ink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4:13.551"/>
    </inkml:context>
    <inkml:brush xml:id="br0">
      <inkml:brushProperty name="width" value="0.06" units="cm"/>
      <inkml:brushProperty name="height" value="0.06" units="cm"/>
    </inkml:brush>
  </inkml:definitions>
  <inkml:trace contextRef="#ctx0" brushRef="#br0">51 489 7876,'-14'0'560,"2"0"0,2 0 732,1 0-946,4 0 0,16 0 1,10-1-66,5-2 0,3-2 0,0-4 0,2 0-531,1 0 1,-2-1-1,3-1 1,-2-2-631,-2-1 1,-4-1 0,-1-4 879,1 1 0,-3-4 0,0-1 0</inkml:trace>
  <inkml:trace contextRef="#ctx0" brushRef="#br0" timeOffset="566">675 37 7742,'-12'-3'0,"-3"-1"224,-2-1 1,1 3 0,-5-1 0,2 2 270,1 1 1,1 0 0,2 1 0,4 2-115,4 3 1,3 7 0,5 5 0,3 6-269,5 5 0,5 5 0,7 8 1,3 3-195,2 1 0,-2-3 1,-1-3 6,0-2 1,0-2-1,-4-8 1,-3-4-1,-2-2-13,-3-2 0,-5-6 0,-4 4 0,-4 0 197,-4 3 0,-6-5 1,-3 1-1,-3-2 188,-3-1 0,1-3 0,-4 0 0,1-4-462,0-4 0,3-2 0,-1-1 0,2 0-562,1 0 0,4-4 1,2-1 92,2 0 1,5-3 0,2 1 0,3-3 632,3-2 0,6-4 0,5 2 0</inkml:trace>
  <inkml:trace contextRef="#ctx0" brushRef="#br0" timeOffset="715">846 263 7796,'0'22'0,"0"-2"0,0 4 0,0 2 28,0 4 0,3-5 0,0 2 0,-1-1-133,-1 0 0,-1 1 1,0-2 104,0-4 0,0 0 0,0-6 0</inkml:trace>
  <inkml:trace contextRef="#ctx0" brushRef="#br0" timeOffset="849">801 100 7962,'-6'-3'-122,"0"0"0,3 0 0,-3 3-771,-1 0 570,3 0 0,1 4 323,6 2 0,2 2 0,4 1 0</inkml:trace>
  <inkml:trace contextRef="#ctx0" brushRef="#br0" timeOffset="1217">1000 191 8376,'0'18'0,"0"1"112,0 2 1,1-2 0,1 2 0,1-1-113,-1 1 0,3-5 0,0 2 0,1 1 571,0 1 0,-3-3 0,3 3 0,0 0-384,-1-1 0,2 0 0,-4-2-127,-1-2 0,2 1-2,-1-4 1,0-5 0,-4-8 0,-1-8-254,-1-8 0,-4-3 0,2-6 1,-1-4-248,0-4 0,3 0 1,-2-5-1,1 4 409,2 2 0,1 6 1,1-1-1,0 2 4,0 4 0,4 3 0,2 4 0,2 6 307,1 5 0,0 3 1,0 3-1,0 4-271,0 7 1,0 4-1,1 3 1,-1 2-479,0 1 0,0 0 1,-1 1-91,-2-3 1,2-2 0,-2-2 0,2-2 560,1-3 0,0-1 0,0-2 0</inkml:trace>
  <inkml:trace contextRef="#ctx0" brushRef="#br0" timeOffset="1566">1253 37 7734,'-5'27'521,"-4"0"0,0 1 0,-3 0 0,2 1-358,1-3 0,0-2 0,1-1 1,2-4 313,3-3 1,2-5 0,2 0-505,2-4 0,2-3 0,4-4 1,1-2-13,2-4 1,-1-1 0,4-8 0,1-2-546,1-3 1,-2 0 0,0-3 0,1 0 242,2 0 0,0 5 0,0 2 0,0 4 266,0 4 0,-2 6 0,0 3 0,1 9 103,-1 10 0,-4 6 0,0 10 1,-3 4 676,-3 3 1,-2 3-1,-4 1 1,0-1-46,0-2 1,-4-5 0,-2-2-1,-3-4-421,-3-2 1,1-11 0,-4 3-1,-1-3-303,-1-4 1,-1-5 0,0-6-69,0-1 1,-4-5-1,-1-6 1,-1-3 0,2-4-1441,0-3 0,3 1 0,-1-6 1572,4 0 0,-1-2 0,3-3 0</inkml:trace>
  <inkml:trace contextRef="#ctx0" brushRef="#br0" timeOffset="1833">1687 55 7703,'0'10'0,"-1"2"360,-2 3 0,2 0 0,-2 2 0,2 3 180,1 3 1,4 3 0,2 6 0,2 6-476,1 5 0,1-1 1,1 8-1,1 1-189,-1 0 1,-1-2-1,0 0 1,-1-4-269,0-4 0,-4-12 0,-2-1 0,-2-7-252,-1-7 0,0-8 1,-1-6-1,-2-6 644,-3-5 0,-6-3 0,-3-8 0,-3-1 0</inkml:trace>
  <inkml:trace contextRef="#ctx0" brushRef="#br0" timeOffset="2066">1696 46 7418,'6'-5'-125,"0"1"1,1 1 167,1 0 1,1 0 0,0 3 331,0 0 1,0 4-1,1 2 1,-1 2-5,0 1 1,0 3-1,-1 1 1,-1 2-243,-1 4 1,-4 0-1,1 6 1,-2 1-109,-1 3 0,-2-1 0,-3 1 1,-4-3-176,-1-2 1,-1-4 0,0-1-1,-3-4-689,0-6 0,2-6 0,-2-1-558,1-4 1401,1-3 0,7-9 0,1 0 0</inkml:trace>
  <inkml:trace contextRef="#ctx0" brushRef="#br0" timeOffset="2416">2013 37 7703,'-9'13'259,"-3"0"1,-2 3-1,0 0-88,-2 3 1,3-3 0,1 3 0,2 0 462,1-3 0,0 0 0,1 1 1,2-1-458,3-1 0,2-4 1,1 1-1,1-2-261,2-1 0,3-3 1,5-1-1,1-1-122,-1-2 1,0-1 0,0-2 0,2-3-119,1-5 0,-3-1 0,2-5 0,-3-1 103,-1-1 1,-3-1 0,-1 0 0,-1 0 219,-2 0 0,2 2 1,-1 2-1,-1 1 88,-1 2 1,0 5 161,2 3 1,-1 10-1,4 5-101,1 4 1,-2 6-1,1 0 1,1 1 0,1 1-349,1-1 0,-1-1 1,-1-5-414,-1-2 0,0 0 0,3-6 0,0-4-509,0-3 1122,0-2 0,4-4 0,1-1 0</inkml:trace>
  <inkml:trace contextRef="#ctx0" brushRef="#br0" timeOffset="2699">2293 10 8090,'-9'3'0,"0"1"703,0 1 1,3 1-1,0 2 1,0-1-254,1-1 0,1 0 0,4 3 0,0 0-232,0 0 1,4 0 0,2 0 0,3 0-174,3 0 0,-1 1 1,4 1-1,1 3-310,1 0 1,-2-2 0,-1 3 0,0 1 131,0 1 0,-6-1 0,0 0 0,-3 2 74,-3 1 0,-1-4 0,-2 5 0,-3 0 274,-5-1 1,-1-2 0,-5-3 0,-1-1-413,-1-2 1,-1-1 0,1-2-1,1-2-518,1-3 1,4-2 0,0-2 0,3-1-258,2-1 0,4-5 1,-1 0 971,2-3 0,1-1 0,0 3 0</inkml:trace>
  <inkml:trace contextRef="#ctx0" brushRef="#br0" timeOffset="2982">2410 1 10554,'-5'9'126,"2"0"1,6 0 0,4 1 156,4 2 1,4 3 0,2 5 0,-1 3-92,-1 3 1,1 1 0,3 6 0,0 2 50,-2 3 0,-5-4 0,-1 1 0,-4-2-37,-4 0 1,-2-4-1,-1-1 1,-1-5-193,-2-5 1,-3-6-1,-5 0 1,-2-2-41,-1-1 0,1-4 0,-3-2-983,0-2 1,-6-1 0,3-1 0,-2-2 0,-3-3 1008,1-2 0,-1-5 0,-3-1 0</inkml:trace>
  <inkml:trace contextRef="#ctx0" brushRef="#br0" timeOffset="3549">1235 118 7687,'-9'0'-194,"0"-1"260,0-2 0,3 2 133,0-2-89,4 2 1,-1-2 0,5-1 0,2 0-87,1 0 1,1-2-1,3 2-72,0-1 1,0 3 0,0-2-1,0 1 3,0 0 1,0 0 0,0 3-1,0 0 1,0 0-128,0 0 1,0 0 0,1 1-808,-1 2 979,0 2 0,-4 8 0,-1 1 0</inkml:trace>
</inkml:ink>
</file>

<file path=ppt/ink/ink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4:58.437"/>
    </inkml:context>
    <inkml:brush xml:id="br0">
      <inkml:brushProperty name="width" value="0.06" units="cm"/>
      <inkml:brushProperty name="height" value="0.06" units="cm"/>
    </inkml:brush>
  </inkml:definitions>
  <inkml:trace contextRef="#ctx0" brushRef="#br0">276 62 7762,'-4'-7'89,"3"2"1,-2 0 0,1-1 19,-1 0 1,1 1 0,2 0-1,-1 0 431,-1-2 0,1 2-192,-1 1 0,1 3 0,2 1 136,1 4 0,1 6 1,3 5-387,-1 3 0,0 6 1,1 4-1,0 2 1,-2 4-637,-1 2 1,2-2-1,-2 2-84,1 1 1,-2-2-1,1-4 622,0-5 0,1-11 0,3 2 0</inkml:trace>
  <inkml:trace contextRef="#ctx0" brushRef="#br0" timeOffset="817">58 641 7733,'-7'-4'0,"-1"2"17,-2 1 1,5 0 0,-3 0 0,2-2 1289,-1 2-1008,3 0 0,1 4 0,3 2-118,0 1 0,3 5 1,2 1-1,2 2 1,0 3 35,0 3 1,0 4-1,1 2 1,-2 3-117,-1 3 1,-2-3 0,-3 2 0,0-3-99,0-1 0,-1-7 0,-1-2-14,-3-4 0,-1-4 0,-2-6-111,1-4 1,1-4-1,0-6 1,2-2-108,1-2 0,0-1 1,3-2-1,0-2 0,0-3 131,0-2 0,1 4 0,2-2 0,2 2 86,1 1 0,1 2 0,0 3 0,2 1 8,0 1 0,-1 7 0,3 0 1,-2 3 272,1 2 1,0 7 0,-1 3 0,1 6 7,-1 6 0,-1 0 0,-1 4-174,0-1 1,0 2-1,-2-3 1,-2-2-1,-1-2 126,1-3 0,-1-4-195,-2-1 1,-1-6 0,0-2-211,-2-5 1,-2-6-1,3-6 1,0-3-1,2-4-106,0-4 1,0 0-1,0-4 1,3-2 240,2 1 1,2 1-1,2 3 1,1 2 52,1 2 1,1 5 0,1 1-1,-1 6 69,1 3 0,-3 4 1,1 5-1,-3 5 286,0 6 1,0 4-1,-3 5-280,2 2 0,-2 1 0,-1-1 0,-1 0-262,-2 0 0,3-2 1,-2-2-1,0-3 1,-2 0-1133,0-2 0,0-4-1246,0-2 2553,0-6 0,4-4 0,0-4 0</inkml:trace>
  <inkml:trace contextRef="#ctx0" brushRef="#br0" timeOffset="1167">377 685 9759,'-4'3'716,"1"3"0,3 2-512,0 1 0,0 5 0,3 0 1,2 3-225,1 1 1,4-1 0,-1 2 0,1-2-152,1-1 1,0-1 0,3-3-1,-2-3-177,1-4 0,-4-1 0,2-6 1,-3-4 117,-1-6 0,-1-5 0,0-7 0,-1-3 68,-3-1 0,-1 1 0,-1 1 0,0 2 618,0 0 1,0 7 192,0 3 0,1 11 0,0 7-452,2 8 0,3 3 1,-2 4-1,2 1 1,0 1-399,-2 1 0,0-5 1,2-1-1,-1 0-453,1-1 1,-1 1-1,1-3 1,-1-1-609,0-2 0,-1-5 1262,1-3 0,0-1 0,2-1 0</inkml:trace>
  <inkml:trace contextRef="#ctx0" brushRef="#br0" timeOffset="1416">667 605 7794,'-5'0'905,"1"1"-503,1 1 1,0 0 0,3 3 0,0 1-40,0 3 0,0 0 1,2 3-1,2 1-167,3 1 1,3 1 0,-1 1-1,3 2-66,-1 0 1,3 2 0,-3 0 0,0 1-32,-1-2 1,-2 0 0,-2 2 0,-1-2-26,-2-2 0,-3-4 0,0-1 0,-3-2-332,-2-1 0,-4-4 1,-1-1-1,-1 0 201,-2-3 0,2-1 0,1-2-1008,-1-3 0,3-2 0,0-3 1,1-2 1064,2-2 0,0-3 0,-2-2 0</inkml:trace>
  <inkml:trace contextRef="#ctx0" brushRef="#br0" timeOffset="1582">783 562 7794,'4'8'474,"0"1"0,0 3-126,-3 2 0,2 1 0,1 2 1,-1 3 119,0 4 0,0-2 1,-3 3-1,0-2-709,3 1 0,-2-3 0,1 1 1,-1-1-1234,-1-3 1,-3-2 1473,1-1 0,-7-4 0,1-1 0</inkml:trace>
  <inkml:trace contextRef="#ctx0" brushRef="#br0" timeOffset="1731">732 757 8389,'5'-6'131,"0"1"1,-3 1-1,3 2 1,1-2 419,3 0 1,3-3 0,4 3 0,3-1-187,2 0 1,-1 1 0,4-4-1,-1 2-1233,1 1 0,-3-1 0,-1 4 0,-1 0-1789,-3 2 2657,-4 0 0,-1 6 0,-4 2 0</inkml:trace>
  <inkml:trace contextRef="#ctx0" brushRef="#br0" timeOffset="2066">152 1112 7594,'0'-7'833,"0"0"0,0 6 0,1 4 0,2 6-463,1 6 1,4 1 0,1 5 0,0 4-285,0 3 1,-1 1 0,-1 2-1,1 1-252,-1 1 0,-1 1 0,0 1 0,-2-2-518,-1-2 0,0-6 0,-4 2 347,-2-4 337,-1-5 0,-3-3 0,0-5 0</inkml:trace>
  <inkml:trace contextRef="#ctx0" brushRef="#br0" timeOffset="2232">109 1453 6680,'0'-14'0,"0"2"0,0 2 0,1 2 0,1 1 0,3 0 671,1 0 1,2-1-1,2 2 1,2 0-293,2 1 1,1 1 0,1 0-1,2 0-766,0 1 1,-1 2 0,-1-1 0,0 1-54,-2 1 1,0-1 0,-2 0 0,-2-2 439,-2 2 0,-1 0 0,0 1 0</inkml:trace>
  <inkml:trace contextRef="#ctx0" brushRef="#br0" timeOffset="2800">341 1279 7752,'0'-4'708,"1"1"1,1 3-258,3 3 1,0 4-1,1 5 1,-1 3-226,0 2 1,2-1 0,-1 5 0,0 2-62,-1-1 1,-3 2 0,2-2-1,-1 1 13,-1-2 1,-1-4 0,-2 1-228,-1-3 0,0-2 0,-2-9 36,1-4 0,-2-4 0,2-6 0,0-2-13,-1-2 1,2-4-1,2-1 1,0-2 72,0-1 0,0 3 0,1 0 1,1 0-199,3 0 0,0 1 1,1 5-1,2 0-534,0 1 1,1 0-1,0 0 1,2 3-180,0 1 0,-2 0 0,3 2 623,-2 1 1,0 2 0,-3 2 0,0-1 240,1 0 0,-1 0 130,-3 2 0,-2 0 196,-4 0 0,-2 0 0,-3 0 0,3 3 0,0 2 193,1 4 0,2 0 0,-1 3 0,1 1-106,1 1 1,1 0 0,1 1 0,2-1-306,0 1 1,5-1-1,-2 1 1,2-1-176,2 1 1,-1-4-1,3-1 1,-1-3-54,1-2 0,-2-3 0,-2-5 0,-1-5-464,-1-6 1,-3-4 0,-1-6 263,-2-3 1,-1-1 0,0-1 0,0 1-1,0 2 493,0 4 0,-1 6 315,-2 4 1,3 10 0,-3 2-194,2 8 1,4 5 0,0 5 0,1 1-1,2 0-695,0-1 0,1 2 1,1-3-1,-1 0-332,0 1 1,0-5-1,1 1 319,-1-3 1,0 0 0,0-4 412,1-3 0,-1-2 0,0-2 0</inkml:trace>
  <inkml:trace contextRef="#ctx0" brushRef="#br0" timeOffset="3032">725 1206 7752,'0'-7'-268,"-1"3"227,-2 2 1,3 2 0,-2 2 0,4 4 863,2 3 1,3 3-1,0 4 1,1 2-396,2 0 0,-1-1 0,2 2 0,0 1-214,0 1 1,-1 1-1,1 0 1,0 0-6,-2 2 0,-2-1 0,-2 0 0,-3-3-294,-1-3 0,-2-2 0,-2-3 0,-3-2-817,-3-2 1,-4-4-1,2-2 1,-2-2 129,1-2 0,4-5 1,-2-3-1,3-2 772,2-4 0,-2 2 0,3-4 0</inkml:trace>
  <inkml:trace contextRef="#ctx0" brushRef="#br0" timeOffset="3198">841 1170 7796,'3'-4'0,"2"2"77,1 1 0,-1 1 1,-1 1-1,0 1 289,0 3 0,-2 3 0,2 3 0,0 5 254,0 1 1,-2 1-1,1 2 1,0 2-981,-1 0 1,0-1 0,-2 3 0,0-3-156,0-2 1,0-3 0,-3 1 0,-2-2 514,-4 0 0,-2-4 0,-4-1 0</inkml:trace>
  <inkml:trace contextRef="#ctx0" brushRef="#br0" timeOffset="3330">812 1373 7752,'3'-7'153,"2"0"1,2-1 0,2 1 0,1 0 342,1 0 0,2-1 1,4 0-1,3-1-360,0 0 1,3-3 0,0 2 0,0 0-614,0 0 1,-4 2 0,1-2 0,-3 3-813,-4 2 1289,-6 2 0,3 6 0,-6 1 0</inkml:trace>
  <inkml:trace contextRef="#ctx0" brushRef="#br0" timeOffset="3850">297 1880 7707,'0'-11'219,"-1"0"1,-1 5-1,-3 0 274,-1 1 1,-1 1 0,-1 0-137,1 1 1,-3 2 0,0 1-1,-1 1 1,0 2-32,0 1 0,2 5 0,-1 2 0,3 1-190,2 3 1,0 2-1,2 3-121,2-1 0,1 1 1,2 2-1,3-2 1,1 1-225,2-2 0,2-5 0,1-1 0,1-1-290,0-4 1,1-3 0,0-3 181,-1-4 1,1-3 0,-2-8 0,-1-3 180,1-5 0,-4-1 1,-2-1-1,-1-2 1,0 2 215,-1 1 1,-1 1 0,-1 5 0,2 3 519,-2 5 0,0 4-344,-1 4 0,2 7 0,2 5 0,0 2-545,1 0 1,2 3 0,0 0-106,0-1 0,0 1 0,1-1 0,-1-2-517,0 0 0,0 1 0,1-5 911,-1 1 0,-3-2 0,-1 2 0</inkml:trace>
  <inkml:trace contextRef="#ctx0" brushRef="#br0" timeOffset="4232">601 1800 7771,'-3'-7'0,"-1"2"0,-3 1 0,0 0 237,0 0 0,-1 3 0,1-2 0,-1 2 378,-2 1 0,2 1 0,-1 2 0,3 1-387,1 0 0,4 3 0,-2-1 0,2 4-125,1 1 0,1-1 0,2 1 0,4 1-146,2 2 0,3-3 0,-2 5-19,1-3 1,1 3-1,1-4 1,-2 1 0,-1 2-65,-1-1 1,-1 1-1,-1-1 1,-3 1 131,-1-1 1,-2 1 0,-1-2 0,-2-1-82,-3-2 1,0-2 0,-5-1-1,0-2-308,-3 0 1,2-3 0,0 0-1,0-1-303,3-1 1,0-3 0,1 0 0,2-1 685,3-1 0,1-2 0,1-1 0,0-2 0,3-1 0,1-3 0</inkml:trace>
  <inkml:trace contextRef="#ctx0" brushRef="#br0" timeOffset="4497">717 1742 7741,'-4'0'652,"-1"0"21,-1 0 1,2 0-1,-1 0-356,0 0 1,1 1 0,2 2 0,1 2-193,1 1 0,1 4 0,1 0 0,3 2-5,2 3 1,2-2 0,1 3 0,0 1 32,0 1 0,-2-1 0,2 1 1,-2 1-84,-1-1 1,-3-1 0,-1 2-53,-3-1 0,0-2 0,0-1 0,-3-1 0,-2-1-191,-1-1 0,-4-4 1,1 1-1,0-2-383,1-2 0,0-4 0,1 2 1,0-3-326,0 0 0,2-4 1,1-2-1,1-4 881,1-1 0,-2-1 0,0-3 0</inkml:trace>
  <inkml:trace contextRef="#ctx0" brushRef="#br0" timeOffset="4748">768 1945 7741,'7'-3'59,"1"2"0,0-2 0,0 1 423,2-1 1,1-2-1,-3 0 1,2-2-144,-1 0 1,-1 0 0,-1-1 0,1-1-250,-1-1 0,-3 1 0,-2 1 81,-1 1 1,-4 0 0,-2 0 0,-2 2 40,-3 0 0,1 3 1,-2 0-1,0 1-79,-1 1 1,4 3 0,-2 2 0,2 2-113,1 3 1,3-1 0,1 3 0,2 1-223,1 1 0,0 0 0,0 1 1,1-1-565,2 1 1,1-3 0,3-1 0,1-1-40,2-1 0,0-3 0,3-2 0,-2-1 804,0-1 0,1-5 0,0-1 0</inkml:trace>
  <inkml:trace contextRef="#ctx0" brushRef="#br0" timeOffset="5032">891 1858 8254,'0'-3'1373,"1"3"-1071,1 4 1,0 3-1,3 2 1,0 2-58,-1 0 1,2-1 0,-2 2 0,1 1-69,0 0 0,-3 2 0,2-1 1,0 1-93,-3-1 0,0-2 1,-1 0-1,0-2 137,0-1-229,0-4 0,-1-3 0,0-5 0,-3-4-194,0-5 1,3-1-1,-3-2 1,2 0-25,0-2 1,-1 3 0,3-2 0,0 0-100,0 1 1,1 2-1,1 2-118,3 0 1,2-1-1,0 3 1,0 0-1,0 1-56,1 0 1,0 1 0,1 0 0,1 0 497,1 3 0,-1-3 0,1 2 0,0-1 0,2-1 0,-2-1 0</inkml:trace>
  <inkml:trace contextRef="#ctx0" brushRef="#br0" timeOffset="5188">1072 1750 7114,'0'7'683,"0"0"0,0 1 127,0 2 0,1 2 1,2 4-1,1 3-622,0 2 1,2-1-1,-2 5 1,1 0-568,0-2 0,-1-5 1,1 4-1,-1-2-467,0-1 0,-2-5 1,-2-4-1,-1-2 846,-1-1 0,-5-3 0,-5-1 0</inkml:trace>
  <inkml:trace contextRef="#ctx0" brushRef="#br0" timeOffset="5465">1043 1967 7965,'-3'-4'401,"2"-2"0,-1 1 110,1-2 1,1 2 0,1 1-1,1-2-298,3 0 0,2-2 0,0 1 1,1 0-659,2 0 0,-2 2 0,4 0 0,1-1-278,-2 0 1,0-1 0,-2 2-1,1 1 414,-2 1 0,1-1 0,-2 3 309,0-2 0,-2 1 130,0 2 0,-3 1 182,3 1 1,-3 0-1,0 3 251,-1 0 1,-1 2 0,0 1-1,0 1 1,0 1-285,0 1 0,1-1 0,0 1 0,2 0-561,-2 1 1,2-3 0,0 0-1,-2-1-2047,0 0 1498,-1-4 1,0-3 830,0-6 0,-3-3 0,-1-6 0</inkml:trace>
  <inkml:trace contextRef="#ctx0" brushRef="#br0" timeOffset="5621">1188 1815 7590,'0'-11'-56,"0"1"1,-2 2-1,-1 1 1450,2-1-857,0 4-1019,1 1 1,0 4 481,0 1 0,0 2 0,0 4 0</inkml:trace>
  <inkml:trace contextRef="#ctx0" brushRef="#br0" timeOffset="6231">1261 1786 8023,'0'7'604,"0"0"1,0 1 0,0-1 0,0 1-159,0 2 0,0-2 1,0 2-1,0 1-163,0 1 0,2 1 0,1 3 0,1 0-187,-1 1 0,0 0 0,-1-1 0,1 0-18,1 0 0,-3-6 0,2 2 0,-2-3-342,-1-2 1,0-3-38,0-4 0,0-4 0,-1-6 1,-1-3 87,0-3 1,-3-2-1,3-4 1,-1 0 84,0 0 0,2 1 1,-1-1 115,1 0 1,2 4 0,0 0 0,2 2 0,-1 1 365,1 4 0,1 3 1,4 3-43,-1 3 1,0 4 0,0 4 0,1 3-451,-1 6 0,0 0 1,0 5-1,1 0 16,-1 1 1,0-2-1,0-1 1,1 0-829,-1-2 1,-2-4 0,-1-3-1,2-3 347,1-4 1,-3-2 0,-1-3 0,-1-5 602,1-6 0,0-1 0,-2-4 0,2-1 0,-2-1 0,0-1 0,-1 0 0,0 0 0,0 4 0,0 1 0,0 3 0,-1 1 392,-1 4 1,0 4 0,-2 3 554,-2 4 0,2 4 0,0 5 0,1 0-512,1 2 0,1 1 1,1 0-1,0 1-304,0-1 1,0 0-1,1-1-69,2-1 0,-2-1 0,4 1 0,0-2-302,-1-2 1,2-4 0,-1-2 0,2-1 0,0-3-456,0-2 1,0-4 0,0-7 535,-2 1 0,1-1 0,-2 1 0,1 2 0,0 3 319,0 1 1,2 4-1,-1 2 1,1 4 92,0 6 0,-2 3 0,5 6 0,-2 3 527,-1 3 1,1 3 0,-2 3 0,-1 0-334,-3 0 1,-1 0 0,-1-1-543,0-1 1,-3-2-1,-2-4 1,-2-3-1,-4-1-656,-3-2 1,-1-5 0,-5-4 0,-1-1-270,-2-1 1,-1-2-1,-3 0 1,-3-1 1019,-2-1 0,-7 0 0,-9 0 0</inkml:trace>
  <inkml:trace contextRef="#ctx0" brushRef="#br0" timeOffset="6832">218 2387 7682,'-8'0'1469,"1"1"-1230,0 1 1,3 0 0,1 3-1,3 0-6,0 2 1,3 1 0,2 2-1,2 5 29,3 3 1,1 4-1,3 1 1,1 2-81,-1 1 0,0-2 1,-2 0-1,-2-1-163,-2 1 0,-2-5 1,-1 0-233,-3-5 1,-2-1-1,-2-5 10,-3-1 0,-4-4 0,-1-5 0,-1-4 9,1-3 0,-2-2 0,1-4 0,1-2 1,-1-3 107,3-4 0,0 0 0,0-3 78,1-1 0,1-1 0,1 4 0,2 0 0,3 0 88,3-1 0,2 3 1,4 2-40,3 3 0,2 2 1,1 3-1,-1 4 0,0 3 86,-2 2 1,1 4 0,-4 5 0,0 4 171,-1 3 1,-3 3-1,-1 2 1,-1 2-74,-1 2 0,-1-2 1,-1 1-205,0 0 1,-3-3 0,0 0 0,0-1 0,-1-2-235,0 1 1,2-2 0,-1-1 0,1-1-2176,-1-1 0,1-2 2387,2 2 0,3-2 0,1-1 0</inkml:trace>
  <inkml:trace contextRef="#ctx0" brushRef="#br0" timeOffset="7565">420 2387 7692,'-6'5'412,"1"0"1,-1-3-1,1 3 1,-1 1 292,1 0 1,0 1-1,2 1 1,2 0-293,0 1 1,1 3-1,1 2 1,1 1-523,3-1 0,5 1 0,1 1 0,1 1-64,0-1 0,0-3 1,3-2-1,-1-2 55,1-3 0,-3-4 0,-1 0 0,-1-4-300,-1-6 1,-2-2 0,-2-5-1,-2-2 289,-2-3 1,-1 0 0,0-1 0,0 1 614,0 3 1,0 3 0,0 2-102,0 2 0,0 6 1,0 4-390,0 4 1,0 7 0,2 2 0,1 4-152,1 2 0,1-3 1,2 2-1,1-2-1032,-1 1 1,-1-2 0,0-4-1,-1-1 1187,0-4 0,-1 0 0,-2-6 0,-1-3 0,-1-6 0,0-3 0,0-3 0,0-2 0,0 2 0,0-1 0,0 2-33,0 2 566,0 3 0,1 2 1,0 5-1,2 5 156,1 4 1,1 1 0,2 4-414,-3 1 1,3 1 0,-2 0 0,1 1 0,1-1-41,-3 1 0,2-1 1,-3 0-1,-2-1-7,0-1 1,-1-3-96,0 0 0,-1-1 0,-1-4 0,-3-1-173,-2-2 1,3-5-1,-1-3 1,-1-2 12,0-3 1,1-1 0,1-3-17,1-1 1,-2 0 0,2 1 0,2-1 0,0 0-485,1-1 1,1 4-1,1-2 1,3 0-67,1 1 1,0 0 0,1 1-1,1 1 160,0 1 1,0 0-1,-1-2 1,1 2 95,2 2 1,-2 2 0,1-1 0,0-2 135,1 0 1,-5 5-1,3-1 1,-3 2 623,-1 1 131,0 3 1,-4-2 0,0 6 0,2 2 99,0 4 0,2 2 0,-3 4 0,2 0-293,2 2 1,0 2 0,4 2 0,1 2-302,-1 1 1,1-1 0,0 3 0,1 0-474,-1 0 0,0-5 0,-3 2 0,0-1-1618,-2 1 1,-2-7 2029,-3 3 0,-7-4 0,-1 3 0</inkml:trace>
  <inkml:trace contextRef="#ctx0" brushRef="#br0" timeOffset="7776">775 2554 7700,'0'-7'657,"0"-1"0,0 1-90,0 0 1,1 0-1,2-1-591,1 1 1,3 2 0,0 1 0,0 0-817,1 0 1,0 3-1,1-2 840,3 2 0,-1-2 0,-1-1 0</inkml:trace>
  <inkml:trace contextRef="#ctx0" brushRef="#br0" timeOffset="7938">855 2452 7976,'7'0'694,"1"0"1,-1 0-1,0 0 1,0-2-931,0 0 1,3-2 0,0 3 0,-1-3-343,2 0 1,-1 2-1,2-3 1,-1 0-790,-1-2 1367,-2 0 0,6-4 0,-3 0 0</inkml:trace>
  <inkml:trace contextRef="#ctx0" brushRef="#br0" timeOffset="8099">1022 2329 7700,'-3'5'244,"0"1"0,0 1 630,0 2 1,-2 2 0,2 0 0,1 4-189,-1 0 1,2 4 0,-2 2 0,3 3-468,0 2 0,2 0 0,1 1 0,1 0-554,2 0 0,0-3 1,2-2-1,-2-1-1043,-1-3 1,1-5 1377,-1-4 0,2-4 0,0-2 0</inkml:trace>
  <inkml:trace contextRef="#ctx0" brushRef="#br0" timeOffset="8247">1094 2568 7700,'7'0'4253,"-2"0"-4253,0 0 0,0 0 0,2 0 0</inkml:trace>
  <inkml:trace contextRef="#ctx0" brushRef="#br0" timeOffset="8831">384 2409 7727,'0'-4'175,"1"-3"0,2 3-181,4-3 0,1 2 1,4 1-1,0-1-333,2 1 0,-1 0 1,6 2 338,-2 0 0,4 2 0,-3 4 0</inkml:trace>
</inkml:ink>
</file>

<file path=ppt/ink/ink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6:52.202"/>
    </inkml:context>
    <inkml:brush xml:id="br0">
      <inkml:brushProperty name="width" value="0.06" units="cm"/>
      <inkml:brushProperty name="height" value="0.06" units="cm"/>
    </inkml:brush>
  </inkml:definitions>
  <inkml:trace contextRef="#ctx0" brushRef="#br0">1 112 7890,'8'-7'444,"-1"6"1,-7-8-603,0 4 0,2 4 0,1-6-63,2 0 0,2 6 0,-4-6 1,4 2-24,1 0 1,-3-7 466,5 2 0,-7 2 0,4 0 1376,0 1 1,-6 0-345,4 2 1,-3 12-777,-2 3 1,0 10 0,0 10 0,0 3 0,2 8-96,3 9 1,-4 3 0,6 7-1,-2 7-161,0 5 0,5 10 1,-3 0-1,0 0-649,-1-2 0,-1-10 0,-5 2 0,0-11-1898,0-8 0,0-19-78,0-9 0,0-30 2402,0-5 0,-6-14 0,-3-6 0</inkml:trace>
</inkml:ink>
</file>

<file path=ppt/ink/ink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6:52.559"/>
    </inkml:context>
    <inkml:brush xml:id="br0">
      <inkml:brushProperty name="width" value="0.06" units="cm"/>
      <inkml:brushProperty name="height" value="0.06" units="cm"/>
    </inkml:brush>
  </inkml:definitions>
  <inkml:trace contextRef="#ctx0" brushRef="#br0">30 196 7907,'9'-23'276,"-4"3"1,-4 3 93,-1 2 0,7-2 0,5-1 0,4-2 600,4 1 0,9 3 0,-2 2-581,1 4 0,10 3 0,-7 7 0,0 2 1,1 5-114,-2 8 1,-6 2 0,-6 8-1,-6 3-345,-7 5 0,-4 1 1,-1 6-1,-3 2-28,-7 1 0,-7 2 1,-13 1-1,-2-1 13,-3 0 0,2-5 0,-7-2 0,0-1 190,1-3 0,2-8 1,9-4-1,3-2 207,5-1 0,10-11 0,5 7-77,3-2 1,14-4 0,6 1 0,7 2-24,7 1 1,3 2-1,-1-2 1,2-1-728,3-2 1,-4 0-1,3 3 1,1-1-725,-1-2 1,-8-6 0,2 1 0,-2-4-1495,-3-1 2732,-7 0 0,9-13 0,-6-4 0</inkml:trace>
</inkml:ink>
</file>

<file path=ppt/ink/ink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6:52.836"/>
    </inkml:context>
    <inkml:brush xml:id="br0">
      <inkml:brushProperty name="width" value="0.06" units="cm"/>
      <inkml:brushProperty name="height" value="0.06" units="cm"/>
    </inkml:brush>
  </inkml:definitions>
  <inkml:trace contextRef="#ctx0" brushRef="#br0">15 376 7799,'14'7'514,"-3"1"1,-1 1-1,4-4 1,2-3-1,4-6 1,-1-4 0,-1-11 416,2-7 0,-3-3 0,1-9 1,-4-1-863,-4 1 0,-5 3 1,3-4-1,-3 3-53,-6 2 0,-6 9 1,-10 7-1,-1 6 97,-2 7 0,-5 3 0,3 6 0,0 6 220,0 10 0,1 13 1,4 7-1,0 7 27,4 8 1,8-3 0,0 12-1,3 1 0,2 2 0,2-7 0,3 2-627,5-4 1,8 2 0,4-11 0,0-7-1,1-11-1415,1-9 1,1-12 0,3-8 0,-1-10-3021,-2-12 4702,-7-14 0,11-18 0,-6-10 0</inkml:trace>
</inkml:ink>
</file>

<file path=ppt/ink/ink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6:53.002"/>
    </inkml:context>
    <inkml:brush xml:id="br0">
      <inkml:brushProperty name="width" value="0.06" units="cm"/>
      <inkml:brushProperty name="height" value="0.06" units="cm"/>
    </inkml:brush>
  </inkml:definitions>
  <inkml:trace contextRef="#ctx0" brushRef="#br0">0 1 9346,'0'15'1327,"0"6"1,0 3-595,0-1 1,0 12 0,0 2 0,0 8 0,0 9-514,0 4 0,5 2 1,0 12-1,0 2-1075,2-2 1,-4-17-1,6-3 1,-3-5-1579,-2-6 0,3-12 2433,-2-4 0,0-13 0,-5-6 0</inkml:trace>
</inkml:ink>
</file>

<file path=ppt/ink/ink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6:53.152"/>
    </inkml:context>
    <inkml:brush xml:id="br0">
      <inkml:brushProperty name="width" value="0.06" units="cm"/>
      <inkml:brushProperty name="height" value="0.06" units="cm"/>
    </inkml:brush>
  </inkml:definitions>
  <inkml:trace contextRef="#ctx0" brushRef="#br0">1 166 10657,'15'0'0,"0"0"0,0 0 0,0 0 491,0 0 0,2 0 0,1-1 0,2-4-1137,-1-5 0,4-4 0,1-1 0,1 0-1122,0 0 1,-7-5 1767,2 0 0,4-7 0,-1 4 0</inkml:trace>
</inkml:ink>
</file>

<file path=ppt/ink/ink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6:53.318"/>
    </inkml:context>
    <inkml:brush xml:id="br0">
      <inkml:brushProperty name="width" value="0.06" units="cm"/>
      <inkml:brushProperty name="height" value="0.06" units="cm"/>
    </inkml:brush>
  </inkml:definitions>
  <inkml:trace contextRef="#ctx0" brushRef="#br0">121 1 7868,'-15'2'1135,"2"3"1,1 5-253,2 3 0,0 4 1,-4 3-1,3 7-88,1 6 0,6 2 1,-2 9-1,1 6-507,0 7 0,0-4 1,5 11-1,0-3-827,0-4 0,5 2 0,1-11 0,3-3-802,2-3 1,3-17 0,1-5 1340,0-11 0,7-8 0,1-1 0</inkml:trace>
</inkml:ink>
</file>

<file path=ppt/ink/ink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6:53.469"/>
    </inkml:context>
    <inkml:brush xml:id="br0">
      <inkml:brushProperty name="width" value="0.06" units="cm"/>
      <inkml:brushProperty name="height" value="0.06" units="cm"/>
    </inkml:brush>
  </inkml:definitions>
  <inkml:trace contextRef="#ctx0" brushRef="#br0">31 1 7858,'-2'16'977,"-3"4"1,3 4 0,-3 6 0,3 3-117,2 8 0,-1-3 0,-3 14-909,-1 1 1,0 7 0,7-4 0,1-1-1,4-5-1064,2-10 0,-4-10 1,5-10-2677,1-10 3788,-4-26 0,0-9 0,-7-21 0</inkml:trace>
</inkml:ink>
</file>

<file path=ppt/ink/ink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6:53.585"/>
    </inkml:context>
    <inkml:brush xml:id="br0">
      <inkml:brushProperty name="width" value="0.06" units="cm"/>
      <inkml:brushProperty name="height" value="0.06" units="cm"/>
    </inkml:brush>
  </inkml:definitions>
  <inkml:trace contextRef="#ctx0" brushRef="#br0">31 89 7858,'0'-20'0,"0"0"514,0 2 1,-2 3 0,-3 5 43,-5 5 0,3 5 1,2 5-1078,3 5 1,2 3 0,0 2-1,2 0-1376,3 0 1895,-3 0 0,11 1 0,-4-1 0</inkml:trace>
</inkml:ink>
</file>

<file path=ppt/ink/ink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6:53.917"/>
    </inkml:context>
    <inkml:brush xml:id="br0">
      <inkml:brushProperty name="width" value="0.06" units="cm"/>
      <inkml:brushProperty name="height" value="0.06" units="cm"/>
    </inkml:brush>
  </inkml:definitions>
  <inkml:trace contextRef="#ctx0" brushRef="#br0">0 105 7824,'0'15'843,"0"0"0,0 1-320,0 4 1,0-3 0,0 3 0,0-1 100,0 1 0,0 3 0,2 6 0,1-3-101,2-1 0,5-1 0,-3 1-386,1-5 1,-3 2-1,4-2 1,-1-4-258,0-4 91,-4-5 1,2-16 0,-6-6 0,0-10 0,2-8-243,3-7 0,-3-5 0,4-2 1,-1 0 104,0 4 0,5 6 0,-3 0 1,0 3 500,-1 6 1,5 8-1,-5 2 1,3 6 111,2 7 0,-2 10 0,1 7-315,1 6 1,-2 12 0,-1 10 0,0 5 0,-1 4-521,0 1 1,3 2-1,-3-5 1,-1-1-799,1-2 1,5-14 0,-2-3 0,3-9 75,2-9 1,-5-14 0,0-11 0,2-10 1109,1-13 0,2-1 0,0-12 0</inkml:trace>
</inkml:ink>
</file>

<file path=ppt/ink/ink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6:54.201"/>
    </inkml:context>
    <inkml:brush xml:id="br0">
      <inkml:brushProperty name="width" value="0.06" units="cm"/>
      <inkml:brushProperty name="height" value="0.06" units="cm"/>
    </inkml:brush>
  </inkml:definitions>
  <inkml:trace contextRef="#ctx0" brushRef="#br0">121 29 7824,'0'-15'2172,"-2"7"-1118,-3 3 1,-4 6 0,-4 8 0,1 7-428,2 6 0,5 0 0,-3 5 0,0 3-39,-1 2 0,6-9 0,-2 5-635,3-4 0,4 1 1,3-7-1,7-4-689,6-8 0,0-4 0,6-4 181,-2-3 0,3-8 1,-4-7-1,1 0 0,2 1 263,-1 4 0,2-1 0,3 11 1,-1 3 650,-2 5 0,-5 14 1,4 13 128,-3 9 0,-2 6 0,-7 7 0,-4 4 0,-1 8 401,-4 4 0,-1-6 1,-4 10-1,-3-5-588,-5-3 0,-8-11 1,-4 4-1,-2-9-203,-2-9 1,-9-12 0,-4-9 0,-1-5-1995,0-3 1,1-6 0,-2-1 1895,0-6 0,1-12 0,-5-9 0</inkml:trace>
</inkml:ink>
</file>

<file path=ppt/ink/ink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6:54.720"/>
    </inkml:context>
    <inkml:brush xml:id="br0">
      <inkml:brushProperty name="width" value="0.06" units="cm"/>
      <inkml:brushProperty name="height" value="0.06" units="cm"/>
    </inkml:brush>
  </inkml:definitions>
  <inkml:trace contextRef="#ctx0" brushRef="#br0">1 6 8034,'0'-5'1503,"0"10"1,1 13 0,4 20-1269,5 8 1,5 14 0,4 3 0,1 8-216,-2 5 0,-1 11 0,-2-5 0,-2-6 0,-1-8-685,-2-9 1,-7-18 0,1-12-4199,-8-6 4863,-4-9 0,-14-14 0,-1-9 0</inkml:trace>
</inkml:ink>
</file>

<file path=ppt/ink/ink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6:54.951"/>
    </inkml:context>
    <inkml:brush xml:id="br0">
      <inkml:brushProperty name="width" value="0.06" units="cm"/>
      <inkml:brushProperty name="height" value="0.06" units="cm"/>
    </inkml:brush>
  </inkml:definitions>
  <inkml:trace contextRef="#ctx0" brushRef="#br0">1 151 8049,'15'-30'122,"0"6"0,0 4-71,0 3 1,2-3 0,3 2 0,3 5 0,1 6 552,-4 5 0,-2 2 1,-1 4-1,0 6-140,-4 10 1,-8 8-1,0 6 1,-5 4 122,-5 5 0,-3-1 1,-7 7-1,-1-6-661,1-3 1,0-5-1,-1 4 1,-3-1-218,-1 1 0,2-11 0,6 1 0,4-6-512,1-5-543,-5-1 0,17-10 0,0-7 0,7-8 1346,3-6 0,7-14 0,1-4 0</inkml:trace>
</inkml:ink>
</file>

<file path=ppt/ink/ink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6:55.250"/>
    </inkml:context>
    <inkml:brush xml:id="br0">
      <inkml:brushProperty name="width" value="0.06" units="cm"/>
      <inkml:brushProperty name="height" value="0.06" units="cm"/>
    </inkml:brush>
  </inkml:definitions>
  <inkml:trace contextRef="#ctx0" brushRef="#br0">76 83 7948,'-2'-15'314,"-1"0"1,-4 1 913,-1 4 1,3-1 0,-5 6-571,-2 1 0,4 9 0,-1 5 1,3 5-291,2 5 1,3 4 0,1 8 0,0 3-123,0 5 0,6-2 0,4 1 0,4-2-178,1-4 1,0-1-1,0-2-249,0 0 1,5-3-1,0-6 1,-2-7 0,-1-6-220,-2-5 0,0-4 0,0-11 0,-1-13 96,-4-12 1,-2-8-1,-5-5 192,2-5 1,0-2 0,-5 2 0,0 6 0,0 7 1061,0 7-728,0 10 1,0 12 0,0 13 0,0 10 0,2 10-239,3 10 0,-1 0 1,6 7-1,0-2-115,-2 0 1,4 5 0,-6-5-947,3-1 1,-1-4-1,4-5 1,-4-5 0,0-3 1076,1-2 0,-6-7 0,4-1 0</inkml:trace>
</inkml:ink>
</file>

<file path=ppt/ink/ink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6:55.518"/>
    </inkml:context>
    <inkml:brush xml:id="br0">
      <inkml:brushProperty name="width" value="0.06" units="cm"/>
      <inkml:brushProperty name="height" value="0.06" units="cm"/>
    </inkml:brush>
  </inkml:definitions>
  <inkml:trace contextRef="#ctx0" brushRef="#br0">0 211 7948,'0'-9'1807,"2"3"1,3 7-1023,5 4 0,-2 10 0,2 11-417,2 2 0,1 9 0,2 3 0,-1 5 0,-3 5 47,0 5 0,-8-1 1,2-1-1,-3-1 41,-2-3 1,0-9-1,0-7 559,0-6-1013,0-12 0,0-23 1,0-16-1,0-11-125,0-8 1,1-1 0,3-11 0,2-2-641,3-1 0,-1 3 1,4 1-1,-2 2-242,1 4 1,-1 6 0,2 5 86,0 5 1,5 1 0,-7 9 0,3 0 0,4-1-1827,3-1 2744,-4 6 0,13-4 0,-6 7 0</inkml:trace>
</inkml:ink>
</file>

<file path=ppt/ink/ink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6:55.667"/>
    </inkml:context>
    <inkml:brush xml:id="br0">
      <inkml:brushProperty name="width" value="0.06" units="cm"/>
      <inkml:brushProperty name="height" value="0.06" units="cm"/>
    </inkml:brush>
  </inkml:definitions>
  <inkml:trace contextRef="#ctx0" brushRef="#br0">76 1 7866,'0'25'-5,"-2"0"0,-1 1 578,-2 3 1,-2 8 0,4 1 0,-2 2 722,1 0 1,3 7-1,1 7 1,0 3-1055,0 3 0,0-2 0,0 11-633,0-2 1,0-2 0,-2-5 0,-1-3-1,-2-7-1769,1-10 2160,-4-13 0,0-5 0,-7-7 0</inkml:trace>
</inkml:ink>
</file>

<file path=ppt/ink/ink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6:55.801"/>
    </inkml:context>
    <inkml:brush xml:id="br0">
      <inkml:brushProperty name="width" value="0.06" units="cm"/>
      <inkml:brushProperty name="height" value="0.06" units="cm"/>
    </inkml:brush>
  </inkml:definitions>
  <inkml:trace contextRef="#ctx0" brushRef="#br0">1 166 7849,'8'-15'0,"4"0"0,-6 0 0,3 0 497,2 0 0,3 0 0,1 0 0,0 0 366,0 0 0,2 5 0,1 2 1,4 1-794,1 4 1,-3 1-1,4 2 1,-3 0-71,-2 0 0,4 0 0,1 0 0</inkml:trace>
</inkml:ink>
</file>

<file path=ppt/ink/ink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6:55.935"/>
    </inkml:context>
    <inkml:brush xml:id="br0">
      <inkml:brushProperty name="width" value="0.06" units="cm"/>
      <inkml:brushProperty name="height" value="0.06" units="cm"/>
    </inkml:brush>
  </inkml:definitions>
  <inkml:trace contextRef="#ctx0" brushRef="#br0">1 1 7827,'1'15'1496,"4"0"1,-1-7-1865,6-3 0,0-3 0,6-2 1,3 0-575,1 0 0,2-2 942,-2-3 0,3-3 0,7-7 0</inkml:trace>
</inkml:ink>
</file>

<file path=ppt/ink/ink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6:56.103"/>
    </inkml:context>
    <inkml:brush xml:id="br0">
      <inkml:brushProperty name="width" value="0.06" units="cm"/>
      <inkml:brushProperty name="height" value="0.06" units="cm"/>
    </inkml:brush>
  </inkml:definitions>
  <inkml:trace contextRef="#ctx0" brushRef="#br0">136 0 8414,'-9'7'501,"-2"-4"1,4 7-1,-1 4-7,-4 4 1,3 2-1,1 10 1,0 7 547,-1 5 1,6 10 0,-4 3 0,2 7-1001,0 8 0,0-3 1,5 11-1,0-1-859,0-5 0,0-8 1,0-12-1,-1-2-1192,-4-2 2009,3-18 0,-11 19 0,4-17 0</inkml:trace>
</inkml:ink>
</file>

<file path=ppt/ink/ink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6:56.650"/>
    </inkml:context>
    <inkml:brush xml:id="br0">
      <inkml:brushProperty name="width" value="0.06" units="cm"/>
      <inkml:brushProperty name="height" value="0.06" units="cm"/>
    </inkml:brush>
  </inkml:definitions>
  <inkml:trace contextRef="#ctx0" brushRef="#br0">60 31 7753,'5'-10'456,"2"2"-219,1 1 1,-3 2-1,4 7 1,-1 3-1,0 8 201,4 10 0,3 6 1,4 14-1,1 7-100,-2 7 0,-3 3 0,-5 12 0,-5 2-117,-3-2 0,-2-12 0,-2-3 1,-3-7-242,-5-7 1,-10-14-1,-3-6 1,-2-9-1737,-1-9 1,6-12 0,-3-10 1755,1-11 0,-5-16 0,4-9 0</inkml:trace>
</inkml:ink>
</file>

<file path=ppt/ink/ink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6:56.767"/>
    </inkml:context>
    <inkml:brush xml:id="br0">
      <inkml:brushProperty name="width" value="0.06" units="cm"/>
      <inkml:brushProperty name="height" value="0.06" units="cm"/>
    </inkml:brush>
  </inkml:definitions>
  <inkml:trace contextRef="#ctx0" brushRef="#br0">0 76 7753,'10'-20'199,"0"-1"0,-5 6 0,5 7-464,2 1 0,1 2 0,3 5 0,-1 2-173,0 3 1,1 5-1,3 8 438,1 3 0,7 5 0,-4-2 0</inkml:trace>
</inkml:ink>
</file>

<file path=ppt/ink/ink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6:57.067"/>
    </inkml:context>
    <inkml:brush xml:id="br0">
      <inkml:brushProperty name="width" value="0.06" units="cm"/>
      <inkml:brushProperty name="height" value="0.06" units="cm"/>
    </inkml:brush>
  </inkml:definitions>
  <inkml:trace contextRef="#ctx0" brushRef="#br0">91 1 7753,'-14'1'0,"2"4"481,2 5 1,0 4-1,-3 2 1,1 4 326,2 6 1,7 4 0,-2 3-1,3 4-525,2 1 0,9 2 1,4 4-1,7-2-383,3-2 0,-1-5 0,5 3 0,1-1-84,-1-3 1,0-14-1,3-7 1,0-6-103,0-9 1,0-8 0,-1-13-1,-4-9-48,-5-5 0,-3-5 0,-4-6 1,-3-2 331,-5 1 0,-2 7 1,1 6-1,1 2 490,-2 6 1,-1 8-1,-4 1-143,-3 8 1,-2 7-1,-3 13 1,5 7-286,4 6 1,1 5-1,0 6-595,0 2 0,0 5 1,0-4-1,1-3 1,4-1-1541,5-2 0,4-12 2075,1-3 0,6-10 0,3 2 0</inkml:trace>
</inkml:ink>
</file>

<file path=ppt/ink/ink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6:57.250"/>
    </inkml:context>
    <inkml:brush xml:id="br0">
      <inkml:brushProperty name="width" value="0.06" units="cm"/>
      <inkml:brushProperty name="height" value="0.06" units="cm"/>
    </inkml:brush>
  </inkml:definitions>
  <inkml:trace contextRef="#ctx0" brushRef="#br0">106 1 8953,'9'15'749,"2"-5"0,-4 1 1,1 5-304,4 2 1,-4 10 0,2 1 0,2 8-82,2 6 0,-4 1 1,-2 9-272,-1-1 0,-2-2 1,-5-3-1,-2 0-455,-3-2 0,-3-5 0,-9-13 0,-2-6 0,-2-2-1072,-3-6 0,1-8 1,-4-1 317,2-8 1115,7-4 0,-4-14 0,7-1 0</inkml:trace>
</inkml:ink>
</file>

<file path=ppt/ink/ink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6:57.402"/>
    </inkml:context>
    <inkml:brush xml:id="br0">
      <inkml:brushProperty name="width" value="0.06" units="cm"/>
      <inkml:brushProperty name="height" value="0.06" units="cm"/>
    </inkml:brush>
  </inkml:definitions>
  <inkml:trace contextRef="#ctx0" brushRef="#br0">0 0 7807,'15'0'921,"-2"7"0,-1 5 0,-2 8-276,2 10 0,-4 3 0,1 13 0,-3 5-565,-2 6 0,2 5 0,-1 0 0,-1 1-593,-3 1 0,-1-14 1,0 0-1,0-11 601,0-7-88,-6-9 0,-9-1 0,-9-7 0</inkml:trace>
</inkml:ink>
</file>

<file path=ppt/ink/ink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6:57.517"/>
    </inkml:context>
    <inkml:brush xml:id="br0">
      <inkml:brushProperty name="width" value="0.06" units="cm"/>
      <inkml:brushProperty name="height" value="0.06" units="cm"/>
    </inkml:brush>
  </inkml:definitions>
  <inkml:trace contextRef="#ctx0" brushRef="#br0">1 212 7807,'7'-14'2948,"3"3"-2301,3 1 1,2 4 0,2-4 0,4 0-619,10 2 1,2-5-1,10 3 1,6-4-1478,3-1 0,3-7 1448,5-3 0,-6 4 0,-2-1 0</inkml:trace>
</inkml:ink>
</file>

<file path=ppt/ink/ink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6:58.419"/>
    </inkml:context>
    <inkml:brush xml:id="br0">
      <inkml:brushProperty name="width" value="0.06" units="cm"/>
      <inkml:brushProperty name="height" value="0.06" units="cm"/>
    </inkml:brush>
  </inkml:definitions>
  <inkml:trace contextRef="#ctx0" brushRef="#br0">0 23 7217,'0'-15'2120,"0"8"1,0 9-1671,0 11 1,0 10 0,0 12-1,0 7-147,0 7 1,2-1 0,1 7-224,2 2 0,0 0 0,-5-2 0,0-5 1,0-4-114,0-6 1,0-10 0,0-10-409,0-3 1,0-11 268,0-6 0,5-13 1,2-14-1,1-6 1,4-9 89,1-7 0,2 1 0,0-6 1,2 1 104,3-1 0,-3 6 0,5-1 200,-1 8 1,-4 1 0,5 9 0,-2 8 0,0 6 242,-2 7 0,-6 5 1,-2 12-1,0 10-45,-2 11 0,4 4 1,-7 8-521,-1 2 1,2 6 0,-1 4-1,-1 0 1,-3 0-419,-1-4 1,0-4-1,0-4 0,0-2-2213,0-6 0,0-10 2110,0-2 0,0-17 1,0-9-1,2-11 620,3-8 0,-3-5 0,4-4 0,1-1 0,3 2 0,5 1 0,3 3 0,2 4 238,-1 5 1,-1 5 0,1 4-1,2 2 540,3 2 0,1 1 0,3 2 0,-1-1 166,-2 2 1,0-5-1,4-2-610,-4-4 0,1-1 0,-5-1 0,-3-3 0,-3-3-225,-5-1 1,-3 5 0,-7-2 0,-2 1 16,-3-1 0,-3 8 0,-9-1 0,-3 5-93,-5 4 1,1 11-1,1 6 1,0 9 14,-1 7 0,6-3 0,-2 11 0,3-2-49,2 0 0,0 7 0,2-3 1,2 1-315,6 0 0,4-7 0,2 2-669,4-3 1,4-3 0,8-3-1,3-4-441,5-5 0,3-6 0,4-11 1425,3 0 0,-3-13 0,5-4 0</inkml:trace>
</inkml:ink>
</file>

<file path=ppt/ink/ink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6:58.683"/>
    </inkml:context>
    <inkml:brush xml:id="br0">
      <inkml:brushProperty name="width" value="0.06" units="cm"/>
      <inkml:brushProperty name="height" value="0.06" units="cm"/>
    </inkml:brush>
  </inkml:definitions>
  <inkml:trace contextRef="#ctx0" brushRef="#br0">0 359 7892,'10'0'1002,"0"-2"-266,2-3 0,2 2 0,1-7-167,0-2 0,0-3 1,0-5-383,0-5 0,0-4 0,-2-3 0,-3-1 0,-5-2-128,-3 1 1,-2 8 0,-2 2 227,-3 3 0,-3 2 1,-7 9-1,0 7 16,0 6 1,0 12 0,0 10 0,0 5 0,0 5 50,-1 6 1,8 7 0,3 2 0,3 0-425,2 2 1,0-5-1,0 3 1,2-3-650,3-2 0,5-11 1,9-6-288,1-5 1,6-9 0,-1-11 0,4-8 0,1-12-326,0-11 1,0-14 0,-1-10 1330,-4-1 0,3-9 0,-5-7 0</inkml:trace>
</inkml:ink>
</file>

<file path=ppt/ink/ink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6:58.965"/>
    </inkml:context>
    <inkml:brush xml:id="br0">
      <inkml:brushProperty name="width" value="0.06" units="cm"/>
      <inkml:brushProperty name="height" value="0.06" units="cm"/>
    </inkml:brush>
  </inkml:definitions>
  <inkml:trace contextRef="#ctx0" brushRef="#br0">151 83 7892,'0'-29'234,"0"4"742,0 5 1,0 12 0,0 9-208,0 13 1,1 4 0,4 11 0,5 2-339,4 1 1,1 5 0,0-2 0,1 0-388,5 2 1,-10-5-1,4 3-96,-1-3 1,-8-9 0,1-1-1,-2-2-385,0 0 0,-8-5 1,-11-7 66,-4-1 1,-9-2-1,2-3 1,-3 3-1,-2 5 347,0 3 1,-1 2-1,3 0 1,3 0-13,5 0 0,5 5 0,5 2 0,5 1 667,3 4 1,5-3 0,6-1 0,8-3-284,4-7 0,3 1 1,2-9-1,-1-2-442,2-1 0,2-9 1,-1-4-1,-1-8-911,-2-6 0,-5-5 0,3-5 0,-1-5-190,-3-4 1,-8 2 0,-2 1 1193,-3-1 0,6-5 0,-4 9 0</inkml:trace>
</inkml:ink>
</file>

<file path=ppt/ink/ink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6:59.433"/>
    </inkml:context>
    <inkml:brush xml:id="br0">
      <inkml:brushProperty name="width" value="0.06" units="cm"/>
      <inkml:brushProperty name="height" value="0.06" units="cm"/>
    </inkml:brush>
  </inkml:definitions>
  <inkml:trace contextRef="#ctx0" brushRef="#br0">0 20 7892,'0'-10'942,"0"0"0,0 10 1,0 3-695,0 11 0,0 18 0,2 6 0,3 12 155,5 10 1,2 9 0,-1-1 0,-1 3 0,2 4-571,2 2 0,-4-9 0,-2 3 1,-1-11-1179,-4-12 0,-1-16-1318,-2-2 2663,6-17 0,-4-13 0,5-16 0</inkml:trace>
</inkml:ink>
</file>

<file path=ppt/ink/ink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6:59.650"/>
    </inkml:context>
    <inkml:brush xml:id="br0">
      <inkml:brushProperty name="width" value="0.06" units="cm"/>
      <inkml:brushProperty name="height" value="0.06" units="cm"/>
    </inkml:brush>
  </inkml:definitions>
  <inkml:trace contextRef="#ctx0" brushRef="#br0">39 121 7892,'6'-17'101,"-2"-6"0,6 11 0,2 0 1,1-1 454,2-1 1,0 4 0,0 2-1,0 1 182,0 4 0,0 1-357,0 2 0,-1 7 0,-4 3 0,-5 3-20,-4 2 0,-7 6 0,-4 0 0,-5 3-442,-5 2 0,3 1 1,-3 0-1,1-2-765,-1 2 0,4-4 0,-4 1-1241,3-3 0,2-1 84,0-5 2003,6-6 0,9-9 0,9-9 0</inkml:trace>
</inkml:ink>
</file>

<file path=ppt/ink/ink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7:00.133"/>
    </inkml:context>
    <inkml:brush xml:id="br0">
      <inkml:brushProperty name="width" value="0.06" units="cm"/>
      <inkml:brushProperty name="height" value="0.06" units="cm"/>
    </inkml:brush>
  </inkml:definitions>
  <inkml:trace contextRef="#ctx0" brushRef="#br0">1 15 7892,'15'-8'215,"-5"1"1,0 7-1,1 0 53,3 0 0,-4 5 1,0 2-1,0 1 615,-2 4 0,1 3 0,-6 4 0,2 2-356,-2 3 1,-1 1 0,-2 5-259,0 0 0,-7 5 0,-1 0 1,-2-3-1,0-4-89,-2-2 1,0-8-1,1 2 1,2-3 283,3-2 1,-6-7-334,2-3 0,3-5 0,2-5 1,4-7-100,1-6 1,0 0 0,1-6-205,4 2 1,-1-3 0,6 4 0,1-1 0,3 0-268,1 4 1,0 1 0,0 2-1,2 0-1173,3 0 1,-2 5 0,7 0 0,4 0 1068,4 1 0,0-4 0,6 5 0,-2-2 241,-4 0 1,-1 5 0,-4-4 0,-3 3 301,-5 2 0,-4 4 0,-6 5 0,-5 5 355,-4 4 0,-7 7 0,-4 5 0,-4 4 851,-1 5 1,2-2 0,1 6 0,4 1-570,1 3 0,2-8 0,5 5 1,2-6-437,3-4 0,3-8 0,9-7 0,1-9-15,2-4 1,5-9 0,-5-4 0,0-9-251,2-10 1,-10-6 0,1-5 96,-4 1 1,-4 1 0,-5-1-1,0 7 1,-2 4 53,-3 4 0,-2 7 0,-6-1 0,-1 8-17,-2 6 0,-3 3-636,4 2 0,2 7 0,1 3 0,4 3 0,1 4-5389,4 3 5955,8-4 0,3 6 0,7-7 0</inkml:trace>
</inkml:ink>
</file>

<file path=ppt/ink/ink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7:00.449"/>
    </inkml:context>
    <inkml:brush xml:id="br0">
      <inkml:brushProperty name="width" value="0.06" units="cm"/>
      <inkml:brushProperty name="height" value="0.06" units="cm"/>
    </inkml:brush>
  </inkml:definitions>
  <inkml:trace contextRef="#ctx0" brushRef="#br0">181 1 8242,'-15'0'615,"0"0"1,0 0-14,0 0 0,-1 1 1,1 3-1,0 2-74,0 3 1,0 1 0,2 5 233,3 0 0,-2 8 1,7 7-1,2 9 1,1 6-399,2 5 0,7-2 0,3 6-256,3-2 1,2-4 0,0-8 0,2-6-226,3-7 1,-1-7-1,6-10 1,0-7-451,-2-6 1,-1-9 0,-7-11 0,0-9-1,-2-7 109,-3-7 0,-3-1 0,-7-5 0,0 2 396,0 1 0,0 11 0,-2-4 1,-3 7 99,-5 6 0,2 9 0,-2 2-539,-2 6 0,-1 1-1013,-2 6 0,6 6 0,6 8-483,6-1 1997,6 5 0,12-4 0,3 6 0</inkml:trace>
</inkml:ink>
</file>

<file path=ppt/ink/ink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7:00.649"/>
    </inkml:context>
    <inkml:brush xml:id="br0">
      <inkml:brushProperty name="width" value="0.06" units="cm"/>
      <inkml:brushProperty name="height" value="0.06" units="cm"/>
    </inkml:brush>
  </inkml:definitions>
  <inkml:trace contextRef="#ctx0" brushRef="#br0">106 1 7892,'-15'0'1015,"0"2"1,0 1 0,2 4 0,1 3-573,2 6 1,2 3-1,-2 11 1,4 7 258,5 4 1,1 11 0,0 2-407,0-1 0,0 9 1,1-5-1,3-2 1,3 0-1177,1-1 1,-3-11-1,3-1 1,1-7-549,-1-6 0,-5-9 1428,2 0 0,-16-4 0,-6 0 0</inkml:trace>
</inkml:ink>
</file>

<file path=ppt/ink/ink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7:00.766"/>
    </inkml:context>
    <inkml:brush xml:id="br0">
      <inkml:brushProperty name="width" value="0.06" units="cm"/>
      <inkml:brushProperty name="height" value="0.06" units="cm"/>
    </inkml:brush>
  </inkml:definitions>
  <inkml:trace contextRef="#ctx0" brushRef="#br0">1 106 9284,'8'-9'2241,"5"3"1,9 1-2327,6 0 1,1-7 0,11 2-1,3-2 85,6 2 0,-2-10 0,5 3 0</inkml:trace>
</inkml:ink>
</file>

<file path=ppt/ink/ink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7:01.382"/>
    </inkml:context>
    <inkml:brush xml:id="br0">
      <inkml:brushProperty name="width" value="0.06" units="cm"/>
      <inkml:brushProperty name="height" value="0.06" units="cm"/>
    </inkml:brush>
  </inkml:definitions>
  <inkml:trace contextRef="#ctx0" brushRef="#br0">287 149 7892,'-22'-33'236,"-3"3"1,-2 3 0,0 12-1,4 2 1,-1 1 245,1 2 0,5 7 0,-2-2 1,3 5-186,2 5 1,0 10 0,1 11-1,4 8-64,5 6 1,4 7 0,2 5-141,4 3 0,4 12 0,6-6 0,0 3 0,0 1-542,0-1 0,5-9 0,0 7 0,0-2-398,2-3 1,-5-12 0,1-3 0,-5-7 192,-3-7 1,-6-8 0,-1-1 653,-6-8 0,-6-11 0,-6-8 0</inkml:trace>
</inkml:ink>
</file>

<file path=ppt/ink/ink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7:01.499"/>
    </inkml:context>
    <inkml:brush xml:id="br0">
      <inkml:brushProperty name="width" value="0.06" units="cm"/>
      <inkml:brushProperty name="height" value="0.06" units="cm"/>
    </inkml:brush>
  </inkml:definitions>
  <inkml:trace contextRef="#ctx0" brushRef="#br0">1 136 7987,'0'-20'0,"0"0"266,0 1 0,0 8 0,1 2-123,4 3 0,4-1 0,7 4 0,3-2-528,1 1 0,5 3 0,-3 1 0,1 0-114,4 0 0,1 0 0,1-2 499,-4-3 0,10-3 0,-3-7 0</inkml:trace>
</inkml:ink>
</file>

<file path=ppt/ink/ink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7:01.916"/>
    </inkml:context>
    <inkml:brush xml:id="br0">
      <inkml:brushProperty name="width" value="0.06" units="cm"/>
      <inkml:brushProperty name="height" value="0.06" units="cm"/>
    </inkml:brush>
  </inkml:definitions>
  <inkml:trace contextRef="#ctx0" brushRef="#br0">76 107 7892,'0'15'62,"0"0"0,0 1 240,0-1 1,-5 0 0,-2 0 0,1 1 41,-1 4 0,0-1 0,4 4 0,-4 1-149,-1-1 0,5-3 0,-4 4 0,2-1-76,0 0 1,0-9 0,5 1-47,0-2 1,1-8-116,4-5 1,-1-8-1,6-11 1,3-2 67,6-3 1,-3 4 0,4-5-1,-1 0-551,1 2 0,-2-6 0,7 6 1,2-2-164,1 0 0,-2 0 0,-3-6 368,-1 1 1,1 7-1,-4 1 1,-4 2 738,-2 0 0,-3 3 208,-10 12 0,-7 9 0,-1 16 0,-2 5 16,0 3 1,1 2-1,-1 0 1,5 1-366,4-1 1,1-2-1,0-3 1,0-3-214,0 0 1,6-11 0,4 3-166,4-6 0,1-3 1,0-5-1,0-2 7,0-3 1,-5-3 0,-2-7-1,-1 0 1,-4 0-23,-1 0 1,-2-5-1,-2 0 1,-3 1-229,-5 3 1,2 6-1,-2 1 1,0 1-714,2 0 0,-4 2 1,5-2-806,-1 1 1861,5 2 0,-11-1 0,6-3 0</inkml:trace>
</inkml:ink>
</file>

<file path=ppt/ink/ink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7:02.366"/>
    </inkml:context>
    <inkml:brush xml:id="br0">
      <inkml:brushProperty name="width" value="0.06" units="cm"/>
      <inkml:brushProperty name="height" value="0.06" units="cm"/>
    </inkml:brush>
  </inkml:definitions>
  <inkml:trace contextRef="#ctx0" brushRef="#br0">0 44 7892,'5'10'545,"0"0"0,0 0 0,-5 5 0,0 2 186,0 3 0,0-2 1,0 7-1,0 4-452,0 4 0,0-1 0,0 3 1,0-1-205,0 1 1,0-4 0,0 3 0,2-6-227,3-3 1,-1-8 0,4 0-175,-1-5 0,3-11 0,-4-1 1,3-10 82,2-8 1,-2-7 0,1-10 0,1-5 5,3-4 1,1-1-1,0 0 190,0 0 1,0 6-1,0 4 1,0 3-1,0 4 327,0 3 0,2 3 0,3 9-78,5 3 1,-8 6 0,-2 13-1,-3 9 26,-4 9 1,0 1 0,-4 11-1,1-3-20,-2-2 1,-1 3 0,-2-2-110,0-2 0,0-1 1,0-4-1,0-3-502,0-4 1,0-15 134,0-11 1,0-10 0,1-17 0,4-3 56,5-5 0,-1-3 0,1-1 1,3 2 130,6 2 1,-6 7-1,4-1 1,-1 8 207,1 6 1,-4 10-1,7 5 1,-3 5 108,-2 5 1,0 10-1,0 11-231,0 8 0,-5-1 0,0 6 0,0-2 1,1-2-316,-1 1 1,-5-4-1,3 3 1,0-5-2660,1-5 2967,-6-3 0,10-7 0,-4 0 0</inkml:trace>
</inkml:ink>
</file>

<file path=ppt/ink/ink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7:03.013"/>
    </inkml:context>
    <inkml:brush xml:id="br0">
      <inkml:brushProperty name="width" value="0.06" units="cm"/>
      <inkml:brushProperty name="height" value="0.06" units="cm"/>
    </inkml:brush>
  </inkml:definitions>
  <inkml:trace contextRef="#ctx0" brushRef="#br0">238 112 8564,'-15'-13'0,"-1"1"290,-4 2 0,3 5 0,-5-3 1,2 1 33,0 4 1,0 3 0,5 6 0,0 9 9,0 9 0,1 11 1,4 3-1,4 4-143,-1 3 1,5 2-1,-1 8 1,6-5-242,7-3 1,5-13 0,4-6-1,3-5-307,1-4 1,2-9 0,3-7 0,-1-9 164,-2-15 1,-1-5-1,2-18 1,0-4 93,0-4 0,-7-3 0,-1-5 0,0 1 316,-1 4 1,-7 8-1,-5 10 1,-3 6 372,-2 7 0,0 14 0,-2 12-367,-3 11 0,4 11 1,-4 11-1,3 5-203,2 3 1,0-3 0,0-1 0,0-1-749,0 1 1,7-6-1,4 1 1,6-8 726,3-6 0,7-3 0,-4-2 0</inkml:trace>
</inkml:ink>
</file>

<file path=ppt/ink/ink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7:03.380"/>
    </inkml:context>
    <inkml:brush xml:id="br0">
      <inkml:brushProperty name="width" value="0.06" units="cm"/>
      <inkml:brushProperty name="height" value="0.06" units="cm"/>
    </inkml:brush>
  </inkml:definitions>
  <inkml:trace contextRef="#ctx0" brushRef="#br0">317 76 8222,'-2'-14'0,"-3"3"337,-5 1 1,-4 1 0,-1-2 0,0 2 149,0 3 0,-5 1 0,0 6 1,2 4-210,1 5 0,2 4 1,0 2-1,2 4-79,3 6 1,3 2 0,7 2 0,2 2-178,3 3 1,3-2 0,9 6-1,1-1-191,2 1 1,5-4-1,-5 3 1,-3 1 93,-5-1 1,-1-4 0,-6 1 0,-1-2 92,-3 2 1,-9-8-1,-7 1 1,-8-2-15,-6-3 0,-1-10 0,2 1 1,1-6-507,2-5 0,1-1 0,-1-2 0,7-2-334,6-3 1,6-3-1,7-7 1,4-2-564,5-3 1399,10-3 0,4-14 0,6-1 0</inkml:trace>
</inkml:ink>
</file>

<file path=ppt/ink/ink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7:03.614"/>
    </inkml:context>
    <inkml:brush xml:id="br0">
      <inkml:brushProperty name="width" value="0.06" units="cm"/>
      <inkml:brushProperty name="height" value="0.06" units="cm"/>
    </inkml:brush>
  </inkml:definitions>
  <inkml:trace contextRef="#ctx0" brushRef="#br0">181 44 8222,'-7'-14'817,"-3"3"472,-3 1 0,3 6-912,0-1 0,7 5 0,-2 5 0,5 7-308,5 6 0,3 7 0,7 9 0,0 3 7,0 1 1,-1 2 0,-3 5-1,-1 0 129,2 1 0,-5 0 0,-2 5 1,-4 2-107,-1 1 0,-8-1 1,-5-6-1,-9 0-91,-7-4 1,6-8 0,-9-1 0,2-8-1094,3-5 1,7-11-126,0-5 1,10-5-1,5-5 1210,4-5 0,7-11 0,3-2 0</inkml:trace>
</inkml:ink>
</file>

<file path=ppt/ink/ink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7:03.864"/>
    </inkml:context>
    <inkml:brush xml:id="br0">
      <inkml:brushProperty name="width" value="0.06" units="cm"/>
      <inkml:brushProperty name="height" value="0.06" units="cm"/>
    </inkml:brush>
  </inkml:definitions>
  <inkml:trace contextRef="#ctx0" brushRef="#br0">1 330 8222,'20'-7'0,"2"-3"121,1-3 0,-1 3 0,4 0 0,3-2 358,-2-1 0,-1-4 1,3-1-1,-4-4-290,-5-2 1,-8 4-1,-4-3 1,0-1-81,1 1 0,-8 5 1,-1-2-1,-8 3 247,-5 2 1,-7 6-1,-2 4 1,-2 5-121,-2 5 0,2 6 0,-1 9 1,0 5-41,2 3 0,1 4 0,9 1 0,1 4-275,2 2 0,7-1 0,-2 2 0,3-5-657,2-3 0,7-2 0,3 0 0,5-1-547,5-4 1,3-5-1,7-10 1283,0-5 0,7-4 0,2-1 0</inkml:trace>
</inkml:ink>
</file>

<file path=ppt/ink/ink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7:04.313"/>
    </inkml:context>
    <inkml:brush xml:id="br0">
      <inkml:brushProperty name="width" value="0.06" units="cm"/>
      <inkml:brushProperty name="height" value="0.06" units="cm"/>
    </inkml:brush>
  </inkml:definitions>
  <inkml:trace contextRef="#ctx0" brushRef="#br0">16 375 8142,'0'-15'62,"0"0"1,0 5-1,0 0 2221,0-2-1824,0 6 1,7-1 0,1 9-1,2 4-168,0 9 0,-5 4 0,3 9 0,1 6-92,-1 2 1,-5 5 0,2 4 0,-3 2-49,-2 3 0,0 2 1,-2 4-1,-3 0-17,-5 0 0,2-9 0,-2-3 0,-2-8 145,-1-7 1,3-6-470,0-8 1,7-13 0,-2-9 0,3-9 31,2-9 1,7-4 0,3-3-1,3-3-106,2-5 1,0-3 0,0-1 0,2 1-88,3-2 0,-3 4 1,3-5-1,-4 2-255,-1-3 0,7 7 0,2-5 0,1 2-22,0-1 0,0 4 0,3 2 0,-1-1 275,-2 1 0,-7 9 1,2 1-1,-3 3 321,-2 1 1,0 9 0,0-1 0,-1 0 457,-4 5 1,-2 6 241,-3 0 0,-3 10 0,3 6 1,-3 8 322,-2 6 0,0 7 0,0 4 0,0 6-693,0 0 0,0 2 1,-2 4-1,-2 2-540,-1-1 0,0 3 0,4-2 0,-4 0-400,-5 2 1,1-4-1,-1 4 1,-1-4-2624,-3-4 3265,-1-16 0,-7 14 0,-1-10 0</inkml:trace>
</inkml:ink>
</file>

<file path=ppt/ink/ink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7:04.430"/>
    </inkml:context>
    <inkml:brush xml:id="br0">
      <inkml:brushProperty name="width" value="0.06" units="cm"/>
      <inkml:brushProperty name="height" value="0.06" units="cm"/>
    </inkml:brush>
  </inkml:definitions>
  <inkml:trace contextRef="#ctx0" brushRef="#br0">1 271 8142,'0'-23'0,"2"3"0,1 3 212,2 2 1,7 0 0,-2 0-1,3 0 347,2 0 0,2 5 0,1 0 0,4-2-625,1-1 1,-3 3 0,4 0 0,-1 0-810,1 1 0,-4-2 0,3 4 875,-1-1 0,5-2 0,-4-6 0</inkml:trace>
</inkml:ink>
</file>

<file path=ppt/ink/ink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7:04.563"/>
    </inkml:context>
    <inkml:brush xml:id="br0">
      <inkml:brushProperty name="width" value="0.06" units="cm"/>
      <inkml:brushProperty name="height" value="0.06" units="cm"/>
    </inkml:brush>
  </inkml:definitions>
  <inkml:trace contextRef="#ctx0" brushRef="#br0">30 0 8089,'-2'15'621,"-1"0"1,-2 0-36,2 0 0,-4 5 0,2 2 0,2 2-241,1 2 1,2 4 0,0 4 0,0 1-206,0-2 1,0 1-1,0-2 1,2-1-141,3-2 0,3-9 0,7 2 0</inkml:trace>
</inkml:ink>
</file>

<file path=ppt/ink/ink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7:04.680"/>
    </inkml:context>
    <inkml:brush xml:id="br0">
      <inkml:brushProperty name="width" value="0.06" units="cm"/>
      <inkml:brushProperty name="height" value="0.06" units="cm"/>
    </inkml:brush>
  </inkml:definitions>
  <inkml:trace contextRef="#ctx0" brushRef="#br0">45 45 8146,'-10'-13'363,"0"3"0,5 3 1,-3 6-549,1-4-830,2 3 1015,5-5 0,7 14 0,1 1 0</inkml:trace>
</inkml:ink>
</file>

<file path=ppt/ink/ink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7:05.047"/>
    </inkml:context>
    <inkml:brush xml:id="br0">
      <inkml:brushProperty name="width" value="0.06" units="cm"/>
      <inkml:brushProperty name="height" value="0.06" units="cm"/>
    </inkml:brush>
  </inkml:definitions>
  <inkml:trace contextRef="#ctx0" brushRef="#br0">1 84 8072,'8'7'359,"-1"-4"0,-7 7 122,0 2 0,5-4 1,0 2-1,-2 2-80,-1 1 0,0 9 0,1 3 1,2 5-117,-2 5 1,-1 0-1,-2 7 1,0 2-57,0-2 0,0-6 0,0 1 1,0-3-92,0-6 0,-2-8-355,-3 0 1,4-12 0,-4-9 37,3-13 1,9-9-1,1-12 1,2-5-100,0-4 1,2-9-1,6-4 1,2-3 228,-1 1 1,-3 9-1,-1 2 1,0 6 155,0 7 1,-5 10-1,1 6 4,0 7 0,-4 12 0,0 12 0,-2 7-165,0 6 1,1 5-1,-2 5 1,2 5-691,3 3 1,-6-2 0,4-3-1,-1-1-1910,4-4 2654,4-1 0,1-2 0,0 0 0</inkml:trace>
</inkml:ink>
</file>

<file path=ppt/ink/ink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7:05.363"/>
    </inkml:context>
    <inkml:brush xml:id="br0">
      <inkml:brushProperty name="width" value="0.06" units="cm"/>
      <inkml:brushProperty name="height" value="0.06" units="cm"/>
    </inkml:brush>
  </inkml:definitions>
  <inkml:trace contextRef="#ctx0" brushRef="#br0">361 1 8072,'-15'0'637,"0"0"1,0 0 0,-1 0-70,-5 0 1,5 2 0,-4 1-1,3 4 75,2 1 0,0 4 1,2 6-1,1 4-380,2 1 0,6-3 0,-1 4 0,5-1-391,5 1 0,4-6 1,8 0-1,1-4-250,2-4 0,5-7 1,-3 2-1,1-5-208,4-5 0,-4-8 0,1-7 0,-1 1-13,1 3 1,-6 0-1,0 1 1,-4 2 1022,-4 3 0,0 5 0,3 12 388,-3 8 0,-3 10 0,-7 13 1,0 9-184,0 5 0,-2 5 1,-3 5-1,-7-1-1,-6-2 0,0-4 1,-7 0-1,-2-4-829,-2-5 1,-2-6-1,-3-1 1,-3-2-365,-1-4 1,3-8-1,-4-6 1,1-8 564,0-6 0,-3-3 0,-4-2 0</inkml:trace>
</inkml:ink>
</file>

<file path=ppt/ink/ink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7:06.096"/>
    </inkml:context>
    <inkml:brush xml:id="br0">
      <inkml:brushProperty name="width" value="0.06" units="cm"/>
      <inkml:brushProperty name="height" value="0.06" units="cm"/>
    </inkml:brush>
  </inkml:definitions>
  <inkml:trace contextRef="#ctx0" brushRef="#br0">14 1 10159,'-7'15'997,"6"0"0,-4 1 0,5 6-500,5 8 1,3 7-1,7 11 1,0 8-357,0 9 1,2 2 0,1 1-1,2-1-493,-1-3 1,-4-2 0,-4-4 0,-2-3-779,-3-5 1,-1-11-1,-5-9 1130,0-8 0,-6 1 0,-3 0 0</inkml:trace>
</inkml:ink>
</file>

<file path=ppt/ink/ink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7:06.346"/>
    </inkml:context>
    <inkml:brush xml:id="br0">
      <inkml:brushProperty name="width" value="0.06" units="cm"/>
      <inkml:brushProperty name="height" value="0.06" units="cm"/>
    </inkml:brush>
  </inkml:definitions>
  <inkml:trace contextRef="#ctx0" brushRef="#br0">0 163 7889,'15'-29'0,"0"2"295,0 2 0,4 7 0,4-2 1,7 5 15,2 5 1,5-2 0,-2 7 0,0 3 315,2 6 1,-11 6-1,3 10 1,-6 5 94,-4 3 1,-9 4 0,-5 2 0,-4 2-243,-1 3 0,-1 1 0,-4 3 0,-5-1-368,-4-2 1,-6-1 0,-2 1-1,-1-5-692,-4-3 0,6-7 1,0-3-1,5-4-1212,1-5 0,5-8 1,1-1-139,3-8 1,7-4 1929,9-7 0,10-7 0,4-1 0</inkml:trace>
</inkml:ink>
</file>

<file path=ppt/ink/ink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7:06.619"/>
    </inkml:context>
    <inkml:brush xml:id="br0">
      <inkml:brushProperty name="width" value="0.06" units="cm"/>
      <inkml:brushProperty name="height" value="0.06" units="cm"/>
    </inkml:brush>
  </inkml:definitions>
  <inkml:trace contextRef="#ctx0" brushRef="#br0">106 21 8496,'-15'0'1835,"0"0"-561,0 0 0,-1 6 0,1 4-764,0 4 0,7 2 0,3 3 0,3 1-595,2-2 0,0 4 0,2-2 0,3 0-393,5 2 0,5-7 0,3 0 0,4-7-9,2-1 1,-4-5 0,3 1 0,-1-6 113,-4-7 1,-1-5 0,-2-5 0,-2-5 376,-3-4 0,-1 4 0,-6 0 0,2 0 182,-2 1 0,-1 3 0,-2 6 73,0 0 1,0 10 0,2 8-565,3 10 0,-2 12 0,6 0 0,-1 4-585,0 1 0,2-5 0,4-2 890,-4-1 0,10 12 0,-4-3 0</inkml:trace>
</inkml:ink>
</file>

<file path=ppt/ink/ink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7:06.896"/>
    </inkml:context>
    <inkml:brush xml:id="br0">
      <inkml:brushProperty name="width" value="0.06" units="cm"/>
      <inkml:brushProperty name="height" value="0.06" units="cm"/>
    </inkml:brush>
  </inkml:definitions>
  <inkml:trace contextRef="#ctx0" brushRef="#br0">1 136 7889,'0'15'432,"0"1"0,0 3 1,0 1 531,0-2 0,0 6 0,0-1 0,0 2-172,0 0 1,0-5 0,0 5-1,0 2-483,0 2 0,5-6 1,0-3-1,-2-3-201,-1-2 1,-2 0 37,0 0-266,0-7 1,0-9 0,2-13 0,1-6-84,2-3 1,0-2 0,-5-5 0,2-1-270,3 1 1,-2 0 0,7 0 0,2 0-204,1 0 1,-3 5-1,0 1 1,2 3-11,1 2 1,-3-2 0,0 1 0,2-1-810,1 0 1,2 7 1493,0-6 0,1 7 0,-1-9 0</inkml:trace>
</inkml:ink>
</file>

<file path=ppt/ink/ink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7:07.013"/>
    </inkml:context>
    <inkml:brush xml:id="br0">
      <inkml:brushProperty name="width" value="0.06" units="cm"/>
      <inkml:brushProperty name="height" value="0.06" units="cm"/>
    </inkml:brush>
  </inkml:definitions>
  <inkml:trace contextRef="#ctx0" brushRef="#br0">1 0 7878,'0'17'0,"0"3"0,0-2 0,0 6 0,0 1 998,0 3 0,5-4 1,0 8-1,0-1-207,1 1 1,-2 3 0,4 9-1,0-3-996,1 0 1,-1-1 0,4 5-1,-4 0-1008,-1 0 0,-2-6 0,-5-6 1213,0-6 0,0-5 0,0-7 0</inkml:trace>
</inkml:ink>
</file>

<file path=ppt/ink/ink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7:07.162"/>
    </inkml:context>
    <inkml:brush xml:id="br0">
      <inkml:brushProperty name="width" value="0.06" units="cm"/>
      <inkml:brushProperty name="height" value="0.06" units="cm"/>
    </inkml:brush>
  </inkml:definitions>
  <inkml:trace contextRef="#ctx0" brushRef="#br0">1 211 7878,'0'-15'0,"0"5"1551,0 0 0,1 0 0,4-5-613,5 0 0,4 0 0,1 1 0,0 2-1419,0 2 1,0 0-1,0-3 1,2 1-1976,3 2 1,-4 2 2455,4-2 0,4-3 0,-1 4 0</inkml:trace>
</inkml:ink>
</file>

<file path=ppt/ink/ink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7:07.296"/>
    </inkml:context>
    <inkml:brush xml:id="br0">
      <inkml:brushProperty name="width" value="0.06" units="cm"/>
      <inkml:brushProperty name="height" value="0.06" units="cm"/>
    </inkml:brush>
  </inkml:definitions>
  <inkml:trace contextRef="#ctx0" brushRef="#br0">1 1 9739,'0'15'1211,"0"0"0,1-5 0,3 0-419,1 2 0,6-4-1091,-1 2 1,4-6-1,1 1 1,0-4-1279,0-1 0,0-1 0,0-4 1577,0-5 0,0-4 0,0-1 0</inkml:trace>
</inkml:ink>
</file>

<file path=ppt/ink/ink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7:07.429"/>
    </inkml:context>
    <inkml:brush xml:id="br0">
      <inkml:brushProperty name="width" value="0.06" units="cm"/>
      <inkml:brushProperty name="height" value="0.06" units="cm"/>
    </inkml:brush>
  </inkml:definitions>
  <inkml:trace contextRef="#ctx0" brushRef="#br0">45 1 7878,'0'15'1268,"-5"0"0,-2 0 1,1 2 217,-1 3 0,0 3 0,4 7 0,-2 2-1033,2 3 0,1 5 0,2 9 1,0 1-1506,0-2 1,2 1 0,1-2 0,4-1-1061,1-2 0,0-16 1,3-3 2111,-6-6 0,3-4 0,0 0 0</inkml:trace>
</inkml:ink>
</file>

<file path=ppt/ink/ink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7:07.546"/>
    </inkml:context>
    <inkml:brush xml:id="br0">
      <inkml:brushProperty name="width" value="0.06" units="cm"/>
      <inkml:brushProperty name="height" value="0.06" units="cm"/>
    </inkml:brush>
  </inkml:definitions>
  <inkml:trace contextRef="#ctx0" brushRef="#br0">1 0 7811,'10'0'8377,"0"0"-8208,-7 7-169,4-6 0,-7 6 0,0-7 0</inkml:trace>
</inkml:ink>
</file>

<file path=ppt/ink/ink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8:42.285"/>
    </inkml:context>
    <inkml:brush xml:id="br0">
      <inkml:brushProperty name="width" value="0.06" units="cm"/>
      <inkml:brushProperty name="height" value="0.06" units="cm"/>
    </inkml:brush>
  </inkml:definitions>
  <inkml:trace contextRef="#ctx0" brushRef="#br0">190 37 8254,'-11'-5'386,"-4"3"1,-2-4 28,-3 1 0,3 2 0,3 3-34,3 0 0,-5 1 1,1 2-1,1 5-60,4 5 1,5 0 0,-1 5 0,1 0-280,3 2 1,2 1 0,4 0 0,3-1-76,2-2 0,3-3 0,1-6 0,2-2-453,1-3 0,2-5 0,3-5 170,0-5 1,-1-6 0,-2-2 0,-1-3 0,-2-4 267,-2-1 1,-2 4 0,-1-1 0,-2 6 62,-1 4 1,0 3 0,2 5 457,-2 6 0,1 11 1,-4 10-1,0 7 392,0 6 1,-1 4 0,2 6-1,0 0-412,-3 1 0,0-8 1,-2 4-1,0-3-190,0 0 1,-5-8 0,-2 1 0,-4-4-152,-3-4 1,1-2 0,-4-4-1,-3-4-252,-3-4 0,0-5 0,-2-4 0,0 0-629,1 0 0,-1-4 0,4-5-232,0-4 1,5 2 0,2-4-1,3 1 1,4 0-993,4 1 0,1-3 1993,2 2 0,5-4 0,1 1 0</inkml:trace>
  <inkml:trace contextRef="#ctx0" brushRef="#br0" timeOffset="333">411 205 8589,'-5'-11'0,"-2"2"800,-2 2 1,-2 1 0,1 5-121,-1 1 0,5 4 1,2 11-1,0 6-142,1 6 0,-1 8 0,4 3-322,0 3 0,5-2 0,2-1 1,3 0-1,4-4-249,4-6 0,1-7 0,-1-6-342,0-5 0,-2-7 0,3-3 1,-3-7-1,-2-6 17,-4-5 1,-3-6 0,-5-4-1,0-3 251,-3 0 1,-4-1 0,-5 2 0,-2 1 447,-2 1 1,1 8-1,-3-1-262,1 1 0,1 6 0,2 2 1,-1 5-962,-1 2 1,5 3 0,5 6-1,4 1-238,4 1 1,2 7 0,4-2 1119,1 0 0,4 6 0,1-1 0</inkml:trace>
  <inkml:trace contextRef="#ctx0" brushRef="#br0" timeOffset="600">621 289 8254,'-1'-9'658,"-3"2"1,-1 2 0,-6 5 0,1 0 0,-1 1-121,1 3 1,-1 2 0,2 5 0,2 3 94,3 4 0,3 3 0,1 2 0,0 3-554,0 1 1,6-4 0,3 1 0,5-5-396,3-1 1,0-9 0,4 1 0,0-4 110,0-4 1,-3-9 0,-2-5-1,0-3-82,1-4 1,-9-2-1,-1-2 1,-5-3 192,-2-1 1,-4 4 0,-3-2 110,-3 3 1,-1 6 0,-2 1 0,-1 2 0,0 1-549,-1 3 1,6 5 0,-1 1-1718,0 1-576,6 2 2824,-1 5 0,14 1 0,3 5 0</inkml:trace>
  <inkml:trace contextRef="#ctx0" brushRef="#br0" timeOffset="983">937 173 8642,'-12'0'536,"-2"0"1,1 0-1,-3 2 1,-1 0 251,1 1 1,3 6-1,-1-2 1,2 3-263,2 4 0,-1 2 0,2 6 0,2-1-288,4 0 1,3 0 0,3 0-1,5 0-545,5 0 1,0-6 0,5-5 0,1-5-243,5-4 0,-2-2 0,3-2 0,-3-6-159,-1-3 0,-4-6 0,0-5 1,-1-3 494,0-1 1,-5 3-1,1-2 1,-3 2 909,-4 5 133,2 5 0,-6 5 0,2 14 0,-2 10 35,-1 7 0,4 11 1,0 0-1,-1 3-415,2 4 0,-4 0 0,2-1 0,-1 0-76,-2 1 1,-5-4 0,-2-2-192,-3-5 1,-1-1 0,-3-6 0,-3-3-1,-1-3-574,-3-3 0,5-6 0,-5-4 1,2-6-1200,-1-4 1,2-3 0,2-5 0,2-5-45,4-4 1,5-5 0,5 2-308,0 0 1941,0-8 0,4 7 0,2-8 0</inkml:trace>
  <inkml:trace contextRef="#ctx0" brushRef="#br0" timeOffset="1167">1158 68 10393,'9'1'3682,"-2"3"-3135,-3 3 1,-3 3 0,-1 6 0,0 5-184,0 5 1,0 7 0,0 3-1,-1 5-302,-3 3 1,2-3 0,-4 4-1,1-2-1923,3-1 0,1-11 0,1-5-3391,0-5 5252,4-9 0,-2-16 0,2-8 0</inkml:trace>
  <inkml:trace contextRef="#ctx0" brushRef="#br0" timeOffset="1432">1252 394 8254,'11'-6'439,"-1"-2"0,1 4 1,-1-1 23,1 0 1,4-4 0,3 0 0,2-5 531,1-3 1,0 0-1,-2-4 1,0 0-769,-1-1 1,-7 1 0,0 0 0,-6 0-77,-4 0 0,-6 8 1,-2 3-1,-3 2-280,-4 2 1,-6 7-1,-5 10 1,1 6 161,-2 7 0,0 2 0,-2 7 1,4 2 572,1 4 1,7-2-1,2 2 1,3-1 42,4 0 0,3-1 1,6-4-712,5-2 1,5 1 0,10-11-1,3-5 1,4-4-315,5-5 0,-4-3 0,3-8 0,-2-3-2627,-1-2 0,-2-5 0,-1-1 3003,-6-2 0,0 0 0,-5-4 0</inkml:trace>
  <inkml:trace contextRef="#ctx0" brushRef="#br0" timeOffset="1582">1694 405 8251,'-4'10'515,"-3"1"0,-6-2 0,0-1 72,3-1 1,3-4-1457,4 0 1,6-2 0,1-1-154,4 0 0,3 0 1022,-1 0 0,1-4 0,-1-2 0</inkml:trace>
  <inkml:trace contextRef="#ctx0" brushRef="#br0" timeOffset="1817">1936 205 8191,'-5'-11'0,"0"1"0,-6-1 1351,1 1 0,-1 4 0,1 2 1,-1 3-406,1 1 1,-1 5 0,-1 3 0,-1 6-642,-1 7 1,0 1-1,4 7 1,-1 1-251,1 4 0,3 0 0,1 3 1,1-1-410,3-2 1,2-1-1,5-3 1,4-2-1485,4-3 0,6-11 0,-2-5 0,4-3 1838,4-3 0,2-7 0,4-2 0</inkml:trace>
  <inkml:trace contextRef="#ctx0" brushRef="#br0" timeOffset="2066">2062 373 8138,'-15'0'191,"4"5"0,-4 2 0,4 3 822,0 4 1,1-1 0,0 5 0,2 1-272,1 0 0,5 2 0,0-1 0,4-1-631,5-1 0,6-7 0,2 0 0,1-7-522,3-2 1,1-7 0,0-3 0,-2-5 90,0-5 1,-5-3 0,1-3 0,-4-3 279,-3 0 0,-2-2 0,-5 4 0,0 2 92,0 1 1,-5 1 0,-3 1 0,-3 2 278,-3 4 0,-4 4 0,3 2 0,0 2-646,-1 1 1,2 1 0,4 4-2952,-1 0 3266,5 0 0,2 5 0,4 1 0</inkml:trace>
  <inkml:trace contextRef="#ctx0" brushRef="#br0" timeOffset="2516">2252 194 8125,'0'11'1111,"0"1"1,0 0 89,0 3 1,0 4-1,0 1 1,0 5-653,0 2 0,0 4 0,0 4 0,0 0-368,0 2 1,0-5 0,0 2 0,0-5-65,0-4 0,0-7 0,0-4-294,0-3 1,1-6 0,1-5 0,3-7-2,1-6 1,1-7-1,3-6 1,1-2-109,-1-4 0,2 0 1,1-3-1,2 2 0,1 2 1,-3 4 0,0 4 0,-3 4 406,-3 5 0,0 3 128,3 4 1,-4 8 0,-3 10 0,-1 6-141,-2 7 1,0-1-1,0 5 1,0 0-1,0 0 530,0 0 0,-2-4 0,0-1 0,-1-3-409,0-2 1,2-9-570,1 1 0,1-7 0,3-4 241,3-9 1,2-6 0,2-9 0,-1-4 0,2-4-195,2-2 1,-1 0 0,4 5-1,1 3 117,-2 6 0,3 5 1,-5 6-1,0 4 731,1 6 1,-6 10 0,3 8 0,-1 7-489,-3 7 1,-5 0 0,1 6 0,-3-1-593,-1 1 1,0-1-1,0 0 1,0-4-3968,0-4 4491,0-10 0,0 6 0,0-9 0</inkml:trace>
</inkml:ink>
</file>

<file path=ppt/ink/ink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8:55.929"/>
    </inkml:context>
    <inkml:brush xml:id="br0">
      <inkml:brushProperty name="width" value="0.06" units="cm"/>
      <inkml:brushProperty name="height" value="0.06" units="cm"/>
    </inkml:brush>
  </inkml:definitions>
  <inkml:trace contextRef="#ctx0" brushRef="#br0">53 17 7975,'0'-7'2754,"0"0"-2223,0 4 0,-1 8 0,-1 10 0,-2 8-192,2 9 1,-3 2 0,1 7 0,-1 3-555,0 3 0,1 0 1,1 3-1,-1 1-568,-2 0 0,4-13 1,-2-3-1,3-5-423,1-8 0,1-12 1206,3-3 0,1-14 0,6-4 0</inkml:trace>
  <inkml:trace contextRef="#ctx0" brushRef="#br0" timeOffset="133">127 280 7975,'0'-5'1527,"0"5"-845,0 6 1,0 8 0,0 2 0,0 2-804,0-1 1,0 2 0,0 4-1,-1 2-699,-3-2 0,3-2 1,-2-3-1,3-4 334,3-2 486,-2-7 0,9 5 0,-4-4 0</inkml:trace>
  <inkml:trace contextRef="#ctx0" brushRef="#br0" timeOffset="266">222 174 7975,'-1'-7'425,"-3"2"298,-3 0 0,2 0 71,2 2 0,2 3-2254,1 0 1,1 4 0,1 7 1459,2-1 0,4 1 0,-2-1 0</inkml:trace>
  <inkml:trace contextRef="#ctx0" brushRef="#br0" timeOffset="450">359 132 7975,'-4'7'591,"-1"0"0,1 2 98,-1 0 0,2 1 1,3 1-1,0-1-212,0 1 0,0 4 1,0 3-1,0 2-219,0 1 0,0 4 1,0 2-1,0 2-532,0 3 0,-2-5 0,0 6 0,-1-3-783,0-4 0,2-3 0,1-3-902,0-2 0,0-10 1959,0-12 0,4-3 0,0-10 0,2-2 0,1-1 0,4-1 0</inkml:trace>
  <inkml:trace contextRef="#ctx0" brushRef="#br0" timeOffset="884">548 153 7975,'-1'-9'0,"-3"2"990,-3 3 1,-1 4-1,0 4 1,1 3-375,-1 2 1,-5 7-1,-1 1 1,1 4 337,1 4 1,2-3 0,0 4 0,2-1-673,1 3 1,1-1 0,-1 0 0,4-1-313,2-3 1,1-4 0,0-3 0,0 0-952,0-4 1,4-5 0,3-3 0,3-3-289,0-1 0,1-1 1,-1-3-1,1-3 430,-1-2 1,1-2 0,-1 1 0,2-1 838,2 1 0,-5-1 0,4 0 0,0-1-205,-1 2 0,-1-3 0,1 7 1,1-1 640,1 0 1,0 1-1,-3-2 1,0 1 295,3-1 0,-2 2 1,2-1-1,-2-1-194,-2-2 0,1 0 0,-2-1 0,-2-1-356,-3-2 1,-3 3 0,-1-3 0,-1 3-164,-3 4 0,-3-1 0,-6 4 0,-2 2 341,-1 1 0,-2 7 1,-3 4-1,0 7 325,0 3 1,0 5 0,1 2 0,3 1-169,3 0 1,5-3 0,4 2 0,1 0-169,5-1 1,9-6 0,8 0 0,6-5-1508,4-5 1,7-4 0,2-8 0,2-1-5395,-1-4 6552,-8-7 0,9-2 0,-6-6 0</inkml:trace>
</inkml:ink>
</file>

<file path=ppt/ink/ink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8:54.113"/>
    </inkml:context>
    <inkml:brush xml:id="br0">
      <inkml:brushProperty name="width" value="0.06" units="cm"/>
      <inkml:brushProperty name="height" value="0.06" units="cm"/>
    </inkml:brush>
  </inkml:definitions>
  <inkml:trace contextRef="#ctx0" brushRef="#br0">22 147 7975,'0'-7'653,"0"0"1,0 4-132,0-4 0,0 7 1,0 2-1,0 10-25,0 7 0,0 5 1,0 11-1,0 5-250,0 4 0,0 1 0,0 4 0,0 0-465,0-1 0,0-1 1,0-8-1,0-2-875,0-6 1,0-11 0,0-2-146,0-6 0,-1-8 1,-2-6 1237,0-8 0,-5-12 0,2 0 0</inkml:trace>
  <inkml:trace contextRef="#ctx0" brushRef="#br0" timeOffset="216">1 347 7975,'3'-30'109,"1"2"1,4-1-1,-2 4 1,2 2 194,2 0 1,-1 4 0,6 1 0,-1 4-36,0 2 1,5 3-1,-3 2 1,0 3-77,-2 3 1,-2 10 0,-1 2 0,-2 4 119,-2 4 0,-2 1 1,-5 2-1,-2 3 13,-1 3 0,-4-1 0,-6 0 0,-1-2-211,1-1 0,-2-1 0,1-1 0,1 0-509,1-2 1,2-4-1,-1 0 1,1-1-1939,-1-2 0,5-1 2332,3-2 0,6-4 0,3-1 0</inkml:trace>
  <inkml:trace contextRef="#ctx0" brushRef="#br0" timeOffset="500">327 200 8251,'-11'-7'520,"1"0"1,-1 5 0,1-3 0,-1 1-217,1 1 0,-1-1 0,1 6 0,-1 2 50,1 7 1,4 1 0,2 5-1,3 2-29,1 1 1,0 2 0,1 0 0,4 1-407,5 1 0,2-8 1,4 3-1,1-5-321,-1-5 0,2-5 1,2-1-1,-2-3 60,0-3 0,-5-4 0,0-6 0,-4-2 386,-2-2 1,-1 0-1,1-4 1,-4 0 524,-2 0 0,-1 4 1,0 3 434,0 3-887,0 5 0,0 6 1,0 7-1,0 3-709,0 4 0,0 3 0,2 4 0,0 0-1720,1 0 0,4-4 2312,-3 1 0,9-5 0,-1 2 0</inkml:trace>
  <inkml:trace contextRef="#ctx0" brushRef="#br0" timeOffset="766">537 284 8547,'6'5'1267,"0"4"1,-4 6 0,2 2-962,-2 1 0,3 4 0,-2 1 0,0 3-115,-2 0 0,-1-1 0,0 1 1,0-3 146,0-3 0,-4-2-246,1-1 1,-1-8-1,4-10-60,0-8 1,0-7 0,0-8 0,0-2-473,0 0 1,5-3-1,1-1 1,1 1-236,0 1 1,0 3 0,3-2-1,1 1-176,-1-1 1,1 3-1,-1 0 1,1 0-727,-1 0 1577,1 2 0,4-9 0,2 4 0</inkml:trace>
  <inkml:trace contextRef="#ctx0" brushRef="#br0" timeOffset="900">821 0 7542,'6'5'0,"-2"2"-85,-3 2 1,0 2 0,1-1 0,2 2 957,-2 2 1,-1 3 0,-1 7-1,0 3-222,0 3 0,0 1 1,-1 6-1,-1 1-947,-2 3 1,-3-4 0,3 4-1,-1-4-913,0-3 0,-3-6 0,1-5 1209,-2-4 0,-11 1 0,-2-4 0</inkml:trace>
  <inkml:trace contextRef="#ctx0" brushRef="#br0" timeOffset="1033">748 410 8312,'4'-10'587,"-1"3"0,4 0 1,1-1-93,1-2 0,3 3 0,1 0 1,3 0-379,4 1 0,-3-2 1,6 5-1,-3 0-1285,2 2 1,-5 1 0,3 0 1167,-3 0 0,1 0 0,-1 0 0</inkml:trace>
  <inkml:trace contextRef="#ctx0" brushRef="#br0" timeOffset="1183">990 316 10139,'10'0'339,"1"0"1,0 0-1015,3 0 0,-1 0 0,4-1 0,-1-2 675,0 0 0,2-10 0,3 1 0</inkml:trace>
  <inkml:trace contextRef="#ctx0" brushRef="#br0" timeOffset="1333">1210 105 7975,'-10'0'962,"1"1"1,0 2-30,2 0 0,4 10 1,-3 2-1,0 9-143,0 7 1,3 8-1,-3 9 1,1 4-591,3 2 0,-3 0 0,2-4 1,1-2-644,0-2 1,2-10 0,2 0-1,0-8-1822,1-7 0,6-11 2265,-2-3 0,2-5 0,1-2 0</inkml:trace>
</inkml:ink>
</file>

<file path=ppt/ink/ink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8:52.032"/>
    </inkml:context>
    <inkml:brush xml:id="br0">
      <inkml:brushProperty name="width" value="0.06" units="cm"/>
      <inkml:brushProperty name="height" value="0.06" units="cm"/>
    </inkml:brush>
  </inkml:definitions>
  <inkml:trace contextRef="#ctx0" brushRef="#br0">106 211 7256,'-4'-7'2023,"1"0"-1597,-1 4 0,3 0 0,-1 6 0,-2 5-72,2 5 1,1 4 0,0 5-1,-2 2-241,0 4 0,-4 3 0,2 2-195,-1 2 0,0-3 1,-2 5-1,1-4 1,-1-1-220,-1-5 0,2-8 112,0-5 0,4-10 0,0-8 1,2-12 30,1-6 0,3-8 0,2-1 0,2-4 59,5-2 0,-2 3 1,4-1-1,-1 2 302,1 2 1,-1 3-1,4 1 1,2 1-634,1 3 0,1 4 0,-1 4 0,-1 2-1870,-2 4 2300,-4 5 0,7 4 0,-4 6 0</inkml:trace>
  <inkml:trace contextRef="#ctx0" brushRef="#br0" timeOffset="349">348 358 8607,'10'0'843,"-3"0"0,0 0 0,2-1-274,0-3 0,1-6 1,1-8-1,-1-2-373,1-1 1,0-5-1,-1-2 1,-1-2-84,-2-2 1,-2 2-1,-5 2-175,0 3 1,-1 6-1,-3 3 1,-4 7 0,-3 4 8,-3 7 1,-4 7 0,4 8-1,0 6 240,-1 5 1,3 1 0,-2 9 0,2 3 132,2 4 0,3-4 1,1 3-1,1 1-238,3-2 0,2-3 0,3-4 0,4-2-583,3-4 1,4-7 0,0-2-1,0-6-547,1-7 0,-2-5 1,3-7-1,1-8-757,-1-8 1,0-7 1804,2-8 0,-3 2 0,-4-3 0</inkml:trace>
  <inkml:trace contextRef="#ctx0" brushRef="#br0" timeOffset="448">632 0 10330,'-7'11'331,"0"-1"1,5 1-1,-2 0 1,3 5 248,1 5 1,0 2 0,0 7 0,0 4-564,0 3 0,0-1 1,0 3-1,1 2-702,3-1 0,-2-8 0,5-2 1,0-4-3123,-1-6 3807,3-4 0,-3-5 0,4-1 0</inkml:trace>
  <inkml:trace contextRef="#ctx0" brushRef="#br0" timeOffset="614">727 284 7975,'0'-6'2079,"4"2"0,3 2-1775,3-1 0,0 2 0,2-3 0,1 3-1000,1 1 0,4 0 1,-1 0-1,0 0-40,1 0 0,-1-1 0,3-3 0,-2-3 736,-4-2 0,2-1 0,1-1 0</inkml:trace>
  <inkml:trace contextRef="#ctx0" brushRef="#br0" timeOffset="748">990 126 7975,'0'7'940,"0"0"1,-2 2-32,-1 0 1,-3 6-1,-4 4 1,-2 5-455,-2 8 0,1 2 0,-3 7 0,0 3-477,4 3 1,3-5-1,4 0 1,0-2-795,3-4 0,2-9 0,3-1 0,4-9-520,2-6 0,3-8 0,1 0 1336,1-6 0,0-12 0,-4-7 0</inkml:trace>
  <inkml:trace contextRef="#ctx0" brushRef="#br0" timeOffset="898">1074 274 8666,'0'10'0,"-1"1"145,-3-1 1,3 2 0,-3 1 0,3 2 496,1 1 0,0 3 1,0 3-1,0 2-1372,0-1 0,0-7 0,0 4 0,0-3 730,0-5 0,5-5 0,1-2 0</inkml:trace>
  <inkml:trace contextRef="#ctx0" brushRef="#br0" timeOffset="1031">1095 158 8320,'-11'0'1222,"5"1"-3938,3 3 2716,6-3 0,8 8 0,5-3 0</inkml:trace>
  <inkml:trace contextRef="#ctx0" brushRef="#br0" timeOffset="1331">1253 179 7975,'5'16'254,"0"0"0,-5-5 0,0 3 298,0 4 0,0-2 0,0 2 0,-1 0 32,-3 2 0,3 2 0,-3 2 1,0 0-224,1 0 0,-1-2 0,3-1 0,-1 0-141,-2 0 1,1-8-1,3-3-233,0 0 0,0-7 0,0-3 0,0-7-218,0-6 0,4-4 0,2-8 0,1-4-213,0-5 1,0 0 0,4-3 0,-1 1 208,1 2 1,-1 8-1,1 4 1,-1 1 241,1 2 1,-4 6 0,0 3-1,1 5 28,1 4 1,-3 10 0,-1 6 0,-2 8-240,1 5 1,1 2 0,-3 2-1,1-1-259,0 1 1,-1-4 0,2-2 0,1-3 71,1-3 0,7-7 0,-2-3 391,0-5 0,6-13 0,-1-4 0</inkml:trace>
  <inkml:trace contextRef="#ctx0" brushRef="#br0" timeOffset="1631">1579 116 7975,'-11'1'629,"1"1"0,-1 3 118,1 1 0,-1 1 0,1 5 0,0 0-20,3 2 1,-1 2 0,5-3-1,0 2-561,2 1 1,1 0 0,0 2 0,1-4-498,3-2 0,2-3 0,4-2 0,2-3-18,2-3 0,-1-2 0,3-3 0,-1-4-263,-2-5 1,0 1-1,-1-2 1,0 3 438,1 0 0,-6 5 0,6 3 588,0 2 1,-1 2-1,-4 3 1,-2 7-62,-2 5 0,0 5 1,-4 4-1,-1 4 552,-3 5 0,-2 0 0,-5 3 0,-2 1-519,-1-1 0,-5-2 0,3 3 0,-3-1-875,-2 0 1,2-3 0,-5-1 0,0-7-1283,0-9 1,4-9 0,-2-6 1769,2-8 0,-2-11 0,5-9 0</inkml:trace>
</inkml:ink>
</file>

<file path=ppt/ink/ink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8:50.816"/>
    </inkml:context>
    <inkml:brush xml:id="br0">
      <inkml:brushProperty name="width" value="0.06" units="cm"/>
      <inkml:brushProperty name="height" value="0.06" units="cm"/>
    </inkml:brush>
  </inkml:definitions>
  <inkml:trace contextRef="#ctx0" brushRef="#br0">284 72 7961,'-10'-11'0,"-1"1"347,1-1 0,-4 1 1,-1 0-1,-2 2 451,-1 1 0,0 5 1,-2-1-1,-2 7-278,0 6 0,0 6 1,2 6-1,2 2-88,4 4 0,4 8 0,3 2-425,3 3 0,3 5 0,1 0 1,1 1-1,3 0-919,3-3 0,5-5 0,4-5 0,-1-5-1379,0-4 1,3-13 1462,-4-5 1,-2-7 827,-5-7 0,-2-4 0,-5-10 0</inkml:trace>
  <inkml:trace contextRef="#ctx0" brushRef="#br0" timeOffset="335">63 408 7975,'-10'-10'560,"-1"-1"0,0 4 509,-3 0 0,4 5-833,3-1 1,7 1 0,12 2 0,2 0-420,4 0 1,3 0 0,3 0 0,4-1 105,3-2 1,-3 0-1,-1-4 1,-1-1-1096,1-1 1,-3-2 0,-1 1-1,-3-1 1172,-2 1 0,-9 3 150,1 0 0,-10 10 0,-2 4 1,-5 8 642,-5 5 0,3 5 0,3-1 0,0 1-196,0 1 0,4-8 0,-1 3 0,3-2-481,3-3 1,3-4-1,4-6 1,1-1 3,0-3 0,3-6 1,0-4-1,-2-5-298,0-4 1,-5-3 0,-1-1 0,-1 0-69,-3 0 0,-1 0 0,-1 1 0,-1 1-37,-3 2 0,-1 5 0,-6 0 0,-1 5-331,-2 3 1,3 0-1,-3 4-578,2 0 404,1 0 1,6-1 787,1-3 0,12 3 0,4-3 0</inkml:trace>
  <inkml:trace contextRef="#ctx0" brushRef="#br0" timeOffset="566">474 251 7975,'9'4'0,"-1"4"489,-1 5 0,-4-3 0,1 3 1,0 1 352,-1 1 0,1 0 1,-4 4-1,0 1-444,0-2 1,-4 1 0,0 2-1,-2 1-444,-2 3 0,2-7 0,-1 2 0,-1-2 12,-2-2 0,3-6 1,0 0-17,-1-1 0,3-5 0,2-4-360,2-6 1,1-8-1,1-5 1,2-4 194,4-5 1,3 1 0,1 0-56,3 1 0,2-2 0,4 3 0,-2-1 1,3 0-608,1 3 0,0 3 1,4 1-1,2 1 877,3 2 0,-2-1 0,7 0 0</inkml:trace>
</inkml:ink>
</file>

<file path=ppt/ink/ink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8:49.949"/>
    </inkml:context>
    <inkml:brush xml:id="br0">
      <inkml:brushProperty name="width" value="0.06" units="cm"/>
      <inkml:brushProperty name="height" value="0.06" units="cm"/>
    </inkml:brush>
  </inkml:definitions>
  <inkml:trace contextRef="#ctx0" brushRef="#br0">43 137 7816,'-6'-4'510,"-3"3"1,3-3-1,-4 8 24,3 3 0,3 7 0,4 3 0,0 4-423,0 4 0,1 2 1,1 5-31,2 3 1,3-2 0,-3 2-1,1-3-81,0-4 0,3-7 0,-2-6 0</inkml:trace>
  <inkml:trace contextRef="#ctx0" brushRef="#br0" timeOffset="133">148 1 9910,'-9'1'-327,"2"2"0,3 2 0,6 3 0,4-2 159,4-1 0,-2 2 0,6-4 168,-3 0 0,5-2 0,0-1 0</inkml:trace>
  <inkml:trace contextRef="#ctx0" brushRef="#br0" timeOffset="316">337 1 7875,'7'10'0,"0"1"0,-4 0 0,1 2 0,0 3 579,-1 0 0,4-2 1,-2 3-1,1 2-67,2 1 0,1 1 1,1 0-1,-2 1-192,-1 3 1,0-2 0,2 3 0,-2-2-307,-3 0 0,-3-4 1,-1 4-1,-1-2-330,-3 0 0,-2-5 1,-4-2-1,-2-2-249,-2-4 1,-2-5 0,-4-1 0,0-1 564,-1-2 0,-2 0 0,-9 0 0</inkml:trace>
</inkml:ink>
</file>

<file path=ppt/ink/ink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8:47.234"/>
    </inkml:context>
    <inkml:brush xml:id="br0">
      <inkml:brushProperty name="width" value="0.06" units="cm"/>
      <inkml:brushProperty name="height" value="0.06" units="cm"/>
    </inkml:brush>
  </inkml:definitions>
  <inkml:trace contextRef="#ctx0" brushRef="#br0">210 263 7889,'0'-10'0,"-1"-1"407,-3 1 0,-2 1 1,-4 2-1,-2 3 61,-2 3 1,-2 1 0,-5 1 0,-1 3 144,1 3 1,4 8 0,1 6 0,0 6-224,3 3 1,5 5-1,2 0 1,2 0-244,1 2 1,7-8 0,4 1 0,5-3-350,5-4 0,3-5 0,2-5-150,1-5 1,6-8 0,-2-8 0,1-6 0,0-7-356,-1-6 0,-3-11 0,1-5 408,-4-5 1,0-8 0,-8 7 0,-2 3 285,-4 6 0,-3 6 0,-5 9 0,-2 11 972,-1 12 1,-2 10-1,-2 16 1,2 6-473,1 4 0,3-4 0,-3 4 0,3 0-980,1-1 1,1-1-1,1-3 1,3-3-711,1-5 1,1-10 0,4-2 0,0-3 1202,3-4 0,-2-5 0,3-3 0</inkml:trace>
  <inkml:trace contextRef="#ctx0" brushRef="#br0" timeOffset="283">567 158 7941,'6'11'142,"-2"-1"0,-3 2 0,0 1 0,1 2 836,2 1 0,3 3 0,-2 5 1,0 1-378,4 2 1,-4 2 0,1 4 0,0 1-363,0 0 0,-4-3 0,2 7 0,-3-2-330,-1-2 0,-1-5 0,-3-2 83,-3-1 1,-2-6 0,0-6 0,0-4 0,2-4-76,-1-6 0,2-9 0,1-10 0,0-6-89,3-6 0,0-2 0,2-4 0,0-1 18,0 1 0,5 0 0,2-2 0,2 3-195,2-1 0,-1 8 1,1-2-4,-1 0 0,6 6 0,1 0 0,2 4 1,1 2-851,1 2 1,-6 4 0,5-1 1201,-4 2 0,3-3 0,-3-1 0</inkml:trace>
  <inkml:trace contextRef="#ctx0" brushRef="#br0" timeOffset="415">915 0 7941,'0'16'0,"-2"1"787,-1 3 0,2 1 0,-3 0 0,3 1 140,1 3 1,0 3 0,0 7-1,0 5-657,0 4 1,0 2 0,0 4 0,0 1-923,0 0 1,0-6 0,0-1 0,1-7-1625,3-5 2276,-3-8 0,4-3 0,-5-6 0</inkml:trace>
  <inkml:trace contextRef="#ctx0" brushRef="#br0" timeOffset="565">820 411 8070,'0'-11'718,"3"1"1,1-1 0,-1 1-12,2-1 0,1 4 1,4 1-1,1 2-706,-1 1 0,2 2 0,1 1 0,2 0-89,2 0 0,0-1 0,4-1 0,0-2-4431,0 2 4519,0-4 0,0 0 0,0-4 0</inkml:trace>
  <inkml:trace contextRef="#ctx0" brushRef="#br0" timeOffset="682">1135 263 7981,'0'16'0,"0"-2"0,-1 6 0,-1 2 589,-2 0 0,1 1 0,3 1 0,0 1-278,0 2 1,1-3-1,1-1 1,2-3-2555,-2-2 2243,4-6 0,0 4 0,5-6 0</inkml:trace>
  <inkml:trace contextRef="#ctx0" brushRef="#br0" timeOffset="798">1146 190 7981,'-5'-15'213,"4"-1"0,-2-1 0,1 2 431,2 0 1,0 6 0,0-1-988,0 0 0,2 6 0,1 0 343,4 3 0,7 6 0,3 1 0</inkml:trace>
  <inkml:trace contextRef="#ctx0" brushRef="#br0" timeOffset="1049">1504 43 8035,'-18'0'0,"-2"-2"565,-2-1 1,7 2 0,-3-3 0,5 3 483,3 1 0,1 1 0,2 3 0,3 3-388,3 2 0,1 6 0,0 4 0,0 4-359,0 5 0,3 4 0,2 2 0,1 2-335,2 2 1,1 1-1,1 5 1,-2-1-694,-1-2 0,-3-6 1,3 0-1,1-4-601,1-3 0,-2-7 1,0-7-1,1-3-871,2-4 2198,-5-2 0,5-5 0,-4 0 0</inkml:trace>
  <inkml:trace contextRef="#ctx0" brushRef="#br0" timeOffset="1332">1262 411 8978,'-7'3'1165,"0"1"0,9-2 1,2-4-1,5-3-572,5-1 1,-1 4-1,4-3 1,3 2-762,4-1 1,-2-3 0,3 3-762,1-2 1,-4 0 0,4-2 0,-1 1-1492,-1-2 0,1 0 2420,-4-1 0,5-6 0,0 0 0</inkml:trace>
  <inkml:trace contextRef="#ctx0" brushRef="#br0" timeOffset="1599">1651 200 7926,'-12'0'338,"-1"2"0,-2 1-189,-1 4 1,3 2-1,-1 2 1,2 1 826,2 2 0,-1 2 1,2 4-1,2 0-170,3 1 1,3-4-1,2 6 1,3-6-941,3-2 1,3-4 0,3-5-1,2-2-48,2-1 0,0-3 0,3-4 1,-1-4-170,-2-5 1,0-4-1,0-7 1,-1 0-381,-1 0 0,-7 2 0,1 1 0,-2 1 1244,-1 3 1,-4 1 155,2 6 0,-3 5 0,-2 6 0,-3 9-160,-3 6 1,2 9 0,-1 3 0,0 1-1400,0-1 0,4-1 0,-2-5 0,4 0 435,4-2 0,2-7 455,4-2 0,5-1 0,2-4 0</inkml:trace>
  <inkml:trace contextRef="#ctx0" brushRef="#br0" timeOffset="1816">1967 127 7923,'-12'0'0,"-1"0"710,-1 0 1,-5 1-1,3 1 1,-2 4 38,1 3 1,4 1-1,-1 6 1,2 2 676,2 2 1,4-1 0,2 8 0,3 0-1014,1 0 0,1 1 1,4 3-1,4-2-587,4-1 0,6-5 1,-3 2-1,2-4-804,-1-4 0,1-3 1,3-7-30,0-3 0,0-3 0,0-3 0,0-5 0,0-7-5029,0-5 6036,-4-2 0,2-9 0,-2-3 0</inkml:trace>
  <inkml:trace contextRef="#ctx0" brushRef="#br0" timeOffset="1999">2209 43 8540,'-6'1'1491,"2"2"1,0 4-1,0 7 1,2 4-669,1 2 1,1 7-1,0 3 1,0 6-841,0 5 0,0 0 0,0 7 0,0-1-1148,0-3 1,3-5 0,1-5 0,-2-4-175,-1-2 0,0-8 271,3 1 1068,-3-12 0,4 1 0,-5-10 0</inkml:trace>
  <inkml:trace contextRef="#ctx0" brushRef="#br0" timeOffset="2148">2103 390 8135,'0'-11'728,"0"4"0,0 0 17,0-1 1,5-1 0,3-1-1,4 2 714,2 1 1,6 1 0,0-1 0,4 4-1936,3 2 0,-2-1 1,0 0-1,0-1-991,-2 0 0,-6 3 1467,4 4 0,-7-3 0,1 4 0</inkml:trace>
</inkml:ink>
</file>

<file path=ppt/ink/ink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8:58.529"/>
    </inkml:context>
    <inkml:brush xml:id="br0">
      <inkml:brushProperty name="width" value="0.06" units="cm"/>
      <inkml:brushProperty name="height" value="0.06" units="cm"/>
    </inkml:brush>
  </inkml:definitions>
  <inkml:trace contextRef="#ctx0" brushRef="#br0">43 211 7986,'0'-10'115,"0"-1"0,0 4 1235,0 0-703,0 0 0,0 3-312,0 4 0,0 4 0,0 8 0,0 2-55,0 4 0,0 3 1,0 3-1,0 4-176,0 3 0,0 1 0,0 2 1,0 2-158,0 2 1,-2-4 0,0 0 0,-3-5-73,-1-5 1,3-6 0,-4-5 4,-1-5 1,3-8 0,2-9 173,1-8 0,2-1 0,0-10 0,2-2 0,1 0 76,4-2 0,2 1 1,3-1-1,2 1-114,4-1 1,-2 4 0,3 1-1,2 1-386,2 3 1,2 1 0,-4 2-286,0 2 0,0 3 0,-1 5 0,-3 0 0,-3 3-2365,-2 4 3020,-1 2 0,-1 5 0,1 2 0</inkml:trace>
  <inkml:trace contextRef="#ctx0" brushRef="#br0" timeOffset="267">306 285 8297,'5'5'1270,"5"-4"0,-3 2-861,2-1 1,-1-7 0,0-3-1,2-5-389,-2-5 0,0 2 0,2-2 1,-2 0-73,-1-2 0,-5 0 1,2 2 124,-3 4 0,-6 4 0,-2 3 0,-2 3 0,-3 6 94,-2 5 0,1 5 0,-3 13 1,1 4 134,2 5 1,1-1-1,1 3 1,2-1-183,2 0 1,2-3 0,7-5 0,1-3-441,4-4 0,4 0 1,3-7-1,3-4-346,3-4 0,1-4 0,0-3 0,1-4-2179,3-5 2845,-8-6 0,13 0 0,-8-4 0</inkml:trace>
  <inkml:trace contextRef="#ctx0" brushRef="#br0" timeOffset="601">884 64 7933,'-10'-10'463,"-2"3"0,-1 1 0,-2 0 219,-1 0 1,1 0 0,-1-1-341,1 4 0,-4 1 0,3 4 0,-1 2 612,3 7 1,6 6-1,2 10 1,2 6-580,1 3 1,2 4-1,1 3 1,1 2-531,3-1 1,2-7-1,4 4-75,1-3 0,-2-4 0,1-5 0,-2-3 0,1-4-1727,-1-6 1,-4-3-3298,-1-2 5254,-2-6 0,-10-9 0,-3-8 0</inkml:trace>
  <inkml:trace contextRef="#ctx0" brushRef="#br0" timeOffset="733">611 453 7933,'-2'-7'0,"0"0"947,-1-1 0,-1-1 1,4-2-156,0 1 0,6-1 1,3 1-1,6-1-699,5 1 0,0-2 0,8-1 0,2-2-339,0-1 1,-1 3 0,0-1 0,3 2-51,1 1 1,-6 1 0,3 1 295,-3 2 0,2-3 0,-2 4 0</inkml:trace>
  <inkml:trace contextRef="#ctx0" brushRef="#br0" timeOffset="984">1116 127 7895,'0'6'1812,"1"-1"0,2-5 0,4 0-1340,3 0 1,5 0 0,2 0 0,4 0-574,4 0 0,-2-1 0,4-2 0,-1 0-85,-3 0 0,0 1 0,-4 0-2769,-1-2 0,-4 0 651,-7 0 2304,-2 3 0,-10-13 0,-1 2 0</inkml:trace>
  <inkml:trace contextRef="#ctx0" brushRef="#br0" timeOffset="1099">1337 75 7895,'-4'14'0,"-1"1"255,-1 1 0,4-2 1,-3 4-1,2 2 605,-1 3 0,-3 0 0,4 4 0,1-1-624,0-3 1,1 3 0,-1-1 0,-2-2-1134,2-1 1,1-1-1,0 0 1,-3-1 241,-3-2 655,3-3 0,-10 0 0,2 1 0</inkml:trace>
  <inkml:trace contextRef="#ctx0" brushRef="#br0" timeOffset="1233">1126 538 8283,'-10'4'1951,"5"-3"1,5 2-1856,6-6 1,4-2 0,4-6-1,5 0-479,4 1 0,1-5 0,4-2 0,1-1-700,1-3 0,2 2 1083,0-6 0,-1 3 0,1 1 0</inkml:trace>
  <inkml:trace contextRef="#ctx0" brushRef="#br0" timeOffset="1534">1578 1 7895,'-3'10'0,"-1"2"534,2 2 0,1 0 0,1 6 0,0 3 868,0 3 0,1 2 0,3 4 0,3-1-922,2 1 0,2-4 1,-1-2-1,1-3-461,-1-3 0,-4-6 0,-3 0-11,-1-2 1,-4-6 0,-2-3-549,-7-2 1,-4 0 0,-6 3 0,0 2-1,-1 2-164,-3 2 1,3 0 0,-3 6 0,3 1 873,1-1 0,8 1 0,4 3 0,3-1 311,4-1 1,2-1 0,4 2 0,7-4-174,5-5 0,4-3 0,1 1 0,1-5-482,3-2 0,-5-5 0,3-5 1,1-2-679,-2-3 0,0-5 0,-2 1-35,-3-1 0,2-1 887,-5 2 0,5-2 0,-3 4 0</inkml:trace>
  <inkml:trace contextRef="#ctx0" brushRef="#br0" timeOffset="1716">1852 306 10484,'-11'7'896,"1"0"0,3 0 0,0 4-497,-1-1 1,0 5 0,-1 5 0,2 6-1,0 7 183,2 3 1,0 2-1,5 3 1,0 0-1786,0 1 0,0-7 1,0 3 1202,0-8 0,0 1 0,0-4 0</inkml:trace>
</inkml:ink>
</file>

<file path=ppt/ink/ink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9:08.009"/>
    </inkml:context>
    <inkml:brush xml:id="br0">
      <inkml:brushProperty name="width" value="0.06" units="cm"/>
      <inkml:brushProperty name="height" value="0.06" units="cm"/>
    </inkml:brush>
  </inkml:definitions>
  <inkml:trace contextRef="#ctx0" brushRef="#br0">168 148 8180,'-10'-6'58,"-1"2"1,1 3 88,-1 1 1,-3 1 0,0 4 0,1 6-4,2 5 1,-3 5 0,0 4 0,1 4-12,1 5 1,5-2 0,1 3 0,2-3-272,1-4 0,2 1 0,1-5 0,1-4-303,3-5 0,3-5 0,6-3 0,2-3 89,1-3 0,-2-3 0,3-4 1,-1-6 351,0-3 0,1-7 0,0-6 0,3 2 0,-4 0 0</inkml:trace>
  <inkml:trace contextRef="#ctx0" brushRef="#br0" timeOffset="216">231 221 8159,'-7'6'177,"0"5"0,2 0 0,-2 8 0,3 3 358,3 5 0,1 0 0,0 0 0,1-1-412,3-3 1,5-1 0,5-3-1,0-4-242,1-4 0,-2-8 0,3 1 0,1-4-103,-1-4 0,-3-6 0,0-9 0,-4-3 108,-2-3 1,-4-4-1,0 2 1,-2 0 5,-1 3 1,-4-1-1,-3 3 1,-3 2-88,0 0 1,-1 5 0,-1 2 0,0 5-206,-2 4 0,0 3 0,3 2-838,1 3 1238,4 2 0,-4 9 0,4 1 0</inkml:trace>
  <inkml:trace contextRef="#ctx0" brushRef="#br0" timeOffset="532">452 211 8184,'-4'21'386,"3"-4"1,-4 0 0,1-1 124,1 1 1,-1 0 0,4 4 0,-1 1-323,-2 3 0,2-3 0,-3 3 0,3-3-82,1-1 0,0 0-1,-1-1 1,-2-3-79,0-3 1,-1-8-197,4-6 1,5-7 0,2-9 0,2-8-99,2-5 0,1-1 1,0-9-1,4-1 27,0 0 0,-2 5 1,2 1-1,1 1 305,-1 4 1,-2 2-1,3 7 1,-2 2 87,-2 4 0,1 8 0,-3 8 0,-1 7 86,-1 7 1,-4 9 0,-1 3-1,0 4-408,-1 3 1,1-3-1,-4 2 1,0-3-527,0-3 0,0-5 0,0 2 0,0-4-1263,0-4 1957,0-6 0,5-7 0,0-4 0</inkml:trace>
  <inkml:trace contextRef="#ctx0" brushRef="#br0" timeOffset="715">757 127 7514,'4'-16'-261,"0"-1"1,0 5 1002,0 2 0,-2 6 0,4 3 0,0 6-212,0 5 1,-3 9 0,3 1 0,-1 6-530,-3 4 1,3-3 0,-2 6 0,1-1-385,0 1 1,-3-6 0,3 3 0,-3-2-198,-1-1 1,0 0 0,0 0 0,-1-5-127,-3-3 1,2-11 705,-5-1 0,-5 0 0,-4-1 0</inkml:trace>
  <inkml:trace contextRef="#ctx0" brushRef="#br0" timeOffset="1299">736 432 6898,'0'-11'0,"0"1"135,0-1 1,0 1-1,0-1 1,0-1 479,0-2 1,4 6-1,-1-2 1,1 0-252,1 1 0,-3 2 0,5 1 0,2 2-449,4 1 1,0 2 0,3 1 0,1 0-375,-1 0 1,2 0 0,3 0-1,0 0-76,0 0 1,0-3 0,-1-2-1,-2-1 262,0-2 0,-5 2 0,1-1 0,-2-1 274,-2-2 1,-4 0 0,-3-1 0,-1 1 339,-2-1 1,-2 2-1,-1 1 397,-4 1 1,-2 4 0,-2 0-203,1 2 1,-1 7 0,2 3-1,0 5-217,2 2 1,0 2 0,-2 3 0,2 1-111,4 3 0,0-3 0,1 1 1,-2-3-221,2-2 1,1-4-1,2 1 1,3-2-323,3-4 1,2-5-1,1-2 1,1-6 101,-1-6 1,4-5 0,1-6 0,-3-2 120,0-1 1,-1 2 0,-1-3 0,-1 3 162,-2 1 1,2 5-1,-6 2 1,1 2 75,0 1 1,-2 7-252,1 4 0,-2 5 0,-1 8 0,0 3-250,0 0 1,4 0 0,0 2-1,2-4-247,2-2 0,-2-3 1,1-2-1,3-2 619,2-1 0,1-3 0,4 2 0,-2-7-46,-2-6 0,2-1 0,-1-4 0,-2 1-74,-4 0 0,-2-1 1,-4 2-1,2-1 494,-2 1 1,-2 1 0,-4 3 0,-3 1 604,-2 1 0,-3 4 1,-1 0-1,-1 3-276,2 3 0,0 7 0,1 5 0,2 1-299,2 3 0,-1 2 1,4 1-1,2 2-527,1-1 1,1-4 0,1 3 0,2-3-296,4-1 0,4-2 1,2-4-1,2-2-670,1-3 1,2-6 0,3-1-1,0-7-383,0-6 1,0-7 1470,0-4 0,0-6 0,0 4 0</inkml:trace>
  <inkml:trace contextRef="#ctx0" brushRef="#br0" timeOffset="1432">1441 137 8184,'0'-23'168,"0"2"1,0 7 0,0 0 882,0 2 1,-1 7-446,-2 5 1,1 10-1,-1 7 1,1 4-283,-2 4 1,3-2 0,-3 5-1,3 1-851,1 2 1,-1-3-1,-1 0 1,-2 0-424,2-1 1,-3 2 949,2-4 0,-5-1 0,2-3 0</inkml:trace>
  <inkml:trace contextRef="#ctx0" brushRef="#br0" timeOffset="1553">1326 379 8184,'0'-7'340,"1"0"125,2-1 0,0-1 1,4-2-87,1 1 0,1-1 1,3 1-1,1-1-129,1 0 0,3 1 0,-2-1-250,2 1 0,0-1 0,4 1 0</inkml:trace>
  <inkml:trace contextRef="#ctx0" brushRef="#br0" timeOffset="1749">1631 0 8147,'0'11'469,"0"-4"0,1 0 0,2 2 213,4 4 1,-1 5-1,1 6 1,1 6 8,2 3 1,0 6 0,0 5-1,-2 4-182,-1 4 1,-6-4-1,-1 5 1,-7 1-254,-6 0 0,-1-11 1,-5 0-1,-2-6-924,-1-7 1,2-5 0,-3-2-1,3-5-55,2-8 0,4-4 1,-3-6 722,-2 0 0,-1-9 0,-1-3 0</inkml:trace>
</inkml:ink>
</file>

<file path=ppt/ink/ink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9:05.013"/>
    </inkml:context>
    <inkml:brush xml:id="br0">
      <inkml:brushProperty name="width" value="0.06" units="cm"/>
      <inkml:brushProperty name="height" value="0.06" units="cm"/>
    </inkml:brush>
  </inkml:definitions>
  <inkml:trace contextRef="#ctx0" brushRef="#br0">9 158 9958,'-6'1'329,"4"3"1,4 3-49,5 2 1,3 5 0,1 2-1,3-1-347,4 0 1,-2-1 0,2-4 0,2 0-822,3-3 1,-1 1-1,3-4 1,-3-3 36,-1-4 1,-4-7 849,1-8 0,0-6 0,3-3 0</inkml:trace>
  <inkml:trace contextRef="#ctx0" brushRef="#br0" timeOffset="414">335 53 8129,'-7'0'127,"0"0"1,-1 0 467,-1 0 1,2 5 0,-2 2-50,-2 2 1,0 6-1,-3 4 1,1 4-1,0 7-206,-1 3 1,0 1 0,5 5 0,1 1-186,1 1 0,5 0 1,-2-3-1,3-2-767,1 1 0,1-13 1,3 0-1,3-7-382,2-4 1,5-6-1,1-4 1,1-3 419,3-3 0,-2-8 1,-1-6-1,0-4 574,1-4 0,-5 1 0,3-7 0,-4-1 0,0-1 0,-1 4 0,0 2 0,-2 0 40,-1 0 1,-5 5 0,2 1-1,-3 6 376,-1 3 1,-5 6 0,-2 5 0,-2 6 208,-2 5 0,2 8 0,1 0 0,2 6-158,1 4 1,2-1 0,3-1 0,0 1-86,0 0 1,4-7 0,3 0 0,4-4-243,3-3 0,-1-2 0,3-4 1,0-5-121,1-4 1,-4-5 0,1-8 0,-3-5-69,0-4 0,-4-5 1,-1 2-1,-2-1-271,-1 0 1,-2 5-1,-2-2 1,-2 4-174,0 4 1,-5 1-2157,1 6 1085,-3 4 1,6 1 1562,4 5 0,4-4 0,7-2 0</inkml:trace>
  <inkml:trace contextRef="#ctx0" brushRef="#br0" timeOffset="681">556 148 8129,'0'15'120,"0"-3"1,0 3 0,-1 0 97,-3 3 79,3-3 1,-3 8 0,4-2 0,0 1 0,0 2 0,1-2 0,2 1 405,4 1 1,3-9-1,0 2 1,1-4-691,-1-2 1,5-5 0,2-4 0,0-6-183,1-6 0,-5-6 0,1-9 1,-3-4-53,0-5 1,-2-3 0,-1-4-1,-2 1-247,-1 1 0,0 9 0,-3 0 1,1 4 180,0 6 0,-1 5 0,2 10 995,3 9 1,-2 6-1,3 12 1,1 3 144,4 3 1,-2 3 0,3 2-1,-2 0-1674,-1-3 1,0-4-1,2 0 1,1-4-798,-1-6 1,2-6 0,0-4 1617,2-2 0,0-5 0,4-5 0</inkml:trace>
  <inkml:trace contextRef="#ctx0" brushRef="#br0" timeOffset="1130">1219 43 8180,'-5'-11'413,"-2"0"0,-3 2 0,-3 2 0,-1 4-66,1 1 0,1 2 1,2 2-1,-1 2-7,1 7 1,3 4 0,1 6 0,1 1-92,3 3 1,2-2 0,3 5-122,4 1 1,3 1-1,1-1 1,2-2-1,2-1-208,2-3 1,-4-1 0,1-1 0,-3 0-153,0 0 0,-5 0 0,-3-1 0,-2-1 107,-1-2 1,-4-4 0,-3 1 0,-4-2-64,-3-2 1,1-3 0,-3-1-310,1-1 1,-3-1 0,3-4 0,0-2-632,0-1 0,5-3 0,7-6 1128,2-2 0,1-2 0,0-5 0</inkml:trace>
  <inkml:trace contextRef="#ctx0" brushRef="#br0" timeOffset="1697">1293 127 8180,'7'-4'330,"0"1"1,-4-1 0,4 4 37,1 0 1,-3 8 0,-2 4-1,-1 4 138,-2 7 0,3-2 1,1 4-1,-2 1-123,-1 2 0,-1-1 1,0 0-1,0-1-281,0-3 0,0 3 0,0-3 0,0-2 26,0-2 0,0-10 0,1 1-199,3-5 0,-2-3 1,4-8-668,-1-5 0,2-8 0,-3 0 526,2-5 0,1-4 0,4 2 0,-1 1 1,1-1 188,-1 3 0,-3 4 0,0 4 1,0 2 17,-1 4 1,4 7 491,-3 6 1,-3 4 0,0 12-381,-3 2 1,0 2 0,1-2-1,2 1 1,-1 3-709,2 1 1,1-4 0,3 0-160,-2-4 1,4-4 0,-2-4 0,4-2 0,1-2 759,1-3 0,-3-9 0,2-5 0,-2-7 0,-2-3 0,-3-2 0,-1-1 0,-1-2 0,2 1 0,-4 3 0,0 1 0,-2 2-7,-1 4 0,-1 6 1,-3 2 798,-3 1 1,-1 7 0,1 5 0,3 3-301,3 4 0,1-1 1,0 3-1,0 1-289,0-1 0,4-2 0,0 3 0,2-2-187,2-2 0,2-3 0,0-2 1,1-2-286,-1-1 0,1-3 94,-1-5 1,-3-7-1,-1-5 1,-1-1-1,-3-3-79,-1-1 0,-1-1 1,-1 0-1,-1 0 92,-2 0 1,-3 5-1,4 2 1,-1 2-853,0 1 0,2 1-215,-1-1 0,2 1 1229,1-1 0,4 1 0,2-1 0</inkml:trace>
  <inkml:trace contextRef="#ctx0" brushRef="#br0" timeOffset="2112">1766 148 8180,'0'10'579,"0"2"-71,0 2 0,0-5 0,0 4 1,0 1-48,0 1 0,0-1 1,0 4-1,0 1-241,0 1 1,5 1-1,2-2 1,1 0-230,-1-1 0,3-9 0,0 0 0,3-3-399,-1-3 0,1-2 1,0-4-1,1-4 63,-1-7 0,-5-6 0,-2-3 0,-1-3 272,-3 0 1,3 2 0,-2 1 0,0 3 439,-2 2 1,-1 5 187,0-1 1,0 9 0,0 6-453,0 8 1,0 6 0,0 6 0,1 2-160,2 1 0,-1-2 0,2 3 1,0-4-541,-1-4 0,4 2 0,-2-5 0,1-1-542,2-1 1,-2-6-1,1-4 1138,1-4 0,-3-4 0,-2-6 0,-2-2 0,-1-4 0,2-3 0,0-2 0,1-1 0,0 0 0,-2 1 0,-1 1 0,0-1 24,0 3 0,0 10 1,0-1 806,0 2 1,3 7-1,1 4-241,-2 7 1,-1 10 0,1 1 0,0 5-818,1 1 1,4-1 0,-2 3-1,0 0-538,-1-1 1,5 0-1,-4-5 1,2 0 764,1-2 0,-1-6 0,3 1 0</inkml:trace>
  <inkml:trace contextRef="#ctx0" brushRef="#br0" timeOffset="2445">2187 74 9080,'1'9'1631,"1"1"0,2-1-1067,-2 3 1,4 5-1,1 1 1,1 2-254,-1 1 0,2 0 1,-3-1-1,1-2-295,0 0 0,-4-5 1,0 1-1,-2-2-496,-1-2 1,-1-4-27,-2-3 0,-3 0 0,-6-1 0,-1 2 165,-1-2 1,-3-1 0,3-1-1,0 1 359,-2 3 1,7-2 0,-3 5-1,2 1 178,2 2 1,4 0 0,1 1 0,3 0 236,3 3 1,3-1 0,5 4-1,0-2-219,3-2 0,-1-5 0,4-2 0,-1-2-443,0-1 1,1-2 0,0-2 0,-3-4-443,-2-5 0,-2-2 1,1-6-1,-2 0-2588,-2-2 3259,3-1 0,-9-5 0,3-1 0</inkml:trace>
</inkml:ink>
</file>

<file path=ppt/ink/ink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9:01.563"/>
    </inkml:context>
    <inkml:brush xml:id="br0">
      <inkml:brushProperty name="width" value="0.06" units="cm"/>
      <inkml:brushProperty name="height" value="0.06" units="cm"/>
    </inkml:brush>
  </inkml:definitions>
  <inkml:trace contextRef="#ctx0" brushRef="#br0">96 127 7997,'-4'-11'0,"1"0"369,0 1 1,-1-1 0,-1 1 1337,-1-1-1187,4 6 1,-3 5-1,6 8 1,3 6-89,3 7 1,3 6 0,3 7-1,1 3-168,-1 4 1,0-5-1,0 5 1,1-4-49,-1-3 1,-2-4-1,0-5 1,-2-1-1042,-2-4 0,-1-11 1,-5-2 152,-1-5 0,-3-10 0,-10-4 0,-2-2 321,-2-1 0,0 1 1,-4 4-1,0 0 211,0 3 1,3 3 0,2 4 0,-1 0 766,1 0 0,7 8 0,-1 2-152,4 2 1,3 4-1,4 1 1,3 0-1,4 0-605,5-2 1,3 0 0,5-3-1,0-1-855,0-1 0,0-3 0,0 1 1,0-2 984,0-2 0,0 0 0,0-4 0</inkml:trace>
  <inkml:trace contextRef="#ctx0" brushRef="#br0" timeOffset="282">317 400 8023,'7'1'1154,"0"2"-369,1 0 0,-2 1 1,1-4-1,2-2-320,4-1 0,0-3 0,4-6 0,2-3-426,1-6 1,-3-1 0,1-7-1,-1-3-112,0-2 1,-6-1 0,-5 6 0,-1 3-138,-3 5 1,-6 5 0,-6 2-1,-4 7 162,-2 4 0,2 5 0,-3 1 0,1 5 267,0 5 1,3 4-1,-1 5 1,3 2 177,4 4 1,-1 3 0,5 1 0,0 2-280,2 1 1,2-2-1,2-4 1,3 2-530,3-2 1,0-4-1,8-3-896,-2-7 1,3 1 0,0-9 0,1-3 1306,-2-5 0,8-10 0,-3-5 0</inkml:trace>
  <inkml:trace contextRef="#ctx0" brushRef="#br0" timeOffset="448">653 53 8676,'-6'1'3330,"3"3"-2670,2 3 1,1 3 0,0 4 0,0 5-225,0 4 0,4 4 0,3 5 0,3 2-538,0 4 0,1-3 1,-1 6-1,0-2-1021,-3-2 0,1-7 1,-5 1-1,0-5-657,-2-7 0,-2-2 1780,-3-7 0,-2-4 0,-4-1 0</inkml:trace>
  <inkml:trace contextRef="#ctx0" brushRef="#br0" timeOffset="581">622 390 7462,'0'-11'-1042,"0"0"1727,0 1 1,4 3-1,3 1 1,3 1-506,0 3 1,4 1-1,1 1 1,2 0-838,1 0 1,2-4 0,1 0-997,0-2 1653,0-1 0,1-4 0,-1 1 0</inkml:trace>
  <inkml:trace contextRef="#ctx0" brushRef="#br0" timeOffset="816">895 232 9983,'-10'0'0,"-1"0"886,1 0 1,-1 4-1,1 5 1,-2 2-228,-2 3 0,3 5 0,0-1 1,4 1-352,2 2 0,1-3 0,4-2 0,2 1-290,1-1 1,4-4 0,6-2 0,2-5-475,2-4 0,0-2 0,4-4 0,0-4-347,0-4 1,-3-7 0,-3 0 0,-2-4 350,-4-3 0,-1 2 1,2 0-1,-3 1 436,-4 4 0,-2 6 0,-1 0-359,0 3 0,-4 6 147,-3 5 1,2 5 0,2 5 0,1 1-521,2-1 0,0 2 0,0 1 748,0 1 0,5 0 0,1-4 0</inkml:trace>
  <inkml:trace contextRef="#ctx0" brushRef="#br0" timeOffset="982">1116 116 7990,'-1'11'0,"-1"-1"0,-3 2 170,-1 2 0,3-1 1,-3 4-1,1 2 874,3 1 0,1 1 0,1 0 0,0 1-1017,0 3 1,1-3-1,1 2 1,3-3-1357,1-3 0,1-3 0,3-6 1329,1-2 0,-1 3 0,1-4 0</inkml:trace>
  <inkml:trace contextRef="#ctx0" brushRef="#br0" timeOffset="1097">1179 127 7990,'-4'-7'3235,"-3"-1"-4800,2 6-587,0-3 2152,5 5 0,5 0 0,1 0 0</inkml:trace>
  <inkml:trace contextRef="#ctx0" brushRef="#br0" timeOffset="1265">1316 11 7990,'-5'10'771,"3"-3"1,-4 0 0,1 2 128,3 0 0,0 3 0,-1 0 0,0 4-365,1 0 0,0 3 0,2 5 0,0 4-771,0 3 1,2 5 0,0 0 0,3 0-361,0-1 0,1-5 1,2 0-1,-1-7-166,2-4 1,-3-11 0,1-1 761,1-4 0,1-13 0,2-1 0</inkml:trace>
  <inkml:trace contextRef="#ctx0" brushRef="#br0" timeOffset="1465">1411 105 7990,'0'12'0,"1"1"729,2 1 1,0 5 0,4-3 0,0 3 287,-1 2 0,6-1 1,-1 7-1,1 0-302,-1-1 0,3-1 0,-1 3 0,-2 0-279,-3-1 0,-5 0 1,3-4-1,-1 2-621,-3-2 0,-5-1 1,-4-2-1,-4-1-657,-3-2 0,3-5 0,-4-1 1,4-7-830,0-2 0,1-5 1,-1-4 1670,1-7 0,-1-5 0,1-2 0</inkml:trace>
  <inkml:trace contextRef="#ctx0" brushRef="#br0" timeOffset="1732">1905 21 7984,'-1'-6'996,"-3"2"-109,-3-1 1,-2 4-1,-1-3 1,-2 3 119,-2 1 1,-3 5 0,-4 3 0,-1 5-277,-2 5 1,4 6-1,-2 5 1,1 6-7,2 7 0,8 3 0,2 5 0,4 4-330,6 3 0,5-8 0,10 5 1,5-7-960,5-6 0,6-14 1,2-4-1,2-5-1255,2-6 0,-3-6 0,1-7-1509,-3-8 1,3-8 3327,-8-7 0,5-3 0,-7-5 0</inkml:trace>
  <inkml:trace contextRef="#ctx0" brushRef="#br0" timeOffset="2465">2168 116 7928,'1'-6'121,"2"1"475,0 1 1,1 4-182,-4 0 1,0 10 0,0 11 0,0 7 3,0 6 1,1 5 0,2 6 0,4 6-146,3 4 0,0-3 0,2 0-174,2-9 1,1-8 0,4-10 0,-3-9 0,-1-8-206,-2-8 0,2-10 0,-1-11 0,0-9-435,2-7 0,-5 1 0,2-9 348,-5 1 0,2 1 0,-3 4 0,1 5 0,-1 6-79,-4 7 0,0 11 0,-1 11 1,2 9 496,-2 10 0,0 9 1,1 8-1,1 0 160,2 3 1,1-4 0,4-2 0,-1-5 37,1-4 0,0-8 1,2-4-1,1-5-22,-1-4 0,2-9 1,-1-6-350,-1-5 1,1-7 0,-2-4 0,-3-2 0,0-4-547,-4 0 1,4-1 0,-6 0 0,-1-1-649,0 1 1,-2 3 0,0 3 0,0 2 508,0 0 0,0 9 1,0-1-1,0 5 632,0 3 0,-5-1 0,-1-4 0,-4-1 0</inkml:trace>
  <inkml:trace contextRef="#ctx0" brushRef="#br0" timeOffset="2932">2694 21 7014,'11'12'169,"-1"2"0,-3-1 1,0 4-1,0 2 343,-1 1 1,2 6-1,-4 2 1,-1 3 174,2 4 1,-4-3 0,3 4 0,-3 2 61,-1-3 1,0 0 0,0-4 0,0 0-231,0-4 1,1-8 0,1 2-562,2-5 0,-1-12 1,-2-6-144,3-7 0,-3-14 0,4 0 0,-2-5-32,1-4 0,3-1 1,-2-8-59,0 2 1,1 4 0,2 6-1,-1 3 1,0 3 63,-1 3 0,4 6 0,-3 2 313,2 7 1,-2 12-1,-1 14 1,0 6-252,0 4 0,-3 5 0,3 1-240,-1 1 1,3-2-1,-1-4 1,2-3-1,3-3-359,2-5 0,-2-9 1,3-1-1,0-8 148,2-5 0,-1-10 0,-2-7 1,-3-6 599,0-2 0,-1-1 0,0-2-8,-3 2 1,-3-4-1,-4 6 1,0 5 0,0 3-30,0 1 1,-4 9 0,-2 2 0,-1 7 962,0 6 1,0 9-1,-2 3 1,2 6 346,3 2 0,3-3 0,1 3 1,0-1-861,0-3 1,1-4 0,3-4 0,3-2-393,2-3 0,5-7 0,0-1 28,-1-4 0,-2-5 0,0-8 1,-2-6-1,0-6-670,-2-3 0,-5 1 1,1 1-1,-1-1-216,-2-1 1,-4 3-1,-1 4 1,1 4-832,-1 5 0,-3 6 1668,1 1 0,-3 0 0,0-4 0</inkml:trace>
</inkml:ink>
</file>

<file path=ppt/ink/ink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9:19.090"/>
    </inkml:context>
    <inkml:brush xml:id="br0">
      <inkml:brushProperty name="width" value="0.06" units="cm"/>
      <inkml:brushProperty name="height" value="0.06" units="cm"/>
    </inkml:brush>
  </inkml:definitions>
  <inkml:trace contextRef="#ctx0" brushRef="#br0">117 30 6180,'0'-9'1604,"0"-4"1,-7 12 0,-3-4-1264,-3 3 1,3 2 0,0 2 0,-1 3-50,-2 4 0,0 13 1,1 7-1,4 9 1,1 8-2,4 8 1,3 2 0,5 13 0,7 0-261,6-2 0,6-6 0,9-14-129,2-11 1,12-6 0,2-27 0,7-8 0,3-14-151,0-19 1,-13-11-1,-6-10 1,-11 0-144,-9-1 1,-7 1-1,-15 4 1,-4 4 440,-9 6 0,-8 11 0,-10 1 196,-1 7 1,-6 6 0,4 9 0,0 3 0,0 1-386,3 4 0,2 1 0,3 2-441,4 0 1,4 2-1,10 3-630,5 4 0,10 0 0,5 0-177,3 3 1387,2 1 0,0 2 0,-1 0 0</inkml:trace>
  <inkml:trace contextRef="#ctx0" brushRef="#br0" timeOffset="333">235 295 8204,'-7'-8'742,"6"2"1,-11 7-518,7 4 0,0 8 0,5 9 0,0 1-416,0 3 1,0 3-1,0 4 1,0 2-482,0-2 0,5-7 672,0-2 0,7 1 0,-4 5 0</inkml:trace>
</inkml:ink>
</file>

<file path=ppt/ink/ink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9:20.422"/>
    </inkml:context>
    <inkml:brush xml:id="br0">
      <inkml:brushProperty name="width" value="0.06" units="cm"/>
      <inkml:brushProperty name="height" value="0.06" units="cm"/>
    </inkml:brush>
  </inkml:definitions>
  <inkml:trace contextRef="#ctx0" brushRef="#br0">133 30 8204,'-10'-13'253,"0"3"1,-1 5 10,-2 4 1,3 1 0,0 0 0,-1 1-7,-2 4 0,3 8 0,0 9 0,0 2 137,2 7 0,1 1 1,7 7-1,2 4-117,3 4 1,10 1-1,9 3 1,6-2-88,4-1 0,-1-12 0,6 1 0,2-10-383,2-13 0,-2-5 0,0-13 1,0-7-57,-5-14 0,-5-6 1,-6-12-1,-7-3-72,-6 1 0,-9-1 1,-11 3-1,-9 2 341,-4 1 0,-5 11 1,-7-2-1,-3 3 112,-2 7 1,5 2 0,0 6 0,5 4-150,4 4 0,4 3 1,-3 2-696,2 0 1,8 2-1,9 1 1,6 3-1867,3 3 2577,6 0 0,-2 6 0,5 0 0</inkml:trace>
  <inkml:trace contextRef="#ctx0" brushRef="#br0" timeOffset="401">192 252 8227,'-8'-15'324,"1"5"18,7 0 1,7 7-1,3-4-13,3 1 0,2 4 0,0-3-181,-1 4 0,1 6 0,-2 1 0,-1 2 0,-2 4-385,1 1 0,-4-2 0,-2 3 187,-4 2 0,-1 2 0,-1-3 1,-4 0-1,-5-1 96,-3 1 1,-2 0-1,2 0 1,1-1 384,2 1 1,2-5 0,-3-2-192,1-1 0,7-1 0,-1-2-332,8 1 1,4-2-1,8-6 1,4-4-318,4-1 1,4-4 0,2-4-78,-1 1 0,6-6 486,-1 11 0,7-13 0,-3 7 0</inkml:trace>
</inkml:ink>
</file>

<file path=ppt/ink/ink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9:23.104"/>
    </inkml:context>
    <inkml:brush xml:id="br0">
      <inkml:brushProperty name="width" value="0.06" units="cm"/>
      <inkml:brushProperty name="height" value="0.06" units="cm"/>
    </inkml:brush>
  </inkml:definitions>
  <inkml:trace contextRef="#ctx0" brushRef="#br0">279 30 7897,'-21'-7'399,"-1"1"1,-4-4 31,2 5 0,6 3 0,-4 2 1,1 2-1,-2 3 160,0 5 0,2 11 0,6 9 0,0 9-216,0 9 0,7 6 0,3 10 0,5 6-45,5 7 0,12-4 1,10 0-1,10-4-267,5-8 1,-4-22 0,10-7-1,1-13-320,2-10 0,-4-9 0,2-10 0,-3-13-185,-1-13 0,-8-14 0,-2-17 1,-6-8 140,-4-6 0,-10 7 0,-10 0 0,-5 6 121,-5 7 0,-5 12 0,-11 8 0,-7 13 291,-5 11 0,-8 12 0,3 0 0,-1 5-209,-1 5 0,6 2 0,-2 4 1,3-1-72,5 2 1,3 1 0,1 0 0,4-2-2391,4-1 2559,8-6 0,14 2 0,11-6 0</inkml:trace>
  <inkml:trace contextRef="#ctx0" brushRef="#br0" timeOffset="500">191 281 7828,'-10'0'-31,"0"0"244,-2 0 1,4 0 258,-2 0 1,5 0 0,-4 0 1105,-3 0-859,5 0-367,1 0 0,8 0 0,2 0-125,6 0 1,8-2 0,4-1 0,1-2-90,3 2 0,2-4 0,0 2 0,-2 2-558,-1 1 0,-2 2 0,1 0 1,-4 0 33,-4 0 1,-1 0 462,0 0 0,-7 7 0,-3 3 0,-3 3 48,-2 2 1,-5 1 0,-2 2-1,1 2 14,-1-2 1,2 0-1,5 0 1,0 2-80,0-2 1,0 3 0,0-1 0,2-1-97,3 3 1,-4-6 0,4 5 0,-3 1-187,-2 2 0,0-1 1,0 0-1,-2 0-275,-3 0 1,-3-5 0,-7 2-1,-1-2-2452,-4 2 2949,4-10 0,-6 16 0,8-10 0</inkml:trace>
</inkml:ink>
</file>

<file path=ppt/ink/ink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9:30.021"/>
    </inkml:context>
    <inkml:brush xml:id="br0">
      <inkml:brushProperty name="width" value="0.06" units="cm"/>
      <inkml:brushProperty name="height" value="0.06" units="cm"/>
    </inkml:brush>
  </inkml:definitions>
  <inkml:trace contextRef="#ctx0" brushRef="#br0">232 75 8233,'-2'-15'0,"-1"0"0,-4 0 528,-1 1 0,-7 5 1,-4 4-61,1 4 1,-4 2 0,1 4 0,0 7 0,-1 6 248,4 7 0,2 11 0,3 10 0,1 11-244,2 10 1,7 9 0,1 4 0,9 6-157,8-1 1,16-5 0,2-3 0,8-9-355,8-16 1,-3-22-1,16-11-342,1-10 0,2-22 1,-2-14-1,-6-15 0,-3-14-245,-8-7 0,-16-9 1,-7 3-1,-10-1 399,-8 2 1,-5 11 0,-5 0 0,-8 11 291,-10 10 0,-4 9 1,-12 6-1,-2 3 140,-2 5 0,-1 8 0,1 0-527,4 3 0,-4 2 0,7 2 1,2 3-1,6 5-702,5 3 0,10-3 0,8 0 0,3 1 1022,2 2 0,7 2 0,1 0 0</inkml:trace>
  <inkml:trace contextRef="#ctx0" brushRef="#br0" timeOffset="384">320 400 7829,'-6'14'500,"3"-4"0,-7 0 149,-2 2 1,-1 2-1,0 4 1,1 2-348,3-2 0,-1 5 1,-5 0-1,0 2-85,0-1 1,6-4-1,0 3 1,1 0 155,0 0 0,3-5 0,-3 2-115,1-4 1,2-6 0,7-2-1,3-1-220,5-4 1,5-1 0,4-2 0,6 0-313,3 0 0,-2-7 1,0-3-1,2-3-253,-2-2 1,1 1-1,2-3 1,-1-1-392,-3-2 0,-2-4 0,-5 2 0,0 1-106,-5 0 1024,2 1 0,-14-1 0,6-2 0</inkml:trace>
  <inkml:trace contextRef="#ctx0" brushRef="#br0" timeOffset="480">424 518 7829,'-7'15'454,"4"1"0,-5 4 1,1 4-7,4 4 0,1 3 0,2 2 1,0 3-290,0 2 0,2-4 0,1 6 1,4-1-512,1-1 1,2 0 351,5-4 0,6-9 0,2 3 0</inkml:trace>
</inkml:ink>
</file>

<file path=ppt/ink/ink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9:39.133"/>
    </inkml:context>
    <inkml:brush xml:id="br0">
      <inkml:brushProperty name="width" value="0.06" units="cm"/>
      <inkml:brushProperty name="height" value="0.06" units="cm"/>
    </inkml:brush>
  </inkml:definitions>
  <inkml:trace contextRef="#ctx0" brushRef="#br0">160 18 8389,'-7'-10'603,"3"2"1,-6 10-1,0 4-307,0 6 0,0 14 0,-4 7 1,3 11-139,-3 7 1,4 6 0,-2 14-290,-2 0 0,7 3 0,-1 1 0,2-4 0,0 0-610,2-4 0,2-6 0,4 0 741,4-6 0,4 2 0,7-11 0</inkml:trace>
</inkml:ink>
</file>

<file path=ppt/ink/ink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2T10:09:39.500"/>
    </inkml:context>
    <inkml:brush xml:id="br0">
      <inkml:brushProperty name="width" value="0.06" units="cm"/>
      <inkml:brushProperty name="height" value="0.06" units="cm"/>
    </inkml:brush>
  </inkml:definitions>
  <inkml:trace contextRef="#ctx0" brushRef="#br0">53 72 7981,'-6'-18'-264,"-2"2"1,1 2 722,-1 3 0,0 7 2513,2-2-2476,4 4 1,-6 6 0,10 6-1,2 9-317,2 7 1,2 11 0,-4 11-1,4 3 9,1 2 0,-5 8 1,2 2-1,-2 2-958,2 0 0,-4-2 0,4 4 0,-2-4-1425,2-2 1,-4-10 2194,4-10 0,-4-3 0,-2-3 0</inkml:trace>
  <inkml:trace contextRef="#ctx0" brushRef="#br0" timeOffset="150">53 568 8172,'6'-28'493,"2"5"1,2 3-173,4 2 0,1 1 0,3-1 0,2 0-195,3 0 1,-1 1 0,8-1 0,3 0-316,6 1 0,-1 5 1,5 0-1,-1-2-842,-1-2 1,0 3-1,-7-3 1031,-5-4 0,5-2 0,-7 5 0</inkml:trace>
  <inkml:trace contextRef="#ctx0" brushRef="#br0" timeOffset="299">638 125 8197,'-8'18'0,"-4"1"117,-3 5 1,3-2 0,2 7 298,2 3 1,-4 1 0,6 4 0,2 5 0,2 3-363,2 0 1,8 5 0,4-9 0,6-2-529,5-1 0,-1-5 1,6-3-1,-1-7-617,1-3 1,-5-8 1090,7 0 0,-8-16 0,3 2 0</inkml:trace>
  <inkml:trace contextRef="#ctx0" brushRef="#br0" timeOffset="466">886 338 8172,'-2'-18'791,"-2"0"-119,-2 0 1,2 1-1,10-1-348,6 0 0,6 0 0,5 1 0,7-1-339,3 0 0,3 1 0,-1-1 0,3 0-298,3 0 0,-4 9 0,5 3 0,-5 4-1340,-1 2 1,-9 2 1652,-3 4 0,-4 11 0,-3 11 0</inkml:trace>
  <inkml:trace contextRef="#ctx0" brushRef="#br0" timeOffset="716">1187 125 8172,'-2'10'-351,"-4"-4"1,4-2 639,-3 1 0,3 5 0,2 8 63,0 0 0,0 1 0,0 3 0,0 6 70,0 5 0,0 1 0,0 13 0,0 2-210,0 2 0,0 2 1,0 1-1,0-3-345,0-4 1,0-2 0,2-7-1,2-1 106,1-3 0,3-17 27,-2 1 0,-4-12 0,6 2 0</inkml:trace>
  <inkml:trace contextRef="#ctx0" brushRef="#br0" timeOffset="933">1365 355 8152,'0'-12'629,"1"3"0,3-1-147,2 0 1,8 4 0,-2-6 0,4-2-289,1-1 0,7-3 0,2 0 1,3 0-509,9 1 0,-7-1 0,8 0 0,1 3-246,-3 3 1,-5 4 0,-5 8 559,-1 0 0,-2 0 0,-7 0 0</inkml:trace>
  <inkml:trace contextRef="#ctx0" brushRef="#br0" timeOffset="1099">1666 249 8152,'-18'18'503,"0"1"0,1 5 0,-1 5 20,0 5 0,8 3 0,2 3 0,3 3-328,-1 2 0,0 3 1,8 3-1,4-2-621,5-2 1,5-9 0,2-3 0,2-9-448,3-7 0,-1-9 0,5-6 0,-1-8-411,-4-8 1284,5-3 0,-7-11 0,6-1 0</inkml:trace>
  <inkml:trace contextRef="#ctx0" brushRef="#br0" timeOffset="1266">1896 231 11061,'0'30'960,"2"1"1,2 7-589,2 7 0,8 6 0,-2 2 0,3 2-830,3 4 0,0-9 0,-3 1 1,-1-6-393,-2-5 1,-6-3-1,4-4-2406,-2-3 3256,-2-12 0,-6-18 0,0-10 0</inkml:trace>
  <inkml:trace contextRef="#ctx0" brushRef="#br0" timeOffset="1432">2002 320 8152,'10'-28'0,"-4"5"0,4 9 0,0 2 0,2 0 748,0 2 0,-1 2 0,7 8 0,0 0 64,-1 0 0,-5 10 1,-2 8-1,0 10-377,0 5 0,-6 4 1,2 3-1,-4 1-192,-2-1 1,-8-1 0,-2-2 0,-2 1-370,0-5 1,0-9 125,-5-1 0,-9-11 0,-1-4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2B1A6E-CF2A-4D43-97E3-58FD378C223B}" type="datetimeFigureOut">
              <a:rPr lang="en-US" smtClean="0"/>
              <a:t>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FD4FAC-B258-624A-81B3-9D14B0086038}" type="slidenum">
              <a:rPr lang="en-US" smtClean="0"/>
              <a:t>‹#›</a:t>
            </a:fld>
            <a:endParaRPr lang="en-US"/>
          </a:p>
        </p:txBody>
      </p:sp>
    </p:spTree>
    <p:extLst>
      <p:ext uri="{BB962C8B-B14F-4D97-AF65-F5344CB8AC3E}">
        <p14:creationId xmlns:p14="http://schemas.microsoft.com/office/powerpoint/2010/main" val="6905050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4538"/>
            <a:ext cx="6616700" cy="372268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2ECED4A-8422-47A8-91D5-85FE05320145}" type="slidenum">
              <a:rPr lang="en-US" smtClean="0"/>
              <a:pPr/>
              <a:t>5</a:t>
            </a:fld>
            <a:endParaRPr lang="en-US"/>
          </a:p>
        </p:txBody>
      </p:sp>
    </p:spTree>
    <p:extLst>
      <p:ext uri="{BB962C8B-B14F-4D97-AF65-F5344CB8AC3E}">
        <p14:creationId xmlns:p14="http://schemas.microsoft.com/office/powerpoint/2010/main" val="31135835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4538"/>
            <a:ext cx="6616700" cy="372268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2ECED4A-8422-47A8-91D5-85FE05320145}" type="slidenum">
              <a:rPr lang="en-US" smtClean="0"/>
              <a:pPr/>
              <a:t>6</a:t>
            </a:fld>
            <a:endParaRPr lang="en-US"/>
          </a:p>
        </p:txBody>
      </p:sp>
    </p:spTree>
    <p:extLst>
      <p:ext uri="{BB962C8B-B14F-4D97-AF65-F5344CB8AC3E}">
        <p14:creationId xmlns:p14="http://schemas.microsoft.com/office/powerpoint/2010/main" val="12845836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Know, Have, Is</a:t>
            </a:r>
          </a:p>
          <a:p>
            <a:endParaRPr lang="en-US" dirty="0"/>
          </a:p>
        </p:txBody>
      </p:sp>
      <p:sp>
        <p:nvSpPr>
          <p:cNvPr id="4" name="Slide Number Placeholder 3"/>
          <p:cNvSpPr>
            <a:spLocks noGrp="1"/>
          </p:cNvSpPr>
          <p:nvPr>
            <p:ph type="sldNum" sz="quarter" idx="5"/>
          </p:nvPr>
        </p:nvSpPr>
        <p:spPr/>
        <p:txBody>
          <a:bodyPr/>
          <a:lstStyle/>
          <a:p>
            <a:fld id="{1CFD4FAC-B258-624A-81B3-9D14B0086038}" type="slidenum">
              <a:rPr lang="en-US" smtClean="0"/>
              <a:t>7</a:t>
            </a:fld>
            <a:endParaRPr lang="en-US"/>
          </a:p>
        </p:txBody>
      </p:sp>
    </p:spTree>
    <p:extLst>
      <p:ext uri="{BB962C8B-B14F-4D97-AF65-F5344CB8AC3E}">
        <p14:creationId xmlns:p14="http://schemas.microsoft.com/office/powerpoint/2010/main" val="6576766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Only a cipher reference.</a:t>
            </a:r>
            <a:endParaRPr lang="en-US" dirty="0"/>
          </a:p>
        </p:txBody>
      </p:sp>
      <p:sp>
        <p:nvSpPr>
          <p:cNvPr id="4" name="Slide Number Placeholder 3"/>
          <p:cNvSpPr>
            <a:spLocks noGrp="1"/>
          </p:cNvSpPr>
          <p:nvPr>
            <p:ph type="sldNum" sz="quarter" idx="5"/>
          </p:nvPr>
        </p:nvSpPr>
        <p:spPr/>
        <p:txBody>
          <a:bodyPr/>
          <a:lstStyle/>
          <a:p>
            <a:fld id="{1CFD4FAC-B258-624A-81B3-9D14B0086038}" type="slidenum">
              <a:rPr lang="en-US" smtClean="0"/>
              <a:t>15</a:t>
            </a:fld>
            <a:endParaRPr lang="en-US"/>
          </a:p>
        </p:txBody>
      </p:sp>
    </p:spTree>
    <p:extLst>
      <p:ext uri="{BB962C8B-B14F-4D97-AF65-F5344CB8AC3E}">
        <p14:creationId xmlns:p14="http://schemas.microsoft.com/office/powerpoint/2010/main" val="39382770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Assumes that hashing is used. So  a list of possible passwords list is built and then steal the real password file. Both can be used to compare with each other to find the real values. Weak passwords, this one will be very fast.</a:t>
            </a:r>
            <a:endParaRPr lang="en-US" dirty="0"/>
          </a:p>
        </p:txBody>
      </p:sp>
      <p:sp>
        <p:nvSpPr>
          <p:cNvPr id="4" name="Slide Number Placeholder 3"/>
          <p:cNvSpPr>
            <a:spLocks noGrp="1"/>
          </p:cNvSpPr>
          <p:nvPr>
            <p:ph type="sldNum" sz="quarter" idx="5"/>
          </p:nvPr>
        </p:nvSpPr>
        <p:spPr/>
        <p:txBody>
          <a:bodyPr/>
          <a:lstStyle/>
          <a:p>
            <a:fld id="{1CFD4FAC-B258-624A-81B3-9D14B0086038}" type="slidenum">
              <a:rPr lang="en-US" smtClean="0"/>
              <a:t>20</a:t>
            </a:fld>
            <a:endParaRPr lang="en-US"/>
          </a:p>
        </p:txBody>
      </p:sp>
    </p:spTree>
    <p:extLst>
      <p:ext uri="{BB962C8B-B14F-4D97-AF65-F5344CB8AC3E}">
        <p14:creationId xmlns:p14="http://schemas.microsoft.com/office/powerpoint/2010/main" val="9388184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User must REVEAL the password. Everything is password based.</a:t>
            </a:r>
          </a:p>
          <a:p>
            <a:r>
              <a:rPr lang="en-SG" dirty="0"/>
              <a:t>The replay attack is basically like </a:t>
            </a:r>
            <a:r>
              <a:rPr lang="en-SG" dirty="0" err="1"/>
              <a:t>phising</a:t>
            </a:r>
            <a:r>
              <a:rPr lang="en-SG" dirty="0"/>
              <a:t>, using someone’s identity as </a:t>
            </a:r>
            <a:r>
              <a:rPr lang="en-SG" dirty="0" err="1"/>
              <a:t>atacker</a:t>
            </a:r>
            <a:r>
              <a:rPr lang="en-SG" dirty="0"/>
              <a:t> will know your info already and just do whatever he wants.</a:t>
            </a:r>
            <a:endParaRPr lang="en-US" dirty="0"/>
          </a:p>
        </p:txBody>
      </p:sp>
      <p:sp>
        <p:nvSpPr>
          <p:cNvPr id="4" name="Slide Number Placeholder 3"/>
          <p:cNvSpPr>
            <a:spLocks noGrp="1"/>
          </p:cNvSpPr>
          <p:nvPr>
            <p:ph type="sldNum" sz="quarter" idx="5"/>
          </p:nvPr>
        </p:nvSpPr>
        <p:spPr/>
        <p:txBody>
          <a:bodyPr/>
          <a:lstStyle/>
          <a:p>
            <a:fld id="{1CFD4FAC-B258-624A-81B3-9D14B0086038}" type="slidenum">
              <a:rPr lang="en-US" smtClean="0"/>
              <a:t>22</a:t>
            </a:fld>
            <a:endParaRPr lang="en-US"/>
          </a:p>
        </p:txBody>
      </p:sp>
    </p:spTree>
    <p:extLst>
      <p:ext uri="{BB962C8B-B14F-4D97-AF65-F5344CB8AC3E}">
        <p14:creationId xmlns:p14="http://schemas.microsoft.com/office/powerpoint/2010/main" val="13319851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4538"/>
            <a:ext cx="6616700" cy="3722687"/>
          </a:xfrm>
        </p:spPr>
      </p:sp>
      <p:sp>
        <p:nvSpPr>
          <p:cNvPr id="3" name="Notes Placeholder 2"/>
          <p:cNvSpPr>
            <a:spLocks noGrp="1"/>
          </p:cNvSpPr>
          <p:nvPr>
            <p:ph type="body" idx="1"/>
          </p:nvPr>
        </p:nvSpPr>
        <p:spPr/>
        <p:txBody>
          <a:bodyPr/>
          <a:lstStyle/>
          <a:p>
            <a:r>
              <a:rPr lang="en-SG" dirty="0"/>
              <a:t>Can fight the attack on replay attack as a HASH is sent with the secret now, every auth session will change.</a:t>
            </a:r>
            <a:endParaRPr lang="en-US" dirty="0"/>
          </a:p>
        </p:txBody>
      </p:sp>
      <p:sp>
        <p:nvSpPr>
          <p:cNvPr id="4" name="Slide Number Placeholder 3"/>
          <p:cNvSpPr>
            <a:spLocks noGrp="1"/>
          </p:cNvSpPr>
          <p:nvPr>
            <p:ph type="sldNum" sz="quarter" idx="10"/>
          </p:nvPr>
        </p:nvSpPr>
        <p:spPr/>
        <p:txBody>
          <a:bodyPr/>
          <a:lstStyle/>
          <a:p>
            <a:fld id="{F2ECED4A-8422-47A8-91D5-85FE05320145}" type="slidenum">
              <a:rPr lang="en-US" smtClean="0"/>
              <a:pPr/>
              <a:t>25</a:t>
            </a:fld>
            <a:endParaRPr lang="en-US"/>
          </a:p>
        </p:txBody>
      </p:sp>
    </p:spTree>
    <p:extLst>
      <p:ext uri="{BB962C8B-B14F-4D97-AF65-F5344CB8AC3E}">
        <p14:creationId xmlns:p14="http://schemas.microsoft.com/office/powerpoint/2010/main" val="41414267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360"/>
              </a:spcBef>
              <a:spcAft>
                <a:spcPts val="0"/>
              </a:spcAft>
              <a:buClrTx/>
              <a:buSzPts val="1400"/>
              <a:buFontTx/>
              <a:buNone/>
              <a:tabLst/>
              <a:defRPr/>
            </a:pPr>
            <a:r>
              <a:rPr lang="en-GB" altLang="de-DE" dirty="0"/>
              <a:t>SAML defines a number of mechanisms that enable the relying party to trust the assertions provided to it</a:t>
            </a:r>
          </a:p>
          <a:p>
            <a:endParaRPr lang="en-SG" dirty="0"/>
          </a:p>
        </p:txBody>
      </p:sp>
      <p:sp>
        <p:nvSpPr>
          <p:cNvPr id="4" name="Slide Number Placeholder 3"/>
          <p:cNvSpPr>
            <a:spLocks noGrp="1"/>
          </p:cNvSpPr>
          <p:nvPr>
            <p:ph type="sldNum" idx="10"/>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Arial"/>
                <a:ea typeface="Arial"/>
                <a:cs typeface="Arial"/>
                <a:sym typeface="Arial"/>
              </a:rPr>
              <a:t>36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808109496"/>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11" Type="http://schemas.openxmlformats.org/officeDocument/2006/relationships/image" Target="../media/image4.svg"/><Relationship Id="rId5" Type="http://schemas.openxmlformats.org/officeDocument/2006/relationships/image" Target="../media/image8.svg"/><Relationship Id="rId10" Type="http://schemas.openxmlformats.org/officeDocument/2006/relationships/image" Target="../media/image3.png"/><Relationship Id="rId4" Type="http://schemas.openxmlformats.org/officeDocument/2006/relationships/image" Target="../media/image7.png"/><Relationship Id="rId9"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11" Type="http://schemas.openxmlformats.org/officeDocument/2006/relationships/image" Target="../media/image4.svg"/><Relationship Id="rId5" Type="http://schemas.openxmlformats.org/officeDocument/2006/relationships/image" Target="../media/image8.svg"/><Relationship Id="rId10" Type="http://schemas.openxmlformats.org/officeDocument/2006/relationships/image" Target="../media/image3.png"/><Relationship Id="rId4" Type="http://schemas.openxmlformats.org/officeDocument/2006/relationships/image" Target="../media/image7.png"/><Relationship Id="rId9"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2.xml"/><Relationship Id="rId6" Type="http://schemas.openxmlformats.org/officeDocument/2006/relationships/image" Target="../media/image9.png"/><Relationship Id="rId11" Type="http://schemas.openxmlformats.org/officeDocument/2006/relationships/image" Target="../media/image4.svg"/><Relationship Id="rId5" Type="http://schemas.openxmlformats.org/officeDocument/2006/relationships/image" Target="../media/image8.svg"/><Relationship Id="rId10" Type="http://schemas.openxmlformats.org/officeDocument/2006/relationships/image" Target="../media/image3.png"/><Relationship Id="rId4" Type="http://schemas.openxmlformats.org/officeDocument/2006/relationships/image" Target="../media/image7.png"/><Relationship Id="rId9" Type="http://schemas.openxmlformats.org/officeDocument/2006/relationships/image" Target="../media/image2.sv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alpha val="58824"/>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B3C88D0-2E08-4670-9044-5186D448CA04}"/>
              </a:ext>
            </a:extLst>
          </p:cNvPr>
          <p:cNvSpPr/>
          <p:nvPr userDrawn="1"/>
        </p:nvSpPr>
        <p:spPr>
          <a:xfrm>
            <a:off x="0" y="3429000"/>
            <a:ext cx="12188959" cy="3453861"/>
          </a:xfrm>
          <a:prstGeom prst="rect">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4" name="Graphic 3">
            <a:extLst>
              <a:ext uri="{FF2B5EF4-FFF2-40B4-BE49-F238E27FC236}">
                <a16:creationId xmlns:a16="http://schemas.microsoft.com/office/drawing/2014/main" id="{2E584884-844F-4B21-AC76-5ED86C2636E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35724" y="1051033"/>
            <a:ext cx="4750676" cy="4742829"/>
          </a:xfrm>
          <a:prstGeom prst="rect">
            <a:avLst/>
          </a:prstGeom>
        </p:spPr>
      </p:pic>
      <p:sp>
        <p:nvSpPr>
          <p:cNvPr id="5" name="Shape 220">
            <a:extLst>
              <a:ext uri="{FF2B5EF4-FFF2-40B4-BE49-F238E27FC236}">
                <a16:creationId xmlns:a16="http://schemas.microsoft.com/office/drawing/2014/main" id="{35520701-497D-44D0-A84B-8664C301EC62}"/>
              </a:ext>
            </a:extLst>
          </p:cNvPr>
          <p:cNvSpPr txBox="1">
            <a:spLocks/>
          </p:cNvSpPr>
          <p:nvPr userDrawn="1"/>
        </p:nvSpPr>
        <p:spPr>
          <a:xfrm>
            <a:off x="3041" y="2478949"/>
            <a:ext cx="12188959" cy="460767"/>
          </a:xfrm>
          <a:prstGeom prst="rect">
            <a:avLst/>
          </a:prstGeom>
          <a:noFill/>
          <a:ln>
            <a:noFill/>
          </a:ln>
        </p:spPr>
        <p:txBody>
          <a:bodyPr vert="horz" wrap="square" lIns="68569" tIns="34275" rIns="68569" bIns="34275" rtlCol="0" anchor="ctr" anchorCtr="0">
            <a:noAutofit/>
          </a:bodyPr>
          <a:lstStyle>
            <a:lvl1pPr algn="l" defTabSz="685800" rtl="0" eaLnBrk="1" latinLnBrk="0" hangingPunct="1">
              <a:lnSpc>
                <a:spcPct val="90000"/>
              </a:lnSpc>
              <a:spcBef>
                <a:spcPct val="0"/>
              </a:spcBef>
              <a:buNone/>
              <a:defRPr sz="2700" b="1" i="0" kern="1200">
                <a:solidFill>
                  <a:schemeClr val="tx1"/>
                </a:solidFill>
                <a:latin typeface="Helvetica Neue Condensed" panose="02000503000000020004" pitchFamily="2" charset="0"/>
                <a:ea typeface="Helvetica Neue Condensed" panose="02000503000000020004" pitchFamily="2" charset="0"/>
                <a:cs typeface="Helvetica Neue Condensed" panose="02000503000000020004" pitchFamily="2" charset="0"/>
              </a:defRPr>
            </a:lvl1pPr>
          </a:lstStyle>
          <a:p>
            <a:pPr algn="r"/>
            <a:r>
              <a:rPr lang="en-US" altLang="en-US" sz="3400" spc="-150" dirty="0">
                <a:latin typeface="Arial Nova" panose="020B0504020202020204" pitchFamily="34" charset="0"/>
                <a:ea typeface="Roboto" panose="020B0604020202020204" pitchFamily="2" charset="0"/>
              </a:rPr>
              <a:t>CS440</a:t>
            </a:r>
            <a:endParaRPr lang="en-US" sz="3400" spc="-150" dirty="0">
              <a:solidFill>
                <a:schemeClr val="accent2"/>
              </a:solidFill>
              <a:latin typeface="Arial Nova" panose="020B0504020202020204" pitchFamily="34" charset="0"/>
              <a:ea typeface="Roboto" panose="020B0604020202020204" pitchFamily="2" charset="0"/>
              <a:cs typeface="Tahoma"/>
              <a:sym typeface="Tahoma"/>
            </a:endParaRPr>
          </a:p>
        </p:txBody>
      </p:sp>
      <p:sp>
        <p:nvSpPr>
          <p:cNvPr id="7" name="TextBox 6">
            <a:extLst>
              <a:ext uri="{FF2B5EF4-FFF2-40B4-BE49-F238E27FC236}">
                <a16:creationId xmlns:a16="http://schemas.microsoft.com/office/drawing/2014/main" id="{D71D5293-5E45-4ED0-8ABB-404EA0C787DB}"/>
              </a:ext>
            </a:extLst>
          </p:cNvPr>
          <p:cNvSpPr txBox="1"/>
          <p:nvPr userDrawn="1"/>
        </p:nvSpPr>
        <p:spPr>
          <a:xfrm>
            <a:off x="0" y="2813447"/>
            <a:ext cx="12188959" cy="615553"/>
          </a:xfrm>
          <a:prstGeom prst="rect">
            <a:avLst/>
          </a:prstGeom>
          <a:noFill/>
        </p:spPr>
        <p:txBody>
          <a:bodyPr wrap="square">
            <a:spAutoFit/>
          </a:bodyPr>
          <a:lstStyle/>
          <a:p>
            <a:pPr algn="r"/>
            <a:r>
              <a:rPr lang="en-US" altLang="en-US" sz="3400" b="1" spc="-150" dirty="0">
                <a:latin typeface="Arial Nova" panose="020B0504020202020204" pitchFamily="34" charset="0"/>
                <a:ea typeface="Roboto" panose="020B0604020202020204" pitchFamily="2" charset="0"/>
              </a:rPr>
              <a:t>Foundations of Cybersecurity</a:t>
            </a:r>
            <a:endParaRPr lang="en-SG" sz="3400" b="1" spc="-150" dirty="0">
              <a:latin typeface="Arial Nova" panose="020B0504020202020204" pitchFamily="34" charset="0"/>
            </a:endParaRPr>
          </a:p>
        </p:txBody>
      </p:sp>
      <p:pic>
        <p:nvPicPr>
          <p:cNvPr id="8" name="Graphic 7">
            <a:extLst>
              <a:ext uri="{FF2B5EF4-FFF2-40B4-BE49-F238E27FC236}">
                <a16:creationId xmlns:a16="http://schemas.microsoft.com/office/drawing/2014/main" id="{8DDB0E61-499E-455F-A5D3-6261FA854D0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36669" y="1354341"/>
            <a:ext cx="4157604" cy="4157604"/>
          </a:xfrm>
          <a:prstGeom prst="rect">
            <a:avLst/>
          </a:prstGeom>
        </p:spPr>
      </p:pic>
      <p:pic>
        <p:nvPicPr>
          <p:cNvPr id="9" name="Graphic 8">
            <a:extLst>
              <a:ext uri="{FF2B5EF4-FFF2-40B4-BE49-F238E27FC236}">
                <a16:creationId xmlns:a16="http://schemas.microsoft.com/office/drawing/2014/main" id="{6E362F9D-8518-4A7E-9743-E5EAF1DFFD0F}"/>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t="50207"/>
          <a:stretch/>
        </p:blipFill>
        <p:spPr>
          <a:xfrm>
            <a:off x="1027242" y="3433142"/>
            <a:ext cx="4157604" cy="2070185"/>
          </a:xfrm>
          <a:prstGeom prst="rect">
            <a:avLst/>
          </a:prstGeom>
        </p:spPr>
      </p:pic>
      <p:sp>
        <p:nvSpPr>
          <p:cNvPr id="13" name="Text Placeholder 2">
            <a:extLst>
              <a:ext uri="{FF2B5EF4-FFF2-40B4-BE49-F238E27FC236}">
                <a16:creationId xmlns:a16="http://schemas.microsoft.com/office/drawing/2014/main" id="{CA5F7416-A3F0-4B2C-8382-6FB636DAF2E5}"/>
              </a:ext>
            </a:extLst>
          </p:cNvPr>
          <p:cNvSpPr>
            <a:spLocks noGrp="1"/>
          </p:cNvSpPr>
          <p:nvPr>
            <p:ph type="body" idx="10" hasCustomPrompt="1"/>
          </p:nvPr>
        </p:nvSpPr>
        <p:spPr>
          <a:xfrm>
            <a:off x="5495218" y="3437315"/>
            <a:ext cx="6693741" cy="1241217"/>
          </a:xfrm>
        </p:spPr>
        <p:txBody>
          <a:bodyPr anchor="t">
            <a:noAutofit/>
          </a:bodyPr>
          <a:lstStyle>
            <a:lvl1pPr marL="0" indent="0" algn="r">
              <a:buNone/>
              <a:defRPr sz="2400">
                <a:solidFill>
                  <a:schemeClr val="tx1"/>
                </a:solidFill>
                <a:latin typeface="Arial Nova Light" panose="020B03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Title Here</a:t>
            </a:r>
            <a:br>
              <a:rPr lang="en-GB" dirty="0"/>
            </a:br>
            <a:endParaRPr lang="en-GB" dirty="0"/>
          </a:p>
        </p:txBody>
      </p:sp>
      <p:sp>
        <p:nvSpPr>
          <p:cNvPr id="14" name="TextBox 13">
            <a:extLst>
              <a:ext uri="{FF2B5EF4-FFF2-40B4-BE49-F238E27FC236}">
                <a16:creationId xmlns:a16="http://schemas.microsoft.com/office/drawing/2014/main" id="{E574CF7D-A872-4DD3-8F5C-DBA67CFC686C}"/>
              </a:ext>
            </a:extLst>
          </p:cNvPr>
          <p:cNvSpPr txBox="1"/>
          <p:nvPr userDrawn="1"/>
        </p:nvSpPr>
        <p:spPr>
          <a:xfrm>
            <a:off x="3041" y="4696518"/>
            <a:ext cx="12188959" cy="338554"/>
          </a:xfrm>
          <a:prstGeom prst="rect">
            <a:avLst/>
          </a:prstGeom>
          <a:noFill/>
        </p:spPr>
        <p:txBody>
          <a:bodyPr wrap="square">
            <a:spAutoFit/>
          </a:bodyPr>
          <a:lstStyle/>
          <a:p>
            <a:pPr algn="r"/>
            <a:r>
              <a:rPr lang="en-US" altLang="en-US" sz="1600" b="0" spc="0" dirty="0">
                <a:latin typeface="Arial Nova Light" panose="020B0304020202020204" pitchFamily="34" charset="0"/>
                <a:ea typeface="Roboto" panose="020B0604020202020204" pitchFamily="2" charset="0"/>
              </a:rPr>
              <a:t>Presented By: Shar Lwin </a:t>
            </a:r>
            <a:r>
              <a:rPr lang="en-US" altLang="en-US" sz="1600" b="0" spc="0" dirty="0" err="1">
                <a:latin typeface="Arial Nova Light" panose="020B0304020202020204" pitchFamily="34" charset="0"/>
                <a:ea typeface="Roboto" panose="020B0604020202020204" pitchFamily="2" charset="0"/>
              </a:rPr>
              <a:t>Khin</a:t>
            </a:r>
            <a:endParaRPr lang="en-SG" sz="1600" b="0" spc="0" dirty="0">
              <a:latin typeface="Arial Nova Light" panose="020B0304020202020204" pitchFamily="34" charset="0"/>
            </a:endParaRPr>
          </a:p>
        </p:txBody>
      </p:sp>
      <p:grpSp>
        <p:nvGrpSpPr>
          <p:cNvPr id="19" name="Group 18">
            <a:extLst>
              <a:ext uri="{FF2B5EF4-FFF2-40B4-BE49-F238E27FC236}">
                <a16:creationId xmlns:a16="http://schemas.microsoft.com/office/drawing/2014/main" id="{75375691-E25A-463F-A244-33D5283ECA07}"/>
              </a:ext>
            </a:extLst>
          </p:cNvPr>
          <p:cNvGrpSpPr/>
          <p:nvPr userDrawn="1"/>
        </p:nvGrpSpPr>
        <p:grpSpPr>
          <a:xfrm>
            <a:off x="219412" y="142004"/>
            <a:ext cx="3078914" cy="546273"/>
            <a:chOff x="798998" y="4391812"/>
            <a:chExt cx="3252915" cy="577145"/>
          </a:xfrm>
        </p:grpSpPr>
        <p:pic>
          <p:nvPicPr>
            <p:cNvPr id="20" name="Graphic 19">
              <a:extLst>
                <a:ext uri="{FF2B5EF4-FFF2-40B4-BE49-F238E27FC236}">
                  <a16:creationId xmlns:a16="http://schemas.microsoft.com/office/drawing/2014/main" id="{B4E13C30-8D5A-4621-B756-E54226B03124}"/>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2416662" y="4391812"/>
              <a:ext cx="1635251" cy="577145"/>
            </a:xfrm>
            <a:prstGeom prst="rect">
              <a:avLst/>
            </a:prstGeom>
          </p:spPr>
        </p:pic>
        <p:pic>
          <p:nvPicPr>
            <p:cNvPr id="21" name="Graphic 20">
              <a:extLst>
                <a:ext uri="{FF2B5EF4-FFF2-40B4-BE49-F238E27FC236}">
                  <a16:creationId xmlns:a16="http://schemas.microsoft.com/office/drawing/2014/main" id="{DA55FD92-6D03-43FA-AF8F-FC98AD97B56A}"/>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798998" y="4393717"/>
              <a:ext cx="1457325" cy="571500"/>
            </a:xfrm>
            <a:prstGeom prst="rect">
              <a:avLst/>
            </a:prstGeom>
          </p:spPr>
        </p:pic>
      </p:grpSp>
    </p:spTree>
    <p:extLst>
      <p:ext uri="{BB962C8B-B14F-4D97-AF65-F5344CB8AC3E}">
        <p14:creationId xmlns:p14="http://schemas.microsoft.com/office/powerpoint/2010/main" val="35234358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No presented by)">
    <p:bg>
      <p:bgPr>
        <a:solidFill>
          <a:schemeClr val="bg1">
            <a:alpha val="58824"/>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B3C88D0-2E08-4670-9044-5186D448CA04}"/>
              </a:ext>
            </a:extLst>
          </p:cNvPr>
          <p:cNvSpPr/>
          <p:nvPr userDrawn="1"/>
        </p:nvSpPr>
        <p:spPr>
          <a:xfrm>
            <a:off x="0" y="3429000"/>
            <a:ext cx="12188959" cy="3453861"/>
          </a:xfrm>
          <a:prstGeom prst="rect">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4" name="Graphic 3">
            <a:extLst>
              <a:ext uri="{FF2B5EF4-FFF2-40B4-BE49-F238E27FC236}">
                <a16:creationId xmlns:a16="http://schemas.microsoft.com/office/drawing/2014/main" id="{2E584884-844F-4B21-AC76-5ED86C2636E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35724" y="1051033"/>
            <a:ext cx="4750676" cy="4742829"/>
          </a:xfrm>
          <a:prstGeom prst="rect">
            <a:avLst/>
          </a:prstGeom>
        </p:spPr>
      </p:pic>
      <p:sp>
        <p:nvSpPr>
          <p:cNvPr id="5" name="Shape 220">
            <a:extLst>
              <a:ext uri="{FF2B5EF4-FFF2-40B4-BE49-F238E27FC236}">
                <a16:creationId xmlns:a16="http://schemas.microsoft.com/office/drawing/2014/main" id="{35520701-497D-44D0-A84B-8664C301EC62}"/>
              </a:ext>
            </a:extLst>
          </p:cNvPr>
          <p:cNvSpPr txBox="1">
            <a:spLocks/>
          </p:cNvSpPr>
          <p:nvPr userDrawn="1"/>
        </p:nvSpPr>
        <p:spPr>
          <a:xfrm>
            <a:off x="3041" y="2478949"/>
            <a:ext cx="12188959" cy="460767"/>
          </a:xfrm>
          <a:prstGeom prst="rect">
            <a:avLst/>
          </a:prstGeom>
          <a:noFill/>
          <a:ln>
            <a:noFill/>
          </a:ln>
        </p:spPr>
        <p:txBody>
          <a:bodyPr vert="horz" wrap="square" lIns="68569" tIns="34275" rIns="68569" bIns="34275" rtlCol="0" anchor="ctr" anchorCtr="0">
            <a:noAutofit/>
          </a:bodyPr>
          <a:lstStyle>
            <a:lvl1pPr algn="l" defTabSz="685800" rtl="0" eaLnBrk="1" latinLnBrk="0" hangingPunct="1">
              <a:lnSpc>
                <a:spcPct val="90000"/>
              </a:lnSpc>
              <a:spcBef>
                <a:spcPct val="0"/>
              </a:spcBef>
              <a:buNone/>
              <a:defRPr sz="2700" b="1" i="0" kern="1200">
                <a:solidFill>
                  <a:schemeClr val="tx1"/>
                </a:solidFill>
                <a:latin typeface="Helvetica Neue Condensed" panose="02000503000000020004" pitchFamily="2" charset="0"/>
                <a:ea typeface="Helvetica Neue Condensed" panose="02000503000000020004" pitchFamily="2" charset="0"/>
                <a:cs typeface="Helvetica Neue Condensed" panose="02000503000000020004" pitchFamily="2" charset="0"/>
              </a:defRPr>
            </a:lvl1pPr>
          </a:lstStyle>
          <a:p>
            <a:pPr algn="r"/>
            <a:r>
              <a:rPr lang="en-US" altLang="en-US" sz="3400" spc="-150" dirty="0">
                <a:latin typeface="Arial Nova" panose="020B0504020202020204" pitchFamily="34" charset="0"/>
                <a:ea typeface="Roboto" panose="020B0604020202020204" pitchFamily="2" charset="0"/>
              </a:rPr>
              <a:t>CS440</a:t>
            </a:r>
            <a:endParaRPr lang="en-US" sz="3400" spc="-150" dirty="0">
              <a:solidFill>
                <a:schemeClr val="accent2"/>
              </a:solidFill>
              <a:latin typeface="Arial Nova" panose="020B0504020202020204" pitchFamily="34" charset="0"/>
              <a:ea typeface="Roboto" panose="020B0604020202020204" pitchFamily="2" charset="0"/>
              <a:cs typeface="Tahoma"/>
              <a:sym typeface="Tahoma"/>
            </a:endParaRPr>
          </a:p>
        </p:txBody>
      </p:sp>
      <p:sp>
        <p:nvSpPr>
          <p:cNvPr id="7" name="TextBox 6">
            <a:extLst>
              <a:ext uri="{FF2B5EF4-FFF2-40B4-BE49-F238E27FC236}">
                <a16:creationId xmlns:a16="http://schemas.microsoft.com/office/drawing/2014/main" id="{D71D5293-5E45-4ED0-8ABB-404EA0C787DB}"/>
              </a:ext>
            </a:extLst>
          </p:cNvPr>
          <p:cNvSpPr txBox="1"/>
          <p:nvPr userDrawn="1"/>
        </p:nvSpPr>
        <p:spPr>
          <a:xfrm>
            <a:off x="0" y="2813447"/>
            <a:ext cx="12188959" cy="615553"/>
          </a:xfrm>
          <a:prstGeom prst="rect">
            <a:avLst/>
          </a:prstGeom>
          <a:noFill/>
        </p:spPr>
        <p:txBody>
          <a:bodyPr wrap="square">
            <a:spAutoFit/>
          </a:bodyPr>
          <a:lstStyle/>
          <a:p>
            <a:pPr algn="r"/>
            <a:r>
              <a:rPr lang="en-US" altLang="en-US" sz="3400" b="1" spc="-150" dirty="0">
                <a:latin typeface="Arial Nova" panose="020B0504020202020204" pitchFamily="34" charset="0"/>
                <a:ea typeface="Roboto" panose="020B0604020202020204" pitchFamily="2" charset="0"/>
              </a:rPr>
              <a:t>Foundations of Cybersecurity</a:t>
            </a:r>
            <a:endParaRPr lang="en-SG" sz="3400" b="1" spc="-150" dirty="0">
              <a:latin typeface="Arial Nova" panose="020B0504020202020204" pitchFamily="34" charset="0"/>
            </a:endParaRPr>
          </a:p>
        </p:txBody>
      </p:sp>
      <p:pic>
        <p:nvPicPr>
          <p:cNvPr id="8" name="Graphic 7">
            <a:extLst>
              <a:ext uri="{FF2B5EF4-FFF2-40B4-BE49-F238E27FC236}">
                <a16:creationId xmlns:a16="http://schemas.microsoft.com/office/drawing/2014/main" id="{8DDB0E61-499E-455F-A5D3-6261FA854D0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36669" y="1354341"/>
            <a:ext cx="4157604" cy="4157604"/>
          </a:xfrm>
          <a:prstGeom prst="rect">
            <a:avLst/>
          </a:prstGeom>
        </p:spPr>
      </p:pic>
      <p:pic>
        <p:nvPicPr>
          <p:cNvPr id="9" name="Graphic 8">
            <a:extLst>
              <a:ext uri="{FF2B5EF4-FFF2-40B4-BE49-F238E27FC236}">
                <a16:creationId xmlns:a16="http://schemas.microsoft.com/office/drawing/2014/main" id="{6E362F9D-8518-4A7E-9743-E5EAF1DFFD0F}"/>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t="50207"/>
          <a:stretch/>
        </p:blipFill>
        <p:spPr>
          <a:xfrm>
            <a:off x="1027242" y="3433142"/>
            <a:ext cx="4157604" cy="2070185"/>
          </a:xfrm>
          <a:prstGeom prst="rect">
            <a:avLst/>
          </a:prstGeom>
        </p:spPr>
      </p:pic>
      <p:sp>
        <p:nvSpPr>
          <p:cNvPr id="15" name="Text Placeholder 2">
            <a:extLst>
              <a:ext uri="{FF2B5EF4-FFF2-40B4-BE49-F238E27FC236}">
                <a16:creationId xmlns:a16="http://schemas.microsoft.com/office/drawing/2014/main" id="{EE169A0C-E452-4AAB-92DC-2B26D2D761D6}"/>
              </a:ext>
            </a:extLst>
          </p:cNvPr>
          <p:cNvSpPr>
            <a:spLocks noGrp="1"/>
          </p:cNvSpPr>
          <p:nvPr>
            <p:ph type="body" idx="10" hasCustomPrompt="1"/>
          </p:nvPr>
        </p:nvSpPr>
        <p:spPr>
          <a:xfrm>
            <a:off x="5495218" y="3437315"/>
            <a:ext cx="6693741" cy="1241217"/>
          </a:xfrm>
        </p:spPr>
        <p:txBody>
          <a:bodyPr anchor="t">
            <a:noAutofit/>
          </a:bodyPr>
          <a:lstStyle>
            <a:lvl1pPr marL="0" indent="0" algn="r">
              <a:buNone/>
              <a:defRPr sz="2400">
                <a:solidFill>
                  <a:schemeClr val="tx1"/>
                </a:solidFill>
                <a:latin typeface="Arial Nova Light" panose="020B03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Title Here</a:t>
            </a:r>
            <a:br>
              <a:rPr lang="en-GB" dirty="0"/>
            </a:br>
            <a:endParaRPr lang="en-GB" dirty="0"/>
          </a:p>
        </p:txBody>
      </p:sp>
      <p:grpSp>
        <p:nvGrpSpPr>
          <p:cNvPr id="17" name="Group 16">
            <a:extLst>
              <a:ext uri="{FF2B5EF4-FFF2-40B4-BE49-F238E27FC236}">
                <a16:creationId xmlns:a16="http://schemas.microsoft.com/office/drawing/2014/main" id="{F87F7D5D-9E6A-4F19-BC0E-EEA8CF4CCCFB}"/>
              </a:ext>
            </a:extLst>
          </p:cNvPr>
          <p:cNvGrpSpPr/>
          <p:nvPr userDrawn="1"/>
        </p:nvGrpSpPr>
        <p:grpSpPr>
          <a:xfrm>
            <a:off x="219412" y="142004"/>
            <a:ext cx="3078914" cy="546273"/>
            <a:chOff x="798998" y="4391812"/>
            <a:chExt cx="3252915" cy="577145"/>
          </a:xfrm>
        </p:grpSpPr>
        <p:pic>
          <p:nvPicPr>
            <p:cNvPr id="18" name="Graphic 17">
              <a:extLst>
                <a:ext uri="{FF2B5EF4-FFF2-40B4-BE49-F238E27FC236}">
                  <a16:creationId xmlns:a16="http://schemas.microsoft.com/office/drawing/2014/main" id="{EF83F0FF-C3A1-4B8A-901B-5D525AE80513}"/>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2416662" y="4391812"/>
              <a:ext cx="1635251" cy="577145"/>
            </a:xfrm>
            <a:prstGeom prst="rect">
              <a:avLst/>
            </a:prstGeom>
          </p:spPr>
        </p:pic>
        <p:pic>
          <p:nvPicPr>
            <p:cNvPr id="19" name="Graphic 18">
              <a:extLst>
                <a:ext uri="{FF2B5EF4-FFF2-40B4-BE49-F238E27FC236}">
                  <a16:creationId xmlns:a16="http://schemas.microsoft.com/office/drawing/2014/main" id="{32BA6559-BBDA-45C5-9199-66F8C4F04494}"/>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798998" y="4393717"/>
              <a:ext cx="1457325" cy="571500"/>
            </a:xfrm>
            <a:prstGeom prst="rect">
              <a:avLst/>
            </a:prstGeom>
          </p:spPr>
        </p:pic>
      </p:grpSp>
    </p:spTree>
    <p:extLst>
      <p:ext uri="{BB962C8B-B14F-4D97-AF65-F5344CB8AC3E}">
        <p14:creationId xmlns:p14="http://schemas.microsoft.com/office/powerpoint/2010/main" val="8343201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O/Content Slide">
    <p:bg>
      <p:bgPr>
        <a:solidFill>
          <a:schemeClr val="bg1">
            <a:alpha val="58824"/>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8A8981B-AC8B-4A35-AA1C-761B40FAB541}"/>
              </a:ext>
            </a:extLst>
          </p:cNvPr>
          <p:cNvSpPr txBox="1"/>
          <p:nvPr userDrawn="1"/>
        </p:nvSpPr>
        <p:spPr>
          <a:xfrm>
            <a:off x="11754034" y="6550223"/>
            <a:ext cx="437965" cy="307777"/>
          </a:xfrm>
          <a:prstGeom prst="rect">
            <a:avLst/>
          </a:prstGeom>
          <a:noFill/>
        </p:spPr>
        <p:txBody>
          <a:bodyPr wrap="square" rtlCol="0">
            <a:spAutoFit/>
          </a:bodyPr>
          <a:lstStyle/>
          <a:p>
            <a:pPr algn="ctr"/>
            <a:fld id="{8FD86BCF-B0C7-40BD-8691-2D73369643C4}" type="slidenum">
              <a:rPr lang="en-SG" sz="1400" smtClean="0">
                <a:latin typeface="Arial Nova" panose="020B0504020202020204" pitchFamily="34" charset="0"/>
                <a:ea typeface="Helvetica Neue" panose="02000503000000020004" pitchFamily="2" charset="0"/>
                <a:cs typeface="Helvetica Neue" panose="02000503000000020004" pitchFamily="2" charset="0"/>
              </a:rPr>
              <a:pPr algn="ctr"/>
              <a:t>‹#›</a:t>
            </a:fld>
            <a:endParaRPr lang="en-SG" sz="1400" dirty="0">
              <a:latin typeface="Arial Nova" panose="020B0504020202020204" pitchFamily="34" charset="0"/>
              <a:ea typeface="Helvetica Neue" panose="02000503000000020004" pitchFamily="2" charset="0"/>
              <a:cs typeface="Helvetica Neue" panose="02000503000000020004" pitchFamily="2" charset="0"/>
            </a:endParaRPr>
          </a:p>
        </p:txBody>
      </p:sp>
      <p:sp>
        <p:nvSpPr>
          <p:cNvPr id="13" name="TextBox 12">
            <a:extLst>
              <a:ext uri="{FF2B5EF4-FFF2-40B4-BE49-F238E27FC236}">
                <a16:creationId xmlns:a16="http://schemas.microsoft.com/office/drawing/2014/main" id="{9A117E2B-B80D-4096-90C9-CAFA0DFAC6A8}"/>
              </a:ext>
            </a:extLst>
          </p:cNvPr>
          <p:cNvSpPr txBox="1"/>
          <p:nvPr userDrawn="1"/>
        </p:nvSpPr>
        <p:spPr>
          <a:xfrm>
            <a:off x="1106815" y="420052"/>
            <a:ext cx="4269605" cy="584775"/>
          </a:xfrm>
          <a:prstGeom prst="rect">
            <a:avLst/>
          </a:prstGeom>
          <a:noFill/>
        </p:spPr>
        <p:txBody>
          <a:bodyPr wrap="square" lIns="360000" rIns="360000">
            <a:spAutoFit/>
          </a:bodyPr>
          <a:lstStyle/>
          <a:p>
            <a:pPr algn="ctr"/>
            <a:r>
              <a:rPr lang="en-US" altLang="en-US" sz="3200" b="1" spc="-150" dirty="0">
                <a:latin typeface="Arial Nova" panose="020B0504020202020204" pitchFamily="34" charset="0"/>
                <a:ea typeface="Roboto" panose="020B0604020202020204" pitchFamily="2" charset="0"/>
              </a:rPr>
              <a:t>Content</a:t>
            </a:r>
            <a:endParaRPr lang="en-SG" sz="3200" b="1" spc="-150" dirty="0">
              <a:latin typeface="Arial Nova" panose="020B0504020202020204" pitchFamily="34" charset="0"/>
            </a:endParaRPr>
          </a:p>
        </p:txBody>
      </p:sp>
      <p:cxnSp>
        <p:nvCxnSpPr>
          <p:cNvPr id="17" name="Straight Connector 16">
            <a:extLst>
              <a:ext uri="{FF2B5EF4-FFF2-40B4-BE49-F238E27FC236}">
                <a16:creationId xmlns:a16="http://schemas.microsoft.com/office/drawing/2014/main" id="{F8DD2921-8FDC-4B26-9FB6-69446F913D64}"/>
              </a:ext>
            </a:extLst>
          </p:cNvPr>
          <p:cNvCxnSpPr>
            <a:cxnSpLocks/>
          </p:cNvCxnSpPr>
          <p:nvPr userDrawn="1"/>
        </p:nvCxnSpPr>
        <p:spPr>
          <a:xfrm>
            <a:off x="6096000" y="759436"/>
            <a:ext cx="0" cy="4811226"/>
          </a:xfrm>
          <a:prstGeom prst="line">
            <a:avLst/>
          </a:prstGeom>
          <a:ln w="60325" cap="rnd" cmpd="sng">
            <a:solidFill>
              <a:srgbClr val="FFE285"/>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F31AD672-3531-4214-90F6-5BD894F15DA1}"/>
              </a:ext>
            </a:extLst>
          </p:cNvPr>
          <p:cNvSpPr txBox="1"/>
          <p:nvPr userDrawn="1"/>
        </p:nvSpPr>
        <p:spPr>
          <a:xfrm>
            <a:off x="6815580" y="420051"/>
            <a:ext cx="4352035" cy="584775"/>
          </a:xfrm>
          <a:prstGeom prst="rect">
            <a:avLst/>
          </a:prstGeom>
          <a:noFill/>
        </p:spPr>
        <p:txBody>
          <a:bodyPr wrap="square" lIns="360000" rIns="360000">
            <a:spAutoFit/>
          </a:bodyPr>
          <a:lstStyle/>
          <a:p>
            <a:pPr algn="ctr"/>
            <a:r>
              <a:rPr lang="en-US" altLang="en-US" sz="3200" b="1" spc="-150" dirty="0">
                <a:latin typeface="Arial Nova" panose="020B0504020202020204" pitchFamily="34" charset="0"/>
                <a:ea typeface="Roboto" panose="020B0604020202020204" pitchFamily="2" charset="0"/>
              </a:rPr>
              <a:t>Learning Objectives</a:t>
            </a:r>
            <a:endParaRPr lang="en-SG" sz="3200" b="1" spc="-150" dirty="0">
              <a:latin typeface="Arial Nova" panose="020B0504020202020204" pitchFamily="34" charset="0"/>
            </a:endParaRPr>
          </a:p>
        </p:txBody>
      </p:sp>
      <p:sp>
        <p:nvSpPr>
          <p:cNvPr id="25" name="Content Placeholder 2">
            <a:extLst>
              <a:ext uri="{FF2B5EF4-FFF2-40B4-BE49-F238E27FC236}">
                <a16:creationId xmlns:a16="http://schemas.microsoft.com/office/drawing/2014/main" id="{A849563C-90E4-4A69-BD87-8BC98FB6216B}"/>
              </a:ext>
            </a:extLst>
          </p:cNvPr>
          <p:cNvSpPr>
            <a:spLocks noGrp="1"/>
          </p:cNvSpPr>
          <p:nvPr>
            <p:ph sz="half" idx="1"/>
          </p:nvPr>
        </p:nvSpPr>
        <p:spPr>
          <a:xfrm>
            <a:off x="1024385" y="1253331"/>
            <a:ext cx="4352035" cy="4351338"/>
          </a:xfrm>
        </p:spPr>
        <p:txBody>
          <a:bodyPr/>
          <a:lstStyle>
            <a:lvl1pPr>
              <a:defRPr>
                <a:latin typeface="Arial Nova" panose="020B0504020202020204" pitchFamily="34" charset="0"/>
              </a:defRPr>
            </a:lvl1pPr>
            <a:lvl2pPr>
              <a:defRPr>
                <a:latin typeface="Arial Nova" panose="020B0504020202020204" pitchFamily="34" charset="0"/>
              </a:defRPr>
            </a:lvl2pPr>
            <a:lvl3pPr>
              <a:defRPr>
                <a:latin typeface="Arial Nova Light" panose="020B0304020202020204" pitchFamily="34" charset="0"/>
              </a:defRPr>
            </a:lvl3pPr>
            <a:lvl4pPr>
              <a:defRPr>
                <a:latin typeface="Arial Nova Light" panose="020B0304020202020204" pitchFamily="34" charset="0"/>
              </a:defRPr>
            </a:lvl4pPr>
            <a:lvl5pPr>
              <a:defRPr>
                <a:latin typeface="Arial Nova Light" panose="020B03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SG" dirty="0"/>
          </a:p>
        </p:txBody>
      </p:sp>
      <p:sp>
        <p:nvSpPr>
          <p:cNvPr id="26" name="Content Placeholder 2">
            <a:extLst>
              <a:ext uri="{FF2B5EF4-FFF2-40B4-BE49-F238E27FC236}">
                <a16:creationId xmlns:a16="http://schemas.microsoft.com/office/drawing/2014/main" id="{C98B1011-7E80-4030-A729-05B3DD2CFCFA}"/>
              </a:ext>
            </a:extLst>
          </p:cNvPr>
          <p:cNvSpPr>
            <a:spLocks noGrp="1"/>
          </p:cNvSpPr>
          <p:nvPr>
            <p:ph sz="half" idx="10"/>
          </p:nvPr>
        </p:nvSpPr>
        <p:spPr>
          <a:xfrm>
            <a:off x="6856797" y="1253331"/>
            <a:ext cx="4310820" cy="4351338"/>
          </a:xfrm>
        </p:spPr>
        <p:txBody>
          <a:bodyPr/>
          <a:lstStyle>
            <a:lvl1pPr>
              <a:defRPr>
                <a:latin typeface="Arial Nova" panose="020B0504020202020204" pitchFamily="34" charset="0"/>
              </a:defRPr>
            </a:lvl1pPr>
            <a:lvl2pPr>
              <a:defRPr>
                <a:latin typeface="Arial Nova" panose="020B0504020202020204" pitchFamily="34" charset="0"/>
              </a:defRPr>
            </a:lvl2pPr>
            <a:lvl3pPr>
              <a:defRPr>
                <a:latin typeface="Arial Nova Light" panose="020B0304020202020204" pitchFamily="34" charset="0"/>
              </a:defRPr>
            </a:lvl3pPr>
            <a:lvl4pPr>
              <a:defRPr>
                <a:latin typeface="Arial Nova Light" panose="020B0304020202020204" pitchFamily="34" charset="0"/>
              </a:defRPr>
            </a:lvl4pPr>
            <a:lvl5pPr>
              <a:defRPr>
                <a:latin typeface="Arial Nova Light" panose="020B03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SG" dirty="0"/>
          </a:p>
        </p:txBody>
      </p:sp>
    </p:spTree>
    <p:extLst>
      <p:ext uri="{BB962C8B-B14F-4D97-AF65-F5344CB8AC3E}">
        <p14:creationId xmlns:p14="http://schemas.microsoft.com/office/powerpoint/2010/main" val="24339557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verview 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5A31952-8378-46DA-9488-641778451731}"/>
              </a:ext>
            </a:extLst>
          </p:cNvPr>
          <p:cNvSpPr/>
          <p:nvPr userDrawn="1"/>
        </p:nvSpPr>
        <p:spPr>
          <a:xfrm>
            <a:off x="0" y="3429000"/>
            <a:ext cx="12188959" cy="3453861"/>
          </a:xfrm>
          <a:prstGeom prst="rect">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SG" dirty="0"/>
          </a:p>
        </p:txBody>
      </p:sp>
      <p:sp>
        <p:nvSpPr>
          <p:cNvPr id="3" name="Title 1">
            <a:extLst>
              <a:ext uri="{FF2B5EF4-FFF2-40B4-BE49-F238E27FC236}">
                <a16:creationId xmlns:a16="http://schemas.microsoft.com/office/drawing/2014/main" id="{7FCD11AF-F143-4E95-9F76-FBF5262137D5}"/>
              </a:ext>
            </a:extLst>
          </p:cNvPr>
          <p:cNvSpPr>
            <a:spLocks noGrp="1"/>
          </p:cNvSpPr>
          <p:nvPr>
            <p:ph type="title" hasCustomPrompt="1"/>
          </p:nvPr>
        </p:nvSpPr>
        <p:spPr>
          <a:xfrm>
            <a:off x="0" y="2851952"/>
            <a:ext cx="10840451" cy="584828"/>
          </a:xfrm>
          <a:custGeom>
            <a:avLst/>
            <a:gdLst>
              <a:gd name="csX0" fmla="*/ 0 w 10840451"/>
              <a:gd name="csY0" fmla="*/ 0 h 584828"/>
              <a:gd name="csX1" fmla="*/ 10840451 w 10840451"/>
              <a:gd name="csY1" fmla="*/ 0 h 584828"/>
              <a:gd name="csX2" fmla="*/ 10840451 w 10840451"/>
              <a:gd name="csY2" fmla="*/ 584828 h 584828"/>
              <a:gd name="csX3" fmla="*/ 0 w 10840451"/>
              <a:gd name="csY3" fmla="*/ 584828 h 584828"/>
              <a:gd name="csX4" fmla="*/ 0 w 10840451"/>
              <a:gd name="csY4" fmla="*/ 0 h 584828"/>
            </a:gdLst>
            <a:ahLst/>
            <a:cxnLst>
              <a:cxn ang="0">
                <a:pos x="csX0" y="csY0"/>
              </a:cxn>
              <a:cxn ang="0">
                <a:pos x="csX1" y="csY1"/>
              </a:cxn>
              <a:cxn ang="0">
                <a:pos x="csX2" y="csY2"/>
              </a:cxn>
              <a:cxn ang="0">
                <a:pos x="csX3" y="csY3"/>
              </a:cxn>
              <a:cxn ang="0">
                <a:pos x="csX4" y="cs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Autofit/>
          </a:bodyPr>
          <a:lstStyle>
            <a:lvl1pPr algn="l">
              <a:defRPr sz="4000">
                <a:latin typeface="Arial Nova" panose="020B0504020202020204" pitchFamily="34" charset="0"/>
              </a:defRPr>
            </a:lvl1pPr>
          </a:lstStyle>
          <a:p>
            <a:r>
              <a:rPr lang="en-GB" dirty="0"/>
              <a:t>Header Here</a:t>
            </a:r>
            <a:endParaRPr lang="en-US" dirty="0"/>
          </a:p>
        </p:txBody>
      </p:sp>
      <p:sp>
        <p:nvSpPr>
          <p:cNvPr id="7" name="TextBox 6">
            <a:extLst>
              <a:ext uri="{FF2B5EF4-FFF2-40B4-BE49-F238E27FC236}">
                <a16:creationId xmlns:a16="http://schemas.microsoft.com/office/drawing/2014/main" id="{48A8981B-AC8B-4A35-AA1C-761B40FAB541}"/>
              </a:ext>
            </a:extLst>
          </p:cNvPr>
          <p:cNvSpPr txBox="1"/>
          <p:nvPr userDrawn="1"/>
        </p:nvSpPr>
        <p:spPr>
          <a:xfrm>
            <a:off x="11754034" y="6550223"/>
            <a:ext cx="437965" cy="307777"/>
          </a:xfrm>
          <a:prstGeom prst="rect">
            <a:avLst/>
          </a:prstGeom>
          <a:noFill/>
        </p:spPr>
        <p:txBody>
          <a:bodyPr wrap="square" rtlCol="0">
            <a:spAutoFit/>
          </a:bodyPr>
          <a:lstStyle/>
          <a:p>
            <a:pPr algn="ctr"/>
            <a:fld id="{8FD86BCF-B0C7-40BD-8691-2D73369643C4}" type="slidenum">
              <a:rPr lang="en-SG" sz="1400" smtClean="0">
                <a:latin typeface="Arial Nova" panose="020B0504020202020204" pitchFamily="34" charset="0"/>
                <a:ea typeface="Helvetica Neue" panose="02000503000000020004" pitchFamily="2" charset="0"/>
                <a:cs typeface="Helvetica Neue" panose="02000503000000020004" pitchFamily="2" charset="0"/>
              </a:rPr>
              <a:pPr algn="ctr"/>
              <a:t>‹#›</a:t>
            </a:fld>
            <a:endParaRPr lang="en-SG" sz="1400" dirty="0">
              <a:latin typeface="Arial Nova" panose="020B0504020202020204" pitchFamily="34" charset="0"/>
              <a:ea typeface="Helvetica Neue" panose="02000503000000020004" pitchFamily="2" charset="0"/>
              <a:cs typeface="Helvetica Neue" panose="02000503000000020004" pitchFamily="2" charset="0"/>
            </a:endParaRPr>
          </a:p>
        </p:txBody>
      </p:sp>
      <p:sp>
        <p:nvSpPr>
          <p:cNvPr id="11" name="Text Placeholder 2">
            <a:extLst>
              <a:ext uri="{FF2B5EF4-FFF2-40B4-BE49-F238E27FC236}">
                <a16:creationId xmlns:a16="http://schemas.microsoft.com/office/drawing/2014/main" id="{1A420E72-2781-4109-9E57-B95FAD77AD31}"/>
              </a:ext>
            </a:extLst>
          </p:cNvPr>
          <p:cNvSpPr>
            <a:spLocks noGrp="1"/>
          </p:cNvSpPr>
          <p:nvPr>
            <p:ph type="body" idx="10" hasCustomPrompt="1"/>
          </p:nvPr>
        </p:nvSpPr>
        <p:spPr>
          <a:xfrm>
            <a:off x="-3041" y="3437316"/>
            <a:ext cx="10843491" cy="363116"/>
          </a:xfrm>
        </p:spPr>
        <p:txBody>
          <a:bodyPr lIns="360000" rIns="360000" anchor="ctr">
            <a:normAutofit/>
          </a:bodyPr>
          <a:lstStyle>
            <a:lvl1pPr marL="0" indent="0" algn="l">
              <a:buNone/>
              <a:defRPr sz="1600">
                <a:solidFill>
                  <a:schemeClr val="tx1"/>
                </a:solidFill>
                <a:latin typeface="Arial Nova Light" panose="020B03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Flavour Text Here</a:t>
            </a:r>
          </a:p>
        </p:txBody>
      </p:sp>
      <p:grpSp>
        <p:nvGrpSpPr>
          <p:cNvPr id="16" name="Group 15">
            <a:extLst>
              <a:ext uri="{FF2B5EF4-FFF2-40B4-BE49-F238E27FC236}">
                <a16:creationId xmlns:a16="http://schemas.microsoft.com/office/drawing/2014/main" id="{6E4BDADD-B6C7-4717-9148-0B325B4E0F79}"/>
              </a:ext>
            </a:extLst>
          </p:cNvPr>
          <p:cNvGrpSpPr/>
          <p:nvPr userDrawn="1"/>
        </p:nvGrpSpPr>
        <p:grpSpPr>
          <a:xfrm>
            <a:off x="219412" y="142004"/>
            <a:ext cx="3078914" cy="546273"/>
            <a:chOff x="798998" y="4391812"/>
            <a:chExt cx="3252915" cy="577145"/>
          </a:xfrm>
        </p:grpSpPr>
        <p:pic>
          <p:nvPicPr>
            <p:cNvPr id="17" name="Graphic 16">
              <a:extLst>
                <a:ext uri="{FF2B5EF4-FFF2-40B4-BE49-F238E27FC236}">
                  <a16:creationId xmlns:a16="http://schemas.microsoft.com/office/drawing/2014/main" id="{58586D31-15C5-425D-85E1-18733954454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416662" y="4391812"/>
              <a:ext cx="1635251" cy="577145"/>
            </a:xfrm>
            <a:prstGeom prst="rect">
              <a:avLst/>
            </a:prstGeom>
          </p:spPr>
        </p:pic>
        <p:pic>
          <p:nvPicPr>
            <p:cNvPr id="18" name="Graphic 17">
              <a:extLst>
                <a:ext uri="{FF2B5EF4-FFF2-40B4-BE49-F238E27FC236}">
                  <a16:creationId xmlns:a16="http://schemas.microsoft.com/office/drawing/2014/main" id="{D9C1CDC5-8FDA-44C4-ADA3-EC69A58B1F5D}"/>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798998" y="4393717"/>
              <a:ext cx="1457325" cy="571500"/>
            </a:xfrm>
            <a:prstGeom prst="rect">
              <a:avLst/>
            </a:prstGeom>
          </p:spPr>
        </p:pic>
      </p:grpSp>
    </p:spTree>
    <p:extLst>
      <p:ext uri="{BB962C8B-B14F-4D97-AF65-F5344CB8AC3E}">
        <p14:creationId xmlns:p14="http://schemas.microsoft.com/office/powerpoint/2010/main" val="13802576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tandard Slid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FCD11AF-F143-4E95-9F76-FBF5262137D5}"/>
              </a:ext>
            </a:extLst>
          </p:cNvPr>
          <p:cNvSpPr>
            <a:spLocks noGrp="1"/>
          </p:cNvSpPr>
          <p:nvPr>
            <p:ph type="title" hasCustomPrompt="1"/>
          </p:nvPr>
        </p:nvSpPr>
        <p:spPr>
          <a:xfrm>
            <a:off x="513349" y="310719"/>
            <a:ext cx="10840451" cy="584828"/>
          </a:xfrm>
          <a:custGeom>
            <a:avLst/>
            <a:gdLst>
              <a:gd name="csX0" fmla="*/ 0 w 10840451"/>
              <a:gd name="csY0" fmla="*/ 0 h 584828"/>
              <a:gd name="csX1" fmla="*/ 10840451 w 10840451"/>
              <a:gd name="csY1" fmla="*/ 0 h 584828"/>
              <a:gd name="csX2" fmla="*/ 10840451 w 10840451"/>
              <a:gd name="csY2" fmla="*/ 584828 h 584828"/>
              <a:gd name="csX3" fmla="*/ 0 w 10840451"/>
              <a:gd name="csY3" fmla="*/ 584828 h 584828"/>
              <a:gd name="csX4" fmla="*/ 0 w 10840451"/>
              <a:gd name="csY4" fmla="*/ 0 h 584828"/>
            </a:gdLst>
            <a:ahLst/>
            <a:cxnLst>
              <a:cxn ang="0">
                <a:pos x="csX0" y="csY0"/>
              </a:cxn>
              <a:cxn ang="0">
                <a:pos x="csX1" y="csY1"/>
              </a:cxn>
              <a:cxn ang="0">
                <a:pos x="csX2" y="csY2"/>
              </a:cxn>
              <a:cxn ang="0">
                <a:pos x="csX3" y="csY3"/>
              </a:cxn>
              <a:cxn ang="0">
                <a:pos x="csX4" y="cs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4" name="Straight Connector 3">
            <a:extLst>
              <a:ext uri="{FF2B5EF4-FFF2-40B4-BE49-F238E27FC236}">
                <a16:creationId xmlns:a16="http://schemas.microsoft.com/office/drawing/2014/main" id="{1B1108A6-71D4-4871-A524-4FC6C414A6F8}"/>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sp>
        <p:nvSpPr>
          <p:cNvPr id="5" name="Text Placeholder 2">
            <a:extLst>
              <a:ext uri="{FF2B5EF4-FFF2-40B4-BE49-F238E27FC236}">
                <a16:creationId xmlns:a16="http://schemas.microsoft.com/office/drawing/2014/main" id="{CEB485F1-9C7A-4089-BC0C-E0EC4F8CDA6A}"/>
              </a:ext>
            </a:extLst>
          </p:cNvPr>
          <p:cNvSpPr>
            <a:spLocks noGrp="1"/>
          </p:cNvSpPr>
          <p:nvPr>
            <p:ph type="body" idx="11" hasCustomPrompt="1"/>
          </p:nvPr>
        </p:nvSpPr>
        <p:spPr>
          <a:xfrm>
            <a:off x="2831977" y="6347537"/>
            <a:ext cx="6604986" cy="510464"/>
          </a:xfrm>
        </p:spPr>
        <p:txBody>
          <a:bodyPr anchor="b">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7" name="Text Placeholder 2">
            <a:extLst>
              <a:ext uri="{FF2B5EF4-FFF2-40B4-BE49-F238E27FC236}">
                <a16:creationId xmlns:a16="http://schemas.microsoft.com/office/drawing/2014/main" id="{C3ACFFB6-D74F-46F9-BA08-950DC89D9A98}"/>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540192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 Part Slide (1)">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sX0" fmla="*/ 0 w 10840451"/>
              <a:gd name="csY0" fmla="*/ 0 h 584828"/>
              <a:gd name="csX1" fmla="*/ 10840451 w 10840451"/>
              <a:gd name="csY1" fmla="*/ 0 h 584828"/>
              <a:gd name="csX2" fmla="*/ 10840451 w 10840451"/>
              <a:gd name="csY2" fmla="*/ 584828 h 584828"/>
              <a:gd name="csX3" fmla="*/ 0 w 10840451"/>
              <a:gd name="csY3" fmla="*/ 584828 h 584828"/>
              <a:gd name="csX4" fmla="*/ 0 w 10840451"/>
              <a:gd name="csY4" fmla="*/ 0 h 584828"/>
            </a:gdLst>
            <a:ahLst/>
            <a:cxnLst>
              <a:cxn ang="0">
                <a:pos x="csX0" y="csY0"/>
              </a:cxn>
              <a:cxn ang="0">
                <a:pos x="csX1" y="csY1"/>
              </a:cxn>
              <a:cxn ang="0">
                <a:pos x="csX2" y="csY2"/>
              </a:cxn>
              <a:cxn ang="0">
                <a:pos x="csX3" y="csY3"/>
              </a:cxn>
              <a:cxn ang="0">
                <a:pos x="csX4" y="cs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856D6901-44F1-4E68-9145-D54DC24D486C}"/>
              </a:ext>
            </a:extLst>
          </p:cNvPr>
          <p:cNvGrpSpPr/>
          <p:nvPr userDrawn="1"/>
        </p:nvGrpSpPr>
        <p:grpSpPr>
          <a:xfrm>
            <a:off x="4654966" y="6366048"/>
            <a:ext cx="2882068" cy="452174"/>
            <a:chOff x="4654967" y="6366048"/>
            <a:chExt cx="2882068" cy="452174"/>
          </a:xfrm>
        </p:grpSpPr>
        <p:sp>
          <p:nvSpPr>
            <p:cNvPr id="65" name="Oval 64">
              <a:extLst>
                <a:ext uri="{FF2B5EF4-FFF2-40B4-BE49-F238E27FC236}">
                  <a16:creationId xmlns:a16="http://schemas.microsoft.com/office/drawing/2014/main" id="{2D7825D4-D640-4E3D-8AD8-E7FEC3E96437}"/>
                </a:ext>
              </a:extLst>
            </p:cNvPr>
            <p:cNvSpPr/>
            <p:nvPr userDrawn="1"/>
          </p:nvSpPr>
          <p:spPr>
            <a:xfrm>
              <a:off x="4654967" y="6368222"/>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7087035" y="6366048"/>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cxnSp>
          <p:nvCxnSpPr>
            <p:cNvPr id="68" name="Straight Connector 67">
              <a:extLst>
                <a:ext uri="{FF2B5EF4-FFF2-40B4-BE49-F238E27FC236}">
                  <a16:creationId xmlns:a16="http://schemas.microsoft.com/office/drawing/2014/main" id="{12578F94-9F30-4984-8A78-2F6A0198E634}"/>
                </a:ext>
              </a:extLst>
            </p:cNvPr>
            <p:cNvCxnSpPr>
              <a:cxnSpLocks/>
            </p:cNvCxnSpPr>
            <p:nvPr userDrawn="1"/>
          </p:nvCxnSpPr>
          <p:spPr>
            <a:xfrm>
              <a:off x="5535106"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3" name="Text Placeholder 2">
            <a:extLst>
              <a:ext uri="{FF2B5EF4-FFF2-40B4-BE49-F238E27FC236}">
                <a16:creationId xmlns:a16="http://schemas.microsoft.com/office/drawing/2014/main" id="{7E09C187-E0E8-41A1-9532-51B50682CE85}"/>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6447241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Part Slide (2)">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sX0" fmla="*/ 0 w 10840451"/>
              <a:gd name="csY0" fmla="*/ 0 h 584828"/>
              <a:gd name="csX1" fmla="*/ 10840451 w 10840451"/>
              <a:gd name="csY1" fmla="*/ 0 h 584828"/>
              <a:gd name="csX2" fmla="*/ 10840451 w 10840451"/>
              <a:gd name="csY2" fmla="*/ 584828 h 584828"/>
              <a:gd name="csX3" fmla="*/ 0 w 10840451"/>
              <a:gd name="csY3" fmla="*/ 584828 h 584828"/>
              <a:gd name="csX4" fmla="*/ 0 w 10840451"/>
              <a:gd name="csY4" fmla="*/ 0 h 584828"/>
            </a:gdLst>
            <a:ahLst/>
            <a:cxnLst>
              <a:cxn ang="0">
                <a:pos x="csX0" y="csY0"/>
              </a:cxn>
              <a:cxn ang="0">
                <a:pos x="csX1" y="csY1"/>
              </a:cxn>
              <a:cxn ang="0">
                <a:pos x="csX2" y="csY2"/>
              </a:cxn>
              <a:cxn ang="0">
                <a:pos x="csX3" y="csY3"/>
              </a:cxn>
              <a:cxn ang="0">
                <a:pos x="csX4" y="cs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856D6901-44F1-4E68-9145-D54DC24D486C}"/>
              </a:ext>
            </a:extLst>
          </p:cNvPr>
          <p:cNvGrpSpPr/>
          <p:nvPr userDrawn="1"/>
        </p:nvGrpSpPr>
        <p:grpSpPr>
          <a:xfrm>
            <a:off x="4654966" y="6366048"/>
            <a:ext cx="2882068" cy="452174"/>
            <a:chOff x="4654967" y="6366048"/>
            <a:chExt cx="2882068" cy="452174"/>
          </a:xfrm>
        </p:grpSpPr>
        <p:sp>
          <p:nvSpPr>
            <p:cNvPr id="65" name="Oval 64">
              <a:extLst>
                <a:ext uri="{FF2B5EF4-FFF2-40B4-BE49-F238E27FC236}">
                  <a16:creationId xmlns:a16="http://schemas.microsoft.com/office/drawing/2014/main" id="{2D7825D4-D640-4E3D-8AD8-E7FEC3E96437}"/>
                </a:ext>
              </a:extLst>
            </p:cNvPr>
            <p:cNvSpPr/>
            <p:nvPr userDrawn="1"/>
          </p:nvSpPr>
          <p:spPr>
            <a:xfrm>
              <a:off x="4654967" y="6368222"/>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7087035" y="6366048"/>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cxnSp>
          <p:nvCxnSpPr>
            <p:cNvPr id="68" name="Straight Connector 67">
              <a:extLst>
                <a:ext uri="{FF2B5EF4-FFF2-40B4-BE49-F238E27FC236}">
                  <a16:creationId xmlns:a16="http://schemas.microsoft.com/office/drawing/2014/main" id="{12578F94-9F30-4984-8A78-2F6A0198E634}"/>
                </a:ext>
              </a:extLst>
            </p:cNvPr>
            <p:cNvCxnSpPr>
              <a:cxnSpLocks/>
            </p:cNvCxnSpPr>
            <p:nvPr userDrawn="1"/>
          </p:nvCxnSpPr>
          <p:spPr>
            <a:xfrm>
              <a:off x="5535106"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3" name="Text Placeholder 2">
            <a:extLst>
              <a:ext uri="{FF2B5EF4-FFF2-40B4-BE49-F238E27FC236}">
                <a16:creationId xmlns:a16="http://schemas.microsoft.com/office/drawing/2014/main" id="{7E09C187-E0E8-41A1-9532-51B50682CE85}"/>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204712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 Part Slide (1)">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sX0" fmla="*/ 0 w 10840451"/>
              <a:gd name="csY0" fmla="*/ 0 h 584828"/>
              <a:gd name="csX1" fmla="*/ 10840451 w 10840451"/>
              <a:gd name="csY1" fmla="*/ 0 h 584828"/>
              <a:gd name="csX2" fmla="*/ 10840451 w 10840451"/>
              <a:gd name="csY2" fmla="*/ 584828 h 584828"/>
              <a:gd name="csX3" fmla="*/ 0 w 10840451"/>
              <a:gd name="csY3" fmla="*/ 584828 h 584828"/>
              <a:gd name="csX4" fmla="*/ 0 w 10840451"/>
              <a:gd name="csY4" fmla="*/ 0 h 584828"/>
            </a:gdLst>
            <a:ahLst/>
            <a:cxnLst>
              <a:cxn ang="0">
                <a:pos x="csX0" y="csY0"/>
              </a:cxn>
              <a:cxn ang="0">
                <a:pos x="csX1" y="csY1"/>
              </a:cxn>
              <a:cxn ang="0">
                <a:pos x="csX2" y="csY2"/>
              </a:cxn>
              <a:cxn ang="0">
                <a:pos x="csX3" y="csY3"/>
              </a:cxn>
              <a:cxn ang="0">
                <a:pos x="csX4" y="cs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74" name="Group 73">
            <a:extLst>
              <a:ext uri="{FF2B5EF4-FFF2-40B4-BE49-F238E27FC236}">
                <a16:creationId xmlns:a16="http://schemas.microsoft.com/office/drawing/2014/main" id="{7FB2C3DD-2B40-46EE-BCAD-44D6AB76CAB0}"/>
              </a:ext>
            </a:extLst>
          </p:cNvPr>
          <p:cNvGrpSpPr/>
          <p:nvPr userDrawn="1"/>
        </p:nvGrpSpPr>
        <p:grpSpPr>
          <a:xfrm>
            <a:off x="3225210" y="6363874"/>
            <a:ext cx="5741581" cy="454348"/>
            <a:chOff x="3222094" y="6363874"/>
            <a:chExt cx="5741581" cy="454348"/>
          </a:xfrm>
        </p:grpSpPr>
        <p:sp>
          <p:nvSpPr>
            <p:cNvPr id="65" name="Oval 64">
              <a:extLst>
                <a:ext uri="{FF2B5EF4-FFF2-40B4-BE49-F238E27FC236}">
                  <a16:creationId xmlns:a16="http://schemas.microsoft.com/office/drawing/2014/main" id="{2D7825D4-D640-4E3D-8AD8-E7FEC3E96437}"/>
                </a:ext>
              </a:extLst>
            </p:cNvPr>
            <p:cNvSpPr/>
            <p:nvPr userDrawn="1"/>
          </p:nvSpPr>
          <p:spPr>
            <a:xfrm>
              <a:off x="3222094" y="6368222"/>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5867884" y="6366048"/>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8513675" y="636387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cxnSp>
          <p:nvCxnSpPr>
            <p:cNvPr id="68" name="Straight Connector 67">
              <a:extLst>
                <a:ext uri="{FF2B5EF4-FFF2-40B4-BE49-F238E27FC236}">
                  <a16:creationId xmlns:a16="http://schemas.microsoft.com/office/drawing/2014/main" id="{12578F94-9F30-4984-8A78-2F6A0198E634}"/>
                </a:ext>
              </a:extLst>
            </p:cNvPr>
            <p:cNvCxnSpPr>
              <a:cxnSpLocks/>
            </p:cNvCxnSpPr>
            <p:nvPr userDrawn="1"/>
          </p:nvCxnSpPr>
          <p:spPr>
            <a:xfrm>
              <a:off x="4209094"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1738047E-6518-4D62-9C1E-EC0FE3ACB696}"/>
                </a:ext>
              </a:extLst>
            </p:cNvPr>
            <p:cNvCxnSpPr>
              <a:cxnSpLocks/>
            </p:cNvCxnSpPr>
            <p:nvPr userDrawn="1"/>
          </p:nvCxnSpPr>
          <p:spPr>
            <a:xfrm>
              <a:off x="6854884"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 Placeholder 2">
            <a:extLst>
              <a:ext uri="{FF2B5EF4-FFF2-40B4-BE49-F238E27FC236}">
                <a16:creationId xmlns:a16="http://schemas.microsoft.com/office/drawing/2014/main" id="{9026372B-EB3A-4FE4-91BE-CC9376F485B8}"/>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2" name="Text Placeholder 2">
            <a:extLst>
              <a:ext uri="{FF2B5EF4-FFF2-40B4-BE49-F238E27FC236}">
                <a16:creationId xmlns:a16="http://schemas.microsoft.com/office/drawing/2014/main" id="{347C78BA-B57D-48AB-AA8E-4475D71AD05D}"/>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18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29340045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 Part Slide (2)">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sX0" fmla="*/ 0 w 10840451"/>
              <a:gd name="csY0" fmla="*/ 0 h 584828"/>
              <a:gd name="csX1" fmla="*/ 10840451 w 10840451"/>
              <a:gd name="csY1" fmla="*/ 0 h 584828"/>
              <a:gd name="csX2" fmla="*/ 10840451 w 10840451"/>
              <a:gd name="csY2" fmla="*/ 584828 h 584828"/>
              <a:gd name="csX3" fmla="*/ 0 w 10840451"/>
              <a:gd name="csY3" fmla="*/ 584828 h 584828"/>
              <a:gd name="csX4" fmla="*/ 0 w 10840451"/>
              <a:gd name="csY4" fmla="*/ 0 h 584828"/>
            </a:gdLst>
            <a:ahLst/>
            <a:cxnLst>
              <a:cxn ang="0">
                <a:pos x="csX0" y="csY0"/>
              </a:cxn>
              <a:cxn ang="0">
                <a:pos x="csX1" y="csY1"/>
              </a:cxn>
              <a:cxn ang="0">
                <a:pos x="csX2" y="csY2"/>
              </a:cxn>
              <a:cxn ang="0">
                <a:pos x="csX3" y="csY3"/>
              </a:cxn>
              <a:cxn ang="0">
                <a:pos x="csX4" y="cs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74" name="Group 73">
            <a:extLst>
              <a:ext uri="{FF2B5EF4-FFF2-40B4-BE49-F238E27FC236}">
                <a16:creationId xmlns:a16="http://schemas.microsoft.com/office/drawing/2014/main" id="{7FB2C3DD-2B40-46EE-BCAD-44D6AB76CAB0}"/>
              </a:ext>
            </a:extLst>
          </p:cNvPr>
          <p:cNvGrpSpPr/>
          <p:nvPr userDrawn="1"/>
        </p:nvGrpSpPr>
        <p:grpSpPr>
          <a:xfrm>
            <a:off x="3225210" y="6363874"/>
            <a:ext cx="5741581" cy="454348"/>
            <a:chOff x="3222094" y="6363874"/>
            <a:chExt cx="5741581" cy="454348"/>
          </a:xfrm>
        </p:grpSpPr>
        <p:sp>
          <p:nvSpPr>
            <p:cNvPr id="65" name="Oval 64">
              <a:extLst>
                <a:ext uri="{FF2B5EF4-FFF2-40B4-BE49-F238E27FC236}">
                  <a16:creationId xmlns:a16="http://schemas.microsoft.com/office/drawing/2014/main" id="{2D7825D4-D640-4E3D-8AD8-E7FEC3E96437}"/>
                </a:ext>
              </a:extLst>
            </p:cNvPr>
            <p:cNvSpPr/>
            <p:nvPr userDrawn="1"/>
          </p:nvSpPr>
          <p:spPr>
            <a:xfrm>
              <a:off x="3222094" y="6368222"/>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5867884" y="6366048"/>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8513675" y="636387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cxnSp>
          <p:nvCxnSpPr>
            <p:cNvPr id="68" name="Straight Connector 67">
              <a:extLst>
                <a:ext uri="{FF2B5EF4-FFF2-40B4-BE49-F238E27FC236}">
                  <a16:creationId xmlns:a16="http://schemas.microsoft.com/office/drawing/2014/main" id="{12578F94-9F30-4984-8A78-2F6A0198E634}"/>
                </a:ext>
              </a:extLst>
            </p:cNvPr>
            <p:cNvCxnSpPr>
              <a:cxnSpLocks/>
            </p:cNvCxnSpPr>
            <p:nvPr userDrawn="1"/>
          </p:nvCxnSpPr>
          <p:spPr>
            <a:xfrm>
              <a:off x="4209094"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1738047E-6518-4D62-9C1E-EC0FE3ACB696}"/>
                </a:ext>
              </a:extLst>
            </p:cNvPr>
            <p:cNvCxnSpPr>
              <a:cxnSpLocks/>
            </p:cNvCxnSpPr>
            <p:nvPr userDrawn="1"/>
          </p:nvCxnSpPr>
          <p:spPr>
            <a:xfrm>
              <a:off x="6854884"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 Placeholder 2">
            <a:extLst>
              <a:ext uri="{FF2B5EF4-FFF2-40B4-BE49-F238E27FC236}">
                <a16:creationId xmlns:a16="http://schemas.microsoft.com/office/drawing/2014/main" id="{9026372B-EB3A-4FE4-91BE-CC9376F485B8}"/>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2" name="Text Placeholder 2">
            <a:extLst>
              <a:ext uri="{FF2B5EF4-FFF2-40B4-BE49-F238E27FC236}">
                <a16:creationId xmlns:a16="http://schemas.microsoft.com/office/drawing/2014/main" id="{AA6A8000-3EF0-4625-B4F1-196FAA8FE8E8}"/>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77226357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 Part Slide (3)">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sX0" fmla="*/ 0 w 10840451"/>
              <a:gd name="csY0" fmla="*/ 0 h 584828"/>
              <a:gd name="csX1" fmla="*/ 10840451 w 10840451"/>
              <a:gd name="csY1" fmla="*/ 0 h 584828"/>
              <a:gd name="csX2" fmla="*/ 10840451 w 10840451"/>
              <a:gd name="csY2" fmla="*/ 584828 h 584828"/>
              <a:gd name="csX3" fmla="*/ 0 w 10840451"/>
              <a:gd name="csY3" fmla="*/ 584828 h 584828"/>
              <a:gd name="csX4" fmla="*/ 0 w 10840451"/>
              <a:gd name="csY4" fmla="*/ 0 h 584828"/>
            </a:gdLst>
            <a:ahLst/>
            <a:cxnLst>
              <a:cxn ang="0">
                <a:pos x="csX0" y="csY0"/>
              </a:cxn>
              <a:cxn ang="0">
                <a:pos x="csX1" y="csY1"/>
              </a:cxn>
              <a:cxn ang="0">
                <a:pos x="csX2" y="csY2"/>
              </a:cxn>
              <a:cxn ang="0">
                <a:pos x="csX3" y="csY3"/>
              </a:cxn>
              <a:cxn ang="0">
                <a:pos x="csX4" y="cs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74" name="Group 73">
            <a:extLst>
              <a:ext uri="{FF2B5EF4-FFF2-40B4-BE49-F238E27FC236}">
                <a16:creationId xmlns:a16="http://schemas.microsoft.com/office/drawing/2014/main" id="{7FB2C3DD-2B40-46EE-BCAD-44D6AB76CAB0}"/>
              </a:ext>
            </a:extLst>
          </p:cNvPr>
          <p:cNvGrpSpPr/>
          <p:nvPr userDrawn="1"/>
        </p:nvGrpSpPr>
        <p:grpSpPr>
          <a:xfrm>
            <a:off x="3225210" y="6363874"/>
            <a:ext cx="5741581" cy="454348"/>
            <a:chOff x="3222094" y="6363874"/>
            <a:chExt cx="5741581" cy="454348"/>
          </a:xfrm>
        </p:grpSpPr>
        <p:sp>
          <p:nvSpPr>
            <p:cNvPr id="65" name="Oval 64">
              <a:extLst>
                <a:ext uri="{FF2B5EF4-FFF2-40B4-BE49-F238E27FC236}">
                  <a16:creationId xmlns:a16="http://schemas.microsoft.com/office/drawing/2014/main" id="{2D7825D4-D640-4E3D-8AD8-E7FEC3E96437}"/>
                </a:ext>
              </a:extLst>
            </p:cNvPr>
            <p:cNvSpPr/>
            <p:nvPr userDrawn="1"/>
          </p:nvSpPr>
          <p:spPr>
            <a:xfrm>
              <a:off x="3222094" y="6368222"/>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5867884" y="6366048"/>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8513675" y="6363874"/>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cxnSp>
          <p:nvCxnSpPr>
            <p:cNvPr id="68" name="Straight Connector 67">
              <a:extLst>
                <a:ext uri="{FF2B5EF4-FFF2-40B4-BE49-F238E27FC236}">
                  <a16:creationId xmlns:a16="http://schemas.microsoft.com/office/drawing/2014/main" id="{12578F94-9F30-4984-8A78-2F6A0198E634}"/>
                </a:ext>
              </a:extLst>
            </p:cNvPr>
            <p:cNvCxnSpPr>
              <a:cxnSpLocks/>
            </p:cNvCxnSpPr>
            <p:nvPr userDrawn="1"/>
          </p:nvCxnSpPr>
          <p:spPr>
            <a:xfrm>
              <a:off x="4209094"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1738047E-6518-4D62-9C1E-EC0FE3ACB696}"/>
                </a:ext>
              </a:extLst>
            </p:cNvPr>
            <p:cNvCxnSpPr>
              <a:cxnSpLocks/>
            </p:cNvCxnSpPr>
            <p:nvPr userDrawn="1"/>
          </p:nvCxnSpPr>
          <p:spPr>
            <a:xfrm>
              <a:off x="6854884"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 Placeholder 2">
            <a:extLst>
              <a:ext uri="{FF2B5EF4-FFF2-40B4-BE49-F238E27FC236}">
                <a16:creationId xmlns:a16="http://schemas.microsoft.com/office/drawing/2014/main" id="{9026372B-EB3A-4FE4-91BE-CC9376F485B8}"/>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2" name="Text Placeholder 2">
            <a:extLst>
              <a:ext uri="{FF2B5EF4-FFF2-40B4-BE49-F238E27FC236}">
                <a16:creationId xmlns:a16="http://schemas.microsoft.com/office/drawing/2014/main" id="{CADB5228-5FB9-49A9-9740-193C89676758}"/>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96791695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 Part Slide (1)">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sX0" fmla="*/ 0 w 10840451"/>
              <a:gd name="csY0" fmla="*/ 0 h 584828"/>
              <a:gd name="csX1" fmla="*/ 10840451 w 10840451"/>
              <a:gd name="csY1" fmla="*/ 0 h 584828"/>
              <a:gd name="csX2" fmla="*/ 10840451 w 10840451"/>
              <a:gd name="csY2" fmla="*/ 584828 h 584828"/>
              <a:gd name="csX3" fmla="*/ 0 w 10840451"/>
              <a:gd name="csY3" fmla="*/ 584828 h 584828"/>
              <a:gd name="csX4" fmla="*/ 0 w 10840451"/>
              <a:gd name="csY4" fmla="*/ 0 h 584828"/>
            </a:gdLst>
            <a:ahLst/>
            <a:cxnLst>
              <a:cxn ang="0">
                <a:pos x="csX0" y="csY0"/>
              </a:cxn>
              <a:cxn ang="0">
                <a:pos x="csX1" y="csY1"/>
              </a:cxn>
              <a:cxn ang="0">
                <a:pos x="csX2" y="csY2"/>
              </a:cxn>
              <a:cxn ang="0">
                <a:pos x="csX3" y="csY3"/>
              </a:cxn>
              <a:cxn ang="0">
                <a:pos x="csX4" y="cs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0CC0F1A7-F9A0-4506-AE38-8BC2A086F36E}"/>
              </a:ext>
            </a:extLst>
          </p:cNvPr>
          <p:cNvGrpSpPr/>
          <p:nvPr userDrawn="1"/>
        </p:nvGrpSpPr>
        <p:grpSpPr>
          <a:xfrm>
            <a:off x="2726367" y="6360464"/>
            <a:ext cx="6739266" cy="453410"/>
            <a:chOff x="2726367" y="6360464"/>
            <a:chExt cx="6739266" cy="453410"/>
          </a:xfrm>
        </p:grpSpPr>
        <p:sp>
          <p:nvSpPr>
            <p:cNvPr id="65" name="Oval 64">
              <a:extLst>
                <a:ext uri="{FF2B5EF4-FFF2-40B4-BE49-F238E27FC236}">
                  <a16:creationId xmlns:a16="http://schemas.microsoft.com/office/drawing/2014/main" id="{2D7825D4-D640-4E3D-8AD8-E7FEC3E96437}"/>
                </a:ext>
              </a:extLst>
            </p:cNvPr>
            <p:cNvSpPr/>
            <p:nvPr userDrawn="1"/>
          </p:nvSpPr>
          <p:spPr>
            <a:xfrm>
              <a:off x="2726367" y="6360464"/>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4822789" y="636387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6919211" y="6362169"/>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sp>
          <p:nvSpPr>
            <p:cNvPr id="9" name="Oval 8">
              <a:extLst>
                <a:ext uri="{FF2B5EF4-FFF2-40B4-BE49-F238E27FC236}">
                  <a16:creationId xmlns:a16="http://schemas.microsoft.com/office/drawing/2014/main" id="{0AA28B3C-7DF4-4E23-9939-7C198AAFF73D}"/>
                </a:ext>
              </a:extLst>
            </p:cNvPr>
            <p:cNvSpPr/>
            <p:nvPr userDrawn="1"/>
          </p:nvSpPr>
          <p:spPr>
            <a:xfrm>
              <a:off x="9015633"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4</a:t>
              </a:r>
            </a:p>
          </p:txBody>
        </p:sp>
        <p:cxnSp>
          <p:nvCxnSpPr>
            <p:cNvPr id="10" name="Straight Connector 9">
              <a:extLst>
                <a:ext uri="{FF2B5EF4-FFF2-40B4-BE49-F238E27FC236}">
                  <a16:creationId xmlns:a16="http://schemas.microsoft.com/office/drawing/2014/main" id="{E2B5A7E0-4F21-421B-B36A-C9BCBEC6899E}"/>
                </a:ext>
              </a:extLst>
            </p:cNvPr>
            <p:cNvCxnSpPr>
              <a:cxnSpLocks/>
            </p:cNvCxnSpPr>
            <p:nvPr userDrawn="1"/>
          </p:nvCxnSpPr>
          <p:spPr>
            <a:xfrm>
              <a:off x="3438683"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B09EF7D-A325-4A01-9F37-03EE37C4E7AA}"/>
                </a:ext>
              </a:extLst>
            </p:cNvPr>
            <p:cNvCxnSpPr>
              <a:cxnSpLocks/>
            </p:cNvCxnSpPr>
            <p:nvPr userDrawn="1"/>
          </p:nvCxnSpPr>
          <p:spPr>
            <a:xfrm>
              <a:off x="5535105"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70B568A-72F8-465B-9239-3FBA8A5D5F7B}"/>
                </a:ext>
              </a:extLst>
            </p:cNvPr>
            <p:cNvCxnSpPr>
              <a:cxnSpLocks/>
            </p:cNvCxnSpPr>
            <p:nvPr userDrawn="1"/>
          </p:nvCxnSpPr>
          <p:spPr>
            <a:xfrm>
              <a:off x="7631527"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3" name="Text Placeholder 2">
            <a:extLst>
              <a:ext uri="{FF2B5EF4-FFF2-40B4-BE49-F238E27FC236}">
                <a16:creationId xmlns:a16="http://schemas.microsoft.com/office/drawing/2014/main" id="{45E9E151-1807-44F6-9C17-B2CCF37F82ED}"/>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4" name="Text Placeholder 2">
            <a:extLst>
              <a:ext uri="{FF2B5EF4-FFF2-40B4-BE49-F238E27FC236}">
                <a16:creationId xmlns:a16="http://schemas.microsoft.com/office/drawing/2014/main" id="{D014A74E-A0B9-4DD0-B456-BBC8F3A7322D}"/>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655157793"/>
      </p:ext>
    </p:extLst>
  </p:cSld>
  <p:clrMapOvr>
    <a:masterClrMapping/>
  </p:clrMapOvr>
  <p:extLst>
    <p:ext uri="{DCECCB84-F9BA-43D5-87BE-67443E8EF086}">
      <p15:sldGuideLst xmlns:p15="http://schemas.microsoft.com/office/powerpoint/2012/main">
        <p15:guide id="1" orient="horz" pos="2183">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 Part Slide (2)">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sX0" fmla="*/ 0 w 10840451"/>
              <a:gd name="csY0" fmla="*/ 0 h 584828"/>
              <a:gd name="csX1" fmla="*/ 10840451 w 10840451"/>
              <a:gd name="csY1" fmla="*/ 0 h 584828"/>
              <a:gd name="csX2" fmla="*/ 10840451 w 10840451"/>
              <a:gd name="csY2" fmla="*/ 584828 h 584828"/>
              <a:gd name="csX3" fmla="*/ 0 w 10840451"/>
              <a:gd name="csY3" fmla="*/ 584828 h 584828"/>
              <a:gd name="csX4" fmla="*/ 0 w 10840451"/>
              <a:gd name="csY4" fmla="*/ 0 h 584828"/>
            </a:gdLst>
            <a:ahLst/>
            <a:cxnLst>
              <a:cxn ang="0">
                <a:pos x="csX0" y="csY0"/>
              </a:cxn>
              <a:cxn ang="0">
                <a:pos x="csX1" y="csY1"/>
              </a:cxn>
              <a:cxn ang="0">
                <a:pos x="csX2" y="csY2"/>
              </a:cxn>
              <a:cxn ang="0">
                <a:pos x="csX3" y="csY3"/>
              </a:cxn>
              <a:cxn ang="0">
                <a:pos x="csX4" y="cs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0CC0F1A7-F9A0-4506-AE38-8BC2A086F36E}"/>
              </a:ext>
            </a:extLst>
          </p:cNvPr>
          <p:cNvGrpSpPr/>
          <p:nvPr userDrawn="1"/>
        </p:nvGrpSpPr>
        <p:grpSpPr>
          <a:xfrm>
            <a:off x="2726367" y="6360464"/>
            <a:ext cx="6739266" cy="453410"/>
            <a:chOff x="2726367" y="6360464"/>
            <a:chExt cx="6739266" cy="453410"/>
          </a:xfrm>
        </p:grpSpPr>
        <p:sp>
          <p:nvSpPr>
            <p:cNvPr id="65" name="Oval 64">
              <a:extLst>
                <a:ext uri="{FF2B5EF4-FFF2-40B4-BE49-F238E27FC236}">
                  <a16:creationId xmlns:a16="http://schemas.microsoft.com/office/drawing/2014/main" id="{2D7825D4-D640-4E3D-8AD8-E7FEC3E96437}"/>
                </a:ext>
              </a:extLst>
            </p:cNvPr>
            <p:cNvSpPr/>
            <p:nvPr userDrawn="1"/>
          </p:nvSpPr>
          <p:spPr>
            <a:xfrm>
              <a:off x="2726367"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4822789" y="6363874"/>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6919211" y="6362169"/>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sp>
          <p:nvSpPr>
            <p:cNvPr id="9" name="Oval 8">
              <a:extLst>
                <a:ext uri="{FF2B5EF4-FFF2-40B4-BE49-F238E27FC236}">
                  <a16:creationId xmlns:a16="http://schemas.microsoft.com/office/drawing/2014/main" id="{0AA28B3C-7DF4-4E23-9939-7C198AAFF73D}"/>
                </a:ext>
              </a:extLst>
            </p:cNvPr>
            <p:cNvSpPr/>
            <p:nvPr userDrawn="1"/>
          </p:nvSpPr>
          <p:spPr>
            <a:xfrm>
              <a:off x="9015633"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4</a:t>
              </a:r>
            </a:p>
          </p:txBody>
        </p:sp>
        <p:cxnSp>
          <p:nvCxnSpPr>
            <p:cNvPr id="10" name="Straight Connector 9">
              <a:extLst>
                <a:ext uri="{FF2B5EF4-FFF2-40B4-BE49-F238E27FC236}">
                  <a16:creationId xmlns:a16="http://schemas.microsoft.com/office/drawing/2014/main" id="{E2B5A7E0-4F21-421B-B36A-C9BCBEC6899E}"/>
                </a:ext>
              </a:extLst>
            </p:cNvPr>
            <p:cNvCxnSpPr>
              <a:cxnSpLocks/>
            </p:cNvCxnSpPr>
            <p:nvPr userDrawn="1"/>
          </p:nvCxnSpPr>
          <p:spPr>
            <a:xfrm>
              <a:off x="3438683"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B09EF7D-A325-4A01-9F37-03EE37C4E7AA}"/>
                </a:ext>
              </a:extLst>
            </p:cNvPr>
            <p:cNvCxnSpPr>
              <a:cxnSpLocks/>
            </p:cNvCxnSpPr>
            <p:nvPr userDrawn="1"/>
          </p:nvCxnSpPr>
          <p:spPr>
            <a:xfrm>
              <a:off x="5535105"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70B568A-72F8-465B-9239-3FBA8A5D5F7B}"/>
                </a:ext>
              </a:extLst>
            </p:cNvPr>
            <p:cNvCxnSpPr>
              <a:cxnSpLocks/>
            </p:cNvCxnSpPr>
            <p:nvPr userDrawn="1"/>
          </p:nvCxnSpPr>
          <p:spPr>
            <a:xfrm>
              <a:off x="7631527"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3" name="Text Placeholder 2">
            <a:extLst>
              <a:ext uri="{FF2B5EF4-FFF2-40B4-BE49-F238E27FC236}">
                <a16:creationId xmlns:a16="http://schemas.microsoft.com/office/drawing/2014/main" id="{45E9E151-1807-44F6-9C17-B2CCF37F82ED}"/>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4" name="Text Placeholder 2">
            <a:extLst>
              <a:ext uri="{FF2B5EF4-FFF2-40B4-BE49-F238E27FC236}">
                <a16:creationId xmlns:a16="http://schemas.microsoft.com/office/drawing/2014/main" id="{7778D2C4-BF38-444F-8AF8-00E29162BF15}"/>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312245812"/>
      </p:ext>
    </p:extLst>
  </p:cSld>
  <p:clrMapOvr>
    <a:masterClrMapping/>
  </p:clrMapOvr>
  <p:extLst>
    <p:ext uri="{DCECCB84-F9BA-43D5-87BE-67443E8EF086}">
      <p15:sldGuideLst xmlns:p15="http://schemas.microsoft.com/office/powerpoint/2012/main">
        <p15:guide id="1" orient="horz" pos="2183">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Part Slide (3)">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sX0" fmla="*/ 0 w 10840451"/>
              <a:gd name="csY0" fmla="*/ 0 h 584828"/>
              <a:gd name="csX1" fmla="*/ 10840451 w 10840451"/>
              <a:gd name="csY1" fmla="*/ 0 h 584828"/>
              <a:gd name="csX2" fmla="*/ 10840451 w 10840451"/>
              <a:gd name="csY2" fmla="*/ 584828 h 584828"/>
              <a:gd name="csX3" fmla="*/ 0 w 10840451"/>
              <a:gd name="csY3" fmla="*/ 584828 h 584828"/>
              <a:gd name="csX4" fmla="*/ 0 w 10840451"/>
              <a:gd name="csY4" fmla="*/ 0 h 584828"/>
            </a:gdLst>
            <a:ahLst/>
            <a:cxnLst>
              <a:cxn ang="0">
                <a:pos x="csX0" y="csY0"/>
              </a:cxn>
              <a:cxn ang="0">
                <a:pos x="csX1" y="csY1"/>
              </a:cxn>
              <a:cxn ang="0">
                <a:pos x="csX2" y="csY2"/>
              </a:cxn>
              <a:cxn ang="0">
                <a:pos x="csX3" y="csY3"/>
              </a:cxn>
              <a:cxn ang="0">
                <a:pos x="csX4" y="cs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0CC0F1A7-F9A0-4506-AE38-8BC2A086F36E}"/>
              </a:ext>
            </a:extLst>
          </p:cNvPr>
          <p:cNvGrpSpPr/>
          <p:nvPr userDrawn="1"/>
        </p:nvGrpSpPr>
        <p:grpSpPr>
          <a:xfrm>
            <a:off x="2726367" y="6360464"/>
            <a:ext cx="6739266" cy="453410"/>
            <a:chOff x="2726367" y="6360464"/>
            <a:chExt cx="6739266" cy="453410"/>
          </a:xfrm>
        </p:grpSpPr>
        <p:sp>
          <p:nvSpPr>
            <p:cNvPr id="65" name="Oval 64">
              <a:extLst>
                <a:ext uri="{FF2B5EF4-FFF2-40B4-BE49-F238E27FC236}">
                  <a16:creationId xmlns:a16="http://schemas.microsoft.com/office/drawing/2014/main" id="{2D7825D4-D640-4E3D-8AD8-E7FEC3E96437}"/>
                </a:ext>
              </a:extLst>
            </p:cNvPr>
            <p:cNvSpPr/>
            <p:nvPr userDrawn="1"/>
          </p:nvSpPr>
          <p:spPr>
            <a:xfrm>
              <a:off x="2726367"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4822789" y="636387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6919211" y="6362169"/>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sp>
          <p:nvSpPr>
            <p:cNvPr id="9" name="Oval 8">
              <a:extLst>
                <a:ext uri="{FF2B5EF4-FFF2-40B4-BE49-F238E27FC236}">
                  <a16:creationId xmlns:a16="http://schemas.microsoft.com/office/drawing/2014/main" id="{0AA28B3C-7DF4-4E23-9939-7C198AAFF73D}"/>
                </a:ext>
              </a:extLst>
            </p:cNvPr>
            <p:cNvSpPr/>
            <p:nvPr userDrawn="1"/>
          </p:nvSpPr>
          <p:spPr>
            <a:xfrm>
              <a:off x="9015633"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4</a:t>
              </a:r>
            </a:p>
          </p:txBody>
        </p:sp>
        <p:cxnSp>
          <p:nvCxnSpPr>
            <p:cNvPr id="10" name="Straight Connector 9">
              <a:extLst>
                <a:ext uri="{FF2B5EF4-FFF2-40B4-BE49-F238E27FC236}">
                  <a16:creationId xmlns:a16="http://schemas.microsoft.com/office/drawing/2014/main" id="{E2B5A7E0-4F21-421B-B36A-C9BCBEC6899E}"/>
                </a:ext>
              </a:extLst>
            </p:cNvPr>
            <p:cNvCxnSpPr>
              <a:cxnSpLocks/>
            </p:cNvCxnSpPr>
            <p:nvPr userDrawn="1"/>
          </p:nvCxnSpPr>
          <p:spPr>
            <a:xfrm>
              <a:off x="3438683"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B09EF7D-A325-4A01-9F37-03EE37C4E7AA}"/>
                </a:ext>
              </a:extLst>
            </p:cNvPr>
            <p:cNvCxnSpPr>
              <a:cxnSpLocks/>
            </p:cNvCxnSpPr>
            <p:nvPr userDrawn="1"/>
          </p:nvCxnSpPr>
          <p:spPr>
            <a:xfrm>
              <a:off x="5535105"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70B568A-72F8-465B-9239-3FBA8A5D5F7B}"/>
                </a:ext>
              </a:extLst>
            </p:cNvPr>
            <p:cNvCxnSpPr>
              <a:cxnSpLocks/>
            </p:cNvCxnSpPr>
            <p:nvPr userDrawn="1"/>
          </p:nvCxnSpPr>
          <p:spPr>
            <a:xfrm>
              <a:off x="7631527"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3" name="Text Placeholder 2">
            <a:extLst>
              <a:ext uri="{FF2B5EF4-FFF2-40B4-BE49-F238E27FC236}">
                <a16:creationId xmlns:a16="http://schemas.microsoft.com/office/drawing/2014/main" id="{45E9E151-1807-44F6-9C17-B2CCF37F82ED}"/>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4" name="Text Placeholder 2">
            <a:extLst>
              <a:ext uri="{FF2B5EF4-FFF2-40B4-BE49-F238E27FC236}">
                <a16:creationId xmlns:a16="http://schemas.microsoft.com/office/drawing/2014/main" id="{246D950D-7856-44BE-8CE8-E5341DA70458}"/>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227320857"/>
      </p:ext>
    </p:extLst>
  </p:cSld>
  <p:clrMapOvr>
    <a:masterClrMapping/>
  </p:clrMapOvr>
  <p:extLst>
    <p:ext uri="{DCECCB84-F9BA-43D5-87BE-67443E8EF086}">
      <p15:sldGuideLst xmlns:p15="http://schemas.microsoft.com/office/powerpoint/2012/main">
        <p15:guide id="1" orient="horz" pos="2183">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 Part Slide (4)">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sX0" fmla="*/ 0 w 10840451"/>
              <a:gd name="csY0" fmla="*/ 0 h 584828"/>
              <a:gd name="csX1" fmla="*/ 10840451 w 10840451"/>
              <a:gd name="csY1" fmla="*/ 0 h 584828"/>
              <a:gd name="csX2" fmla="*/ 10840451 w 10840451"/>
              <a:gd name="csY2" fmla="*/ 584828 h 584828"/>
              <a:gd name="csX3" fmla="*/ 0 w 10840451"/>
              <a:gd name="csY3" fmla="*/ 584828 h 584828"/>
              <a:gd name="csX4" fmla="*/ 0 w 10840451"/>
              <a:gd name="csY4" fmla="*/ 0 h 584828"/>
            </a:gdLst>
            <a:ahLst/>
            <a:cxnLst>
              <a:cxn ang="0">
                <a:pos x="csX0" y="csY0"/>
              </a:cxn>
              <a:cxn ang="0">
                <a:pos x="csX1" y="csY1"/>
              </a:cxn>
              <a:cxn ang="0">
                <a:pos x="csX2" y="csY2"/>
              </a:cxn>
              <a:cxn ang="0">
                <a:pos x="csX3" y="csY3"/>
              </a:cxn>
              <a:cxn ang="0">
                <a:pos x="csX4" y="cs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0CC0F1A7-F9A0-4506-AE38-8BC2A086F36E}"/>
              </a:ext>
            </a:extLst>
          </p:cNvPr>
          <p:cNvGrpSpPr/>
          <p:nvPr userDrawn="1"/>
        </p:nvGrpSpPr>
        <p:grpSpPr>
          <a:xfrm>
            <a:off x="2726367" y="6360464"/>
            <a:ext cx="6739266" cy="453410"/>
            <a:chOff x="2726367" y="6360464"/>
            <a:chExt cx="6739266" cy="453410"/>
          </a:xfrm>
        </p:grpSpPr>
        <p:sp>
          <p:nvSpPr>
            <p:cNvPr id="65" name="Oval 64">
              <a:extLst>
                <a:ext uri="{FF2B5EF4-FFF2-40B4-BE49-F238E27FC236}">
                  <a16:creationId xmlns:a16="http://schemas.microsoft.com/office/drawing/2014/main" id="{2D7825D4-D640-4E3D-8AD8-E7FEC3E96437}"/>
                </a:ext>
              </a:extLst>
            </p:cNvPr>
            <p:cNvSpPr/>
            <p:nvPr userDrawn="1"/>
          </p:nvSpPr>
          <p:spPr>
            <a:xfrm>
              <a:off x="2726367"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4822789" y="636387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6919211" y="6362169"/>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sp>
          <p:nvSpPr>
            <p:cNvPr id="9" name="Oval 8">
              <a:extLst>
                <a:ext uri="{FF2B5EF4-FFF2-40B4-BE49-F238E27FC236}">
                  <a16:creationId xmlns:a16="http://schemas.microsoft.com/office/drawing/2014/main" id="{0AA28B3C-7DF4-4E23-9939-7C198AAFF73D}"/>
                </a:ext>
              </a:extLst>
            </p:cNvPr>
            <p:cNvSpPr/>
            <p:nvPr userDrawn="1"/>
          </p:nvSpPr>
          <p:spPr>
            <a:xfrm>
              <a:off x="9015633" y="6360464"/>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4</a:t>
              </a:r>
            </a:p>
          </p:txBody>
        </p:sp>
        <p:cxnSp>
          <p:nvCxnSpPr>
            <p:cNvPr id="10" name="Straight Connector 9">
              <a:extLst>
                <a:ext uri="{FF2B5EF4-FFF2-40B4-BE49-F238E27FC236}">
                  <a16:creationId xmlns:a16="http://schemas.microsoft.com/office/drawing/2014/main" id="{E2B5A7E0-4F21-421B-B36A-C9BCBEC6899E}"/>
                </a:ext>
              </a:extLst>
            </p:cNvPr>
            <p:cNvCxnSpPr>
              <a:cxnSpLocks/>
            </p:cNvCxnSpPr>
            <p:nvPr userDrawn="1"/>
          </p:nvCxnSpPr>
          <p:spPr>
            <a:xfrm>
              <a:off x="3438683"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B09EF7D-A325-4A01-9F37-03EE37C4E7AA}"/>
                </a:ext>
              </a:extLst>
            </p:cNvPr>
            <p:cNvCxnSpPr>
              <a:cxnSpLocks/>
            </p:cNvCxnSpPr>
            <p:nvPr userDrawn="1"/>
          </p:nvCxnSpPr>
          <p:spPr>
            <a:xfrm>
              <a:off x="5535105"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70B568A-72F8-465B-9239-3FBA8A5D5F7B}"/>
                </a:ext>
              </a:extLst>
            </p:cNvPr>
            <p:cNvCxnSpPr>
              <a:cxnSpLocks/>
            </p:cNvCxnSpPr>
            <p:nvPr userDrawn="1"/>
          </p:nvCxnSpPr>
          <p:spPr>
            <a:xfrm>
              <a:off x="7631527"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3" name="Text Placeholder 2">
            <a:extLst>
              <a:ext uri="{FF2B5EF4-FFF2-40B4-BE49-F238E27FC236}">
                <a16:creationId xmlns:a16="http://schemas.microsoft.com/office/drawing/2014/main" id="{45E9E151-1807-44F6-9C17-B2CCF37F82ED}"/>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4" name="Text Placeholder 2">
            <a:extLst>
              <a:ext uri="{FF2B5EF4-FFF2-40B4-BE49-F238E27FC236}">
                <a16:creationId xmlns:a16="http://schemas.microsoft.com/office/drawing/2014/main" id="{7CE1B0DB-E15B-4C21-B367-461909D80891}"/>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1800"/>
            </a:lvl3pPr>
            <a:lvl4pPr>
              <a:defRPr sz="16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938000425"/>
      </p:ext>
    </p:extLst>
  </p:cSld>
  <p:clrMapOvr>
    <a:masterClrMapping/>
  </p:clrMapOvr>
  <p:extLst>
    <p:ext uri="{DCECCB84-F9BA-43D5-87BE-67443E8EF086}">
      <p15:sldGuideLst xmlns:p15="http://schemas.microsoft.com/office/powerpoint/2012/main">
        <p15:guide id="1" orient="horz" pos="2183" userDrawn="1">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5 Part Slide (1)">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sX0" fmla="*/ 0 w 10840451"/>
              <a:gd name="csY0" fmla="*/ 0 h 584828"/>
              <a:gd name="csX1" fmla="*/ 10840451 w 10840451"/>
              <a:gd name="csY1" fmla="*/ 0 h 584828"/>
              <a:gd name="csX2" fmla="*/ 10840451 w 10840451"/>
              <a:gd name="csY2" fmla="*/ 584828 h 584828"/>
              <a:gd name="csX3" fmla="*/ 0 w 10840451"/>
              <a:gd name="csY3" fmla="*/ 584828 h 584828"/>
              <a:gd name="csX4" fmla="*/ 0 w 10840451"/>
              <a:gd name="csY4" fmla="*/ 0 h 584828"/>
            </a:gdLst>
            <a:ahLst/>
            <a:cxnLst>
              <a:cxn ang="0">
                <a:pos x="csX0" y="csY0"/>
              </a:cxn>
              <a:cxn ang="0">
                <a:pos x="csX1" y="csY1"/>
              </a:cxn>
              <a:cxn ang="0">
                <a:pos x="csX2" y="csY2"/>
              </a:cxn>
              <a:cxn ang="0">
                <a:pos x="csX3" y="csY3"/>
              </a:cxn>
              <a:cxn ang="0">
                <a:pos x="csX4" y="cs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BA02FA6E-5234-413E-A6B6-B5EE67E54CCA}"/>
              </a:ext>
            </a:extLst>
          </p:cNvPr>
          <p:cNvGrpSpPr/>
          <p:nvPr userDrawn="1"/>
        </p:nvGrpSpPr>
        <p:grpSpPr>
          <a:xfrm>
            <a:off x="2710500" y="6360464"/>
            <a:ext cx="6771000" cy="453410"/>
            <a:chOff x="2710500" y="6360464"/>
            <a:chExt cx="6771000" cy="453410"/>
          </a:xfrm>
        </p:grpSpPr>
        <p:sp>
          <p:nvSpPr>
            <p:cNvPr id="65" name="Oval 64">
              <a:extLst>
                <a:ext uri="{FF2B5EF4-FFF2-40B4-BE49-F238E27FC236}">
                  <a16:creationId xmlns:a16="http://schemas.microsoft.com/office/drawing/2014/main" id="{2D7825D4-D640-4E3D-8AD8-E7FEC3E96437}"/>
                </a:ext>
              </a:extLst>
            </p:cNvPr>
            <p:cNvSpPr/>
            <p:nvPr userDrawn="1"/>
          </p:nvSpPr>
          <p:spPr>
            <a:xfrm>
              <a:off x="2710500" y="6360464"/>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4290750" y="636387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5871000" y="6362169"/>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sp>
          <p:nvSpPr>
            <p:cNvPr id="9" name="Oval 8">
              <a:extLst>
                <a:ext uri="{FF2B5EF4-FFF2-40B4-BE49-F238E27FC236}">
                  <a16:creationId xmlns:a16="http://schemas.microsoft.com/office/drawing/2014/main" id="{0AA28B3C-7DF4-4E23-9939-7C198AAFF73D}"/>
                </a:ext>
              </a:extLst>
            </p:cNvPr>
            <p:cNvSpPr/>
            <p:nvPr userDrawn="1"/>
          </p:nvSpPr>
          <p:spPr>
            <a:xfrm>
              <a:off x="7451250"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4</a:t>
              </a:r>
            </a:p>
          </p:txBody>
        </p:sp>
        <p:sp>
          <p:nvSpPr>
            <p:cNvPr id="13" name="Oval 12">
              <a:extLst>
                <a:ext uri="{FF2B5EF4-FFF2-40B4-BE49-F238E27FC236}">
                  <a16:creationId xmlns:a16="http://schemas.microsoft.com/office/drawing/2014/main" id="{0E52C41B-CDAD-41F5-8690-AFBE44D0D44A}"/>
                </a:ext>
              </a:extLst>
            </p:cNvPr>
            <p:cNvSpPr/>
            <p:nvPr userDrawn="1"/>
          </p:nvSpPr>
          <p:spPr>
            <a:xfrm>
              <a:off x="9031500"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5</a:t>
              </a:r>
            </a:p>
          </p:txBody>
        </p:sp>
        <p:cxnSp>
          <p:nvCxnSpPr>
            <p:cNvPr id="14" name="Straight Connector 13">
              <a:extLst>
                <a:ext uri="{FF2B5EF4-FFF2-40B4-BE49-F238E27FC236}">
                  <a16:creationId xmlns:a16="http://schemas.microsoft.com/office/drawing/2014/main" id="{F0BBCFA8-F9F9-4DBF-AFAA-0E0DEA52AE59}"/>
                </a:ext>
              </a:extLst>
            </p:cNvPr>
            <p:cNvCxnSpPr>
              <a:cxnSpLocks/>
            </p:cNvCxnSpPr>
            <p:nvPr userDrawn="1"/>
          </p:nvCxnSpPr>
          <p:spPr>
            <a:xfrm>
              <a:off x="336740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DFC2135-FBB6-4B2C-8C2E-9C56AA58FCCA}"/>
                </a:ext>
              </a:extLst>
            </p:cNvPr>
            <p:cNvCxnSpPr>
              <a:cxnSpLocks/>
            </p:cNvCxnSpPr>
            <p:nvPr userDrawn="1"/>
          </p:nvCxnSpPr>
          <p:spPr>
            <a:xfrm>
              <a:off x="494765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E2A0DEC-8886-4BF0-8E3F-ADD631306FFC}"/>
                </a:ext>
              </a:extLst>
            </p:cNvPr>
            <p:cNvCxnSpPr>
              <a:cxnSpLocks/>
            </p:cNvCxnSpPr>
            <p:nvPr userDrawn="1"/>
          </p:nvCxnSpPr>
          <p:spPr>
            <a:xfrm>
              <a:off x="652790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B5FC404-BC61-4BBF-A696-F1B4428D101D}"/>
                </a:ext>
              </a:extLst>
            </p:cNvPr>
            <p:cNvCxnSpPr>
              <a:cxnSpLocks/>
            </p:cNvCxnSpPr>
            <p:nvPr userDrawn="1"/>
          </p:nvCxnSpPr>
          <p:spPr>
            <a:xfrm>
              <a:off x="810815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8" name="Text Placeholder 2">
            <a:extLst>
              <a:ext uri="{FF2B5EF4-FFF2-40B4-BE49-F238E27FC236}">
                <a16:creationId xmlns:a16="http://schemas.microsoft.com/office/drawing/2014/main" id="{719403F5-D523-457A-8E11-9AB5905A763A}"/>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9" name="Text Placeholder 2">
            <a:extLst>
              <a:ext uri="{FF2B5EF4-FFF2-40B4-BE49-F238E27FC236}">
                <a16:creationId xmlns:a16="http://schemas.microsoft.com/office/drawing/2014/main" id="{06D5DC14-943D-4D41-8FE8-E992C268EC2B}"/>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15008456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5 Part Slide (2)">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sX0" fmla="*/ 0 w 10840451"/>
              <a:gd name="csY0" fmla="*/ 0 h 584828"/>
              <a:gd name="csX1" fmla="*/ 10840451 w 10840451"/>
              <a:gd name="csY1" fmla="*/ 0 h 584828"/>
              <a:gd name="csX2" fmla="*/ 10840451 w 10840451"/>
              <a:gd name="csY2" fmla="*/ 584828 h 584828"/>
              <a:gd name="csX3" fmla="*/ 0 w 10840451"/>
              <a:gd name="csY3" fmla="*/ 584828 h 584828"/>
              <a:gd name="csX4" fmla="*/ 0 w 10840451"/>
              <a:gd name="csY4" fmla="*/ 0 h 584828"/>
            </a:gdLst>
            <a:ahLst/>
            <a:cxnLst>
              <a:cxn ang="0">
                <a:pos x="csX0" y="csY0"/>
              </a:cxn>
              <a:cxn ang="0">
                <a:pos x="csX1" y="csY1"/>
              </a:cxn>
              <a:cxn ang="0">
                <a:pos x="csX2" y="csY2"/>
              </a:cxn>
              <a:cxn ang="0">
                <a:pos x="csX3" y="csY3"/>
              </a:cxn>
              <a:cxn ang="0">
                <a:pos x="csX4" y="cs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BA02FA6E-5234-413E-A6B6-B5EE67E54CCA}"/>
              </a:ext>
            </a:extLst>
          </p:cNvPr>
          <p:cNvGrpSpPr/>
          <p:nvPr userDrawn="1"/>
        </p:nvGrpSpPr>
        <p:grpSpPr>
          <a:xfrm>
            <a:off x="2710500" y="6360464"/>
            <a:ext cx="6771000" cy="453410"/>
            <a:chOff x="2710500" y="6360464"/>
            <a:chExt cx="6771000" cy="453410"/>
          </a:xfrm>
        </p:grpSpPr>
        <p:sp>
          <p:nvSpPr>
            <p:cNvPr id="65" name="Oval 64">
              <a:extLst>
                <a:ext uri="{FF2B5EF4-FFF2-40B4-BE49-F238E27FC236}">
                  <a16:creationId xmlns:a16="http://schemas.microsoft.com/office/drawing/2014/main" id="{2D7825D4-D640-4E3D-8AD8-E7FEC3E96437}"/>
                </a:ext>
              </a:extLst>
            </p:cNvPr>
            <p:cNvSpPr/>
            <p:nvPr userDrawn="1"/>
          </p:nvSpPr>
          <p:spPr>
            <a:xfrm>
              <a:off x="2710500"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4290750" y="6363874"/>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5871000" y="6362169"/>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sp>
          <p:nvSpPr>
            <p:cNvPr id="9" name="Oval 8">
              <a:extLst>
                <a:ext uri="{FF2B5EF4-FFF2-40B4-BE49-F238E27FC236}">
                  <a16:creationId xmlns:a16="http://schemas.microsoft.com/office/drawing/2014/main" id="{0AA28B3C-7DF4-4E23-9939-7C198AAFF73D}"/>
                </a:ext>
              </a:extLst>
            </p:cNvPr>
            <p:cNvSpPr/>
            <p:nvPr userDrawn="1"/>
          </p:nvSpPr>
          <p:spPr>
            <a:xfrm>
              <a:off x="7451250"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4</a:t>
              </a:r>
            </a:p>
          </p:txBody>
        </p:sp>
        <p:sp>
          <p:nvSpPr>
            <p:cNvPr id="13" name="Oval 12">
              <a:extLst>
                <a:ext uri="{FF2B5EF4-FFF2-40B4-BE49-F238E27FC236}">
                  <a16:creationId xmlns:a16="http://schemas.microsoft.com/office/drawing/2014/main" id="{0E52C41B-CDAD-41F5-8690-AFBE44D0D44A}"/>
                </a:ext>
              </a:extLst>
            </p:cNvPr>
            <p:cNvSpPr/>
            <p:nvPr userDrawn="1"/>
          </p:nvSpPr>
          <p:spPr>
            <a:xfrm>
              <a:off x="9031500"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5</a:t>
              </a:r>
            </a:p>
          </p:txBody>
        </p:sp>
        <p:cxnSp>
          <p:nvCxnSpPr>
            <p:cNvPr id="14" name="Straight Connector 13">
              <a:extLst>
                <a:ext uri="{FF2B5EF4-FFF2-40B4-BE49-F238E27FC236}">
                  <a16:creationId xmlns:a16="http://schemas.microsoft.com/office/drawing/2014/main" id="{F0BBCFA8-F9F9-4DBF-AFAA-0E0DEA52AE59}"/>
                </a:ext>
              </a:extLst>
            </p:cNvPr>
            <p:cNvCxnSpPr>
              <a:cxnSpLocks/>
            </p:cNvCxnSpPr>
            <p:nvPr userDrawn="1"/>
          </p:nvCxnSpPr>
          <p:spPr>
            <a:xfrm>
              <a:off x="336740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DFC2135-FBB6-4B2C-8C2E-9C56AA58FCCA}"/>
                </a:ext>
              </a:extLst>
            </p:cNvPr>
            <p:cNvCxnSpPr>
              <a:cxnSpLocks/>
            </p:cNvCxnSpPr>
            <p:nvPr userDrawn="1"/>
          </p:nvCxnSpPr>
          <p:spPr>
            <a:xfrm>
              <a:off x="494765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E2A0DEC-8886-4BF0-8E3F-ADD631306FFC}"/>
                </a:ext>
              </a:extLst>
            </p:cNvPr>
            <p:cNvCxnSpPr>
              <a:cxnSpLocks/>
            </p:cNvCxnSpPr>
            <p:nvPr userDrawn="1"/>
          </p:nvCxnSpPr>
          <p:spPr>
            <a:xfrm>
              <a:off x="652790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B5FC404-BC61-4BBF-A696-F1B4428D101D}"/>
                </a:ext>
              </a:extLst>
            </p:cNvPr>
            <p:cNvCxnSpPr>
              <a:cxnSpLocks/>
            </p:cNvCxnSpPr>
            <p:nvPr userDrawn="1"/>
          </p:nvCxnSpPr>
          <p:spPr>
            <a:xfrm>
              <a:off x="810815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8" name="Text Placeholder 2">
            <a:extLst>
              <a:ext uri="{FF2B5EF4-FFF2-40B4-BE49-F238E27FC236}">
                <a16:creationId xmlns:a16="http://schemas.microsoft.com/office/drawing/2014/main" id="{719403F5-D523-457A-8E11-9AB5905A763A}"/>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9" name="Text Placeholder 2">
            <a:extLst>
              <a:ext uri="{FF2B5EF4-FFF2-40B4-BE49-F238E27FC236}">
                <a16:creationId xmlns:a16="http://schemas.microsoft.com/office/drawing/2014/main" id="{6BCC3EC9-5000-4F66-AF20-DE162BE3D134}"/>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9031567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 Part Slide (3)">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sX0" fmla="*/ 0 w 10840451"/>
              <a:gd name="csY0" fmla="*/ 0 h 584828"/>
              <a:gd name="csX1" fmla="*/ 10840451 w 10840451"/>
              <a:gd name="csY1" fmla="*/ 0 h 584828"/>
              <a:gd name="csX2" fmla="*/ 10840451 w 10840451"/>
              <a:gd name="csY2" fmla="*/ 584828 h 584828"/>
              <a:gd name="csX3" fmla="*/ 0 w 10840451"/>
              <a:gd name="csY3" fmla="*/ 584828 h 584828"/>
              <a:gd name="csX4" fmla="*/ 0 w 10840451"/>
              <a:gd name="csY4" fmla="*/ 0 h 584828"/>
            </a:gdLst>
            <a:ahLst/>
            <a:cxnLst>
              <a:cxn ang="0">
                <a:pos x="csX0" y="csY0"/>
              </a:cxn>
              <a:cxn ang="0">
                <a:pos x="csX1" y="csY1"/>
              </a:cxn>
              <a:cxn ang="0">
                <a:pos x="csX2" y="csY2"/>
              </a:cxn>
              <a:cxn ang="0">
                <a:pos x="csX3" y="csY3"/>
              </a:cxn>
              <a:cxn ang="0">
                <a:pos x="csX4" y="cs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BA02FA6E-5234-413E-A6B6-B5EE67E54CCA}"/>
              </a:ext>
            </a:extLst>
          </p:cNvPr>
          <p:cNvGrpSpPr/>
          <p:nvPr userDrawn="1"/>
        </p:nvGrpSpPr>
        <p:grpSpPr>
          <a:xfrm>
            <a:off x="2710500" y="6360464"/>
            <a:ext cx="6771000" cy="453410"/>
            <a:chOff x="2710500" y="6360464"/>
            <a:chExt cx="6771000" cy="453410"/>
          </a:xfrm>
        </p:grpSpPr>
        <p:sp>
          <p:nvSpPr>
            <p:cNvPr id="65" name="Oval 64">
              <a:extLst>
                <a:ext uri="{FF2B5EF4-FFF2-40B4-BE49-F238E27FC236}">
                  <a16:creationId xmlns:a16="http://schemas.microsoft.com/office/drawing/2014/main" id="{2D7825D4-D640-4E3D-8AD8-E7FEC3E96437}"/>
                </a:ext>
              </a:extLst>
            </p:cNvPr>
            <p:cNvSpPr/>
            <p:nvPr userDrawn="1"/>
          </p:nvSpPr>
          <p:spPr>
            <a:xfrm>
              <a:off x="2710500"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4290750" y="636387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5871000" y="6362169"/>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sp>
          <p:nvSpPr>
            <p:cNvPr id="9" name="Oval 8">
              <a:extLst>
                <a:ext uri="{FF2B5EF4-FFF2-40B4-BE49-F238E27FC236}">
                  <a16:creationId xmlns:a16="http://schemas.microsoft.com/office/drawing/2014/main" id="{0AA28B3C-7DF4-4E23-9939-7C198AAFF73D}"/>
                </a:ext>
              </a:extLst>
            </p:cNvPr>
            <p:cNvSpPr/>
            <p:nvPr userDrawn="1"/>
          </p:nvSpPr>
          <p:spPr>
            <a:xfrm>
              <a:off x="7451250"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4</a:t>
              </a:r>
            </a:p>
          </p:txBody>
        </p:sp>
        <p:sp>
          <p:nvSpPr>
            <p:cNvPr id="13" name="Oval 12">
              <a:extLst>
                <a:ext uri="{FF2B5EF4-FFF2-40B4-BE49-F238E27FC236}">
                  <a16:creationId xmlns:a16="http://schemas.microsoft.com/office/drawing/2014/main" id="{0E52C41B-CDAD-41F5-8690-AFBE44D0D44A}"/>
                </a:ext>
              </a:extLst>
            </p:cNvPr>
            <p:cNvSpPr/>
            <p:nvPr userDrawn="1"/>
          </p:nvSpPr>
          <p:spPr>
            <a:xfrm>
              <a:off x="9031500"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5</a:t>
              </a:r>
            </a:p>
          </p:txBody>
        </p:sp>
        <p:cxnSp>
          <p:nvCxnSpPr>
            <p:cNvPr id="14" name="Straight Connector 13">
              <a:extLst>
                <a:ext uri="{FF2B5EF4-FFF2-40B4-BE49-F238E27FC236}">
                  <a16:creationId xmlns:a16="http://schemas.microsoft.com/office/drawing/2014/main" id="{F0BBCFA8-F9F9-4DBF-AFAA-0E0DEA52AE59}"/>
                </a:ext>
              </a:extLst>
            </p:cNvPr>
            <p:cNvCxnSpPr>
              <a:cxnSpLocks/>
            </p:cNvCxnSpPr>
            <p:nvPr userDrawn="1"/>
          </p:nvCxnSpPr>
          <p:spPr>
            <a:xfrm>
              <a:off x="336740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DFC2135-FBB6-4B2C-8C2E-9C56AA58FCCA}"/>
                </a:ext>
              </a:extLst>
            </p:cNvPr>
            <p:cNvCxnSpPr>
              <a:cxnSpLocks/>
            </p:cNvCxnSpPr>
            <p:nvPr userDrawn="1"/>
          </p:nvCxnSpPr>
          <p:spPr>
            <a:xfrm>
              <a:off x="494765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E2A0DEC-8886-4BF0-8E3F-ADD631306FFC}"/>
                </a:ext>
              </a:extLst>
            </p:cNvPr>
            <p:cNvCxnSpPr>
              <a:cxnSpLocks/>
            </p:cNvCxnSpPr>
            <p:nvPr userDrawn="1"/>
          </p:nvCxnSpPr>
          <p:spPr>
            <a:xfrm>
              <a:off x="652790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B5FC404-BC61-4BBF-A696-F1B4428D101D}"/>
                </a:ext>
              </a:extLst>
            </p:cNvPr>
            <p:cNvCxnSpPr>
              <a:cxnSpLocks/>
            </p:cNvCxnSpPr>
            <p:nvPr userDrawn="1"/>
          </p:nvCxnSpPr>
          <p:spPr>
            <a:xfrm>
              <a:off x="810815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8" name="Text Placeholder 2">
            <a:extLst>
              <a:ext uri="{FF2B5EF4-FFF2-40B4-BE49-F238E27FC236}">
                <a16:creationId xmlns:a16="http://schemas.microsoft.com/office/drawing/2014/main" id="{719403F5-D523-457A-8E11-9AB5905A763A}"/>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9" name="Text Placeholder 2">
            <a:extLst>
              <a:ext uri="{FF2B5EF4-FFF2-40B4-BE49-F238E27FC236}">
                <a16:creationId xmlns:a16="http://schemas.microsoft.com/office/drawing/2014/main" id="{ED23105A-C0A1-47BD-A54B-C83DE2C03B7F}"/>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2610773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5 Part Slide (4)">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sX0" fmla="*/ 0 w 10840451"/>
              <a:gd name="csY0" fmla="*/ 0 h 584828"/>
              <a:gd name="csX1" fmla="*/ 10840451 w 10840451"/>
              <a:gd name="csY1" fmla="*/ 0 h 584828"/>
              <a:gd name="csX2" fmla="*/ 10840451 w 10840451"/>
              <a:gd name="csY2" fmla="*/ 584828 h 584828"/>
              <a:gd name="csX3" fmla="*/ 0 w 10840451"/>
              <a:gd name="csY3" fmla="*/ 584828 h 584828"/>
              <a:gd name="csX4" fmla="*/ 0 w 10840451"/>
              <a:gd name="csY4" fmla="*/ 0 h 584828"/>
            </a:gdLst>
            <a:ahLst/>
            <a:cxnLst>
              <a:cxn ang="0">
                <a:pos x="csX0" y="csY0"/>
              </a:cxn>
              <a:cxn ang="0">
                <a:pos x="csX1" y="csY1"/>
              </a:cxn>
              <a:cxn ang="0">
                <a:pos x="csX2" y="csY2"/>
              </a:cxn>
              <a:cxn ang="0">
                <a:pos x="csX3" y="csY3"/>
              </a:cxn>
              <a:cxn ang="0">
                <a:pos x="csX4" y="cs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BA02FA6E-5234-413E-A6B6-B5EE67E54CCA}"/>
              </a:ext>
            </a:extLst>
          </p:cNvPr>
          <p:cNvGrpSpPr/>
          <p:nvPr userDrawn="1"/>
        </p:nvGrpSpPr>
        <p:grpSpPr>
          <a:xfrm>
            <a:off x="2710500" y="6360464"/>
            <a:ext cx="6771000" cy="453410"/>
            <a:chOff x="2710500" y="6360464"/>
            <a:chExt cx="6771000" cy="453410"/>
          </a:xfrm>
        </p:grpSpPr>
        <p:sp>
          <p:nvSpPr>
            <p:cNvPr id="65" name="Oval 64">
              <a:extLst>
                <a:ext uri="{FF2B5EF4-FFF2-40B4-BE49-F238E27FC236}">
                  <a16:creationId xmlns:a16="http://schemas.microsoft.com/office/drawing/2014/main" id="{2D7825D4-D640-4E3D-8AD8-E7FEC3E96437}"/>
                </a:ext>
              </a:extLst>
            </p:cNvPr>
            <p:cNvSpPr/>
            <p:nvPr userDrawn="1"/>
          </p:nvSpPr>
          <p:spPr>
            <a:xfrm>
              <a:off x="2710500"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4290750" y="636387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5871000" y="6362169"/>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sp>
          <p:nvSpPr>
            <p:cNvPr id="9" name="Oval 8">
              <a:extLst>
                <a:ext uri="{FF2B5EF4-FFF2-40B4-BE49-F238E27FC236}">
                  <a16:creationId xmlns:a16="http://schemas.microsoft.com/office/drawing/2014/main" id="{0AA28B3C-7DF4-4E23-9939-7C198AAFF73D}"/>
                </a:ext>
              </a:extLst>
            </p:cNvPr>
            <p:cNvSpPr/>
            <p:nvPr userDrawn="1"/>
          </p:nvSpPr>
          <p:spPr>
            <a:xfrm>
              <a:off x="7451250" y="6360464"/>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4</a:t>
              </a:r>
            </a:p>
          </p:txBody>
        </p:sp>
        <p:sp>
          <p:nvSpPr>
            <p:cNvPr id="13" name="Oval 12">
              <a:extLst>
                <a:ext uri="{FF2B5EF4-FFF2-40B4-BE49-F238E27FC236}">
                  <a16:creationId xmlns:a16="http://schemas.microsoft.com/office/drawing/2014/main" id="{0E52C41B-CDAD-41F5-8690-AFBE44D0D44A}"/>
                </a:ext>
              </a:extLst>
            </p:cNvPr>
            <p:cNvSpPr/>
            <p:nvPr userDrawn="1"/>
          </p:nvSpPr>
          <p:spPr>
            <a:xfrm>
              <a:off x="9031500"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5</a:t>
              </a:r>
            </a:p>
          </p:txBody>
        </p:sp>
        <p:cxnSp>
          <p:nvCxnSpPr>
            <p:cNvPr id="14" name="Straight Connector 13">
              <a:extLst>
                <a:ext uri="{FF2B5EF4-FFF2-40B4-BE49-F238E27FC236}">
                  <a16:creationId xmlns:a16="http://schemas.microsoft.com/office/drawing/2014/main" id="{F0BBCFA8-F9F9-4DBF-AFAA-0E0DEA52AE59}"/>
                </a:ext>
              </a:extLst>
            </p:cNvPr>
            <p:cNvCxnSpPr>
              <a:cxnSpLocks/>
            </p:cNvCxnSpPr>
            <p:nvPr userDrawn="1"/>
          </p:nvCxnSpPr>
          <p:spPr>
            <a:xfrm>
              <a:off x="336740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DFC2135-FBB6-4B2C-8C2E-9C56AA58FCCA}"/>
                </a:ext>
              </a:extLst>
            </p:cNvPr>
            <p:cNvCxnSpPr>
              <a:cxnSpLocks/>
            </p:cNvCxnSpPr>
            <p:nvPr userDrawn="1"/>
          </p:nvCxnSpPr>
          <p:spPr>
            <a:xfrm>
              <a:off x="494765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E2A0DEC-8886-4BF0-8E3F-ADD631306FFC}"/>
                </a:ext>
              </a:extLst>
            </p:cNvPr>
            <p:cNvCxnSpPr>
              <a:cxnSpLocks/>
            </p:cNvCxnSpPr>
            <p:nvPr userDrawn="1"/>
          </p:nvCxnSpPr>
          <p:spPr>
            <a:xfrm>
              <a:off x="652790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B5FC404-BC61-4BBF-A696-F1B4428D101D}"/>
                </a:ext>
              </a:extLst>
            </p:cNvPr>
            <p:cNvCxnSpPr>
              <a:cxnSpLocks/>
            </p:cNvCxnSpPr>
            <p:nvPr userDrawn="1"/>
          </p:nvCxnSpPr>
          <p:spPr>
            <a:xfrm>
              <a:off x="810815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8" name="Text Placeholder 2">
            <a:extLst>
              <a:ext uri="{FF2B5EF4-FFF2-40B4-BE49-F238E27FC236}">
                <a16:creationId xmlns:a16="http://schemas.microsoft.com/office/drawing/2014/main" id="{719403F5-D523-457A-8E11-9AB5905A763A}"/>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9" name="Text Placeholder 2">
            <a:extLst>
              <a:ext uri="{FF2B5EF4-FFF2-40B4-BE49-F238E27FC236}">
                <a16:creationId xmlns:a16="http://schemas.microsoft.com/office/drawing/2014/main" id="{28AF55C2-70B9-4413-A945-B0FE7F8A8BD2}"/>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93988798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5 Part Slide (5)">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sX0" fmla="*/ 0 w 10840451"/>
              <a:gd name="csY0" fmla="*/ 0 h 584828"/>
              <a:gd name="csX1" fmla="*/ 10840451 w 10840451"/>
              <a:gd name="csY1" fmla="*/ 0 h 584828"/>
              <a:gd name="csX2" fmla="*/ 10840451 w 10840451"/>
              <a:gd name="csY2" fmla="*/ 584828 h 584828"/>
              <a:gd name="csX3" fmla="*/ 0 w 10840451"/>
              <a:gd name="csY3" fmla="*/ 584828 h 584828"/>
              <a:gd name="csX4" fmla="*/ 0 w 10840451"/>
              <a:gd name="csY4" fmla="*/ 0 h 584828"/>
            </a:gdLst>
            <a:ahLst/>
            <a:cxnLst>
              <a:cxn ang="0">
                <a:pos x="csX0" y="csY0"/>
              </a:cxn>
              <a:cxn ang="0">
                <a:pos x="csX1" y="csY1"/>
              </a:cxn>
              <a:cxn ang="0">
                <a:pos x="csX2" y="csY2"/>
              </a:cxn>
              <a:cxn ang="0">
                <a:pos x="csX3" y="csY3"/>
              </a:cxn>
              <a:cxn ang="0">
                <a:pos x="csX4" y="cs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BA02FA6E-5234-413E-A6B6-B5EE67E54CCA}"/>
              </a:ext>
            </a:extLst>
          </p:cNvPr>
          <p:cNvGrpSpPr/>
          <p:nvPr userDrawn="1"/>
        </p:nvGrpSpPr>
        <p:grpSpPr>
          <a:xfrm>
            <a:off x="2710500" y="6360464"/>
            <a:ext cx="6771000" cy="453410"/>
            <a:chOff x="2710500" y="6360464"/>
            <a:chExt cx="6771000" cy="453410"/>
          </a:xfrm>
        </p:grpSpPr>
        <p:sp>
          <p:nvSpPr>
            <p:cNvPr id="65" name="Oval 64">
              <a:extLst>
                <a:ext uri="{FF2B5EF4-FFF2-40B4-BE49-F238E27FC236}">
                  <a16:creationId xmlns:a16="http://schemas.microsoft.com/office/drawing/2014/main" id="{2D7825D4-D640-4E3D-8AD8-E7FEC3E96437}"/>
                </a:ext>
              </a:extLst>
            </p:cNvPr>
            <p:cNvSpPr/>
            <p:nvPr userDrawn="1"/>
          </p:nvSpPr>
          <p:spPr>
            <a:xfrm>
              <a:off x="2710500"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4290750" y="636387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5871000" y="6362169"/>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sp>
          <p:nvSpPr>
            <p:cNvPr id="9" name="Oval 8">
              <a:extLst>
                <a:ext uri="{FF2B5EF4-FFF2-40B4-BE49-F238E27FC236}">
                  <a16:creationId xmlns:a16="http://schemas.microsoft.com/office/drawing/2014/main" id="{0AA28B3C-7DF4-4E23-9939-7C198AAFF73D}"/>
                </a:ext>
              </a:extLst>
            </p:cNvPr>
            <p:cNvSpPr/>
            <p:nvPr userDrawn="1"/>
          </p:nvSpPr>
          <p:spPr>
            <a:xfrm>
              <a:off x="7451250"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4</a:t>
              </a:r>
            </a:p>
          </p:txBody>
        </p:sp>
        <p:sp>
          <p:nvSpPr>
            <p:cNvPr id="13" name="Oval 12">
              <a:extLst>
                <a:ext uri="{FF2B5EF4-FFF2-40B4-BE49-F238E27FC236}">
                  <a16:creationId xmlns:a16="http://schemas.microsoft.com/office/drawing/2014/main" id="{0E52C41B-CDAD-41F5-8690-AFBE44D0D44A}"/>
                </a:ext>
              </a:extLst>
            </p:cNvPr>
            <p:cNvSpPr/>
            <p:nvPr userDrawn="1"/>
          </p:nvSpPr>
          <p:spPr>
            <a:xfrm>
              <a:off x="9031500" y="6360464"/>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5</a:t>
              </a:r>
            </a:p>
          </p:txBody>
        </p:sp>
        <p:cxnSp>
          <p:nvCxnSpPr>
            <p:cNvPr id="14" name="Straight Connector 13">
              <a:extLst>
                <a:ext uri="{FF2B5EF4-FFF2-40B4-BE49-F238E27FC236}">
                  <a16:creationId xmlns:a16="http://schemas.microsoft.com/office/drawing/2014/main" id="{F0BBCFA8-F9F9-4DBF-AFAA-0E0DEA52AE59}"/>
                </a:ext>
              </a:extLst>
            </p:cNvPr>
            <p:cNvCxnSpPr>
              <a:cxnSpLocks/>
            </p:cNvCxnSpPr>
            <p:nvPr userDrawn="1"/>
          </p:nvCxnSpPr>
          <p:spPr>
            <a:xfrm>
              <a:off x="336740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DFC2135-FBB6-4B2C-8C2E-9C56AA58FCCA}"/>
                </a:ext>
              </a:extLst>
            </p:cNvPr>
            <p:cNvCxnSpPr>
              <a:cxnSpLocks/>
            </p:cNvCxnSpPr>
            <p:nvPr userDrawn="1"/>
          </p:nvCxnSpPr>
          <p:spPr>
            <a:xfrm>
              <a:off x="494765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E2A0DEC-8886-4BF0-8E3F-ADD631306FFC}"/>
                </a:ext>
              </a:extLst>
            </p:cNvPr>
            <p:cNvCxnSpPr>
              <a:cxnSpLocks/>
            </p:cNvCxnSpPr>
            <p:nvPr userDrawn="1"/>
          </p:nvCxnSpPr>
          <p:spPr>
            <a:xfrm>
              <a:off x="652790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B5FC404-BC61-4BBF-A696-F1B4428D101D}"/>
                </a:ext>
              </a:extLst>
            </p:cNvPr>
            <p:cNvCxnSpPr>
              <a:cxnSpLocks/>
            </p:cNvCxnSpPr>
            <p:nvPr userDrawn="1"/>
          </p:nvCxnSpPr>
          <p:spPr>
            <a:xfrm>
              <a:off x="810815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8" name="Text Placeholder 2">
            <a:extLst>
              <a:ext uri="{FF2B5EF4-FFF2-40B4-BE49-F238E27FC236}">
                <a16:creationId xmlns:a16="http://schemas.microsoft.com/office/drawing/2014/main" id="{719403F5-D523-457A-8E11-9AB5905A763A}"/>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9" name="Text Placeholder 2">
            <a:extLst>
              <a:ext uri="{FF2B5EF4-FFF2-40B4-BE49-F238E27FC236}">
                <a16:creationId xmlns:a16="http://schemas.microsoft.com/office/drawing/2014/main" id="{A32F4977-E4C8-45CF-BB26-6212089F4184}"/>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4715789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alpha val="58824"/>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8A8981B-AC8B-4A35-AA1C-761B40FAB541}"/>
              </a:ext>
            </a:extLst>
          </p:cNvPr>
          <p:cNvSpPr txBox="1"/>
          <p:nvPr userDrawn="1"/>
        </p:nvSpPr>
        <p:spPr>
          <a:xfrm>
            <a:off x="11754034" y="6550223"/>
            <a:ext cx="437965" cy="307777"/>
          </a:xfrm>
          <a:prstGeom prst="rect">
            <a:avLst/>
          </a:prstGeom>
          <a:noFill/>
        </p:spPr>
        <p:txBody>
          <a:bodyPr wrap="square" rtlCol="0">
            <a:spAutoFit/>
          </a:bodyPr>
          <a:lstStyle/>
          <a:p>
            <a:pPr algn="ctr"/>
            <a:fld id="{8FD86BCF-B0C7-40BD-8691-2D73369643C4}" type="slidenum">
              <a:rPr lang="en-SG" sz="1400" smtClean="0">
                <a:latin typeface="Arial Nova" panose="020B0504020202020204" pitchFamily="34" charset="0"/>
                <a:ea typeface="Helvetica Neue" panose="02000503000000020004" pitchFamily="2" charset="0"/>
                <a:cs typeface="Helvetica Neue" panose="02000503000000020004" pitchFamily="2" charset="0"/>
              </a:rPr>
              <a:pPr algn="ctr"/>
              <a:t>‹#›</a:t>
            </a:fld>
            <a:endParaRPr lang="en-SG" sz="1400" dirty="0">
              <a:latin typeface="Arial Nova" panose="020B0504020202020204" pitchFamily="34"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3990704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lvl1pPr>
              <a:defRPr/>
            </a:lvl1pPr>
          </a:lstStyle>
          <a:p>
            <a:pPr>
              <a:defRPr/>
            </a:pPr>
            <a:fld id="{66B3B5CC-1FAB-4AEE-A1D8-F673B74B29C7}" type="slidenum">
              <a:rPr lang="en-US" smtClean="0"/>
              <a:pPr>
                <a:defRPr/>
              </a:pPr>
              <a:t>‹#›</a:t>
            </a:fld>
            <a:endParaRPr lang="en-US"/>
          </a:p>
        </p:txBody>
      </p:sp>
    </p:spTree>
    <p:extLst>
      <p:ext uri="{BB962C8B-B14F-4D97-AF65-F5344CB8AC3E}">
        <p14:creationId xmlns:p14="http://schemas.microsoft.com/office/powerpoint/2010/main" val="333862316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553134"/>
            <a:ext cx="10363200" cy="646331"/>
          </a:xfrm>
        </p:spPr>
        <p:txBody>
          <a:bodyPr/>
          <a:lstStyle/>
          <a:p>
            <a:r>
              <a:rPr lang="en-US"/>
              <a:t>Click to edit Master title style</a:t>
            </a:r>
          </a:p>
        </p:txBody>
      </p:sp>
      <p:sp>
        <p:nvSpPr>
          <p:cNvPr id="3" name="Text Placeholder 2"/>
          <p:cNvSpPr>
            <a:spLocks noGrp="1"/>
          </p:cNvSpPr>
          <p:nvPr>
            <p:ph type="body" sz="half" idx="1"/>
          </p:nvPr>
        </p:nvSpPr>
        <p:spPr>
          <a:xfrm>
            <a:off x="914400" y="1447800"/>
            <a:ext cx="5080000" cy="27761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447800"/>
            <a:ext cx="5080000" cy="27761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848100"/>
            <a:ext cx="5080000" cy="27761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p:cNvSpPr>
            <a:spLocks noGrp="1"/>
          </p:cNvSpPr>
          <p:nvPr>
            <p:ph type="ftr" sz="quarter" idx="11"/>
          </p:nvPr>
        </p:nvSpPr>
        <p:spPr>
          <a:xfrm>
            <a:off x="4165600" y="6248400"/>
            <a:ext cx="3860800" cy="457200"/>
          </a:xfrm>
        </p:spPr>
        <p:txBody>
          <a:bodyPr/>
          <a:lstStyle>
            <a:lvl1pPr>
              <a:defRPr/>
            </a:lvl1pPr>
          </a:lstStyle>
          <a:p>
            <a:endParaRPr lang="en-US"/>
          </a:p>
        </p:txBody>
      </p:sp>
      <p:sp>
        <p:nvSpPr>
          <p:cNvPr id="8" name="Slide Number Placeholder 7"/>
          <p:cNvSpPr>
            <a:spLocks noGrp="1"/>
          </p:cNvSpPr>
          <p:nvPr>
            <p:ph type="sldNum" sz="quarter" idx="12"/>
          </p:nvPr>
        </p:nvSpPr>
        <p:spPr>
          <a:xfrm>
            <a:off x="8737600" y="6248400"/>
            <a:ext cx="2540000" cy="457200"/>
          </a:xfrm>
        </p:spPr>
        <p:txBody>
          <a:bodyPr/>
          <a:lstStyle>
            <a:lvl1pPr>
              <a:defRPr/>
            </a:lvl1pPr>
          </a:lstStyle>
          <a:p>
            <a:fld id="{CA46166A-F911-45D0-9BDE-6F1736B94C48}" type="slidenum">
              <a:rPr lang="en-US"/>
              <a:pPr/>
              <a:t>‹#›</a:t>
            </a:fld>
            <a:endParaRPr lang="en-US"/>
          </a:p>
        </p:txBody>
      </p:sp>
    </p:spTree>
    <p:extLst>
      <p:ext uri="{BB962C8B-B14F-4D97-AF65-F5344CB8AC3E}">
        <p14:creationId xmlns:p14="http://schemas.microsoft.com/office/powerpoint/2010/main" val="100310877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522972"/>
            <a:ext cx="10972800" cy="646331"/>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713210"/>
            <a:ext cx="5386917" cy="46166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175432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713210"/>
            <a:ext cx="5389033" cy="46166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175432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p:cNvSpPr>
            <a:spLocks noGrp="1"/>
          </p:cNvSpPr>
          <p:nvPr>
            <p:ph type="sldNum" sz="quarter" idx="12"/>
          </p:nvPr>
        </p:nvSpPr>
        <p:spPr/>
        <p:txBody>
          <a:bodyPr/>
          <a:lstStyle>
            <a:lvl1pPr>
              <a:defRPr/>
            </a:lvl1pPr>
          </a:lstStyle>
          <a:p>
            <a:pPr>
              <a:defRPr/>
            </a:pPr>
            <a:fld id="{88082389-97D7-4753-BE6C-3A5415C08BF2}" type="slidenum">
              <a:rPr lang="en-US" smtClean="0"/>
              <a:pPr>
                <a:defRPr/>
              </a:pPr>
              <a:t>‹#›</a:t>
            </a:fld>
            <a:endParaRPr lang="en-US"/>
          </a:p>
        </p:txBody>
      </p:sp>
    </p:spTree>
    <p:extLst>
      <p:ext uri="{BB962C8B-B14F-4D97-AF65-F5344CB8AC3E}">
        <p14:creationId xmlns:p14="http://schemas.microsoft.com/office/powerpoint/2010/main" val="87046082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295400"/>
            <a:ext cx="5384800" cy="200054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295400"/>
            <a:ext cx="5384800" cy="200054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lvl1pPr>
              <a:defRPr/>
            </a:lvl1pPr>
          </a:lstStyle>
          <a:p>
            <a:pPr>
              <a:defRPr/>
            </a:pPr>
            <a:fld id="{31AE90C7-57E7-496C-8761-8DFBC43A06CF}" type="slidenum">
              <a:rPr lang="en-US" smtClean="0"/>
              <a:pPr>
                <a:defRPr/>
              </a:pPr>
              <a:t>‹#›</a:t>
            </a:fld>
            <a:endParaRPr lang="en-US"/>
          </a:p>
        </p:txBody>
      </p:sp>
    </p:spTree>
    <p:extLst>
      <p:ext uri="{BB962C8B-B14F-4D97-AF65-F5344CB8AC3E}">
        <p14:creationId xmlns:p14="http://schemas.microsoft.com/office/powerpoint/2010/main" val="93905949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6" name="Slide Number Placeholder 5"/>
          <p:cNvSpPr>
            <a:spLocks noGrp="1"/>
          </p:cNvSpPr>
          <p:nvPr>
            <p:ph type="sldNum" sz="quarter" idx="12"/>
          </p:nvPr>
        </p:nvSpPr>
        <p:spPr/>
        <p:txBody>
          <a:bodyPr/>
          <a:lstStyle/>
          <a:p>
            <a:fld id="{0D5A5EF3-44FE-5E40-A93B-377517EFD5DD}" type="slidenum">
              <a:rPr lang="en-US" smtClean="0"/>
              <a:t>‹#›</a:t>
            </a:fld>
            <a:endParaRPr lang="en-US"/>
          </a:p>
        </p:txBody>
      </p:sp>
    </p:spTree>
    <p:extLst>
      <p:ext uri="{BB962C8B-B14F-4D97-AF65-F5344CB8AC3E}">
        <p14:creationId xmlns:p14="http://schemas.microsoft.com/office/powerpoint/2010/main" val="173426875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Slide Number Placeholder 5"/>
          <p:cNvSpPr>
            <a:spLocks noGrp="1"/>
          </p:cNvSpPr>
          <p:nvPr>
            <p:ph type="sldNum" sz="quarter" idx="12"/>
          </p:nvPr>
        </p:nvSpPr>
        <p:spPr/>
        <p:txBody>
          <a:bodyPr/>
          <a:lstStyle/>
          <a:p>
            <a:fld id="{0D5A5EF3-44FE-5E40-A93B-377517EFD5DD}" type="slidenum">
              <a:rPr lang="en-US" smtClean="0"/>
              <a:t>‹#›</a:t>
            </a:fld>
            <a:endParaRPr lang="en-US"/>
          </a:p>
        </p:txBody>
      </p:sp>
      <p:sp>
        <p:nvSpPr>
          <p:cNvPr id="7" name="Rounded Rectangle 6">
            <a:extLst>
              <a:ext uri="{FF2B5EF4-FFF2-40B4-BE49-F238E27FC236}">
                <a16:creationId xmlns:a16="http://schemas.microsoft.com/office/drawing/2014/main" id="{0B1EF54B-D343-2B47-9EDA-C177DA0B2676}"/>
              </a:ext>
            </a:extLst>
          </p:cNvPr>
          <p:cNvSpPr/>
          <p:nvPr userDrawn="1"/>
        </p:nvSpPr>
        <p:spPr>
          <a:xfrm>
            <a:off x="1" y="1354315"/>
            <a:ext cx="12204833" cy="110692"/>
          </a:xfrm>
          <a:prstGeom prst="round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36865577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14177-819A-C6F4-D4B9-CB9B562FCC8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6DF680C3-03BE-B376-05CA-56EB9A5DA6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18A770CD-E47C-43B8-1DBB-1E761473AF72}"/>
              </a:ext>
            </a:extLst>
          </p:cNvPr>
          <p:cNvSpPr>
            <a:spLocks noGrp="1"/>
          </p:cNvSpPr>
          <p:nvPr>
            <p:ph type="dt" sz="half" idx="10"/>
          </p:nvPr>
        </p:nvSpPr>
        <p:spPr/>
        <p:txBody>
          <a:bodyPr/>
          <a:lstStyle/>
          <a:p>
            <a:fld id="{DBE93BD7-9FE7-4866-B89A-1836F3F65149}" type="datetimeFigureOut">
              <a:rPr lang="en-SG" smtClean="0"/>
              <a:t>20/11/25</a:t>
            </a:fld>
            <a:endParaRPr lang="en-SG"/>
          </a:p>
        </p:txBody>
      </p:sp>
      <p:sp>
        <p:nvSpPr>
          <p:cNvPr id="5" name="Footer Placeholder 4">
            <a:extLst>
              <a:ext uri="{FF2B5EF4-FFF2-40B4-BE49-F238E27FC236}">
                <a16:creationId xmlns:a16="http://schemas.microsoft.com/office/drawing/2014/main" id="{CF7F0BF4-4498-59CE-CD20-85855F8DECE8}"/>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526FB55D-B800-3007-0D77-708992D46843}"/>
              </a:ext>
            </a:extLst>
          </p:cNvPr>
          <p:cNvSpPr>
            <a:spLocks noGrp="1"/>
          </p:cNvSpPr>
          <p:nvPr>
            <p:ph type="sldNum" sz="quarter" idx="12"/>
          </p:nvPr>
        </p:nvSpPr>
        <p:spPr/>
        <p:txBody>
          <a:bodyPr/>
          <a:lstStyle/>
          <a:p>
            <a:fld id="{C44EAE82-D3C6-4C82-A1B4-ABFDA871EC88}" type="slidenum">
              <a:rPr lang="en-SG" smtClean="0"/>
              <a:t>‹#›</a:t>
            </a:fld>
            <a:endParaRPr lang="en-SG"/>
          </a:p>
        </p:txBody>
      </p:sp>
    </p:spTree>
    <p:extLst>
      <p:ext uri="{BB962C8B-B14F-4D97-AF65-F5344CB8AC3E}">
        <p14:creationId xmlns:p14="http://schemas.microsoft.com/office/powerpoint/2010/main" val="3657592291"/>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C1165-C2E9-5F3F-A11E-D5941D0C1A27}"/>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426BEEA8-EDDF-D512-D7F9-DC142046D3F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2BC3D23B-F662-A543-ED48-88D8A3D1A7F4}"/>
              </a:ext>
            </a:extLst>
          </p:cNvPr>
          <p:cNvSpPr>
            <a:spLocks noGrp="1"/>
          </p:cNvSpPr>
          <p:nvPr>
            <p:ph type="dt" sz="half" idx="10"/>
          </p:nvPr>
        </p:nvSpPr>
        <p:spPr/>
        <p:txBody>
          <a:bodyPr/>
          <a:lstStyle/>
          <a:p>
            <a:fld id="{DBE93BD7-9FE7-4866-B89A-1836F3F65149}" type="datetimeFigureOut">
              <a:rPr lang="en-SG" smtClean="0"/>
              <a:t>20/11/25</a:t>
            </a:fld>
            <a:endParaRPr lang="en-SG"/>
          </a:p>
        </p:txBody>
      </p:sp>
      <p:sp>
        <p:nvSpPr>
          <p:cNvPr id="5" name="Footer Placeholder 4">
            <a:extLst>
              <a:ext uri="{FF2B5EF4-FFF2-40B4-BE49-F238E27FC236}">
                <a16:creationId xmlns:a16="http://schemas.microsoft.com/office/drawing/2014/main" id="{289E5487-9967-BC35-8696-A13578CBE3AB}"/>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DB1B665A-542C-035F-6313-FE3B11FB6505}"/>
              </a:ext>
            </a:extLst>
          </p:cNvPr>
          <p:cNvSpPr>
            <a:spLocks noGrp="1"/>
          </p:cNvSpPr>
          <p:nvPr>
            <p:ph type="sldNum" sz="quarter" idx="12"/>
          </p:nvPr>
        </p:nvSpPr>
        <p:spPr/>
        <p:txBody>
          <a:bodyPr/>
          <a:lstStyle/>
          <a:p>
            <a:fld id="{C44EAE82-D3C6-4C82-A1B4-ABFDA871EC88}" type="slidenum">
              <a:rPr lang="en-SG" smtClean="0"/>
              <a:t>‹#›</a:t>
            </a:fld>
            <a:endParaRPr lang="en-SG"/>
          </a:p>
        </p:txBody>
      </p:sp>
    </p:spTree>
    <p:extLst>
      <p:ext uri="{BB962C8B-B14F-4D97-AF65-F5344CB8AC3E}">
        <p14:creationId xmlns:p14="http://schemas.microsoft.com/office/powerpoint/2010/main" val="1682307340"/>
      </p:ext>
    </p:extLst>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3C46A-81FE-DC55-8DA9-EEC4F8CEACA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12EDCAE1-5284-7164-17FC-D5F0BFAE6B6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908FF42-10BF-1EB2-456E-D972B0CD8E17}"/>
              </a:ext>
            </a:extLst>
          </p:cNvPr>
          <p:cNvSpPr>
            <a:spLocks noGrp="1"/>
          </p:cNvSpPr>
          <p:nvPr>
            <p:ph type="dt" sz="half" idx="10"/>
          </p:nvPr>
        </p:nvSpPr>
        <p:spPr/>
        <p:txBody>
          <a:bodyPr/>
          <a:lstStyle/>
          <a:p>
            <a:fld id="{DBE93BD7-9FE7-4866-B89A-1836F3F65149}" type="datetimeFigureOut">
              <a:rPr lang="en-SG" smtClean="0"/>
              <a:t>20/11/25</a:t>
            </a:fld>
            <a:endParaRPr lang="en-SG"/>
          </a:p>
        </p:txBody>
      </p:sp>
      <p:sp>
        <p:nvSpPr>
          <p:cNvPr id="5" name="Footer Placeholder 4">
            <a:extLst>
              <a:ext uri="{FF2B5EF4-FFF2-40B4-BE49-F238E27FC236}">
                <a16:creationId xmlns:a16="http://schemas.microsoft.com/office/drawing/2014/main" id="{2F199E5F-9214-193B-1E51-D20FF12D0B33}"/>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BDF8E582-03F9-ED59-AD2D-806A8BCC7904}"/>
              </a:ext>
            </a:extLst>
          </p:cNvPr>
          <p:cNvSpPr>
            <a:spLocks noGrp="1"/>
          </p:cNvSpPr>
          <p:nvPr>
            <p:ph type="sldNum" sz="quarter" idx="12"/>
          </p:nvPr>
        </p:nvSpPr>
        <p:spPr/>
        <p:txBody>
          <a:bodyPr/>
          <a:lstStyle/>
          <a:p>
            <a:fld id="{0D5A5EF3-44FE-5E40-A93B-377517EFD5DD}" type="slidenum">
              <a:rPr lang="en-US" smtClean="0"/>
              <a:t>‹#›</a:t>
            </a:fld>
            <a:endParaRPr lang="en-US"/>
          </a:p>
        </p:txBody>
      </p:sp>
    </p:spTree>
    <p:extLst>
      <p:ext uri="{BB962C8B-B14F-4D97-AF65-F5344CB8AC3E}">
        <p14:creationId xmlns:p14="http://schemas.microsoft.com/office/powerpoint/2010/main" val="168634063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4D54B-AF83-BD55-409F-3FE971F05B95}"/>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41D45429-C7CB-AFDD-CC9E-5C766BF4B83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C448DEBE-D277-6255-1A30-C63164F774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747C2D28-DB3F-2B9F-3C78-77E49A4BB201}"/>
              </a:ext>
            </a:extLst>
          </p:cNvPr>
          <p:cNvSpPr>
            <a:spLocks noGrp="1"/>
          </p:cNvSpPr>
          <p:nvPr>
            <p:ph type="dt" sz="half" idx="10"/>
          </p:nvPr>
        </p:nvSpPr>
        <p:spPr/>
        <p:txBody>
          <a:bodyPr/>
          <a:lstStyle/>
          <a:p>
            <a:fld id="{DBE93BD7-9FE7-4866-B89A-1836F3F65149}" type="datetimeFigureOut">
              <a:rPr lang="en-SG" smtClean="0"/>
              <a:t>20/11/25</a:t>
            </a:fld>
            <a:endParaRPr lang="en-SG"/>
          </a:p>
        </p:txBody>
      </p:sp>
      <p:sp>
        <p:nvSpPr>
          <p:cNvPr id="6" name="Footer Placeholder 5">
            <a:extLst>
              <a:ext uri="{FF2B5EF4-FFF2-40B4-BE49-F238E27FC236}">
                <a16:creationId xmlns:a16="http://schemas.microsoft.com/office/drawing/2014/main" id="{94D928CE-2FD4-3B31-481D-7BAA6CDA8ADB}"/>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1FEAEB2E-8452-6BBA-4565-4B0B640FA3CB}"/>
              </a:ext>
            </a:extLst>
          </p:cNvPr>
          <p:cNvSpPr>
            <a:spLocks noGrp="1"/>
          </p:cNvSpPr>
          <p:nvPr>
            <p:ph type="sldNum" sz="quarter" idx="12"/>
          </p:nvPr>
        </p:nvSpPr>
        <p:spPr/>
        <p:txBody>
          <a:bodyPr/>
          <a:lstStyle/>
          <a:p>
            <a:pPr>
              <a:defRPr/>
            </a:pPr>
            <a:fld id="{31AE90C7-57E7-496C-8761-8DFBC43A06CF}" type="slidenum">
              <a:rPr lang="en-US" smtClean="0"/>
              <a:pPr>
                <a:defRPr/>
              </a:pPr>
              <a:t>‹#›</a:t>
            </a:fld>
            <a:endParaRPr lang="en-US"/>
          </a:p>
        </p:txBody>
      </p:sp>
    </p:spTree>
    <p:extLst>
      <p:ext uri="{BB962C8B-B14F-4D97-AF65-F5344CB8AC3E}">
        <p14:creationId xmlns:p14="http://schemas.microsoft.com/office/powerpoint/2010/main" val="29038196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F2F26-025F-0D41-A179-FFB1453072A0}"/>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56CF5843-C9C9-9FCB-FF8E-49F2C143E5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020DF12-D225-35B2-C17C-8250510EC20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066AB3D4-E15C-4CA0-FB01-C5CD2B895B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ACF2A0D-953F-0C4C-B04E-4D0212A9E94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76EBF3F1-25F3-23DF-678D-4C5024988ACE}"/>
              </a:ext>
            </a:extLst>
          </p:cNvPr>
          <p:cNvSpPr>
            <a:spLocks noGrp="1"/>
          </p:cNvSpPr>
          <p:nvPr>
            <p:ph type="dt" sz="half" idx="10"/>
          </p:nvPr>
        </p:nvSpPr>
        <p:spPr/>
        <p:txBody>
          <a:bodyPr/>
          <a:lstStyle/>
          <a:p>
            <a:fld id="{DBE93BD7-9FE7-4866-B89A-1836F3F65149}" type="datetimeFigureOut">
              <a:rPr lang="en-SG" smtClean="0"/>
              <a:t>20/11/25</a:t>
            </a:fld>
            <a:endParaRPr lang="en-SG"/>
          </a:p>
        </p:txBody>
      </p:sp>
      <p:sp>
        <p:nvSpPr>
          <p:cNvPr id="8" name="Footer Placeholder 7">
            <a:extLst>
              <a:ext uri="{FF2B5EF4-FFF2-40B4-BE49-F238E27FC236}">
                <a16:creationId xmlns:a16="http://schemas.microsoft.com/office/drawing/2014/main" id="{816352B4-C562-BE37-CE6B-1E9E455AA6F0}"/>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6D5868ED-0C47-029C-45D0-9C675AFE5866}"/>
              </a:ext>
            </a:extLst>
          </p:cNvPr>
          <p:cNvSpPr>
            <a:spLocks noGrp="1"/>
          </p:cNvSpPr>
          <p:nvPr>
            <p:ph type="sldNum" sz="quarter" idx="12"/>
          </p:nvPr>
        </p:nvSpPr>
        <p:spPr/>
        <p:txBody>
          <a:bodyPr/>
          <a:lstStyle/>
          <a:p>
            <a:pPr>
              <a:defRPr/>
            </a:pPr>
            <a:fld id="{88082389-97D7-4753-BE6C-3A5415C08BF2}" type="slidenum">
              <a:rPr lang="en-US" smtClean="0"/>
              <a:pPr>
                <a:defRPr/>
              </a:pPr>
              <a:t>‹#›</a:t>
            </a:fld>
            <a:endParaRPr lang="en-US"/>
          </a:p>
        </p:txBody>
      </p:sp>
    </p:spTree>
    <p:extLst>
      <p:ext uri="{BB962C8B-B14F-4D97-AF65-F5344CB8AC3E}">
        <p14:creationId xmlns:p14="http://schemas.microsoft.com/office/powerpoint/2010/main" val="370614421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81F29-B61A-5885-5284-F5BB9743D961}"/>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8F4C1578-FA28-699A-A90D-9F9C30040C24}"/>
              </a:ext>
            </a:extLst>
          </p:cNvPr>
          <p:cNvSpPr>
            <a:spLocks noGrp="1"/>
          </p:cNvSpPr>
          <p:nvPr>
            <p:ph type="dt" sz="half" idx="10"/>
          </p:nvPr>
        </p:nvSpPr>
        <p:spPr/>
        <p:txBody>
          <a:bodyPr/>
          <a:lstStyle/>
          <a:p>
            <a:fld id="{DBE93BD7-9FE7-4866-B89A-1836F3F65149}" type="datetimeFigureOut">
              <a:rPr lang="en-SG" smtClean="0"/>
              <a:t>20/11/25</a:t>
            </a:fld>
            <a:endParaRPr lang="en-SG"/>
          </a:p>
        </p:txBody>
      </p:sp>
      <p:sp>
        <p:nvSpPr>
          <p:cNvPr id="4" name="Footer Placeholder 3">
            <a:extLst>
              <a:ext uri="{FF2B5EF4-FFF2-40B4-BE49-F238E27FC236}">
                <a16:creationId xmlns:a16="http://schemas.microsoft.com/office/drawing/2014/main" id="{837E36F0-7988-99F5-B3F9-D12D40A3485C}"/>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C7B2A20A-E457-9AD7-FF38-0B2A79F0AE6D}"/>
              </a:ext>
            </a:extLst>
          </p:cNvPr>
          <p:cNvSpPr>
            <a:spLocks noGrp="1"/>
          </p:cNvSpPr>
          <p:nvPr>
            <p:ph type="sldNum" sz="quarter" idx="12"/>
          </p:nvPr>
        </p:nvSpPr>
        <p:spPr/>
        <p:txBody>
          <a:bodyPr/>
          <a:lstStyle/>
          <a:p>
            <a:fld id="{C44EAE82-D3C6-4C82-A1B4-ABFDA871EC88}" type="slidenum">
              <a:rPr lang="en-SG" smtClean="0"/>
              <a:t>‹#›</a:t>
            </a:fld>
            <a:endParaRPr lang="en-SG"/>
          </a:p>
        </p:txBody>
      </p:sp>
    </p:spTree>
    <p:extLst>
      <p:ext uri="{BB962C8B-B14F-4D97-AF65-F5344CB8AC3E}">
        <p14:creationId xmlns:p14="http://schemas.microsoft.com/office/powerpoint/2010/main" val="3236862524"/>
      </p:ext>
    </p:extLst>
  </p:cSld>
  <p:clrMapOvr>
    <a:masterClrMapping/>
  </p:clrMapOvr>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6D62BAE-6253-082A-6502-842EAB092BE1}"/>
              </a:ext>
            </a:extLst>
          </p:cNvPr>
          <p:cNvSpPr>
            <a:spLocks noGrp="1"/>
          </p:cNvSpPr>
          <p:nvPr>
            <p:ph type="dt" sz="half" idx="10"/>
          </p:nvPr>
        </p:nvSpPr>
        <p:spPr/>
        <p:txBody>
          <a:bodyPr/>
          <a:lstStyle/>
          <a:p>
            <a:fld id="{DBE93BD7-9FE7-4866-B89A-1836F3F65149}" type="datetimeFigureOut">
              <a:rPr lang="en-SG" smtClean="0"/>
              <a:t>20/11/25</a:t>
            </a:fld>
            <a:endParaRPr lang="en-SG"/>
          </a:p>
        </p:txBody>
      </p:sp>
      <p:sp>
        <p:nvSpPr>
          <p:cNvPr id="3" name="Footer Placeholder 2">
            <a:extLst>
              <a:ext uri="{FF2B5EF4-FFF2-40B4-BE49-F238E27FC236}">
                <a16:creationId xmlns:a16="http://schemas.microsoft.com/office/drawing/2014/main" id="{758C0306-C87E-4115-E227-56750A6F51F7}"/>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EB2CB74E-E83A-069E-357B-CBACAF0A9DAA}"/>
              </a:ext>
            </a:extLst>
          </p:cNvPr>
          <p:cNvSpPr>
            <a:spLocks noGrp="1"/>
          </p:cNvSpPr>
          <p:nvPr>
            <p:ph type="sldNum" sz="quarter" idx="12"/>
          </p:nvPr>
        </p:nvSpPr>
        <p:spPr/>
        <p:txBody>
          <a:bodyPr/>
          <a:lstStyle/>
          <a:p>
            <a:fld id="{C44EAE82-D3C6-4C82-A1B4-ABFDA871EC88}" type="slidenum">
              <a:rPr lang="en-SG" smtClean="0"/>
              <a:t>‹#›</a:t>
            </a:fld>
            <a:endParaRPr lang="en-SG"/>
          </a:p>
        </p:txBody>
      </p:sp>
    </p:spTree>
    <p:extLst>
      <p:ext uri="{BB962C8B-B14F-4D97-AF65-F5344CB8AC3E}">
        <p14:creationId xmlns:p14="http://schemas.microsoft.com/office/powerpoint/2010/main" val="3885045884"/>
      </p:ext>
    </p:extLst>
  </p:cSld>
  <p:clrMapOvr>
    <a:masterClrMapping/>
  </p:clrMapOvr>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547AD-B4AC-1179-87E8-7FF595704D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BACA3558-8E7C-F856-7BB5-5ED267D5254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F63C8B6E-3344-0E70-2C5E-0295AAE624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C20634-2E7B-2F73-52C3-25AE5D9CE348}"/>
              </a:ext>
            </a:extLst>
          </p:cNvPr>
          <p:cNvSpPr>
            <a:spLocks noGrp="1"/>
          </p:cNvSpPr>
          <p:nvPr>
            <p:ph type="dt" sz="half" idx="10"/>
          </p:nvPr>
        </p:nvSpPr>
        <p:spPr/>
        <p:txBody>
          <a:bodyPr/>
          <a:lstStyle/>
          <a:p>
            <a:fld id="{DBE93BD7-9FE7-4866-B89A-1836F3F65149}" type="datetimeFigureOut">
              <a:rPr lang="en-SG" smtClean="0"/>
              <a:t>20/11/25</a:t>
            </a:fld>
            <a:endParaRPr lang="en-SG"/>
          </a:p>
        </p:txBody>
      </p:sp>
      <p:sp>
        <p:nvSpPr>
          <p:cNvPr id="6" name="Footer Placeholder 5">
            <a:extLst>
              <a:ext uri="{FF2B5EF4-FFF2-40B4-BE49-F238E27FC236}">
                <a16:creationId xmlns:a16="http://schemas.microsoft.com/office/drawing/2014/main" id="{03F7DFE8-0951-7A18-B60A-464C2C42BFBB}"/>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CEB5467D-6B50-34B3-A639-4C811FE730B9}"/>
              </a:ext>
            </a:extLst>
          </p:cNvPr>
          <p:cNvSpPr>
            <a:spLocks noGrp="1"/>
          </p:cNvSpPr>
          <p:nvPr>
            <p:ph type="sldNum" sz="quarter" idx="12"/>
          </p:nvPr>
        </p:nvSpPr>
        <p:spPr/>
        <p:txBody>
          <a:bodyPr/>
          <a:lstStyle/>
          <a:p>
            <a:fld id="{C44EAE82-D3C6-4C82-A1B4-ABFDA871EC88}" type="slidenum">
              <a:rPr lang="en-SG" smtClean="0"/>
              <a:t>‹#›</a:t>
            </a:fld>
            <a:endParaRPr lang="en-SG"/>
          </a:p>
        </p:txBody>
      </p:sp>
    </p:spTree>
    <p:extLst>
      <p:ext uri="{BB962C8B-B14F-4D97-AF65-F5344CB8AC3E}">
        <p14:creationId xmlns:p14="http://schemas.microsoft.com/office/powerpoint/2010/main" val="444079835"/>
      </p:ext>
    </p:extLst>
  </p:cSld>
  <p:clrMapOvr>
    <a:masterClrMapping/>
  </p:clrMapOvr>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61FF4-D081-F695-2E1A-A19A94FA10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73A5D275-E47B-190B-FE69-B24687831CD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596D8E8E-7BB3-2CA7-FDDB-53F4510B08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BD969F-25BA-2C36-36DB-DE09B77EDC3F}"/>
              </a:ext>
            </a:extLst>
          </p:cNvPr>
          <p:cNvSpPr>
            <a:spLocks noGrp="1"/>
          </p:cNvSpPr>
          <p:nvPr>
            <p:ph type="dt" sz="half" idx="10"/>
          </p:nvPr>
        </p:nvSpPr>
        <p:spPr/>
        <p:txBody>
          <a:bodyPr/>
          <a:lstStyle/>
          <a:p>
            <a:fld id="{DBE93BD7-9FE7-4866-B89A-1836F3F65149}" type="datetimeFigureOut">
              <a:rPr lang="en-SG" smtClean="0"/>
              <a:t>20/11/25</a:t>
            </a:fld>
            <a:endParaRPr lang="en-SG"/>
          </a:p>
        </p:txBody>
      </p:sp>
      <p:sp>
        <p:nvSpPr>
          <p:cNvPr id="6" name="Footer Placeholder 5">
            <a:extLst>
              <a:ext uri="{FF2B5EF4-FFF2-40B4-BE49-F238E27FC236}">
                <a16:creationId xmlns:a16="http://schemas.microsoft.com/office/drawing/2014/main" id="{DEB3BA4D-169B-4B31-A01A-85B9E8F6B597}"/>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40533F70-788E-3FC7-C35B-827E77FA416E}"/>
              </a:ext>
            </a:extLst>
          </p:cNvPr>
          <p:cNvSpPr>
            <a:spLocks noGrp="1"/>
          </p:cNvSpPr>
          <p:nvPr>
            <p:ph type="sldNum" sz="quarter" idx="12"/>
          </p:nvPr>
        </p:nvSpPr>
        <p:spPr/>
        <p:txBody>
          <a:bodyPr/>
          <a:lstStyle/>
          <a:p>
            <a:fld id="{C44EAE82-D3C6-4C82-A1B4-ABFDA871EC88}" type="slidenum">
              <a:rPr lang="en-SG" smtClean="0"/>
              <a:t>‹#›</a:t>
            </a:fld>
            <a:endParaRPr lang="en-SG"/>
          </a:p>
        </p:txBody>
      </p:sp>
    </p:spTree>
    <p:extLst>
      <p:ext uri="{BB962C8B-B14F-4D97-AF65-F5344CB8AC3E}">
        <p14:creationId xmlns:p14="http://schemas.microsoft.com/office/powerpoint/2010/main" val="3848579804"/>
      </p:ext>
    </p:extLst>
  </p:cSld>
  <p:clrMapOvr>
    <a:masterClrMapping/>
  </p:clrMapOvr>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F8C52-601A-23F1-631D-44D06BE60E70}"/>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67476273-065F-FE21-C1D0-341375D2CDF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E134CC1E-7DBA-24E0-7A9C-55FEB57B4230}"/>
              </a:ext>
            </a:extLst>
          </p:cNvPr>
          <p:cNvSpPr>
            <a:spLocks noGrp="1"/>
          </p:cNvSpPr>
          <p:nvPr>
            <p:ph type="dt" sz="half" idx="10"/>
          </p:nvPr>
        </p:nvSpPr>
        <p:spPr/>
        <p:txBody>
          <a:bodyPr/>
          <a:lstStyle/>
          <a:p>
            <a:fld id="{DBE93BD7-9FE7-4866-B89A-1836F3F65149}" type="datetimeFigureOut">
              <a:rPr lang="en-SG" smtClean="0"/>
              <a:t>20/11/25</a:t>
            </a:fld>
            <a:endParaRPr lang="en-SG"/>
          </a:p>
        </p:txBody>
      </p:sp>
      <p:sp>
        <p:nvSpPr>
          <p:cNvPr id="5" name="Footer Placeholder 4">
            <a:extLst>
              <a:ext uri="{FF2B5EF4-FFF2-40B4-BE49-F238E27FC236}">
                <a16:creationId xmlns:a16="http://schemas.microsoft.com/office/drawing/2014/main" id="{2B0BCC71-E6FD-F214-2458-2B5CD9AFBC45}"/>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1AAC352C-6DAA-957B-95FF-E4CD0B618151}"/>
              </a:ext>
            </a:extLst>
          </p:cNvPr>
          <p:cNvSpPr>
            <a:spLocks noGrp="1"/>
          </p:cNvSpPr>
          <p:nvPr>
            <p:ph type="sldNum" sz="quarter" idx="12"/>
          </p:nvPr>
        </p:nvSpPr>
        <p:spPr/>
        <p:txBody>
          <a:bodyPr/>
          <a:lstStyle/>
          <a:p>
            <a:fld id="{C44EAE82-D3C6-4C82-A1B4-ABFDA871EC88}" type="slidenum">
              <a:rPr lang="en-SG" smtClean="0"/>
              <a:t>‹#›</a:t>
            </a:fld>
            <a:endParaRPr lang="en-SG"/>
          </a:p>
        </p:txBody>
      </p:sp>
    </p:spTree>
    <p:extLst>
      <p:ext uri="{BB962C8B-B14F-4D97-AF65-F5344CB8AC3E}">
        <p14:creationId xmlns:p14="http://schemas.microsoft.com/office/powerpoint/2010/main" val="2507577013"/>
      </p:ext>
    </p:extLst>
  </p:cSld>
  <p:clrMapOvr>
    <a:masterClrMapping/>
  </p:clrMapOvr>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2F1C66B-B1F1-F0C0-C829-E3581251877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46C81136-5DEF-33AF-42BD-EA537986F76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5828E49E-62F2-7DD3-0AB7-8BF801858F3A}"/>
              </a:ext>
            </a:extLst>
          </p:cNvPr>
          <p:cNvSpPr>
            <a:spLocks noGrp="1"/>
          </p:cNvSpPr>
          <p:nvPr>
            <p:ph type="dt" sz="half" idx="10"/>
          </p:nvPr>
        </p:nvSpPr>
        <p:spPr/>
        <p:txBody>
          <a:bodyPr/>
          <a:lstStyle/>
          <a:p>
            <a:fld id="{DBE93BD7-9FE7-4866-B89A-1836F3F65149}" type="datetimeFigureOut">
              <a:rPr lang="en-SG" smtClean="0"/>
              <a:t>20/11/25</a:t>
            </a:fld>
            <a:endParaRPr lang="en-SG"/>
          </a:p>
        </p:txBody>
      </p:sp>
      <p:sp>
        <p:nvSpPr>
          <p:cNvPr id="5" name="Footer Placeholder 4">
            <a:extLst>
              <a:ext uri="{FF2B5EF4-FFF2-40B4-BE49-F238E27FC236}">
                <a16:creationId xmlns:a16="http://schemas.microsoft.com/office/drawing/2014/main" id="{79F26044-C29D-0D3C-9524-57A76DB025F1}"/>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C1397003-D33C-F605-17EE-81C0291D969C}"/>
              </a:ext>
            </a:extLst>
          </p:cNvPr>
          <p:cNvSpPr>
            <a:spLocks noGrp="1"/>
          </p:cNvSpPr>
          <p:nvPr>
            <p:ph type="sldNum" sz="quarter" idx="12"/>
          </p:nvPr>
        </p:nvSpPr>
        <p:spPr/>
        <p:txBody>
          <a:bodyPr/>
          <a:lstStyle/>
          <a:p>
            <a:fld id="{C44EAE82-D3C6-4C82-A1B4-ABFDA871EC88}" type="slidenum">
              <a:rPr lang="en-SG" smtClean="0"/>
              <a:t>‹#›</a:t>
            </a:fld>
            <a:endParaRPr lang="en-SG"/>
          </a:p>
        </p:txBody>
      </p:sp>
    </p:spTree>
    <p:extLst>
      <p:ext uri="{BB962C8B-B14F-4D97-AF65-F5344CB8AC3E}">
        <p14:creationId xmlns:p14="http://schemas.microsoft.com/office/powerpoint/2010/main" val="992259012"/>
      </p:ext>
    </p:extLst>
  </p:cSld>
  <p:clrMapOvr>
    <a:masterClrMapping/>
  </p:clrMapOvr>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Title Slide (No presented by)">
    <p:bg>
      <p:bgPr>
        <a:solidFill>
          <a:schemeClr val="bg1">
            <a:alpha val="58824"/>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B3C88D0-2E08-4670-9044-5186D448CA04}"/>
              </a:ext>
            </a:extLst>
          </p:cNvPr>
          <p:cNvSpPr/>
          <p:nvPr userDrawn="1"/>
        </p:nvSpPr>
        <p:spPr>
          <a:xfrm>
            <a:off x="0" y="3429000"/>
            <a:ext cx="12188959" cy="3453861"/>
          </a:xfrm>
          <a:prstGeom prst="rect">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4" name="Graphic 3">
            <a:extLst>
              <a:ext uri="{FF2B5EF4-FFF2-40B4-BE49-F238E27FC236}">
                <a16:creationId xmlns:a16="http://schemas.microsoft.com/office/drawing/2014/main" id="{2E584884-844F-4B21-AC76-5ED86C2636E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35724" y="1051033"/>
            <a:ext cx="4750676" cy="4742829"/>
          </a:xfrm>
          <a:prstGeom prst="rect">
            <a:avLst/>
          </a:prstGeom>
        </p:spPr>
      </p:pic>
      <p:sp>
        <p:nvSpPr>
          <p:cNvPr id="5" name="Shape 220">
            <a:extLst>
              <a:ext uri="{FF2B5EF4-FFF2-40B4-BE49-F238E27FC236}">
                <a16:creationId xmlns:a16="http://schemas.microsoft.com/office/drawing/2014/main" id="{35520701-497D-44D0-A84B-8664C301EC62}"/>
              </a:ext>
            </a:extLst>
          </p:cNvPr>
          <p:cNvSpPr txBox="1">
            <a:spLocks/>
          </p:cNvSpPr>
          <p:nvPr userDrawn="1"/>
        </p:nvSpPr>
        <p:spPr>
          <a:xfrm>
            <a:off x="3041" y="2478949"/>
            <a:ext cx="12188959" cy="460767"/>
          </a:xfrm>
          <a:prstGeom prst="rect">
            <a:avLst/>
          </a:prstGeom>
          <a:noFill/>
          <a:ln>
            <a:noFill/>
          </a:ln>
        </p:spPr>
        <p:txBody>
          <a:bodyPr vert="horz" wrap="square" lIns="68569" tIns="34275" rIns="68569" bIns="34275" rtlCol="0" anchor="ctr" anchorCtr="0">
            <a:noAutofit/>
          </a:bodyPr>
          <a:lstStyle>
            <a:lvl1pPr algn="l" defTabSz="685800" rtl="0" eaLnBrk="1" latinLnBrk="0" hangingPunct="1">
              <a:lnSpc>
                <a:spcPct val="90000"/>
              </a:lnSpc>
              <a:spcBef>
                <a:spcPct val="0"/>
              </a:spcBef>
              <a:buNone/>
              <a:defRPr sz="2700" b="1" i="0" kern="1200">
                <a:solidFill>
                  <a:schemeClr val="tx1"/>
                </a:solidFill>
                <a:latin typeface="Helvetica Neue Condensed" panose="02000503000000020004" pitchFamily="2" charset="0"/>
                <a:ea typeface="Helvetica Neue Condensed" panose="02000503000000020004" pitchFamily="2" charset="0"/>
                <a:cs typeface="Helvetica Neue Condensed" panose="02000503000000020004" pitchFamily="2" charset="0"/>
              </a:defRPr>
            </a:lvl1pPr>
          </a:lstStyle>
          <a:p>
            <a:pPr algn="r"/>
            <a:r>
              <a:rPr lang="en-US" altLang="en-US" sz="3400" spc="-150" dirty="0">
                <a:latin typeface="Arial Nova" panose="020B0504020202020204" pitchFamily="34" charset="0"/>
                <a:ea typeface="Roboto" panose="020B0604020202020204" pitchFamily="2" charset="0"/>
              </a:rPr>
              <a:t>CS440</a:t>
            </a:r>
            <a:endParaRPr lang="en-US" sz="3400" spc="-150" dirty="0">
              <a:solidFill>
                <a:schemeClr val="accent2"/>
              </a:solidFill>
              <a:latin typeface="Arial Nova" panose="020B0504020202020204" pitchFamily="34" charset="0"/>
              <a:ea typeface="Roboto" panose="020B0604020202020204" pitchFamily="2" charset="0"/>
              <a:cs typeface="Tahoma"/>
              <a:sym typeface="Tahoma"/>
            </a:endParaRPr>
          </a:p>
        </p:txBody>
      </p:sp>
      <p:sp>
        <p:nvSpPr>
          <p:cNvPr id="7" name="TextBox 6">
            <a:extLst>
              <a:ext uri="{FF2B5EF4-FFF2-40B4-BE49-F238E27FC236}">
                <a16:creationId xmlns:a16="http://schemas.microsoft.com/office/drawing/2014/main" id="{D71D5293-5E45-4ED0-8ABB-404EA0C787DB}"/>
              </a:ext>
            </a:extLst>
          </p:cNvPr>
          <p:cNvSpPr txBox="1"/>
          <p:nvPr userDrawn="1"/>
        </p:nvSpPr>
        <p:spPr>
          <a:xfrm>
            <a:off x="0" y="2813447"/>
            <a:ext cx="12188959" cy="615553"/>
          </a:xfrm>
          <a:prstGeom prst="rect">
            <a:avLst/>
          </a:prstGeom>
          <a:noFill/>
        </p:spPr>
        <p:txBody>
          <a:bodyPr wrap="square">
            <a:spAutoFit/>
          </a:bodyPr>
          <a:lstStyle/>
          <a:p>
            <a:pPr algn="r"/>
            <a:r>
              <a:rPr lang="en-US" altLang="en-US" sz="3400" b="1" spc="-150" dirty="0">
                <a:latin typeface="Arial Nova" panose="020B0504020202020204" pitchFamily="34" charset="0"/>
                <a:ea typeface="Roboto" panose="020B0604020202020204" pitchFamily="2" charset="0"/>
              </a:rPr>
              <a:t>Foundations of Cybersecurity</a:t>
            </a:r>
            <a:endParaRPr lang="en-SG" sz="3400" b="1" spc="-150" dirty="0">
              <a:latin typeface="Arial Nova" panose="020B0504020202020204" pitchFamily="34" charset="0"/>
            </a:endParaRPr>
          </a:p>
        </p:txBody>
      </p:sp>
      <p:pic>
        <p:nvPicPr>
          <p:cNvPr id="8" name="Graphic 7">
            <a:extLst>
              <a:ext uri="{FF2B5EF4-FFF2-40B4-BE49-F238E27FC236}">
                <a16:creationId xmlns:a16="http://schemas.microsoft.com/office/drawing/2014/main" id="{8DDB0E61-499E-455F-A5D3-6261FA854D0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36669" y="1354341"/>
            <a:ext cx="4157604" cy="4157604"/>
          </a:xfrm>
          <a:prstGeom prst="rect">
            <a:avLst/>
          </a:prstGeom>
        </p:spPr>
      </p:pic>
      <p:pic>
        <p:nvPicPr>
          <p:cNvPr id="9" name="Graphic 8">
            <a:extLst>
              <a:ext uri="{FF2B5EF4-FFF2-40B4-BE49-F238E27FC236}">
                <a16:creationId xmlns:a16="http://schemas.microsoft.com/office/drawing/2014/main" id="{6E362F9D-8518-4A7E-9743-E5EAF1DFFD0F}"/>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t="50207"/>
          <a:stretch/>
        </p:blipFill>
        <p:spPr>
          <a:xfrm>
            <a:off x="1027242" y="3433142"/>
            <a:ext cx="4157604" cy="2070185"/>
          </a:xfrm>
          <a:prstGeom prst="rect">
            <a:avLst/>
          </a:prstGeom>
        </p:spPr>
      </p:pic>
      <p:sp>
        <p:nvSpPr>
          <p:cNvPr id="15" name="Text Placeholder 2">
            <a:extLst>
              <a:ext uri="{FF2B5EF4-FFF2-40B4-BE49-F238E27FC236}">
                <a16:creationId xmlns:a16="http://schemas.microsoft.com/office/drawing/2014/main" id="{EE169A0C-E452-4AAB-92DC-2B26D2D761D6}"/>
              </a:ext>
            </a:extLst>
          </p:cNvPr>
          <p:cNvSpPr>
            <a:spLocks noGrp="1"/>
          </p:cNvSpPr>
          <p:nvPr>
            <p:ph type="body" idx="10" hasCustomPrompt="1"/>
          </p:nvPr>
        </p:nvSpPr>
        <p:spPr>
          <a:xfrm>
            <a:off x="5495218" y="3437315"/>
            <a:ext cx="6693741" cy="1241217"/>
          </a:xfrm>
        </p:spPr>
        <p:txBody>
          <a:bodyPr anchor="t">
            <a:noAutofit/>
          </a:bodyPr>
          <a:lstStyle>
            <a:lvl1pPr marL="0" indent="0" algn="r">
              <a:buNone/>
              <a:defRPr sz="2400">
                <a:solidFill>
                  <a:schemeClr val="tx1"/>
                </a:solidFill>
                <a:latin typeface="Arial Nova Light" panose="020B03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Title Here</a:t>
            </a:r>
            <a:br>
              <a:rPr lang="en-GB" dirty="0"/>
            </a:br>
            <a:endParaRPr lang="en-GB" dirty="0"/>
          </a:p>
        </p:txBody>
      </p:sp>
      <p:grpSp>
        <p:nvGrpSpPr>
          <p:cNvPr id="17" name="Group 16">
            <a:extLst>
              <a:ext uri="{FF2B5EF4-FFF2-40B4-BE49-F238E27FC236}">
                <a16:creationId xmlns:a16="http://schemas.microsoft.com/office/drawing/2014/main" id="{F87F7D5D-9E6A-4F19-BC0E-EEA8CF4CCCFB}"/>
              </a:ext>
            </a:extLst>
          </p:cNvPr>
          <p:cNvGrpSpPr/>
          <p:nvPr userDrawn="1"/>
        </p:nvGrpSpPr>
        <p:grpSpPr>
          <a:xfrm>
            <a:off x="219412" y="142004"/>
            <a:ext cx="3078914" cy="546273"/>
            <a:chOff x="798998" y="4391812"/>
            <a:chExt cx="3252915" cy="577145"/>
          </a:xfrm>
        </p:grpSpPr>
        <p:pic>
          <p:nvPicPr>
            <p:cNvPr id="18" name="Graphic 17">
              <a:extLst>
                <a:ext uri="{FF2B5EF4-FFF2-40B4-BE49-F238E27FC236}">
                  <a16:creationId xmlns:a16="http://schemas.microsoft.com/office/drawing/2014/main" id="{EF83F0FF-C3A1-4B8A-901B-5D525AE80513}"/>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2416662" y="4391812"/>
              <a:ext cx="1635251" cy="577145"/>
            </a:xfrm>
            <a:prstGeom prst="rect">
              <a:avLst/>
            </a:prstGeom>
          </p:spPr>
        </p:pic>
        <p:pic>
          <p:nvPicPr>
            <p:cNvPr id="19" name="Graphic 18">
              <a:extLst>
                <a:ext uri="{FF2B5EF4-FFF2-40B4-BE49-F238E27FC236}">
                  <a16:creationId xmlns:a16="http://schemas.microsoft.com/office/drawing/2014/main" id="{32BA6559-BBDA-45C5-9199-66F8C4F04494}"/>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798998" y="4393717"/>
              <a:ext cx="1457325" cy="571500"/>
            </a:xfrm>
            <a:prstGeom prst="rect">
              <a:avLst/>
            </a:prstGeom>
          </p:spPr>
        </p:pic>
      </p:grpSp>
    </p:spTree>
    <p:extLst>
      <p:ext uri="{BB962C8B-B14F-4D97-AF65-F5344CB8AC3E}">
        <p14:creationId xmlns:p14="http://schemas.microsoft.com/office/powerpoint/2010/main" val="150599372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Standard Slid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FCD11AF-F143-4E95-9F76-FBF5262137D5}"/>
              </a:ext>
            </a:extLst>
          </p:cNvPr>
          <p:cNvSpPr>
            <a:spLocks noGrp="1"/>
          </p:cNvSpPr>
          <p:nvPr>
            <p:ph type="title" hasCustomPrompt="1"/>
          </p:nvPr>
        </p:nvSpPr>
        <p:spPr>
          <a:xfrm>
            <a:off x="513349" y="310719"/>
            <a:ext cx="10840451" cy="584828"/>
          </a:xfrm>
          <a:custGeom>
            <a:avLst/>
            <a:gdLst>
              <a:gd name="csX0" fmla="*/ 0 w 10840451"/>
              <a:gd name="csY0" fmla="*/ 0 h 584828"/>
              <a:gd name="csX1" fmla="*/ 10840451 w 10840451"/>
              <a:gd name="csY1" fmla="*/ 0 h 584828"/>
              <a:gd name="csX2" fmla="*/ 10840451 w 10840451"/>
              <a:gd name="csY2" fmla="*/ 584828 h 584828"/>
              <a:gd name="csX3" fmla="*/ 0 w 10840451"/>
              <a:gd name="csY3" fmla="*/ 584828 h 584828"/>
              <a:gd name="csX4" fmla="*/ 0 w 10840451"/>
              <a:gd name="csY4" fmla="*/ 0 h 584828"/>
            </a:gdLst>
            <a:ahLst/>
            <a:cxnLst>
              <a:cxn ang="0">
                <a:pos x="csX0" y="csY0"/>
              </a:cxn>
              <a:cxn ang="0">
                <a:pos x="csX1" y="csY1"/>
              </a:cxn>
              <a:cxn ang="0">
                <a:pos x="csX2" y="csY2"/>
              </a:cxn>
              <a:cxn ang="0">
                <a:pos x="csX3" y="csY3"/>
              </a:cxn>
              <a:cxn ang="0">
                <a:pos x="csX4" y="cs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4" name="Straight Connector 3">
            <a:extLst>
              <a:ext uri="{FF2B5EF4-FFF2-40B4-BE49-F238E27FC236}">
                <a16:creationId xmlns:a16="http://schemas.microsoft.com/office/drawing/2014/main" id="{1B1108A6-71D4-4871-A524-4FC6C414A6F8}"/>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sp>
        <p:nvSpPr>
          <p:cNvPr id="5" name="Text Placeholder 2">
            <a:extLst>
              <a:ext uri="{FF2B5EF4-FFF2-40B4-BE49-F238E27FC236}">
                <a16:creationId xmlns:a16="http://schemas.microsoft.com/office/drawing/2014/main" id="{CEB485F1-9C7A-4089-BC0C-E0EC4F8CDA6A}"/>
              </a:ext>
            </a:extLst>
          </p:cNvPr>
          <p:cNvSpPr>
            <a:spLocks noGrp="1"/>
          </p:cNvSpPr>
          <p:nvPr>
            <p:ph type="body" idx="11" hasCustomPrompt="1"/>
          </p:nvPr>
        </p:nvSpPr>
        <p:spPr>
          <a:xfrm>
            <a:off x="2831977" y="6347537"/>
            <a:ext cx="6604986" cy="510464"/>
          </a:xfrm>
        </p:spPr>
        <p:txBody>
          <a:bodyPr anchor="b">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7" name="Text Placeholder 2">
            <a:extLst>
              <a:ext uri="{FF2B5EF4-FFF2-40B4-BE49-F238E27FC236}">
                <a16:creationId xmlns:a16="http://schemas.microsoft.com/office/drawing/2014/main" id="{C3ACFFB6-D74F-46F9-BA08-950DC89D9A98}"/>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34698655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Overview 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5A31952-8378-46DA-9488-641778451731}"/>
              </a:ext>
            </a:extLst>
          </p:cNvPr>
          <p:cNvSpPr/>
          <p:nvPr userDrawn="1"/>
        </p:nvSpPr>
        <p:spPr>
          <a:xfrm>
            <a:off x="0" y="3429000"/>
            <a:ext cx="12188959" cy="3453861"/>
          </a:xfrm>
          <a:prstGeom prst="rect">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SG" dirty="0"/>
          </a:p>
        </p:txBody>
      </p:sp>
      <p:sp>
        <p:nvSpPr>
          <p:cNvPr id="3" name="Title 1">
            <a:extLst>
              <a:ext uri="{FF2B5EF4-FFF2-40B4-BE49-F238E27FC236}">
                <a16:creationId xmlns:a16="http://schemas.microsoft.com/office/drawing/2014/main" id="{7FCD11AF-F143-4E95-9F76-FBF5262137D5}"/>
              </a:ext>
            </a:extLst>
          </p:cNvPr>
          <p:cNvSpPr>
            <a:spLocks noGrp="1"/>
          </p:cNvSpPr>
          <p:nvPr>
            <p:ph type="title" hasCustomPrompt="1"/>
          </p:nvPr>
        </p:nvSpPr>
        <p:spPr>
          <a:xfrm>
            <a:off x="0" y="2851952"/>
            <a:ext cx="10840451" cy="584828"/>
          </a:xfrm>
          <a:custGeom>
            <a:avLst/>
            <a:gdLst>
              <a:gd name="csX0" fmla="*/ 0 w 10840451"/>
              <a:gd name="csY0" fmla="*/ 0 h 584828"/>
              <a:gd name="csX1" fmla="*/ 10840451 w 10840451"/>
              <a:gd name="csY1" fmla="*/ 0 h 584828"/>
              <a:gd name="csX2" fmla="*/ 10840451 w 10840451"/>
              <a:gd name="csY2" fmla="*/ 584828 h 584828"/>
              <a:gd name="csX3" fmla="*/ 0 w 10840451"/>
              <a:gd name="csY3" fmla="*/ 584828 h 584828"/>
              <a:gd name="csX4" fmla="*/ 0 w 10840451"/>
              <a:gd name="csY4" fmla="*/ 0 h 584828"/>
            </a:gdLst>
            <a:ahLst/>
            <a:cxnLst>
              <a:cxn ang="0">
                <a:pos x="csX0" y="csY0"/>
              </a:cxn>
              <a:cxn ang="0">
                <a:pos x="csX1" y="csY1"/>
              </a:cxn>
              <a:cxn ang="0">
                <a:pos x="csX2" y="csY2"/>
              </a:cxn>
              <a:cxn ang="0">
                <a:pos x="csX3" y="csY3"/>
              </a:cxn>
              <a:cxn ang="0">
                <a:pos x="csX4" y="cs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Autofit/>
          </a:bodyPr>
          <a:lstStyle>
            <a:lvl1pPr algn="l">
              <a:defRPr sz="4000">
                <a:latin typeface="Arial Nova" panose="020B0504020202020204" pitchFamily="34" charset="0"/>
              </a:defRPr>
            </a:lvl1pPr>
          </a:lstStyle>
          <a:p>
            <a:r>
              <a:rPr lang="en-GB" dirty="0"/>
              <a:t>Header Here</a:t>
            </a:r>
            <a:endParaRPr lang="en-US" dirty="0"/>
          </a:p>
        </p:txBody>
      </p:sp>
      <p:sp>
        <p:nvSpPr>
          <p:cNvPr id="7" name="TextBox 6">
            <a:extLst>
              <a:ext uri="{FF2B5EF4-FFF2-40B4-BE49-F238E27FC236}">
                <a16:creationId xmlns:a16="http://schemas.microsoft.com/office/drawing/2014/main" id="{48A8981B-AC8B-4A35-AA1C-761B40FAB541}"/>
              </a:ext>
            </a:extLst>
          </p:cNvPr>
          <p:cNvSpPr txBox="1"/>
          <p:nvPr userDrawn="1"/>
        </p:nvSpPr>
        <p:spPr>
          <a:xfrm>
            <a:off x="11754034" y="6550223"/>
            <a:ext cx="437965" cy="307777"/>
          </a:xfrm>
          <a:prstGeom prst="rect">
            <a:avLst/>
          </a:prstGeom>
          <a:noFill/>
        </p:spPr>
        <p:txBody>
          <a:bodyPr wrap="square" rtlCol="0">
            <a:spAutoFit/>
          </a:bodyPr>
          <a:lstStyle/>
          <a:p>
            <a:pPr algn="ctr"/>
            <a:fld id="{8FD86BCF-B0C7-40BD-8691-2D73369643C4}" type="slidenum">
              <a:rPr lang="en-SG" sz="1400" smtClean="0">
                <a:latin typeface="Arial Nova" panose="020B0504020202020204" pitchFamily="34" charset="0"/>
                <a:ea typeface="Helvetica Neue" panose="02000503000000020004" pitchFamily="2" charset="0"/>
                <a:cs typeface="Helvetica Neue" panose="02000503000000020004" pitchFamily="2" charset="0"/>
              </a:rPr>
              <a:pPr algn="ctr"/>
              <a:t>‹#›</a:t>
            </a:fld>
            <a:endParaRPr lang="en-SG" sz="1400" dirty="0">
              <a:latin typeface="Arial Nova" panose="020B0504020202020204" pitchFamily="34" charset="0"/>
              <a:ea typeface="Helvetica Neue" panose="02000503000000020004" pitchFamily="2" charset="0"/>
              <a:cs typeface="Helvetica Neue" panose="02000503000000020004" pitchFamily="2" charset="0"/>
            </a:endParaRPr>
          </a:p>
        </p:txBody>
      </p:sp>
      <p:sp>
        <p:nvSpPr>
          <p:cNvPr id="11" name="Text Placeholder 2">
            <a:extLst>
              <a:ext uri="{FF2B5EF4-FFF2-40B4-BE49-F238E27FC236}">
                <a16:creationId xmlns:a16="http://schemas.microsoft.com/office/drawing/2014/main" id="{1A420E72-2781-4109-9E57-B95FAD77AD31}"/>
              </a:ext>
            </a:extLst>
          </p:cNvPr>
          <p:cNvSpPr>
            <a:spLocks noGrp="1"/>
          </p:cNvSpPr>
          <p:nvPr>
            <p:ph type="body" idx="10" hasCustomPrompt="1"/>
          </p:nvPr>
        </p:nvSpPr>
        <p:spPr>
          <a:xfrm>
            <a:off x="-3041" y="3437316"/>
            <a:ext cx="10843491" cy="363116"/>
          </a:xfrm>
        </p:spPr>
        <p:txBody>
          <a:bodyPr lIns="360000" rIns="360000" anchor="ctr">
            <a:normAutofit/>
          </a:bodyPr>
          <a:lstStyle>
            <a:lvl1pPr marL="0" indent="0" algn="l">
              <a:buNone/>
              <a:defRPr sz="1600">
                <a:solidFill>
                  <a:schemeClr val="tx1"/>
                </a:solidFill>
                <a:latin typeface="Arial Nova Light" panose="020B03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Flavour Text Here</a:t>
            </a:r>
          </a:p>
        </p:txBody>
      </p:sp>
      <p:grpSp>
        <p:nvGrpSpPr>
          <p:cNvPr id="16" name="Group 15">
            <a:extLst>
              <a:ext uri="{FF2B5EF4-FFF2-40B4-BE49-F238E27FC236}">
                <a16:creationId xmlns:a16="http://schemas.microsoft.com/office/drawing/2014/main" id="{6E4BDADD-B6C7-4717-9148-0B325B4E0F79}"/>
              </a:ext>
            </a:extLst>
          </p:cNvPr>
          <p:cNvGrpSpPr/>
          <p:nvPr userDrawn="1"/>
        </p:nvGrpSpPr>
        <p:grpSpPr>
          <a:xfrm>
            <a:off x="219412" y="142004"/>
            <a:ext cx="3078914" cy="546273"/>
            <a:chOff x="798998" y="4391812"/>
            <a:chExt cx="3252915" cy="577145"/>
          </a:xfrm>
        </p:grpSpPr>
        <p:pic>
          <p:nvPicPr>
            <p:cNvPr id="17" name="Graphic 16">
              <a:extLst>
                <a:ext uri="{FF2B5EF4-FFF2-40B4-BE49-F238E27FC236}">
                  <a16:creationId xmlns:a16="http://schemas.microsoft.com/office/drawing/2014/main" id="{58586D31-15C5-425D-85E1-18733954454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416662" y="4391812"/>
              <a:ext cx="1635251" cy="577145"/>
            </a:xfrm>
            <a:prstGeom prst="rect">
              <a:avLst/>
            </a:prstGeom>
          </p:spPr>
        </p:pic>
        <p:pic>
          <p:nvPicPr>
            <p:cNvPr id="18" name="Graphic 17">
              <a:extLst>
                <a:ext uri="{FF2B5EF4-FFF2-40B4-BE49-F238E27FC236}">
                  <a16:creationId xmlns:a16="http://schemas.microsoft.com/office/drawing/2014/main" id="{D9C1CDC5-8FDA-44C4-ADA3-EC69A58B1F5D}"/>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798998" y="4393717"/>
              <a:ext cx="1457325" cy="571500"/>
            </a:xfrm>
            <a:prstGeom prst="rect">
              <a:avLst/>
            </a:prstGeom>
          </p:spPr>
        </p:pic>
      </p:grpSp>
    </p:spTree>
    <p:extLst>
      <p:ext uri="{BB962C8B-B14F-4D97-AF65-F5344CB8AC3E}">
        <p14:creationId xmlns:p14="http://schemas.microsoft.com/office/powerpoint/2010/main" val="24389499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3 Part Slide (1)">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sX0" fmla="*/ 0 w 10840451"/>
              <a:gd name="csY0" fmla="*/ 0 h 584828"/>
              <a:gd name="csX1" fmla="*/ 10840451 w 10840451"/>
              <a:gd name="csY1" fmla="*/ 0 h 584828"/>
              <a:gd name="csX2" fmla="*/ 10840451 w 10840451"/>
              <a:gd name="csY2" fmla="*/ 584828 h 584828"/>
              <a:gd name="csX3" fmla="*/ 0 w 10840451"/>
              <a:gd name="csY3" fmla="*/ 584828 h 584828"/>
              <a:gd name="csX4" fmla="*/ 0 w 10840451"/>
              <a:gd name="csY4" fmla="*/ 0 h 584828"/>
            </a:gdLst>
            <a:ahLst/>
            <a:cxnLst>
              <a:cxn ang="0">
                <a:pos x="csX0" y="csY0"/>
              </a:cxn>
              <a:cxn ang="0">
                <a:pos x="csX1" y="csY1"/>
              </a:cxn>
              <a:cxn ang="0">
                <a:pos x="csX2" y="csY2"/>
              </a:cxn>
              <a:cxn ang="0">
                <a:pos x="csX3" y="csY3"/>
              </a:cxn>
              <a:cxn ang="0">
                <a:pos x="csX4" y="cs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74" name="Group 73">
            <a:extLst>
              <a:ext uri="{FF2B5EF4-FFF2-40B4-BE49-F238E27FC236}">
                <a16:creationId xmlns:a16="http://schemas.microsoft.com/office/drawing/2014/main" id="{7FB2C3DD-2B40-46EE-BCAD-44D6AB76CAB0}"/>
              </a:ext>
            </a:extLst>
          </p:cNvPr>
          <p:cNvGrpSpPr/>
          <p:nvPr userDrawn="1"/>
        </p:nvGrpSpPr>
        <p:grpSpPr>
          <a:xfrm>
            <a:off x="3225210" y="6363874"/>
            <a:ext cx="5741581" cy="454348"/>
            <a:chOff x="3222094" y="6363874"/>
            <a:chExt cx="5741581" cy="454348"/>
          </a:xfrm>
        </p:grpSpPr>
        <p:sp>
          <p:nvSpPr>
            <p:cNvPr id="65" name="Oval 64">
              <a:extLst>
                <a:ext uri="{FF2B5EF4-FFF2-40B4-BE49-F238E27FC236}">
                  <a16:creationId xmlns:a16="http://schemas.microsoft.com/office/drawing/2014/main" id="{2D7825D4-D640-4E3D-8AD8-E7FEC3E96437}"/>
                </a:ext>
              </a:extLst>
            </p:cNvPr>
            <p:cNvSpPr/>
            <p:nvPr userDrawn="1"/>
          </p:nvSpPr>
          <p:spPr>
            <a:xfrm>
              <a:off x="3222094" y="6368222"/>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5867884" y="6366048"/>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8513675" y="636387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cxnSp>
          <p:nvCxnSpPr>
            <p:cNvPr id="68" name="Straight Connector 67">
              <a:extLst>
                <a:ext uri="{FF2B5EF4-FFF2-40B4-BE49-F238E27FC236}">
                  <a16:creationId xmlns:a16="http://schemas.microsoft.com/office/drawing/2014/main" id="{12578F94-9F30-4984-8A78-2F6A0198E634}"/>
                </a:ext>
              </a:extLst>
            </p:cNvPr>
            <p:cNvCxnSpPr>
              <a:cxnSpLocks/>
            </p:cNvCxnSpPr>
            <p:nvPr userDrawn="1"/>
          </p:nvCxnSpPr>
          <p:spPr>
            <a:xfrm>
              <a:off x="4209094"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1738047E-6518-4D62-9C1E-EC0FE3ACB696}"/>
                </a:ext>
              </a:extLst>
            </p:cNvPr>
            <p:cNvCxnSpPr>
              <a:cxnSpLocks/>
            </p:cNvCxnSpPr>
            <p:nvPr userDrawn="1"/>
          </p:nvCxnSpPr>
          <p:spPr>
            <a:xfrm>
              <a:off x="6854884"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 Placeholder 2">
            <a:extLst>
              <a:ext uri="{FF2B5EF4-FFF2-40B4-BE49-F238E27FC236}">
                <a16:creationId xmlns:a16="http://schemas.microsoft.com/office/drawing/2014/main" id="{9026372B-EB3A-4FE4-91BE-CC9376F485B8}"/>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2" name="Text Placeholder 2">
            <a:extLst>
              <a:ext uri="{FF2B5EF4-FFF2-40B4-BE49-F238E27FC236}">
                <a16:creationId xmlns:a16="http://schemas.microsoft.com/office/drawing/2014/main" id="{347C78BA-B57D-48AB-AA8E-4475D71AD05D}"/>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18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4792299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3 Part Slide (2)">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sX0" fmla="*/ 0 w 10840451"/>
              <a:gd name="csY0" fmla="*/ 0 h 584828"/>
              <a:gd name="csX1" fmla="*/ 10840451 w 10840451"/>
              <a:gd name="csY1" fmla="*/ 0 h 584828"/>
              <a:gd name="csX2" fmla="*/ 10840451 w 10840451"/>
              <a:gd name="csY2" fmla="*/ 584828 h 584828"/>
              <a:gd name="csX3" fmla="*/ 0 w 10840451"/>
              <a:gd name="csY3" fmla="*/ 584828 h 584828"/>
              <a:gd name="csX4" fmla="*/ 0 w 10840451"/>
              <a:gd name="csY4" fmla="*/ 0 h 584828"/>
            </a:gdLst>
            <a:ahLst/>
            <a:cxnLst>
              <a:cxn ang="0">
                <a:pos x="csX0" y="csY0"/>
              </a:cxn>
              <a:cxn ang="0">
                <a:pos x="csX1" y="csY1"/>
              </a:cxn>
              <a:cxn ang="0">
                <a:pos x="csX2" y="csY2"/>
              </a:cxn>
              <a:cxn ang="0">
                <a:pos x="csX3" y="csY3"/>
              </a:cxn>
              <a:cxn ang="0">
                <a:pos x="csX4" y="cs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74" name="Group 73">
            <a:extLst>
              <a:ext uri="{FF2B5EF4-FFF2-40B4-BE49-F238E27FC236}">
                <a16:creationId xmlns:a16="http://schemas.microsoft.com/office/drawing/2014/main" id="{7FB2C3DD-2B40-46EE-BCAD-44D6AB76CAB0}"/>
              </a:ext>
            </a:extLst>
          </p:cNvPr>
          <p:cNvGrpSpPr/>
          <p:nvPr userDrawn="1"/>
        </p:nvGrpSpPr>
        <p:grpSpPr>
          <a:xfrm>
            <a:off x="3225210" y="6363874"/>
            <a:ext cx="5741581" cy="454348"/>
            <a:chOff x="3222094" y="6363874"/>
            <a:chExt cx="5741581" cy="454348"/>
          </a:xfrm>
        </p:grpSpPr>
        <p:sp>
          <p:nvSpPr>
            <p:cNvPr id="65" name="Oval 64">
              <a:extLst>
                <a:ext uri="{FF2B5EF4-FFF2-40B4-BE49-F238E27FC236}">
                  <a16:creationId xmlns:a16="http://schemas.microsoft.com/office/drawing/2014/main" id="{2D7825D4-D640-4E3D-8AD8-E7FEC3E96437}"/>
                </a:ext>
              </a:extLst>
            </p:cNvPr>
            <p:cNvSpPr/>
            <p:nvPr userDrawn="1"/>
          </p:nvSpPr>
          <p:spPr>
            <a:xfrm>
              <a:off x="3222094" y="6368222"/>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5867884" y="6366048"/>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8513675" y="636387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cxnSp>
          <p:nvCxnSpPr>
            <p:cNvPr id="68" name="Straight Connector 67">
              <a:extLst>
                <a:ext uri="{FF2B5EF4-FFF2-40B4-BE49-F238E27FC236}">
                  <a16:creationId xmlns:a16="http://schemas.microsoft.com/office/drawing/2014/main" id="{12578F94-9F30-4984-8A78-2F6A0198E634}"/>
                </a:ext>
              </a:extLst>
            </p:cNvPr>
            <p:cNvCxnSpPr>
              <a:cxnSpLocks/>
            </p:cNvCxnSpPr>
            <p:nvPr userDrawn="1"/>
          </p:nvCxnSpPr>
          <p:spPr>
            <a:xfrm>
              <a:off x="4209094"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1738047E-6518-4D62-9C1E-EC0FE3ACB696}"/>
                </a:ext>
              </a:extLst>
            </p:cNvPr>
            <p:cNvCxnSpPr>
              <a:cxnSpLocks/>
            </p:cNvCxnSpPr>
            <p:nvPr userDrawn="1"/>
          </p:nvCxnSpPr>
          <p:spPr>
            <a:xfrm>
              <a:off x="6854884"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 Placeholder 2">
            <a:extLst>
              <a:ext uri="{FF2B5EF4-FFF2-40B4-BE49-F238E27FC236}">
                <a16:creationId xmlns:a16="http://schemas.microsoft.com/office/drawing/2014/main" id="{9026372B-EB3A-4FE4-91BE-CC9376F485B8}"/>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2" name="Text Placeholder 2">
            <a:extLst>
              <a:ext uri="{FF2B5EF4-FFF2-40B4-BE49-F238E27FC236}">
                <a16:creationId xmlns:a16="http://schemas.microsoft.com/office/drawing/2014/main" id="{AA6A8000-3EF0-4625-B4F1-196FAA8FE8E8}"/>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52448178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3 Part Slide (3)">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sX0" fmla="*/ 0 w 10840451"/>
              <a:gd name="csY0" fmla="*/ 0 h 584828"/>
              <a:gd name="csX1" fmla="*/ 10840451 w 10840451"/>
              <a:gd name="csY1" fmla="*/ 0 h 584828"/>
              <a:gd name="csX2" fmla="*/ 10840451 w 10840451"/>
              <a:gd name="csY2" fmla="*/ 584828 h 584828"/>
              <a:gd name="csX3" fmla="*/ 0 w 10840451"/>
              <a:gd name="csY3" fmla="*/ 584828 h 584828"/>
              <a:gd name="csX4" fmla="*/ 0 w 10840451"/>
              <a:gd name="csY4" fmla="*/ 0 h 584828"/>
            </a:gdLst>
            <a:ahLst/>
            <a:cxnLst>
              <a:cxn ang="0">
                <a:pos x="csX0" y="csY0"/>
              </a:cxn>
              <a:cxn ang="0">
                <a:pos x="csX1" y="csY1"/>
              </a:cxn>
              <a:cxn ang="0">
                <a:pos x="csX2" y="csY2"/>
              </a:cxn>
              <a:cxn ang="0">
                <a:pos x="csX3" y="csY3"/>
              </a:cxn>
              <a:cxn ang="0">
                <a:pos x="csX4" y="cs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74" name="Group 73">
            <a:extLst>
              <a:ext uri="{FF2B5EF4-FFF2-40B4-BE49-F238E27FC236}">
                <a16:creationId xmlns:a16="http://schemas.microsoft.com/office/drawing/2014/main" id="{7FB2C3DD-2B40-46EE-BCAD-44D6AB76CAB0}"/>
              </a:ext>
            </a:extLst>
          </p:cNvPr>
          <p:cNvGrpSpPr/>
          <p:nvPr userDrawn="1"/>
        </p:nvGrpSpPr>
        <p:grpSpPr>
          <a:xfrm>
            <a:off x="3225210" y="6363874"/>
            <a:ext cx="5741581" cy="454348"/>
            <a:chOff x="3222094" y="6363874"/>
            <a:chExt cx="5741581" cy="454348"/>
          </a:xfrm>
        </p:grpSpPr>
        <p:sp>
          <p:nvSpPr>
            <p:cNvPr id="65" name="Oval 64">
              <a:extLst>
                <a:ext uri="{FF2B5EF4-FFF2-40B4-BE49-F238E27FC236}">
                  <a16:creationId xmlns:a16="http://schemas.microsoft.com/office/drawing/2014/main" id="{2D7825D4-D640-4E3D-8AD8-E7FEC3E96437}"/>
                </a:ext>
              </a:extLst>
            </p:cNvPr>
            <p:cNvSpPr/>
            <p:nvPr userDrawn="1"/>
          </p:nvSpPr>
          <p:spPr>
            <a:xfrm>
              <a:off x="3222094" y="6368222"/>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5867884" y="6366048"/>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8513675" y="6363874"/>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cxnSp>
          <p:nvCxnSpPr>
            <p:cNvPr id="68" name="Straight Connector 67">
              <a:extLst>
                <a:ext uri="{FF2B5EF4-FFF2-40B4-BE49-F238E27FC236}">
                  <a16:creationId xmlns:a16="http://schemas.microsoft.com/office/drawing/2014/main" id="{12578F94-9F30-4984-8A78-2F6A0198E634}"/>
                </a:ext>
              </a:extLst>
            </p:cNvPr>
            <p:cNvCxnSpPr>
              <a:cxnSpLocks/>
            </p:cNvCxnSpPr>
            <p:nvPr userDrawn="1"/>
          </p:nvCxnSpPr>
          <p:spPr>
            <a:xfrm>
              <a:off x="4209094"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1738047E-6518-4D62-9C1E-EC0FE3ACB696}"/>
                </a:ext>
              </a:extLst>
            </p:cNvPr>
            <p:cNvCxnSpPr>
              <a:cxnSpLocks/>
            </p:cNvCxnSpPr>
            <p:nvPr userDrawn="1"/>
          </p:nvCxnSpPr>
          <p:spPr>
            <a:xfrm>
              <a:off x="6854884"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 Placeholder 2">
            <a:extLst>
              <a:ext uri="{FF2B5EF4-FFF2-40B4-BE49-F238E27FC236}">
                <a16:creationId xmlns:a16="http://schemas.microsoft.com/office/drawing/2014/main" id="{9026372B-EB3A-4FE4-91BE-CC9376F485B8}"/>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2" name="Text Placeholder 2">
            <a:extLst>
              <a:ext uri="{FF2B5EF4-FFF2-40B4-BE49-F238E27FC236}">
                <a16:creationId xmlns:a16="http://schemas.microsoft.com/office/drawing/2014/main" id="{CADB5228-5FB9-49A9-9740-193C89676758}"/>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89992656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2.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4.sv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 Id="rId30" Type="http://schemas.openxmlformats.org/officeDocument/2006/relationships/image" Target="../media/image3.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18" Type="http://schemas.openxmlformats.org/officeDocument/2006/relationships/theme" Target="../theme/theme2.xml"/><Relationship Id="rId3" Type="http://schemas.openxmlformats.org/officeDocument/2006/relationships/slideLayout" Target="../slideLayouts/slideLayout29.xml"/><Relationship Id="rId21" Type="http://schemas.openxmlformats.org/officeDocument/2006/relationships/image" Target="../media/image3.png"/><Relationship Id="rId7" Type="http://schemas.openxmlformats.org/officeDocument/2006/relationships/slideLayout" Target="../slideLayouts/slideLayout33.xml"/><Relationship Id="rId12" Type="http://schemas.openxmlformats.org/officeDocument/2006/relationships/slideLayout" Target="../slideLayouts/slideLayout38.xml"/><Relationship Id="rId17" Type="http://schemas.openxmlformats.org/officeDocument/2006/relationships/slideLayout" Target="../slideLayouts/slideLayout43.xml"/><Relationship Id="rId2" Type="http://schemas.openxmlformats.org/officeDocument/2006/relationships/slideLayout" Target="../slideLayouts/slideLayout28.xml"/><Relationship Id="rId16" Type="http://schemas.openxmlformats.org/officeDocument/2006/relationships/slideLayout" Target="../slideLayouts/slideLayout42.xml"/><Relationship Id="rId20" Type="http://schemas.openxmlformats.org/officeDocument/2006/relationships/image" Target="../media/image2.svg"/><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5" Type="http://schemas.openxmlformats.org/officeDocument/2006/relationships/slideLayout" Target="../slideLayouts/slideLayout41.xml"/><Relationship Id="rId10" Type="http://schemas.openxmlformats.org/officeDocument/2006/relationships/slideLayout" Target="../slideLayouts/slideLayout36.xml"/><Relationship Id="rId19" Type="http://schemas.openxmlformats.org/officeDocument/2006/relationships/image" Target="../media/image1.png"/><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 Id="rId22" Type="http://schemas.openxmlformats.org/officeDocument/2006/relationships/image" Target="../media/image4.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alpha val="58824"/>
          </a:srgbClr>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CB7AF6B-0044-4409-B454-9A80AC9E8B75}"/>
              </a:ext>
            </a:extLst>
          </p:cNvPr>
          <p:cNvSpPr/>
          <p:nvPr userDrawn="1"/>
        </p:nvSpPr>
        <p:spPr>
          <a:xfrm>
            <a:off x="0" y="6298033"/>
            <a:ext cx="12188959" cy="584828"/>
          </a:xfrm>
          <a:prstGeom prst="rect">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 name="Title Placeholder 1"/>
          <p:cNvSpPr>
            <a:spLocks noGrp="1"/>
          </p:cNvSpPr>
          <p:nvPr>
            <p:ph type="title"/>
          </p:nvPr>
        </p:nvSpPr>
        <p:spPr>
          <a:xfrm>
            <a:off x="513349" y="30834"/>
            <a:ext cx="10840451" cy="1325563"/>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3" name="Text Placeholder 2"/>
          <p:cNvSpPr>
            <a:spLocks noGrp="1"/>
          </p:cNvSpPr>
          <p:nvPr>
            <p:ph type="body" idx="1"/>
          </p:nvPr>
        </p:nvSpPr>
        <p:spPr>
          <a:xfrm>
            <a:off x="513349" y="1465007"/>
            <a:ext cx="10840451" cy="472331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TextBox 3">
            <a:extLst>
              <a:ext uri="{FF2B5EF4-FFF2-40B4-BE49-F238E27FC236}">
                <a16:creationId xmlns:a16="http://schemas.microsoft.com/office/drawing/2014/main" id="{297ECBE6-2E2A-4698-82E4-D7E7B0744F06}"/>
              </a:ext>
            </a:extLst>
          </p:cNvPr>
          <p:cNvSpPr txBox="1"/>
          <p:nvPr userDrawn="1"/>
        </p:nvSpPr>
        <p:spPr>
          <a:xfrm>
            <a:off x="11754034" y="6550223"/>
            <a:ext cx="437965" cy="307777"/>
          </a:xfrm>
          <a:prstGeom prst="rect">
            <a:avLst/>
          </a:prstGeom>
          <a:noFill/>
        </p:spPr>
        <p:txBody>
          <a:bodyPr wrap="square" rtlCol="0">
            <a:spAutoFit/>
          </a:bodyPr>
          <a:lstStyle/>
          <a:p>
            <a:pPr algn="ctr"/>
            <a:fld id="{8FD86BCF-B0C7-40BD-8691-2D73369643C4}" type="slidenum">
              <a:rPr lang="en-SG" sz="1400" smtClean="0">
                <a:latin typeface="Arial Nova" panose="020B0504020202020204" pitchFamily="34" charset="0"/>
                <a:ea typeface="Helvetica Neue" panose="02000503000000020004" pitchFamily="2" charset="0"/>
                <a:cs typeface="Helvetica Neue" panose="02000503000000020004" pitchFamily="2" charset="0"/>
              </a:rPr>
              <a:pPr algn="ctr"/>
              <a:t>‹#›</a:t>
            </a:fld>
            <a:endParaRPr lang="en-SG" sz="1400" dirty="0">
              <a:latin typeface="Arial Nova" panose="020B0504020202020204" pitchFamily="34" charset="0"/>
              <a:ea typeface="Helvetica Neue" panose="02000503000000020004" pitchFamily="2" charset="0"/>
              <a:cs typeface="Helvetica Neue" panose="02000503000000020004" pitchFamily="2" charset="0"/>
            </a:endParaRPr>
          </a:p>
        </p:txBody>
      </p:sp>
      <p:grpSp>
        <p:nvGrpSpPr>
          <p:cNvPr id="34" name="Group 33">
            <a:extLst>
              <a:ext uri="{FF2B5EF4-FFF2-40B4-BE49-F238E27FC236}">
                <a16:creationId xmlns:a16="http://schemas.microsoft.com/office/drawing/2014/main" id="{EC7DA68C-E182-408B-8C2D-0709B36851EC}"/>
              </a:ext>
            </a:extLst>
          </p:cNvPr>
          <p:cNvGrpSpPr/>
          <p:nvPr userDrawn="1"/>
        </p:nvGrpSpPr>
        <p:grpSpPr>
          <a:xfrm>
            <a:off x="234855" y="6392470"/>
            <a:ext cx="2205449" cy="391250"/>
            <a:chOff x="798998" y="4391812"/>
            <a:chExt cx="3253331" cy="577145"/>
          </a:xfrm>
        </p:grpSpPr>
        <p:pic>
          <p:nvPicPr>
            <p:cNvPr id="35" name="Graphic 34">
              <a:extLst>
                <a:ext uri="{FF2B5EF4-FFF2-40B4-BE49-F238E27FC236}">
                  <a16:creationId xmlns:a16="http://schemas.microsoft.com/office/drawing/2014/main" id="{841ED958-BA93-481F-B5A4-8C585F19867F}"/>
                </a:ext>
              </a:extLst>
            </p:cNvPr>
            <p:cNvPicPr>
              <a:picLocks noChangeAspect="1"/>
            </p:cNvPicPr>
            <p:nvPr userDrawn="1"/>
          </p:nvPicPr>
          <p:blipFill>
            <a:blip r:embed="rId28">
              <a:extLst>
                <a:ext uri="{96DAC541-7B7A-43D3-8B79-37D633B846F1}">
                  <asvg:svgBlip xmlns:asvg="http://schemas.microsoft.com/office/drawing/2016/SVG/main" r:embed="rId29"/>
                </a:ext>
              </a:extLst>
            </a:blip>
            <a:stretch>
              <a:fillRect/>
            </a:stretch>
          </p:blipFill>
          <p:spPr>
            <a:xfrm>
              <a:off x="2417079" y="4391812"/>
              <a:ext cx="1635250" cy="577145"/>
            </a:xfrm>
            <a:prstGeom prst="rect">
              <a:avLst/>
            </a:prstGeom>
          </p:spPr>
        </p:pic>
        <p:pic>
          <p:nvPicPr>
            <p:cNvPr id="36" name="Graphic 35">
              <a:extLst>
                <a:ext uri="{FF2B5EF4-FFF2-40B4-BE49-F238E27FC236}">
                  <a16:creationId xmlns:a16="http://schemas.microsoft.com/office/drawing/2014/main" id="{1DA310D7-2E97-4E16-B93B-5F9ABF7D93DC}"/>
                </a:ext>
              </a:extLst>
            </p:cNvPr>
            <p:cNvPicPr>
              <a:picLocks noChangeAspect="1"/>
            </p:cNvPicPr>
            <p:nvPr userDrawn="1"/>
          </p:nvPicPr>
          <p:blipFill>
            <a:blip r:embed="rId30">
              <a:extLst>
                <a:ext uri="{96DAC541-7B7A-43D3-8B79-37D633B846F1}">
                  <asvg:svgBlip xmlns:asvg="http://schemas.microsoft.com/office/drawing/2016/SVG/main" r:embed="rId31"/>
                </a:ext>
              </a:extLst>
            </a:blip>
            <a:stretch>
              <a:fillRect/>
            </a:stretch>
          </p:blipFill>
          <p:spPr>
            <a:xfrm>
              <a:off x="798998" y="4393717"/>
              <a:ext cx="1457325" cy="571500"/>
            </a:xfrm>
            <a:prstGeom prst="rect">
              <a:avLst/>
            </a:prstGeom>
          </p:spPr>
        </p:pic>
      </p:grpSp>
      <p:sp>
        <p:nvSpPr>
          <p:cNvPr id="6" name="TextBox 5">
            <a:extLst>
              <a:ext uri="{FF2B5EF4-FFF2-40B4-BE49-F238E27FC236}">
                <a16:creationId xmlns:a16="http://schemas.microsoft.com/office/drawing/2014/main" id="{10F64188-ABDD-DCFC-4CA8-393F1F1656FA}"/>
              </a:ext>
            </a:extLst>
          </p:cNvPr>
          <p:cNvSpPr txBox="1"/>
          <p:nvPr userDrawn="1">
            <p:extLst>
              <p:ext uri="{1162E1C5-73C7-4A58-AE30-91384D911F3F}">
                <p184:classification xmlns:p184="http://schemas.microsoft.com/office/powerpoint/2018/4/main" val="hdr"/>
              </p:ext>
            </p:extLst>
          </p:nvPr>
        </p:nvSpPr>
        <p:spPr>
          <a:xfrm>
            <a:off x="5480050" y="0"/>
            <a:ext cx="1254125" cy="121920"/>
          </a:xfrm>
          <a:prstGeom prst="rect">
            <a:avLst/>
          </a:prstGeom>
        </p:spPr>
        <p:txBody>
          <a:bodyPr horzOverflow="overflow" lIns="0" tIns="0" rIns="0" bIns="0">
            <a:spAutoFit/>
          </a:bodyPr>
          <a:lstStyle/>
          <a:p>
            <a:pPr algn="l"/>
            <a:r>
              <a:rPr lang="en-US" sz="800">
                <a:solidFill>
                  <a:srgbClr val="000000"/>
                </a:solidFill>
                <a:latin typeface="Calibri" panose="020F0502020204030204" pitchFamily="34" charset="0"/>
                <a:cs typeface="Calibri" panose="020F0502020204030204" pitchFamily="34" charset="0"/>
              </a:rPr>
              <a:t>SMU Classification: Restricted</a:t>
            </a:r>
          </a:p>
        </p:txBody>
      </p:sp>
    </p:spTree>
    <p:extLst>
      <p:ext uri="{BB962C8B-B14F-4D97-AF65-F5344CB8AC3E}">
        <p14:creationId xmlns:p14="http://schemas.microsoft.com/office/powerpoint/2010/main" val="3286693295"/>
      </p:ext>
    </p:extLst>
  </p:cSld>
  <p:clrMap bg1="lt1" tx1="dk1" bg2="lt2" tx2="dk2" accent1="accent1" accent2="accent2" accent3="accent3" accent4="accent4" accent5="accent5" accent6="accent6" hlink="hlink" folHlink="folHlink"/>
  <p:sldLayoutIdLst>
    <p:sldLayoutId id="2147483798" r:id="rId1"/>
    <p:sldLayoutId id="2147483818" r:id="rId2"/>
    <p:sldLayoutId id="2147483805" r:id="rId3"/>
    <p:sldLayoutId id="2147483806" r:id="rId4"/>
    <p:sldLayoutId id="2147483804" r:id="rId5"/>
    <p:sldLayoutId id="2147483801" r:id="rId6"/>
    <p:sldLayoutId id="2147483808" r:id="rId7"/>
    <p:sldLayoutId id="2147483795" r:id="rId8"/>
    <p:sldLayoutId id="2147483809" r:id="rId9"/>
    <p:sldLayoutId id="2147483810" r:id="rId10"/>
    <p:sldLayoutId id="2147483813" r:id="rId11"/>
    <p:sldLayoutId id="2147483812" r:id="rId12"/>
    <p:sldLayoutId id="2147483811" r:id="rId13"/>
    <p:sldLayoutId id="2147483802" r:id="rId14"/>
    <p:sldLayoutId id="2147483803" r:id="rId15"/>
    <p:sldLayoutId id="2147483814" r:id="rId16"/>
    <p:sldLayoutId id="2147483815" r:id="rId17"/>
    <p:sldLayoutId id="2147483816" r:id="rId18"/>
    <p:sldLayoutId id="2147483817" r:id="rId19"/>
    <p:sldLayoutId id="2147483807" r:id="rId20"/>
    <p:sldLayoutId id="2147483819" r:id="rId21"/>
    <p:sldLayoutId id="2147483821" r:id="rId22"/>
    <p:sldLayoutId id="2147483822" r:id="rId23"/>
    <p:sldLayoutId id="2147483823" r:id="rId24"/>
    <p:sldLayoutId id="2147483824" r:id="rId25"/>
    <p:sldLayoutId id="2147483825" r:id="rId26"/>
  </p:sldLayoutIdLst>
  <p:hf sldNum="0" hdr="0" ftr="0" dt="0"/>
  <p:txStyles>
    <p:titleStyle>
      <a:lvl1pPr algn="l" defTabSz="685800" rtl="0" eaLnBrk="1" latinLnBrk="0" hangingPunct="1">
        <a:lnSpc>
          <a:spcPct val="90000"/>
        </a:lnSpc>
        <a:spcBef>
          <a:spcPct val="0"/>
        </a:spcBef>
        <a:buNone/>
        <a:defRPr sz="3200" b="1" i="0" kern="1200">
          <a:solidFill>
            <a:schemeClr val="tx1"/>
          </a:solidFill>
          <a:latin typeface="Arial Nova" panose="020B0504020202020204" pitchFamily="34" charset="0"/>
          <a:ea typeface="Arial Nova" panose="020B0504020202020204" pitchFamily="34" charset="0"/>
          <a:cs typeface="Arial Nova" panose="020B0504020202020204" pitchFamily="34" charset="0"/>
        </a:defRPr>
      </a:lvl1pPr>
    </p:titleStyle>
    <p:bodyStyle>
      <a:lvl1pPr marL="171450" indent="-171450" algn="l" defTabSz="685800" rtl="0" eaLnBrk="1" latinLnBrk="0" hangingPunct="1">
        <a:lnSpc>
          <a:spcPct val="100000"/>
        </a:lnSpc>
        <a:spcBef>
          <a:spcPts val="450"/>
        </a:spcBef>
        <a:spcAft>
          <a:spcPts val="450"/>
        </a:spcAft>
        <a:buFont typeface="Arial" panose="020B0604020202020204" pitchFamily="34" charset="0"/>
        <a:buChar char="•"/>
        <a:defRPr sz="2400" b="0" i="0" kern="1200">
          <a:solidFill>
            <a:schemeClr val="tx1"/>
          </a:solidFill>
          <a:latin typeface="Arial Nova" panose="020B0504020202020204" pitchFamily="34" charset="0"/>
          <a:ea typeface="Arial Nova" panose="020B0504020202020204" pitchFamily="34" charset="0"/>
          <a:cs typeface="Arial Nova" panose="020B0504020202020204" pitchFamily="34" charset="0"/>
        </a:defRPr>
      </a:lvl1pPr>
      <a:lvl2pPr marL="514350" indent="-171450" algn="l" defTabSz="685800" rtl="0" eaLnBrk="1" latinLnBrk="0" hangingPunct="1">
        <a:lnSpc>
          <a:spcPct val="100000"/>
        </a:lnSpc>
        <a:spcBef>
          <a:spcPts val="450"/>
        </a:spcBef>
        <a:spcAft>
          <a:spcPts val="450"/>
        </a:spcAft>
        <a:buFont typeface="Arial" panose="020B0604020202020204" pitchFamily="34" charset="0"/>
        <a:buChar char="•"/>
        <a:defRPr sz="2200" kern="1200">
          <a:solidFill>
            <a:schemeClr val="tx1"/>
          </a:solidFill>
          <a:latin typeface="Arial Nova" panose="020B0504020202020204" pitchFamily="34" charset="0"/>
          <a:ea typeface="Arial Nova" panose="020B0504020202020204" pitchFamily="34" charset="0"/>
          <a:cs typeface="Arial Nova" panose="020B0504020202020204" pitchFamily="34" charset="0"/>
        </a:defRPr>
      </a:lvl2pPr>
      <a:lvl3pPr marL="857250" indent="-171450" algn="l" defTabSz="685800" rtl="0" eaLnBrk="1" latinLnBrk="0" hangingPunct="1">
        <a:lnSpc>
          <a:spcPct val="100000"/>
        </a:lnSpc>
        <a:spcBef>
          <a:spcPts val="450"/>
        </a:spcBef>
        <a:spcAft>
          <a:spcPts val="450"/>
        </a:spcAft>
        <a:buFont typeface="Arial" panose="020B0604020202020204" pitchFamily="34" charset="0"/>
        <a:buChar char="•"/>
        <a:defRPr sz="2000" kern="1200">
          <a:solidFill>
            <a:schemeClr val="tx1"/>
          </a:solidFill>
          <a:latin typeface="Arial Nova Light" panose="020B0304020202020204" pitchFamily="34" charset="0"/>
          <a:ea typeface="Arial Nova Light" panose="020B0304020202020204" pitchFamily="34" charset="0"/>
          <a:cs typeface="Arial Nova Light" panose="020B0304020202020204" pitchFamily="34" charset="0"/>
        </a:defRPr>
      </a:lvl3pPr>
      <a:lvl4pPr marL="1200150" indent="-171450" algn="l" defTabSz="685800" rtl="0" eaLnBrk="1" latinLnBrk="0" hangingPunct="1">
        <a:lnSpc>
          <a:spcPct val="100000"/>
        </a:lnSpc>
        <a:spcBef>
          <a:spcPts val="450"/>
        </a:spcBef>
        <a:spcAft>
          <a:spcPts val="450"/>
        </a:spcAft>
        <a:buFont typeface="Arial" panose="020B0604020202020204" pitchFamily="34" charset="0"/>
        <a:buChar char="•"/>
        <a:defRPr sz="1800" b="0" i="0" kern="1200">
          <a:solidFill>
            <a:schemeClr val="tx1"/>
          </a:solidFill>
          <a:latin typeface="Arial Nova Light" panose="020B0304020202020204" pitchFamily="34" charset="0"/>
          <a:ea typeface="Arial Nova Light" panose="020B0304020202020204" pitchFamily="34" charset="0"/>
          <a:cs typeface="Arial Nova Light" panose="020B0304020202020204" pitchFamily="34" charset="0"/>
        </a:defRPr>
      </a:lvl4pPr>
      <a:lvl5pPr marL="1543050" indent="-171450" algn="l" defTabSz="685800" rtl="0" eaLnBrk="1" latinLnBrk="0" hangingPunct="1">
        <a:lnSpc>
          <a:spcPct val="100000"/>
        </a:lnSpc>
        <a:spcBef>
          <a:spcPts val="450"/>
        </a:spcBef>
        <a:spcAft>
          <a:spcPts val="450"/>
        </a:spcAft>
        <a:buFont typeface="Arial" panose="020B0604020202020204" pitchFamily="34" charset="0"/>
        <a:buChar char="•"/>
        <a:defRPr sz="1600" b="0" i="0" kern="1200">
          <a:solidFill>
            <a:schemeClr val="tx1"/>
          </a:solidFill>
          <a:latin typeface="Arial Nova Light" panose="020B0304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47A723-A086-53C6-DCFC-75B4E3EAAB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22C8E967-C340-0F45-094F-A3A89C7DE7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8D31C17E-747D-A780-494A-B736CEDFB9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BE93BD7-9FE7-4866-B89A-1836F3F65149}" type="datetimeFigureOut">
              <a:rPr lang="en-SG" smtClean="0"/>
              <a:t>20/11/25</a:t>
            </a:fld>
            <a:endParaRPr lang="en-SG"/>
          </a:p>
        </p:txBody>
      </p:sp>
      <p:sp>
        <p:nvSpPr>
          <p:cNvPr id="5" name="Footer Placeholder 4">
            <a:extLst>
              <a:ext uri="{FF2B5EF4-FFF2-40B4-BE49-F238E27FC236}">
                <a16:creationId xmlns:a16="http://schemas.microsoft.com/office/drawing/2014/main" id="{C9958EFE-6667-10E7-1123-DAAF028BD8D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G"/>
          </a:p>
        </p:txBody>
      </p:sp>
      <p:sp>
        <p:nvSpPr>
          <p:cNvPr id="6" name="Slide Number Placeholder 5">
            <a:extLst>
              <a:ext uri="{FF2B5EF4-FFF2-40B4-BE49-F238E27FC236}">
                <a16:creationId xmlns:a16="http://schemas.microsoft.com/office/drawing/2014/main" id="{ABCBF828-A21D-BC23-9155-EB8BB6ABF32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44EAE82-D3C6-4C82-A1B4-ABFDA871EC88}" type="slidenum">
              <a:rPr lang="en-SG" smtClean="0"/>
              <a:t>‹#›</a:t>
            </a:fld>
            <a:endParaRPr lang="en-SG"/>
          </a:p>
        </p:txBody>
      </p:sp>
      <p:sp>
        <p:nvSpPr>
          <p:cNvPr id="7" name="Rectangle 6">
            <a:extLst>
              <a:ext uri="{FF2B5EF4-FFF2-40B4-BE49-F238E27FC236}">
                <a16:creationId xmlns:a16="http://schemas.microsoft.com/office/drawing/2014/main" id="{D3101584-B039-B2F0-39B7-CCDEA1AC8196}"/>
              </a:ext>
            </a:extLst>
          </p:cNvPr>
          <p:cNvSpPr/>
          <p:nvPr userDrawn="1"/>
        </p:nvSpPr>
        <p:spPr>
          <a:xfrm>
            <a:off x="0" y="6298033"/>
            <a:ext cx="12188959" cy="584828"/>
          </a:xfrm>
          <a:prstGeom prst="rect">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 name="TextBox 7">
            <a:extLst>
              <a:ext uri="{FF2B5EF4-FFF2-40B4-BE49-F238E27FC236}">
                <a16:creationId xmlns:a16="http://schemas.microsoft.com/office/drawing/2014/main" id="{43193C59-28CE-B406-0FB4-65C6BA3B7C0B}"/>
              </a:ext>
            </a:extLst>
          </p:cNvPr>
          <p:cNvSpPr txBox="1"/>
          <p:nvPr userDrawn="1"/>
        </p:nvSpPr>
        <p:spPr>
          <a:xfrm>
            <a:off x="11754034" y="6550223"/>
            <a:ext cx="437965" cy="307777"/>
          </a:xfrm>
          <a:prstGeom prst="rect">
            <a:avLst/>
          </a:prstGeom>
          <a:noFill/>
        </p:spPr>
        <p:txBody>
          <a:bodyPr wrap="square" rtlCol="0">
            <a:spAutoFit/>
          </a:bodyPr>
          <a:lstStyle/>
          <a:p>
            <a:pPr algn="ctr"/>
            <a:fld id="{8FD86BCF-B0C7-40BD-8691-2D73369643C4}" type="slidenum">
              <a:rPr lang="en-SG" sz="1400" smtClean="0">
                <a:latin typeface="Arial Nova" panose="020B0504020202020204" pitchFamily="34" charset="0"/>
                <a:ea typeface="Helvetica Neue" panose="02000503000000020004" pitchFamily="2" charset="0"/>
                <a:cs typeface="Helvetica Neue" panose="02000503000000020004" pitchFamily="2" charset="0"/>
              </a:rPr>
              <a:pPr algn="ctr"/>
              <a:t>‹#›</a:t>
            </a:fld>
            <a:endParaRPr lang="en-SG" sz="1400" dirty="0">
              <a:latin typeface="Arial Nova" panose="020B0504020202020204" pitchFamily="34" charset="0"/>
              <a:ea typeface="Helvetica Neue" panose="02000503000000020004" pitchFamily="2" charset="0"/>
              <a:cs typeface="Helvetica Neue" panose="02000503000000020004" pitchFamily="2" charset="0"/>
            </a:endParaRPr>
          </a:p>
        </p:txBody>
      </p:sp>
      <p:grpSp>
        <p:nvGrpSpPr>
          <p:cNvPr id="9" name="Group 8">
            <a:extLst>
              <a:ext uri="{FF2B5EF4-FFF2-40B4-BE49-F238E27FC236}">
                <a16:creationId xmlns:a16="http://schemas.microsoft.com/office/drawing/2014/main" id="{14DAA788-6E6E-08B2-FC5D-07938664C178}"/>
              </a:ext>
            </a:extLst>
          </p:cNvPr>
          <p:cNvGrpSpPr/>
          <p:nvPr userDrawn="1"/>
        </p:nvGrpSpPr>
        <p:grpSpPr>
          <a:xfrm>
            <a:off x="234855" y="6392470"/>
            <a:ext cx="2205449" cy="391250"/>
            <a:chOff x="798998" y="4391812"/>
            <a:chExt cx="3253331" cy="577145"/>
          </a:xfrm>
        </p:grpSpPr>
        <p:pic>
          <p:nvPicPr>
            <p:cNvPr id="10" name="Graphic 9">
              <a:extLst>
                <a:ext uri="{FF2B5EF4-FFF2-40B4-BE49-F238E27FC236}">
                  <a16:creationId xmlns:a16="http://schemas.microsoft.com/office/drawing/2014/main" id="{7D4DF8E5-8DED-E221-45D2-695F88C4C953}"/>
                </a:ext>
              </a:extLst>
            </p:cNvPr>
            <p:cNvPicPr>
              <a:picLocks noChangeAspect="1"/>
            </p:cNvPicPr>
            <p:nvPr userDrawn="1"/>
          </p:nvPicPr>
          <p:blipFill>
            <a:blip r:embed="rId19">
              <a:extLst>
                <a:ext uri="{96DAC541-7B7A-43D3-8B79-37D633B846F1}">
                  <asvg:svgBlip xmlns:asvg="http://schemas.microsoft.com/office/drawing/2016/SVG/main" r:embed="rId20"/>
                </a:ext>
              </a:extLst>
            </a:blip>
            <a:stretch>
              <a:fillRect/>
            </a:stretch>
          </p:blipFill>
          <p:spPr>
            <a:xfrm>
              <a:off x="2417079" y="4391812"/>
              <a:ext cx="1635250" cy="577145"/>
            </a:xfrm>
            <a:prstGeom prst="rect">
              <a:avLst/>
            </a:prstGeom>
          </p:spPr>
        </p:pic>
        <p:pic>
          <p:nvPicPr>
            <p:cNvPr id="11" name="Graphic 10">
              <a:extLst>
                <a:ext uri="{FF2B5EF4-FFF2-40B4-BE49-F238E27FC236}">
                  <a16:creationId xmlns:a16="http://schemas.microsoft.com/office/drawing/2014/main" id="{42C3DB86-7D0B-23B7-4597-F125C68DD73C}"/>
                </a:ext>
              </a:extLst>
            </p:cNvPr>
            <p:cNvPicPr>
              <a:picLocks noChangeAspect="1"/>
            </p:cNvPicPr>
            <p:nvPr userDrawn="1"/>
          </p:nvPicPr>
          <p:blipFill>
            <a:blip r:embed="rId21">
              <a:extLst>
                <a:ext uri="{96DAC541-7B7A-43D3-8B79-37D633B846F1}">
                  <asvg:svgBlip xmlns:asvg="http://schemas.microsoft.com/office/drawing/2016/SVG/main" r:embed="rId22"/>
                </a:ext>
              </a:extLst>
            </a:blip>
            <a:stretch>
              <a:fillRect/>
            </a:stretch>
          </p:blipFill>
          <p:spPr>
            <a:xfrm>
              <a:off x="798998" y="4393717"/>
              <a:ext cx="1457325" cy="571500"/>
            </a:xfrm>
            <a:prstGeom prst="rect">
              <a:avLst/>
            </a:prstGeom>
          </p:spPr>
        </p:pic>
      </p:grpSp>
      <p:sp>
        <p:nvSpPr>
          <p:cNvPr id="12" name="TextBox 11">
            <a:extLst>
              <a:ext uri="{FF2B5EF4-FFF2-40B4-BE49-F238E27FC236}">
                <a16:creationId xmlns:a16="http://schemas.microsoft.com/office/drawing/2014/main" id="{055C56E2-166A-5216-B88F-9897FDE2BD17}"/>
              </a:ext>
            </a:extLst>
          </p:cNvPr>
          <p:cNvSpPr txBox="1"/>
          <p:nvPr userDrawn="1">
            <p:extLst>
              <p:ext uri="{1162E1C5-73C7-4A58-AE30-91384D911F3F}">
                <p184:classification xmlns:p184="http://schemas.microsoft.com/office/powerpoint/2018/4/main" val="hdr"/>
              </p:ext>
            </p:extLst>
          </p:nvPr>
        </p:nvSpPr>
        <p:spPr>
          <a:xfrm>
            <a:off x="5480050" y="0"/>
            <a:ext cx="1254125" cy="121920"/>
          </a:xfrm>
          <a:prstGeom prst="rect">
            <a:avLst/>
          </a:prstGeom>
        </p:spPr>
        <p:txBody>
          <a:bodyPr horzOverflow="overflow" lIns="0" tIns="0" rIns="0" bIns="0">
            <a:spAutoFit/>
          </a:bodyPr>
          <a:lstStyle/>
          <a:p>
            <a:pPr algn="l"/>
            <a:r>
              <a:rPr lang="en-US" sz="800">
                <a:solidFill>
                  <a:srgbClr val="000000"/>
                </a:solidFill>
                <a:latin typeface="Calibri" panose="020F0502020204030204" pitchFamily="34" charset="0"/>
                <a:cs typeface="Calibri" panose="020F0502020204030204" pitchFamily="34" charset="0"/>
              </a:rPr>
              <a:t>SMU Classification: Restricted</a:t>
            </a:r>
          </a:p>
        </p:txBody>
      </p:sp>
    </p:spTree>
    <p:extLst>
      <p:ext uri="{BB962C8B-B14F-4D97-AF65-F5344CB8AC3E}">
        <p14:creationId xmlns:p14="http://schemas.microsoft.com/office/powerpoint/2010/main" val="1082334518"/>
      </p:ext>
    </p:extLst>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 id="2147483831" r:id="rId5"/>
    <p:sldLayoutId id="2147483832" r:id="rId6"/>
    <p:sldLayoutId id="2147483833" r:id="rId7"/>
    <p:sldLayoutId id="2147483834" r:id="rId8"/>
    <p:sldLayoutId id="2147483835" r:id="rId9"/>
    <p:sldLayoutId id="2147483836" r:id="rId10"/>
    <p:sldLayoutId id="2147483837" r:id="rId11"/>
    <p:sldLayoutId id="2147483838" r:id="rId12"/>
    <p:sldLayoutId id="2147483839" r:id="rId13"/>
    <p:sldLayoutId id="2147483840" r:id="rId14"/>
    <p:sldLayoutId id="2147483841" r:id="rId15"/>
    <p:sldLayoutId id="2147483842" r:id="rId16"/>
    <p:sldLayoutId id="2147483843" r:id="rId17"/>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xml.rels><?xml version="1.0" encoding="UTF-8" standalone="yes"?>
<Relationships xmlns="http://schemas.openxmlformats.org/package/2006/relationships"><Relationship Id="rId26" Type="http://schemas.openxmlformats.org/officeDocument/2006/relationships/customXml" Target="../ink/ink13.xml"/><Relationship Id="rId117" Type="http://schemas.openxmlformats.org/officeDocument/2006/relationships/image" Target="../media/image68.png"/><Relationship Id="rId21" Type="http://schemas.openxmlformats.org/officeDocument/2006/relationships/image" Target="../media/image20.png"/><Relationship Id="rId42" Type="http://schemas.openxmlformats.org/officeDocument/2006/relationships/customXml" Target="../ink/ink21.xml"/><Relationship Id="rId47" Type="http://schemas.openxmlformats.org/officeDocument/2006/relationships/image" Target="../media/image33.png"/><Relationship Id="rId63" Type="http://schemas.openxmlformats.org/officeDocument/2006/relationships/image" Target="../media/image41.png"/><Relationship Id="rId68" Type="http://schemas.openxmlformats.org/officeDocument/2006/relationships/customXml" Target="../ink/ink34.xml"/><Relationship Id="rId84" Type="http://schemas.openxmlformats.org/officeDocument/2006/relationships/customXml" Target="../ink/ink42.xml"/><Relationship Id="rId89" Type="http://schemas.openxmlformats.org/officeDocument/2006/relationships/image" Target="../media/image54.png"/><Relationship Id="rId112" Type="http://schemas.openxmlformats.org/officeDocument/2006/relationships/customXml" Target="../ink/ink56.xml"/><Relationship Id="rId16" Type="http://schemas.openxmlformats.org/officeDocument/2006/relationships/customXml" Target="../ink/ink8.xml"/><Relationship Id="rId107" Type="http://schemas.openxmlformats.org/officeDocument/2006/relationships/image" Target="../media/image63.png"/><Relationship Id="rId11" Type="http://schemas.openxmlformats.org/officeDocument/2006/relationships/image" Target="../media/image15.png"/><Relationship Id="rId32" Type="http://schemas.openxmlformats.org/officeDocument/2006/relationships/customXml" Target="../ink/ink16.xml"/><Relationship Id="rId37" Type="http://schemas.openxmlformats.org/officeDocument/2006/relationships/image" Target="../media/image28.png"/><Relationship Id="rId53" Type="http://schemas.openxmlformats.org/officeDocument/2006/relationships/image" Target="../media/image36.png"/><Relationship Id="rId58" Type="http://schemas.openxmlformats.org/officeDocument/2006/relationships/customXml" Target="../ink/ink29.xml"/><Relationship Id="rId74" Type="http://schemas.openxmlformats.org/officeDocument/2006/relationships/customXml" Target="../ink/ink37.xml"/><Relationship Id="rId79" Type="http://schemas.openxmlformats.org/officeDocument/2006/relationships/image" Target="../media/image49.png"/><Relationship Id="rId102" Type="http://schemas.openxmlformats.org/officeDocument/2006/relationships/customXml" Target="../ink/ink51.xml"/><Relationship Id="rId5" Type="http://schemas.openxmlformats.org/officeDocument/2006/relationships/image" Target="../media/image12.png"/><Relationship Id="rId90" Type="http://schemas.openxmlformats.org/officeDocument/2006/relationships/customXml" Target="../ink/ink45.xml"/><Relationship Id="rId95" Type="http://schemas.openxmlformats.org/officeDocument/2006/relationships/image" Target="../media/image57.png"/><Relationship Id="rId22" Type="http://schemas.openxmlformats.org/officeDocument/2006/relationships/customXml" Target="../ink/ink11.xml"/><Relationship Id="rId27" Type="http://schemas.openxmlformats.org/officeDocument/2006/relationships/image" Target="../media/image23.png"/><Relationship Id="rId43" Type="http://schemas.openxmlformats.org/officeDocument/2006/relationships/image" Target="../media/image31.png"/><Relationship Id="rId48" Type="http://schemas.openxmlformats.org/officeDocument/2006/relationships/customXml" Target="../ink/ink24.xml"/><Relationship Id="rId64" Type="http://schemas.openxmlformats.org/officeDocument/2006/relationships/customXml" Target="../ink/ink32.xml"/><Relationship Id="rId69" Type="http://schemas.openxmlformats.org/officeDocument/2006/relationships/image" Target="../media/image44.png"/><Relationship Id="rId113" Type="http://schemas.openxmlformats.org/officeDocument/2006/relationships/image" Target="../media/image66.png"/><Relationship Id="rId80" Type="http://schemas.openxmlformats.org/officeDocument/2006/relationships/customXml" Target="../ink/ink40.xml"/><Relationship Id="rId85" Type="http://schemas.openxmlformats.org/officeDocument/2006/relationships/image" Target="../media/image52.png"/><Relationship Id="rId12" Type="http://schemas.openxmlformats.org/officeDocument/2006/relationships/customXml" Target="../ink/ink6.xml"/><Relationship Id="rId17" Type="http://schemas.openxmlformats.org/officeDocument/2006/relationships/image" Target="../media/image18.png"/><Relationship Id="rId33" Type="http://schemas.openxmlformats.org/officeDocument/2006/relationships/image" Target="../media/image26.png"/><Relationship Id="rId38" Type="http://schemas.openxmlformats.org/officeDocument/2006/relationships/customXml" Target="../ink/ink19.xml"/><Relationship Id="rId59" Type="http://schemas.openxmlformats.org/officeDocument/2006/relationships/image" Target="../media/image39.png"/><Relationship Id="rId103" Type="http://schemas.openxmlformats.org/officeDocument/2006/relationships/image" Target="../media/image61.png"/><Relationship Id="rId108" Type="http://schemas.openxmlformats.org/officeDocument/2006/relationships/customXml" Target="../ink/ink54.xml"/><Relationship Id="rId54" Type="http://schemas.openxmlformats.org/officeDocument/2006/relationships/customXml" Target="../ink/ink27.xml"/><Relationship Id="rId70" Type="http://schemas.openxmlformats.org/officeDocument/2006/relationships/customXml" Target="../ink/ink35.xml"/><Relationship Id="rId75" Type="http://schemas.openxmlformats.org/officeDocument/2006/relationships/image" Target="../media/image47.png"/><Relationship Id="rId91" Type="http://schemas.openxmlformats.org/officeDocument/2006/relationships/image" Target="../media/image55.png"/><Relationship Id="rId96" Type="http://schemas.openxmlformats.org/officeDocument/2006/relationships/customXml" Target="../ink/ink48.xml"/><Relationship Id="rId1" Type="http://schemas.openxmlformats.org/officeDocument/2006/relationships/slideLayout" Target="../slideLayouts/slideLayout39.xml"/><Relationship Id="rId6" Type="http://schemas.openxmlformats.org/officeDocument/2006/relationships/customXml" Target="../ink/ink3.xml"/><Relationship Id="rId23" Type="http://schemas.openxmlformats.org/officeDocument/2006/relationships/image" Target="../media/image21.png"/><Relationship Id="rId28" Type="http://schemas.openxmlformats.org/officeDocument/2006/relationships/customXml" Target="../ink/ink14.xml"/><Relationship Id="rId49" Type="http://schemas.openxmlformats.org/officeDocument/2006/relationships/image" Target="../media/image34.png"/><Relationship Id="rId114" Type="http://schemas.openxmlformats.org/officeDocument/2006/relationships/customXml" Target="../ink/ink57.xml"/><Relationship Id="rId10" Type="http://schemas.openxmlformats.org/officeDocument/2006/relationships/customXml" Target="../ink/ink5.xml"/><Relationship Id="rId31" Type="http://schemas.openxmlformats.org/officeDocument/2006/relationships/image" Target="../media/image25.png"/><Relationship Id="rId44" Type="http://schemas.openxmlformats.org/officeDocument/2006/relationships/customXml" Target="../ink/ink22.xml"/><Relationship Id="rId52" Type="http://schemas.openxmlformats.org/officeDocument/2006/relationships/customXml" Target="../ink/ink26.xml"/><Relationship Id="rId60" Type="http://schemas.openxmlformats.org/officeDocument/2006/relationships/customXml" Target="../ink/ink30.xml"/><Relationship Id="rId65" Type="http://schemas.openxmlformats.org/officeDocument/2006/relationships/image" Target="../media/image42.png"/><Relationship Id="rId73" Type="http://schemas.openxmlformats.org/officeDocument/2006/relationships/image" Target="../media/image46.png"/><Relationship Id="rId78" Type="http://schemas.openxmlformats.org/officeDocument/2006/relationships/customXml" Target="../ink/ink39.xml"/><Relationship Id="rId81" Type="http://schemas.openxmlformats.org/officeDocument/2006/relationships/image" Target="../media/image50.png"/><Relationship Id="rId86" Type="http://schemas.openxmlformats.org/officeDocument/2006/relationships/customXml" Target="../ink/ink43.xml"/><Relationship Id="rId94" Type="http://schemas.openxmlformats.org/officeDocument/2006/relationships/customXml" Target="../ink/ink47.xml"/><Relationship Id="rId99" Type="http://schemas.openxmlformats.org/officeDocument/2006/relationships/image" Target="../media/image59.png"/><Relationship Id="rId101" Type="http://schemas.openxmlformats.org/officeDocument/2006/relationships/image" Target="../media/image60.png"/><Relationship Id="rId4" Type="http://schemas.openxmlformats.org/officeDocument/2006/relationships/customXml" Target="../ink/ink2.xml"/><Relationship Id="rId9" Type="http://schemas.openxmlformats.org/officeDocument/2006/relationships/image" Target="../media/image14.png"/><Relationship Id="rId13" Type="http://schemas.openxmlformats.org/officeDocument/2006/relationships/image" Target="../media/image16.png"/><Relationship Id="rId18" Type="http://schemas.openxmlformats.org/officeDocument/2006/relationships/customXml" Target="../ink/ink9.xml"/><Relationship Id="rId39" Type="http://schemas.openxmlformats.org/officeDocument/2006/relationships/image" Target="../media/image29.png"/><Relationship Id="rId109" Type="http://schemas.openxmlformats.org/officeDocument/2006/relationships/image" Target="../media/image64.png"/><Relationship Id="rId34" Type="http://schemas.openxmlformats.org/officeDocument/2006/relationships/customXml" Target="../ink/ink17.xml"/><Relationship Id="rId50" Type="http://schemas.openxmlformats.org/officeDocument/2006/relationships/customXml" Target="../ink/ink25.xml"/><Relationship Id="rId55" Type="http://schemas.openxmlformats.org/officeDocument/2006/relationships/image" Target="../media/image37.png"/><Relationship Id="rId76" Type="http://schemas.openxmlformats.org/officeDocument/2006/relationships/customXml" Target="../ink/ink38.xml"/><Relationship Id="rId97" Type="http://schemas.openxmlformats.org/officeDocument/2006/relationships/image" Target="../media/image58.png"/><Relationship Id="rId104" Type="http://schemas.openxmlformats.org/officeDocument/2006/relationships/customXml" Target="../ink/ink52.xml"/><Relationship Id="rId7" Type="http://schemas.openxmlformats.org/officeDocument/2006/relationships/image" Target="../media/image13.png"/><Relationship Id="rId71" Type="http://schemas.openxmlformats.org/officeDocument/2006/relationships/image" Target="../media/image45.png"/><Relationship Id="rId92" Type="http://schemas.openxmlformats.org/officeDocument/2006/relationships/customXml" Target="../ink/ink46.xml"/><Relationship Id="rId2" Type="http://schemas.openxmlformats.org/officeDocument/2006/relationships/customXml" Target="../ink/ink1.xml"/><Relationship Id="rId29" Type="http://schemas.openxmlformats.org/officeDocument/2006/relationships/image" Target="../media/image24.png"/><Relationship Id="rId24" Type="http://schemas.openxmlformats.org/officeDocument/2006/relationships/customXml" Target="../ink/ink12.xml"/><Relationship Id="rId40" Type="http://schemas.openxmlformats.org/officeDocument/2006/relationships/customXml" Target="../ink/ink20.xml"/><Relationship Id="rId45" Type="http://schemas.openxmlformats.org/officeDocument/2006/relationships/image" Target="../media/image32.png"/><Relationship Id="rId66" Type="http://schemas.openxmlformats.org/officeDocument/2006/relationships/customXml" Target="../ink/ink33.xml"/><Relationship Id="rId87" Type="http://schemas.openxmlformats.org/officeDocument/2006/relationships/image" Target="../media/image53.png"/><Relationship Id="rId110" Type="http://schemas.openxmlformats.org/officeDocument/2006/relationships/customXml" Target="../ink/ink55.xml"/><Relationship Id="rId115" Type="http://schemas.openxmlformats.org/officeDocument/2006/relationships/image" Target="../media/image67.png"/><Relationship Id="rId61" Type="http://schemas.openxmlformats.org/officeDocument/2006/relationships/image" Target="../media/image40.png"/><Relationship Id="rId82" Type="http://schemas.openxmlformats.org/officeDocument/2006/relationships/customXml" Target="../ink/ink41.xml"/><Relationship Id="rId19" Type="http://schemas.openxmlformats.org/officeDocument/2006/relationships/image" Target="../media/image19.png"/><Relationship Id="rId14" Type="http://schemas.openxmlformats.org/officeDocument/2006/relationships/customXml" Target="../ink/ink7.xml"/><Relationship Id="rId30" Type="http://schemas.openxmlformats.org/officeDocument/2006/relationships/customXml" Target="../ink/ink15.xml"/><Relationship Id="rId35" Type="http://schemas.openxmlformats.org/officeDocument/2006/relationships/image" Target="../media/image27.png"/><Relationship Id="rId56" Type="http://schemas.openxmlformats.org/officeDocument/2006/relationships/customXml" Target="../ink/ink28.xml"/><Relationship Id="rId77" Type="http://schemas.openxmlformats.org/officeDocument/2006/relationships/image" Target="../media/image48.png"/><Relationship Id="rId100" Type="http://schemas.openxmlformats.org/officeDocument/2006/relationships/customXml" Target="../ink/ink50.xml"/><Relationship Id="rId105" Type="http://schemas.openxmlformats.org/officeDocument/2006/relationships/image" Target="../media/image62.png"/><Relationship Id="rId8" Type="http://schemas.openxmlformats.org/officeDocument/2006/relationships/customXml" Target="../ink/ink4.xml"/><Relationship Id="rId51" Type="http://schemas.openxmlformats.org/officeDocument/2006/relationships/image" Target="../media/image35.png"/><Relationship Id="rId72" Type="http://schemas.openxmlformats.org/officeDocument/2006/relationships/customXml" Target="../ink/ink36.xml"/><Relationship Id="rId93" Type="http://schemas.openxmlformats.org/officeDocument/2006/relationships/image" Target="../media/image56.png"/><Relationship Id="rId98" Type="http://schemas.openxmlformats.org/officeDocument/2006/relationships/customXml" Target="../ink/ink49.xml"/><Relationship Id="rId3" Type="http://schemas.openxmlformats.org/officeDocument/2006/relationships/image" Target="../media/image11.png"/><Relationship Id="rId25" Type="http://schemas.openxmlformats.org/officeDocument/2006/relationships/image" Target="../media/image22.png"/><Relationship Id="rId46" Type="http://schemas.openxmlformats.org/officeDocument/2006/relationships/customXml" Target="../ink/ink23.xml"/><Relationship Id="rId67" Type="http://schemas.openxmlformats.org/officeDocument/2006/relationships/image" Target="../media/image43.png"/><Relationship Id="rId116" Type="http://schemas.openxmlformats.org/officeDocument/2006/relationships/customXml" Target="../ink/ink58.xml"/><Relationship Id="rId20" Type="http://schemas.openxmlformats.org/officeDocument/2006/relationships/customXml" Target="../ink/ink10.xml"/><Relationship Id="rId41" Type="http://schemas.openxmlformats.org/officeDocument/2006/relationships/image" Target="../media/image30.png"/><Relationship Id="rId62" Type="http://schemas.openxmlformats.org/officeDocument/2006/relationships/customXml" Target="../ink/ink31.xml"/><Relationship Id="rId83" Type="http://schemas.openxmlformats.org/officeDocument/2006/relationships/image" Target="../media/image51.png"/><Relationship Id="rId88" Type="http://schemas.openxmlformats.org/officeDocument/2006/relationships/customXml" Target="../ink/ink44.xml"/><Relationship Id="rId111" Type="http://schemas.openxmlformats.org/officeDocument/2006/relationships/image" Target="../media/image65.png"/><Relationship Id="rId15" Type="http://schemas.openxmlformats.org/officeDocument/2006/relationships/image" Target="../media/image17.png"/><Relationship Id="rId36" Type="http://schemas.openxmlformats.org/officeDocument/2006/relationships/customXml" Target="../ink/ink18.xml"/><Relationship Id="rId57" Type="http://schemas.openxmlformats.org/officeDocument/2006/relationships/image" Target="../media/image38.png"/><Relationship Id="rId106" Type="http://schemas.openxmlformats.org/officeDocument/2006/relationships/customXml" Target="../ink/ink5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xml.rels><?xml version="1.0" encoding="UTF-8" standalone="yes"?>
<Relationships xmlns="http://schemas.openxmlformats.org/package/2006/relationships"><Relationship Id="rId8" Type="http://schemas.openxmlformats.org/officeDocument/2006/relationships/customXml" Target="../ink/ink60.xml"/><Relationship Id="rId13" Type="http://schemas.openxmlformats.org/officeDocument/2006/relationships/image" Target="../media/image75.png"/><Relationship Id="rId3" Type="http://schemas.openxmlformats.org/officeDocument/2006/relationships/image" Target="../media/image11.wmf"/><Relationship Id="rId7" Type="http://schemas.openxmlformats.org/officeDocument/2006/relationships/image" Target="../media/image72.png"/><Relationship Id="rId12" Type="http://schemas.openxmlformats.org/officeDocument/2006/relationships/customXml" Target="../ink/ink62.xml"/><Relationship Id="rId2" Type="http://schemas.openxmlformats.org/officeDocument/2006/relationships/notesSlide" Target="../notesSlides/notesSlide1.xml"/><Relationship Id="rId1" Type="http://schemas.openxmlformats.org/officeDocument/2006/relationships/slideLayout" Target="../slideLayouts/slideLayout39.xml"/><Relationship Id="rId6" Type="http://schemas.openxmlformats.org/officeDocument/2006/relationships/customXml" Target="../ink/ink59.xml"/><Relationship Id="rId11" Type="http://schemas.openxmlformats.org/officeDocument/2006/relationships/image" Target="../media/image74.png"/><Relationship Id="rId5" Type="http://schemas.openxmlformats.org/officeDocument/2006/relationships/image" Target="../media/image70.wmf"/><Relationship Id="rId10" Type="http://schemas.openxmlformats.org/officeDocument/2006/relationships/customXml" Target="../ink/ink61.xml"/><Relationship Id="rId4" Type="http://schemas.openxmlformats.org/officeDocument/2006/relationships/image" Target="../media/image69.png"/><Relationship Id="rId9" Type="http://schemas.openxmlformats.org/officeDocument/2006/relationships/image" Target="../media/image73.png"/></Relationships>
</file>

<file path=ppt/slides/_rels/slide6.xml.rels><?xml version="1.0" encoding="UTF-8" standalone="yes"?>
<Relationships xmlns="http://schemas.openxmlformats.org/package/2006/relationships"><Relationship Id="rId8" Type="http://schemas.openxmlformats.org/officeDocument/2006/relationships/customXml" Target="../ink/ink64.xml"/><Relationship Id="rId13" Type="http://schemas.openxmlformats.org/officeDocument/2006/relationships/image" Target="../media/image81.png"/><Relationship Id="rId3" Type="http://schemas.openxmlformats.org/officeDocument/2006/relationships/image" Target="../media/image71.png"/><Relationship Id="rId7" Type="http://schemas.openxmlformats.org/officeDocument/2006/relationships/image" Target="../media/image78.png"/><Relationship Id="rId12" Type="http://schemas.openxmlformats.org/officeDocument/2006/relationships/customXml" Target="../ink/ink66.xml"/><Relationship Id="rId2" Type="http://schemas.openxmlformats.org/officeDocument/2006/relationships/notesSlide" Target="../notesSlides/notesSlide2.xml"/><Relationship Id="rId1" Type="http://schemas.openxmlformats.org/officeDocument/2006/relationships/slideLayout" Target="../slideLayouts/slideLayout39.xml"/><Relationship Id="rId6" Type="http://schemas.openxmlformats.org/officeDocument/2006/relationships/customXml" Target="../ink/ink63.xml"/><Relationship Id="rId11" Type="http://schemas.openxmlformats.org/officeDocument/2006/relationships/image" Target="../media/image80.png"/><Relationship Id="rId5" Type="http://schemas.openxmlformats.org/officeDocument/2006/relationships/image" Target="../media/image69.png"/><Relationship Id="rId15" Type="http://schemas.openxmlformats.org/officeDocument/2006/relationships/image" Target="../media/image82.png"/><Relationship Id="rId10" Type="http://schemas.openxmlformats.org/officeDocument/2006/relationships/customXml" Target="../ink/ink65.xml"/><Relationship Id="rId4" Type="http://schemas.openxmlformats.org/officeDocument/2006/relationships/image" Target="../media/image76.png"/><Relationship Id="rId9" Type="http://schemas.openxmlformats.org/officeDocument/2006/relationships/image" Target="../media/image79.png"/><Relationship Id="rId14" Type="http://schemas.openxmlformats.org/officeDocument/2006/relationships/customXml" Target="../ink/ink67.xml"/></Relationships>
</file>

<file path=ppt/slides/_rels/slide7.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image" Target="../media/image69.png"/><Relationship Id="rId7" Type="http://schemas.openxmlformats.org/officeDocument/2006/relationships/customXml" Target="../ink/ink69.xml"/><Relationship Id="rId2" Type="http://schemas.openxmlformats.org/officeDocument/2006/relationships/notesSlide" Target="../notesSlides/notesSlide3.xml"/><Relationship Id="rId1" Type="http://schemas.openxmlformats.org/officeDocument/2006/relationships/slideLayout" Target="../slideLayouts/slideLayout39.xml"/><Relationship Id="rId6" Type="http://schemas.openxmlformats.org/officeDocument/2006/relationships/image" Target="../media/image83.png"/><Relationship Id="rId5" Type="http://schemas.openxmlformats.org/officeDocument/2006/relationships/customXml" Target="../ink/ink68.xml"/><Relationship Id="rId10" Type="http://schemas.openxmlformats.org/officeDocument/2006/relationships/image" Target="../media/image85.png"/><Relationship Id="rId4" Type="http://schemas.openxmlformats.org/officeDocument/2006/relationships/image" Target="../media/image11.wmf"/><Relationship Id="rId9" Type="http://schemas.openxmlformats.org/officeDocument/2006/relationships/customXml" Target="../ink/ink70.xml"/></Relationships>
</file>

<file path=ppt/slides/_rels/slide8.xml.rels><?xml version="1.0" encoding="UTF-8" standalone="yes"?>
<Relationships xmlns="http://schemas.openxmlformats.org/package/2006/relationships"><Relationship Id="rId8" Type="http://schemas.openxmlformats.org/officeDocument/2006/relationships/customXml" Target="../ink/ink73.xml"/><Relationship Id="rId13" Type="http://schemas.openxmlformats.org/officeDocument/2006/relationships/image" Target="../media/image90.png"/><Relationship Id="rId18" Type="http://schemas.openxmlformats.org/officeDocument/2006/relationships/customXml" Target="../ink/ink78.xml"/><Relationship Id="rId26" Type="http://schemas.openxmlformats.org/officeDocument/2006/relationships/customXml" Target="../ink/ink82.xml"/><Relationship Id="rId3" Type="http://schemas.openxmlformats.org/officeDocument/2006/relationships/image" Target="../media/image11.wmf"/><Relationship Id="rId21" Type="http://schemas.openxmlformats.org/officeDocument/2006/relationships/image" Target="../media/image94.png"/><Relationship Id="rId7" Type="http://schemas.openxmlformats.org/officeDocument/2006/relationships/image" Target="../media/image87.png"/><Relationship Id="rId12" Type="http://schemas.openxmlformats.org/officeDocument/2006/relationships/customXml" Target="../ink/ink75.xml"/><Relationship Id="rId17" Type="http://schemas.openxmlformats.org/officeDocument/2006/relationships/image" Target="../media/image92.png"/><Relationship Id="rId25" Type="http://schemas.openxmlformats.org/officeDocument/2006/relationships/image" Target="../media/image96.png"/><Relationship Id="rId2" Type="http://schemas.openxmlformats.org/officeDocument/2006/relationships/image" Target="../media/image69.png"/><Relationship Id="rId16" Type="http://schemas.openxmlformats.org/officeDocument/2006/relationships/customXml" Target="../ink/ink77.xml"/><Relationship Id="rId20" Type="http://schemas.openxmlformats.org/officeDocument/2006/relationships/customXml" Target="../ink/ink79.xml"/><Relationship Id="rId29" Type="http://schemas.openxmlformats.org/officeDocument/2006/relationships/image" Target="../media/image98.png"/><Relationship Id="rId1" Type="http://schemas.openxmlformats.org/officeDocument/2006/relationships/slideLayout" Target="../slideLayouts/slideLayout39.xml"/><Relationship Id="rId6" Type="http://schemas.openxmlformats.org/officeDocument/2006/relationships/customXml" Target="../ink/ink72.xml"/><Relationship Id="rId11" Type="http://schemas.openxmlformats.org/officeDocument/2006/relationships/image" Target="../media/image89.png"/><Relationship Id="rId24" Type="http://schemas.openxmlformats.org/officeDocument/2006/relationships/customXml" Target="../ink/ink81.xml"/><Relationship Id="rId5" Type="http://schemas.openxmlformats.org/officeDocument/2006/relationships/image" Target="../media/image86.png"/><Relationship Id="rId15" Type="http://schemas.openxmlformats.org/officeDocument/2006/relationships/image" Target="../media/image91.png"/><Relationship Id="rId23" Type="http://schemas.openxmlformats.org/officeDocument/2006/relationships/image" Target="../media/image95.png"/><Relationship Id="rId28" Type="http://schemas.openxmlformats.org/officeDocument/2006/relationships/customXml" Target="../ink/ink83.xml"/><Relationship Id="rId10" Type="http://schemas.openxmlformats.org/officeDocument/2006/relationships/customXml" Target="../ink/ink74.xml"/><Relationship Id="rId19" Type="http://schemas.openxmlformats.org/officeDocument/2006/relationships/image" Target="../media/image93.png"/><Relationship Id="rId31" Type="http://schemas.openxmlformats.org/officeDocument/2006/relationships/image" Target="../media/image99.png"/><Relationship Id="rId4" Type="http://schemas.openxmlformats.org/officeDocument/2006/relationships/customXml" Target="../ink/ink71.xml"/><Relationship Id="rId9" Type="http://schemas.openxmlformats.org/officeDocument/2006/relationships/image" Target="../media/image88.png"/><Relationship Id="rId14" Type="http://schemas.openxmlformats.org/officeDocument/2006/relationships/customXml" Target="../ink/ink76.xml"/><Relationship Id="rId22" Type="http://schemas.openxmlformats.org/officeDocument/2006/relationships/customXml" Target="../ink/ink80.xml"/><Relationship Id="rId27" Type="http://schemas.openxmlformats.org/officeDocument/2006/relationships/image" Target="../media/image97.png"/><Relationship Id="rId30" Type="http://schemas.openxmlformats.org/officeDocument/2006/relationships/customXml" Target="../ink/ink8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0.xml.rels><?xml version="1.0" encoding="UTF-8" standalone="yes"?>
<Relationships xmlns="http://schemas.openxmlformats.org/package/2006/relationships"><Relationship Id="rId8" Type="http://schemas.openxmlformats.org/officeDocument/2006/relationships/customXml" Target="../ink/ink87.xml"/><Relationship Id="rId3" Type="http://schemas.openxmlformats.org/officeDocument/2006/relationships/image" Target="../media/image11.wmf"/><Relationship Id="rId7" Type="http://schemas.openxmlformats.org/officeDocument/2006/relationships/image" Target="../media/image101.png"/><Relationship Id="rId2" Type="http://schemas.openxmlformats.org/officeDocument/2006/relationships/image" Target="../media/image69.png"/><Relationship Id="rId1" Type="http://schemas.openxmlformats.org/officeDocument/2006/relationships/slideLayout" Target="../slideLayouts/slideLayout39.xml"/><Relationship Id="rId6" Type="http://schemas.openxmlformats.org/officeDocument/2006/relationships/customXml" Target="../ink/ink86.xml"/><Relationship Id="rId11" Type="http://schemas.openxmlformats.org/officeDocument/2006/relationships/image" Target="../media/image103.png"/><Relationship Id="rId5" Type="http://schemas.openxmlformats.org/officeDocument/2006/relationships/image" Target="../media/image100.png"/><Relationship Id="rId10" Type="http://schemas.openxmlformats.org/officeDocument/2006/relationships/customXml" Target="../ink/ink88.xml"/><Relationship Id="rId4" Type="http://schemas.openxmlformats.org/officeDocument/2006/relationships/customXml" Target="../ink/ink85.xml"/><Relationship Id="rId9" Type="http://schemas.openxmlformats.org/officeDocument/2006/relationships/image" Target="../media/image102.png"/></Relationships>
</file>

<file path=ppt/slides/_rels/slide11.xml.rels><?xml version="1.0" encoding="UTF-8" standalone="yes"?>
<Relationships xmlns="http://schemas.openxmlformats.org/package/2006/relationships"><Relationship Id="rId8" Type="http://schemas.openxmlformats.org/officeDocument/2006/relationships/customXml" Target="../ink/ink92.xml"/><Relationship Id="rId13" Type="http://schemas.openxmlformats.org/officeDocument/2006/relationships/image" Target="../media/image109.png"/><Relationship Id="rId3" Type="http://schemas.openxmlformats.org/officeDocument/2006/relationships/image" Target="../media/image104.png"/><Relationship Id="rId7" Type="http://schemas.openxmlformats.org/officeDocument/2006/relationships/image" Target="../media/image106.png"/><Relationship Id="rId12" Type="http://schemas.openxmlformats.org/officeDocument/2006/relationships/customXml" Target="../ink/ink94.xml"/><Relationship Id="rId2" Type="http://schemas.openxmlformats.org/officeDocument/2006/relationships/customXml" Target="../ink/ink89.xml"/><Relationship Id="rId1" Type="http://schemas.openxmlformats.org/officeDocument/2006/relationships/slideLayout" Target="../slideLayouts/slideLayout39.xml"/><Relationship Id="rId6" Type="http://schemas.openxmlformats.org/officeDocument/2006/relationships/customXml" Target="../ink/ink91.xml"/><Relationship Id="rId11" Type="http://schemas.openxmlformats.org/officeDocument/2006/relationships/image" Target="../media/image108.png"/><Relationship Id="rId5" Type="http://schemas.openxmlformats.org/officeDocument/2006/relationships/image" Target="../media/image105.png"/><Relationship Id="rId10" Type="http://schemas.openxmlformats.org/officeDocument/2006/relationships/customXml" Target="../ink/ink93.xml"/><Relationship Id="rId4" Type="http://schemas.openxmlformats.org/officeDocument/2006/relationships/customXml" Target="../ink/ink90.xml"/><Relationship Id="rId9" Type="http://schemas.openxmlformats.org/officeDocument/2006/relationships/image" Target="../media/image107.png"/></Relationships>
</file>

<file path=ppt/slides/_rels/slide12.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69.png"/><Relationship Id="rId1" Type="http://schemas.openxmlformats.org/officeDocument/2006/relationships/slideLayout" Target="../slideLayouts/slideLayout39.xml"/></Relationships>
</file>

<file path=ppt/slides/_rels/slide13.xml.rels><?xml version="1.0" encoding="UTF-8" standalone="yes"?>
<Relationships xmlns="http://schemas.openxmlformats.org/package/2006/relationships"><Relationship Id="rId117" Type="http://schemas.openxmlformats.org/officeDocument/2006/relationships/image" Target="../media/image166.png"/><Relationship Id="rId21" Type="http://schemas.openxmlformats.org/officeDocument/2006/relationships/image" Target="../media/image118.png"/><Relationship Id="rId42" Type="http://schemas.openxmlformats.org/officeDocument/2006/relationships/customXml" Target="../ink/ink114.xml"/><Relationship Id="rId63" Type="http://schemas.openxmlformats.org/officeDocument/2006/relationships/image" Target="../media/image139.png"/><Relationship Id="rId84" Type="http://schemas.openxmlformats.org/officeDocument/2006/relationships/customXml" Target="../ink/ink135.xml"/><Relationship Id="rId138" Type="http://schemas.openxmlformats.org/officeDocument/2006/relationships/customXml" Target="../ink/ink162.xml"/><Relationship Id="rId16" Type="http://schemas.openxmlformats.org/officeDocument/2006/relationships/customXml" Target="../ink/ink101.xml"/><Relationship Id="rId107" Type="http://schemas.openxmlformats.org/officeDocument/2006/relationships/image" Target="../media/image161.png"/><Relationship Id="rId11" Type="http://schemas.openxmlformats.org/officeDocument/2006/relationships/image" Target="../media/image113.png"/><Relationship Id="rId32" Type="http://schemas.openxmlformats.org/officeDocument/2006/relationships/customXml" Target="../ink/ink109.xml"/><Relationship Id="rId37" Type="http://schemas.openxmlformats.org/officeDocument/2006/relationships/image" Target="../media/image126.png"/><Relationship Id="rId53" Type="http://schemas.openxmlformats.org/officeDocument/2006/relationships/image" Target="../media/image134.png"/><Relationship Id="rId58" Type="http://schemas.openxmlformats.org/officeDocument/2006/relationships/customXml" Target="../ink/ink122.xml"/><Relationship Id="rId74" Type="http://schemas.openxmlformats.org/officeDocument/2006/relationships/customXml" Target="../ink/ink130.xml"/><Relationship Id="rId79" Type="http://schemas.openxmlformats.org/officeDocument/2006/relationships/image" Target="../media/image147.png"/><Relationship Id="rId102" Type="http://schemas.openxmlformats.org/officeDocument/2006/relationships/customXml" Target="../ink/ink144.xml"/><Relationship Id="rId123" Type="http://schemas.openxmlformats.org/officeDocument/2006/relationships/image" Target="../media/image169.png"/><Relationship Id="rId128" Type="http://schemas.openxmlformats.org/officeDocument/2006/relationships/customXml" Target="../ink/ink157.xml"/><Relationship Id="rId5" Type="http://schemas.openxmlformats.org/officeDocument/2006/relationships/image" Target="../media/image110.png"/><Relationship Id="rId90" Type="http://schemas.openxmlformats.org/officeDocument/2006/relationships/customXml" Target="../ink/ink138.xml"/><Relationship Id="rId95" Type="http://schemas.openxmlformats.org/officeDocument/2006/relationships/image" Target="../media/image155.png"/><Relationship Id="rId22" Type="http://schemas.openxmlformats.org/officeDocument/2006/relationships/customXml" Target="../ink/ink104.xml"/><Relationship Id="rId27" Type="http://schemas.openxmlformats.org/officeDocument/2006/relationships/image" Target="../media/image121.png"/><Relationship Id="rId43" Type="http://schemas.openxmlformats.org/officeDocument/2006/relationships/image" Target="../media/image129.png"/><Relationship Id="rId48" Type="http://schemas.openxmlformats.org/officeDocument/2006/relationships/customXml" Target="../ink/ink117.xml"/><Relationship Id="rId64" Type="http://schemas.openxmlformats.org/officeDocument/2006/relationships/customXml" Target="../ink/ink125.xml"/><Relationship Id="rId69" Type="http://schemas.openxmlformats.org/officeDocument/2006/relationships/image" Target="../media/image142.png"/><Relationship Id="rId113" Type="http://schemas.openxmlformats.org/officeDocument/2006/relationships/image" Target="../media/image164.png"/><Relationship Id="rId118" Type="http://schemas.openxmlformats.org/officeDocument/2006/relationships/customXml" Target="../ink/ink152.xml"/><Relationship Id="rId134" Type="http://schemas.openxmlformats.org/officeDocument/2006/relationships/customXml" Target="../ink/ink160.xml"/><Relationship Id="rId139" Type="http://schemas.openxmlformats.org/officeDocument/2006/relationships/image" Target="../media/image177.png"/><Relationship Id="rId80" Type="http://schemas.openxmlformats.org/officeDocument/2006/relationships/customXml" Target="../ink/ink133.xml"/><Relationship Id="rId85" Type="http://schemas.openxmlformats.org/officeDocument/2006/relationships/image" Target="../media/image150.png"/><Relationship Id="rId12" Type="http://schemas.openxmlformats.org/officeDocument/2006/relationships/customXml" Target="../ink/ink99.xml"/><Relationship Id="rId17" Type="http://schemas.openxmlformats.org/officeDocument/2006/relationships/image" Target="../media/image116.png"/><Relationship Id="rId33" Type="http://schemas.openxmlformats.org/officeDocument/2006/relationships/image" Target="../media/image124.png"/><Relationship Id="rId38" Type="http://schemas.openxmlformats.org/officeDocument/2006/relationships/customXml" Target="../ink/ink112.xml"/><Relationship Id="rId59" Type="http://schemas.openxmlformats.org/officeDocument/2006/relationships/image" Target="../media/image137.png"/><Relationship Id="rId103" Type="http://schemas.openxmlformats.org/officeDocument/2006/relationships/image" Target="../media/image159.png"/><Relationship Id="rId108" Type="http://schemas.openxmlformats.org/officeDocument/2006/relationships/customXml" Target="../ink/ink147.xml"/><Relationship Id="rId124" Type="http://schemas.openxmlformats.org/officeDocument/2006/relationships/customXml" Target="../ink/ink155.xml"/><Relationship Id="rId129" Type="http://schemas.openxmlformats.org/officeDocument/2006/relationships/image" Target="../media/image172.png"/><Relationship Id="rId54" Type="http://schemas.openxmlformats.org/officeDocument/2006/relationships/customXml" Target="../ink/ink120.xml"/><Relationship Id="rId70" Type="http://schemas.openxmlformats.org/officeDocument/2006/relationships/customXml" Target="../ink/ink128.xml"/><Relationship Id="rId75" Type="http://schemas.openxmlformats.org/officeDocument/2006/relationships/image" Target="../media/image145.png"/><Relationship Id="rId91" Type="http://schemas.openxmlformats.org/officeDocument/2006/relationships/image" Target="../media/image153.png"/><Relationship Id="rId96" Type="http://schemas.openxmlformats.org/officeDocument/2006/relationships/customXml" Target="../ink/ink141.xml"/><Relationship Id="rId1" Type="http://schemas.openxmlformats.org/officeDocument/2006/relationships/slideLayout" Target="../slideLayouts/slideLayout39.xml"/><Relationship Id="rId6" Type="http://schemas.openxmlformats.org/officeDocument/2006/relationships/customXml" Target="../ink/ink96.xml"/><Relationship Id="rId23" Type="http://schemas.openxmlformats.org/officeDocument/2006/relationships/image" Target="../media/image119.png"/><Relationship Id="rId28" Type="http://schemas.openxmlformats.org/officeDocument/2006/relationships/customXml" Target="../ink/ink107.xml"/><Relationship Id="rId49" Type="http://schemas.openxmlformats.org/officeDocument/2006/relationships/image" Target="../media/image132.png"/><Relationship Id="rId114" Type="http://schemas.openxmlformats.org/officeDocument/2006/relationships/customXml" Target="../ink/ink150.xml"/><Relationship Id="rId119" Type="http://schemas.openxmlformats.org/officeDocument/2006/relationships/image" Target="../media/image167.png"/><Relationship Id="rId44" Type="http://schemas.openxmlformats.org/officeDocument/2006/relationships/customXml" Target="../ink/ink115.xml"/><Relationship Id="rId60" Type="http://schemas.openxmlformats.org/officeDocument/2006/relationships/customXml" Target="../ink/ink123.xml"/><Relationship Id="rId65" Type="http://schemas.openxmlformats.org/officeDocument/2006/relationships/image" Target="../media/image140.png"/><Relationship Id="rId81" Type="http://schemas.openxmlformats.org/officeDocument/2006/relationships/image" Target="../media/image148.png"/><Relationship Id="rId86" Type="http://schemas.openxmlformats.org/officeDocument/2006/relationships/customXml" Target="../ink/ink136.xml"/><Relationship Id="rId130" Type="http://schemas.openxmlformats.org/officeDocument/2006/relationships/customXml" Target="../ink/ink158.xml"/><Relationship Id="rId135" Type="http://schemas.openxmlformats.org/officeDocument/2006/relationships/image" Target="../media/image175.png"/><Relationship Id="rId13" Type="http://schemas.openxmlformats.org/officeDocument/2006/relationships/image" Target="../media/image114.png"/><Relationship Id="rId18" Type="http://schemas.openxmlformats.org/officeDocument/2006/relationships/customXml" Target="../ink/ink102.xml"/><Relationship Id="rId39" Type="http://schemas.openxmlformats.org/officeDocument/2006/relationships/image" Target="../media/image127.png"/><Relationship Id="rId109" Type="http://schemas.openxmlformats.org/officeDocument/2006/relationships/image" Target="../media/image162.png"/><Relationship Id="rId34" Type="http://schemas.openxmlformats.org/officeDocument/2006/relationships/customXml" Target="../ink/ink110.xml"/><Relationship Id="rId50" Type="http://schemas.openxmlformats.org/officeDocument/2006/relationships/customXml" Target="../ink/ink118.xml"/><Relationship Id="rId55" Type="http://schemas.openxmlformats.org/officeDocument/2006/relationships/image" Target="../media/image135.png"/><Relationship Id="rId76" Type="http://schemas.openxmlformats.org/officeDocument/2006/relationships/customXml" Target="../ink/ink131.xml"/><Relationship Id="rId97" Type="http://schemas.openxmlformats.org/officeDocument/2006/relationships/image" Target="../media/image156.png"/><Relationship Id="rId104" Type="http://schemas.openxmlformats.org/officeDocument/2006/relationships/customXml" Target="../ink/ink145.xml"/><Relationship Id="rId120" Type="http://schemas.openxmlformats.org/officeDocument/2006/relationships/customXml" Target="../ink/ink153.xml"/><Relationship Id="rId125" Type="http://schemas.openxmlformats.org/officeDocument/2006/relationships/image" Target="../media/image170.png"/><Relationship Id="rId7" Type="http://schemas.openxmlformats.org/officeDocument/2006/relationships/image" Target="../media/image111.png"/><Relationship Id="rId71" Type="http://schemas.openxmlformats.org/officeDocument/2006/relationships/image" Target="../media/image143.png"/><Relationship Id="rId92" Type="http://schemas.openxmlformats.org/officeDocument/2006/relationships/customXml" Target="../ink/ink139.xml"/><Relationship Id="rId2" Type="http://schemas.openxmlformats.org/officeDocument/2006/relationships/image" Target="../media/image69.png"/><Relationship Id="rId29" Type="http://schemas.openxmlformats.org/officeDocument/2006/relationships/image" Target="../media/image122.png"/><Relationship Id="rId24" Type="http://schemas.openxmlformats.org/officeDocument/2006/relationships/customXml" Target="../ink/ink105.xml"/><Relationship Id="rId40" Type="http://schemas.openxmlformats.org/officeDocument/2006/relationships/customXml" Target="../ink/ink113.xml"/><Relationship Id="rId45" Type="http://schemas.openxmlformats.org/officeDocument/2006/relationships/image" Target="../media/image130.png"/><Relationship Id="rId66" Type="http://schemas.openxmlformats.org/officeDocument/2006/relationships/customXml" Target="../ink/ink126.xml"/><Relationship Id="rId87" Type="http://schemas.openxmlformats.org/officeDocument/2006/relationships/image" Target="../media/image151.png"/><Relationship Id="rId110" Type="http://schemas.openxmlformats.org/officeDocument/2006/relationships/customXml" Target="../ink/ink148.xml"/><Relationship Id="rId115" Type="http://schemas.openxmlformats.org/officeDocument/2006/relationships/image" Target="../media/image165.png"/><Relationship Id="rId131" Type="http://schemas.openxmlformats.org/officeDocument/2006/relationships/image" Target="../media/image173.png"/><Relationship Id="rId136" Type="http://schemas.openxmlformats.org/officeDocument/2006/relationships/customXml" Target="../ink/ink161.xml"/><Relationship Id="rId61" Type="http://schemas.openxmlformats.org/officeDocument/2006/relationships/image" Target="../media/image138.png"/><Relationship Id="rId82" Type="http://schemas.openxmlformats.org/officeDocument/2006/relationships/customXml" Target="../ink/ink134.xml"/><Relationship Id="rId19" Type="http://schemas.openxmlformats.org/officeDocument/2006/relationships/image" Target="../media/image117.png"/><Relationship Id="rId14" Type="http://schemas.openxmlformats.org/officeDocument/2006/relationships/customXml" Target="../ink/ink100.xml"/><Relationship Id="rId30" Type="http://schemas.openxmlformats.org/officeDocument/2006/relationships/customXml" Target="../ink/ink108.xml"/><Relationship Id="rId35" Type="http://schemas.openxmlformats.org/officeDocument/2006/relationships/image" Target="../media/image125.png"/><Relationship Id="rId56" Type="http://schemas.openxmlformats.org/officeDocument/2006/relationships/customXml" Target="../ink/ink121.xml"/><Relationship Id="rId77" Type="http://schemas.openxmlformats.org/officeDocument/2006/relationships/image" Target="../media/image146.png"/><Relationship Id="rId100" Type="http://schemas.openxmlformats.org/officeDocument/2006/relationships/customXml" Target="../ink/ink143.xml"/><Relationship Id="rId105" Type="http://schemas.openxmlformats.org/officeDocument/2006/relationships/image" Target="../media/image160.png"/><Relationship Id="rId126" Type="http://schemas.openxmlformats.org/officeDocument/2006/relationships/customXml" Target="../ink/ink156.xml"/><Relationship Id="rId8" Type="http://schemas.openxmlformats.org/officeDocument/2006/relationships/customXml" Target="../ink/ink97.xml"/><Relationship Id="rId51" Type="http://schemas.openxmlformats.org/officeDocument/2006/relationships/image" Target="../media/image133.png"/><Relationship Id="rId72" Type="http://schemas.openxmlformats.org/officeDocument/2006/relationships/customXml" Target="../ink/ink129.xml"/><Relationship Id="rId93" Type="http://schemas.openxmlformats.org/officeDocument/2006/relationships/image" Target="../media/image154.png"/><Relationship Id="rId98" Type="http://schemas.openxmlformats.org/officeDocument/2006/relationships/customXml" Target="../ink/ink142.xml"/><Relationship Id="rId121" Type="http://schemas.openxmlformats.org/officeDocument/2006/relationships/image" Target="../media/image168.png"/><Relationship Id="rId3" Type="http://schemas.openxmlformats.org/officeDocument/2006/relationships/image" Target="../media/image11.wmf"/><Relationship Id="rId25" Type="http://schemas.openxmlformats.org/officeDocument/2006/relationships/image" Target="../media/image120.png"/><Relationship Id="rId46" Type="http://schemas.openxmlformats.org/officeDocument/2006/relationships/customXml" Target="../ink/ink116.xml"/><Relationship Id="rId67" Type="http://schemas.openxmlformats.org/officeDocument/2006/relationships/image" Target="../media/image141.png"/><Relationship Id="rId116" Type="http://schemas.openxmlformats.org/officeDocument/2006/relationships/customXml" Target="../ink/ink151.xml"/><Relationship Id="rId137" Type="http://schemas.openxmlformats.org/officeDocument/2006/relationships/image" Target="../media/image176.png"/><Relationship Id="rId20" Type="http://schemas.openxmlformats.org/officeDocument/2006/relationships/customXml" Target="../ink/ink103.xml"/><Relationship Id="rId41" Type="http://schemas.openxmlformats.org/officeDocument/2006/relationships/image" Target="../media/image128.png"/><Relationship Id="rId62" Type="http://schemas.openxmlformats.org/officeDocument/2006/relationships/customXml" Target="../ink/ink124.xml"/><Relationship Id="rId83" Type="http://schemas.openxmlformats.org/officeDocument/2006/relationships/image" Target="../media/image149.png"/><Relationship Id="rId88" Type="http://schemas.openxmlformats.org/officeDocument/2006/relationships/customXml" Target="../ink/ink137.xml"/><Relationship Id="rId111" Type="http://schemas.openxmlformats.org/officeDocument/2006/relationships/image" Target="../media/image163.png"/><Relationship Id="rId132" Type="http://schemas.openxmlformats.org/officeDocument/2006/relationships/customXml" Target="../ink/ink159.xml"/><Relationship Id="rId15" Type="http://schemas.openxmlformats.org/officeDocument/2006/relationships/image" Target="../media/image115.png"/><Relationship Id="rId36" Type="http://schemas.openxmlformats.org/officeDocument/2006/relationships/customXml" Target="../ink/ink111.xml"/><Relationship Id="rId57" Type="http://schemas.openxmlformats.org/officeDocument/2006/relationships/image" Target="../media/image136.png"/><Relationship Id="rId106" Type="http://schemas.openxmlformats.org/officeDocument/2006/relationships/customXml" Target="../ink/ink146.xml"/><Relationship Id="rId127" Type="http://schemas.openxmlformats.org/officeDocument/2006/relationships/image" Target="../media/image171.png"/><Relationship Id="rId10" Type="http://schemas.openxmlformats.org/officeDocument/2006/relationships/customXml" Target="../ink/ink98.xml"/><Relationship Id="rId31" Type="http://schemas.openxmlformats.org/officeDocument/2006/relationships/image" Target="../media/image123.png"/><Relationship Id="rId52" Type="http://schemas.openxmlformats.org/officeDocument/2006/relationships/customXml" Target="../ink/ink119.xml"/><Relationship Id="rId73" Type="http://schemas.openxmlformats.org/officeDocument/2006/relationships/image" Target="../media/image144.png"/><Relationship Id="rId78" Type="http://schemas.openxmlformats.org/officeDocument/2006/relationships/customXml" Target="../ink/ink132.xml"/><Relationship Id="rId94" Type="http://schemas.openxmlformats.org/officeDocument/2006/relationships/customXml" Target="../ink/ink140.xml"/><Relationship Id="rId99" Type="http://schemas.openxmlformats.org/officeDocument/2006/relationships/image" Target="../media/image157.png"/><Relationship Id="rId101" Type="http://schemas.openxmlformats.org/officeDocument/2006/relationships/image" Target="../media/image158.png"/><Relationship Id="rId122" Type="http://schemas.openxmlformats.org/officeDocument/2006/relationships/customXml" Target="../ink/ink154.xml"/><Relationship Id="rId4" Type="http://schemas.openxmlformats.org/officeDocument/2006/relationships/customXml" Target="../ink/ink95.xml"/><Relationship Id="rId9" Type="http://schemas.openxmlformats.org/officeDocument/2006/relationships/image" Target="../media/image112.png"/><Relationship Id="rId26" Type="http://schemas.openxmlformats.org/officeDocument/2006/relationships/customXml" Target="../ink/ink106.xml"/><Relationship Id="rId47" Type="http://schemas.openxmlformats.org/officeDocument/2006/relationships/image" Target="../media/image131.png"/><Relationship Id="rId68" Type="http://schemas.openxmlformats.org/officeDocument/2006/relationships/customXml" Target="../ink/ink127.xml"/><Relationship Id="rId89" Type="http://schemas.openxmlformats.org/officeDocument/2006/relationships/image" Target="../media/image152.png"/><Relationship Id="rId112" Type="http://schemas.openxmlformats.org/officeDocument/2006/relationships/customXml" Target="../ink/ink149.xml"/><Relationship Id="rId133" Type="http://schemas.openxmlformats.org/officeDocument/2006/relationships/image" Target="../media/image174.png"/></Relationships>
</file>

<file path=ppt/slides/_rels/slide14.xml.rels><?xml version="1.0" encoding="UTF-8" standalone="yes"?>
<Relationships xmlns="http://schemas.openxmlformats.org/package/2006/relationships"><Relationship Id="rId13" Type="http://schemas.openxmlformats.org/officeDocument/2006/relationships/image" Target="../media/image182.png"/><Relationship Id="rId18" Type="http://schemas.openxmlformats.org/officeDocument/2006/relationships/customXml" Target="../ink/ink170.xml"/><Relationship Id="rId26" Type="http://schemas.openxmlformats.org/officeDocument/2006/relationships/customXml" Target="../ink/ink174.xml"/><Relationship Id="rId39" Type="http://schemas.openxmlformats.org/officeDocument/2006/relationships/image" Target="../media/image195.png"/><Relationship Id="rId21" Type="http://schemas.openxmlformats.org/officeDocument/2006/relationships/image" Target="../media/image186.png"/><Relationship Id="rId34" Type="http://schemas.openxmlformats.org/officeDocument/2006/relationships/customXml" Target="../ink/ink178.xml"/><Relationship Id="rId42" Type="http://schemas.openxmlformats.org/officeDocument/2006/relationships/customXml" Target="../ink/ink182.xml"/><Relationship Id="rId47" Type="http://schemas.openxmlformats.org/officeDocument/2006/relationships/image" Target="../media/image199.png"/><Relationship Id="rId50" Type="http://schemas.openxmlformats.org/officeDocument/2006/relationships/customXml" Target="../ink/ink186.xml"/><Relationship Id="rId7" Type="http://schemas.openxmlformats.org/officeDocument/2006/relationships/image" Target="../media/image179.png"/><Relationship Id="rId2" Type="http://schemas.openxmlformats.org/officeDocument/2006/relationships/image" Target="../media/image69.png"/><Relationship Id="rId16" Type="http://schemas.openxmlformats.org/officeDocument/2006/relationships/customXml" Target="../ink/ink169.xml"/><Relationship Id="rId29" Type="http://schemas.openxmlformats.org/officeDocument/2006/relationships/image" Target="../media/image190.png"/><Relationship Id="rId11" Type="http://schemas.openxmlformats.org/officeDocument/2006/relationships/image" Target="../media/image181.png"/><Relationship Id="rId24" Type="http://schemas.openxmlformats.org/officeDocument/2006/relationships/customXml" Target="../ink/ink173.xml"/><Relationship Id="rId32" Type="http://schemas.openxmlformats.org/officeDocument/2006/relationships/customXml" Target="../ink/ink177.xml"/><Relationship Id="rId37" Type="http://schemas.openxmlformats.org/officeDocument/2006/relationships/image" Target="../media/image194.png"/><Relationship Id="rId40" Type="http://schemas.openxmlformats.org/officeDocument/2006/relationships/customXml" Target="../ink/ink181.xml"/><Relationship Id="rId45" Type="http://schemas.openxmlformats.org/officeDocument/2006/relationships/image" Target="../media/image198.png"/><Relationship Id="rId53" Type="http://schemas.openxmlformats.org/officeDocument/2006/relationships/image" Target="../media/image202.png"/><Relationship Id="rId5" Type="http://schemas.openxmlformats.org/officeDocument/2006/relationships/image" Target="../media/image178.png"/><Relationship Id="rId10" Type="http://schemas.openxmlformats.org/officeDocument/2006/relationships/customXml" Target="../ink/ink166.xml"/><Relationship Id="rId19" Type="http://schemas.openxmlformats.org/officeDocument/2006/relationships/image" Target="../media/image185.png"/><Relationship Id="rId31" Type="http://schemas.openxmlformats.org/officeDocument/2006/relationships/image" Target="../media/image191.png"/><Relationship Id="rId44" Type="http://schemas.openxmlformats.org/officeDocument/2006/relationships/customXml" Target="../ink/ink183.xml"/><Relationship Id="rId52" Type="http://schemas.openxmlformats.org/officeDocument/2006/relationships/customXml" Target="../ink/ink187.xml"/><Relationship Id="rId4" Type="http://schemas.openxmlformats.org/officeDocument/2006/relationships/customXml" Target="../ink/ink163.xml"/><Relationship Id="rId9" Type="http://schemas.openxmlformats.org/officeDocument/2006/relationships/image" Target="../media/image180.png"/><Relationship Id="rId14" Type="http://schemas.openxmlformats.org/officeDocument/2006/relationships/customXml" Target="../ink/ink168.xml"/><Relationship Id="rId22" Type="http://schemas.openxmlformats.org/officeDocument/2006/relationships/customXml" Target="../ink/ink172.xml"/><Relationship Id="rId27" Type="http://schemas.openxmlformats.org/officeDocument/2006/relationships/image" Target="../media/image189.png"/><Relationship Id="rId30" Type="http://schemas.openxmlformats.org/officeDocument/2006/relationships/customXml" Target="../ink/ink176.xml"/><Relationship Id="rId35" Type="http://schemas.openxmlformats.org/officeDocument/2006/relationships/image" Target="../media/image193.png"/><Relationship Id="rId43" Type="http://schemas.openxmlformats.org/officeDocument/2006/relationships/image" Target="../media/image197.png"/><Relationship Id="rId48" Type="http://schemas.openxmlformats.org/officeDocument/2006/relationships/customXml" Target="../ink/ink185.xml"/><Relationship Id="rId8" Type="http://schemas.openxmlformats.org/officeDocument/2006/relationships/customXml" Target="../ink/ink165.xml"/><Relationship Id="rId51" Type="http://schemas.openxmlformats.org/officeDocument/2006/relationships/image" Target="../media/image201.png"/><Relationship Id="rId3" Type="http://schemas.openxmlformats.org/officeDocument/2006/relationships/image" Target="../media/image11.wmf"/><Relationship Id="rId12" Type="http://schemas.openxmlformats.org/officeDocument/2006/relationships/customXml" Target="../ink/ink167.xml"/><Relationship Id="rId17" Type="http://schemas.openxmlformats.org/officeDocument/2006/relationships/image" Target="../media/image184.png"/><Relationship Id="rId25" Type="http://schemas.openxmlformats.org/officeDocument/2006/relationships/image" Target="../media/image188.png"/><Relationship Id="rId33" Type="http://schemas.openxmlformats.org/officeDocument/2006/relationships/image" Target="../media/image192.png"/><Relationship Id="rId38" Type="http://schemas.openxmlformats.org/officeDocument/2006/relationships/customXml" Target="../ink/ink180.xml"/><Relationship Id="rId46" Type="http://schemas.openxmlformats.org/officeDocument/2006/relationships/customXml" Target="../ink/ink184.xml"/><Relationship Id="rId20" Type="http://schemas.openxmlformats.org/officeDocument/2006/relationships/customXml" Target="../ink/ink171.xml"/><Relationship Id="rId41" Type="http://schemas.openxmlformats.org/officeDocument/2006/relationships/image" Target="../media/image196.png"/><Relationship Id="rId1" Type="http://schemas.openxmlformats.org/officeDocument/2006/relationships/slideLayout" Target="../slideLayouts/slideLayout39.xml"/><Relationship Id="rId6" Type="http://schemas.openxmlformats.org/officeDocument/2006/relationships/customXml" Target="../ink/ink164.xml"/><Relationship Id="rId15" Type="http://schemas.openxmlformats.org/officeDocument/2006/relationships/image" Target="../media/image183.png"/><Relationship Id="rId23" Type="http://schemas.openxmlformats.org/officeDocument/2006/relationships/image" Target="../media/image187.png"/><Relationship Id="rId28" Type="http://schemas.openxmlformats.org/officeDocument/2006/relationships/customXml" Target="../ink/ink175.xml"/><Relationship Id="rId36" Type="http://schemas.openxmlformats.org/officeDocument/2006/relationships/customXml" Target="../ink/ink179.xml"/><Relationship Id="rId49" Type="http://schemas.openxmlformats.org/officeDocument/2006/relationships/image" Target="../media/image200.png"/></Relationships>
</file>

<file path=ppt/slides/_rels/slide15.xml.rels><?xml version="1.0" encoding="UTF-8" standalone="yes"?>
<Relationships xmlns="http://schemas.openxmlformats.org/package/2006/relationships"><Relationship Id="rId117" Type="http://schemas.openxmlformats.org/officeDocument/2006/relationships/customXml" Target="../ink/ink245.xml"/><Relationship Id="rId21" Type="http://schemas.openxmlformats.org/officeDocument/2006/relationships/customXml" Target="../ink/ink197.xml"/><Relationship Id="rId42" Type="http://schemas.openxmlformats.org/officeDocument/2006/relationships/image" Target="../media/image222.png"/><Relationship Id="rId47" Type="http://schemas.openxmlformats.org/officeDocument/2006/relationships/customXml" Target="../ink/ink210.xml"/><Relationship Id="rId63" Type="http://schemas.openxmlformats.org/officeDocument/2006/relationships/customXml" Target="../ink/ink218.xml"/><Relationship Id="rId68" Type="http://schemas.openxmlformats.org/officeDocument/2006/relationships/image" Target="../media/image235.png"/><Relationship Id="rId84" Type="http://schemas.openxmlformats.org/officeDocument/2006/relationships/image" Target="../media/image243.png"/><Relationship Id="rId89" Type="http://schemas.openxmlformats.org/officeDocument/2006/relationships/customXml" Target="../ink/ink231.xml"/><Relationship Id="rId112" Type="http://schemas.openxmlformats.org/officeDocument/2006/relationships/image" Target="../media/image257.png"/><Relationship Id="rId16" Type="http://schemas.openxmlformats.org/officeDocument/2006/relationships/image" Target="../media/image209.png"/><Relationship Id="rId107" Type="http://schemas.openxmlformats.org/officeDocument/2006/relationships/customXml" Target="../ink/ink240.xml"/><Relationship Id="rId11" Type="http://schemas.openxmlformats.org/officeDocument/2006/relationships/customXml" Target="../ink/ink192.xml"/><Relationship Id="rId32" Type="http://schemas.openxmlformats.org/officeDocument/2006/relationships/image" Target="../media/image217.png"/><Relationship Id="rId37" Type="http://schemas.openxmlformats.org/officeDocument/2006/relationships/customXml" Target="../ink/ink205.xml"/><Relationship Id="rId53" Type="http://schemas.openxmlformats.org/officeDocument/2006/relationships/customXml" Target="../ink/ink213.xml"/><Relationship Id="rId58" Type="http://schemas.openxmlformats.org/officeDocument/2006/relationships/image" Target="../media/image230.png"/><Relationship Id="rId74" Type="http://schemas.openxmlformats.org/officeDocument/2006/relationships/image" Target="../media/image238.png"/><Relationship Id="rId79" Type="http://schemas.openxmlformats.org/officeDocument/2006/relationships/customXml" Target="../ink/ink226.xml"/><Relationship Id="rId102" Type="http://schemas.openxmlformats.org/officeDocument/2006/relationships/image" Target="../media/image252.png"/><Relationship Id="rId123" Type="http://schemas.openxmlformats.org/officeDocument/2006/relationships/customXml" Target="../ink/ink248.xml"/><Relationship Id="rId128" Type="http://schemas.openxmlformats.org/officeDocument/2006/relationships/image" Target="../media/image265.png"/><Relationship Id="rId5" Type="http://schemas.openxmlformats.org/officeDocument/2006/relationships/customXml" Target="../ink/ink189.xml"/><Relationship Id="rId90" Type="http://schemas.openxmlformats.org/officeDocument/2006/relationships/image" Target="../media/image246.png"/><Relationship Id="rId95" Type="http://schemas.openxmlformats.org/officeDocument/2006/relationships/customXml" Target="../ink/ink234.xml"/><Relationship Id="rId22" Type="http://schemas.openxmlformats.org/officeDocument/2006/relationships/image" Target="../media/image212.png"/><Relationship Id="rId27" Type="http://schemas.openxmlformats.org/officeDocument/2006/relationships/customXml" Target="../ink/ink200.xml"/><Relationship Id="rId43" Type="http://schemas.openxmlformats.org/officeDocument/2006/relationships/customXml" Target="../ink/ink208.xml"/><Relationship Id="rId48" Type="http://schemas.openxmlformats.org/officeDocument/2006/relationships/image" Target="../media/image225.png"/><Relationship Id="rId64" Type="http://schemas.openxmlformats.org/officeDocument/2006/relationships/image" Target="../media/image233.png"/><Relationship Id="rId69" Type="http://schemas.openxmlformats.org/officeDocument/2006/relationships/customXml" Target="../ink/ink221.xml"/><Relationship Id="rId113" Type="http://schemas.openxmlformats.org/officeDocument/2006/relationships/customXml" Target="../ink/ink243.xml"/><Relationship Id="rId118" Type="http://schemas.openxmlformats.org/officeDocument/2006/relationships/image" Target="../media/image260.png"/><Relationship Id="rId80" Type="http://schemas.openxmlformats.org/officeDocument/2006/relationships/image" Target="../media/image241.png"/><Relationship Id="rId85" Type="http://schemas.openxmlformats.org/officeDocument/2006/relationships/customXml" Target="../ink/ink229.xml"/><Relationship Id="rId12" Type="http://schemas.openxmlformats.org/officeDocument/2006/relationships/image" Target="../media/image207.png"/><Relationship Id="rId17" Type="http://schemas.openxmlformats.org/officeDocument/2006/relationships/customXml" Target="../ink/ink195.xml"/><Relationship Id="rId33" Type="http://schemas.openxmlformats.org/officeDocument/2006/relationships/customXml" Target="../ink/ink203.xml"/><Relationship Id="rId38" Type="http://schemas.openxmlformats.org/officeDocument/2006/relationships/image" Target="../media/image220.png"/><Relationship Id="rId59" Type="http://schemas.openxmlformats.org/officeDocument/2006/relationships/customXml" Target="../ink/ink216.xml"/><Relationship Id="rId103" Type="http://schemas.openxmlformats.org/officeDocument/2006/relationships/customXml" Target="../ink/ink238.xml"/><Relationship Id="rId108" Type="http://schemas.openxmlformats.org/officeDocument/2006/relationships/image" Target="../media/image255.png"/><Relationship Id="rId124" Type="http://schemas.openxmlformats.org/officeDocument/2006/relationships/image" Target="../media/image263.png"/><Relationship Id="rId129" Type="http://schemas.openxmlformats.org/officeDocument/2006/relationships/customXml" Target="../ink/ink251.xml"/><Relationship Id="rId54" Type="http://schemas.openxmlformats.org/officeDocument/2006/relationships/image" Target="../media/image228.png"/><Relationship Id="rId70" Type="http://schemas.openxmlformats.org/officeDocument/2006/relationships/image" Target="../media/image236.png"/><Relationship Id="rId75" Type="http://schemas.openxmlformats.org/officeDocument/2006/relationships/customXml" Target="../ink/ink224.xml"/><Relationship Id="rId91" Type="http://schemas.openxmlformats.org/officeDocument/2006/relationships/customXml" Target="../ink/ink232.xml"/><Relationship Id="rId96" Type="http://schemas.openxmlformats.org/officeDocument/2006/relationships/image" Target="../media/image249.png"/><Relationship Id="rId1" Type="http://schemas.openxmlformats.org/officeDocument/2006/relationships/slideLayout" Target="../slideLayouts/slideLayout39.xml"/><Relationship Id="rId6" Type="http://schemas.openxmlformats.org/officeDocument/2006/relationships/image" Target="../media/image204.png"/><Relationship Id="rId23" Type="http://schemas.openxmlformats.org/officeDocument/2006/relationships/customXml" Target="../ink/ink198.xml"/><Relationship Id="rId28" Type="http://schemas.openxmlformats.org/officeDocument/2006/relationships/image" Target="../media/image215.png"/><Relationship Id="rId49" Type="http://schemas.openxmlformats.org/officeDocument/2006/relationships/customXml" Target="../ink/ink211.xml"/><Relationship Id="rId114" Type="http://schemas.openxmlformats.org/officeDocument/2006/relationships/image" Target="../media/image258.png"/><Relationship Id="rId119" Type="http://schemas.openxmlformats.org/officeDocument/2006/relationships/customXml" Target="../ink/ink246.xml"/><Relationship Id="rId44" Type="http://schemas.openxmlformats.org/officeDocument/2006/relationships/image" Target="../media/image223.png"/><Relationship Id="rId60" Type="http://schemas.openxmlformats.org/officeDocument/2006/relationships/image" Target="../media/image231.png"/><Relationship Id="rId65" Type="http://schemas.openxmlformats.org/officeDocument/2006/relationships/customXml" Target="../ink/ink219.xml"/><Relationship Id="rId81" Type="http://schemas.openxmlformats.org/officeDocument/2006/relationships/customXml" Target="../ink/ink227.xml"/><Relationship Id="rId86" Type="http://schemas.openxmlformats.org/officeDocument/2006/relationships/image" Target="../media/image244.png"/><Relationship Id="rId130" Type="http://schemas.openxmlformats.org/officeDocument/2006/relationships/image" Target="../media/image266.png"/><Relationship Id="rId13" Type="http://schemas.openxmlformats.org/officeDocument/2006/relationships/customXml" Target="../ink/ink193.xml"/><Relationship Id="rId18" Type="http://schemas.openxmlformats.org/officeDocument/2006/relationships/image" Target="../media/image210.png"/><Relationship Id="rId39" Type="http://schemas.openxmlformats.org/officeDocument/2006/relationships/customXml" Target="../ink/ink206.xml"/><Relationship Id="rId109" Type="http://schemas.openxmlformats.org/officeDocument/2006/relationships/customXml" Target="../ink/ink241.xml"/><Relationship Id="rId34" Type="http://schemas.openxmlformats.org/officeDocument/2006/relationships/image" Target="../media/image218.png"/><Relationship Id="rId50" Type="http://schemas.openxmlformats.org/officeDocument/2006/relationships/image" Target="../media/image226.png"/><Relationship Id="rId55" Type="http://schemas.openxmlformats.org/officeDocument/2006/relationships/customXml" Target="../ink/ink214.xml"/><Relationship Id="rId76" Type="http://schemas.openxmlformats.org/officeDocument/2006/relationships/image" Target="../media/image239.png"/><Relationship Id="rId97" Type="http://schemas.openxmlformats.org/officeDocument/2006/relationships/customXml" Target="../ink/ink235.xml"/><Relationship Id="rId104" Type="http://schemas.openxmlformats.org/officeDocument/2006/relationships/image" Target="../media/image253.png"/><Relationship Id="rId120" Type="http://schemas.openxmlformats.org/officeDocument/2006/relationships/image" Target="../media/image261.png"/><Relationship Id="rId125" Type="http://schemas.openxmlformats.org/officeDocument/2006/relationships/customXml" Target="../ink/ink249.xml"/><Relationship Id="rId7" Type="http://schemas.openxmlformats.org/officeDocument/2006/relationships/customXml" Target="../ink/ink190.xml"/><Relationship Id="rId71" Type="http://schemas.openxmlformats.org/officeDocument/2006/relationships/customXml" Target="../ink/ink222.xml"/><Relationship Id="rId92" Type="http://schemas.openxmlformats.org/officeDocument/2006/relationships/image" Target="../media/image247.png"/><Relationship Id="rId2" Type="http://schemas.openxmlformats.org/officeDocument/2006/relationships/notesSlide" Target="../notesSlides/notesSlide4.xml"/><Relationship Id="rId29" Type="http://schemas.openxmlformats.org/officeDocument/2006/relationships/customXml" Target="../ink/ink201.xml"/><Relationship Id="rId24" Type="http://schemas.openxmlformats.org/officeDocument/2006/relationships/image" Target="../media/image213.png"/><Relationship Id="rId40" Type="http://schemas.openxmlformats.org/officeDocument/2006/relationships/image" Target="../media/image221.png"/><Relationship Id="rId45" Type="http://schemas.openxmlformats.org/officeDocument/2006/relationships/customXml" Target="../ink/ink209.xml"/><Relationship Id="rId66" Type="http://schemas.openxmlformats.org/officeDocument/2006/relationships/image" Target="../media/image234.png"/><Relationship Id="rId87" Type="http://schemas.openxmlformats.org/officeDocument/2006/relationships/customXml" Target="../ink/ink230.xml"/><Relationship Id="rId110" Type="http://schemas.openxmlformats.org/officeDocument/2006/relationships/image" Target="../media/image256.png"/><Relationship Id="rId115" Type="http://schemas.openxmlformats.org/officeDocument/2006/relationships/customXml" Target="../ink/ink244.xml"/><Relationship Id="rId61" Type="http://schemas.openxmlformats.org/officeDocument/2006/relationships/customXml" Target="../ink/ink217.xml"/><Relationship Id="rId82" Type="http://schemas.openxmlformats.org/officeDocument/2006/relationships/image" Target="../media/image242.png"/><Relationship Id="rId19" Type="http://schemas.openxmlformats.org/officeDocument/2006/relationships/customXml" Target="../ink/ink196.xml"/><Relationship Id="rId14" Type="http://schemas.openxmlformats.org/officeDocument/2006/relationships/image" Target="../media/image208.png"/><Relationship Id="rId30" Type="http://schemas.openxmlformats.org/officeDocument/2006/relationships/image" Target="../media/image216.png"/><Relationship Id="rId35" Type="http://schemas.openxmlformats.org/officeDocument/2006/relationships/customXml" Target="../ink/ink204.xml"/><Relationship Id="rId56" Type="http://schemas.openxmlformats.org/officeDocument/2006/relationships/image" Target="../media/image229.png"/><Relationship Id="rId77" Type="http://schemas.openxmlformats.org/officeDocument/2006/relationships/customXml" Target="../ink/ink225.xml"/><Relationship Id="rId100" Type="http://schemas.openxmlformats.org/officeDocument/2006/relationships/image" Target="../media/image251.png"/><Relationship Id="rId105" Type="http://schemas.openxmlformats.org/officeDocument/2006/relationships/customXml" Target="../ink/ink239.xml"/><Relationship Id="rId126" Type="http://schemas.openxmlformats.org/officeDocument/2006/relationships/image" Target="../media/image264.png"/><Relationship Id="rId8" Type="http://schemas.openxmlformats.org/officeDocument/2006/relationships/image" Target="../media/image205.png"/><Relationship Id="rId51" Type="http://schemas.openxmlformats.org/officeDocument/2006/relationships/customXml" Target="../ink/ink212.xml"/><Relationship Id="rId72" Type="http://schemas.openxmlformats.org/officeDocument/2006/relationships/image" Target="../media/image237.png"/><Relationship Id="rId93" Type="http://schemas.openxmlformats.org/officeDocument/2006/relationships/customXml" Target="../ink/ink233.xml"/><Relationship Id="rId98" Type="http://schemas.openxmlformats.org/officeDocument/2006/relationships/image" Target="../media/image250.png"/><Relationship Id="rId121" Type="http://schemas.openxmlformats.org/officeDocument/2006/relationships/customXml" Target="../ink/ink247.xml"/><Relationship Id="rId3" Type="http://schemas.openxmlformats.org/officeDocument/2006/relationships/customXml" Target="../ink/ink188.xml"/><Relationship Id="rId25" Type="http://schemas.openxmlformats.org/officeDocument/2006/relationships/customXml" Target="../ink/ink199.xml"/><Relationship Id="rId46" Type="http://schemas.openxmlformats.org/officeDocument/2006/relationships/image" Target="../media/image224.png"/><Relationship Id="rId67" Type="http://schemas.openxmlformats.org/officeDocument/2006/relationships/customXml" Target="../ink/ink220.xml"/><Relationship Id="rId116" Type="http://schemas.openxmlformats.org/officeDocument/2006/relationships/image" Target="../media/image259.png"/><Relationship Id="rId20" Type="http://schemas.openxmlformats.org/officeDocument/2006/relationships/image" Target="../media/image211.png"/><Relationship Id="rId41" Type="http://schemas.openxmlformats.org/officeDocument/2006/relationships/customXml" Target="../ink/ink207.xml"/><Relationship Id="rId62" Type="http://schemas.openxmlformats.org/officeDocument/2006/relationships/image" Target="../media/image232.png"/><Relationship Id="rId83" Type="http://schemas.openxmlformats.org/officeDocument/2006/relationships/customXml" Target="../ink/ink228.xml"/><Relationship Id="rId88" Type="http://schemas.openxmlformats.org/officeDocument/2006/relationships/image" Target="../media/image245.png"/><Relationship Id="rId111" Type="http://schemas.openxmlformats.org/officeDocument/2006/relationships/customXml" Target="../ink/ink242.xml"/><Relationship Id="rId15" Type="http://schemas.openxmlformats.org/officeDocument/2006/relationships/customXml" Target="../ink/ink194.xml"/><Relationship Id="rId36" Type="http://schemas.openxmlformats.org/officeDocument/2006/relationships/image" Target="../media/image219.png"/><Relationship Id="rId57" Type="http://schemas.openxmlformats.org/officeDocument/2006/relationships/customXml" Target="../ink/ink215.xml"/><Relationship Id="rId106" Type="http://schemas.openxmlformats.org/officeDocument/2006/relationships/image" Target="../media/image254.png"/><Relationship Id="rId127" Type="http://schemas.openxmlformats.org/officeDocument/2006/relationships/customXml" Target="../ink/ink250.xml"/><Relationship Id="rId10" Type="http://schemas.openxmlformats.org/officeDocument/2006/relationships/image" Target="../media/image206.png"/><Relationship Id="rId31" Type="http://schemas.openxmlformats.org/officeDocument/2006/relationships/customXml" Target="../ink/ink202.xml"/><Relationship Id="rId52" Type="http://schemas.openxmlformats.org/officeDocument/2006/relationships/image" Target="../media/image227.png"/><Relationship Id="rId73" Type="http://schemas.openxmlformats.org/officeDocument/2006/relationships/customXml" Target="../ink/ink223.xml"/><Relationship Id="rId78" Type="http://schemas.openxmlformats.org/officeDocument/2006/relationships/image" Target="../media/image240.png"/><Relationship Id="rId94" Type="http://schemas.openxmlformats.org/officeDocument/2006/relationships/image" Target="../media/image248.png"/><Relationship Id="rId99" Type="http://schemas.openxmlformats.org/officeDocument/2006/relationships/customXml" Target="../ink/ink236.xml"/><Relationship Id="rId101" Type="http://schemas.openxmlformats.org/officeDocument/2006/relationships/customXml" Target="../ink/ink237.xml"/><Relationship Id="rId122" Type="http://schemas.openxmlformats.org/officeDocument/2006/relationships/image" Target="../media/image262.png"/><Relationship Id="rId4" Type="http://schemas.openxmlformats.org/officeDocument/2006/relationships/image" Target="../media/image203.png"/><Relationship Id="rId9" Type="http://schemas.openxmlformats.org/officeDocument/2006/relationships/customXml" Target="../ink/ink191.xml"/><Relationship Id="rId26" Type="http://schemas.openxmlformats.org/officeDocument/2006/relationships/image" Target="../media/image214.png"/></Relationships>
</file>

<file path=ppt/slides/_rels/slide16.xml.rels><?xml version="1.0" encoding="UTF-8" standalone="yes"?>
<Relationships xmlns="http://schemas.openxmlformats.org/package/2006/relationships"><Relationship Id="rId8" Type="http://schemas.openxmlformats.org/officeDocument/2006/relationships/customXml" Target="../ink/ink254.xml"/><Relationship Id="rId13" Type="http://schemas.openxmlformats.org/officeDocument/2006/relationships/image" Target="../media/image271.png"/><Relationship Id="rId18" Type="http://schemas.openxmlformats.org/officeDocument/2006/relationships/customXml" Target="../ink/ink259.xml"/><Relationship Id="rId26" Type="http://schemas.openxmlformats.org/officeDocument/2006/relationships/customXml" Target="../ink/ink263.xml"/><Relationship Id="rId3" Type="http://schemas.openxmlformats.org/officeDocument/2006/relationships/image" Target="../media/image11.wmf"/><Relationship Id="rId21" Type="http://schemas.openxmlformats.org/officeDocument/2006/relationships/image" Target="../media/image275.png"/><Relationship Id="rId7" Type="http://schemas.openxmlformats.org/officeDocument/2006/relationships/image" Target="../media/image268.png"/><Relationship Id="rId12" Type="http://schemas.openxmlformats.org/officeDocument/2006/relationships/customXml" Target="../ink/ink256.xml"/><Relationship Id="rId17" Type="http://schemas.openxmlformats.org/officeDocument/2006/relationships/image" Target="../media/image273.png"/><Relationship Id="rId25" Type="http://schemas.openxmlformats.org/officeDocument/2006/relationships/image" Target="../media/image277.png"/><Relationship Id="rId2" Type="http://schemas.openxmlformats.org/officeDocument/2006/relationships/image" Target="../media/image69.png"/><Relationship Id="rId16" Type="http://schemas.openxmlformats.org/officeDocument/2006/relationships/customXml" Target="../ink/ink258.xml"/><Relationship Id="rId20" Type="http://schemas.openxmlformats.org/officeDocument/2006/relationships/customXml" Target="../ink/ink260.xml"/><Relationship Id="rId29" Type="http://schemas.openxmlformats.org/officeDocument/2006/relationships/image" Target="../media/image279.png"/><Relationship Id="rId1" Type="http://schemas.openxmlformats.org/officeDocument/2006/relationships/slideLayout" Target="../slideLayouts/slideLayout39.xml"/><Relationship Id="rId6" Type="http://schemas.openxmlformats.org/officeDocument/2006/relationships/customXml" Target="../ink/ink253.xml"/><Relationship Id="rId11" Type="http://schemas.openxmlformats.org/officeDocument/2006/relationships/image" Target="../media/image270.png"/><Relationship Id="rId24" Type="http://schemas.openxmlformats.org/officeDocument/2006/relationships/customXml" Target="../ink/ink262.xml"/><Relationship Id="rId5" Type="http://schemas.openxmlformats.org/officeDocument/2006/relationships/image" Target="../media/image267.png"/><Relationship Id="rId15" Type="http://schemas.openxmlformats.org/officeDocument/2006/relationships/image" Target="../media/image272.png"/><Relationship Id="rId23" Type="http://schemas.openxmlformats.org/officeDocument/2006/relationships/image" Target="../media/image276.png"/><Relationship Id="rId28" Type="http://schemas.openxmlformats.org/officeDocument/2006/relationships/customXml" Target="../ink/ink264.xml"/><Relationship Id="rId10" Type="http://schemas.openxmlformats.org/officeDocument/2006/relationships/customXml" Target="../ink/ink255.xml"/><Relationship Id="rId19" Type="http://schemas.openxmlformats.org/officeDocument/2006/relationships/image" Target="../media/image274.png"/><Relationship Id="rId31" Type="http://schemas.openxmlformats.org/officeDocument/2006/relationships/image" Target="../media/image280.png"/><Relationship Id="rId4" Type="http://schemas.openxmlformats.org/officeDocument/2006/relationships/customXml" Target="../ink/ink252.xml"/><Relationship Id="rId9" Type="http://schemas.openxmlformats.org/officeDocument/2006/relationships/image" Target="../media/image269.png"/><Relationship Id="rId14" Type="http://schemas.openxmlformats.org/officeDocument/2006/relationships/customXml" Target="../ink/ink257.xml"/><Relationship Id="rId22" Type="http://schemas.openxmlformats.org/officeDocument/2006/relationships/customXml" Target="../ink/ink261.xml"/><Relationship Id="rId27" Type="http://schemas.openxmlformats.org/officeDocument/2006/relationships/image" Target="../media/image278.png"/><Relationship Id="rId30" Type="http://schemas.openxmlformats.org/officeDocument/2006/relationships/customXml" Target="../ink/ink265.xml"/></Relationships>
</file>

<file path=ppt/slides/_rels/slide17.xml.rels><?xml version="1.0" encoding="UTF-8" standalone="yes"?>
<Relationships xmlns="http://schemas.openxmlformats.org/package/2006/relationships"><Relationship Id="rId8" Type="http://schemas.openxmlformats.org/officeDocument/2006/relationships/customXml" Target="../ink/ink269.xml"/><Relationship Id="rId13" Type="http://schemas.openxmlformats.org/officeDocument/2006/relationships/image" Target="../media/image286.png"/><Relationship Id="rId18" Type="http://schemas.openxmlformats.org/officeDocument/2006/relationships/customXml" Target="../ink/ink274.xml"/><Relationship Id="rId3" Type="http://schemas.openxmlformats.org/officeDocument/2006/relationships/image" Target="../media/image281.png"/><Relationship Id="rId21" Type="http://schemas.openxmlformats.org/officeDocument/2006/relationships/image" Target="../media/image290.png"/><Relationship Id="rId7" Type="http://schemas.openxmlformats.org/officeDocument/2006/relationships/image" Target="../media/image283.png"/><Relationship Id="rId12" Type="http://schemas.openxmlformats.org/officeDocument/2006/relationships/customXml" Target="../ink/ink271.xml"/><Relationship Id="rId17" Type="http://schemas.openxmlformats.org/officeDocument/2006/relationships/image" Target="../media/image288.png"/><Relationship Id="rId2" Type="http://schemas.openxmlformats.org/officeDocument/2006/relationships/customXml" Target="../ink/ink266.xml"/><Relationship Id="rId16" Type="http://schemas.openxmlformats.org/officeDocument/2006/relationships/customXml" Target="../ink/ink273.xml"/><Relationship Id="rId20" Type="http://schemas.openxmlformats.org/officeDocument/2006/relationships/customXml" Target="../ink/ink275.xml"/><Relationship Id="rId1" Type="http://schemas.openxmlformats.org/officeDocument/2006/relationships/slideLayout" Target="../slideLayouts/slideLayout39.xml"/><Relationship Id="rId6" Type="http://schemas.openxmlformats.org/officeDocument/2006/relationships/customXml" Target="../ink/ink268.xml"/><Relationship Id="rId11" Type="http://schemas.openxmlformats.org/officeDocument/2006/relationships/image" Target="../media/image285.png"/><Relationship Id="rId5" Type="http://schemas.openxmlformats.org/officeDocument/2006/relationships/image" Target="../media/image282.png"/><Relationship Id="rId15" Type="http://schemas.openxmlformats.org/officeDocument/2006/relationships/image" Target="../media/image287.png"/><Relationship Id="rId10" Type="http://schemas.openxmlformats.org/officeDocument/2006/relationships/customXml" Target="../ink/ink270.xml"/><Relationship Id="rId19" Type="http://schemas.openxmlformats.org/officeDocument/2006/relationships/image" Target="../media/image289.png"/><Relationship Id="rId4" Type="http://schemas.openxmlformats.org/officeDocument/2006/relationships/customXml" Target="../ink/ink267.xml"/><Relationship Id="rId9" Type="http://schemas.openxmlformats.org/officeDocument/2006/relationships/image" Target="../media/image284.png"/><Relationship Id="rId14" Type="http://schemas.openxmlformats.org/officeDocument/2006/relationships/customXml" Target="../ink/ink272.xml"/></Relationships>
</file>

<file path=ppt/slides/_rels/slide18.xml.rels><?xml version="1.0" encoding="UTF-8" standalone="yes"?>
<Relationships xmlns="http://schemas.openxmlformats.org/package/2006/relationships"><Relationship Id="rId8" Type="http://schemas.openxmlformats.org/officeDocument/2006/relationships/customXml" Target="../ink/ink279.xml"/><Relationship Id="rId13" Type="http://schemas.openxmlformats.org/officeDocument/2006/relationships/image" Target="../media/image296.png"/><Relationship Id="rId18" Type="http://schemas.openxmlformats.org/officeDocument/2006/relationships/customXml" Target="../ink/ink284.xml"/><Relationship Id="rId3" Type="http://schemas.openxmlformats.org/officeDocument/2006/relationships/image" Target="../media/image291.png"/><Relationship Id="rId21" Type="http://schemas.openxmlformats.org/officeDocument/2006/relationships/image" Target="../media/image300.png"/><Relationship Id="rId7" Type="http://schemas.openxmlformats.org/officeDocument/2006/relationships/image" Target="../media/image293.png"/><Relationship Id="rId12" Type="http://schemas.openxmlformats.org/officeDocument/2006/relationships/customXml" Target="../ink/ink281.xml"/><Relationship Id="rId17" Type="http://schemas.openxmlformats.org/officeDocument/2006/relationships/image" Target="../media/image298.png"/><Relationship Id="rId2" Type="http://schemas.openxmlformats.org/officeDocument/2006/relationships/customXml" Target="../ink/ink276.xml"/><Relationship Id="rId16" Type="http://schemas.openxmlformats.org/officeDocument/2006/relationships/customXml" Target="../ink/ink283.xml"/><Relationship Id="rId20" Type="http://schemas.openxmlformats.org/officeDocument/2006/relationships/customXml" Target="../ink/ink285.xml"/><Relationship Id="rId1" Type="http://schemas.openxmlformats.org/officeDocument/2006/relationships/slideLayout" Target="../slideLayouts/slideLayout39.xml"/><Relationship Id="rId6" Type="http://schemas.openxmlformats.org/officeDocument/2006/relationships/customXml" Target="../ink/ink278.xml"/><Relationship Id="rId11" Type="http://schemas.openxmlformats.org/officeDocument/2006/relationships/image" Target="../media/image295.png"/><Relationship Id="rId5" Type="http://schemas.openxmlformats.org/officeDocument/2006/relationships/image" Target="../media/image292.png"/><Relationship Id="rId15" Type="http://schemas.openxmlformats.org/officeDocument/2006/relationships/image" Target="../media/image297.png"/><Relationship Id="rId23" Type="http://schemas.openxmlformats.org/officeDocument/2006/relationships/image" Target="../media/image301.png"/><Relationship Id="rId10" Type="http://schemas.openxmlformats.org/officeDocument/2006/relationships/customXml" Target="../ink/ink280.xml"/><Relationship Id="rId19" Type="http://schemas.openxmlformats.org/officeDocument/2006/relationships/image" Target="../media/image299.png"/><Relationship Id="rId4" Type="http://schemas.openxmlformats.org/officeDocument/2006/relationships/customXml" Target="../ink/ink277.xml"/><Relationship Id="rId9" Type="http://schemas.openxmlformats.org/officeDocument/2006/relationships/image" Target="../media/image294.png"/><Relationship Id="rId14" Type="http://schemas.openxmlformats.org/officeDocument/2006/relationships/customXml" Target="../ink/ink282.xml"/><Relationship Id="rId22" Type="http://schemas.openxmlformats.org/officeDocument/2006/relationships/customXml" Target="../ink/ink28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0.xml.rels><?xml version="1.0" encoding="UTF-8" standalone="yes"?>
<Relationships xmlns="http://schemas.openxmlformats.org/package/2006/relationships"><Relationship Id="rId26" Type="http://schemas.openxmlformats.org/officeDocument/2006/relationships/image" Target="../media/image312.png"/><Relationship Id="rId21" Type="http://schemas.openxmlformats.org/officeDocument/2006/relationships/customXml" Target="../ink/ink296.xml"/><Relationship Id="rId42" Type="http://schemas.openxmlformats.org/officeDocument/2006/relationships/image" Target="../media/image320.png"/><Relationship Id="rId47" Type="http://schemas.openxmlformats.org/officeDocument/2006/relationships/customXml" Target="../ink/ink309.xml"/><Relationship Id="rId63" Type="http://schemas.openxmlformats.org/officeDocument/2006/relationships/customXml" Target="../ink/ink317.xml"/><Relationship Id="rId68" Type="http://schemas.openxmlformats.org/officeDocument/2006/relationships/image" Target="../media/image333.png"/><Relationship Id="rId2" Type="http://schemas.openxmlformats.org/officeDocument/2006/relationships/notesSlide" Target="../notesSlides/notesSlide5.xml"/><Relationship Id="rId16" Type="http://schemas.openxmlformats.org/officeDocument/2006/relationships/image" Target="../media/image77.png"/><Relationship Id="rId29" Type="http://schemas.openxmlformats.org/officeDocument/2006/relationships/customXml" Target="../ink/ink300.xml"/><Relationship Id="rId11" Type="http://schemas.openxmlformats.org/officeDocument/2006/relationships/customXml" Target="../ink/ink291.xml"/><Relationship Id="rId24" Type="http://schemas.openxmlformats.org/officeDocument/2006/relationships/image" Target="../media/image311.png"/><Relationship Id="rId32" Type="http://schemas.openxmlformats.org/officeDocument/2006/relationships/image" Target="../media/image315.png"/><Relationship Id="rId37" Type="http://schemas.openxmlformats.org/officeDocument/2006/relationships/customXml" Target="../ink/ink304.xml"/><Relationship Id="rId40" Type="http://schemas.openxmlformats.org/officeDocument/2006/relationships/image" Target="../media/image319.png"/><Relationship Id="rId45" Type="http://schemas.openxmlformats.org/officeDocument/2006/relationships/customXml" Target="../ink/ink308.xml"/><Relationship Id="rId53" Type="http://schemas.openxmlformats.org/officeDocument/2006/relationships/customXml" Target="../ink/ink312.xml"/><Relationship Id="rId58" Type="http://schemas.openxmlformats.org/officeDocument/2006/relationships/image" Target="../media/image328.png"/><Relationship Id="rId66" Type="http://schemas.openxmlformats.org/officeDocument/2006/relationships/image" Target="../media/image332.png"/><Relationship Id="rId74" Type="http://schemas.openxmlformats.org/officeDocument/2006/relationships/image" Target="../media/image336.png"/><Relationship Id="rId5" Type="http://schemas.openxmlformats.org/officeDocument/2006/relationships/customXml" Target="../ink/ink288.xml"/><Relationship Id="rId61" Type="http://schemas.openxmlformats.org/officeDocument/2006/relationships/customXml" Target="../ink/ink316.xml"/><Relationship Id="rId19" Type="http://schemas.openxmlformats.org/officeDocument/2006/relationships/customXml" Target="../ink/ink295.xml"/><Relationship Id="rId14" Type="http://schemas.openxmlformats.org/officeDocument/2006/relationships/image" Target="../media/image307.png"/><Relationship Id="rId22" Type="http://schemas.openxmlformats.org/officeDocument/2006/relationships/image" Target="../media/image310.png"/><Relationship Id="rId27" Type="http://schemas.openxmlformats.org/officeDocument/2006/relationships/customXml" Target="../ink/ink299.xml"/><Relationship Id="rId30" Type="http://schemas.openxmlformats.org/officeDocument/2006/relationships/image" Target="../media/image314.png"/><Relationship Id="rId35" Type="http://schemas.openxmlformats.org/officeDocument/2006/relationships/customXml" Target="../ink/ink303.xml"/><Relationship Id="rId43" Type="http://schemas.openxmlformats.org/officeDocument/2006/relationships/customXml" Target="../ink/ink307.xml"/><Relationship Id="rId48" Type="http://schemas.openxmlformats.org/officeDocument/2006/relationships/image" Target="../media/image323.png"/><Relationship Id="rId56" Type="http://schemas.openxmlformats.org/officeDocument/2006/relationships/image" Target="../media/image327.png"/><Relationship Id="rId64" Type="http://schemas.openxmlformats.org/officeDocument/2006/relationships/image" Target="../media/image331.png"/><Relationship Id="rId69" Type="http://schemas.openxmlformats.org/officeDocument/2006/relationships/customXml" Target="../ink/ink320.xml"/><Relationship Id="rId8" Type="http://schemas.openxmlformats.org/officeDocument/2006/relationships/image" Target="../media/image304.png"/><Relationship Id="rId51" Type="http://schemas.openxmlformats.org/officeDocument/2006/relationships/customXml" Target="../ink/ink311.xml"/><Relationship Id="rId72" Type="http://schemas.openxmlformats.org/officeDocument/2006/relationships/image" Target="../media/image335.png"/><Relationship Id="rId3" Type="http://schemas.openxmlformats.org/officeDocument/2006/relationships/customXml" Target="../ink/ink287.xml"/><Relationship Id="rId12" Type="http://schemas.openxmlformats.org/officeDocument/2006/relationships/image" Target="../media/image306.png"/><Relationship Id="rId17" Type="http://schemas.openxmlformats.org/officeDocument/2006/relationships/customXml" Target="../ink/ink294.xml"/><Relationship Id="rId25" Type="http://schemas.openxmlformats.org/officeDocument/2006/relationships/customXml" Target="../ink/ink298.xml"/><Relationship Id="rId33" Type="http://schemas.openxmlformats.org/officeDocument/2006/relationships/customXml" Target="../ink/ink302.xml"/><Relationship Id="rId38" Type="http://schemas.openxmlformats.org/officeDocument/2006/relationships/image" Target="../media/image318.png"/><Relationship Id="rId46" Type="http://schemas.openxmlformats.org/officeDocument/2006/relationships/image" Target="../media/image322.png"/><Relationship Id="rId59" Type="http://schemas.openxmlformats.org/officeDocument/2006/relationships/customXml" Target="../ink/ink315.xml"/><Relationship Id="rId67" Type="http://schemas.openxmlformats.org/officeDocument/2006/relationships/customXml" Target="../ink/ink319.xml"/><Relationship Id="rId20" Type="http://schemas.openxmlformats.org/officeDocument/2006/relationships/image" Target="../media/image309.png"/><Relationship Id="rId41" Type="http://schemas.openxmlformats.org/officeDocument/2006/relationships/customXml" Target="../ink/ink306.xml"/><Relationship Id="rId54" Type="http://schemas.openxmlformats.org/officeDocument/2006/relationships/image" Target="../media/image326.png"/><Relationship Id="rId62" Type="http://schemas.openxmlformats.org/officeDocument/2006/relationships/image" Target="../media/image330.png"/><Relationship Id="rId70" Type="http://schemas.openxmlformats.org/officeDocument/2006/relationships/image" Target="../media/image334.png"/><Relationship Id="rId1" Type="http://schemas.openxmlformats.org/officeDocument/2006/relationships/slideLayout" Target="../slideLayouts/slideLayout39.xml"/><Relationship Id="rId6" Type="http://schemas.openxmlformats.org/officeDocument/2006/relationships/image" Target="../media/image303.png"/><Relationship Id="rId15" Type="http://schemas.openxmlformats.org/officeDocument/2006/relationships/customXml" Target="../ink/ink293.xml"/><Relationship Id="rId23" Type="http://schemas.openxmlformats.org/officeDocument/2006/relationships/customXml" Target="../ink/ink297.xml"/><Relationship Id="rId28" Type="http://schemas.openxmlformats.org/officeDocument/2006/relationships/image" Target="../media/image313.png"/><Relationship Id="rId36" Type="http://schemas.openxmlformats.org/officeDocument/2006/relationships/image" Target="../media/image317.png"/><Relationship Id="rId49" Type="http://schemas.openxmlformats.org/officeDocument/2006/relationships/customXml" Target="../ink/ink310.xml"/><Relationship Id="rId57" Type="http://schemas.openxmlformats.org/officeDocument/2006/relationships/customXml" Target="../ink/ink314.xml"/><Relationship Id="rId10" Type="http://schemas.openxmlformats.org/officeDocument/2006/relationships/image" Target="../media/image305.png"/><Relationship Id="rId31" Type="http://schemas.openxmlformats.org/officeDocument/2006/relationships/customXml" Target="../ink/ink301.xml"/><Relationship Id="rId44" Type="http://schemas.openxmlformats.org/officeDocument/2006/relationships/image" Target="../media/image321.png"/><Relationship Id="rId52" Type="http://schemas.openxmlformats.org/officeDocument/2006/relationships/image" Target="../media/image325.png"/><Relationship Id="rId60" Type="http://schemas.openxmlformats.org/officeDocument/2006/relationships/image" Target="../media/image329.png"/><Relationship Id="rId65" Type="http://schemas.openxmlformats.org/officeDocument/2006/relationships/customXml" Target="../ink/ink318.xml"/><Relationship Id="rId73" Type="http://schemas.openxmlformats.org/officeDocument/2006/relationships/customXml" Target="../ink/ink322.xml"/><Relationship Id="rId4" Type="http://schemas.openxmlformats.org/officeDocument/2006/relationships/image" Target="../media/image302.png"/><Relationship Id="rId9" Type="http://schemas.openxmlformats.org/officeDocument/2006/relationships/customXml" Target="../ink/ink290.xml"/><Relationship Id="rId13" Type="http://schemas.openxmlformats.org/officeDocument/2006/relationships/customXml" Target="../ink/ink292.xml"/><Relationship Id="rId18" Type="http://schemas.openxmlformats.org/officeDocument/2006/relationships/image" Target="../media/image308.png"/><Relationship Id="rId39" Type="http://schemas.openxmlformats.org/officeDocument/2006/relationships/customXml" Target="../ink/ink305.xml"/><Relationship Id="rId34" Type="http://schemas.openxmlformats.org/officeDocument/2006/relationships/image" Target="../media/image316.png"/><Relationship Id="rId50" Type="http://schemas.openxmlformats.org/officeDocument/2006/relationships/image" Target="../media/image324.png"/><Relationship Id="rId55" Type="http://schemas.openxmlformats.org/officeDocument/2006/relationships/customXml" Target="../ink/ink313.xml"/><Relationship Id="rId7" Type="http://schemas.openxmlformats.org/officeDocument/2006/relationships/customXml" Target="../ink/ink289.xml"/><Relationship Id="rId71" Type="http://schemas.openxmlformats.org/officeDocument/2006/relationships/customXml" Target="../ink/ink3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2.xml.rels><?xml version="1.0" encoding="UTF-8" standalone="yes"?>
<Relationships xmlns="http://schemas.openxmlformats.org/package/2006/relationships"><Relationship Id="rId26" Type="http://schemas.openxmlformats.org/officeDocument/2006/relationships/image" Target="../media/image3190.png"/><Relationship Id="rId117" Type="http://schemas.openxmlformats.org/officeDocument/2006/relationships/customXml" Target="../ink/ink380.xml"/><Relationship Id="rId21" Type="http://schemas.openxmlformats.org/officeDocument/2006/relationships/customXml" Target="../ink/ink332.xml"/><Relationship Id="rId42" Type="http://schemas.openxmlformats.org/officeDocument/2006/relationships/image" Target="../media/image3270.png"/><Relationship Id="rId47" Type="http://schemas.openxmlformats.org/officeDocument/2006/relationships/customXml" Target="../ink/ink345.xml"/><Relationship Id="rId63" Type="http://schemas.openxmlformats.org/officeDocument/2006/relationships/customXml" Target="../ink/ink353.xml"/><Relationship Id="rId68" Type="http://schemas.openxmlformats.org/officeDocument/2006/relationships/image" Target="../media/image340.png"/><Relationship Id="rId84" Type="http://schemas.openxmlformats.org/officeDocument/2006/relationships/image" Target="../media/image348.png"/><Relationship Id="rId89" Type="http://schemas.openxmlformats.org/officeDocument/2006/relationships/customXml" Target="../ink/ink366.xml"/><Relationship Id="rId112" Type="http://schemas.openxmlformats.org/officeDocument/2006/relationships/image" Target="../media/image362.png"/><Relationship Id="rId16" Type="http://schemas.openxmlformats.org/officeDocument/2006/relationships/image" Target="../media/image3140.png"/><Relationship Id="rId107" Type="http://schemas.openxmlformats.org/officeDocument/2006/relationships/customXml" Target="../ink/ink375.xml"/><Relationship Id="rId11" Type="http://schemas.openxmlformats.org/officeDocument/2006/relationships/customXml" Target="../ink/ink327.xml"/><Relationship Id="rId32" Type="http://schemas.openxmlformats.org/officeDocument/2006/relationships/image" Target="../media/image3220.png"/><Relationship Id="rId37" Type="http://schemas.openxmlformats.org/officeDocument/2006/relationships/customXml" Target="../ink/ink340.xml"/><Relationship Id="rId53" Type="http://schemas.openxmlformats.org/officeDocument/2006/relationships/customXml" Target="../ink/ink348.xml"/><Relationship Id="rId58" Type="http://schemas.openxmlformats.org/officeDocument/2006/relationships/image" Target="../media/image3350.png"/><Relationship Id="rId74" Type="http://schemas.openxmlformats.org/officeDocument/2006/relationships/image" Target="../media/image343.png"/><Relationship Id="rId79" Type="http://schemas.openxmlformats.org/officeDocument/2006/relationships/customXml" Target="../ink/ink361.xml"/><Relationship Id="rId102" Type="http://schemas.openxmlformats.org/officeDocument/2006/relationships/image" Target="../media/image357.png"/><Relationship Id="rId5" Type="http://schemas.openxmlformats.org/officeDocument/2006/relationships/customXml" Target="../ink/ink324.xml"/><Relationship Id="rId90" Type="http://schemas.openxmlformats.org/officeDocument/2006/relationships/image" Target="../media/image351.png"/><Relationship Id="rId95" Type="http://schemas.openxmlformats.org/officeDocument/2006/relationships/customXml" Target="../ink/ink369.xml"/><Relationship Id="rId22" Type="http://schemas.openxmlformats.org/officeDocument/2006/relationships/image" Target="../media/image3170.png"/><Relationship Id="rId27" Type="http://schemas.openxmlformats.org/officeDocument/2006/relationships/customXml" Target="../ink/ink335.xml"/><Relationship Id="rId43" Type="http://schemas.openxmlformats.org/officeDocument/2006/relationships/customXml" Target="../ink/ink343.xml"/><Relationship Id="rId48" Type="http://schemas.openxmlformats.org/officeDocument/2006/relationships/image" Target="../media/image3300.png"/><Relationship Id="rId64" Type="http://schemas.openxmlformats.org/officeDocument/2006/relationships/image" Target="../media/image338.png"/><Relationship Id="rId69" Type="http://schemas.openxmlformats.org/officeDocument/2006/relationships/customXml" Target="../ink/ink356.xml"/><Relationship Id="rId113" Type="http://schemas.openxmlformats.org/officeDocument/2006/relationships/customXml" Target="../ink/ink378.xml"/><Relationship Id="rId118" Type="http://schemas.openxmlformats.org/officeDocument/2006/relationships/image" Target="../media/image365.png"/><Relationship Id="rId80" Type="http://schemas.openxmlformats.org/officeDocument/2006/relationships/image" Target="../media/image346.png"/><Relationship Id="rId85" Type="http://schemas.openxmlformats.org/officeDocument/2006/relationships/customXml" Target="../ink/ink364.xml"/><Relationship Id="rId12" Type="http://schemas.openxmlformats.org/officeDocument/2006/relationships/image" Target="../media/image3120.png"/><Relationship Id="rId17" Type="http://schemas.openxmlformats.org/officeDocument/2006/relationships/customXml" Target="../ink/ink330.xml"/><Relationship Id="rId33" Type="http://schemas.openxmlformats.org/officeDocument/2006/relationships/customXml" Target="../ink/ink338.xml"/><Relationship Id="rId38" Type="http://schemas.openxmlformats.org/officeDocument/2006/relationships/image" Target="../media/image3250.png"/><Relationship Id="rId59" Type="http://schemas.openxmlformats.org/officeDocument/2006/relationships/customXml" Target="../ink/ink351.xml"/><Relationship Id="rId103" Type="http://schemas.openxmlformats.org/officeDocument/2006/relationships/customXml" Target="../ink/ink373.xml"/><Relationship Id="rId108" Type="http://schemas.openxmlformats.org/officeDocument/2006/relationships/image" Target="../media/image360.png"/><Relationship Id="rId54" Type="http://schemas.openxmlformats.org/officeDocument/2006/relationships/image" Target="../media/image3330.png"/><Relationship Id="rId70" Type="http://schemas.openxmlformats.org/officeDocument/2006/relationships/image" Target="../media/image341.png"/><Relationship Id="rId75" Type="http://schemas.openxmlformats.org/officeDocument/2006/relationships/customXml" Target="../ink/ink359.xml"/><Relationship Id="rId91" Type="http://schemas.openxmlformats.org/officeDocument/2006/relationships/customXml" Target="../ink/ink367.xml"/><Relationship Id="rId96" Type="http://schemas.openxmlformats.org/officeDocument/2006/relationships/image" Target="../media/image354.png"/><Relationship Id="rId1" Type="http://schemas.openxmlformats.org/officeDocument/2006/relationships/slideLayout" Target="../slideLayouts/slideLayout39.xml"/><Relationship Id="rId6" Type="http://schemas.openxmlformats.org/officeDocument/2006/relationships/image" Target="../media/image3090.png"/><Relationship Id="rId23" Type="http://schemas.openxmlformats.org/officeDocument/2006/relationships/customXml" Target="../ink/ink333.xml"/><Relationship Id="rId28" Type="http://schemas.openxmlformats.org/officeDocument/2006/relationships/image" Target="../media/image3200.png"/><Relationship Id="rId49" Type="http://schemas.openxmlformats.org/officeDocument/2006/relationships/customXml" Target="../ink/ink346.xml"/><Relationship Id="rId114" Type="http://schemas.openxmlformats.org/officeDocument/2006/relationships/image" Target="../media/image363.png"/><Relationship Id="rId10" Type="http://schemas.openxmlformats.org/officeDocument/2006/relationships/image" Target="../media/image3110.png"/><Relationship Id="rId31" Type="http://schemas.openxmlformats.org/officeDocument/2006/relationships/customXml" Target="../ink/ink337.xml"/><Relationship Id="rId44" Type="http://schemas.openxmlformats.org/officeDocument/2006/relationships/image" Target="../media/image3280.png"/><Relationship Id="rId52" Type="http://schemas.openxmlformats.org/officeDocument/2006/relationships/image" Target="../media/image3320.png"/><Relationship Id="rId60" Type="http://schemas.openxmlformats.org/officeDocument/2006/relationships/image" Target="../media/image3360.png"/><Relationship Id="rId65" Type="http://schemas.openxmlformats.org/officeDocument/2006/relationships/customXml" Target="../ink/ink354.xml"/><Relationship Id="rId73" Type="http://schemas.openxmlformats.org/officeDocument/2006/relationships/customXml" Target="../ink/ink358.xml"/><Relationship Id="rId78" Type="http://schemas.openxmlformats.org/officeDocument/2006/relationships/image" Target="../media/image345.png"/><Relationship Id="rId81" Type="http://schemas.openxmlformats.org/officeDocument/2006/relationships/customXml" Target="../ink/ink362.xml"/><Relationship Id="rId86" Type="http://schemas.openxmlformats.org/officeDocument/2006/relationships/image" Target="../media/image349.png"/><Relationship Id="rId94" Type="http://schemas.openxmlformats.org/officeDocument/2006/relationships/image" Target="../media/image353.png"/><Relationship Id="rId99" Type="http://schemas.openxmlformats.org/officeDocument/2006/relationships/customXml" Target="../ink/ink371.xml"/><Relationship Id="rId101" Type="http://schemas.openxmlformats.org/officeDocument/2006/relationships/customXml" Target="../ink/ink372.xml"/><Relationship Id="rId4" Type="http://schemas.openxmlformats.org/officeDocument/2006/relationships/image" Target="../media/image3080.png"/><Relationship Id="rId9" Type="http://schemas.openxmlformats.org/officeDocument/2006/relationships/customXml" Target="../ink/ink326.xml"/><Relationship Id="rId13" Type="http://schemas.openxmlformats.org/officeDocument/2006/relationships/customXml" Target="../ink/ink328.xml"/><Relationship Id="rId18" Type="http://schemas.openxmlformats.org/officeDocument/2006/relationships/image" Target="../media/image3150.png"/><Relationship Id="rId39" Type="http://schemas.openxmlformats.org/officeDocument/2006/relationships/customXml" Target="../ink/ink341.xml"/><Relationship Id="rId109" Type="http://schemas.openxmlformats.org/officeDocument/2006/relationships/customXml" Target="../ink/ink376.xml"/><Relationship Id="rId34" Type="http://schemas.openxmlformats.org/officeDocument/2006/relationships/image" Target="../media/image3230.png"/><Relationship Id="rId50" Type="http://schemas.openxmlformats.org/officeDocument/2006/relationships/image" Target="../media/image3310.png"/><Relationship Id="rId55" Type="http://schemas.openxmlformats.org/officeDocument/2006/relationships/customXml" Target="../ink/ink349.xml"/><Relationship Id="rId76" Type="http://schemas.openxmlformats.org/officeDocument/2006/relationships/image" Target="../media/image344.png"/><Relationship Id="rId97" Type="http://schemas.openxmlformats.org/officeDocument/2006/relationships/customXml" Target="../ink/ink370.xml"/><Relationship Id="rId104" Type="http://schemas.openxmlformats.org/officeDocument/2006/relationships/image" Target="../media/image358.png"/><Relationship Id="rId7" Type="http://schemas.openxmlformats.org/officeDocument/2006/relationships/customXml" Target="../ink/ink325.xml"/><Relationship Id="rId71" Type="http://schemas.openxmlformats.org/officeDocument/2006/relationships/customXml" Target="../ink/ink357.xml"/><Relationship Id="rId92" Type="http://schemas.openxmlformats.org/officeDocument/2006/relationships/image" Target="../media/image352.png"/><Relationship Id="rId2" Type="http://schemas.openxmlformats.org/officeDocument/2006/relationships/notesSlide" Target="../notesSlides/notesSlide6.xml"/><Relationship Id="rId29" Type="http://schemas.openxmlformats.org/officeDocument/2006/relationships/customXml" Target="../ink/ink336.xml"/><Relationship Id="rId24" Type="http://schemas.openxmlformats.org/officeDocument/2006/relationships/image" Target="../media/image3180.png"/><Relationship Id="rId40" Type="http://schemas.openxmlformats.org/officeDocument/2006/relationships/image" Target="../media/image3260.png"/><Relationship Id="rId45" Type="http://schemas.openxmlformats.org/officeDocument/2006/relationships/customXml" Target="../ink/ink344.xml"/><Relationship Id="rId66" Type="http://schemas.openxmlformats.org/officeDocument/2006/relationships/image" Target="../media/image339.png"/><Relationship Id="rId87" Type="http://schemas.openxmlformats.org/officeDocument/2006/relationships/customXml" Target="../ink/ink365.xml"/><Relationship Id="rId110" Type="http://schemas.openxmlformats.org/officeDocument/2006/relationships/image" Target="../media/image361.png"/><Relationship Id="rId115" Type="http://schemas.openxmlformats.org/officeDocument/2006/relationships/customXml" Target="../ink/ink379.xml"/><Relationship Id="rId61" Type="http://schemas.openxmlformats.org/officeDocument/2006/relationships/customXml" Target="../ink/ink352.xml"/><Relationship Id="rId82" Type="http://schemas.openxmlformats.org/officeDocument/2006/relationships/image" Target="../media/image347.png"/><Relationship Id="rId19" Type="http://schemas.openxmlformats.org/officeDocument/2006/relationships/customXml" Target="../ink/ink331.xml"/><Relationship Id="rId14" Type="http://schemas.openxmlformats.org/officeDocument/2006/relationships/image" Target="../media/image3130.png"/><Relationship Id="rId30" Type="http://schemas.openxmlformats.org/officeDocument/2006/relationships/image" Target="../media/image3210.png"/><Relationship Id="rId35" Type="http://schemas.openxmlformats.org/officeDocument/2006/relationships/customXml" Target="../ink/ink339.xml"/><Relationship Id="rId56" Type="http://schemas.openxmlformats.org/officeDocument/2006/relationships/image" Target="../media/image3340.png"/><Relationship Id="rId77" Type="http://schemas.openxmlformats.org/officeDocument/2006/relationships/customXml" Target="../ink/ink360.xml"/><Relationship Id="rId100" Type="http://schemas.openxmlformats.org/officeDocument/2006/relationships/image" Target="../media/image356.png"/><Relationship Id="rId105" Type="http://schemas.openxmlformats.org/officeDocument/2006/relationships/customXml" Target="../ink/ink374.xml"/><Relationship Id="rId8" Type="http://schemas.openxmlformats.org/officeDocument/2006/relationships/image" Target="../media/image3100.png"/><Relationship Id="rId51" Type="http://schemas.openxmlformats.org/officeDocument/2006/relationships/customXml" Target="../ink/ink347.xml"/><Relationship Id="rId72" Type="http://schemas.openxmlformats.org/officeDocument/2006/relationships/image" Target="../media/image342.png"/><Relationship Id="rId93" Type="http://schemas.openxmlformats.org/officeDocument/2006/relationships/customXml" Target="../ink/ink368.xml"/><Relationship Id="rId98" Type="http://schemas.openxmlformats.org/officeDocument/2006/relationships/image" Target="../media/image355.png"/><Relationship Id="rId3" Type="http://schemas.openxmlformats.org/officeDocument/2006/relationships/customXml" Target="../ink/ink323.xml"/><Relationship Id="rId25" Type="http://schemas.openxmlformats.org/officeDocument/2006/relationships/customXml" Target="../ink/ink334.xml"/><Relationship Id="rId46" Type="http://schemas.openxmlformats.org/officeDocument/2006/relationships/image" Target="../media/image3290.png"/><Relationship Id="rId67" Type="http://schemas.openxmlformats.org/officeDocument/2006/relationships/customXml" Target="../ink/ink355.xml"/><Relationship Id="rId116" Type="http://schemas.openxmlformats.org/officeDocument/2006/relationships/image" Target="../media/image364.png"/><Relationship Id="rId20" Type="http://schemas.openxmlformats.org/officeDocument/2006/relationships/image" Target="../media/image3160.png"/><Relationship Id="rId41" Type="http://schemas.openxmlformats.org/officeDocument/2006/relationships/customXml" Target="../ink/ink342.xml"/><Relationship Id="rId62" Type="http://schemas.openxmlformats.org/officeDocument/2006/relationships/image" Target="../media/image337.png"/><Relationship Id="rId83" Type="http://schemas.openxmlformats.org/officeDocument/2006/relationships/customXml" Target="../ink/ink363.xml"/><Relationship Id="rId88" Type="http://schemas.openxmlformats.org/officeDocument/2006/relationships/image" Target="../media/image350.png"/><Relationship Id="rId111" Type="http://schemas.openxmlformats.org/officeDocument/2006/relationships/customXml" Target="../ink/ink377.xml"/><Relationship Id="rId15" Type="http://schemas.openxmlformats.org/officeDocument/2006/relationships/customXml" Target="../ink/ink329.xml"/><Relationship Id="rId36" Type="http://schemas.openxmlformats.org/officeDocument/2006/relationships/image" Target="../media/image3240.png"/><Relationship Id="rId57" Type="http://schemas.openxmlformats.org/officeDocument/2006/relationships/customXml" Target="../ink/ink350.xml"/><Relationship Id="rId106" Type="http://schemas.openxmlformats.org/officeDocument/2006/relationships/image" Target="../media/image35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4.xml.rels><?xml version="1.0" encoding="UTF-8" standalone="yes"?>
<Relationships xmlns="http://schemas.openxmlformats.org/package/2006/relationships"><Relationship Id="rId26" Type="http://schemas.openxmlformats.org/officeDocument/2006/relationships/customXml" Target="../ink/ink393.xml"/><Relationship Id="rId21" Type="http://schemas.openxmlformats.org/officeDocument/2006/relationships/image" Target="../media/image375.png"/><Relationship Id="rId42" Type="http://schemas.openxmlformats.org/officeDocument/2006/relationships/customXml" Target="../ink/ink401.xml"/><Relationship Id="rId47" Type="http://schemas.openxmlformats.org/officeDocument/2006/relationships/image" Target="../media/image388.png"/><Relationship Id="rId63" Type="http://schemas.openxmlformats.org/officeDocument/2006/relationships/image" Target="../media/image396.png"/><Relationship Id="rId68" Type="http://schemas.openxmlformats.org/officeDocument/2006/relationships/customXml" Target="../ink/ink414.xml"/><Relationship Id="rId7" Type="http://schemas.openxmlformats.org/officeDocument/2006/relationships/image" Target="../media/image368.png"/><Relationship Id="rId71" Type="http://schemas.openxmlformats.org/officeDocument/2006/relationships/image" Target="../media/image400.png"/><Relationship Id="rId2" Type="http://schemas.openxmlformats.org/officeDocument/2006/relationships/customXml" Target="../ink/ink381.xml"/><Relationship Id="rId16" Type="http://schemas.openxmlformats.org/officeDocument/2006/relationships/customXml" Target="../ink/ink388.xml"/><Relationship Id="rId29" Type="http://schemas.openxmlformats.org/officeDocument/2006/relationships/image" Target="../media/image379.png"/><Relationship Id="rId11" Type="http://schemas.openxmlformats.org/officeDocument/2006/relationships/image" Target="../media/image370.png"/><Relationship Id="rId24" Type="http://schemas.openxmlformats.org/officeDocument/2006/relationships/customXml" Target="../ink/ink392.xml"/><Relationship Id="rId32" Type="http://schemas.openxmlformats.org/officeDocument/2006/relationships/customXml" Target="../ink/ink396.xml"/><Relationship Id="rId37" Type="http://schemas.openxmlformats.org/officeDocument/2006/relationships/image" Target="../media/image383.png"/><Relationship Id="rId40" Type="http://schemas.openxmlformats.org/officeDocument/2006/relationships/customXml" Target="../ink/ink400.xml"/><Relationship Id="rId45" Type="http://schemas.openxmlformats.org/officeDocument/2006/relationships/image" Target="../media/image387.png"/><Relationship Id="rId53" Type="http://schemas.openxmlformats.org/officeDocument/2006/relationships/image" Target="../media/image391.png"/><Relationship Id="rId58" Type="http://schemas.openxmlformats.org/officeDocument/2006/relationships/customXml" Target="../ink/ink409.xml"/><Relationship Id="rId66" Type="http://schemas.openxmlformats.org/officeDocument/2006/relationships/customXml" Target="../ink/ink413.xml"/><Relationship Id="rId5" Type="http://schemas.openxmlformats.org/officeDocument/2006/relationships/image" Target="../media/image367.png"/><Relationship Id="rId61" Type="http://schemas.openxmlformats.org/officeDocument/2006/relationships/image" Target="../media/image395.png"/><Relationship Id="rId19" Type="http://schemas.openxmlformats.org/officeDocument/2006/relationships/image" Target="../media/image374.png"/><Relationship Id="rId14" Type="http://schemas.openxmlformats.org/officeDocument/2006/relationships/customXml" Target="../ink/ink387.xml"/><Relationship Id="rId22" Type="http://schemas.openxmlformats.org/officeDocument/2006/relationships/customXml" Target="../ink/ink391.xml"/><Relationship Id="rId27" Type="http://schemas.openxmlformats.org/officeDocument/2006/relationships/image" Target="../media/image378.png"/><Relationship Id="rId30" Type="http://schemas.openxmlformats.org/officeDocument/2006/relationships/customXml" Target="../ink/ink395.xml"/><Relationship Id="rId35" Type="http://schemas.openxmlformats.org/officeDocument/2006/relationships/image" Target="../media/image382.png"/><Relationship Id="rId43" Type="http://schemas.openxmlformats.org/officeDocument/2006/relationships/image" Target="../media/image386.png"/><Relationship Id="rId48" Type="http://schemas.openxmlformats.org/officeDocument/2006/relationships/customXml" Target="../ink/ink404.xml"/><Relationship Id="rId56" Type="http://schemas.openxmlformats.org/officeDocument/2006/relationships/customXml" Target="../ink/ink408.xml"/><Relationship Id="rId64" Type="http://schemas.openxmlformats.org/officeDocument/2006/relationships/customXml" Target="../ink/ink412.xml"/><Relationship Id="rId69" Type="http://schemas.openxmlformats.org/officeDocument/2006/relationships/image" Target="../media/image399.png"/><Relationship Id="rId8" Type="http://schemas.openxmlformats.org/officeDocument/2006/relationships/customXml" Target="../ink/ink384.xml"/><Relationship Id="rId51" Type="http://schemas.openxmlformats.org/officeDocument/2006/relationships/image" Target="../media/image390.png"/><Relationship Id="rId3" Type="http://schemas.openxmlformats.org/officeDocument/2006/relationships/image" Target="../media/image366.png"/><Relationship Id="rId12" Type="http://schemas.openxmlformats.org/officeDocument/2006/relationships/customXml" Target="../ink/ink386.xml"/><Relationship Id="rId17" Type="http://schemas.openxmlformats.org/officeDocument/2006/relationships/image" Target="../media/image373.png"/><Relationship Id="rId25" Type="http://schemas.openxmlformats.org/officeDocument/2006/relationships/image" Target="../media/image377.png"/><Relationship Id="rId33" Type="http://schemas.openxmlformats.org/officeDocument/2006/relationships/image" Target="../media/image381.png"/><Relationship Id="rId38" Type="http://schemas.openxmlformats.org/officeDocument/2006/relationships/customXml" Target="../ink/ink399.xml"/><Relationship Id="rId46" Type="http://schemas.openxmlformats.org/officeDocument/2006/relationships/customXml" Target="../ink/ink403.xml"/><Relationship Id="rId59" Type="http://schemas.openxmlformats.org/officeDocument/2006/relationships/image" Target="../media/image394.png"/><Relationship Id="rId67" Type="http://schemas.openxmlformats.org/officeDocument/2006/relationships/image" Target="../media/image398.png"/><Relationship Id="rId20" Type="http://schemas.openxmlformats.org/officeDocument/2006/relationships/customXml" Target="../ink/ink390.xml"/><Relationship Id="rId41" Type="http://schemas.openxmlformats.org/officeDocument/2006/relationships/image" Target="../media/image385.png"/><Relationship Id="rId54" Type="http://schemas.openxmlformats.org/officeDocument/2006/relationships/customXml" Target="../ink/ink407.xml"/><Relationship Id="rId62" Type="http://schemas.openxmlformats.org/officeDocument/2006/relationships/customXml" Target="../ink/ink411.xml"/><Relationship Id="rId70" Type="http://schemas.openxmlformats.org/officeDocument/2006/relationships/customXml" Target="../ink/ink415.xml"/><Relationship Id="rId1" Type="http://schemas.openxmlformats.org/officeDocument/2006/relationships/slideLayout" Target="../slideLayouts/slideLayout39.xml"/><Relationship Id="rId6" Type="http://schemas.openxmlformats.org/officeDocument/2006/relationships/customXml" Target="../ink/ink383.xml"/><Relationship Id="rId15" Type="http://schemas.openxmlformats.org/officeDocument/2006/relationships/image" Target="../media/image372.png"/><Relationship Id="rId23" Type="http://schemas.openxmlformats.org/officeDocument/2006/relationships/image" Target="../media/image376.png"/><Relationship Id="rId28" Type="http://schemas.openxmlformats.org/officeDocument/2006/relationships/customXml" Target="../ink/ink394.xml"/><Relationship Id="rId36" Type="http://schemas.openxmlformats.org/officeDocument/2006/relationships/customXml" Target="../ink/ink398.xml"/><Relationship Id="rId49" Type="http://schemas.openxmlformats.org/officeDocument/2006/relationships/image" Target="../media/image389.png"/><Relationship Id="rId57" Type="http://schemas.openxmlformats.org/officeDocument/2006/relationships/image" Target="../media/image393.png"/><Relationship Id="rId10" Type="http://schemas.openxmlformats.org/officeDocument/2006/relationships/customXml" Target="../ink/ink385.xml"/><Relationship Id="rId31" Type="http://schemas.openxmlformats.org/officeDocument/2006/relationships/image" Target="../media/image380.png"/><Relationship Id="rId44" Type="http://schemas.openxmlformats.org/officeDocument/2006/relationships/customXml" Target="../ink/ink402.xml"/><Relationship Id="rId52" Type="http://schemas.openxmlformats.org/officeDocument/2006/relationships/customXml" Target="../ink/ink406.xml"/><Relationship Id="rId60" Type="http://schemas.openxmlformats.org/officeDocument/2006/relationships/customXml" Target="../ink/ink410.xml"/><Relationship Id="rId65" Type="http://schemas.openxmlformats.org/officeDocument/2006/relationships/image" Target="../media/image397.png"/><Relationship Id="rId4" Type="http://schemas.openxmlformats.org/officeDocument/2006/relationships/customXml" Target="../ink/ink382.xml"/><Relationship Id="rId9" Type="http://schemas.openxmlformats.org/officeDocument/2006/relationships/image" Target="../media/image369.png"/><Relationship Id="rId13" Type="http://schemas.openxmlformats.org/officeDocument/2006/relationships/image" Target="../media/image371.png"/><Relationship Id="rId18" Type="http://schemas.openxmlformats.org/officeDocument/2006/relationships/customXml" Target="../ink/ink389.xml"/><Relationship Id="rId39" Type="http://schemas.openxmlformats.org/officeDocument/2006/relationships/image" Target="../media/image384.png"/><Relationship Id="rId34" Type="http://schemas.openxmlformats.org/officeDocument/2006/relationships/customXml" Target="../ink/ink397.xml"/><Relationship Id="rId50" Type="http://schemas.openxmlformats.org/officeDocument/2006/relationships/customXml" Target="../ink/ink405.xml"/><Relationship Id="rId55" Type="http://schemas.openxmlformats.org/officeDocument/2006/relationships/image" Target="../media/image392.png"/></Relationships>
</file>

<file path=ppt/slides/_rels/slide25.xml.rels><?xml version="1.0" encoding="UTF-8" standalone="yes"?>
<Relationships xmlns="http://schemas.openxmlformats.org/package/2006/relationships"><Relationship Id="rId26" Type="http://schemas.openxmlformats.org/officeDocument/2006/relationships/customXml" Target="../ink/ink426.xml"/><Relationship Id="rId21" Type="http://schemas.openxmlformats.org/officeDocument/2006/relationships/image" Target="../media/image409.png"/><Relationship Id="rId42" Type="http://schemas.openxmlformats.org/officeDocument/2006/relationships/customXml" Target="../ink/ink434.xml"/><Relationship Id="rId47" Type="http://schemas.openxmlformats.org/officeDocument/2006/relationships/image" Target="../media/image422.png"/><Relationship Id="rId63" Type="http://schemas.openxmlformats.org/officeDocument/2006/relationships/image" Target="../media/image430.png"/><Relationship Id="rId68" Type="http://schemas.openxmlformats.org/officeDocument/2006/relationships/customXml" Target="../ink/ink447.xml"/><Relationship Id="rId16" Type="http://schemas.openxmlformats.org/officeDocument/2006/relationships/customXml" Target="../ink/ink421.xml"/><Relationship Id="rId11" Type="http://schemas.openxmlformats.org/officeDocument/2006/relationships/image" Target="../media/image404.png"/><Relationship Id="rId32" Type="http://schemas.openxmlformats.org/officeDocument/2006/relationships/customXml" Target="../ink/ink429.xml"/><Relationship Id="rId37" Type="http://schemas.openxmlformats.org/officeDocument/2006/relationships/image" Target="../media/image417.png"/><Relationship Id="rId53" Type="http://schemas.openxmlformats.org/officeDocument/2006/relationships/image" Target="../media/image425.png"/><Relationship Id="rId58" Type="http://schemas.openxmlformats.org/officeDocument/2006/relationships/customXml" Target="../ink/ink442.xml"/><Relationship Id="rId74" Type="http://schemas.openxmlformats.org/officeDocument/2006/relationships/customXml" Target="../ink/ink450.xml"/><Relationship Id="rId79" Type="http://schemas.openxmlformats.org/officeDocument/2006/relationships/image" Target="../media/image438.png"/><Relationship Id="rId5" Type="http://schemas.openxmlformats.org/officeDocument/2006/relationships/image" Target="../media/image11.wmf"/><Relationship Id="rId61" Type="http://schemas.openxmlformats.org/officeDocument/2006/relationships/image" Target="../media/image429.png"/><Relationship Id="rId19" Type="http://schemas.openxmlformats.org/officeDocument/2006/relationships/image" Target="../media/image408.png"/><Relationship Id="rId14" Type="http://schemas.openxmlformats.org/officeDocument/2006/relationships/customXml" Target="../ink/ink420.xml"/><Relationship Id="rId22" Type="http://schemas.openxmlformats.org/officeDocument/2006/relationships/customXml" Target="../ink/ink424.xml"/><Relationship Id="rId27" Type="http://schemas.openxmlformats.org/officeDocument/2006/relationships/image" Target="../media/image412.png"/><Relationship Id="rId30" Type="http://schemas.openxmlformats.org/officeDocument/2006/relationships/customXml" Target="../ink/ink428.xml"/><Relationship Id="rId35" Type="http://schemas.openxmlformats.org/officeDocument/2006/relationships/image" Target="../media/image416.png"/><Relationship Id="rId43" Type="http://schemas.openxmlformats.org/officeDocument/2006/relationships/image" Target="../media/image420.png"/><Relationship Id="rId48" Type="http://schemas.openxmlformats.org/officeDocument/2006/relationships/customXml" Target="../ink/ink437.xml"/><Relationship Id="rId56" Type="http://schemas.openxmlformats.org/officeDocument/2006/relationships/customXml" Target="../ink/ink441.xml"/><Relationship Id="rId64" Type="http://schemas.openxmlformats.org/officeDocument/2006/relationships/customXml" Target="../ink/ink445.xml"/><Relationship Id="rId69" Type="http://schemas.openxmlformats.org/officeDocument/2006/relationships/image" Target="../media/image433.png"/><Relationship Id="rId77" Type="http://schemas.openxmlformats.org/officeDocument/2006/relationships/image" Target="../media/image437.png"/><Relationship Id="rId8" Type="http://schemas.openxmlformats.org/officeDocument/2006/relationships/customXml" Target="../ink/ink417.xml"/><Relationship Id="rId51" Type="http://schemas.openxmlformats.org/officeDocument/2006/relationships/image" Target="../media/image424.png"/><Relationship Id="rId72" Type="http://schemas.openxmlformats.org/officeDocument/2006/relationships/customXml" Target="../ink/ink449.xml"/><Relationship Id="rId80" Type="http://schemas.openxmlformats.org/officeDocument/2006/relationships/customXml" Target="../ink/ink453.xml"/><Relationship Id="rId3" Type="http://schemas.openxmlformats.org/officeDocument/2006/relationships/image" Target="../media/image401.png"/><Relationship Id="rId12" Type="http://schemas.openxmlformats.org/officeDocument/2006/relationships/customXml" Target="../ink/ink419.xml"/><Relationship Id="rId17" Type="http://schemas.openxmlformats.org/officeDocument/2006/relationships/image" Target="../media/image407.png"/><Relationship Id="rId25" Type="http://schemas.openxmlformats.org/officeDocument/2006/relationships/image" Target="../media/image411.png"/><Relationship Id="rId33" Type="http://schemas.openxmlformats.org/officeDocument/2006/relationships/image" Target="../media/image415.png"/><Relationship Id="rId38" Type="http://schemas.openxmlformats.org/officeDocument/2006/relationships/customXml" Target="../ink/ink432.xml"/><Relationship Id="rId46" Type="http://schemas.openxmlformats.org/officeDocument/2006/relationships/customXml" Target="../ink/ink436.xml"/><Relationship Id="rId59" Type="http://schemas.openxmlformats.org/officeDocument/2006/relationships/image" Target="../media/image428.png"/><Relationship Id="rId67" Type="http://schemas.openxmlformats.org/officeDocument/2006/relationships/image" Target="../media/image432.png"/><Relationship Id="rId20" Type="http://schemas.openxmlformats.org/officeDocument/2006/relationships/customXml" Target="../ink/ink423.xml"/><Relationship Id="rId41" Type="http://schemas.openxmlformats.org/officeDocument/2006/relationships/image" Target="../media/image419.png"/><Relationship Id="rId54" Type="http://schemas.openxmlformats.org/officeDocument/2006/relationships/customXml" Target="../ink/ink440.xml"/><Relationship Id="rId62" Type="http://schemas.openxmlformats.org/officeDocument/2006/relationships/customXml" Target="../ink/ink444.xml"/><Relationship Id="rId70" Type="http://schemas.openxmlformats.org/officeDocument/2006/relationships/customXml" Target="../ink/ink448.xml"/><Relationship Id="rId75" Type="http://schemas.openxmlformats.org/officeDocument/2006/relationships/image" Target="../media/image436.png"/><Relationship Id="rId1" Type="http://schemas.openxmlformats.org/officeDocument/2006/relationships/slideLayout" Target="../slideLayouts/slideLayout39.xml"/><Relationship Id="rId6" Type="http://schemas.openxmlformats.org/officeDocument/2006/relationships/customXml" Target="../ink/ink416.xml"/><Relationship Id="rId15" Type="http://schemas.openxmlformats.org/officeDocument/2006/relationships/image" Target="../media/image406.png"/><Relationship Id="rId23" Type="http://schemas.openxmlformats.org/officeDocument/2006/relationships/image" Target="../media/image410.png"/><Relationship Id="rId28" Type="http://schemas.openxmlformats.org/officeDocument/2006/relationships/customXml" Target="../ink/ink427.xml"/><Relationship Id="rId36" Type="http://schemas.openxmlformats.org/officeDocument/2006/relationships/customXml" Target="../ink/ink431.xml"/><Relationship Id="rId49" Type="http://schemas.openxmlformats.org/officeDocument/2006/relationships/image" Target="../media/image423.png"/><Relationship Id="rId57" Type="http://schemas.openxmlformats.org/officeDocument/2006/relationships/image" Target="../media/image427.png"/><Relationship Id="rId10" Type="http://schemas.openxmlformats.org/officeDocument/2006/relationships/customXml" Target="../ink/ink418.xml"/><Relationship Id="rId31" Type="http://schemas.openxmlformats.org/officeDocument/2006/relationships/image" Target="../media/image414.png"/><Relationship Id="rId44" Type="http://schemas.openxmlformats.org/officeDocument/2006/relationships/customXml" Target="../ink/ink435.xml"/><Relationship Id="rId52" Type="http://schemas.openxmlformats.org/officeDocument/2006/relationships/customXml" Target="../ink/ink439.xml"/><Relationship Id="rId60" Type="http://schemas.openxmlformats.org/officeDocument/2006/relationships/customXml" Target="../ink/ink443.xml"/><Relationship Id="rId65" Type="http://schemas.openxmlformats.org/officeDocument/2006/relationships/image" Target="../media/image431.png"/><Relationship Id="rId73" Type="http://schemas.openxmlformats.org/officeDocument/2006/relationships/image" Target="../media/image435.png"/><Relationship Id="rId78" Type="http://schemas.openxmlformats.org/officeDocument/2006/relationships/customXml" Target="../ink/ink452.xml"/><Relationship Id="rId81" Type="http://schemas.openxmlformats.org/officeDocument/2006/relationships/image" Target="../media/image439.png"/><Relationship Id="rId4" Type="http://schemas.openxmlformats.org/officeDocument/2006/relationships/image" Target="../media/image69.png"/><Relationship Id="rId9" Type="http://schemas.openxmlformats.org/officeDocument/2006/relationships/image" Target="../media/image403.png"/><Relationship Id="rId13" Type="http://schemas.openxmlformats.org/officeDocument/2006/relationships/image" Target="../media/image405.png"/><Relationship Id="rId18" Type="http://schemas.openxmlformats.org/officeDocument/2006/relationships/customXml" Target="../ink/ink422.xml"/><Relationship Id="rId39" Type="http://schemas.openxmlformats.org/officeDocument/2006/relationships/image" Target="../media/image418.png"/><Relationship Id="rId34" Type="http://schemas.openxmlformats.org/officeDocument/2006/relationships/customXml" Target="../ink/ink430.xml"/><Relationship Id="rId50" Type="http://schemas.openxmlformats.org/officeDocument/2006/relationships/customXml" Target="../ink/ink438.xml"/><Relationship Id="rId55" Type="http://schemas.openxmlformats.org/officeDocument/2006/relationships/image" Target="../media/image426.png"/><Relationship Id="rId76" Type="http://schemas.openxmlformats.org/officeDocument/2006/relationships/customXml" Target="../ink/ink451.xml"/><Relationship Id="rId7" Type="http://schemas.openxmlformats.org/officeDocument/2006/relationships/image" Target="../media/image402.png"/><Relationship Id="rId71" Type="http://schemas.openxmlformats.org/officeDocument/2006/relationships/image" Target="../media/image434.png"/><Relationship Id="rId2" Type="http://schemas.openxmlformats.org/officeDocument/2006/relationships/notesSlide" Target="../notesSlides/notesSlide7.xml"/><Relationship Id="rId29" Type="http://schemas.openxmlformats.org/officeDocument/2006/relationships/image" Target="../media/image413.png"/><Relationship Id="rId24" Type="http://schemas.openxmlformats.org/officeDocument/2006/relationships/customXml" Target="../ink/ink425.xml"/><Relationship Id="rId40" Type="http://schemas.openxmlformats.org/officeDocument/2006/relationships/customXml" Target="../ink/ink433.xml"/><Relationship Id="rId45" Type="http://schemas.openxmlformats.org/officeDocument/2006/relationships/image" Target="../media/image421.png"/><Relationship Id="rId66" Type="http://schemas.openxmlformats.org/officeDocument/2006/relationships/customXml" Target="../ink/ink446.xml"/></Relationships>
</file>

<file path=ppt/slides/_rels/slide26.xml.rels><?xml version="1.0" encoding="UTF-8" standalone="yes"?>
<Relationships xmlns="http://schemas.openxmlformats.org/package/2006/relationships"><Relationship Id="rId13" Type="http://schemas.openxmlformats.org/officeDocument/2006/relationships/customXml" Target="../ink/ink458.xml"/><Relationship Id="rId18" Type="http://schemas.openxmlformats.org/officeDocument/2006/relationships/image" Target="../media/image446.png"/><Relationship Id="rId26" Type="http://schemas.openxmlformats.org/officeDocument/2006/relationships/image" Target="../media/image450.png"/><Relationship Id="rId39" Type="http://schemas.openxmlformats.org/officeDocument/2006/relationships/customXml" Target="../ink/ink471.xml"/><Relationship Id="rId21" Type="http://schemas.openxmlformats.org/officeDocument/2006/relationships/customXml" Target="../ink/ink462.xml"/><Relationship Id="rId34" Type="http://schemas.openxmlformats.org/officeDocument/2006/relationships/image" Target="../media/image454.png"/><Relationship Id="rId42" Type="http://schemas.openxmlformats.org/officeDocument/2006/relationships/image" Target="../media/image458.png"/><Relationship Id="rId47" Type="http://schemas.openxmlformats.org/officeDocument/2006/relationships/customXml" Target="../ink/ink475.xml"/><Relationship Id="rId50" Type="http://schemas.openxmlformats.org/officeDocument/2006/relationships/image" Target="../media/image462.png"/><Relationship Id="rId55" Type="http://schemas.openxmlformats.org/officeDocument/2006/relationships/customXml" Target="../ink/ink479.xml"/><Relationship Id="rId7" Type="http://schemas.openxmlformats.org/officeDocument/2006/relationships/customXml" Target="../ink/ink455.xml"/><Relationship Id="rId2" Type="http://schemas.openxmlformats.org/officeDocument/2006/relationships/image" Target="../media/image401.png"/><Relationship Id="rId16" Type="http://schemas.openxmlformats.org/officeDocument/2006/relationships/image" Target="../media/image445.png"/><Relationship Id="rId29" Type="http://schemas.openxmlformats.org/officeDocument/2006/relationships/customXml" Target="../ink/ink466.xml"/><Relationship Id="rId11" Type="http://schemas.openxmlformats.org/officeDocument/2006/relationships/customXml" Target="../ink/ink457.xml"/><Relationship Id="rId24" Type="http://schemas.openxmlformats.org/officeDocument/2006/relationships/image" Target="../media/image449.png"/><Relationship Id="rId32" Type="http://schemas.openxmlformats.org/officeDocument/2006/relationships/image" Target="../media/image453.png"/><Relationship Id="rId37" Type="http://schemas.openxmlformats.org/officeDocument/2006/relationships/customXml" Target="../ink/ink470.xml"/><Relationship Id="rId40" Type="http://schemas.openxmlformats.org/officeDocument/2006/relationships/image" Target="../media/image457.png"/><Relationship Id="rId45" Type="http://schemas.openxmlformats.org/officeDocument/2006/relationships/customXml" Target="../ink/ink474.xml"/><Relationship Id="rId53" Type="http://schemas.openxmlformats.org/officeDocument/2006/relationships/customXml" Target="../ink/ink478.xml"/><Relationship Id="rId58" Type="http://schemas.openxmlformats.org/officeDocument/2006/relationships/image" Target="../media/image466.png"/><Relationship Id="rId5" Type="http://schemas.openxmlformats.org/officeDocument/2006/relationships/customXml" Target="../ink/ink454.xml"/><Relationship Id="rId19" Type="http://schemas.openxmlformats.org/officeDocument/2006/relationships/customXml" Target="../ink/ink461.xml"/><Relationship Id="rId4" Type="http://schemas.openxmlformats.org/officeDocument/2006/relationships/image" Target="../media/image11.wmf"/><Relationship Id="rId9" Type="http://schemas.openxmlformats.org/officeDocument/2006/relationships/customXml" Target="../ink/ink456.xml"/><Relationship Id="rId14" Type="http://schemas.openxmlformats.org/officeDocument/2006/relationships/image" Target="../media/image444.png"/><Relationship Id="rId22" Type="http://schemas.openxmlformats.org/officeDocument/2006/relationships/image" Target="../media/image448.png"/><Relationship Id="rId27" Type="http://schemas.openxmlformats.org/officeDocument/2006/relationships/customXml" Target="../ink/ink465.xml"/><Relationship Id="rId30" Type="http://schemas.openxmlformats.org/officeDocument/2006/relationships/image" Target="../media/image452.png"/><Relationship Id="rId35" Type="http://schemas.openxmlformats.org/officeDocument/2006/relationships/customXml" Target="../ink/ink469.xml"/><Relationship Id="rId43" Type="http://schemas.openxmlformats.org/officeDocument/2006/relationships/customXml" Target="../ink/ink473.xml"/><Relationship Id="rId48" Type="http://schemas.openxmlformats.org/officeDocument/2006/relationships/image" Target="../media/image461.png"/><Relationship Id="rId56" Type="http://schemas.openxmlformats.org/officeDocument/2006/relationships/image" Target="../media/image465.png"/><Relationship Id="rId8" Type="http://schemas.openxmlformats.org/officeDocument/2006/relationships/image" Target="../media/image441.png"/><Relationship Id="rId51" Type="http://schemas.openxmlformats.org/officeDocument/2006/relationships/customXml" Target="../ink/ink477.xml"/><Relationship Id="rId3" Type="http://schemas.openxmlformats.org/officeDocument/2006/relationships/image" Target="../media/image69.png"/><Relationship Id="rId12" Type="http://schemas.openxmlformats.org/officeDocument/2006/relationships/image" Target="../media/image443.png"/><Relationship Id="rId17" Type="http://schemas.openxmlformats.org/officeDocument/2006/relationships/customXml" Target="../ink/ink460.xml"/><Relationship Id="rId25" Type="http://schemas.openxmlformats.org/officeDocument/2006/relationships/customXml" Target="../ink/ink464.xml"/><Relationship Id="rId33" Type="http://schemas.openxmlformats.org/officeDocument/2006/relationships/customXml" Target="../ink/ink468.xml"/><Relationship Id="rId38" Type="http://schemas.openxmlformats.org/officeDocument/2006/relationships/image" Target="../media/image456.png"/><Relationship Id="rId46" Type="http://schemas.openxmlformats.org/officeDocument/2006/relationships/image" Target="../media/image460.png"/><Relationship Id="rId20" Type="http://schemas.openxmlformats.org/officeDocument/2006/relationships/image" Target="../media/image447.png"/><Relationship Id="rId41" Type="http://schemas.openxmlformats.org/officeDocument/2006/relationships/customXml" Target="../ink/ink472.xml"/><Relationship Id="rId54" Type="http://schemas.openxmlformats.org/officeDocument/2006/relationships/image" Target="../media/image464.png"/><Relationship Id="rId1" Type="http://schemas.openxmlformats.org/officeDocument/2006/relationships/slideLayout" Target="../slideLayouts/slideLayout39.xml"/><Relationship Id="rId6" Type="http://schemas.openxmlformats.org/officeDocument/2006/relationships/image" Target="../media/image440.png"/><Relationship Id="rId15" Type="http://schemas.openxmlformats.org/officeDocument/2006/relationships/customXml" Target="../ink/ink459.xml"/><Relationship Id="rId23" Type="http://schemas.openxmlformats.org/officeDocument/2006/relationships/customXml" Target="../ink/ink463.xml"/><Relationship Id="rId28" Type="http://schemas.openxmlformats.org/officeDocument/2006/relationships/image" Target="../media/image451.png"/><Relationship Id="rId36" Type="http://schemas.openxmlformats.org/officeDocument/2006/relationships/image" Target="../media/image455.png"/><Relationship Id="rId49" Type="http://schemas.openxmlformats.org/officeDocument/2006/relationships/customXml" Target="../ink/ink476.xml"/><Relationship Id="rId57" Type="http://schemas.openxmlformats.org/officeDocument/2006/relationships/customXml" Target="../ink/ink480.xml"/><Relationship Id="rId10" Type="http://schemas.openxmlformats.org/officeDocument/2006/relationships/image" Target="../media/image442.png"/><Relationship Id="rId31" Type="http://schemas.openxmlformats.org/officeDocument/2006/relationships/customXml" Target="../ink/ink467.xml"/><Relationship Id="rId44" Type="http://schemas.openxmlformats.org/officeDocument/2006/relationships/image" Target="../media/image459.png"/><Relationship Id="rId52" Type="http://schemas.openxmlformats.org/officeDocument/2006/relationships/image" Target="../media/image463.png"/></Relationships>
</file>

<file path=ppt/slides/_rels/slide27.xml.rels><?xml version="1.0" encoding="UTF-8" standalone="yes"?>
<Relationships xmlns="http://schemas.openxmlformats.org/package/2006/relationships"><Relationship Id="rId8" Type="http://schemas.openxmlformats.org/officeDocument/2006/relationships/customXml" Target="../ink/ink484.xml"/><Relationship Id="rId13" Type="http://schemas.openxmlformats.org/officeDocument/2006/relationships/image" Target="../media/image472.png"/><Relationship Id="rId18" Type="http://schemas.openxmlformats.org/officeDocument/2006/relationships/customXml" Target="../ink/ink489.xml"/><Relationship Id="rId3" Type="http://schemas.openxmlformats.org/officeDocument/2006/relationships/image" Target="../media/image467.png"/><Relationship Id="rId21" Type="http://schemas.openxmlformats.org/officeDocument/2006/relationships/image" Target="../media/image476.png"/><Relationship Id="rId7" Type="http://schemas.openxmlformats.org/officeDocument/2006/relationships/image" Target="../media/image469.png"/><Relationship Id="rId12" Type="http://schemas.openxmlformats.org/officeDocument/2006/relationships/customXml" Target="../ink/ink486.xml"/><Relationship Id="rId17" Type="http://schemas.openxmlformats.org/officeDocument/2006/relationships/image" Target="../media/image474.png"/><Relationship Id="rId2" Type="http://schemas.openxmlformats.org/officeDocument/2006/relationships/customXml" Target="../ink/ink481.xml"/><Relationship Id="rId16" Type="http://schemas.openxmlformats.org/officeDocument/2006/relationships/customXml" Target="../ink/ink488.xml"/><Relationship Id="rId20" Type="http://schemas.openxmlformats.org/officeDocument/2006/relationships/customXml" Target="../ink/ink490.xml"/><Relationship Id="rId1" Type="http://schemas.openxmlformats.org/officeDocument/2006/relationships/slideLayout" Target="../slideLayouts/slideLayout39.xml"/><Relationship Id="rId6" Type="http://schemas.openxmlformats.org/officeDocument/2006/relationships/customXml" Target="../ink/ink483.xml"/><Relationship Id="rId11" Type="http://schemas.openxmlformats.org/officeDocument/2006/relationships/image" Target="../media/image471.png"/><Relationship Id="rId5" Type="http://schemas.openxmlformats.org/officeDocument/2006/relationships/image" Target="../media/image468.png"/><Relationship Id="rId15" Type="http://schemas.openxmlformats.org/officeDocument/2006/relationships/image" Target="../media/image473.png"/><Relationship Id="rId10" Type="http://schemas.openxmlformats.org/officeDocument/2006/relationships/customXml" Target="../ink/ink485.xml"/><Relationship Id="rId19" Type="http://schemas.openxmlformats.org/officeDocument/2006/relationships/image" Target="../media/image475.png"/><Relationship Id="rId4" Type="http://schemas.openxmlformats.org/officeDocument/2006/relationships/customXml" Target="../ink/ink482.xml"/><Relationship Id="rId9" Type="http://schemas.openxmlformats.org/officeDocument/2006/relationships/image" Target="../media/image470.png"/><Relationship Id="rId14" Type="http://schemas.openxmlformats.org/officeDocument/2006/relationships/customXml" Target="../ink/ink487.xml"/></Relationships>
</file>

<file path=ppt/slides/_rels/slide28.xml.rels><?xml version="1.0" encoding="UTF-8" standalone="yes"?>
<Relationships xmlns="http://schemas.openxmlformats.org/package/2006/relationships"><Relationship Id="rId3" Type="http://schemas.openxmlformats.org/officeDocument/2006/relationships/image" Target="../media/image477.png"/><Relationship Id="rId2" Type="http://schemas.openxmlformats.org/officeDocument/2006/relationships/customXml" Target="../ink/ink491.xml"/><Relationship Id="rId1" Type="http://schemas.openxmlformats.org/officeDocument/2006/relationships/slideLayout" Target="../slideLayouts/slideLayout39.xml"/><Relationship Id="rId5" Type="http://schemas.openxmlformats.org/officeDocument/2006/relationships/image" Target="../media/image478.png"/><Relationship Id="rId4" Type="http://schemas.openxmlformats.org/officeDocument/2006/relationships/customXml" Target="../ink/ink492.xml"/></Relationships>
</file>

<file path=ppt/slides/_rels/slide29.xml.rels><?xml version="1.0" encoding="UTF-8" standalone="yes"?>
<Relationships xmlns="http://schemas.openxmlformats.org/package/2006/relationships"><Relationship Id="rId3" Type="http://schemas.openxmlformats.org/officeDocument/2006/relationships/image" Target="../media/image403.jpeg"/><Relationship Id="rId2" Type="http://schemas.openxmlformats.org/officeDocument/2006/relationships/image" Target="../media/image402.jpeg"/><Relationship Id="rId1" Type="http://schemas.openxmlformats.org/officeDocument/2006/relationships/slideLayout" Target="../slideLayouts/slideLayout39.xml"/><Relationship Id="rId4" Type="http://schemas.openxmlformats.org/officeDocument/2006/relationships/image" Target="../media/image479.png"/></Relationships>
</file>

<file path=ppt/slides/_rels/slide30.xml.rels><?xml version="1.0" encoding="UTF-8" standalone="yes"?>
<Relationships xmlns="http://schemas.openxmlformats.org/package/2006/relationships"><Relationship Id="rId8" Type="http://schemas.openxmlformats.org/officeDocument/2006/relationships/customXml" Target="../ink/ink496.xml"/><Relationship Id="rId3" Type="http://schemas.openxmlformats.org/officeDocument/2006/relationships/image" Target="../media/image482.png"/><Relationship Id="rId7" Type="http://schemas.openxmlformats.org/officeDocument/2006/relationships/image" Target="../media/image484.png"/><Relationship Id="rId2" Type="http://schemas.openxmlformats.org/officeDocument/2006/relationships/customXml" Target="../ink/ink493.xml"/><Relationship Id="rId1" Type="http://schemas.openxmlformats.org/officeDocument/2006/relationships/slideLayout" Target="../slideLayouts/slideLayout39.xml"/><Relationship Id="rId6" Type="http://schemas.openxmlformats.org/officeDocument/2006/relationships/customXml" Target="../ink/ink495.xml"/><Relationship Id="rId5" Type="http://schemas.openxmlformats.org/officeDocument/2006/relationships/image" Target="../media/image483.png"/><Relationship Id="rId4" Type="http://schemas.openxmlformats.org/officeDocument/2006/relationships/customXml" Target="../ink/ink494.xml"/><Relationship Id="rId9" Type="http://schemas.openxmlformats.org/officeDocument/2006/relationships/image" Target="../media/image48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2.xml.rels><?xml version="1.0" encoding="UTF-8" standalone="yes"?>
<Relationships xmlns="http://schemas.openxmlformats.org/package/2006/relationships"><Relationship Id="rId3" Type="http://schemas.openxmlformats.org/officeDocument/2006/relationships/image" Target="../media/image481.jpeg"/><Relationship Id="rId2" Type="http://schemas.openxmlformats.org/officeDocument/2006/relationships/image" Target="../media/image480.wmf"/><Relationship Id="rId1" Type="http://schemas.openxmlformats.org/officeDocument/2006/relationships/slideLayout" Target="../slideLayouts/slideLayout39.xml"/></Relationships>
</file>

<file path=ppt/slides/_rels/slide33.xml.rels><?xml version="1.0" encoding="UTF-8" standalone="yes"?>
<Relationships xmlns="http://schemas.openxmlformats.org/package/2006/relationships"><Relationship Id="rId8" Type="http://schemas.openxmlformats.org/officeDocument/2006/relationships/customXml" Target="../ink/ink499.xml"/><Relationship Id="rId13" Type="http://schemas.openxmlformats.org/officeDocument/2006/relationships/image" Target="../media/image492.png"/><Relationship Id="rId3" Type="http://schemas.openxmlformats.org/officeDocument/2006/relationships/image" Target="../media/image481.jpeg"/><Relationship Id="rId7" Type="http://schemas.openxmlformats.org/officeDocument/2006/relationships/image" Target="../media/image489.png"/><Relationship Id="rId12" Type="http://schemas.openxmlformats.org/officeDocument/2006/relationships/customXml" Target="../ink/ink501.xml"/><Relationship Id="rId2" Type="http://schemas.openxmlformats.org/officeDocument/2006/relationships/image" Target="../media/image480.wmf"/><Relationship Id="rId1" Type="http://schemas.openxmlformats.org/officeDocument/2006/relationships/slideLayout" Target="../slideLayouts/slideLayout39.xml"/><Relationship Id="rId6" Type="http://schemas.openxmlformats.org/officeDocument/2006/relationships/customXml" Target="../ink/ink498.xml"/><Relationship Id="rId11" Type="http://schemas.openxmlformats.org/officeDocument/2006/relationships/image" Target="../media/image491.png"/><Relationship Id="rId5" Type="http://schemas.openxmlformats.org/officeDocument/2006/relationships/image" Target="../media/image488.png"/><Relationship Id="rId15" Type="http://schemas.openxmlformats.org/officeDocument/2006/relationships/image" Target="../media/image493.png"/><Relationship Id="rId10" Type="http://schemas.openxmlformats.org/officeDocument/2006/relationships/customXml" Target="../ink/ink500.xml"/><Relationship Id="rId4" Type="http://schemas.openxmlformats.org/officeDocument/2006/relationships/customXml" Target="../ink/ink497.xml"/><Relationship Id="rId9" Type="http://schemas.openxmlformats.org/officeDocument/2006/relationships/image" Target="../media/image490.png"/><Relationship Id="rId14" Type="http://schemas.openxmlformats.org/officeDocument/2006/relationships/customXml" Target="../ink/ink502.xml"/></Relationships>
</file>

<file path=ppt/slides/_rels/slide34.xml.rels><?xml version="1.0" encoding="UTF-8" standalone="yes"?>
<Relationships xmlns="http://schemas.openxmlformats.org/package/2006/relationships"><Relationship Id="rId8" Type="http://schemas.openxmlformats.org/officeDocument/2006/relationships/customXml" Target="../ink/ink506.xml"/><Relationship Id="rId13" Type="http://schemas.openxmlformats.org/officeDocument/2006/relationships/image" Target="../media/image499.png"/><Relationship Id="rId3" Type="http://schemas.openxmlformats.org/officeDocument/2006/relationships/image" Target="../media/image494.png"/><Relationship Id="rId7" Type="http://schemas.openxmlformats.org/officeDocument/2006/relationships/image" Target="../media/image496.png"/><Relationship Id="rId12" Type="http://schemas.openxmlformats.org/officeDocument/2006/relationships/customXml" Target="../ink/ink508.xml"/><Relationship Id="rId2" Type="http://schemas.openxmlformats.org/officeDocument/2006/relationships/customXml" Target="../ink/ink503.xml"/><Relationship Id="rId1" Type="http://schemas.openxmlformats.org/officeDocument/2006/relationships/slideLayout" Target="../slideLayouts/slideLayout39.xml"/><Relationship Id="rId6" Type="http://schemas.openxmlformats.org/officeDocument/2006/relationships/customXml" Target="../ink/ink505.xml"/><Relationship Id="rId11" Type="http://schemas.openxmlformats.org/officeDocument/2006/relationships/image" Target="../media/image498.png"/><Relationship Id="rId5" Type="http://schemas.openxmlformats.org/officeDocument/2006/relationships/image" Target="../media/image495.png"/><Relationship Id="rId15" Type="http://schemas.openxmlformats.org/officeDocument/2006/relationships/image" Target="../media/image500.png"/><Relationship Id="rId10" Type="http://schemas.openxmlformats.org/officeDocument/2006/relationships/customXml" Target="../ink/ink507.xml"/><Relationship Id="rId4" Type="http://schemas.openxmlformats.org/officeDocument/2006/relationships/customXml" Target="../ink/ink504.xml"/><Relationship Id="rId9" Type="http://schemas.openxmlformats.org/officeDocument/2006/relationships/image" Target="../media/image497.png"/><Relationship Id="rId14" Type="http://schemas.openxmlformats.org/officeDocument/2006/relationships/customXml" Target="../ink/ink509.xml"/></Relationships>
</file>

<file path=ppt/slides/_rels/slide35.xml.rels><?xml version="1.0" encoding="UTF-8" standalone="yes"?>
<Relationships xmlns="http://schemas.openxmlformats.org/package/2006/relationships"><Relationship Id="rId26" Type="http://schemas.openxmlformats.org/officeDocument/2006/relationships/customXml" Target="../ink/ink522.xml"/><Relationship Id="rId21" Type="http://schemas.openxmlformats.org/officeDocument/2006/relationships/image" Target="../media/image510.png"/><Relationship Id="rId42" Type="http://schemas.openxmlformats.org/officeDocument/2006/relationships/customXml" Target="../ink/ink530.xml"/><Relationship Id="rId47" Type="http://schemas.openxmlformats.org/officeDocument/2006/relationships/image" Target="../media/image523.png"/><Relationship Id="rId63" Type="http://schemas.openxmlformats.org/officeDocument/2006/relationships/image" Target="../media/image531.png"/><Relationship Id="rId68" Type="http://schemas.openxmlformats.org/officeDocument/2006/relationships/customXml" Target="../ink/ink543.xml"/><Relationship Id="rId84" Type="http://schemas.openxmlformats.org/officeDocument/2006/relationships/customXml" Target="../ink/ink551.xml"/><Relationship Id="rId89" Type="http://schemas.openxmlformats.org/officeDocument/2006/relationships/image" Target="../media/image544.png"/><Relationship Id="rId112" Type="http://schemas.openxmlformats.org/officeDocument/2006/relationships/customXml" Target="../ink/ink565.xml"/><Relationship Id="rId16" Type="http://schemas.openxmlformats.org/officeDocument/2006/relationships/customXml" Target="../ink/ink517.xml"/><Relationship Id="rId107" Type="http://schemas.openxmlformats.org/officeDocument/2006/relationships/image" Target="../media/image553.png"/><Relationship Id="rId11" Type="http://schemas.openxmlformats.org/officeDocument/2006/relationships/image" Target="../media/image505.png"/><Relationship Id="rId32" Type="http://schemas.openxmlformats.org/officeDocument/2006/relationships/customXml" Target="../ink/ink525.xml"/><Relationship Id="rId37" Type="http://schemas.openxmlformats.org/officeDocument/2006/relationships/image" Target="../media/image518.png"/><Relationship Id="rId53" Type="http://schemas.openxmlformats.org/officeDocument/2006/relationships/image" Target="../media/image526.png"/><Relationship Id="rId58" Type="http://schemas.openxmlformats.org/officeDocument/2006/relationships/customXml" Target="../ink/ink538.xml"/><Relationship Id="rId74" Type="http://schemas.openxmlformats.org/officeDocument/2006/relationships/customXml" Target="../ink/ink546.xml"/><Relationship Id="rId79" Type="http://schemas.openxmlformats.org/officeDocument/2006/relationships/image" Target="../media/image539.png"/><Relationship Id="rId102" Type="http://schemas.openxmlformats.org/officeDocument/2006/relationships/customXml" Target="../ink/ink560.xml"/><Relationship Id="rId5" Type="http://schemas.openxmlformats.org/officeDocument/2006/relationships/image" Target="../media/image502.png"/><Relationship Id="rId90" Type="http://schemas.openxmlformats.org/officeDocument/2006/relationships/customXml" Target="../ink/ink554.xml"/><Relationship Id="rId95" Type="http://schemas.openxmlformats.org/officeDocument/2006/relationships/image" Target="../media/image547.png"/><Relationship Id="rId22" Type="http://schemas.openxmlformats.org/officeDocument/2006/relationships/customXml" Target="../ink/ink520.xml"/><Relationship Id="rId27" Type="http://schemas.openxmlformats.org/officeDocument/2006/relationships/image" Target="../media/image513.png"/><Relationship Id="rId43" Type="http://schemas.openxmlformats.org/officeDocument/2006/relationships/image" Target="../media/image521.png"/><Relationship Id="rId48" Type="http://schemas.openxmlformats.org/officeDocument/2006/relationships/customXml" Target="../ink/ink533.xml"/><Relationship Id="rId64" Type="http://schemas.openxmlformats.org/officeDocument/2006/relationships/customXml" Target="../ink/ink541.xml"/><Relationship Id="rId69" Type="http://schemas.openxmlformats.org/officeDocument/2006/relationships/image" Target="../media/image534.png"/><Relationship Id="rId113" Type="http://schemas.openxmlformats.org/officeDocument/2006/relationships/image" Target="../media/image556.png"/><Relationship Id="rId80" Type="http://schemas.openxmlformats.org/officeDocument/2006/relationships/customXml" Target="../ink/ink549.xml"/><Relationship Id="rId85" Type="http://schemas.openxmlformats.org/officeDocument/2006/relationships/image" Target="../media/image542.png"/><Relationship Id="rId12" Type="http://schemas.openxmlformats.org/officeDocument/2006/relationships/customXml" Target="../ink/ink515.xml"/><Relationship Id="rId17" Type="http://schemas.openxmlformats.org/officeDocument/2006/relationships/image" Target="../media/image508.png"/><Relationship Id="rId33" Type="http://schemas.openxmlformats.org/officeDocument/2006/relationships/image" Target="../media/image516.png"/><Relationship Id="rId38" Type="http://schemas.openxmlformats.org/officeDocument/2006/relationships/customXml" Target="../ink/ink528.xml"/><Relationship Id="rId59" Type="http://schemas.openxmlformats.org/officeDocument/2006/relationships/image" Target="../media/image529.png"/><Relationship Id="rId103" Type="http://schemas.openxmlformats.org/officeDocument/2006/relationships/image" Target="../media/image551.png"/><Relationship Id="rId108" Type="http://schemas.openxmlformats.org/officeDocument/2006/relationships/customXml" Target="../ink/ink563.xml"/><Relationship Id="rId54" Type="http://schemas.openxmlformats.org/officeDocument/2006/relationships/customXml" Target="../ink/ink536.xml"/><Relationship Id="rId70" Type="http://schemas.openxmlformats.org/officeDocument/2006/relationships/customXml" Target="../ink/ink544.xml"/><Relationship Id="rId75" Type="http://schemas.openxmlformats.org/officeDocument/2006/relationships/image" Target="../media/image537.png"/><Relationship Id="rId91" Type="http://schemas.openxmlformats.org/officeDocument/2006/relationships/image" Target="../media/image545.png"/><Relationship Id="rId96" Type="http://schemas.openxmlformats.org/officeDocument/2006/relationships/customXml" Target="../ink/ink557.xml"/><Relationship Id="rId1" Type="http://schemas.openxmlformats.org/officeDocument/2006/relationships/slideLayout" Target="../slideLayouts/slideLayout39.xml"/><Relationship Id="rId6" Type="http://schemas.openxmlformats.org/officeDocument/2006/relationships/customXml" Target="../ink/ink512.xml"/><Relationship Id="rId15" Type="http://schemas.openxmlformats.org/officeDocument/2006/relationships/image" Target="../media/image507.png"/><Relationship Id="rId23" Type="http://schemas.openxmlformats.org/officeDocument/2006/relationships/image" Target="../media/image511.png"/><Relationship Id="rId28" Type="http://schemas.openxmlformats.org/officeDocument/2006/relationships/customXml" Target="../ink/ink523.xml"/><Relationship Id="rId36" Type="http://schemas.openxmlformats.org/officeDocument/2006/relationships/customXml" Target="../ink/ink527.xml"/><Relationship Id="rId49" Type="http://schemas.openxmlformats.org/officeDocument/2006/relationships/image" Target="../media/image524.png"/><Relationship Id="rId57" Type="http://schemas.openxmlformats.org/officeDocument/2006/relationships/image" Target="../media/image528.png"/><Relationship Id="rId106" Type="http://schemas.openxmlformats.org/officeDocument/2006/relationships/customXml" Target="../ink/ink562.xml"/><Relationship Id="rId10" Type="http://schemas.openxmlformats.org/officeDocument/2006/relationships/customXml" Target="../ink/ink514.xml"/><Relationship Id="rId31" Type="http://schemas.openxmlformats.org/officeDocument/2006/relationships/image" Target="../media/image515.png"/><Relationship Id="rId44" Type="http://schemas.openxmlformats.org/officeDocument/2006/relationships/customXml" Target="../ink/ink531.xml"/><Relationship Id="rId52" Type="http://schemas.openxmlformats.org/officeDocument/2006/relationships/customXml" Target="../ink/ink535.xml"/><Relationship Id="rId60" Type="http://schemas.openxmlformats.org/officeDocument/2006/relationships/customXml" Target="../ink/ink539.xml"/><Relationship Id="rId65" Type="http://schemas.openxmlformats.org/officeDocument/2006/relationships/image" Target="../media/image532.png"/><Relationship Id="rId73" Type="http://schemas.openxmlformats.org/officeDocument/2006/relationships/image" Target="../media/image536.png"/><Relationship Id="rId78" Type="http://schemas.openxmlformats.org/officeDocument/2006/relationships/customXml" Target="../ink/ink548.xml"/><Relationship Id="rId81" Type="http://schemas.openxmlformats.org/officeDocument/2006/relationships/image" Target="../media/image540.png"/><Relationship Id="rId86" Type="http://schemas.openxmlformats.org/officeDocument/2006/relationships/customXml" Target="../ink/ink552.xml"/><Relationship Id="rId94" Type="http://schemas.openxmlformats.org/officeDocument/2006/relationships/customXml" Target="../ink/ink556.xml"/><Relationship Id="rId99" Type="http://schemas.openxmlformats.org/officeDocument/2006/relationships/image" Target="../media/image549.png"/><Relationship Id="rId101" Type="http://schemas.openxmlformats.org/officeDocument/2006/relationships/image" Target="../media/image550.png"/><Relationship Id="rId4" Type="http://schemas.openxmlformats.org/officeDocument/2006/relationships/customXml" Target="../ink/ink511.xml"/><Relationship Id="rId9" Type="http://schemas.openxmlformats.org/officeDocument/2006/relationships/image" Target="../media/image504.png"/><Relationship Id="rId13" Type="http://schemas.openxmlformats.org/officeDocument/2006/relationships/image" Target="../media/image506.png"/><Relationship Id="rId18" Type="http://schemas.openxmlformats.org/officeDocument/2006/relationships/customXml" Target="../ink/ink518.xml"/><Relationship Id="rId39" Type="http://schemas.openxmlformats.org/officeDocument/2006/relationships/image" Target="../media/image519.png"/><Relationship Id="rId109" Type="http://schemas.openxmlformats.org/officeDocument/2006/relationships/image" Target="../media/image554.png"/><Relationship Id="rId34" Type="http://schemas.openxmlformats.org/officeDocument/2006/relationships/customXml" Target="../ink/ink526.xml"/><Relationship Id="rId50" Type="http://schemas.openxmlformats.org/officeDocument/2006/relationships/customXml" Target="../ink/ink534.xml"/><Relationship Id="rId55" Type="http://schemas.openxmlformats.org/officeDocument/2006/relationships/image" Target="../media/image527.png"/><Relationship Id="rId76" Type="http://schemas.openxmlformats.org/officeDocument/2006/relationships/customXml" Target="../ink/ink547.xml"/><Relationship Id="rId97" Type="http://schemas.openxmlformats.org/officeDocument/2006/relationships/image" Target="../media/image548.png"/><Relationship Id="rId104" Type="http://schemas.openxmlformats.org/officeDocument/2006/relationships/customXml" Target="../ink/ink561.xml"/><Relationship Id="rId7" Type="http://schemas.openxmlformats.org/officeDocument/2006/relationships/image" Target="../media/image503.png"/><Relationship Id="rId71" Type="http://schemas.openxmlformats.org/officeDocument/2006/relationships/image" Target="../media/image535.png"/><Relationship Id="rId92" Type="http://schemas.openxmlformats.org/officeDocument/2006/relationships/customXml" Target="../ink/ink555.xml"/><Relationship Id="rId2" Type="http://schemas.openxmlformats.org/officeDocument/2006/relationships/customXml" Target="../ink/ink510.xml"/><Relationship Id="rId29" Type="http://schemas.openxmlformats.org/officeDocument/2006/relationships/image" Target="../media/image514.png"/><Relationship Id="rId24" Type="http://schemas.openxmlformats.org/officeDocument/2006/relationships/customXml" Target="../ink/ink521.xml"/><Relationship Id="rId40" Type="http://schemas.openxmlformats.org/officeDocument/2006/relationships/customXml" Target="../ink/ink529.xml"/><Relationship Id="rId45" Type="http://schemas.openxmlformats.org/officeDocument/2006/relationships/image" Target="../media/image522.png"/><Relationship Id="rId66" Type="http://schemas.openxmlformats.org/officeDocument/2006/relationships/customXml" Target="../ink/ink542.xml"/><Relationship Id="rId87" Type="http://schemas.openxmlformats.org/officeDocument/2006/relationships/image" Target="../media/image543.png"/><Relationship Id="rId110" Type="http://schemas.openxmlformats.org/officeDocument/2006/relationships/customXml" Target="../ink/ink564.xml"/><Relationship Id="rId61" Type="http://schemas.openxmlformats.org/officeDocument/2006/relationships/image" Target="../media/image530.png"/><Relationship Id="rId82" Type="http://schemas.openxmlformats.org/officeDocument/2006/relationships/customXml" Target="../ink/ink550.xml"/><Relationship Id="rId19" Type="http://schemas.openxmlformats.org/officeDocument/2006/relationships/image" Target="../media/image509.png"/><Relationship Id="rId14" Type="http://schemas.openxmlformats.org/officeDocument/2006/relationships/customXml" Target="../ink/ink516.xml"/><Relationship Id="rId30" Type="http://schemas.openxmlformats.org/officeDocument/2006/relationships/customXml" Target="../ink/ink524.xml"/><Relationship Id="rId35" Type="http://schemas.openxmlformats.org/officeDocument/2006/relationships/image" Target="../media/image517.png"/><Relationship Id="rId56" Type="http://schemas.openxmlformats.org/officeDocument/2006/relationships/customXml" Target="../ink/ink537.xml"/><Relationship Id="rId77" Type="http://schemas.openxmlformats.org/officeDocument/2006/relationships/image" Target="../media/image538.png"/><Relationship Id="rId100" Type="http://schemas.openxmlformats.org/officeDocument/2006/relationships/customXml" Target="../ink/ink559.xml"/><Relationship Id="rId105" Type="http://schemas.openxmlformats.org/officeDocument/2006/relationships/image" Target="../media/image552.png"/><Relationship Id="rId8" Type="http://schemas.openxmlformats.org/officeDocument/2006/relationships/customXml" Target="../ink/ink513.xml"/><Relationship Id="rId51" Type="http://schemas.openxmlformats.org/officeDocument/2006/relationships/image" Target="../media/image525.png"/><Relationship Id="rId72" Type="http://schemas.openxmlformats.org/officeDocument/2006/relationships/customXml" Target="../ink/ink545.xml"/><Relationship Id="rId93" Type="http://schemas.openxmlformats.org/officeDocument/2006/relationships/image" Target="../media/image546.png"/><Relationship Id="rId98" Type="http://schemas.openxmlformats.org/officeDocument/2006/relationships/customXml" Target="../ink/ink558.xml"/><Relationship Id="rId3" Type="http://schemas.openxmlformats.org/officeDocument/2006/relationships/image" Target="../media/image501.png"/><Relationship Id="rId25" Type="http://schemas.openxmlformats.org/officeDocument/2006/relationships/image" Target="../media/image512.png"/><Relationship Id="rId46" Type="http://schemas.openxmlformats.org/officeDocument/2006/relationships/customXml" Target="../ink/ink532.xml"/><Relationship Id="rId67" Type="http://schemas.openxmlformats.org/officeDocument/2006/relationships/image" Target="../media/image533.png"/><Relationship Id="rId20" Type="http://schemas.openxmlformats.org/officeDocument/2006/relationships/customXml" Target="../ink/ink519.xml"/><Relationship Id="rId41" Type="http://schemas.openxmlformats.org/officeDocument/2006/relationships/image" Target="../media/image520.png"/><Relationship Id="rId62" Type="http://schemas.openxmlformats.org/officeDocument/2006/relationships/customXml" Target="../ink/ink540.xml"/><Relationship Id="rId83" Type="http://schemas.openxmlformats.org/officeDocument/2006/relationships/image" Target="../media/image541.png"/><Relationship Id="rId88" Type="http://schemas.openxmlformats.org/officeDocument/2006/relationships/customXml" Target="../ink/ink553.xml"/><Relationship Id="rId111" Type="http://schemas.openxmlformats.org/officeDocument/2006/relationships/image" Target="../media/image555.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9.xml"/></Relationships>
</file>

<file path=ppt/slides/_rels/slide37.xml.rels><?xml version="1.0" encoding="UTF-8" standalone="yes"?>
<Relationships xmlns="http://schemas.openxmlformats.org/package/2006/relationships"><Relationship Id="rId13" Type="http://schemas.openxmlformats.org/officeDocument/2006/relationships/customXml" Target="../ink/ink570.xml"/><Relationship Id="rId18" Type="http://schemas.openxmlformats.org/officeDocument/2006/relationships/image" Target="../media/image566.png"/><Relationship Id="rId26" Type="http://schemas.openxmlformats.org/officeDocument/2006/relationships/image" Target="../media/image570.png"/><Relationship Id="rId21" Type="http://schemas.openxmlformats.org/officeDocument/2006/relationships/customXml" Target="../ink/ink574.xml"/><Relationship Id="rId34" Type="http://schemas.openxmlformats.org/officeDocument/2006/relationships/image" Target="../media/image574.png"/><Relationship Id="rId7" Type="http://schemas.openxmlformats.org/officeDocument/2006/relationships/customXml" Target="../ink/ink567.xml"/><Relationship Id="rId12" Type="http://schemas.openxmlformats.org/officeDocument/2006/relationships/image" Target="../media/image563.png"/><Relationship Id="rId17" Type="http://schemas.openxmlformats.org/officeDocument/2006/relationships/customXml" Target="../ink/ink572.xml"/><Relationship Id="rId25" Type="http://schemas.openxmlformats.org/officeDocument/2006/relationships/customXml" Target="../ink/ink576.xml"/><Relationship Id="rId33" Type="http://schemas.openxmlformats.org/officeDocument/2006/relationships/customXml" Target="../ink/ink580.xml"/><Relationship Id="rId38" Type="http://schemas.openxmlformats.org/officeDocument/2006/relationships/image" Target="../media/image576.png"/><Relationship Id="rId2" Type="http://schemas.openxmlformats.org/officeDocument/2006/relationships/image" Target="../media/image486.png"/><Relationship Id="rId16" Type="http://schemas.openxmlformats.org/officeDocument/2006/relationships/image" Target="../media/image565.png"/><Relationship Id="rId20" Type="http://schemas.openxmlformats.org/officeDocument/2006/relationships/image" Target="../media/image567.png"/><Relationship Id="rId29" Type="http://schemas.openxmlformats.org/officeDocument/2006/relationships/customXml" Target="../ink/ink578.xml"/><Relationship Id="rId1" Type="http://schemas.openxmlformats.org/officeDocument/2006/relationships/slideLayout" Target="../slideLayouts/slideLayout39.xml"/><Relationship Id="rId6" Type="http://schemas.openxmlformats.org/officeDocument/2006/relationships/image" Target="../media/image560.png"/><Relationship Id="rId11" Type="http://schemas.openxmlformats.org/officeDocument/2006/relationships/customXml" Target="../ink/ink569.xml"/><Relationship Id="rId24" Type="http://schemas.openxmlformats.org/officeDocument/2006/relationships/image" Target="../media/image569.png"/><Relationship Id="rId32" Type="http://schemas.openxmlformats.org/officeDocument/2006/relationships/image" Target="../media/image573.png"/><Relationship Id="rId37" Type="http://schemas.openxmlformats.org/officeDocument/2006/relationships/customXml" Target="../ink/ink582.xml"/><Relationship Id="rId5" Type="http://schemas.openxmlformats.org/officeDocument/2006/relationships/customXml" Target="../ink/ink566.xml"/><Relationship Id="rId15" Type="http://schemas.openxmlformats.org/officeDocument/2006/relationships/customXml" Target="../ink/ink571.xml"/><Relationship Id="rId23" Type="http://schemas.openxmlformats.org/officeDocument/2006/relationships/customXml" Target="../ink/ink575.xml"/><Relationship Id="rId28" Type="http://schemas.openxmlformats.org/officeDocument/2006/relationships/image" Target="../media/image571.png"/><Relationship Id="rId36" Type="http://schemas.openxmlformats.org/officeDocument/2006/relationships/image" Target="../media/image575.png"/><Relationship Id="rId10" Type="http://schemas.openxmlformats.org/officeDocument/2006/relationships/image" Target="../media/image562.png"/><Relationship Id="rId19" Type="http://schemas.openxmlformats.org/officeDocument/2006/relationships/customXml" Target="../ink/ink573.xml"/><Relationship Id="rId31" Type="http://schemas.openxmlformats.org/officeDocument/2006/relationships/customXml" Target="../ink/ink579.xml"/><Relationship Id="rId4" Type="http://schemas.openxmlformats.org/officeDocument/2006/relationships/image" Target="../media/image557.png"/><Relationship Id="rId9" Type="http://schemas.openxmlformats.org/officeDocument/2006/relationships/customXml" Target="../ink/ink568.xml"/><Relationship Id="rId14" Type="http://schemas.openxmlformats.org/officeDocument/2006/relationships/image" Target="../media/image564.png"/><Relationship Id="rId22" Type="http://schemas.openxmlformats.org/officeDocument/2006/relationships/image" Target="../media/image568.png"/><Relationship Id="rId27" Type="http://schemas.openxmlformats.org/officeDocument/2006/relationships/customXml" Target="../ink/ink577.xml"/><Relationship Id="rId30" Type="http://schemas.openxmlformats.org/officeDocument/2006/relationships/image" Target="../media/image572.png"/><Relationship Id="rId35" Type="http://schemas.openxmlformats.org/officeDocument/2006/relationships/customXml" Target="../ink/ink581.xml"/><Relationship Id="rId8" Type="http://schemas.openxmlformats.org/officeDocument/2006/relationships/image" Target="../media/image561.png"/><Relationship Id="rId3" Type="http://schemas.openxmlformats.org/officeDocument/2006/relationships/image" Target="../media/image48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7A51E6D-BCC6-F44E-8B2F-06107DF32735}"/>
              </a:ext>
            </a:extLst>
          </p:cNvPr>
          <p:cNvSpPr>
            <a:spLocks noGrp="1"/>
          </p:cNvSpPr>
          <p:nvPr>
            <p:ph type="body" idx="10"/>
          </p:nvPr>
        </p:nvSpPr>
        <p:spPr/>
        <p:txBody>
          <a:bodyPr/>
          <a:lstStyle/>
          <a:p>
            <a:r>
              <a:rPr lang="en-US" dirty="0"/>
              <a:t>User Authentication &amp; Identity Management</a:t>
            </a:r>
          </a:p>
        </p:txBody>
      </p:sp>
    </p:spTree>
    <p:extLst>
      <p:ext uri="{BB962C8B-B14F-4D97-AF65-F5344CB8AC3E}">
        <p14:creationId xmlns:p14="http://schemas.microsoft.com/office/powerpoint/2010/main" val="1987701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Recap of Week 5</a:t>
            </a:r>
          </a:p>
        </p:txBody>
      </p:sp>
      <p:sp>
        <p:nvSpPr>
          <p:cNvPr id="6" name="Text Placeholder 5">
            <a:extLst>
              <a:ext uri="{FF2B5EF4-FFF2-40B4-BE49-F238E27FC236}">
                <a16:creationId xmlns:a16="http://schemas.microsoft.com/office/drawing/2014/main" id="{22FB8B4F-D2B8-C44D-9153-11674AD1146E}"/>
              </a:ext>
            </a:extLst>
          </p:cNvPr>
          <p:cNvSpPr>
            <a:spLocks noGrp="1"/>
          </p:cNvSpPr>
          <p:nvPr>
            <p:ph type="body" idx="11"/>
          </p:nvPr>
        </p:nvSpPr>
        <p:spPr/>
        <p:txBody>
          <a:bodyPr/>
          <a:lstStyle/>
          <a:p>
            <a:endParaRPr lang="en-US"/>
          </a:p>
        </p:txBody>
      </p:sp>
      <p:sp>
        <p:nvSpPr>
          <p:cNvPr id="3" name="Content Placeholder 2"/>
          <p:cNvSpPr>
            <a:spLocks noGrp="1"/>
          </p:cNvSpPr>
          <p:nvPr>
            <p:ph idx="1"/>
          </p:nvPr>
        </p:nvSpPr>
        <p:spPr/>
        <p:txBody>
          <a:bodyPr/>
          <a:lstStyle/>
          <a:p>
            <a:r>
              <a:rPr lang="en-US" dirty="0"/>
              <a:t>A public key certificate serves as the token that vouches for the ownership of a public key. It is signed by CA upon the certificate body.</a:t>
            </a:r>
          </a:p>
          <a:p>
            <a:r>
              <a:rPr lang="en-US" dirty="0"/>
              <a:t>Key elements in certificates.</a:t>
            </a:r>
          </a:p>
          <a:p>
            <a:r>
              <a:rPr lang="en-US" dirty="0"/>
              <a:t>Certificate request and issuance</a:t>
            </a:r>
          </a:p>
          <a:p>
            <a:r>
              <a:rPr lang="en-US" dirty="0"/>
              <a:t>Certificate verification</a:t>
            </a:r>
          </a:p>
          <a:p>
            <a:r>
              <a:rPr lang="en-US" dirty="0"/>
              <a:t>Certificate revocation</a:t>
            </a:r>
          </a:p>
          <a:p>
            <a:r>
              <a:rPr lang="en-US" dirty="0"/>
              <a:t>Symmetric key distribution (with public key certs)</a:t>
            </a:r>
          </a:p>
        </p:txBody>
      </p:sp>
      <mc:AlternateContent xmlns:mc="http://schemas.openxmlformats.org/markup-compatibility/2006" xmlns:p14="http://schemas.microsoft.com/office/powerpoint/2010/main">
        <mc:Choice Requires="p14">
          <p:contentPart p14:bwMode="auto" r:id="rId2">
            <p14:nvContentPartPr>
              <p14:cNvPr id="49" name="Ink 48">
                <a:extLst>
                  <a:ext uri="{FF2B5EF4-FFF2-40B4-BE49-F238E27FC236}">
                    <a16:creationId xmlns:a16="http://schemas.microsoft.com/office/drawing/2014/main" id="{AF3510FF-5DCC-1B0E-5452-87E3179100B9}"/>
                  </a:ext>
                </a:extLst>
              </p14:cNvPr>
              <p14:cNvContentPartPr/>
              <p14:nvPr/>
            </p14:nvContentPartPr>
            <p14:xfrm>
              <a:off x="4572181" y="2055600"/>
              <a:ext cx="2883600" cy="651240"/>
            </p14:xfrm>
          </p:contentPart>
        </mc:Choice>
        <mc:Fallback xmlns="">
          <p:pic>
            <p:nvPicPr>
              <p:cNvPr id="49" name="Ink 48">
                <a:extLst>
                  <a:ext uri="{FF2B5EF4-FFF2-40B4-BE49-F238E27FC236}">
                    <a16:creationId xmlns:a16="http://schemas.microsoft.com/office/drawing/2014/main" id="{AF3510FF-5DCC-1B0E-5452-87E3179100B9}"/>
                  </a:ext>
                </a:extLst>
              </p:cNvPr>
              <p:cNvPicPr/>
              <p:nvPr/>
            </p:nvPicPr>
            <p:blipFill>
              <a:blip r:embed="rId3"/>
              <a:stretch>
                <a:fillRect/>
              </a:stretch>
            </p:blipFill>
            <p:spPr>
              <a:xfrm>
                <a:off x="4561741" y="2044806"/>
                <a:ext cx="2904840" cy="672468"/>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78" name="Ink 77">
                <a:extLst>
                  <a:ext uri="{FF2B5EF4-FFF2-40B4-BE49-F238E27FC236}">
                    <a16:creationId xmlns:a16="http://schemas.microsoft.com/office/drawing/2014/main" id="{7EE5A67B-F431-0336-BA15-D3F5CA555DA2}"/>
                  </a:ext>
                </a:extLst>
              </p14:cNvPr>
              <p14:cNvContentPartPr/>
              <p14:nvPr/>
            </p14:nvContentPartPr>
            <p14:xfrm>
              <a:off x="7481527" y="2004305"/>
              <a:ext cx="1378440" cy="432000"/>
            </p14:xfrm>
          </p:contentPart>
        </mc:Choice>
        <mc:Fallback xmlns="">
          <p:pic>
            <p:nvPicPr>
              <p:cNvPr id="78" name="Ink 77">
                <a:extLst>
                  <a:ext uri="{FF2B5EF4-FFF2-40B4-BE49-F238E27FC236}">
                    <a16:creationId xmlns:a16="http://schemas.microsoft.com/office/drawing/2014/main" id="{7EE5A67B-F431-0336-BA15-D3F5CA555DA2}"/>
                  </a:ext>
                </a:extLst>
              </p:cNvPr>
              <p:cNvPicPr/>
              <p:nvPr/>
            </p:nvPicPr>
            <p:blipFill>
              <a:blip r:embed="rId5"/>
              <a:stretch>
                <a:fillRect/>
              </a:stretch>
            </p:blipFill>
            <p:spPr>
              <a:xfrm>
                <a:off x="7471090" y="1993865"/>
                <a:ext cx="1399674" cy="4532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07" name="Ink 106">
                <a:extLst>
                  <a:ext uri="{FF2B5EF4-FFF2-40B4-BE49-F238E27FC236}">
                    <a16:creationId xmlns:a16="http://schemas.microsoft.com/office/drawing/2014/main" id="{EEBBACE0-6121-F01B-C559-0F7824BE9915}"/>
                  </a:ext>
                </a:extLst>
              </p14:cNvPr>
              <p14:cNvContentPartPr/>
              <p14:nvPr/>
            </p14:nvContentPartPr>
            <p14:xfrm>
              <a:off x="7696447" y="2445305"/>
              <a:ext cx="1346040" cy="439920"/>
            </p14:xfrm>
          </p:contentPart>
        </mc:Choice>
        <mc:Fallback xmlns="">
          <p:pic>
            <p:nvPicPr>
              <p:cNvPr id="107" name="Ink 106">
                <a:extLst>
                  <a:ext uri="{FF2B5EF4-FFF2-40B4-BE49-F238E27FC236}">
                    <a16:creationId xmlns:a16="http://schemas.microsoft.com/office/drawing/2014/main" id="{EEBBACE0-6121-F01B-C559-0F7824BE9915}"/>
                  </a:ext>
                </a:extLst>
              </p:cNvPr>
              <p:cNvPicPr/>
              <p:nvPr/>
            </p:nvPicPr>
            <p:blipFill>
              <a:blip r:embed="rId7"/>
              <a:stretch>
                <a:fillRect/>
              </a:stretch>
            </p:blipFill>
            <p:spPr>
              <a:xfrm>
                <a:off x="7685650" y="2434514"/>
                <a:ext cx="1367274" cy="461143"/>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21" name="Ink 120">
                <a:extLst>
                  <a:ext uri="{FF2B5EF4-FFF2-40B4-BE49-F238E27FC236}">
                    <a16:creationId xmlns:a16="http://schemas.microsoft.com/office/drawing/2014/main" id="{D9CB41DA-8D82-E225-9A30-719971D720BA}"/>
                  </a:ext>
                </a:extLst>
              </p14:cNvPr>
              <p14:cNvContentPartPr/>
              <p14:nvPr/>
            </p14:nvContentPartPr>
            <p14:xfrm>
              <a:off x="8268847" y="2679665"/>
              <a:ext cx="1073880" cy="216000"/>
            </p14:xfrm>
          </p:contentPart>
        </mc:Choice>
        <mc:Fallback xmlns="">
          <p:pic>
            <p:nvPicPr>
              <p:cNvPr id="121" name="Ink 120">
                <a:extLst>
                  <a:ext uri="{FF2B5EF4-FFF2-40B4-BE49-F238E27FC236}">
                    <a16:creationId xmlns:a16="http://schemas.microsoft.com/office/drawing/2014/main" id="{D9CB41DA-8D82-E225-9A30-719971D720BA}"/>
                  </a:ext>
                </a:extLst>
              </p:cNvPr>
              <p:cNvPicPr/>
              <p:nvPr/>
            </p:nvPicPr>
            <p:blipFill>
              <a:blip r:embed="rId9"/>
              <a:stretch>
                <a:fillRect/>
              </a:stretch>
            </p:blipFill>
            <p:spPr>
              <a:xfrm>
                <a:off x="8258051" y="2668865"/>
                <a:ext cx="1095113" cy="2372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29" name="Ink 128">
                <a:extLst>
                  <a:ext uri="{FF2B5EF4-FFF2-40B4-BE49-F238E27FC236}">
                    <a16:creationId xmlns:a16="http://schemas.microsoft.com/office/drawing/2014/main" id="{F6D66CAA-4BB6-817D-2245-DD505FC96ED5}"/>
                  </a:ext>
                </a:extLst>
              </p14:cNvPr>
              <p14:cNvContentPartPr/>
              <p14:nvPr/>
            </p14:nvContentPartPr>
            <p14:xfrm>
              <a:off x="8532004" y="2865465"/>
              <a:ext cx="168840" cy="277200"/>
            </p14:xfrm>
          </p:contentPart>
        </mc:Choice>
        <mc:Fallback xmlns="">
          <p:pic>
            <p:nvPicPr>
              <p:cNvPr id="129" name="Ink 128">
                <a:extLst>
                  <a:ext uri="{FF2B5EF4-FFF2-40B4-BE49-F238E27FC236}">
                    <a16:creationId xmlns:a16="http://schemas.microsoft.com/office/drawing/2014/main" id="{F6D66CAA-4BB6-817D-2245-DD505FC96ED5}"/>
                  </a:ext>
                </a:extLst>
              </p:cNvPr>
              <p:cNvPicPr/>
              <p:nvPr/>
            </p:nvPicPr>
            <p:blipFill>
              <a:blip r:embed="rId11"/>
              <a:stretch>
                <a:fillRect/>
              </a:stretch>
            </p:blipFill>
            <p:spPr>
              <a:xfrm>
                <a:off x="8521204" y="2854665"/>
                <a:ext cx="190080" cy="2984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38" name="Ink 137">
                <a:extLst>
                  <a:ext uri="{FF2B5EF4-FFF2-40B4-BE49-F238E27FC236}">
                    <a16:creationId xmlns:a16="http://schemas.microsoft.com/office/drawing/2014/main" id="{153D4472-9BE1-7305-A8F1-4128CE9816B3}"/>
                  </a:ext>
                </a:extLst>
              </p14:cNvPr>
              <p14:cNvContentPartPr/>
              <p14:nvPr/>
            </p14:nvContentPartPr>
            <p14:xfrm>
              <a:off x="8767444" y="2992905"/>
              <a:ext cx="372240" cy="165600"/>
            </p14:xfrm>
          </p:contentPart>
        </mc:Choice>
        <mc:Fallback xmlns="">
          <p:pic>
            <p:nvPicPr>
              <p:cNvPr id="138" name="Ink 137">
                <a:extLst>
                  <a:ext uri="{FF2B5EF4-FFF2-40B4-BE49-F238E27FC236}">
                    <a16:creationId xmlns:a16="http://schemas.microsoft.com/office/drawing/2014/main" id="{153D4472-9BE1-7305-A8F1-4128CE9816B3}"/>
                  </a:ext>
                </a:extLst>
              </p:cNvPr>
              <p:cNvPicPr/>
              <p:nvPr/>
            </p:nvPicPr>
            <p:blipFill>
              <a:blip r:embed="rId13"/>
              <a:stretch>
                <a:fillRect/>
              </a:stretch>
            </p:blipFill>
            <p:spPr>
              <a:xfrm>
                <a:off x="8756644" y="2982442"/>
                <a:ext cx="393480" cy="186886"/>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56" name="Ink 155">
                <a:extLst>
                  <a:ext uri="{FF2B5EF4-FFF2-40B4-BE49-F238E27FC236}">
                    <a16:creationId xmlns:a16="http://schemas.microsoft.com/office/drawing/2014/main" id="{84859A3C-D2DA-A6A6-86F0-E782E05E353C}"/>
                  </a:ext>
                </a:extLst>
              </p14:cNvPr>
              <p14:cNvContentPartPr/>
              <p14:nvPr/>
            </p14:nvContentPartPr>
            <p14:xfrm>
              <a:off x="3768531" y="3061793"/>
              <a:ext cx="1385640" cy="186840"/>
            </p14:xfrm>
          </p:contentPart>
        </mc:Choice>
        <mc:Fallback xmlns="">
          <p:pic>
            <p:nvPicPr>
              <p:cNvPr id="156" name="Ink 155">
                <a:extLst>
                  <a:ext uri="{FF2B5EF4-FFF2-40B4-BE49-F238E27FC236}">
                    <a16:creationId xmlns:a16="http://schemas.microsoft.com/office/drawing/2014/main" id="{84859A3C-D2DA-A6A6-86F0-E782E05E353C}"/>
                  </a:ext>
                </a:extLst>
              </p:cNvPr>
              <p:cNvPicPr/>
              <p:nvPr/>
            </p:nvPicPr>
            <p:blipFill>
              <a:blip r:embed="rId15"/>
              <a:stretch>
                <a:fillRect/>
              </a:stretch>
            </p:blipFill>
            <p:spPr>
              <a:xfrm>
                <a:off x="3757731" y="3051333"/>
                <a:ext cx="1406880" cy="208121"/>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83" name="Ink 182">
                <a:extLst>
                  <a:ext uri="{FF2B5EF4-FFF2-40B4-BE49-F238E27FC236}">
                    <a16:creationId xmlns:a16="http://schemas.microsoft.com/office/drawing/2014/main" id="{21F89288-EEB5-6F64-6A44-E8690D12D9C7}"/>
                  </a:ext>
                </a:extLst>
              </p14:cNvPr>
              <p14:cNvContentPartPr/>
              <p14:nvPr/>
            </p14:nvContentPartPr>
            <p14:xfrm>
              <a:off x="3865207" y="3625080"/>
              <a:ext cx="596160" cy="215280"/>
            </p14:xfrm>
          </p:contentPart>
        </mc:Choice>
        <mc:Fallback xmlns="">
          <p:pic>
            <p:nvPicPr>
              <p:cNvPr id="183" name="Ink 182">
                <a:extLst>
                  <a:ext uri="{FF2B5EF4-FFF2-40B4-BE49-F238E27FC236}">
                    <a16:creationId xmlns:a16="http://schemas.microsoft.com/office/drawing/2014/main" id="{21F89288-EEB5-6F64-6A44-E8690D12D9C7}"/>
                  </a:ext>
                </a:extLst>
              </p:cNvPr>
              <p:cNvPicPr/>
              <p:nvPr/>
            </p:nvPicPr>
            <p:blipFill>
              <a:blip r:embed="rId17"/>
              <a:stretch>
                <a:fillRect/>
              </a:stretch>
            </p:blipFill>
            <p:spPr>
              <a:xfrm>
                <a:off x="3854767" y="3614640"/>
                <a:ext cx="617400" cy="2365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08" name="Ink 207">
                <a:extLst>
                  <a:ext uri="{FF2B5EF4-FFF2-40B4-BE49-F238E27FC236}">
                    <a16:creationId xmlns:a16="http://schemas.microsoft.com/office/drawing/2014/main" id="{029A343E-564E-34AB-B36A-D55B9127DC04}"/>
                  </a:ext>
                </a:extLst>
              </p14:cNvPr>
              <p14:cNvContentPartPr/>
              <p14:nvPr/>
            </p14:nvContentPartPr>
            <p14:xfrm>
              <a:off x="3795007" y="3364080"/>
              <a:ext cx="1728720" cy="614880"/>
            </p14:xfrm>
          </p:contentPart>
        </mc:Choice>
        <mc:Fallback xmlns="">
          <p:pic>
            <p:nvPicPr>
              <p:cNvPr id="208" name="Ink 207">
                <a:extLst>
                  <a:ext uri="{FF2B5EF4-FFF2-40B4-BE49-F238E27FC236}">
                    <a16:creationId xmlns:a16="http://schemas.microsoft.com/office/drawing/2014/main" id="{029A343E-564E-34AB-B36A-D55B9127DC04}"/>
                  </a:ext>
                </a:extLst>
              </p:cNvPr>
              <p:cNvPicPr/>
              <p:nvPr/>
            </p:nvPicPr>
            <p:blipFill>
              <a:blip r:embed="rId19"/>
              <a:stretch>
                <a:fillRect/>
              </a:stretch>
            </p:blipFill>
            <p:spPr>
              <a:xfrm>
                <a:off x="3784207" y="3353634"/>
                <a:ext cx="1749960" cy="636132"/>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29" name="Ink 228">
                <a:extLst>
                  <a:ext uri="{FF2B5EF4-FFF2-40B4-BE49-F238E27FC236}">
                    <a16:creationId xmlns:a16="http://schemas.microsoft.com/office/drawing/2014/main" id="{A3C9A6EF-D484-867A-8124-2CC244FC7BC8}"/>
                  </a:ext>
                </a:extLst>
              </p14:cNvPr>
              <p14:cNvContentPartPr/>
              <p14:nvPr/>
            </p14:nvContentPartPr>
            <p14:xfrm>
              <a:off x="5751942" y="3103633"/>
              <a:ext cx="981360" cy="394920"/>
            </p14:xfrm>
          </p:contentPart>
        </mc:Choice>
        <mc:Fallback xmlns="">
          <p:pic>
            <p:nvPicPr>
              <p:cNvPr id="229" name="Ink 228">
                <a:extLst>
                  <a:ext uri="{FF2B5EF4-FFF2-40B4-BE49-F238E27FC236}">
                    <a16:creationId xmlns:a16="http://schemas.microsoft.com/office/drawing/2014/main" id="{A3C9A6EF-D484-867A-8124-2CC244FC7BC8}"/>
                  </a:ext>
                </a:extLst>
              </p:cNvPr>
              <p:cNvPicPr/>
              <p:nvPr/>
            </p:nvPicPr>
            <p:blipFill>
              <a:blip r:embed="rId21"/>
              <a:stretch>
                <a:fillRect/>
              </a:stretch>
            </p:blipFill>
            <p:spPr>
              <a:xfrm>
                <a:off x="5741146" y="3093183"/>
                <a:ext cx="1002592" cy="416179"/>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57" name="Ink 256">
                <a:extLst>
                  <a:ext uri="{FF2B5EF4-FFF2-40B4-BE49-F238E27FC236}">
                    <a16:creationId xmlns:a16="http://schemas.microsoft.com/office/drawing/2014/main" id="{B1523F35-81CA-6545-9904-C8B3B04A70F3}"/>
                  </a:ext>
                </a:extLst>
              </p14:cNvPr>
              <p14:cNvContentPartPr/>
              <p14:nvPr/>
            </p14:nvContentPartPr>
            <p14:xfrm>
              <a:off x="5869662" y="3327193"/>
              <a:ext cx="1134000" cy="630720"/>
            </p14:xfrm>
          </p:contentPart>
        </mc:Choice>
        <mc:Fallback xmlns="">
          <p:pic>
            <p:nvPicPr>
              <p:cNvPr id="257" name="Ink 256">
                <a:extLst>
                  <a:ext uri="{FF2B5EF4-FFF2-40B4-BE49-F238E27FC236}">
                    <a16:creationId xmlns:a16="http://schemas.microsoft.com/office/drawing/2014/main" id="{B1523F35-81CA-6545-9904-C8B3B04A70F3}"/>
                  </a:ext>
                </a:extLst>
              </p:cNvPr>
              <p:cNvPicPr/>
              <p:nvPr/>
            </p:nvPicPr>
            <p:blipFill>
              <a:blip r:embed="rId23"/>
              <a:stretch>
                <a:fillRect/>
              </a:stretch>
            </p:blipFill>
            <p:spPr>
              <a:xfrm>
                <a:off x="5858862" y="3316753"/>
                <a:ext cx="1155240" cy="6519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80" name="Ink 279">
                <a:extLst>
                  <a:ext uri="{FF2B5EF4-FFF2-40B4-BE49-F238E27FC236}">
                    <a16:creationId xmlns:a16="http://schemas.microsoft.com/office/drawing/2014/main" id="{2B08FC8E-DD4C-9458-431E-7189490A74C3}"/>
                  </a:ext>
                </a:extLst>
              </p14:cNvPr>
              <p14:cNvContentPartPr/>
              <p14:nvPr/>
            </p14:nvContentPartPr>
            <p14:xfrm>
              <a:off x="3510618" y="4303675"/>
              <a:ext cx="1753920" cy="227520"/>
            </p14:xfrm>
          </p:contentPart>
        </mc:Choice>
        <mc:Fallback xmlns="">
          <p:pic>
            <p:nvPicPr>
              <p:cNvPr id="280" name="Ink 279">
                <a:extLst>
                  <a:ext uri="{FF2B5EF4-FFF2-40B4-BE49-F238E27FC236}">
                    <a16:creationId xmlns:a16="http://schemas.microsoft.com/office/drawing/2014/main" id="{2B08FC8E-DD4C-9458-431E-7189490A74C3}"/>
                  </a:ext>
                </a:extLst>
              </p:cNvPr>
              <p:cNvPicPr/>
              <p:nvPr/>
            </p:nvPicPr>
            <p:blipFill>
              <a:blip r:embed="rId25"/>
              <a:stretch>
                <a:fillRect/>
              </a:stretch>
            </p:blipFill>
            <p:spPr>
              <a:xfrm>
                <a:off x="3499820" y="4292875"/>
                <a:ext cx="1775156" cy="2487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94" name="Ink 293">
                <a:extLst>
                  <a:ext uri="{FF2B5EF4-FFF2-40B4-BE49-F238E27FC236}">
                    <a16:creationId xmlns:a16="http://schemas.microsoft.com/office/drawing/2014/main" id="{2026617C-4730-6D6C-5BB4-10A2ADA8FE24}"/>
                  </a:ext>
                </a:extLst>
              </p14:cNvPr>
              <p14:cNvContentPartPr/>
              <p14:nvPr/>
            </p14:nvContentPartPr>
            <p14:xfrm>
              <a:off x="473400" y="4977384"/>
              <a:ext cx="1541880" cy="271440"/>
            </p14:xfrm>
          </p:contentPart>
        </mc:Choice>
        <mc:Fallback xmlns="">
          <p:pic>
            <p:nvPicPr>
              <p:cNvPr id="294" name="Ink 293">
                <a:extLst>
                  <a:ext uri="{FF2B5EF4-FFF2-40B4-BE49-F238E27FC236}">
                    <a16:creationId xmlns:a16="http://schemas.microsoft.com/office/drawing/2014/main" id="{2026617C-4730-6D6C-5BB4-10A2ADA8FE24}"/>
                  </a:ext>
                </a:extLst>
              </p:cNvPr>
              <p:cNvPicPr/>
              <p:nvPr/>
            </p:nvPicPr>
            <p:blipFill>
              <a:blip r:embed="rId27"/>
              <a:stretch>
                <a:fillRect/>
              </a:stretch>
            </p:blipFill>
            <p:spPr>
              <a:xfrm>
                <a:off x="462960" y="4966944"/>
                <a:ext cx="1563120" cy="2926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97" name="Ink 296">
                <a:extLst>
                  <a:ext uri="{FF2B5EF4-FFF2-40B4-BE49-F238E27FC236}">
                    <a16:creationId xmlns:a16="http://schemas.microsoft.com/office/drawing/2014/main" id="{124DEBCD-C7E0-CD9F-4A3E-B7BF635A1191}"/>
                  </a:ext>
                </a:extLst>
              </p14:cNvPr>
              <p14:cNvContentPartPr/>
              <p14:nvPr/>
            </p14:nvContentPartPr>
            <p14:xfrm>
              <a:off x="136800" y="2692611"/>
              <a:ext cx="399960" cy="2597400"/>
            </p14:xfrm>
          </p:contentPart>
        </mc:Choice>
        <mc:Fallback xmlns="">
          <p:pic>
            <p:nvPicPr>
              <p:cNvPr id="297" name="Ink 296">
                <a:extLst>
                  <a:ext uri="{FF2B5EF4-FFF2-40B4-BE49-F238E27FC236}">
                    <a16:creationId xmlns:a16="http://schemas.microsoft.com/office/drawing/2014/main" id="{124DEBCD-C7E0-CD9F-4A3E-B7BF635A1191}"/>
                  </a:ext>
                </a:extLst>
              </p:cNvPr>
              <p:cNvPicPr/>
              <p:nvPr/>
            </p:nvPicPr>
            <p:blipFill>
              <a:blip r:embed="rId29"/>
              <a:stretch>
                <a:fillRect/>
              </a:stretch>
            </p:blipFill>
            <p:spPr>
              <a:xfrm>
                <a:off x="126000" y="2682170"/>
                <a:ext cx="421200" cy="2618643"/>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27" name="Ink 326">
                <a:extLst>
                  <a:ext uri="{FF2B5EF4-FFF2-40B4-BE49-F238E27FC236}">
                    <a16:creationId xmlns:a16="http://schemas.microsoft.com/office/drawing/2014/main" id="{4C424C5D-E718-D881-EDA1-F4226AB813C1}"/>
                  </a:ext>
                </a:extLst>
              </p14:cNvPr>
              <p14:cNvContentPartPr/>
              <p14:nvPr/>
            </p14:nvContentPartPr>
            <p14:xfrm>
              <a:off x="3229200" y="4971411"/>
              <a:ext cx="1768320" cy="354600"/>
            </p14:xfrm>
          </p:contentPart>
        </mc:Choice>
        <mc:Fallback xmlns="">
          <p:pic>
            <p:nvPicPr>
              <p:cNvPr id="327" name="Ink 326">
                <a:extLst>
                  <a:ext uri="{FF2B5EF4-FFF2-40B4-BE49-F238E27FC236}">
                    <a16:creationId xmlns:a16="http://schemas.microsoft.com/office/drawing/2014/main" id="{4C424C5D-E718-D881-EDA1-F4226AB813C1}"/>
                  </a:ext>
                </a:extLst>
              </p:cNvPr>
              <p:cNvPicPr/>
              <p:nvPr/>
            </p:nvPicPr>
            <p:blipFill>
              <a:blip r:embed="rId31"/>
              <a:stretch>
                <a:fillRect/>
              </a:stretch>
            </p:blipFill>
            <p:spPr>
              <a:xfrm>
                <a:off x="3218402" y="4960611"/>
                <a:ext cx="1789556" cy="3758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328" name="Ink 327">
                <a:extLst>
                  <a:ext uri="{FF2B5EF4-FFF2-40B4-BE49-F238E27FC236}">
                    <a16:creationId xmlns:a16="http://schemas.microsoft.com/office/drawing/2014/main" id="{33846C97-EEF7-ECDF-4FB9-0E6B00AF52C3}"/>
                  </a:ext>
                </a:extLst>
              </p14:cNvPr>
              <p14:cNvContentPartPr/>
              <p14:nvPr/>
            </p14:nvContentPartPr>
            <p14:xfrm>
              <a:off x="2729880" y="4949091"/>
              <a:ext cx="347760" cy="277920"/>
            </p14:xfrm>
          </p:contentPart>
        </mc:Choice>
        <mc:Fallback xmlns="">
          <p:pic>
            <p:nvPicPr>
              <p:cNvPr id="328" name="Ink 327">
                <a:extLst>
                  <a:ext uri="{FF2B5EF4-FFF2-40B4-BE49-F238E27FC236}">
                    <a16:creationId xmlns:a16="http://schemas.microsoft.com/office/drawing/2014/main" id="{33846C97-EEF7-ECDF-4FB9-0E6B00AF52C3}"/>
                  </a:ext>
                </a:extLst>
              </p:cNvPr>
              <p:cNvPicPr/>
              <p:nvPr/>
            </p:nvPicPr>
            <p:blipFill>
              <a:blip r:embed="rId33"/>
              <a:stretch>
                <a:fillRect/>
              </a:stretch>
            </p:blipFill>
            <p:spPr>
              <a:xfrm>
                <a:off x="2719091" y="4938651"/>
                <a:ext cx="368978" cy="2991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29" name="Ink 328">
                <a:extLst>
                  <a:ext uri="{FF2B5EF4-FFF2-40B4-BE49-F238E27FC236}">
                    <a16:creationId xmlns:a16="http://schemas.microsoft.com/office/drawing/2014/main" id="{FC3718AD-7840-2EEB-E903-87FC62F75CF7}"/>
                  </a:ext>
                </a:extLst>
              </p14:cNvPr>
              <p14:cNvContentPartPr/>
              <p14:nvPr/>
            </p14:nvContentPartPr>
            <p14:xfrm>
              <a:off x="2097000" y="4960971"/>
              <a:ext cx="511200" cy="339840"/>
            </p14:xfrm>
          </p:contentPart>
        </mc:Choice>
        <mc:Fallback xmlns="">
          <p:pic>
            <p:nvPicPr>
              <p:cNvPr id="329" name="Ink 328">
                <a:extLst>
                  <a:ext uri="{FF2B5EF4-FFF2-40B4-BE49-F238E27FC236}">
                    <a16:creationId xmlns:a16="http://schemas.microsoft.com/office/drawing/2014/main" id="{FC3718AD-7840-2EEB-E903-87FC62F75CF7}"/>
                  </a:ext>
                </a:extLst>
              </p:cNvPr>
              <p:cNvPicPr/>
              <p:nvPr/>
            </p:nvPicPr>
            <p:blipFill>
              <a:blip r:embed="rId35"/>
              <a:stretch>
                <a:fillRect/>
              </a:stretch>
            </p:blipFill>
            <p:spPr>
              <a:xfrm>
                <a:off x="2086553" y="4950520"/>
                <a:ext cx="532455" cy="361103"/>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337" name="Ink 336">
                <a:extLst>
                  <a:ext uri="{FF2B5EF4-FFF2-40B4-BE49-F238E27FC236}">
                    <a16:creationId xmlns:a16="http://schemas.microsoft.com/office/drawing/2014/main" id="{BFA18F22-0506-835B-8543-41BEFD80A75D}"/>
                  </a:ext>
                </a:extLst>
              </p14:cNvPr>
              <p14:cNvContentPartPr/>
              <p14:nvPr/>
            </p14:nvContentPartPr>
            <p14:xfrm>
              <a:off x="1161360" y="5347251"/>
              <a:ext cx="451800" cy="282240"/>
            </p14:xfrm>
          </p:contentPart>
        </mc:Choice>
        <mc:Fallback xmlns="">
          <p:pic>
            <p:nvPicPr>
              <p:cNvPr id="337" name="Ink 336">
                <a:extLst>
                  <a:ext uri="{FF2B5EF4-FFF2-40B4-BE49-F238E27FC236}">
                    <a16:creationId xmlns:a16="http://schemas.microsoft.com/office/drawing/2014/main" id="{BFA18F22-0506-835B-8543-41BEFD80A75D}"/>
                  </a:ext>
                </a:extLst>
              </p:cNvPr>
              <p:cNvPicPr/>
              <p:nvPr/>
            </p:nvPicPr>
            <p:blipFill>
              <a:blip r:embed="rId37"/>
              <a:stretch>
                <a:fillRect/>
              </a:stretch>
            </p:blipFill>
            <p:spPr>
              <a:xfrm>
                <a:off x="1150560" y="5336811"/>
                <a:ext cx="473040" cy="3034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338" name="Ink 337">
                <a:extLst>
                  <a:ext uri="{FF2B5EF4-FFF2-40B4-BE49-F238E27FC236}">
                    <a16:creationId xmlns:a16="http://schemas.microsoft.com/office/drawing/2014/main" id="{9C3AA0D5-7F62-318F-4463-58E306FECEE9}"/>
                  </a:ext>
                </a:extLst>
              </p14:cNvPr>
              <p14:cNvContentPartPr/>
              <p14:nvPr/>
            </p14:nvContentPartPr>
            <p14:xfrm>
              <a:off x="624960" y="5308011"/>
              <a:ext cx="392400" cy="214200"/>
            </p14:xfrm>
          </p:contentPart>
        </mc:Choice>
        <mc:Fallback xmlns="">
          <p:pic>
            <p:nvPicPr>
              <p:cNvPr id="338" name="Ink 337">
                <a:extLst>
                  <a:ext uri="{FF2B5EF4-FFF2-40B4-BE49-F238E27FC236}">
                    <a16:creationId xmlns:a16="http://schemas.microsoft.com/office/drawing/2014/main" id="{9C3AA0D5-7F62-318F-4463-58E306FECEE9}"/>
                  </a:ext>
                </a:extLst>
              </p:cNvPr>
              <p:cNvPicPr/>
              <p:nvPr/>
            </p:nvPicPr>
            <p:blipFill>
              <a:blip r:embed="rId39"/>
              <a:stretch>
                <a:fillRect/>
              </a:stretch>
            </p:blipFill>
            <p:spPr>
              <a:xfrm>
                <a:off x="614160" y="5297211"/>
                <a:ext cx="413640" cy="2354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53" name="Ink 352">
                <a:extLst>
                  <a:ext uri="{FF2B5EF4-FFF2-40B4-BE49-F238E27FC236}">
                    <a16:creationId xmlns:a16="http://schemas.microsoft.com/office/drawing/2014/main" id="{8EEE0852-9CA6-4C4B-7A8C-497CB8706F97}"/>
                  </a:ext>
                </a:extLst>
              </p14:cNvPr>
              <p14:cNvContentPartPr/>
              <p14:nvPr/>
            </p14:nvContentPartPr>
            <p14:xfrm>
              <a:off x="2922120" y="5363451"/>
              <a:ext cx="429480" cy="216720"/>
            </p14:xfrm>
          </p:contentPart>
        </mc:Choice>
        <mc:Fallback xmlns="">
          <p:pic>
            <p:nvPicPr>
              <p:cNvPr id="353" name="Ink 352">
                <a:extLst>
                  <a:ext uri="{FF2B5EF4-FFF2-40B4-BE49-F238E27FC236}">
                    <a16:creationId xmlns:a16="http://schemas.microsoft.com/office/drawing/2014/main" id="{8EEE0852-9CA6-4C4B-7A8C-497CB8706F97}"/>
                  </a:ext>
                </a:extLst>
              </p:cNvPr>
              <p:cNvPicPr/>
              <p:nvPr/>
            </p:nvPicPr>
            <p:blipFill>
              <a:blip r:embed="rId41"/>
              <a:stretch>
                <a:fillRect/>
              </a:stretch>
            </p:blipFill>
            <p:spPr>
              <a:xfrm>
                <a:off x="2911320" y="5352651"/>
                <a:ext cx="450720" cy="2379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54" name="Ink 353">
                <a:extLst>
                  <a:ext uri="{FF2B5EF4-FFF2-40B4-BE49-F238E27FC236}">
                    <a16:creationId xmlns:a16="http://schemas.microsoft.com/office/drawing/2014/main" id="{B99DBE9B-3AE0-72C5-26BD-6AAE44C7AA9B}"/>
                  </a:ext>
                </a:extLst>
              </p14:cNvPr>
              <p14:cNvContentPartPr/>
              <p14:nvPr/>
            </p14:nvContentPartPr>
            <p14:xfrm>
              <a:off x="2394720" y="5386491"/>
              <a:ext cx="390600" cy="227880"/>
            </p14:xfrm>
          </p:contentPart>
        </mc:Choice>
        <mc:Fallback xmlns="">
          <p:pic>
            <p:nvPicPr>
              <p:cNvPr id="354" name="Ink 353">
                <a:extLst>
                  <a:ext uri="{FF2B5EF4-FFF2-40B4-BE49-F238E27FC236}">
                    <a16:creationId xmlns:a16="http://schemas.microsoft.com/office/drawing/2014/main" id="{B99DBE9B-3AE0-72C5-26BD-6AAE44C7AA9B}"/>
                  </a:ext>
                </a:extLst>
              </p:cNvPr>
              <p:cNvPicPr/>
              <p:nvPr/>
            </p:nvPicPr>
            <p:blipFill>
              <a:blip r:embed="rId43"/>
              <a:stretch>
                <a:fillRect/>
              </a:stretch>
            </p:blipFill>
            <p:spPr>
              <a:xfrm>
                <a:off x="2384290" y="5375691"/>
                <a:ext cx="411820" cy="2491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55" name="Ink 354">
                <a:extLst>
                  <a:ext uri="{FF2B5EF4-FFF2-40B4-BE49-F238E27FC236}">
                    <a16:creationId xmlns:a16="http://schemas.microsoft.com/office/drawing/2014/main" id="{5CACF8F7-4A4E-CD9E-6B5C-B794C7A65217}"/>
                  </a:ext>
                </a:extLst>
              </p14:cNvPr>
              <p14:cNvContentPartPr/>
              <p14:nvPr/>
            </p14:nvContentPartPr>
            <p14:xfrm>
              <a:off x="1753200" y="5367051"/>
              <a:ext cx="522000" cy="218520"/>
            </p14:xfrm>
          </p:contentPart>
        </mc:Choice>
        <mc:Fallback xmlns="">
          <p:pic>
            <p:nvPicPr>
              <p:cNvPr id="355" name="Ink 354">
                <a:extLst>
                  <a:ext uri="{FF2B5EF4-FFF2-40B4-BE49-F238E27FC236}">
                    <a16:creationId xmlns:a16="http://schemas.microsoft.com/office/drawing/2014/main" id="{5CACF8F7-4A4E-CD9E-6B5C-B794C7A65217}"/>
                  </a:ext>
                </a:extLst>
              </p:cNvPr>
              <p:cNvPicPr/>
              <p:nvPr/>
            </p:nvPicPr>
            <p:blipFill>
              <a:blip r:embed="rId45"/>
              <a:stretch>
                <a:fillRect/>
              </a:stretch>
            </p:blipFill>
            <p:spPr>
              <a:xfrm>
                <a:off x="1742400" y="5356611"/>
                <a:ext cx="543240" cy="2397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72" name="Ink 371">
                <a:extLst>
                  <a:ext uri="{FF2B5EF4-FFF2-40B4-BE49-F238E27FC236}">
                    <a16:creationId xmlns:a16="http://schemas.microsoft.com/office/drawing/2014/main" id="{1D78A3D5-ACC9-DA3C-89E7-E9E342D2AAF5}"/>
                  </a:ext>
                </a:extLst>
              </p14:cNvPr>
              <p14:cNvContentPartPr/>
              <p14:nvPr/>
            </p14:nvContentPartPr>
            <p14:xfrm>
              <a:off x="624960" y="5601051"/>
              <a:ext cx="333360" cy="221040"/>
            </p14:xfrm>
          </p:contentPart>
        </mc:Choice>
        <mc:Fallback xmlns="">
          <p:pic>
            <p:nvPicPr>
              <p:cNvPr id="372" name="Ink 371">
                <a:extLst>
                  <a:ext uri="{FF2B5EF4-FFF2-40B4-BE49-F238E27FC236}">
                    <a16:creationId xmlns:a16="http://schemas.microsoft.com/office/drawing/2014/main" id="{1D78A3D5-ACC9-DA3C-89E7-E9E342D2AAF5}"/>
                  </a:ext>
                </a:extLst>
              </p:cNvPr>
              <p:cNvPicPr/>
              <p:nvPr/>
            </p:nvPicPr>
            <p:blipFill>
              <a:blip r:embed="rId47"/>
              <a:stretch>
                <a:fillRect/>
              </a:stretch>
            </p:blipFill>
            <p:spPr>
              <a:xfrm>
                <a:off x="614160" y="5590251"/>
                <a:ext cx="354600" cy="2422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73" name="Ink 372">
                <a:extLst>
                  <a:ext uri="{FF2B5EF4-FFF2-40B4-BE49-F238E27FC236}">
                    <a16:creationId xmlns:a16="http://schemas.microsoft.com/office/drawing/2014/main" id="{BADF3FED-7CFF-784D-5126-3F7CD2CFCC09}"/>
                  </a:ext>
                </a:extLst>
              </p14:cNvPr>
              <p14:cNvContentPartPr/>
              <p14:nvPr/>
            </p14:nvContentPartPr>
            <p14:xfrm>
              <a:off x="4020840" y="5400531"/>
              <a:ext cx="987840" cy="273600"/>
            </p14:xfrm>
          </p:contentPart>
        </mc:Choice>
        <mc:Fallback xmlns="">
          <p:pic>
            <p:nvPicPr>
              <p:cNvPr id="373" name="Ink 372">
                <a:extLst>
                  <a:ext uri="{FF2B5EF4-FFF2-40B4-BE49-F238E27FC236}">
                    <a16:creationId xmlns:a16="http://schemas.microsoft.com/office/drawing/2014/main" id="{BADF3FED-7CFF-784D-5126-3F7CD2CFCC09}"/>
                  </a:ext>
                </a:extLst>
              </p:cNvPr>
              <p:cNvPicPr/>
              <p:nvPr/>
            </p:nvPicPr>
            <p:blipFill>
              <a:blip r:embed="rId49"/>
              <a:stretch>
                <a:fillRect/>
              </a:stretch>
            </p:blipFill>
            <p:spPr>
              <a:xfrm>
                <a:off x="4010040" y="5389731"/>
                <a:ext cx="1009080" cy="2948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74" name="Ink 373">
                <a:extLst>
                  <a:ext uri="{FF2B5EF4-FFF2-40B4-BE49-F238E27FC236}">
                    <a16:creationId xmlns:a16="http://schemas.microsoft.com/office/drawing/2014/main" id="{11E66FE4-CF69-D8C4-2298-C28FFC7D2FD3}"/>
                  </a:ext>
                </a:extLst>
              </p14:cNvPr>
              <p14:cNvContentPartPr/>
              <p14:nvPr/>
            </p14:nvContentPartPr>
            <p14:xfrm>
              <a:off x="3554640" y="5326731"/>
              <a:ext cx="302760" cy="248400"/>
            </p14:xfrm>
          </p:contentPart>
        </mc:Choice>
        <mc:Fallback xmlns="">
          <p:pic>
            <p:nvPicPr>
              <p:cNvPr id="374" name="Ink 373">
                <a:extLst>
                  <a:ext uri="{FF2B5EF4-FFF2-40B4-BE49-F238E27FC236}">
                    <a16:creationId xmlns:a16="http://schemas.microsoft.com/office/drawing/2014/main" id="{11E66FE4-CF69-D8C4-2298-C28FFC7D2FD3}"/>
                  </a:ext>
                </a:extLst>
              </p:cNvPr>
              <p:cNvPicPr/>
              <p:nvPr/>
            </p:nvPicPr>
            <p:blipFill>
              <a:blip r:embed="rId51"/>
              <a:stretch>
                <a:fillRect/>
              </a:stretch>
            </p:blipFill>
            <p:spPr>
              <a:xfrm>
                <a:off x="3543840" y="5316276"/>
                <a:ext cx="324000" cy="269671"/>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94" name="Ink 393">
                <a:extLst>
                  <a:ext uri="{FF2B5EF4-FFF2-40B4-BE49-F238E27FC236}">
                    <a16:creationId xmlns:a16="http://schemas.microsoft.com/office/drawing/2014/main" id="{AE2BF87B-6F83-9DA6-294E-92C976FF156E}"/>
                  </a:ext>
                </a:extLst>
              </p14:cNvPr>
              <p14:cNvContentPartPr/>
              <p14:nvPr/>
            </p14:nvContentPartPr>
            <p14:xfrm>
              <a:off x="2940840" y="5711931"/>
              <a:ext cx="285120" cy="184320"/>
            </p14:xfrm>
          </p:contentPart>
        </mc:Choice>
        <mc:Fallback xmlns="">
          <p:pic>
            <p:nvPicPr>
              <p:cNvPr id="394" name="Ink 393">
                <a:extLst>
                  <a:ext uri="{FF2B5EF4-FFF2-40B4-BE49-F238E27FC236}">
                    <a16:creationId xmlns:a16="http://schemas.microsoft.com/office/drawing/2014/main" id="{AE2BF87B-6F83-9DA6-294E-92C976FF156E}"/>
                  </a:ext>
                </a:extLst>
              </p:cNvPr>
              <p:cNvPicPr/>
              <p:nvPr/>
            </p:nvPicPr>
            <p:blipFill>
              <a:blip r:embed="rId53"/>
              <a:stretch>
                <a:fillRect/>
              </a:stretch>
            </p:blipFill>
            <p:spPr>
              <a:xfrm>
                <a:off x="2930387" y="5701491"/>
                <a:ext cx="306387" cy="2055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95" name="Ink 394">
                <a:extLst>
                  <a:ext uri="{FF2B5EF4-FFF2-40B4-BE49-F238E27FC236}">
                    <a16:creationId xmlns:a16="http://schemas.microsoft.com/office/drawing/2014/main" id="{E3597476-982C-007A-36CA-DF543FCF8A19}"/>
                  </a:ext>
                </a:extLst>
              </p14:cNvPr>
              <p14:cNvContentPartPr/>
              <p14:nvPr/>
            </p14:nvContentPartPr>
            <p14:xfrm>
              <a:off x="2356200" y="5696811"/>
              <a:ext cx="447840" cy="240480"/>
            </p14:xfrm>
          </p:contentPart>
        </mc:Choice>
        <mc:Fallback xmlns="">
          <p:pic>
            <p:nvPicPr>
              <p:cNvPr id="395" name="Ink 394">
                <a:extLst>
                  <a:ext uri="{FF2B5EF4-FFF2-40B4-BE49-F238E27FC236}">
                    <a16:creationId xmlns:a16="http://schemas.microsoft.com/office/drawing/2014/main" id="{E3597476-982C-007A-36CA-DF543FCF8A19}"/>
                  </a:ext>
                </a:extLst>
              </p:cNvPr>
              <p:cNvPicPr/>
              <p:nvPr/>
            </p:nvPicPr>
            <p:blipFill>
              <a:blip r:embed="rId55"/>
              <a:stretch>
                <a:fillRect/>
              </a:stretch>
            </p:blipFill>
            <p:spPr>
              <a:xfrm>
                <a:off x="2345400" y="5686011"/>
                <a:ext cx="469080" cy="26172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96" name="Ink 395">
                <a:extLst>
                  <a:ext uri="{FF2B5EF4-FFF2-40B4-BE49-F238E27FC236}">
                    <a16:creationId xmlns:a16="http://schemas.microsoft.com/office/drawing/2014/main" id="{4A2923F1-B04D-6901-25B2-050A7909465E}"/>
                  </a:ext>
                </a:extLst>
              </p14:cNvPr>
              <p14:cNvContentPartPr/>
              <p14:nvPr/>
            </p14:nvContentPartPr>
            <p14:xfrm>
              <a:off x="2041560" y="5668371"/>
              <a:ext cx="177480" cy="176400"/>
            </p14:xfrm>
          </p:contentPart>
        </mc:Choice>
        <mc:Fallback xmlns="">
          <p:pic>
            <p:nvPicPr>
              <p:cNvPr id="396" name="Ink 395">
                <a:extLst>
                  <a:ext uri="{FF2B5EF4-FFF2-40B4-BE49-F238E27FC236}">
                    <a16:creationId xmlns:a16="http://schemas.microsoft.com/office/drawing/2014/main" id="{4A2923F1-B04D-6901-25B2-050A7909465E}"/>
                  </a:ext>
                </a:extLst>
              </p:cNvPr>
              <p:cNvPicPr/>
              <p:nvPr/>
            </p:nvPicPr>
            <p:blipFill>
              <a:blip r:embed="rId57"/>
              <a:stretch>
                <a:fillRect/>
              </a:stretch>
            </p:blipFill>
            <p:spPr>
              <a:xfrm>
                <a:off x="2031120" y="5657931"/>
                <a:ext cx="19872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97" name="Ink 396">
                <a:extLst>
                  <a:ext uri="{FF2B5EF4-FFF2-40B4-BE49-F238E27FC236}">
                    <a16:creationId xmlns:a16="http://schemas.microsoft.com/office/drawing/2014/main" id="{0CBEE0B4-22DE-3133-7C8C-3DB1E96A0EEB}"/>
                  </a:ext>
                </a:extLst>
              </p14:cNvPr>
              <p14:cNvContentPartPr/>
              <p14:nvPr/>
            </p14:nvContentPartPr>
            <p14:xfrm>
              <a:off x="1472040" y="5662971"/>
              <a:ext cx="418320" cy="193680"/>
            </p14:xfrm>
          </p:contentPart>
        </mc:Choice>
        <mc:Fallback xmlns="">
          <p:pic>
            <p:nvPicPr>
              <p:cNvPr id="397" name="Ink 396">
                <a:extLst>
                  <a:ext uri="{FF2B5EF4-FFF2-40B4-BE49-F238E27FC236}">
                    <a16:creationId xmlns:a16="http://schemas.microsoft.com/office/drawing/2014/main" id="{0CBEE0B4-22DE-3133-7C8C-3DB1E96A0EEB}"/>
                  </a:ext>
                </a:extLst>
              </p:cNvPr>
              <p:cNvPicPr/>
              <p:nvPr/>
            </p:nvPicPr>
            <p:blipFill>
              <a:blip r:embed="rId59"/>
              <a:stretch>
                <a:fillRect/>
              </a:stretch>
            </p:blipFill>
            <p:spPr>
              <a:xfrm>
                <a:off x="1461240" y="5652531"/>
                <a:ext cx="439560" cy="2149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98" name="Ink 397">
                <a:extLst>
                  <a:ext uri="{FF2B5EF4-FFF2-40B4-BE49-F238E27FC236}">
                    <a16:creationId xmlns:a16="http://schemas.microsoft.com/office/drawing/2014/main" id="{ABAF5EE1-9F3B-A9FC-68D7-66061B4D5FE1}"/>
                  </a:ext>
                </a:extLst>
              </p14:cNvPr>
              <p14:cNvContentPartPr/>
              <p14:nvPr/>
            </p14:nvContentPartPr>
            <p14:xfrm>
              <a:off x="1057680" y="5674491"/>
              <a:ext cx="273960" cy="188640"/>
            </p14:xfrm>
          </p:contentPart>
        </mc:Choice>
        <mc:Fallback xmlns="">
          <p:pic>
            <p:nvPicPr>
              <p:cNvPr id="398" name="Ink 397">
                <a:extLst>
                  <a:ext uri="{FF2B5EF4-FFF2-40B4-BE49-F238E27FC236}">
                    <a16:creationId xmlns:a16="http://schemas.microsoft.com/office/drawing/2014/main" id="{ABAF5EE1-9F3B-A9FC-68D7-66061B4D5FE1}"/>
                  </a:ext>
                </a:extLst>
              </p:cNvPr>
              <p:cNvPicPr/>
              <p:nvPr/>
            </p:nvPicPr>
            <p:blipFill>
              <a:blip r:embed="rId61"/>
              <a:stretch>
                <a:fillRect/>
              </a:stretch>
            </p:blipFill>
            <p:spPr>
              <a:xfrm>
                <a:off x="1047240" y="5664051"/>
                <a:ext cx="295200" cy="2098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05" name="Ink 404">
                <a:extLst>
                  <a:ext uri="{FF2B5EF4-FFF2-40B4-BE49-F238E27FC236}">
                    <a16:creationId xmlns:a16="http://schemas.microsoft.com/office/drawing/2014/main" id="{624E4F28-1CC4-1CCC-0DE4-096085E74574}"/>
                  </a:ext>
                </a:extLst>
              </p14:cNvPr>
              <p14:cNvContentPartPr/>
              <p14:nvPr/>
            </p14:nvContentPartPr>
            <p14:xfrm>
              <a:off x="3388320" y="5711211"/>
              <a:ext cx="403200" cy="151560"/>
            </p14:xfrm>
          </p:contentPart>
        </mc:Choice>
        <mc:Fallback xmlns="">
          <p:pic>
            <p:nvPicPr>
              <p:cNvPr id="405" name="Ink 404">
                <a:extLst>
                  <a:ext uri="{FF2B5EF4-FFF2-40B4-BE49-F238E27FC236}">
                    <a16:creationId xmlns:a16="http://schemas.microsoft.com/office/drawing/2014/main" id="{624E4F28-1CC4-1CCC-0DE4-096085E74574}"/>
                  </a:ext>
                </a:extLst>
              </p:cNvPr>
              <p:cNvPicPr/>
              <p:nvPr/>
            </p:nvPicPr>
            <p:blipFill>
              <a:blip r:embed="rId63"/>
              <a:stretch>
                <a:fillRect/>
              </a:stretch>
            </p:blipFill>
            <p:spPr>
              <a:xfrm>
                <a:off x="3377530" y="5700411"/>
                <a:ext cx="424421" cy="1728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20" name="Ink 419">
                <a:extLst>
                  <a:ext uri="{FF2B5EF4-FFF2-40B4-BE49-F238E27FC236}">
                    <a16:creationId xmlns:a16="http://schemas.microsoft.com/office/drawing/2014/main" id="{7AE27FD0-29B9-C295-23E3-D897B7F5DBE4}"/>
                  </a:ext>
                </a:extLst>
              </p14:cNvPr>
              <p14:cNvContentPartPr/>
              <p14:nvPr/>
            </p14:nvContentPartPr>
            <p14:xfrm>
              <a:off x="4809571" y="5732244"/>
              <a:ext cx="266040" cy="177840"/>
            </p14:xfrm>
          </p:contentPart>
        </mc:Choice>
        <mc:Fallback xmlns="">
          <p:pic>
            <p:nvPicPr>
              <p:cNvPr id="420" name="Ink 419">
                <a:extLst>
                  <a:ext uri="{FF2B5EF4-FFF2-40B4-BE49-F238E27FC236}">
                    <a16:creationId xmlns:a16="http://schemas.microsoft.com/office/drawing/2014/main" id="{7AE27FD0-29B9-C295-23E3-D897B7F5DBE4}"/>
                  </a:ext>
                </a:extLst>
              </p:cNvPr>
              <p:cNvPicPr/>
              <p:nvPr/>
            </p:nvPicPr>
            <p:blipFill>
              <a:blip r:embed="rId65"/>
              <a:stretch>
                <a:fillRect/>
              </a:stretch>
            </p:blipFill>
            <p:spPr>
              <a:xfrm>
                <a:off x="4799131" y="5721804"/>
                <a:ext cx="287280" cy="19908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21" name="Ink 420">
                <a:extLst>
                  <a:ext uri="{FF2B5EF4-FFF2-40B4-BE49-F238E27FC236}">
                    <a16:creationId xmlns:a16="http://schemas.microsoft.com/office/drawing/2014/main" id="{CC32E241-6B7D-29CA-4927-75945A1F9104}"/>
                  </a:ext>
                </a:extLst>
              </p14:cNvPr>
              <p14:cNvContentPartPr/>
              <p14:nvPr/>
            </p14:nvContentPartPr>
            <p14:xfrm>
              <a:off x="4492051" y="5703444"/>
              <a:ext cx="209520" cy="153720"/>
            </p14:xfrm>
          </p:contentPart>
        </mc:Choice>
        <mc:Fallback xmlns="">
          <p:pic>
            <p:nvPicPr>
              <p:cNvPr id="421" name="Ink 420">
                <a:extLst>
                  <a:ext uri="{FF2B5EF4-FFF2-40B4-BE49-F238E27FC236}">
                    <a16:creationId xmlns:a16="http://schemas.microsoft.com/office/drawing/2014/main" id="{CC32E241-6B7D-29CA-4927-75945A1F9104}"/>
                  </a:ext>
                </a:extLst>
              </p:cNvPr>
              <p:cNvPicPr/>
              <p:nvPr/>
            </p:nvPicPr>
            <p:blipFill>
              <a:blip r:embed="rId67"/>
              <a:stretch>
                <a:fillRect/>
              </a:stretch>
            </p:blipFill>
            <p:spPr>
              <a:xfrm>
                <a:off x="4481251" y="5692644"/>
                <a:ext cx="23076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22" name="Ink 421">
                <a:extLst>
                  <a:ext uri="{FF2B5EF4-FFF2-40B4-BE49-F238E27FC236}">
                    <a16:creationId xmlns:a16="http://schemas.microsoft.com/office/drawing/2014/main" id="{8F1906F3-7F00-F643-A159-3F235FD270F1}"/>
                  </a:ext>
                </a:extLst>
              </p14:cNvPr>
              <p14:cNvContentPartPr/>
              <p14:nvPr/>
            </p14:nvContentPartPr>
            <p14:xfrm>
              <a:off x="3934411" y="5705604"/>
              <a:ext cx="409320" cy="213840"/>
            </p14:xfrm>
          </p:contentPart>
        </mc:Choice>
        <mc:Fallback xmlns="">
          <p:pic>
            <p:nvPicPr>
              <p:cNvPr id="422" name="Ink 421">
                <a:extLst>
                  <a:ext uri="{FF2B5EF4-FFF2-40B4-BE49-F238E27FC236}">
                    <a16:creationId xmlns:a16="http://schemas.microsoft.com/office/drawing/2014/main" id="{8F1906F3-7F00-F643-A159-3F235FD270F1}"/>
                  </a:ext>
                </a:extLst>
              </p:cNvPr>
              <p:cNvPicPr/>
              <p:nvPr/>
            </p:nvPicPr>
            <p:blipFill>
              <a:blip r:embed="rId69"/>
              <a:stretch>
                <a:fillRect/>
              </a:stretch>
            </p:blipFill>
            <p:spPr>
              <a:xfrm>
                <a:off x="3923962" y="5694804"/>
                <a:ext cx="430579" cy="2350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27" name="Ink 426">
                <a:extLst>
                  <a:ext uri="{FF2B5EF4-FFF2-40B4-BE49-F238E27FC236}">
                    <a16:creationId xmlns:a16="http://schemas.microsoft.com/office/drawing/2014/main" id="{23F4A0FB-123C-B6C5-3C7C-FF10D576011C}"/>
                  </a:ext>
                </a:extLst>
              </p14:cNvPr>
              <p14:cNvContentPartPr/>
              <p14:nvPr/>
            </p14:nvContentPartPr>
            <p14:xfrm>
              <a:off x="628065" y="5898625"/>
              <a:ext cx="261000" cy="224280"/>
            </p14:xfrm>
          </p:contentPart>
        </mc:Choice>
        <mc:Fallback xmlns="">
          <p:pic>
            <p:nvPicPr>
              <p:cNvPr id="427" name="Ink 426">
                <a:extLst>
                  <a:ext uri="{FF2B5EF4-FFF2-40B4-BE49-F238E27FC236}">
                    <a16:creationId xmlns:a16="http://schemas.microsoft.com/office/drawing/2014/main" id="{23F4A0FB-123C-B6C5-3C7C-FF10D576011C}"/>
                  </a:ext>
                </a:extLst>
              </p:cNvPr>
              <p:cNvPicPr/>
              <p:nvPr/>
            </p:nvPicPr>
            <p:blipFill>
              <a:blip r:embed="rId71"/>
              <a:stretch>
                <a:fillRect/>
              </a:stretch>
            </p:blipFill>
            <p:spPr>
              <a:xfrm>
                <a:off x="617280" y="5887825"/>
                <a:ext cx="282211" cy="24552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31" name="Ink 430">
                <a:extLst>
                  <a:ext uri="{FF2B5EF4-FFF2-40B4-BE49-F238E27FC236}">
                    <a16:creationId xmlns:a16="http://schemas.microsoft.com/office/drawing/2014/main" id="{48E1E9D7-8908-EF4D-E2C7-42E9447292F9}"/>
                  </a:ext>
                </a:extLst>
              </p14:cNvPr>
              <p14:cNvContentPartPr/>
              <p14:nvPr/>
            </p14:nvContentPartPr>
            <p14:xfrm>
              <a:off x="990585" y="5938945"/>
              <a:ext cx="223920" cy="217080"/>
            </p14:xfrm>
          </p:contentPart>
        </mc:Choice>
        <mc:Fallback xmlns="">
          <p:pic>
            <p:nvPicPr>
              <p:cNvPr id="431" name="Ink 430">
                <a:extLst>
                  <a:ext uri="{FF2B5EF4-FFF2-40B4-BE49-F238E27FC236}">
                    <a16:creationId xmlns:a16="http://schemas.microsoft.com/office/drawing/2014/main" id="{48E1E9D7-8908-EF4D-E2C7-42E9447292F9}"/>
                  </a:ext>
                </a:extLst>
              </p:cNvPr>
              <p:cNvPicPr/>
              <p:nvPr/>
            </p:nvPicPr>
            <p:blipFill>
              <a:blip r:embed="rId73"/>
              <a:stretch>
                <a:fillRect/>
              </a:stretch>
            </p:blipFill>
            <p:spPr>
              <a:xfrm>
                <a:off x="980145" y="5928505"/>
                <a:ext cx="245160" cy="23832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41" name="Ink 440">
                <a:extLst>
                  <a:ext uri="{FF2B5EF4-FFF2-40B4-BE49-F238E27FC236}">
                    <a16:creationId xmlns:a16="http://schemas.microsoft.com/office/drawing/2014/main" id="{88990B1B-183B-7B73-B7C6-E0631D4B82E0}"/>
                  </a:ext>
                </a:extLst>
              </p14:cNvPr>
              <p14:cNvContentPartPr/>
              <p14:nvPr/>
            </p14:nvContentPartPr>
            <p14:xfrm>
              <a:off x="1332225" y="5982505"/>
              <a:ext cx="425160" cy="199080"/>
            </p14:xfrm>
          </p:contentPart>
        </mc:Choice>
        <mc:Fallback xmlns="">
          <p:pic>
            <p:nvPicPr>
              <p:cNvPr id="441" name="Ink 440">
                <a:extLst>
                  <a:ext uri="{FF2B5EF4-FFF2-40B4-BE49-F238E27FC236}">
                    <a16:creationId xmlns:a16="http://schemas.microsoft.com/office/drawing/2014/main" id="{88990B1B-183B-7B73-B7C6-E0631D4B82E0}"/>
                  </a:ext>
                </a:extLst>
              </p:cNvPr>
              <p:cNvPicPr/>
              <p:nvPr/>
            </p:nvPicPr>
            <p:blipFill>
              <a:blip r:embed="rId75"/>
              <a:stretch>
                <a:fillRect/>
              </a:stretch>
            </p:blipFill>
            <p:spPr>
              <a:xfrm>
                <a:off x="1321425" y="5972065"/>
                <a:ext cx="44640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56" name="Ink 455">
                <a:extLst>
                  <a:ext uri="{FF2B5EF4-FFF2-40B4-BE49-F238E27FC236}">
                    <a16:creationId xmlns:a16="http://schemas.microsoft.com/office/drawing/2014/main" id="{B70AD01A-1C2F-2FEE-2E57-3189751FC024}"/>
                  </a:ext>
                </a:extLst>
              </p14:cNvPr>
              <p14:cNvContentPartPr/>
              <p14:nvPr/>
            </p14:nvContentPartPr>
            <p14:xfrm>
              <a:off x="2879211" y="6028884"/>
              <a:ext cx="178200" cy="152640"/>
            </p14:xfrm>
          </p:contentPart>
        </mc:Choice>
        <mc:Fallback xmlns="">
          <p:pic>
            <p:nvPicPr>
              <p:cNvPr id="456" name="Ink 455">
                <a:extLst>
                  <a:ext uri="{FF2B5EF4-FFF2-40B4-BE49-F238E27FC236}">
                    <a16:creationId xmlns:a16="http://schemas.microsoft.com/office/drawing/2014/main" id="{B70AD01A-1C2F-2FEE-2E57-3189751FC024}"/>
                  </a:ext>
                </a:extLst>
              </p:cNvPr>
              <p:cNvPicPr/>
              <p:nvPr/>
            </p:nvPicPr>
            <p:blipFill>
              <a:blip r:embed="rId77"/>
              <a:stretch>
                <a:fillRect/>
              </a:stretch>
            </p:blipFill>
            <p:spPr>
              <a:xfrm>
                <a:off x="2868771" y="6018084"/>
                <a:ext cx="199440" cy="17388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57" name="Ink 456">
                <a:extLst>
                  <a:ext uri="{FF2B5EF4-FFF2-40B4-BE49-F238E27FC236}">
                    <a16:creationId xmlns:a16="http://schemas.microsoft.com/office/drawing/2014/main" id="{A42B67E3-DC73-677E-181C-DF78B2ED33B5}"/>
                  </a:ext>
                </a:extLst>
              </p14:cNvPr>
              <p14:cNvContentPartPr/>
              <p14:nvPr/>
            </p14:nvContentPartPr>
            <p14:xfrm>
              <a:off x="1911891" y="5986044"/>
              <a:ext cx="824760" cy="257040"/>
            </p14:xfrm>
          </p:contentPart>
        </mc:Choice>
        <mc:Fallback xmlns="">
          <p:pic>
            <p:nvPicPr>
              <p:cNvPr id="457" name="Ink 456">
                <a:extLst>
                  <a:ext uri="{FF2B5EF4-FFF2-40B4-BE49-F238E27FC236}">
                    <a16:creationId xmlns:a16="http://schemas.microsoft.com/office/drawing/2014/main" id="{A42B67E3-DC73-677E-181C-DF78B2ED33B5}"/>
                  </a:ext>
                </a:extLst>
              </p:cNvPr>
              <p:cNvPicPr/>
              <p:nvPr/>
            </p:nvPicPr>
            <p:blipFill>
              <a:blip r:embed="rId79"/>
              <a:stretch>
                <a:fillRect/>
              </a:stretch>
            </p:blipFill>
            <p:spPr>
              <a:xfrm>
                <a:off x="1901091" y="5975244"/>
                <a:ext cx="846000" cy="27828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65" name="Ink 464">
                <a:extLst>
                  <a:ext uri="{FF2B5EF4-FFF2-40B4-BE49-F238E27FC236}">
                    <a16:creationId xmlns:a16="http://schemas.microsoft.com/office/drawing/2014/main" id="{68E6B480-0542-0CBE-1A4A-9EF99DA5C845}"/>
                  </a:ext>
                </a:extLst>
              </p14:cNvPr>
              <p14:cNvContentPartPr/>
              <p14:nvPr/>
            </p14:nvContentPartPr>
            <p14:xfrm>
              <a:off x="3170091" y="6047604"/>
              <a:ext cx="626400" cy="170640"/>
            </p14:xfrm>
          </p:contentPart>
        </mc:Choice>
        <mc:Fallback xmlns="">
          <p:pic>
            <p:nvPicPr>
              <p:cNvPr id="465" name="Ink 464">
                <a:extLst>
                  <a:ext uri="{FF2B5EF4-FFF2-40B4-BE49-F238E27FC236}">
                    <a16:creationId xmlns:a16="http://schemas.microsoft.com/office/drawing/2014/main" id="{68E6B480-0542-0CBE-1A4A-9EF99DA5C845}"/>
                  </a:ext>
                </a:extLst>
              </p:cNvPr>
              <p:cNvPicPr/>
              <p:nvPr/>
            </p:nvPicPr>
            <p:blipFill>
              <a:blip r:embed="rId81"/>
              <a:stretch>
                <a:fillRect/>
              </a:stretch>
            </p:blipFill>
            <p:spPr>
              <a:xfrm>
                <a:off x="3159645" y="6036804"/>
                <a:ext cx="647652"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80" name="Ink 479">
                <a:extLst>
                  <a:ext uri="{FF2B5EF4-FFF2-40B4-BE49-F238E27FC236}">
                    <a16:creationId xmlns:a16="http://schemas.microsoft.com/office/drawing/2014/main" id="{9C24F1BF-8819-EFC2-5335-01114A9380AA}"/>
                  </a:ext>
                </a:extLst>
              </p14:cNvPr>
              <p14:cNvContentPartPr/>
              <p14:nvPr/>
            </p14:nvContentPartPr>
            <p14:xfrm>
              <a:off x="4361657" y="6025058"/>
              <a:ext cx="830520" cy="238680"/>
            </p14:xfrm>
          </p:contentPart>
        </mc:Choice>
        <mc:Fallback xmlns="">
          <p:pic>
            <p:nvPicPr>
              <p:cNvPr id="480" name="Ink 479">
                <a:extLst>
                  <a:ext uri="{FF2B5EF4-FFF2-40B4-BE49-F238E27FC236}">
                    <a16:creationId xmlns:a16="http://schemas.microsoft.com/office/drawing/2014/main" id="{9C24F1BF-8819-EFC2-5335-01114A9380AA}"/>
                  </a:ext>
                </a:extLst>
              </p:cNvPr>
              <p:cNvPicPr/>
              <p:nvPr/>
            </p:nvPicPr>
            <p:blipFill>
              <a:blip r:embed="rId83"/>
              <a:stretch>
                <a:fillRect/>
              </a:stretch>
            </p:blipFill>
            <p:spPr>
              <a:xfrm>
                <a:off x="4350862" y="6014258"/>
                <a:ext cx="851751" cy="2599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481" name="Ink 480">
                <a:extLst>
                  <a:ext uri="{FF2B5EF4-FFF2-40B4-BE49-F238E27FC236}">
                    <a16:creationId xmlns:a16="http://schemas.microsoft.com/office/drawing/2014/main" id="{A1B27D97-5226-B53A-33DD-088DE423B97B}"/>
                  </a:ext>
                </a:extLst>
              </p14:cNvPr>
              <p14:cNvContentPartPr/>
              <p14:nvPr/>
            </p14:nvContentPartPr>
            <p14:xfrm>
              <a:off x="3913817" y="6028658"/>
              <a:ext cx="295560" cy="182160"/>
            </p14:xfrm>
          </p:contentPart>
        </mc:Choice>
        <mc:Fallback xmlns="">
          <p:pic>
            <p:nvPicPr>
              <p:cNvPr id="481" name="Ink 480">
                <a:extLst>
                  <a:ext uri="{FF2B5EF4-FFF2-40B4-BE49-F238E27FC236}">
                    <a16:creationId xmlns:a16="http://schemas.microsoft.com/office/drawing/2014/main" id="{A1B27D97-5226-B53A-33DD-088DE423B97B}"/>
                  </a:ext>
                </a:extLst>
              </p:cNvPr>
              <p:cNvPicPr/>
              <p:nvPr/>
            </p:nvPicPr>
            <p:blipFill>
              <a:blip r:embed="rId85"/>
              <a:stretch>
                <a:fillRect/>
              </a:stretch>
            </p:blipFill>
            <p:spPr>
              <a:xfrm>
                <a:off x="3903377" y="6018218"/>
                <a:ext cx="316800" cy="2034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489" name="Ink 488">
                <a:extLst>
                  <a:ext uri="{FF2B5EF4-FFF2-40B4-BE49-F238E27FC236}">
                    <a16:creationId xmlns:a16="http://schemas.microsoft.com/office/drawing/2014/main" id="{36EB8889-18B8-71EC-BD3F-A05EF884C697}"/>
                  </a:ext>
                </a:extLst>
              </p14:cNvPr>
              <p14:cNvContentPartPr/>
              <p14:nvPr/>
            </p14:nvContentPartPr>
            <p14:xfrm>
              <a:off x="5241497" y="6003818"/>
              <a:ext cx="594000" cy="223200"/>
            </p14:xfrm>
          </p:contentPart>
        </mc:Choice>
        <mc:Fallback xmlns="">
          <p:pic>
            <p:nvPicPr>
              <p:cNvPr id="489" name="Ink 488">
                <a:extLst>
                  <a:ext uri="{FF2B5EF4-FFF2-40B4-BE49-F238E27FC236}">
                    <a16:creationId xmlns:a16="http://schemas.microsoft.com/office/drawing/2014/main" id="{36EB8889-18B8-71EC-BD3F-A05EF884C697}"/>
                  </a:ext>
                </a:extLst>
              </p:cNvPr>
              <p:cNvPicPr/>
              <p:nvPr/>
            </p:nvPicPr>
            <p:blipFill>
              <a:blip r:embed="rId87"/>
              <a:stretch>
                <a:fillRect/>
              </a:stretch>
            </p:blipFill>
            <p:spPr>
              <a:xfrm>
                <a:off x="5230697" y="5993378"/>
                <a:ext cx="615240" cy="24444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11" name="Ink 510">
                <a:extLst>
                  <a:ext uri="{FF2B5EF4-FFF2-40B4-BE49-F238E27FC236}">
                    <a16:creationId xmlns:a16="http://schemas.microsoft.com/office/drawing/2014/main" id="{69AED4DE-C742-41EA-C21D-7B7DBC2E7664}"/>
                  </a:ext>
                </a:extLst>
              </p14:cNvPr>
              <p14:cNvContentPartPr/>
              <p14:nvPr/>
            </p14:nvContentPartPr>
            <p14:xfrm>
              <a:off x="5990927" y="6017278"/>
              <a:ext cx="1694160" cy="265320"/>
            </p14:xfrm>
          </p:contentPart>
        </mc:Choice>
        <mc:Fallback xmlns="">
          <p:pic>
            <p:nvPicPr>
              <p:cNvPr id="511" name="Ink 510">
                <a:extLst>
                  <a:ext uri="{FF2B5EF4-FFF2-40B4-BE49-F238E27FC236}">
                    <a16:creationId xmlns:a16="http://schemas.microsoft.com/office/drawing/2014/main" id="{69AED4DE-C742-41EA-C21D-7B7DBC2E7664}"/>
                  </a:ext>
                </a:extLst>
              </p:cNvPr>
              <p:cNvPicPr/>
              <p:nvPr/>
            </p:nvPicPr>
            <p:blipFill>
              <a:blip r:embed="rId89"/>
              <a:stretch>
                <a:fillRect/>
              </a:stretch>
            </p:blipFill>
            <p:spPr>
              <a:xfrm>
                <a:off x="5980485" y="6006478"/>
                <a:ext cx="1715405" cy="28656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28" name="Ink 527">
                <a:extLst>
                  <a:ext uri="{FF2B5EF4-FFF2-40B4-BE49-F238E27FC236}">
                    <a16:creationId xmlns:a16="http://schemas.microsoft.com/office/drawing/2014/main" id="{9CB9EEFB-D023-8EB7-26A7-ACF76C9EDFF2}"/>
                  </a:ext>
                </a:extLst>
              </p14:cNvPr>
              <p14:cNvContentPartPr/>
              <p14:nvPr/>
            </p14:nvContentPartPr>
            <p14:xfrm>
              <a:off x="6013000" y="5041461"/>
              <a:ext cx="813240" cy="830880"/>
            </p14:xfrm>
          </p:contentPart>
        </mc:Choice>
        <mc:Fallback xmlns="">
          <p:pic>
            <p:nvPicPr>
              <p:cNvPr id="528" name="Ink 527">
                <a:extLst>
                  <a:ext uri="{FF2B5EF4-FFF2-40B4-BE49-F238E27FC236}">
                    <a16:creationId xmlns:a16="http://schemas.microsoft.com/office/drawing/2014/main" id="{9CB9EEFB-D023-8EB7-26A7-ACF76C9EDFF2}"/>
                  </a:ext>
                </a:extLst>
              </p:cNvPr>
              <p:cNvPicPr/>
              <p:nvPr/>
            </p:nvPicPr>
            <p:blipFill>
              <a:blip r:embed="rId91"/>
              <a:stretch>
                <a:fillRect/>
              </a:stretch>
            </p:blipFill>
            <p:spPr>
              <a:xfrm>
                <a:off x="6002560" y="5030666"/>
                <a:ext cx="834480" cy="852111"/>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41" name="Ink 540">
                <a:extLst>
                  <a:ext uri="{FF2B5EF4-FFF2-40B4-BE49-F238E27FC236}">
                    <a16:creationId xmlns:a16="http://schemas.microsoft.com/office/drawing/2014/main" id="{EE1935DE-028D-51A4-89D9-498E6449C6E4}"/>
                  </a:ext>
                </a:extLst>
              </p14:cNvPr>
              <p14:cNvContentPartPr/>
              <p14:nvPr/>
            </p14:nvContentPartPr>
            <p14:xfrm>
              <a:off x="3631312" y="2825420"/>
              <a:ext cx="5064840" cy="2493720"/>
            </p14:xfrm>
          </p:contentPart>
        </mc:Choice>
        <mc:Fallback xmlns="">
          <p:pic>
            <p:nvPicPr>
              <p:cNvPr id="541" name="Ink 540">
                <a:extLst>
                  <a:ext uri="{FF2B5EF4-FFF2-40B4-BE49-F238E27FC236}">
                    <a16:creationId xmlns:a16="http://schemas.microsoft.com/office/drawing/2014/main" id="{EE1935DE-028D-51A4-89D9-498E6449C6E4}"/>
                  </a:ext>
                </a:extLst>
              </p:cNvPr>
              <p:cNvPicPr/>
              <p:nvPr/>
            </p:nvPicPr>
            <p:blipFill>
              <a:blip r:embed="rId93"/>
              <a:stretch>
                <a:fillRect/>
              </a:stretch>
            </p:blipFill>
            <p:spPr>
              <a:xfrm>
                <a:off x="3620512" y="2814620"/>
                <a:ext cx="5086080" cy="251496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54" name="Ink 553">
                <a:extLst>
                  <a:ext uri="{FF2B5EF4-FFF2-40B4-BE49-F238E27FC236}">
                    <a16:creationId xmlns:a16="http://schemas.microsoft.com/office/drawing/2014/main" id="{A65D43FC-C451-4EE0-7C40-DC143A5255A8}"/>
                  </a:ext>
                </a:extLst>
              </p14:cNvPr>
              <p14:cNvContentPartPr/>
              <p14:nvPr/>
            </p14:nvContentPartPr>
            <p14:xfrm>
              <a:off x="7791360" y="5379310"/>
              <a:ext cx="1101960" cy="194040"/>
            </p14:xfrm>
          </p:contentPart>
        </mc:Choice>
        <mc:Fallback xmlns="">
          <p:pic>
            <p:nvPicPr>
              <p:cNvPr id="554" name="Ink 553">
                <a:extLst>
                  <a:ext uri="{FF2B5EF4-FFF2-40B4-BE49-F238E27FC236}">
                    <a16:creationId xmlns:a16="http://schemas.microsoft.com/office/drawing/2014/main" id="{A65D43FC-C451-4EE0-7C40-DC143A5255A8}"/>
                  </a:ext>
                </a:extLst>
              </p:cNvPr>
              <p:cNvPicPr/>
              <p:nvPr/>
            </p:nvPicPr>
            <p:blipFill>
              <a:blip r:embed="rId95"/>
              <a:stretch>
                <a:fillRect/>
              </a:stretch>
            </p:blipFill>
            <p:spPr>
              <a:xfrm>
                <a:off x="7780917" y="5368510"/>
                <a:ext cx="1123207" cy="2152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55" name="Ink 554">
                <a:extLst>
                  <a:ext uri="{FF2B5EF4-FFF2-40B4-BE49-F238E27FC236}">
                    <a16:creationId xmlns:a16="http://schemas.microsoft.com/office/drawing/2014/main" id="{28E571DB-2A5A-2EE8-FD94-A597647F3354}"/>
                  </a:ext>
                </a:extLst>
              </p14:cNvPr>
              <p14:cNvContentPartPr/>
              <p14:nvPr/>
            </p14:nvContentPartPr>
            <p14:xfrm>
              <a:off x="7804143" y="5689298"/>
              <a:ext cx="87480" cy="7560"/>
            </p14:xfrm>
          </p:contentPart>
        </mc:Choice>
        <mc:Fallback xmlns="">
          <p:pic>
            <p:nvPicPr>
              <p:cNvPr id="555" name="Ink 554">
                <a:extLst>
                  <a:ext uri="{FF2B5EF4-FFF2-40B4-BE49-F238E27FC236}">
                    <a16:creationId xmlns:a16="http://schemas.microsoft.com/office/drawing/2014/main" id="{28E571DB-2A5A-2EE8-FD94-A597647F3354}"/>
                  </a:ext>
                </a:extLst>
              </p:cNvPr>
              <p:cNvPicPr/>
              <p:nvPr/>
            </p:nvPicPr>
            <p:blipFill>
              <a:blip r:embed="rId97"/>
              <a:stretch>
                <a:fillRect/>
              </a:stretch>
            </p:blipFill>
            <p:spPr>
              <a:xfrm>
                <a:off x="7793343" y="5678858"/>
                <a:ext cx="10872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75" name="Ink 574">
                <a:extLst>
                  <a:ext uri="{FF2B5EF4-FFF2-40B4-BE49-F238E27FC236}">
                    <a16:creationId xmlns:a16="http://schemas.microsoft.com/office/drawing/2014/main" id="{18942745-4097-877E-4A74-C2B06EF72D01}"/>
                  </a:ext>
                </a:extLst>
              </p14:cNvPr>
              <p14:cNvContentPartPr/>
              <p14:nvPr/>
            </p14:nvContentPartPr>
            <p14:xfrm>
              <a:off x="8428360" y="5610887"/>
              <a:ext cx="20880" cy="16560"/>
            </p14:xfrm>
          </p:contentPart>
        </mc:Choice>
        <mc:Fallback xmlns="">
          <p:pic>
            <p:nvPicPr>
              <p:cNvPr id="575" name="Ink 574">
                <a:extLst>
                  <a:ext uri="{FF2B5EF4-FFF2-40B4-BE49-F238E27FC236}">
                    <a16:creationId xmlns:a16="http://schemas.microsoft.com/office/drawing/2014/main" id="{18942745-4097-877E-4A74-C2B06EF72D01}"/>
                  </a:ext>
                </a:extLst>
              </p:cNvPr>
              <p:cNvPicPr/>
              <p:nvPr/>
            </p:nvPicPr>
            <p:blipFill>
              <a:blip r:embed="rId99"/>
              <a:stretch>
                <a:fillRect/>
              </a:stretch>
            </p:blipFill>
            <p:spPr>
              <a:xfrm>
                <a:off x="8417560" y="5600447"/>
                <a:ext cx="4212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01" name="Ink 600">
                <a:extLst>
                  <a:ext uri="{FF2B5EF4-FFF2-40B4-BE49-F238E27FC236}">
                    <a16:creationId xmlns:a16="http://schemas.microsoft.com/office/drawing/2014/main" id="{E68C6751-A7E6-1A5F-E1DE-0159B2B9CC5B}"/>
                  </a:ext>
                </a:extLst>
              </p14:cNvPr>
              <p14:cNvContentPartPr/>
              <p14:nvPr/>
            </p14:nvContentPartPr>
            <p14:xfrm>
              <a:off x="7876120" y="5590727"/>
              <a:ext cx="1471320" cy="378000"/>
            </p14:xfrm>
          </p:contentPart>
        </mc:Choice>
        <mc:Fallback xmlns="">
          <p:pic>
            <p:nvPicPr>
              <p:cNvPr id="601" name="Ink 600">
                <a:extLst>
                  <a:ext uri="{FF2B5EF4-FFF2-40B4-BE49-F238E27FC236}">
                    <a16:creationId xmlns:a16="http://schemas.microsoft.com/office/drawing/2014/main" id="{E68C6751-A7E6-1A5F-E1DE-0159B2B9CC5B}"/>
                  </a:ext>
                </a:extLst>
              </p:cNvPr>
              <p:cNvPicPr/>
              <p:nvPr/>
            </p:nvPicPr>
            <p:blipFill>
              <a:blip r:embed="rId101"/>
              <a:stretch>
                <a:fillRect/>
              </a:stretch>
            </p:blipFill>
            <p:spPr>
              <a:xfrm>
                <a:off x="7865680" y="5580277"/>
                <a:ext cx="1492560" cy="39926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41" name="Ink 640">
                <a:extLst>
                  <a:ext uri="{FF2B5EF4-FFF2-40B4-BE49-F238E27FC236}">
                    <a16:creationId xmlns:a16="http://schemas.microsoft.com/office/drawing/2014/main" id="{FFDBED39-44C6-F7E1-07EC-BB863065848C}"/>
                  </a:ext>
                </a:extLst>
              </p14:cNvPr>
              <p14:cNvContentPartPr/>
              <p14:nvPr/>
            </p14:nvContentPartPr>
            <p14:xfrm>
              <a:off x="8525135" y="5769385"/>
              <a:ext cx="1794240" cy="543960"/>
            </p14:xfrm>
          </p:contentPart>
        </mc:Choice>
        <mc:Fallback xmlns="">
          <p:pic>
            <p:nvPicPr>
              <p:cNvPr id="641" name="Ink 640">
                <a:extLst>
                  <a:ext uri="{FF2B5EF4-FFF2-40B4-BE49-F238E27FC236}">
                    <a16:creationId xmlns:a16="http://schemas.microsoft.com/office/drawing/2014/main" id="{FFDBED39-44C6-F7E1-07EC-BB863065848C}"/>
                  </a:ext>
                </a:extLst>
              </p:cNvPr>
              <p:cNvPicPr/>
              <p:nvPr/>
            </p:nvPicPr>
            <p:blipFill>
              <a:blip r:embed="rId103"/>
              <a:stretch>
                <a:fillRect/>
              </a:stretch>
            </p:blipFill>
            <p:spPr>
              <a:xfrm>
                <a:off x="8514337" y="5758592"/>
                <a:ext cx="1815476" cy="565186"/>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64" name="Ink 663">
                <a:extLst>
                  <a:ext uri="{FF2B5EF4-FFF2-40B4-BE49-F238E27FC236}">
                    <a16:creationId xmlns:a16="http://schemas.microsoft.com/office/drawing/2014/main" id="{E77DED69-ADC4-C528-EA80-0A69F6516F6E}"/>
                  </a:ext>
                </a:extLst>
              </p14:cNvPr>
              <p14:cNvContentPartPr/>
              <p14:nvPr/>
            </p14:nvContentPartPr>
            <p14:xfrm>
              <a:off x="8735015" y="4926265"/>
              <a:ext cx="961200" cy="481680"/>
            </p14:xfrm>
          </p:contentPart>
        </mc:Choice>
        <mc:Fallback xmlns="">
          <p:pic>
            <p:nvPicPr>
              <p:cNvPr id="664" name="Ink 663">
                <a:extLst>
                  <a:ext uri="{FF2B5EF4-FFF2-40B4-BE49-F238E27FC236}">
                    <a16:creationId xmlns:a16="http://schemas.microsoft.com/office/drawing/2014/main" id="{E77DED69-ADC4-C528-EA80-0A69F6516F6E}"/>
                  </a:ext>
                </a:extLst>
              </p:cNvPr>
              <p:cNvPicPr/>
              <p:nvPr/>
            </p:nvPicPr>
            <p:blipFill>
              <a:blip r:embed="rId105"/>
              <a:stretch>
                <a:fillRect/>
              </a:stretch>
            </p:blipFill>
            <p:spPr>
              <a:xfrm>
                <a:off x="8724571" y="4915825"/>
                <a:ext cx="982448" cy="50292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67" name="Ink 666">
                <a:extLst>
                  <a:ext uri="{FF2B5EF4-FFF2-40B4-BE49-F238E27FC236}">
                    <a16:creationId xmlns:a16="http://schemas.microsoft.com/office/drawing/2014/main" id="{86CAE0B9-5BBF-15EE-7A20-22B67916611C}"/>
                  </a:ext>
                </a:extLst>
              </p14:cNvPr>
              <p14:cNvContentPartPr/>
              <p14:nvPr/>
            </p14:nvContentPartPr>
            <p14:xfrm>
              <a:off x="340920" y="3583799"/>
              <a:ext cx="278640" cy="960120"/>
            </p14:xfrm>
          </p:contentPart>
        </mc:Choice>
        <mc:Fallback xmlns="">
          <p:pic>
            <p:nvPicPr>
              <p:cNvPr id="667" name="Ink 666">
                <a:extLst>
                  <a:ext uri="{FF2B5EF4-FFF2-40B4-BE49-F238E27FC236}">
                    <a16:creationId xmlns:a16="http://schemas.microsoft.com/office/drawing/2014/main" id="{86CAE0B9-5BBF-15EE-7A20-22B67916611C}"/>
                  </a:ext>
                </a:extLst>
              </p:cNvPr>
              <p:cNvPicPr/>
              <p:nvPr/>
            </p:nvPicPr>
            <p:blipFill>
              <a:blip r:embed="rId107"/>
              <a:stretch>
                <a:fillRect/>
              </a:stretch>
            </p:blipFill>
            <p:spPr>
              <a:xfrm>
                <a:off x="330480" y="3572999"/>
                <a:ext cx="299880" cy="98136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79" name="Ink 678">
                <a:extLst>
                  <a:ext uri="{FF2B5EF4-FFF2-40B4-BE49-F238E27FC236}">
                    <a16:creationId xmlns:a16="http://schemas.microsoft.com/office/drawing/2014/main" id="{438AC3F9-608B-FCC5-17D8-352F5F8D30E9}"/>
                  </a:ext>
                </a:extLst>
              </p14:cNvPr>
              <p14:cNvContentPartPr/>
              <p14:nvPr/>
            </p14:nvContentPartPr>
            <p14:xfrm>
              <a:off x="692433" y="4262338"/>
              <a:ext cx="981720" cy="264600"/>
            </p14:xfrm>
          </p:contentPart>
        </mc:Choice>
        <mc:Fallback xmlns="">
          <p:pic>
            <p:nvPicPr>
              <p:cNvPr id="679" name="Ink 678">
                <a:extLst>
                  <a:ext uri="{FF2B5EF4-FFF2-40B4-BE49-F238E27FC236}">
                    <a16:creationId xmlns:a16="http://schemas.microsoft.com/office/drawing/2014/main" id="{438AC3F9-608B-FCC5-17D8-352F5F8D30E9}"/>
                  </a:ext>
                </a:extLst>
              </p:cNvPr>
              <p:cNvPicPr/>
              <p:nvPr/>
            </p:nvPicPr>
            <p:blipFill>
              <a:blip r:embed="rId109"/>
              <a:stretch>
                <a:fillRect/>
              </a:stretch>
            </p:blipFill>
            <p:spPr>
              <a:xfrm>
                <a:off x="681993" y="4251898"/>
                <a:ext cx="1002960" cy="2858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89" name="Ink 688">
                <a:extLst>
                  <a:ext uri="{FF2B5EF4-FFF2-40B4-BE49-F238E27FC236}">
                    <a16:creationId xmlns:a16="http://schemas.microsoft.com/office/drawing/2014/main" id="{3BAD66A7-C2F1-441E-9FD1-A27C3738CF63}"/>
                  </a:ext>
                </a:extLst>
              </p14:cNvPr>
              <p14:cNvContentPartPr/>
              <p14:nvPr/>
            </p14:nvContentPartPr>
            <p14:xfrm>
              <a:off x="7312871" y="3590794"/>
              <a:ext cx="2239920" cy="523800"/>
            </p14:xfrm>
          </p:contentPart>
        </mc:Choice>
        <mc:Fallback xmlns="">
          <p:pic>
            <p:nvPicPr>
              <p:cNvPr id="689" name="Ink 688">
                <a:extLst>
                  <a:ext uri="{FF2B5EF4-FFF2-40B4-BE49-F238E27FC236}">
                    <a16:creationId xmlns:a16="http://schemas.microsoft.com/office/drawing/2014/main" id="{3BAD66A7-C2F1-441E-9FD1-A27C3738CF63}"/>
                  </a:ext>
                </a:extLst>
              </p:cNvPr>
              <p:cNvPicPr/>
              <p:nvPr/>
            </p:nvPicPr>
            <p:blipFill>
              <a:blip r:embed="rId111"/>
              <a:stretch>
                <a:fillRect/>
              </a:stretch>
            </p:blipFill>
            <p:spPr>
              <a:xfrm>
                <a:off x="7302431" y="3580354"/>
                <a:ext cx="2261160" cy="54504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695" name="Ink 694">
                <a:extLst>
                  <a:ext uri="{FF2B5EF4-FFF2-40B4-BE49-F238E27FC236}">
                    <a16:creationId xmlns:a16="http://schemas.microsoft.com/office/drawing/2014/main" id="{80538308-4A8E-E2D7-3FB4-8C53C304AC97}"/>
                  </a:ext>
                </a:extLst>
              </p14:cNvPr>
              <p14:cNvContentPartPr/>
              <p14:nvPr/>
            </p14:nvContentPartPr>
            <p14:xfrm>
              <a:off x="8946441" y="3916441"/>
              <a:ext cx="206280" cy="239400"/>
            </p14:xfrm>
          </p:contentPart>
        </mc:Choice>
        <mc:Fallback xmlns="">
          <p:pic>
            <p:nvPicPr>
              <p:cNvPr id="695" name="Ink 694">
                <a:extLst>
                  <a:ext uri="{FF2B5EF4-FFF2-40B4-BE49-F238E27FC236}">
                    <a16:creationId xmlns:a16="http://schemas.microsoft.com/office/drawing/2014/main" id="{80538308-4A8E-E2D7-3FB4-8C53C304AC97}"/>
                  </a:ext>
                </a:extLst>
              </p:cNvPr>
              <p:cNvPicPr/>
              <p:nvPr/>
            </p:nvPicPr>
            <p:blipFill>
              <a:blip r:embed="rId113"/>
              <a:stretch>
                <a:fillRect/>
              </a:stretch>
            </p:blipFill>
            <p:spPr>
              <a:xfrm>
                <a:off x="8935641" y="3902401"/>
                <a:ext cx="227520" cy="26424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696" name="Ink 695">
                <a:extLst>
                  <a:ext uri="{FF2B5EF4-FFF2-40B4-BE49-F238E27FC236}">
                    <a16:creationId xmlns:a16="http://schemas.microsoft.com/office/drawing/2014/main" id="{D3461DEE-32B4-114C-4220-C573BD952CC2}"/>
                  </a:ext>
                </a:extLst>
              </p14:cNvPr>
              <p14:cNvContentPartPr/>
              <p14:nvPr/>
            </p14:nvContentPartPr>
            <p14:xfrm>
              <a:off x="9578961" y="3676321"/>
              <a:ext cx="263160" cy="189720"/>
            </p14:xfrm>
          </p:contentPart>
        </mc:Choice>
        <mc:Fallback xmlns="">
          <p:pic>
            <p:nvPicPr>
              <p:cNvPr id="696" name="Ink 695">
                <a:extLst>
                  <a:ext uri="{FF2B5EF4-FFF2-40B4-BE49-F238E27FC236}">
                    <a16:creationId xmlns:a16="http://schemas.microsoft.com/office/drawing/2014/main" id="{D3461DEE-32B4-114C-4220-C573BD952CC2}"/>
                  </a:ext>
                </a:extLst>
              </p:cNvPr>
              <p:cNvPicPr/>
              <p:nvPr/>
            </p:nvPicPr>
            <p:blipFill>
              <a:blip r:embed="rId115"/>
              <a:stretch>
                <a:fillRect/>
              </a:stretch>
            </p:blipFill>
            <p:spPr>
              <a:xfrm>
                <a:off x="9564561" y="3662281"/>
                <a:ext cx="291600" cy="21816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28" name="Ink 727">
                <a:extLst>
                  <a:ext uri="{FF2B5EF4-FFF2-40B4-BE49-F238E27FC236}">
                    <a16:creationId xmlns:a16="http://schemas.microsoft.com/office/drawing/2014/main" id="{4E7E03BE-F209-1157-6C1E-DBC0D4B408DB}"/>
                  </a:ext>
                </a:extLst>
              </p14:cNvPr>
              <p14:cNvContentPartPr/>
              <p14:nvPr/>
            </p14:nvContentPartPr>
            <p14:xfrm>
              <a:off x="8795241" y="4180681"/>
              <a:ext cx="2228760" cy="1122840"/>
            </p14:xfrm>
          </p:contentPart>
        </mc:Choice>
        <mc:Fallback xmlns="">
          <p:pic>
            <p:nvPicPr>
              <p:cNvPr id="728" name="Ink 727">
                <a:extLst>
                  <a:ext uri="{FF2B5EF4-FFF2-40B4-BE49-F238E27FC236}">
                    <a16:creationId xmlns:a16="http://schemas.microsoft.com/office/drawing/2014/main" id="{4E7E03BE-F209-1157-6C1E-DBC0D4B408DB}"/>
                  </a:ext>
                </a:extLst>
              </p:cNvPr>
              <p:cNvPicPr/>
              <p:nvPr/>
            </p:nvPicPr>
            <p:blipFill>
              <a:blip r:embed="rId117"/>
              <a:stretch>
                <a:fillRect/>
              </a:stretch>
            </p:blipFill>
            <p:spPr>
              <a:xfrm>
                <a:off x="8784801" y="4169884"/>
                <a:ext cx="2253600" cy="1144073"/>
              </a:xfrm>
              <a:prstGeom prst="rect">
                <a:avLst/>
              </a:prstGeom>
            </p:spPr>
          </p:pic>
        </mc:Fallback>
      </mc:AlternateContent>
    </p:spTree>
    <p:extLst>
      <p:ext uri="{BB962C8B-B14F-4D97-AF65-F5344CB8AC3E}">
        <p14:creationId xmlns:p14="http://schemas.microsoft.com/office/powerpoint/2010/main" val="24749769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Overview</a:t>
            </a:r>
            <a:endParaRPr lang="en-US" dirty="0"/>
          </a:p>
        </p:txBody>
      </p:sp>
      <p:sp>
        <p:nvSpPr>
          <p:cNvPr id="6" name="Text Placeholder 5">
            <a:extLst>
              <a:ext uri="{FF2B5EF4-FFF2-40B4-BE49-F238E27FC236}">
                <a16:creationId xmlns:a16="http://schemas.microsoft.com/office/drawing/2014/main" id="{C603FB6C-6D64-1044-8A2A-F3F85A6FCD6C}"/>
              </a:ext>
            </a:extLst>
          </p:cNvPr>
          <p:cNvSpPr>
            <a:spLocks noGrp="1"/>
          </p:cNvSpPr>
          <p:nvPr>
            <p:ph type="body" idx="11"/>
          </p:nvPr>
        </p:nvSpPr>
        <p:spPr/>
        <p:txBody>
          <a:bodyPr/>
          <a:lstStyle/>
          <a:p>
            <a:endParaRPr lang="en-US"/>
          </a:p>
        </p:txBody>
      </p:sp>
      <p:sp>
        <p:nvSpPr>
          <p:cNvPr id="3" name="Content Placeholder 2"/>
          <p:cNvSpPr>
            <a:spLocks noGrp="1"/>
          </p:cNvSpPr>
          <p:nvPr>
            <p:ph idx="1"/>
          </p:nvPr>
        </p:nvSpPr>
        <p:spPr>
          <a:xfrm>
            <a:off x="513349" y="1063256"/>
            <a:ext cx="10840451" cy="4928305"/>
          </a:xfrm>
        </p:spPr>
        <p:txBody>
          <a:bodyPr>
            <a:noAutofit/>
          </a:bodyPr>
          <a:lstStyle/>
          <a:p>
            <a:r>
              <a:rPr lang="en-US" sz="2000" dirty="0"/>
              <a:t>Content</a:t>
            </a:r>
          </a:p>
          <a:p>
            <a:pPr lvl="1"/>
            <a:r>
              <a:rPr lang="en-US" sz="1800" dirty="0"/>
              <a:t>Concept of user authentication</a:t>
            </a:r>
          </a:p>
          <a:p>
            <a:pPr lvl="1"/>
            <a:r>
              <a:rPr lang="en-US" sz="1800" dirty="0"/>
              <a:t>Two types of user authentication schemes</a:t>
            </a:r>
          </a:p>
          <a:p>
            <a:pPr lvl="2"/>
            <a:r>
              <a:rPr lang="en-US" sz="1800" dirty="0"/>
              <a:t>Weak authentication: Password based</a:t>
            </a:r>
          </a:p>
          <a:p>
            <a:pPr lvl="2"/>
            <a:r>
              <a:rPr lang="en-US" sz="1800" dirty="0"/>
              <a:t>Strong authentication: shared key based</a:t>
            </a:r>
          </a:p>
          <a:p>
            <a:pPr lvl="1"/>
            <a:r>
              <a:rPr lang="en-US" sz="1800" dirty="0"/>
              <a:t>Identity management for Web Services </a:t>
            </a:r>
            <a:r>
              <a:rPr lang="en-US" sz="1800"/>
              <a:t>–  Open ID</a:t>
            </a:r>
            <a:endParaRPr lang="en-US" sz="1800" dirty="0"/>
          </a:p>
          <a:p>
            <a:pPr marL="342900" lvl="1" indent="0">
              <a:buNone/>
            </a:pPr>
            <a:endParaRPr lang="en-US" sz="2000" dirty="0"/>
          </a:p>
          <a:p>
            <a:r>
              <a:rPr lang="en-US" sz="2000" dirty="0"/>
              <a:t>After this module, you should be able to</a:t>
            </a:r>
          </a:p>
          <a:p>
            <a:pPr lvl="1"/>
            <a:r>
              <a:rPr lang="en-US" sz="1800" dirty="0"/>
              <a:t>Describe how users are authenticated by computers and service providers</a:t>
            </a:r>
          </a:p>
          <a:p>
            <a:pPr lvl="1"/>
            <a:r>
              <a:rPr lang="en-US" sz="1800" dirty="0"/>
              <a:t>Describe the risks of weak passwords and how to protect them</a:t>
            </a:r>
          </a:p>
          <a:p>
            <a:pPr lvl="1"/>
            <a:r>
              <a:rPr lang="en-US" sz="1800" dirty="0"/>
              <a:t>Describe the key differences between weak authentication and strong authentication</a:t>
            </a:r>
          </a:p>
          <a:p>
            <a:pPr lvl="1"/>
            <a:r>
              <a:rPr lang="en-US" sz="1800" dirty="0"/>
              <a:t>Describe how user authentication is managed efficiently using Open ID</a:t>
            </a:r>
          </a:p>
        </p:txBody>
      </p:sp>
    </p:spTree>
    <p:extLst>
      <p:ext uri="{BB962C8B-B14F-4D97-AF65-F5344CB8AC3E}">
        <p14:creationId xmlns:p14="http://schemas.microsoft.com/office/powerpoint/2010/main" val="323265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12AE20D-CB61-9142-A606-3B4BE9D6C441}"/>
              </a:ext>
            </a:extLst>
          </p:cNvPr>
          <p:cNvSpPr>
            <a:spLocks noGrp="1"/>
          </p:cNvSpPr>
          <p:nvPr>
            <p:ph type="title"/>
          </p:nvPr>
        </p:nvSpPr>
        <p:spPr/>
        <p:txBody>
          <a:bodyPr/>
          <a:lstStyle/>
          <a:p>
            <a:r>
              <a:rPr lang="en-US" dirty="0"/>
              <a:t>Concept of User authentication</a:t>
            </a:r>
          </a:p>
        </p:txBody>
      </p:sp>
      <p:sp>
        <p:nvSpPr>
          <p:cNvPr id="6" name="Text Placeholder 5">
            <a:extLst>
              <a:ext uri="{FF2B5EF4-FFF2-40B4-BE49-F238E27FC236}">
                <a16:creationId xmlns:a16="http://schemas.microsoft.com/office/drawing/2014/main" id="{7CFD0A16-FDC9-4F41-B916-354799BE1FBE}"/>
              </a:ext>
            </a:extLst>
          </p:cNvPr>
          <p:cNvSpPr>
            <a:spLocks noGrp="1"/>
          </p:cNvSpPr>
          <p:nvPr>
            <p:ph type="body" idx="10"/>
          </p:nvPr>
        </p:nvSpPr>
        <p:spPr/>
        <p:txBody>
          <a:bodyPr/>
          <a:lstStyle/>
          <a:p>
            <a:endParaRPr lang="en-US"/>
          </a:p>
        </p:txBody>
      </p:sp>
    </p:spTree>
    <p:extLst>
      <p:ext uri="{BB962C8B-B14F-4D97-AF65-F5344CB8AC3E}">
        <p14:creationId xmlns:p14="http://schemas.microsoft.com/office/powerpoint/2010/main" val="14735018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en-US" altLang="zh-CN"/>
              <a:t>Who Are You?</a:t>
            </a:r>
            <a:endParaRPr lang="en-US"/>
          </a:p>
        </p:txBody>
      </p:sp>
      <p:sp>
        <p:nvSpPr>
          <p:cNvPr id="14" name="Text Placeholder 13">
            <a:extLst>
              <a:ext uri="{FF2B5EF4-FFF2-40B4-BE49-F238E27FC236}">
                <a16:creationId xmlns:a16="http://schemas.microsoft.com/office/drawing/2014/main" id="{93EBB305-8386-4547-A2F9-29607A460D1D}"/>
              </a:ext>
            </a:extLst>
          </p:cNvPr>
          <p:cNvSpPr>
            <a:spLocks noGrp="1"/>
          </p:cNvSpPr>
          <p:nvPr>
            <p:ph type="body" idx="11"/>
          </p:nvPr>
        </p:nvSpPr>
        <p:spPr/>
        <p:txBody>
          <a:bodyPr/>
          <a:lstStyle/>
          <a:p>
            <a:endParaRPr lang="en-US"/>
          </a:p>
        </p:txBody>
      </p:sp>
      <p:sp>
        <p:nvSpPr>
          <p:cNvPr id="11" name="Content Placeholder 10">
            <a:extLst>
              <a:ext uri="{FF2B5EF4-FFF2-40B4-BE49-F238E27FC236}">
                <a16:creationId xmlns:a16="http://schemas.microsoft.com/office/drawing/2014/main" id="{C9238E5E-C5DF-F74A-8BD5-F18020A09EA9}"/>
              </a:ext>
            </a:extLst>
          </p:cNvPr>
          <p:cNvSpPr>
            <a:spLocks noGrp="1"/>
          </p:cNvSpPr>
          <p:nvPr>
            <p:ph idx="1"/>
          </p:nvPr>
        </p:nvSpPr>
        <p:spPr/>
        <p:txBody>
          <a:bodyPr/>
          <a:lstStyle/>
          <a:p>
            <a:r>
              <a:rPr lang="en-US" dirty="0"/>
              <a:t>Impersonation in cyber-world.</a:t>
            </a:r>
          </a:p>
          <a:p>
            <a:r>
              <a:rPr lang="en-US" dirty="0"/>
              <a:t>How does Bob prove himself to a server?</a:t>
            </a:r>
          </a:p>
          <a:p>
            <a:endParaRPr lang="en-US" dirty="0"/>
          </a:p>
        </p:txBody>
      </p:sp>
      <p:sp>
        <p:nvSpPr>
          <p:cNvPr id="49165" name="Text Box 13"/>
          <p:cNvSpPr txBox="1">
            <a:spLocks noChangeArrowheads="1"/>
          </p:cNvSpPr>
          <p:nvPr/>
        </p:nvSpPr>
        <p:spPr bwMode="auto">
          <a:xfrm>
            <a:off x="1600200" y="4648200"/>
            <a:ext cx="1219200" cy="457200"/>
          </a:xfrm>
          <a:prstGeom prst="rect">
            <a:avLst/>
          </a:prstGeom>
          <a:noFill/>
          <a:ln w="9525">
            <a:noFill/>
            <a:miter lim="800000"/>
            <a:headEnd/>
            <a:tailEnd/>
          </a:ln>
          <a:effectLst/>
        </p:spPr>
        <p:txBody>
          <a:bodyPr>
            <a:spAutoFit/>
          </a:bodyPr>
          <a:lstStyle/>
          <a:p>
            <a:pPr>
              <a:spcBef>
                <a:spcPct val="50000"/>
              </a:spcBef>
            </a:pPr>
            <a:r>
              <a:rPr lang="en-US" dirty="0"/>
              <a:t>Mallory</a:t>
            </a:r>
          </a:p>
        </p:txBody>
      </p:sp>
      <p:sp>
        <p:nvSpPr>
          <p:cNvPr id="49174" name="Line 22"/>
          <p:cNvSpPr>
            <a:spLocks noChangeShapeType="1"/>
          </p:cNvSpPr>
          <p:nvPr/>
        </p:nvSpPr>
        <p:spPr bwMode="auto">
          <a:xfrm>
            <a:off x="4114800" y="4114800"/>
            <a:ext cx="4038600" cy="0"/>
          </a:xfrm>
          <a:prstGeom prst="line">
            <a:avLst/>
          </a:prstGeom>
          <a:noFill/>
          <a:ln w="38100">
            <a:solidFill>
              <a:schemeClr val="tx1"/>
            </a:solidFill>
            <a:round/>
            <a:headEnd type="none" w="med" len="med"/>
            <a:tailEnd type="none" w="med" len="med"/>
          </a:ln>
          <a:effectLst/>
        </p:spPr>
        <p:txBody>
          <a:bodyPr/>
          <a:lstStyle/>
          <a:p>
            <a:endParaRPr lang="en-US"/>
          </a:p>
        </p:txBody>
      </p:sp>
      <p:pic>
        <p:nvPicPr>
          <p:cNvPr id="3" name="Picture 2" descr="j04247901.wm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63446" y="3263348"/>
            <a:ext cx="1714500" cy="1778000"/>
          </a:xfrm>
          <a:prstGeom prst="rect">
            <a:avLst/>
          </a:prstGeom>
        </p:spPr>
      </p:pic>
      <p:pic>
        <p:nvPicPr>
          <p:cNvPr id="15" name="Picture 14"/>
          <p:cNvPicPr>
            <a:picLocks noChangeAspect="1"/>
          </p:cNvPicPr>
          <p:nvPr/>
        </p:nvPicPr>
        <p:blipFill>
          <a:blip r:embed="rId4"/>
          <a:stretch>
            <a:fillRect/>
          </a:stretch>
        </p:blipFill>
        <p:spPr>
          <a:xfrm>
            <a:off x="2743200" y="2971800"/>
            <a:ext cx="914400" cy="1082842"/>
          </a:xfrm>
          <a:prstGeom prst="rect">
            <a:avLst/>
          </a:prstGeom>
        </p:spPr>
      </p:pic>
      <p:sp>
        <p:nvSpPr>
          <p:cNvPr id="4" name="TextBox 3"/>
          <p:cNvSpPr txBox="1"/>
          <p:nvPr/>
        </p:nvSpPr>
        <p:spPr>
          <a:xfrm>
            <a:off x="1752601" y="3276601"/>
            <a:ext cx="697727" cy="461665"/>
          </a:xfrm>
          <a:prstGeom prst="rect">
            <a:avLst/>
          </a:prstGeom>
          <a:noFill/>
        </p:spPr>
        <p:txBody>
          <a:bodyPr wrap="none" rtlCol="0">
            <a:spAutoFit/>
          </a:bodyPr>
          <a:lstStyle/>
          <a:p>
            <a:r>
              <a:rPr lang="en-US" dirty="0"/>
              <a:t>Bob</a:t>
            </a:r>
          </a:p>
        </p:txBody>
      </p:sp>
      <p:pic>
        <p:nvPicPr>
          <p:cNvPr id="5" name="Picture 4" descr="j0232987.wm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67000" y="4038600"/>
            <a:ext cx="1092200" cy="1854200"/>
          </a:xfrm>
          <a:prstGeom prst="rect">
            <a:avLst/>
          </a:prstGeom>
        </p:spPr>
      </p:pic>
      <p:sp>
        <p:nvSpPr>
          <p:cNvPr id="6" name="Rectangular Callout 5"/>
          <p:cNvSpPr/>
          <p:nvPr/>
        </p:nvSpPr>
        <p:spPr bwMode="auto">
          <a:xfrm>
            <a:off x="4267201" y="3274369"/>
            <a:ext cx="1604075" cy="461665"/>
          </a:xfrm>
          <a:prstGeom prst="wedgeRectCallout">
            <a:avLst>
              <a:gd name="adj1" fmla="val -74146"/>
              <a:gd name="adj2" fmla="val 45592"/>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r>
              <a:rPr lang="en-US" dirty="0"/>
              <a:t>This is Bob</a:t>
            </a:r>
          </a:p>
        </p:txBody>
      </p:sp>
      <p:sp>
        <p:nvSpPr>
          <p:cNvPr id="7" name="Rectangular Callout 6"/>
          <p:cNvSpPr/>
          <p:nvPr/>
        </p:nvSpPr>
        <p:spPr bwMode="auto">
          <a:xfrm>
            <a:off x="4343401" y="4722168"/>
            <a:ext cx="1706567" cy="461665"/>
          </a:xfrm>
          <a:prstGeom prst="wedgeRectCallout">
            <a:avLst>
              <a:gd name="adj1" fmla="val -80122"/>
              <a:gd name="adj2" fmla="val 67935"/>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r>
              <a:rPr lang="en-US" dirty="0"/>
              <a:t>This is Bob!</a:t>
            </a:r>
          </a:p>
        </p:txBody>
      </p:sp>
      <mc:AlternateContent xmlns:mc="http://schemas.openxmlformats.org/markup-compatibility/2006" xmlns:p14="http://schemas.microsoft.com/office/powerpoint/2010/main">
        <mc:Choice Requires="p14">
          <p:contentPart p14:bwMode="auto" r:id="rId6">
            <p14:nvContentPartPr>
              <p14:cNvPr id="47" name="Ink 46">
                <a:extLst>
                  <a:ext uri="{FF2B5EF4-FFF2-40B4-BE49-F238E27FC236}">
                    <a16:creationId xmlns:a16="http://schemas.microsoft.com/office/drawing/2014/main" id="{325287FE-0DBE-11E6-025D-22D2ADC314A4}"/>
                  </a:ext>
                </a:extLst>
              </p14:cNvPr>
              <p14:cNvContentPartPr/>
              <p14:nvPr/>
            </p14:nvContentPartPr>
            <p14:xfrm>
              <a:off x="6353781" y="2644076"/>
              <a:ext cx="441360" cy="171360"/>
            </p14:xfrm>
          </p:contentPart>
        </mc:Choice>
        <mc:Fallback xmlns="">
          <p:pic>
            <p:nvPicPr>
              <p:cNvPr id="47" name="Ink 46">
                <a:extLst>
                  <a:ext uri="{FF2B5EF4-FFF2-40B4-BE49-F238E27FC236}">
                    <a16:creationId xmlns:a16="http://schemas.microsoft.com/office/drawing/2014/main" id="{325287FE-0DBE-11E6-025D-22D2ADC314A4}"/>
                  </a:ext>
                </a:extLst>
              </p:cNvPr>
              <p:cNvPicPr/>
              <p:nvPr/>
            </p:nvPicPr>
            <p:blipFill>
              <a:blip r:embed="rId7"/>
              <a:stretch>
                <a:fillRect/>
              </a:stretch>
            </p:blipFill>
            <p:spPr>
              <a:xfrm>
                <a:off x="6342981" y="2633614"/>
                <a:ext cx="462600" cy="192645"/>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48" name="Ink 47">
                <a:extLst>
                  <a:ext uri="{FF2B5EF4-FFF2-40B4-BE49-F238E27FC236}">
                    <a16:creationId xmlns:a16="http://schemas.microsoft.com/office/drawing/2014/main" id="{5562C031-3879-E4C4-B64D-7C63EF7639F2}"/>
                  </a:ext>
                </a:extLst>
              </p14:cNvPr>
              <p14:cNvContentPartPr/>
              <p14:nvPr/>
            </p14:nvContentPartPr>
            <p14:xfrm>
              <a:off x="5448381" y="2199836"/>
              <a:ext cx="754560" cy="866520"/>
            </p14:xfrm>
          </p:contentPart>
        </mc:Choice>
        <mc:Fallback xmlns="">
          <p:pic>
            <p:nvPicPr>
              <p:cNvPr id="48" name="Ink 47">
                <a:extLst>
                  <a:ext uri="{FF2B5EF4-FFF2-40B4-BE49-F238E27FC236}">
                    <a16:creationId xmlns:a16="http://schemas.microsoft.com/office/drawing/2014/main" id="{5562C031-3879-E4C4-B64D-7C63EF7639F2}"/>
                  </a:ext>
                </a:extLst>
              </p:cNvPr>
              <p:cNvPicPr/>
              <p:nvPr/>
            </p:nvPicPr>
            <p:blipFill>
              <a:blip r:embed="rId9"/>
              <a:stretch>
                <a:fillRect/>
              </a:stretch>
            </p:blipFill>
            <p:spPr>
              <a:xfrm>
                <a:off x="5437941" y="2189392"/>
                <a:ext cx="775800" cy="887769"/>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49157" name="Ink 49156">
                <a:extLst>
                  <a:ext uri="{FF2B5EF4-FFF2-40B4-BE49-F238E27FC236}">
                    <a16:creationId xmlns:a16="http://schemas.microsoft.com/office/drawing/2014/main" id="{822684A7-CEE8-6964-63D7-81C60C31E8B3}"/>
                  </a:ext>
                </a:extLst>
              </p14:cNvPr>
              <p14:cNvContentPartPr/>
              <p14:nvPr/>
            </p14:nvContentPartPr>
            <p14:xfrm>
              <a:off x="6035901" y="2878796"/>
              <a:ext cx="1015200" cy="417240"/>
            </p14:xfrm>
          </p:contentPart>
        </mc:Choice>
        <mc:Fallback xmlns="">
          <p:pic>
            <p:nvPicPr>
              <p:cNvPr id="49157" name="Ink 49156">
                <a:extLst>
                  <a:ext uri="{FF2B5EF4-FFF2-40B4-BE49-F238E27FC236}">
                    <a16:creationId xmlns:a16="http://schemas.microsoft.com/office/drawing/2014/main" id="{822684A7-CEE8-6964-63D7-81C60C31E8B3}"/>
                  </a:ext>
                </a:extLst>
              </p:cNvPr>
              <p:cNvPicPr/>
              <p:nvPr/>
            </p:nvPicPr>
            <p:blipFill>
              <a:blip r:embed="rId11"/>
              <a:stretch>
                <a:fillRect/>
              </a:stretch>
            </p:blipFill>
            <p:spPr>
              <a:xfrm>
                <a:off x="6025101" y="2867996"/>
                <a:ext cx="1036440" cy="4384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49214" name="Ink 49213">
                <a:extLst>
                  <a:ext uri="{FF2B5EF4-FFF2-40B4-BE49-F238E27FC236}">
                    <a16:creationId xmlns:a16="http://schemas.microsoft.com/office/drawing/2014/main" id="{44FBED83-F130-7B39-A6A9-AD48D977B753}"/>
                  </a:ext>
                </a:extLst>
              </p14:cNvPr>
              <p14:cNvContentPartPr/>
              <p14:nvPr/>
            </p14:nvContentPartPr>
            <p14:xfrm>
              <a:off x="6656580" y="1829564"/>
              <a:ext cx="1846440" cy="717480"/>
            </p14:xfrm>
          </p:contentPart>
        </mc:Choice>
        <mc:Fallback xmlns="">
          <p:pic>
            <p:nvPicPr>
              <p:cNvPr id="49214" name="Ink 49213">
                <a:extLst>
                  <a:ext uri="{FF2B5EF4-FFF2-40B4-BE49-F238E27FC236}">
                    <a16:creationId xmlns:a16="http://schemas.microsoft.com/office/drawing/2014/main" id="{44FBED83-F130-7B39-A6A9-AD48D977B753}"/>
                  </a:ext>
                </a:extLst>
              </p:cNvPr>
              <p:cNvPicPr/>
              <p:nvPr/>
            </p:nvPicPr>
            <p:blipFill>
              <a:blip r:embed="rId13"/>
              <a:stretch>
                <a:fillRect/>
              </a:stretch>
            </p:blipFill>
            <p:spPr>
              <a:xfrm>
                <a:off x="6645782" y="1818764"/>
                <a:ext cx="1867676" cy="738720"/>
              </a:xfrm>
              <a:prstGeom prst="rect">
                <a:avLst/>
              </a:prstGeom>
            </p:spPr>
          </p:pic>
        </mc:Fallback>
      </mc:AlternateContent>
    </p:spTree>
    <p:extLst>
      <p:ext uri="{BB962C8B-B14F-4D97-AF65-F5344CB8AC3E}">
        <p14:creationId xmlns:p14="http://schemas.microsoft.com/office/powerpoint/2010/main" val="3495030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16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65" grpId="0"/>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User Authentication in Real Life</a:t>
            </a:r>
          </a:p>
        </p:txBody>
      </p:sp>
      <p:sp>
        <p:nvSpPr>
          <p:cNvPr id="2" name="Text Placeholder 1"/>
          <p:cNvSpPr>
            <a:spLocks noGrp="1"/>
          </p:cNvSpPr>
          <p:nvPr>
            <p:ph type="body" idx="11"/>
          </p:nvPr>
        </p:nvSpPr>
        <p:spPr/>
        <p:txBody>
          <a:bodyPr/>
          <a:lstStyle/>
          <a:p>
            <a:endParaRPr lang="en-US" dirty="0"/>
          </a:p>
        </p:txBody>
      </p:sp>
      <p:pic>
        <p:nvPicPr>
          <p:cNvPr id="6" name="Picture 5"/>
          <p:cNvPicPr>
            <a:picLocks noChangeAspect="1"/>
          </p:cNvPicPr>
          <p:nvPr/>
        </p:nvPicPr>
        <p:blipFill>
          <a:blip r:embed="rId3"/>
          <a:stretch>
            <a:fillRect/>
          </a:stretch>
        </p:blipFill>
        <p:spPr>
          <a:xfrm>
            <a:off x="1458686" y="2622487"/>
            <a:ext cx="3223240" cy="2643057"/>
          </a:xfrm>
          <a:prstGeom prst="rect">
            <a:avLst/>
          </a:prstGeom>
        </p:spPr>
      </p:pic>
      <p:sp>
        <p:nvSpPr>
          <p:cNvPr id="11" name="TextBox 10">
            <a:extLst>
              <a:ext uri="{FF2B5EF4-FFF2-40B4-BE49-F238E27FC236}">
                <a16:creationId xmlns:a16="http://schemas.microsoft.com/office/drawing/2014/main" id="{F59EEDEB-B981-1C4B-A3F7-C8192911ABE0}"/>
              </a:ext>
            </a:extLst>
          </p:cNvPr>
          <p:cNvSpPr txBox="1"/>
          <p:nvPr/>
        </p:nvSpPr>
        <p:spPr>
          <a:xfrm>
            <a:off x="748950" y="5465848"/>
            <a:ext cx="4248351" cy="369332"/>
          </a:xfrm>
          <a:prstGeom prst="rect">
            <a:avLst/>
          </a:prstGeom>
          <a:noFill/>
        </p:spPr>
        <p:txBody>
          <a:bodyPr wrap="square" rtlCol="0">
            <a:spAutoFit/>
          </a:bodyPr>
          <a:lstStyle/>
          <a:p>
            <a:r>
              <a:rPr lang="en-GB" dirty="0"/>
              <a:t>Is it the same as certificate verification?</a:t>
            </a:r>
          </a:p>
        </p:txBody>
      </p:sp>
      <p:sp>
        <p:nvSpPr>
          <p:cNvPr id="26" name="Text Placeholder 1">
            <a:extLst>
              <a:ext uri="{FF2B5EF4-FFF2-40B4-BE49-F238E27FC236}">
                <a16:creationId xmlns:a16="http://schemas.microsoft.com/office/drawing/2014/main" id="{7BE51BE2-23F3-2640-8F01-31B8C29AE13C}"/>
              </a:ext>
            </a:extLst>
          </p:cNvPr>
          <p:cNvSpPr txBox="1">
            <a:spLocks/>
          </p:cNvSpPr>
          <p:nvPr/>
        </p:nvSpPr>
        <p:spPr bwMode="auto">
          <a:xfrm>
            <a:off x="1457099" y="1315570"/>
            <a:ext cx="3223240" cy="46166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spAutoFit/>
          </a:bodyPr>
          <a:lstStyle>
            <a:lvl1pPr marL="0" indent="0" algn="l" rtl="0" eaLnBrk="1" fontAlgn="base" hangingPunct="1">
              <a:spcBef>
                <a:spcPct val="20000"/>
              </a:spcBef>
              <a:spcAft>
                <a:spcPct val="0"/>
              </a:spcAft>
              <a:buNone/>
              <a:defRPr sz="2400" b="1">
                <a:solidFill>
                  <a:schemeClr val="tx1"/>
                </a:solidFill>
                <a:latin typeface="+mn-lt"/>
                <a:ea typeface="+mn-ea"/>
                <a:cs typeface="+mn-cs"/>
              </a:defRPr>
            </a:lvl1pPr>
            <a:lvl2pPr marL="457200" indent="0" algn="l" rtl="0" eaLnBrk="1" fontAlgn="base" hangingPunct="1">
              <a:spcBef>
                <a:spcPct val="20000"/>
              </a:spcBef>
              <a:spcAft>
                <a:spcPct val="0"/>
              </a:spcAft>
              <a:buNone/>
              <a:defRPr sz="2000" b="1">
                <a:solidFill>
                  <a:schemeClr val="tx1"/>
                </a:solidFill>
                <a:latin typeface="+mn-lt"/>
              </a:defRPr>
            </a:lvl2pPr>
            <a:lvl3pPr marL="914400" indent="0" algn="l" rtl="0" eaLnBrk="1" fontAlgn="base" hangingPunct="1">
              <a:spcBef>
                <a:spcPct val="20000"/>
              </a:spcBef>
              <a:spcAft>
                <a:spcPct val="0"/>
              </a:spcAft>
              <a:buNone/>
              <a:defRPr sz="1800" b="1">
                <a:solidFill>
                  <a:schemeClr val="tx1"/>
                </a:solidFill>
                <a:latin typeface="+mn-lt"/>
              </a:defRPr>
            </a:lvl3pPr>
            <a:lvl4pPr marL="1371600" indent="0" algn="l" rtl="0" eaLnBrk="1" fontAlgn="base" hangingPunct="1">
              <a:spcBef>
                <a:spcPct val="20000"/>
              </a:spcBef>
              <a:spcAft>
                <a:spcPct val="0"/>
              </a:spcAft>
              <a:buNone/>
              <a:defRPr sz="1600" b="1">
                <a:solidFill>
                  <a:schemeClr val="tx1"/>
                </a:solidFill>
                <a:latin typeface="+mn-lt"/>
              </a:defRPr>
            </a:lvl4pPr>
            <a:lvl5pPr marL="1828800" indent="0" algn="l" rtl="0" eaLnBrk="1" fontAlgn="base" hangingPunct="1">
              <a:spcBef>
                <a:spcPct val="20000"/>
              </a:spcBef>
              <a:spcAft>
                <a:spcPct val="0"/>
              </a:spcAft>
              <a:buNone/>
              <a:defRPr sz="1600" b="1">
                <a:solidFill>
                  <a:schemeClr val="tx1"/>
                </a:solidFill>
                <a:latin typeface="+mn-lt"/>
              </a:defRPr>
            </a:lvl5pPr>
            <a:lvl6pPr marL="2286000" indent="0" algn="l" rtl="0" eaLnBrk="1" fontAlgn="base" hangingPunct="1">
              <a:spcBef>
                <a:spcPct val="20000"/>
              </a:spcBef>
              <a:spcAft>
                <a:spcPct val="0"/>
              </a:spcAft>
              <a:buNone/>
              <a:defRPr sz="1600" b="1">
                <a:solidFill>
                  <a:schemeClr val="tx1"/>
                </a:solidFill>
                <a:latin typeface="+mn-lt"/>
              </a:defRPr>
            </a:lvl6pPr>
            <a:lvl7pPr marL="2743200" indent="0" algn="l" rtl="0" eaLnBrk="1" fontAlgn="base" hangingPunct="1">
              <a:spcBef>
                <a:spcPct val="20000"/>
              </a:spcBef>
              <a:spcAft>
                <a:spcPct val="0"/>
              </a:spcAft>
              <a:buNone/>
              <a:defRPr sz="1600" b="1">
                <a:solidFill>
                  <a:schemeClr val="tx1"/>
                </a:solidFill>
                <a:latin typeface="+mn-lt"/>
              </a:defRPr>
            </a:lvl7pPr>
            <a:lvl8pPr marL="3200400" indent="0" algn="l" rtl="0" eaLnBrk="1" fontAlgn="base" hangingPunct="1">
              <a:spcBef>
                <a:spcPct val="20000"/>
              </a:spcBef>
              <a:spcAft>
                <a:spcPct val="0"/>
              </a:spcAft>
              <a:buNone/>
              <a:defRPr sz="1600" b="1">
                <a:solidFill>
                  <a:schemeClr val="tx1"/>
                </a:solidFill>
                <a:latin typeface="+mn-lt"/>
              </a:defRPr>
            </a:lvl8pPr>
            <a:lvl9pPr marL="3657600" indent="0" algn="l" rtl="0" eaLnBrk="1" fontAlgn="base" hangingPunct="1">
              <a:spcBef>
                <a:spcPct val="20000"/>
              </a:spcBef>
              <a:spcAft>
                <a:spcPct val="0"/>
              </a:spcAft>
              <a:buNone/>
              <a:defRPr sz="1600" b="1">
                <a:solidFill>
                  <a:schemeClr val="tx1"/>
                </a:solidFill>
                <a:latin typeface="+mn-lt"/>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2400" b="1" i="0" u="none" strike="noStrike" kern="0" cap="none" spc="0" normalizeH="0" baseline="0" noProof="0" dirty="0">
                <a:ln>
                  <a:noFill/>
                </a:ln>
                <a:solidFill>
                  <a:srgbClr val="000000"/>
                </a:solidFill>
                <a:effectLst/>
                <a:uLnTx/>
                <a:uFillTx/>
                <a:latin typeface="Arial"/>
                <a:ea typeface="+mn-ea"/>
                <a:cs typeface="+mn-cs"/>
              </a:rPr>
              <a:t>What you have</a:t>
            </a:r>
          </a:p>
        </p:txBody>
      </p:sp>
      <p:sp>
        <p:nvSpPr>
          <p:cNvPr id="27" name="Content Placeholder 2">
            <a:extLst>
              <a:ext uri="{FF2B5EF4-FFF2-40B4-BE49-F238E27FC236}">
                <a16:creationId xmlns:a16="http://schemas.microsoft.com/office/drawing/2014/main" id="{92626067-97D8-D04D-BF9A-DC970BB38199}"/>
              </a:ext>
            </a:extLst>
          </p:cNvPr>
          <p:cNvSpPr txBox="1">
            <a:spLocks/>
          </p:cNvSpPr>
          <p:nvPr/>
        </p:nvSpPr>
        <p:spPr bwMode="auto">
          <a:xfrm>
            <a:off x="1458686" y="1777235"/>
            <a:ext cx="4040188" cy="46166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lvl1pPr marL="342900" indent="-342900" algn="l" rtl="0" eaLnBrk="1" fontAlgn="base" hangingPunct="1">
              <a:spcBef>
                <a:spcPct val="20000"/>
              </a:spcBef>
              <a:spcAft>
                <a:spcPct val="0"/>
              </a:spcAft>
              <a:buChar char="•"/>
              <a:defRPr sz="24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000">
                <a:solidFill>
                  <a:schemeClr val="tx1"/>
                </a:solidFill>
                <a:latin typeface="+mn-lt"/>
              </a:defRPr>
            </a:lvl2pPr>
            <a:lvl3pPr marL="1143000" indent="-228600" algn="l" rtl="0" eaLnBrk="1" fontAlgn="base" hangingPunct="1">
              <a:spcBef>
                <a:spcPct val="20000"/>
              </a:spcBef>
              <a:spcAft>
                <a:spcPct val="0"/>
              </a:spcAft>
              <a:buChar char="•"/>
              <a:defRPr sz="1800">
                <a:solidFill>
                  <a:schemeClr val="tx1"/>
                </a:solidFill>
                <a:latin typeface="+mn-lt"/>
              </a:defRPr>
            </a:lvl3pPr>
            <a:lvl4pPr marL="1600200" indent="-228600" algn="l" rtl="0" eaLnBrk="1" fontAlgn="base" hangingPunct="1">
              <a:spcBef>
                <a:spcPct val="20000"/>
              </a:spcBef>
              <a:spcAft>
                <a:spcPct val="0"/>
              </a:spcAft>
              <a:buChar char="–"/>
              <a:defRPr sz="1600">
                <a:solidFill>
                  <a:schemeClr val="tx1"/>
                </a:solidFill>
                <a:latin typeface="+mn-lt"/>
              </a:defRPr>
            </a:lvl4pPr>
            <a:lvl5pPr marL="2057400" indent="-228600" algn="l" rtl="0" eaLnBrk="1" fontAlgn="base" hangingPunct="1">
              <a:spcBef>
                <a:spcPct val="20000"/>
              </a:spcBef>
              <a:spcAft>
                <a:spcPct val="0"/>
              </a:spcAft>
              <a:buChar char="»"/>
              <a:defRPr sz="1600">
                <a:solidFill>
                  <a:schemeClr val="tx1"/>
                </a:solidFill>
                <a:latin typeface="+mn-lt"/>
              </a:defRPr>
            </a:lvl5pPr>
            <a:lvl6pPr marL="2514600" indent="-228600" algn="l" rtl="0" eaLnBrk="1" fontAlgn="base" hangingPunct="1">
              <a:spcBef>
                <a:spcPct val="20000"/>
              </a:spcBef>
              <a:spcAft>
                <a:spcPct val="0"/>
              </a:spcAft>
              <a:buChar char="»"/>
              <a:defRPr sz="1600">
                <a:solidFill>
                  <a:schemeClr val="tx1"/>
                </a:solidFill>
                <a:latin typeface="+mn-lt"/>
              </a:defRPr>
            </a:lvl6pPr>
            <a:lvl7pPr marL="2971800" indent="-228600" algn="l" rtl="0" eaLnBrk="1" fontAlgn="base" hangingPunct="1">
              <a:spcBef>
                <a:spcPct val="20000"/>
              </a:spcBef>
              <a:spcAft>
                <a:spcPct val="0"/>
              </a:spcAft>
              <a:buChar char="»"/>
              <a:defRPr sz="1600">
                <a:solidFill>
                  <a:schemeClr val="tx1"/>
                </a:solidFill>
                <a:latin typeface="+mn-lt"/>
              </a:defRPr>
            </a:lvl7pPr>
            <a:lvl8pPr marL="3429000" indent="-228600" algn="l" rtl="0" eaLnBrk="1" fontAlgn="base" hangingPunct="1">
              <a:spcBef>
                <a:spcPct val="20000"/>
              </a:spcBef>
              <a:spcAft>
                <a:spcPct val="0"/>
              </a:spcAft>
              <a:buChar char="»"/>
              <a:defRPr sz="1600">
                <a:solidFill>
                  <a:schemeClr val="tx1"/>
                </a:solidFill>
                <a:latin typeface="+mn-lt"/>
              </a:defRPr>
            </a:lvl8pPr>
            <a:lvl9pPr marL="3886200" indent="-228600" algn="l" rtl="0" eaLnBrk="1" fontAlgn="base" hangingPunct="1">
              <a:spcBef>
                <a:spcPct val="20000"/>
              </a:spcBef>
              <a:spcAft>
                <a:spcPct val="0"/>
              </a:spcAft>
              <a:buChar char="»"/>
              <a:defRPr sz="16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en-US" sz="2400" b="0" i="0" u="none" strike="noStrike" kern="0" cap="none" spc="0" normalizeH="0" baseline="0" noProof="0" dirty="0">
                <a:ln>
                  <a:noFill/>
                </a:ln>
                <a:solidFill>
                  <a:srgbClr val="000000"/>
                </a:solidFill>
                <a:effectLst/>
                <a:uLnTx/>
                <a:uFillTx/>
                <a:latin typeface="Arial"/>
                <a:ea typeface="+mn-ea"/>
                <a:cs typeface="+mn-cs"/>
              </a:rPr>
              <a:t>Passport control</a:t>
            </a:r>
          </a:p>
        </p:txBody>
      </p:sp>
      <p:sp>
        <p:nvSpPr>
          <p:cNvPr id="28" name="Text Placeholder 3">
            <a:extLst>
              <a:ext uri="{FF2B5EF4-FFF2-40B4-BE49-F238E27FC236}">
                <a16:creationId xmlns:a16="http://schemas.microsoft.com/office/drawing/2014/main" id="{A32AE182-AB77-0A46-B157-F5A827560EB0}"/>
              </a:ext>
            </a:extLst>
          </p:cNvPr>
          <p:cNvSpPr txBox="1">
            <a:spLocks/>
          </p:cNvSpPr>
          <p:nvPr/>
        </p:nvSpPr>
        <p:spPr bwMode="auto">
          <a:xfrm>
            <a:off x="8559395" y="1245631"/>
            <a:ext cx="2579660" cy="46166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spAutoFit/>
          </a:bodyPr>
          <a:lstStyle>
            <a:lvl1pPr marL="0" indent="0" algn="l" rtl="0" eaLnBrk="1" fontAlgn="base" hangingPunct="1">
              <a:spcBef>
                <a:spcPct val="20000"/>
              </a:spcBef>
              <a:spcAft>
                <a:spcPct val="0"/>
              </a:spcAft>
              <a:buNone/>
              <a:defRPr sz="2400" b="1">
                <a:solidFill>
                  <a:schemeClr val="tx1"/>
                </a:solidFill>
                <a:latin typeface="+mn-lt"/>
                <a:ea typeface="+mn-ea"/>
                <a:cs typeface="+mn-cs"/>
              </a:defRPr>
            </a:lvl1pPr>
            <a:lvl2pPr marL="457200" indent="0" algn="l" rtl="0" eaLnBrk="1" fontAlgn="base" hangingPunct="1">
              <a:spcBef>
                <a:spcPct val="20000"/>
              </a:spcBef>
              <a:spcAft>
                <a:spcPct val="0"/>
              </a:spcAft>
              <a:buNone/>
              <a:defRPr sz="2000" b="1">
                <a:solidFill>
                  <a:schemeClr val="tx1"/>
                </a:solidFill>
                <a:latin typeface="+mn-lt"/>
              </a:defRPr>
            </a:lvl2pPr>
            <a:lvl3pPr marL="914400" indent="0" algn="l" rtl="0" eaLnBrk="1" fontAlgn="base" hangingPunct="1">
              <a:spcBef>
                <a:spcPct val="20000"/>
              </a:spcBef>
              <a:spcAft>
                <a:spcPct val="0"/>
              </a:spcAft>
              <a:buNone/>
              <a:defRPr sz="1800" b="1">
                <a:solidFill>
                  <a:schemeClr val="tx1"/>
                </a:solidFill>
                <a:latin typeface="+mn-lt"/>
              </a:defRPr>
            </a:lvl3pPr>
            <a:lvl4pPr marL="1371600" indent="0" algn="l" rtl="0" eaLnBrk="1" fontAlgn="base" hangingPunct="1">
              <a:spcBef>
                <a:spcPct val="20000"/>
              </a:spcBef>
              <a:spcAft>
                <a:spcPct val="0"/>
              </a:spcAft>
              <a:buNone/>
              <a:defRPr sz="1600" b="1">
                <a:solidFill>
                  <a:schemeClr val="tx1"/>
                </a:solidFill>
                <a:latin typeface="+mn-lt"/>
              </a:defRPr>
            </a:lvl4pPr>
            <a:lvl5pPr marL="1828800" indent="0" algn="l" rtl="0" eaLnBrk="1" fontAlgn="base" hangingPunct="1">
              <a:spcBef>
                <a:spcPct val="20000"/>
              </a:spcBef>
              <a:spcAft>
                <a:spcPct val="0"/>
              </a:spcAft>
              <a:buNone/>
              <a:defRPr sz="1600" b="1">
                <a:solidFill>
                  <a:schemeClr val="tx1"/>
                </a:solidFill>
                <a:latin typeface="+mn-lt"/>
              </a:defRPr>
            </a:lvl5pPr>
            <a:lvl6pPr marL="2286000" indent="0" algn="l" rtl="0" eaLnBrk="1" fontAlgn="base" hangingPunct="1">
              <a:spcBef>
                <a:spcPct val="20000"/>
              </a:spcBef>
              <a:spcAft>
                <a:spcPct val="0"/>
              </a:spcAft>
              <a:buNone/>
              <a:defRPr sz="1600" b="1">
                <a:solidFill>
                  <a:schemeClr val="tx1"/>
                </a:solidFill>
                <a:latin typeface="+mn-lt"/>
              </a:defRPr>
            </a:lvl6pPr>
            <a:lvl7pPr marL="2743200" indent="0" algn="l" rtl="0" eaLnBrk="1" fontAlgn="base" hangingPunct="1">
              <a:spcBef>
                <a:spcPct val="20000"/>
              </a:spcBef>
              <a:spcAft>
                <a:spcPct val="0"/>
              </a:spcAft>
              <a:buNone/>
              <a:defRPr sz="1600" b="1">
                <a:solidFill>
                  <a:schemeClr val="tx1"/>
                </a:solidFill>
                <a:latin typeface="+mn-lt"/>
              </a:defRPr>
            </a:lvl7pPr>
            <a:lvl8pPr marL="3200400" indent="0" algn="l" rtl="0" eaLnBrk="1" fontAlgn="base" hangingPunct="1">
              <a:spcBef>
                <a:spcPct val="20000"/>
              </a:spcBef>
              <a:spcAft>
                <a:spcPct val="0"/>
              </a:spcAft>
              <a:buNone/>
              <a:defRPr sz="1600" b="1">
                <a:solidFill>
                  <a:schemeClr val="tx1"/>
                </a:solidFill>
                <a:latin typeface="+mn-lt"/>
              </a:defRPr>
            </a:lvl8pPr>
            <a:lvl9pPr marL="3657600" indent="0" algn="l" rtl="0" eaLnBrk="1" fontAlgn="base" hangingPunct="1">
              <a:spcBef>
                <a:spcPct val="20000"/>
              </a:spcBef>
              <a:spcAft>
                <a:spcPct val="0"/>
              </a:spcAft>
              <a:buNone/>
              <a:defRPr sz="1600" b="1">
                <a:solidFill>
                  <a:schemeClr val="tx1"/>
                </a:solidFill>
                <a:latin typeface="+mn-lt"/>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2400" b="1" i="0" u="none" strike="noStrike" kern="0" cap="none" spc="0" normalizeH="0" baseline="0" noProof="0" dirty="0">
                <a:ln>
                  <a:noFill/>
                </a:ln>
                <a:solidFill>
                  <a:srgbClr val="000000"/>
                </a:solidFill>
                <a:effectLst/>
                <a:uLnTx/>
                <a:uFillTx/>
                <a:latin typeface="Arial"/>
                <a:ea typeface="+mn-ea"/>
                <a:cs typeface="+mn-cs"/>
              </a:rPr>
              <a:t>What you are</a:t>
            </a:r>
          </a:p>
        </p:txBody>
      </p:sp>
      <p:sp>
        <p:nvSpPr>
          <p:cNvPr id="29" name="Content Placeholder 4">
            <a:extLst>
              <a:ext uri="{FF2B5EF4-FFF2-40B4-BE49-F238E27FC236}">
                <a16:creationId xmlns:a16="http://schemas.microsoft.com/office/drawing/2014/main" id="{9ADA9170-3548-3942-87F8-C160C0CC3838}"/>
              </a:ext>
            </a:extLst>
          </p:cNvPr>
          <p:cNvSpPr txBox="1">
            <a:spLocks/>
          </p:cNvSpPr>
          <p:nvPr/>
        </p:nvSpPr>
        <p:spPr bwMode="auto">
          <a:xfrm>
            <a:off x="8559394" y="1707296"/>
            <a:ext cx="3054673" cy="46166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lvl1pPr marL="342900" indent="-342900" algn="l" rtl="0" eaLnBrk="1" fontAlgn="base" hangingPunct="1">
              <a:spcBef>
                <a:spcPct val="20000"/>
              </a:spcBef>
              <a:spcAft>
                <a:spcPct val="0"/>
              </a:spcAft>
              <a:buChar char="•"/>
              <a:defRPr sz="24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000">
                <a:solidFill>
                  <a:schemeClr val="tx1"/>
                </a:solidFill>
                <a:latin typeface="+mn-lt"/>
              </a:defRPr>
            </a:lvl2pPr>
            <a:lvl3pPr marL="1143000" indent="-228600" algn="l" rtl="0" eaLnBrk="1" fontAlgn="base" hangingPunct="1">
              <a:spcBef>
                <a:spcPct val="20000"/>
              </a:spcBef>
              <a:spcAft>
                <a:spcPct val="0"/>
              </a:spcAft>
              <a:buChar char="•"/>
              <a:defRPr sz="1800">
                <a:solidFill>
                  <a:schemeClr val="tx1"/>
                </a:solidFill>
                <a:latin typeface="+mn-lt"/>
              </a:defRPr>
            </a:lvl3pPr>
            <a:lvl4pPr marL="1600200" indent="-228600" algn="l" rtl="0" eaLnBrk="1" fontAlgn="base" hangingPunct="1">
              <a:spcBef>
                <a:spcPct val="20000"/>
              </a:spcBef>
              <a:spcAft>
                <a:spcPct val="0"/>
              </a:spcAft>
              <a:buChar char="–"/>
              <a:defRPr sz="1600">
                <a:solidFill>
                  <a:schemeClr val="tx1"/>
                </a:solidFill>
                <a:latin typeface="+mn-lt"/>
              </a:defRPr>
            </a:lvl4pPr>
            <a:lvl5pPr marL="2057400" indent="-228600" algn="l" rtl="0" eaLnBrk="1" fontAlgn="base" hangingPunct="1">
              <a:spcBef>
                <a:spcPct val="20000"/>
              </a:spcBef>
              <a:spcAft>
                <a:spcPct val="0"/>
              </a:spcAft>
              <a:buChar char="»"/>
              <a:defRPr sz="1600">
                <a:solidFill>
                  <a:schemeClr val="tx1"/>
                </a:solidFill>
                <a:latin typeface="+mn-lt"/>
              </a:defRPr>
            </a:lvl5pPr>
            <a:lvl6pPr marL="2514600" indent="-228600" algn="l" rtl="0" eaLnBrk="1" fontAlgn="base" hangingPunct="1">
              <a:spcBef>
                <a:spcPct val="20000"/>
              </a:spcBef>
              <a:spcAft>
                <a:spcPct val="0"/>
              </a:spcAft>
              <a:buChar char="»"/>
              <a:defRPr sz="1600">
                <a:solidFill>
                  <a:schemeClr val="tx1"/>
                </a:solidFill>
                <a:latin typeface="+mn-lt"/>
              </a:defRPr>
            </a:lvl6pPr>
            <a:lvl7pPr marL="2971800" indent="-228600" algn="l" rtl="0" eaLnBrk="1" fontAlgn="base" hangingPunct="1">
              <a:spcBef>
                <a:spcPct val="20000"/>
              </a:spcBef>
              <a:spcAft>
                <a:spcPct val="0"/>
              </a:spcAft>
              <a:buChar char="»"/>
              <a:defRPr sz="1600">
                <a:solidFill>
                  <a:schemeClr val="tx1"/>
                </a:solidFill>
                <a:latin typeface="+mn-lt"/>
              </a:defRPr>
            </a:lvl7pPr>
            <a:lvl8pPr marL="3429000" indent="-228600" algn="l" rtl="0" eaLnBrk="1" fontAlgn="base" hangingPunct="1">
              <a:spcBef>
                <a:spcPct val="20000"/>
              </a:spcBef>
              <a:spcAft>
                <a:spcPct val="0"/>
              </a:spcAft>
              <a:buChar char="»"/>
              <a:defRPr sz="1600">
                <a:solidFill>
                  <a:schemeClr val="tx1"/>
                </a:solidFill>
                <a:latin typeface="+mn-lt"/>
              </a:defRPr>
            </a:lvl8pPr>
            <a:lvl9pPr marL="3886200" indent="-228600" algn="l" rtl="0" eaLnBrk="1" fontAlgn="base" hangingPunct="1">
              <a:spcBef>
                <a:spcPct val="20000"/>
              </a:spcBef>
              <a:spcAft>
                <a:spcPct val="0"/>
              </a:spcAft>
              <a:buChar char="»"/>
              <a:defRPr sz="16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en-US" sz="2400" b="0" i="0" u="none" strike="noStrike" kern="0" cap="none" spc="0" normalizeH="0" baseline="0" noProof="0" dirty="0">
                <a:ln>
                  <a:noFill/>
                </a:ln>
                <a:solidFill>
                  <a:srgbClr val="000000"/>
                </a:solidFill>
                <a:effectLst/>
                <a:uLnTx/>
                <a:uFillTx/>
                <a:latin typeface="Arial"/>
                <a:ea typeface="+mn-ea"/>
                <a:cs typeface="+mn-cs"/>
              </a:rPr>
              <a:t>Your face</a:t>
            </a:r>
          </a:p>
        </p:txBody>
      </p:sp>
      <p:grpSp>
        <p:nvGrpSpPr>
          <p:cNvPr id="15" name="Group 14">
            <a:extLst>
              <a:ext uri="{FF2B5EF4-FFF2-40B4-BE49-F238E27FC236}">
                <a16:creationId xmlns:a16="http://schemas.microsoft.com/office/drawing/2014/main" id="{4A536E0D-8C8B-9042-8B70-B06B88E7AC14}"/>
              </a:ext>
            </a:extLst>
          </p:cNvPr>
          <p:cNvGrpSpPr/>
          <p:nvPr/>
        </p:nvGrpSpPr>
        <p:grpSpPr>
          <a:xfrm>
            <a:off x="5114358" y="1264083"/>
            <a:ext cx="4041775" cy="4106793"/>
            <a:chOff x="5721975" y="1337312"/>
            <a:chExt cx="4041775" cy="4106793"/>
          </a:xfrm>
        </p:grpSpPr>
        <p:pic>
          <p:nvPicPr>
            <p:cNvPr id="16" name="Picture 15">
              <a:extLst>
                <a:ext uri="{FF2B5EF4-FFF2-40B4-BE49-F238E27FC236}">
                  <a16:creationId xmlns:a16="http://schemas.microsoft.com/office/drawing/2014/main" id="{2EC3A985-BC37-2043-B3D8-93752BFE681E}"/>
                </a:ext>
              </a:extLst>
            </p:cNvPr>
            <p:cNvPicPr>
              <a:picLocks noChangeAspect="1"/>
            </p:cNvPicPr>
            <p:nvPr/>
          </p:nvPicPr>
          <p:blipFill>
            <a:blip r:embed="rId4"/>
            <a:stretch>
              <a:fillRect/>
            </a:stretch>
          </p:blipFill>
          <p:spPr>
            <a:xfrm>
              <a:off x="6106149" y="2889271"/>
              <a:ext cx="2514600" cy="2554834"/>
            </a:xfrm>
            <a:prstGeom prst="rect">
              <a:avLst/>
            </a:prstGeom>
          </p:spPr>
        </p:pic>
        <p:sp>
          <p:nvSpPr>
            <p:cNvPr id="17" name="Text Placeholder 3">
              <a:extLst>
                <a:ext uri="{FF2B5EF4-FFF2-40B4-BE49-F238E27FC236}">
                  <a16:creationId xmlns:a16="http://schemas.microsoft.com/office/drawing/2014/main" id="{9485DC25-A37E-9343-9C29-45678F5E5AB1}"/>
                </a:ext>
              </a:extLst>
            </p:cNvPr>
            <p:cNvSpPr txBox="1">
              <a:spLocks/>
            </p:cNvSpPr>
            <p:nvPr/>
          </p:nvSpPr>
          <p:spPr bwMode="auto">
            <a:xfrm>
              <a:off x="5721975" y="1337312"/>
              <a:ext cx="4041775" cy="46166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spAutoFit/>
            </a:bodyPr>
            <a:lstStyle>
              <a:lvl1pPr marL="0" indent="0" algn="l" rtl="0" eaLnBrk="1" fontAlgn="base" hangingPunct="1">
                <a:spcBef>
                  <a:spcPct val="20000"/>
                </a:spcBef>
                <a:spcAft>
                  <a:spcPct val="0"/>
                </a:spcAft>
                <a:buNone/>
                <a:defRPr sz="2400" b="1">
                  <a:solidFill>
                    <a:schemeClr val="tx1"/>
                  </a:solidFill>
                  <a:latin typeface="+mn-lt"/>
                  <a:ea typeface="+mn-ea"/>
                  <a:cs typeface="+mn-cs"/>
                </a:defRPr>
              </a:lvl1pPr>
              <a:lvl2pPr marL="457200" indent="0" algn="l" rtl="0" eaLnBrk="1" fontAlgn="base" hangingPunct="1">
                <a:spcBef>
                  <a:spcPct val="20000"/>
                </a:spcBef>
                <a:spcAft>
                  <a:spcPct val="0"/>
                </a:spcAft>
                <a:buNone/>
                <a:defRPr sz="2000" b="1">
                  <a:solidFill>
                    <a:schemeClr val="tx1"/>
                  </a:solidFill>
                  <a:latin typeface="+mn-lt"/>
                </a:defRPr>
              </a:lvl2pPr>
              <a:lvl3pPr marL="914400" indent="0" algn="l" rtl="0" eaLnBrk="1" fontAlgn="base" hangingPunct="1">
                <a:spcBef>
                  <a:spcPct val="20000"/>
                </a:spcBef>
                <a:spcAft>
                  <a:spcPct val="0"/>
                </a:spcAft>
                <a:buNone/>
                <a:defRPr sz="1800" b="1">
                  <a:solidFill>
                    <a:schemeClr val="tx1"/>
                  </a:solidFill>
                  <a:latin typeface="+mn-lt"/>
                </a:defRPr>
              </a:lvl3pPr>
              <a:lvl4pPr marL="1371600" indent="0" algn="l" rtl="0" eaLnBrk="1" fontAlgn="base" hangingPunct="1">
                <a:spcBef>
                  <a:spcPct val="20000"/>
                </a:spcBef>
                <a:spcAft>
                  <a:spcPct val="0"/>
                </a:spcAft>
                <a:buNone/>
                <a:defRPr sz="1600" b="1">
                  <a:solidFill>
                    <a:schemeClr val="tx1"/>
                  </a:solidFill>
                  <a:latin typeface="+mn-lt"/>
                </a:defRPr>
              </a:lvl4pPr>
              <a:lvl5pPr marL="1828800" indent="0" algn="l" rtl="0" eaLnBrk="1" fontAlgn="base" hangingPunct="1">
                <a:spcBef>
                  <a:spcPct val="20000"/>
                </a:spcBef>
                <a:spcAft>
                  <a:spcPct val="0"/>
                </a:spcAft>
                <a:buNone/>
                <a:defRPr sz="1600" b="1">
                  <a:solidFill>
                    <a:schemeClr val="tx1"/>
                  </a:solidFill>
                  <a:latin typeface="+mn-lt"/>
                </a:defRPr>
              </a:lvl5pPr>
              <a:lvl6pPr marL="2286000" indent="0" algn="l" rtl="0" eaLnBrk="1" fontAlgn="base" hangingPunct="1">
                <a:spcBef>
                  <a:spcPct val="20000"/>
                </a:spcBef>
                <a:spcAft>
                  <a:spcPct val="0"/>
                </a:spcAft>
                <a:buNone/>
                <a:defRPr sz="1600" b="1">
                  <a:solidFill>
                    <a:schemeClr val="tx1"/>
                  </a:solidFill>
                  <a:latin typeface="+mn-lt"/>
                </a:defRPr>
              </a:lvl6pPr>
              <a:lvl7pPr marL="2743200" indent="0" algn="l" rtl="0" eaLnBrk="1" fontAlgn="base" hangingPunct="1">
                <a:spcBef>
                  <a:spcPct val="20000"/>
                </a:spcBef>
                <a:spcAft>
                  <a:spcPct val="0"/>
                </a:spcAft>
                <a:buNone/>
                <a:defRPr sz="1600" b="1">
                  <a:solidFill>
                    <a:schemeClr val="tx1"/>
                  </a:solidFill>
                  <a:latin typeface="+mn-lt"/>
                </a:defRPr>
              </a:lvl7pPr>
              <a:lvl8pPr marL="3200400" indent="0" algn="l" rtl="0" eaLnBrk="1" fontAlgn="base" hangingPunct="1">
                <a:spcBef>
                  <a:spcPct val="20000"/>
                </a:spcBef>
                <a:spcAft>
                  <a:spcPct val="0"/>
                </a:spcAft>
                <a:buNone/>
                <a:defRPr sz="1600" b="1">
                  <a:solidFill>
                    <a:schemeClr val="tx1"/>
                  </a:solidFill>
                  <a:latin typeface="+mn-lt"/>
                </a:defRPr>
              </a:lvl8pPr>
              <a:lvl9pPr marL="3657600" indent="0" algn="l" rtl="0" eaLnBrk="1" fontAlgn="base" hangingPunct="1">
                <a:spcBef>
                  <a:spcPct val="20000"/>
                </a:spcBef>
                <a:spcAft>
                  <a:spcPct val="0"/>
                </a:spcAft>
                <a:buNone/>
                <a:defRPr sz="1600" b="1">
                  <a:solidFill>
                    <a:schemeClr val="tx1"/>
                  </a:solidFill>
                  <a:latin typeface="+mn-lt"/>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2400" b="1" i="0" u="none" strike="noStrike" kern="0" cap="none" spc="0" normalizeH="0" baseline="0" noProof="0" dirty="0">
                  <a:ln>
                    <a:noFill/>
                  </a:ln>
                  <a:solidFill>
                    <a:srgbClr val="000000"/>
                  </a:solidFill>
                  <a:effectLst/>
                  <a:uLnTx/>
                  <a:uFillTx/>
                  <a:latin typeface="Arial"/>
                  <a:ea typeface="+mn-ea"/>
                  <a:cs typeface="+mn-cs"/>
                </a:rPr>
                <a:t>What you know</a:t>
              </a:r>
            </a:p>
          </p:txBody>
        </p:sp>
        <p:sp>
          <p:nvSpPr>
            <p:cNvPr id="18" name="Content Placeholder 4">
              <a:extLst>
                <a:ext uri="{FF2B5EF4-FFF2-40B4-BE49-F238E27FC236}">
                  <a16:creationId xmlns:a16="http://schemas.microsoft.com/office/drawing/2014/main" id="{EC21B16A-CA26-794A-BA39-B8F0A2C9D156}"/>
                </a:ext>
              </a:extLst>
            </p:cNvPr>
            <p:cNvSpPr txBox="1">
              <a:spLocks/>
            </p:cNvSpPr>
            <p:nvPr/>
          </p:nvSpPr>
          <p:spPr bwMode="auto">
            <a:xfrm>
              <a:off x="5721975" y="1798977"/>
              <a:ext cx="4041775" cy="9048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lvl1pPr marL="342900" indent="-342900" algn="l" rtl="0" eaLnBrk="1" fontAlgn="base" hangingPunct="1">
                <a:spcBef>
                  <a:spcPct val="20000"/>
                </a:spcBef>
                <a:spcAft>
                  <a:spcPct val="0"/>
                </a:spcAft>
                <a:buChar char="•"/>
                <a:defRPr sz="24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000">
                  <a:solidFill>
                    <a:schemeClr val="tx1"/>
                  </a:solidFill>
                  <a:latin typeface="+mn-lt"/>
                </a:defRPr>
              </a:lvl2pPr>
              <a:lvl3pPr marL="1143000" indent="-228600" algn="l" rtl="0" eaLnBrk="1" fontAlgn="base" hangingPunct="1">
                <a:spcBef>
                  <a:spcPct val="20000"/>
                </a:spcBef>
                <a:spcAft>
                  <a:spcPct val="0"/>
                </a:spcAft>
                <a:buChar char="•"/>
                <a:defRPr sz="1800">
                  <a:solidFill>
                    <a:schemeClr val="tx1"/>
                  </a:solidFill>
                  <a:latin typeface="+mn-lt"/>
                </a:defRPr>
              </a:lvl3pPr>
              <a:lvl4pPr marL="1600200" indent="-228600" algn="l" rtl="0" eaLnBrk="1" fontAlgn="base" hangingPunct="1">
                <a:spcBef>
                  <a:spcPct val="20000"/>
                </a:spcBef>
                <a:spcAft>
                  <a:spcPct val="0"/>
                </a:spcAft>
                <a:buChar char="–"/>
                <a:defRPr sz="1600">
                  <a:solidFill>
                    <a:schemeClr val="tx1"/>
                  </a:solidFill>
                  <a:latin typeface="+mn-lt"/>
                </a:defRPr>
              </a:lvl4pPr>
              <a:lvl5pPr marL="2057400" indent="-228600" algn="l" rtl="0" eaLnBrk="1" fontAlgn="base" hangingPunct="1">
                <a:spcBef>
                  <a:spcPct val="20000"/>
                </a:spcBef>
                <a:spcAft>
                  <a:spcPct val="0"/>
                </a:spcAft>
                <a:buChar char="»"/>
                <a:defRPr sz="1600">
                  <a:solidFill>
                    <a:schemeClr val="tx1"/>
                  </a:solidFill>
                  <a:latin typeface="+mn-lt"/>
                </a:defRPr>
              </a:lvl5pPr>
              <a:lvl6pPr marL="2514600" indent="-228600" algn="l" rtl="0" eaLnBrk="1" fontAlgn="base" hangingPunct="1">
                <a:spcBef>
                  <a:spcPct val="20000"/>
                </a:spcBef>
                <a:spcAft>
                  <a:spcPct val="0"/>
                </a:spcAft>
                <a:buChar char="»"/>
                <a:defRPr sz="1600">
                  <a:solidFill>
                    <a:schemeClr val="tx1"/>
                  </a:solidFill>
                  <a:latin typeface="+mn-lt"/>
                </a:defRPr>
              </a:lvl6pPr>
              <a:lvl7pPr marL="2971800" indent="-228600" algn="l" rtl="0" eaLnBrk="1" fontAlgn="base" hangingPunct="1">
                <a:spcBef>
                  <a:spcPct val="20000"/>
                </a:spcBef>
                <a:spcAft>
                  <a:spcPct val="0"/>
                </a:spcAft>
                <a:buChar char="»"/>
                <a:defRPr sz="1600">
                  <a:solidFill>
                    <a:schemeClr val="tx1"/>
                  </a:solidFill>
                  <a:latin typeface="+mn-lt"/>
                </a:defRPr>
              </a:lvl7pPr>
              <a:lvl8pPr marL="3429000" indent="-228600" algn="l" rtl="0" eaLnBrk="1" fontAlgn="base" hangingPunct="1">
                <a:spcBef>
                  <a:spcPct val="20000"/>
                </a:spcBef>
                <a:spcAft>
                  <a:spcPct val="0"/>
                </a:spcAft>
                <a:buChar char="»"/>
                <a:defRPr sz="1600">
                  <a:solidFill>
                    <a:schemeClr val="tx1"/>
                  </a:solidFill>
                  <a:latin typeface="+mn-lt"/>
                </a:defRPr>
              </a:lvl8pPr>
              <a:lvl9pPr marL="3886200" indent="-228600" algn="l" rtl="0" eaLnBrk="1" fontAlgn="base" hangingPunct="1">
                <a:spcBef>
                  <a:spcPct val="20000"/>
                </a:spcBef>
                <a:spcAft>
                  <a:spcPct val="0"/>
                </a:spcAft>
                <a:buChar char="»"/>
                <a:defRPr sz="16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en-US" sz="2400" b="0" i="0" u="none" strike="noStrike" kern="0" cap="none" spc="0" normalizeH="0" baseline="0" noProof="0" dirty="0">
                  <a:ln>
                    <a:noFill/>
                  </a:ln>
                  <a:solidFill>
                    <a:srgbClr val="000000"/>
                  </a:solidFill>
                  <a:effectLst/>
                  <a:uLnTx/>
                  <a:uFillTx/>
                  <a:latin typeface="Arial"/>
                  <a:ea typeface="+mn-ea"/>
                  <a:cs typeface="+mn-cs"/>
                </a:rPr>
                <a:t>“Open Sesame”</a:t>
              </a:r>
            </a:p>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en-US" sz="2400" b="0" i="0" u="none" strike="noStrike" kern="0" cap="none" spc="0" normalizeH="0" baseline="0" noProof="0" dirty="0">
                  <a:ln>
                    <a:noFill/>
                  </a:ln>
                  <a:solidFill>
                    <a:srgbClr val="000000"/>
                  </a:solidFill>
                  <a:effectLst/>
                  <a:uLnTx/>
                  <a:uFillTx/>
                  <a:latin typeface="Arial"/>
                  <a:ea typeface="+mn-ea"/>
                  <a:cs typeface="+mn-cs"/>
                </a:rPr>
                <a:t>pin to lockers </a:t>
              </a:r>
            </a:p>
          </p:txBody>
        </p:sp>
      </p:grpSp>
      <p:pic>
        <p:nvPicPr>
          <p:cNvPr id="19" name="Picture 18">
            <a:extLst>
              <a:ext uri="{FF2B5EF4-FFF2-40B4-BE49-F238E27FC236}">
                <a16:creationId xmlns:a16="http://schemas.microsoft.com/office/drawing/2014/main" id="{217EAB46-CD52-9046-94B4-3B4B4224E498}"/>
              </a:ext>
            </a:extLst>
          </p:cNvPr>
          <p:cNvPicPr>
            <a:picLocks noChangeAspect="1"/>
          </p:cNvPicPr>
          <p:nvPr/>
        </p:nvPicPr>
        <p:blipFill>
          <a:blip r:embed="rId5"/>
          <a:stretch>
            <a:fillRect/>
          </a:stretch>
        </p:blipFill>
        <p:spPr>
          <a:xfrm>
            <a:off x="9436963" y="2913470"/>
            <a:ext cx="1330510" cy="1575604"/>
          </a:xfrm>
          <a:prstGeom prst="rect">
            <a:avLst/>
          </a:prstGeom>
        </p:spPr>
      </p:pic>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366F3DE5-9EC6-DD92-78E0-AFC9039D8358}"/>
                  </a:ext>
                </a:extLst>
              </p14:cNvPr>
              <p14:cNvContentPartPr/>
              <p14:nvPr/>
            </p14:nvContentPartPr>
            <p14:xfrm>
              <a:off x="725760" y="4409331"/>
              <a:ext cx="462240" cy="1048680"/>
            </p14:xfrm>
          </p:contentPart>
        </mc:Choice>
        <mc:Fallback xmlns="">
          <p:pic>
            <p:nvPicPr>
              <p:cNvPr id="5" name="Ink 4">
                <a:extLst>
                  <a:ext uri="{FF2B5EF4-FFF2-40B4-BE49-F238E27FC236}">
                    <a16:creationId xmlns:a16="http://schemas.microsoft.com/office/drawing/2014/main" id="{366F3DE5-9EC6-DD92-78E0-AFC9039D8358}"/>
                  </a:ext>
                </a:extLst>
              </p:cNvPr>
              <p:cNvPicPr/>
              <p:nvPr/>
            </p:nvPicPr>
            <p:blipFill>
              <a:blip r:embed="rId7"/>
              <a:stretch>
                <a:fillRect/>
              </a:stretch>
            </p:blipFill>
            <p:spPr>
              <a:xfrm>
                <a:off x="715312" y="4398891"/>
                <a:ext cx="483497" cy="10699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3" name="Ink 22">
                <a:extLst>
                  <a:ext uri="{FF2B5EF4-FFF2-40B4-BE49-F238E27FC236}">
                    <a16:creationId xmlns:a16="http://schemas.microsoft.com/office/drawing/2014/main" id="{CBC839DD-B9C3-E55A-1075-5078159D795E}"/>
                  </a:ext>
                </a:extLst>
              </p14:cNvPr>
              <p14:cNvContentPartPr/>
              <p14:nvPr/>
            </p14:nvContentPartPr>
            <p14:xfrm>
              <a:off x="497880" y="4136091"/>
              <a:ext cx="653400" cy="375480"/>
            </p14:xfrm>
          </p:contentPart>
        </mc:Choice>
        <mc:Fallback xmlns="">
          <p:pic>
            <p:nvPicPr>
              <p:cNvPr id="23" name="Ink 22">
                <a:extLst>
                  <a:ext uri="{FF2B5EF4-FFF2-40B4-BE49-F238E27FC236}">
                    <a16:creationId xmlns:a16="http://schemas.microsoft.com/office/drawing/2014/main" id="{CBC839DD-B9C3-E55A-1075-5078159D795E}"/>
                  </a:ext>
                </a:extLst>
              </p:cNvPr>
              <p:cNvPicPr/>
              <p:nvPr/>
            </p:nvPicPr>
            <p:blipFill>
              <a:blip r:embed="rId9"/>
              <a:stretch>
                <a:fillRect/>
              </a:stretch>
            </p:blipFill>
            <p:spPr>
              <a:xfrm>
                <a:off x="487440" y="4125291"/>
                <a:ext cx="674640" cy="3967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0" name="Ink 59">
                <a:extLst>
                  <a:ext uri="{FF2B5EF4-FFF2-40B4-BE49-F238E27FC236}">
                    <a16:creationId xmlns:a16="http://schemas.microsoft.com/office/drawing/2014/main" id="{D4A5681D-B68C-9B1E-F548-423D365E6795}"/>
                  </a:ext>
                </a:extLst>
              </p14:cNvPr>
              <p14:cNvContentPartPr/>
              <p14:nvPr/>
            </p14:nvContentPartPr>
            <p14:xfrm>
              <a:off x="2930654" y="5825267"/>
              <a:ext cx="2213640" cy="473400"/>
            </p14:xfrm>
          </p:contentPart>
        </mc:Choice>
        <mc:Fallback xmlns="">
          <p:pic>
            <p:nvPicPr>
              <p:cNvPr id="60" name="Ink 59">
                <a:extLst>
                  <a:ext uri="{FF2B5EF4-FFF2-40B4-BE49-F238E27FC236}">
                    <a16:creationId xmlns:a16="http://schemas.microsoft.com/office/drawing/2014/main" id="{D4A5681D-B68C-9B1E-F548-423D365E6795}"/>
                  </a:ext>
                </a:extLst>
              </p:cNvPr>
              <p:cNvPicPr/>
              <p:nvPr/>
            </p:nvPicPr>
            <p:blipFill>
              <a:blip r:embed="rId11"/>
              <a:stretch>
                <a:fillRect/>
              </a:stretch>
            </p:blipFill>
            <p:spPr>
              <a:xfrm>
                <a:off x="2920214" y="5814467"/>
                <a:ext cx="2234880" cy="4946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0" name="Ink 69">
                <a:extLst>
                  <a:ext uri="{FF2B5EF4-FFF2-40B4-BE49-F238E27FC236}">
                    <a16:creationId xmlns:a16="http://schemas.microsoft.com/office/drawing/2014/main" id="{619D7C74-27CF-9D55-1662-2D919A95F75D}"/>
                  </a:ext>
                </a:extLst>
              </p14:cNvPr>
              <p14:cNvContentPartPr/>
              <p14:nvPr/>
            </p14:nvContentPartPr>
            <p14:xfrm>
              <a:off x="4015469" y="6135444"/>
              <a:ext cx="983880" cy="200520"/>
            </p14:xfrm>
          </p:contentPart>
        </mc:Choice>
        <mc:Fallback xmlns="">
          <p:pic>
            <p:nvPicPr>
              <p:cNvPr id="70" name="Ink 69">
                <a:extLst>
                  <a:ext uri="{FF2B5EF4-FFF2-40B4-BE49-F238E27FC236}">
                    <a16:creationId xmlns:a16="http://schemas.microsoft.com/office/drawing/2014/main" id="{619D7C74-27CF-9D55-1662-2D919A95F75D}"/>
                  </a:ext>
                </a:extLst>
              </p:cNvPr>
              <p:cNvPicPr/>
              <p:nvPr/>
            </p:nvPicPr>
            <p:blipFill>
              <a:blip r:embed="rId13"/>
              <a:stretch>
                <a:fillRect/>
              </a:stretch>
            </p:blipFill>
            <p:spPr>
              <a:xfrm>
                <a:off x="4004669" y="6124644"/>
                <a:ext cx="1005120" cy="2217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89" name="Ink 88">
                <a:extLst>
                  <a:ext uri="{FF2B5EF4-FFF2-40B4-BE49-F238E27FC236}">
                    <a16:creationId xmlns:a16="http://schemas.microsoft.com/office/drawing/2014/main" id="{77C9AAB1-1656-B0EA-0268-05E9F3F5326F}"/>
                  </a:ext>
                </a:extLst>
              </p14:cNvPr>
              <p14:cNvContentPartPr/>
              <p14:nvPr/>
            </p14:nvContentPartPr>
            <p14:xfrm>
              <a:off x="3592829" y="6375204"/>
              <a:ext cx="995760" cy="178920"/>
            </p14:xfrm>
          </p:contentPart>
        </mc:Choice>
        <mc:Fallback xmlns="">
          <p:pic>
            <p:nvPicPr>
              <p:cNvPr id="89" name="Ink 88">
                <a:extLst>
                  <a:ext uri="{FF2B5EF4-FFF2-40B4-BE49-F238E27FC236}">
                    <a16:creationId xmlns:a16="http://schemas.microsoft.com/office/drawing/2014/main" id="{77C9AAB1-1656-B0EA-0268-05E9F3F5326F}"/>
                  </a:ext>
                </a:extLst>
              </p:cNvPr>
              <p:cNvPicPr/>
              <p:nvPr/>
            </p:nvPicPr>
            <p:blipFill>
              <a:blip r:embed="rId15"/>
              <a:stretch>
                <a:fillRect/>
              </a:stretch>
            </p:blipFill>
            <p:spPr>
              <a:xfrm>
                <a:off x="3582025" y="6364764"/>
                <a:ext cx="1017008" cy="200160"/>
              </a:xfrm>
              <a:prstGeom prst="rect">
                <a:avLst/>
              </a:prstGeom>
            </p:spPr>
          </p:pic>
        </mc:Fallback>
      </mc:AlternateContent>
    </p:spTree>
    <p:extLst>
      <p:ext uri="{BB962C8B-B14F-4D97-AF65-F5344CB8AC3E}">
        <p14:creationId xmlns:p14="http://schemas.microsoft.com/office/powerpoint/2010/main" val="37205252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2"/>
          <p:cNvSpPr>
            <a:spLocks noGrp="1" noChangeArrowheads="1"/>
          </p:cNvSpPr>
          <p:nvPr>
            <p:ph type="title"/>
          </p:nvPr>
        </p:nvSpPr>
        <p:spPr/>
        <p:txBody>
          <a:bodyPr/>
          <a:lstStyle/>
          <a:p>
            <a:r>
              <a:rPr lang="en-US" dirty="0"/>
              <a:t>User Authentication in Cyberspace</a:t>
            </a:r>
          </a:p>
        </p:txBody>
      </p:sp>
      <p:sp>
        <p:nvSpPr>
          <p:cNvPr id="3" name="Text Placeholder 2">
            <a:extLst>
              <a:ext uri="{FF2B5EF4-FFF2-40B4-BE49-F238E27FC236}">
                <a16:creationId xmlns:a16="http://schemas.microsoft.com/office/drawing/2014/main" id="{3796BF80-348E-C24C-8C7E-2D41A854778B}"/>
              </a:ext>
            </a:extLst>
          </p:cNvPr>
          <p:cNvSpPr>
            <a:spLocks noGrp="1"/>
          </p:cNvSpPr>
          <p:nvPr>
            <p:ph type="body" idx="11"/>
          </p:nvPr>
        </p:nvSpPr>
        <p:spPr>
          <a:xfrm>
            <a:off x="2831977" y="6335345"/>
            <a:ext cx="6604986" cy="510464"/>
          </a:xfrm>
        </p:spPr>
        <p:txBody>
          <a:bodyPr/>
          <a:lstStyle/>
          <a:p>
            <a:endParaRPr lang="en-US"/>
          </a:p>
        </p:txBody>
      </p:sp>
      <p:sp>
        <p:nvSpPr>
          <p:cNvPr id="229380" name="Rectangle 4"/>
          <p:cNvSpPr>
            <a:spLocks noChangeArrowheads="1"/>
          </p:cNvSpPr>
          <p:nvPr/>
        </p:nvSpPr>
        <p:spPr bwMode="auto">
          <a:xfrm>
            <a:off x="691046" y="1159534"/>
            <a:ext cx="10589530" cy="2993266"/>
          </a:xfrm>
          <a:prstGeom prst="rect">
            <a:avLst/>
          </a:prstGeom>
          <a:noFill/>
          <a:ln w="9525">
            <a:noFill/>
            <a:miter lim="800000"/>
            <a:headEnd/>
            <a:tailEnd/>
          </a:ln>
          <a:effectLst/>
        </p:spPr>
        <p:txBody>
          <a:bodyPr anchor="t"/>
          <a:lstStyle/>
          <a:p>
            <a:pPr marL="342900" indent="-342900">
              <a:spcBef>
                <a:spcPct val="20000"/>
              </a:spcBef>
              <a:buFontTx/>
              <a:buChar char="•"/>
            </a:pPr>
            <a:r>
              <a:rPr lang="en-US" sz="2800" dirty="0">
                <a:latin typeface="Arial Nova" panose="020B0504020202020204" pitchFamily="34" charset="0"/>
              </a:rPr>
              <a:t>What Bob knows</a:t>
            </a:r>
          </a:p>
          <a:p>
            <a:pPr marL="742950" lvl="1" indent="-285750">
              <a:spcBef>
                <a:spcPct val="20000"/>
              </a:spcBef>
              <a:buFontTx/>
              <a:buChar char="–"/>
            </a:pPr>
            <a:r>
              <a:rPr lang="en-US" dirty="0">
                <a:latin typeface="Arial Nova" panose="020B0504020202020204" pitchFamily="34" charset="0"/>
              </a:rPr>
              <a:t>Passwords, PIN, mother’s maiden name</a:t>
            </a:r>
          </a:p>
          <a:p>
            <a:pPr marL="342900" indent="-342900">
              <a:spcBef>
                <a:spcPct val="20000"/>
              </a:spcBef>
              <a:buFontTx/>
              <a:buChar char="•"/>
            </a:pPr>
            <a:r>
              <a:rPr lang="en-US" sz="2800" dirty="0">
                <a:latin typeface="Arial Nova" panose="020B0504020202020204" pitchFamily="34" charset="0"/>
              </a:rPr>
              <a:t>What Bob possesses</a:t>
            </a:r>
          </a:p>
          <a:p>
            <a:pPr marL="742950" lvl="1" indent="-285750">
              <a:spcBef>
                <a:spcPct val="20000"/>
              </a:spcBef>
              <a:buFontTx/>
              <a:buChar char="–"/>
            </a:pPr>
            <a:r>
              <a:rPr lang="en-US" dirty="0">
                <a:latin typeface="Arial Nova" panose="020B0504020202020204" pitchFamily="34" charset="0"/>
              </a:rPr>
              <a:t>Physical key, token, smart card, passport</a:t>
            </a:r>
          </a:p>
          <a:p>
            <a:pPr marL="342900" indent="-342900">
              <a:spcBef>
                <a:spcPct val="20000"/>
              </a:spcBef>
              <a:buFontTx/>
              <a:buChar char="•"/>
            </a:pPr>
            <a:r>
              <a:rPr lang="en-US" sz="2800" dirty="0">
                <a:latin typeface="Arial Nova" panose="020B0504020202020204" pitchFamily="34" charset="0"/>
              </a:rPr>
              <a:t>What Bob is (biometrics)</a:t>
            </a:r>
          </a:p>
          <a:p>
            <a:pPr marL="742950" lvl="1" indent="-285750">
              <a:spcBef>
                <a:spcPct val="20000"/>
              </a:spcBef>
              <a:buFontTx/>
              <a:buChar char="–"/>
            </a:pPr>
            <a:r>
              <a:rPr lang="en-US" dirty="0">
                <a:latin typeface="Arial Nova" panose="020B0504020202020204" pitchFamily="34" charset="0"/>
              </a:rPr>
              <a:t>Fingerprints, retina, voice, face, signature dynamics</a:t>
            </a:r>
          </a:p>
        </p:txBody>
      </p:sp>
      <p:sp>
        <p:nvSpPr>
          <p:cNvPr id="229384" name="Text Box 8"/>
          <p:cNvSpPr txBox="1">
            <a:spLocks noChangeArrowheads="1"/>
          </p:cNvSpPr>
          <p:nvPr/>
        </p:nvSpPr>
        <p:spPr bwMode="auto">
          <a:xfrm>
            <a:off x="2678398" y="5788864"/>
            <a:ext cx="990600" cy="457200"/>
          </a:xfrm>
          <a:prstGeom prst="rect">
            <a:avLst/>
          </a:prstGeom>
          <a:noFill/>
          <a:ln w="9525">
            <a:noFill/>
            <a:miter lim="800000"/>
            <a:headEnd/>
            <a:tailEnd/>
          </a:ln>
          <a:effectLst/>
        </p:spPr>
        <p:txBody>
          <a:bodyPr>
            <a:spAutoFit/>
          </a:bodyPr>
          <a:lstStyle/>
          <a:p>
            <a:pPr>
              <a:spcBef>
                <a:spcPct val="50000"/>
              </a:spcBef>
            </a:pPr>
            <a:r>
              <a:rPr lang="en-US" dirty="0"/>
              <a:t>Bob</a:t>
            </a:r>
          </a:p>
        </p:txBody>
      </p:sp>
      <p:sp>
        <p:nvSpPr>
          <p:cNvPr id="229387" name="Line 11"/>
          <p:cNvSpPr>
            <a:spLocks noChangeShapeType="1"/>
          </p:cNvSpPr>
          <p:nvPr/>
        </p:nvSpPr>
        <p:spPr bwMode="auto">
          <a:xfrm>
            <a:off x="3511352" y="5255464"/>
            <a:ext cx="4038600" cy="0"/>
          </a:xfrm>
          <a:prstGeom prst="line">
            <a:avLst/>
          </a:prstGeom>
          <a:noFill/>
          <a:ln w="38100">
            <a:solidFill>
              <a:schemeClr val="tx1"/>
            </a:solidFill>
            <a:round/>
            <a:headEnd/>
            <a:tailEnd type="triangle" w="med" len="med"/>
          </a:ln>
          <a:effectLst/>
        </p:spPr>
        <p:txBody>
          <a:bodyPr/>
          <a:lstStyle/>
          <a:p>
            <a:endParaRPr lang="en-US"/>
          </a:p>
        </p:txBody>
      </p:sp>
      <p:sp>
        <p:nvSpPr>
          <p:cNvPr id="229388" name="Text Box 12"/>
          <p:cNvSpPr txBox="1">
            <a:spLocks noChangeArrowheads="1"/>
          </p:cNvSpPr>
          <p:nvPr/>
        </p:nvSpPr>
        <p:spPr bwMode="auto">
          <a:xfrm>
            <a:off x="2063552" y="5484064"/>
            <a:ext cx="457200" cy="457200"/>
          </a:xfrm>
          <a:prstGeom prst="rect">
            <a:avLst/>
          </a:prstGeom>
          <a:noFill/>
          <a:ln w="9525">
            <a:noFill/>
            <a:miter lim="800000"/>
            <a:headEnd/>
            <a:tailEnd/>
          </a:ln>
          <a:effectLst/>
        </p:spPr>
        <p:txBody>
          <a:bodyPr>
            <a:spAutoFit/>
          </a:bodyPr>
          <a:lstStyle/>
          <a:p>
            <a:pPr>
              <a:spcBef>
                <a:spcPct val="50000"/>
              </a:spcBef>
            </a:pPr>
            <a:r>
              <a:rPr lang="en-US" dirty="0">
                <a:solidFill>
                  <a:srgbClr val="CC0000"/>
                </a:solidFill>
              </a:rPr>
              <a:t>S</a:t>
            </a:r>
          </a:p>
        </p:txBody>
      </p:sp>
      <p:sp>
        <p:nvSpPr>
          <p:cNvPr id="229389" name="Text Box 13"/>
          <p:cNvSpPr txBox="1">
            <a:spLocks noChangeArrowheads="1"/>
          </p:cNvSpPr>
          <p:nvPr/>
        </p:nvSpPr>
        <p:spPr bwMode="auto">
          <a:xfrm>
            <a:off x="9513602" y="5334644"/>
            <a:ext cx="1295400" cy="457200"/>
          </a:xfrm>
          <a:prstGeom prst="rect">
            <a:avLst/>
          </a:prstGeom>
          <a:noFill/>
          <a:ln w="9525">
            <a:noFill/>
            <a:miter lim="800000"/>
            <a:headEnd/>
            <a:tailEnd/>
          </a:ln>
          <a:effectLst/>
        </p:spPr>
        <p:txBody>
          <a:bodyPr>
            <a:spAutoFit/>
          </a:bodyPr>
          <a:lstStyle/>
          <a:p>
            <a:pPr>
              <a:spcBef>
                <a:spcPct val="50000"/>
              </a:spcBef>
            </a:pPr>
            <a:r>
              <a:rPr lang="en-US" dirty="0">
                <a:solidFill>
                  <a:srgbClr val="CC0000"/>
                </a:solidFill>
              </a:rPr>
              <a:t>(Bob, S)</a:t>
            </a:r>
          </a:p>
        </p:txBody>
      </p:sp>
      <p:sp>
        <p:nvSpPr>
          <p:cNvPr id="229390" name="AutoShape 14"/>
          <p:cNvSpPr>
            <a:spLocks noChangeArrowheads="1"/>
          </p:cNvSpPr>
          <p:nvPr/>
        </p:nvSpPr>
        <p:spPr bwMode="auto">
          <a:xfrm>
            <a:off x="2825552" y="4036264"/>
            <a:ext cx="1676400" cy="533400"/>
          </a:xfrm>
          <a:prstGeom prst="wedgeRectCallout">
            <a:avLst>
              <a:gd name="adj1" fmla="val -43750"/>
              <a:gd name="adj2" fmla="val 70000"/>
            </a:avLst>
          </a:prstGeom>
          <a:solidFill>
            <a:schemeClr val="bg1"/>
          </a:solidFill>
          <a:ln w="9525">
            <a:solidFill>
              <a:schemeClr val="tx1"/>
            </a:solidFill>
            <a:miter lim="800000"/>
            <a:headEnd/>
            <a:tailEnd/>
          </a:ln>
          <a:effectLst/>
        </p:spPr>
        <p:txBody>
          <a:bodyPr/>
          <a:lstStyle/>
          <a:p>
            <a:pPr algn="ctr"/>
            <a:r>
              <a:rPr lang="en-US" sz="1600" dirty="0"/>
              <a:t>I’m Bob. I know our secret S</a:t>
            </a:r>
          </a:p>
        </p:txBody>
      </p:sp>
      <p:pic>
        <p:nvPicPr>
          <p:cNvPr id="16" name="Picture 15"/>
          <p:cNvPicPr>
            <a:picLocks noChangeAspect="1"/>
          </p:cNvPicPr>
          <p:nvPr/>
        </p:nvPicPr>
        <p:blipFill>
          <a:blip r:embed="rId3"/>
          <a:stretch>
            <a:fillRect/>
          </a:stretch>
        </p:blipFill>
        <p:spPr>
          <a:xfrm>
            <a:off x="2596952" y="4645864"/>
            <a:ext cx="914400" cy="1082842"/>
          </a:xfrm>
          <a:prstGeom prst="rect">
            <a:avLst/>
          </a:prstGeom>
        </p:spPr>
      </p:pic>
      <p:pic>
        <p:nvPicPr>
          <p:cNvPr id="18" name="Picture 17" descr="j04247901.wmf"/>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07598" y="4239464"/>
            <a:ext cx="1714500" cy="1778000"/>
          </a:xfrm>
          <a:prstGeom prst="rect">
            <a:avLst/>
          </a:prstGeom>
        </p:spPr>
      </p:pic>
      <mc:AlternateContent xmlns:mc="http://schemas.openxmlformats.org/markup-compatibility/2006" xmlns:p14="http://schemas.microsoft.com/office/powerpoint/2010/main">
        <mc:Choice Requires="p14">
          <p:contentPart p14:bwMode="auto" r:id="rId5">
            <p14:nvContentPartPr>
              <p14:cNvPr id="40" name="Ink 39">
                <a:extLst>
                  <a:ext uri="{FF2B5EF4-FFF2-40B4-BE49-F238E27FC236}">
                    <a16:creationId xmlns:a16="http://schemas.microsoft.com/office/drawing/2014/main" id="{AAA0B066-3771-7D33-7D3E-A6CCFA1C7D49}"/>
                  </a:ext>
                </a:extLst>
              </p14:cNvPr>
              <p14:cNvContentPartPr/>
              <p14:nvPr/>
            </p14:nvContentPartPr>
            <p14:xfrm>
              <a:off x="6616402" y="1092324"/>
              <a:ext cx="1936415" cy="2689200"/>
            </p14:xfrm>
          </p:contentPart>
        </mc:Choice>
        <mc:Fallback xmlns="">
          <p:pic>
            <p:nvPicPr>
              <p:cNvPr id="40" name="Ink 39">
                <a:extLst>
                  <a:ext uri="{FF2B5EF4-FFF2-40B4-BE49-F238E27FC236}">
                    <a16:creationId xmlns:a16="http://schemas.microsoft.com/office/drawing/2014/main" id="{AAA0B066-3771-7D33-7D3E-A6CCFA1C7D49}"/>
                  </a:ext>
                </a:extLst>
              </p:cNvPr>
              <p:cNvPicPr/>
              <p:nvPr/>
            </p:nvPicPr>
            <p:blipFill>
              <a:blip r:embed="rId6"/>
              <a:stretch>
                <a:fillRect/>
              </a:stretch>
            </p:blipFill>
            <p:spPr>
              <a:xfrm>
                <a:off x="6605604" y="1081884"/>
                <a:ext cx="1957651" cy="27104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1" name="Ink 50">
                <a:extLst>
                  <a:ext uri="{FF2B5EF4-FFF2-40B4-BE49-F238E27FC236}">
                    <a16:creationId xmlns:a16="http://schemas.microsoft.com/office/drawing/2014/main" id="{A43D7E75-DE46-A081-7FD5-EA657FA7F70C}"/>
                  </a:ext>
                </a:extLst>
              </p14:cNvPr>
              <p14:cNvContentPartPr/>
              <p14:nvPr/>
            </p14:nvContentPartPr>
            <p14:xfrm>
              <a:off x="5147088" y="2168297"/>
              <a:ext cx="264960" cy="198000"/>
            </p14:xfrm>
          </p:contentPart>
        </mc:Choice>
        <mc:Fallback xmlns="">
          <p:pic>
            <p:nvPicPr>
              <p:cNvPr id="51" name="Ink 50">
                <a:extLst>
                  <a:ext uri="{FF2B5EF4-FFF2-40B4-BE49-F238E27FC236}">
                    <a16:creationId xmlns:a16="http://schemas.microsoft.com/office/drawing/2014/main" id="{A43D7E75-DE46-A081-7FD5-EA657FA7F70C}"/>
                  </a:ext>
                </a:extLst>
              </p:cNvPr>
              <p:cNvPicPr/>
              <p:nvPr/>
            </p:nvPicPr>
            <p:blipFill>
              <a:blip r:embed="rId8"/>
              <a:stretch>
                <a:fillRect/>
              </a:stretch>
            </p:blipFill>
            <p:spPr>
              <a:xfrm>
                <a:off x="5136648" y="2157857"/>
                <a:ext cx="28620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2" name="Ink 51">
                <a:extLst>
                  <a:ext uri="{FF2B5EF4-FFF2-40B4-BE49-F238E27FC236}">
                    <a16:creationId xmlns:a16="http://schemas.microsoft.com/office/drawing/2014/main" id="{3DBFBDD0-7816-1924-10C2-A32FF69E8218}"/>
                  </a:ext>
                </a:extLst>
              </p14:cNvPr>
              <p14:cNvContentPartPr/>
              <p14:nvPr/>
            </p14:nvContentPartPr>
            <p14:xfrm>
              <a:off x="4519968" y="2143097"/>
              <a:ext cx="495360" cy="223920"/>
            </p14:xfrm>
          </p:contentPart>
        </mc:Choice>
        <mc:Fallback xmlns="">
          <p:pic>
            <p:nvPicPr>
              <p:cNvPr id="52" name="Ink 51">
                <a:extLst>
                  <a:ext uri="{FF2B5EF4-FFF2-40B4-BE49-F238E27FC236}">
                    <a16:creationId xmlns:a16="http://schemas.microsoft.com/office/drawing/2014/main" id="{3DBFBDD0-7816-1924-10C2-A32FF69E8218}"/>
                  </a:ext>
                </a:extLst>
              </p:cNvPr>
              <p:cNvPicPr/>
              <p:nvPr/>
            </p:nvPicPr>
            <p:blipFill>
              <a:blip r:embed="rId10"/>
              <a:stretch>
                <a:fillRect/>
              </a:stretch>
            </p:blipFill>
            <p:spPr>
              <a:xfrm>
                <a:off x="4509528" y="2132297"/>
                <a:ext cx="516600" cy="245160"/>
              </a:xfrm>
              <a:prstGeom prst="rect">
                <a:avLst/>
              </a:prstGeom>
            </p:spPr>
          </p:pic>
        </mc:Fallback>
      </mc:AlternateContent>
    </p:spTree>
    <p:extLst>
      <p:ext uri="{BB962C8B-B14F-4D97-AF65-F5344CB8AC3E}">
        <p14:creationId xmlns:p14="http://schemas.microsoft.com/office/powerpoint/2010/main" val="18902022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2"/>
          <p:cNvSpPr>
            <a:spLocks noGrp="1" noChangeArrowheads="1"/>
          </p:cNvSpPr>
          <p:nvPr>
            <p:ph type="title"/>
          </p:nvPr>
        </p:nvSpPr>
        <p:spPr/>
        <p:txBody>
          <a:bodyPr/>
          <a:lstStyle/>
          <a:p>
            <a:r>
              <a:rPr lang="en-US" dirty="0"/>
              <a:t>Weak and Strong Authentication</a:t>
            </a:r>
          </a:p>
        </p:txBody>
      </p:sp>
      <p:sp>
        <p:nvSpPr>
          <p:cNvPr id="3" name="Text Placeholder 2">
            <a:extLst>
              <a:ext uri="{FF2B5EF4-FFF2-40B4-BE49-F238E27FC236}">
                <a16:creationId xmlns:a16="http://schemas.microsoft.com/office/drawing/2014/main" id="{EEB50472-B57C-0A43-B654-391231E8EE73}"/>
              </a:ext>
            </a:extLst>
          </p:cNvPr>
          <p:cNvSpPr>
            <a:spLocks noGrp="1"/>
          </p:cNvSpPr>
          <p:nvPr>
            <p:ph type="body" idx="11"/>
          </p:nvPr>
        </p:nvSpPr>
        <p:spPr/>
        <p:txBody>
          <a:bodyPr/>
          <a:lstStyle/>
          <a:p>
            <a:endParaRPr lang="en-US"/>
          </a:p>
        </p:txBody>
      </p:sp>
      <p:sp>
        <p:nvSpPr>
          <p:cNvPr id="228367" name="Rectangle 15"/>
          <p:cNvSpPr>
            <a:spLocks noChangeArrowheads="1"/>
          </p:cNvSpPr>
          <p:nvPr/>
        </p:nvSpPr>
        <p:spPr bwMode="auto">
          <a:xfrm>
            <a:off x="503797" y="1175850"/>
            <a:ext cx="11172388" cy="2546282"/>
          </a:xfrm>
          <a:prstGeom prst="rect">
            <a:avLst/>
          </a:prstGeom>
          <a:noFill/>
          <a:ln w="9525">
            <a:noFill/>
            <a:miter lim="800000"/>
            <a:headEnd/>
            <a:tailEnd/>
          </a:ln>
          <a:effectLst/>
        </p:spPr>
        <p:txBody>
          <a:bodyPr/>
          <a:lstStyle/>
          <a:p>
            <a:pPr marL="342900" indent="-342900">
              <a:spcBef>
                <a:spcPct val="20000"/>
              </a:spcBef>
              <a:buFontTx/>
              <a:buChar char="•"/>
            </a:pPr>
            <a:r>
              <a:rPr lang="en-US" sz="3200" dirty="0">
                <a:latin typeface="Arial Nova" panose="020B0504020202020204" pitchFamily="34" charset="0"/>
              </a:rPr>
              <a:t>User authentication based on a shared secret.</a:t>
            </a:r>
          </a:p>
          <a:p>
            <a:pPr marL="742950" lvl="1" indent="-285750">
              <a:spcBef>
                <a:spcPct val="20000"/>
              </a:spcBef>
              <a:buFontTx/>
              <a:buChar char="–"/>
            </a:pPr>
            <a:r>
              <a:rPr lang="en-US" sz="2400" b="1" dirty="0">
                <a:latin typeface="Arial Nova" panose="020B0504020202020204" pitchFamily="34" charset="0"/>
              </a:rPr>
              <a:t>Weak authentication</a:t>
            </a:r>
            <a:r>
              <a:rPr lang="en-US" sz="2400" dirty="0">
                <a:latin typeface="Arial Nova" panose="020B0504020202020204" pitchFamily="34" charset="0"/>
              </a:rPr>
              <a:t>: Bob proves his identity to the server by </a:t>
            </a:r>
            <a:r>
              <a:rPr lang="en-US" sz="2400" dirty="0">
                <a:solidFill>
                  <a:srgbClr val="1A47B6"/>
                </a:solidFill>
                <a:latin typeface="Arial Nova" panose="020B0504020202020204" pitchFamily="34" charset="0"/>
              </a:rPr>
              <a:t>revealing</a:t>
            </a:r>
            <a:r>
              <a:rPr lang="en-US" sz="2400" dirty="0">
                <a:latin typeface="Arial Nova" panose="020B0504020202020204" pitchFamily="34" charset="0"/>
              </a:rPr>
              <a:t> knowledge of </a:t>
            </a:r>
            <a:r>
              <a:rPr lang="en-US" sz="2400" dirty="0">
                <a:solidFill>
                  <a:srgbClr val="CC0000"/>
                </a:solidFill>
                <a:latin typeface="Arial Nova" panose="020B0504020202020204" pitchFamily="34" charset="0"/>
              </a:rPr>
              <a:t>S.</a:t>
            </a:r>
          </a:p>
          <a:p>
            <a:pPr marL="742950" lvl="1" indent="-285750">
              <a:spcBef>
                <a:spcPct val="20000"/>
              </a:spcBef>
              <a:buFontTx/>
              <a:buChar char="–"/>
            </a:pPr>
            <a:r>
              <a:rPr lang="en-US" sz="2400" b="1" dirty="0">
                <a:latin typeface="Arial Nova" panose="020B0504020202020204" pitchFamily="34" charset="0"/>
              </a:rPr>
              <a:t>Strong authentication</a:t>
            </a:r>
            <a:r>
              <a:rPr lang="en-US" sz="2400" dirty="0">
                <a:latin typeface="Arial Nova" panose="020B0504020202020204" pitchFamily="34" charset="0"/>
              </a:rPr>
              <a:t>: Bob does </a:t>
            </a:r>
            <a:r>
              <a:rPr lang="en-US" sz="2400" b="1" dirty="0">
                <a:latin typeface="Arial Nova" panose="020B0504020202020204" pitchFamily="34" charset="0"/>
              </a:rPr>
              <a:t>not</a:t>
            </a:r>
            <a:r>
              <a:rPr lang="en-US" sz="2400" dirty="0">
                <a:latin typeface="Arial Nova" panose="020B0504020202020204" pitchFamily="34" charset="0"/>
              </a:rPr>
              <a:t> reveal </a:t>
            </a:r>
            <a:r>
              <a:rPr lang="en-US" sz="2400" dirty="0">
                <a:solidFill>
                  <a:srgbClr val="C00000"/>
                </a:solidFill>
                <a:latin typeface="Arial Nova" panose="020B0504020202020204" pitchFamily="34" charset="0"/>
              </a:rPr>
              <a:t>S</a:t>
            </a:r>
            <a:r>
              <a:rPr lang="en-US" sz="2400" dirty="0">
                <a:solidFill>
                  <a:srgbClr val="FF0000"/>
                </a:solidFill>
                <a:latin typeface="Arial Nova" panose="020B0504020202020204" pitchFamily="34" charset="0"/>
              </a:rPr>
              <a:t> </a:t>
            </a:r>
            <a:r>
              <a:rPr lang="en-US" sz="2400" dirty="0">
                <a:latin typeface="Arial Nova" panose="020B0504020202020204" pitchFamily="34" charset="0"/>
              </a:rPr>
              <a:t>but </a:t>
            </a:r>
            <a:r>
              <a:rPr lang="en-US" sz="2400" dirty="0">
                <a:solidFill>
                  <a:srgbClr val="00B050"/>
                </a:solidFill>
                <a:latin typeface="Arial Nova" panose="020B0504020202020204" pitchFamily="34" charset="0"/>
              </a:rPr>
              <a:t>proves</a:t>
            </a:r>
            <a:r>
              <a:rPr lang="en-US" sz="2400" dirty="0">
                <a:latin typeface="Arial Nova" panose="020B0504020202020204" pitchFamily="34" charset="0"/>
              </a:rPr>
              <a:t> knowledge of it.</a:t>
            </a:r>
          </a:p>
        </p:txBody>
      </p:sp>
      <p:sp>
        <p:nvSpPr>
          <p:cNvPr id="4" name="Line 11">
            <a:extLst>
              <a:ext uri="{FF2B5EF4-FFF2-40B4-BE49-F238E27FC236}">
                <a16:creationId xmlns:a16="http://schemas.microsoft.com/office/drawing/2014/main" id="{C28677E7-B8C4-027A-E788-22341C2ED613}"/>
              </a:ext>
            </a:extLst>
          </p:cNvPr>
          <p:cNvSpPr>
            <a:spLocks noChangeShapeType="1"/>
          </p:cNvSpPr>
          <p:nvPr/>
        </p:nvSpPr>
        <p:spPr bwMode="auto">
          <a:xfrm>
            <a:off x="3511352" y="5255464"/>
            <a:ext cx="4038600" cy="0"/>
          </a:xfrm>
          <a:prstGeom prst="line">
            <a:avLst/>
          </a:prstGeom>
          <a:noFill/>
          <a:ln w="38100">
            <a:solidFill>
              <a:schemeClr val="tx1"/>
            </a:solidFill>
            <a:round/>
            <a:headEnd/>
            <a:tailEnd type="triangle" w="med" len="med"/>
          </a:ln>
          <a:effectLst/>
        </p:spPr>
        <p:txBody>
          <a:bodyPr/>
          <a:lstStyle/>
          <a:p>
            <a:endParaRPr lang="en-US"/>
          </a:p>
        </p:txBody>
      </p:sp>
      <p:sp>
        <p:nvSpPr>
          <p:cNvPr id="5" name="Text Box 12">
            <a:extLst>
              <a:ext uri="{FF2B5EF4-FFF2-40B4-BE49-F238E27FC236}">
                <a16:creationId xmlns:a16="http://schemas.microsoft.com/office/drawing/2014/main" id="{83A97DB5-D0E8-BF08-17C8-D653FC079F8F}"/>
              </a:ext>
            </a:extLst>
          </p:cNvPr>
          <p:cNvSpPr txBox="1">
            <a:spLocks noChangeArrowheads="1"/>
          </p:cNvSpPr>
          <p:nvPr/>
        </p:nvSpPr>
        <p:spPr bwMode="auto">
          <a:xfrm>
            <a:off x="2063552" y="5484064"/>
            <a:ext cx="457200" cy="457200"/>
          </a:xfrm>
          <a:prstGeom prst="rect">
            <a:avLst/>
          </a:prstGeom>
          <a:noFill/>
          <a:ln w="9525">
            <a:noFill/>
            <a:miter lim="800000"/>
            <a:headEnd/>
            <a:tailEnd/>
          </a:ln>
          <a:effectLst/>
        </p:spPr>
        <p:txBody>
          <a:bodyPr>
            <a:spAutoFit/>
          </a:bodyPr>
          <a:lstStyle/>
          <a:p>
            <a:pPr>
              <a:spcBef>
                <a:spcPct val="50000"/>
              </a:spcBef>
            </a:pPr>
            <a:r>
              <a:rPr lang="en-US">
                <a:solidFill>
                  <a:srgbClr val="CC0000"/>
                </a:solidFill>
              </a:rPr>
              <a:t>S</a:t>
            </a:r>
          </a:p>
        </p:txBody>
      </p:sp>
      <p:sp>
        <p:nvSpPr>
          <p:cNvPr id="6" name="Text Box 13">
            <a:extLst>
              <a:ext uri="{FF2B5EF4-FFF2-40B4-BE49-F238E27FC236}">
                <a16:creationId xmlns:a16="http://schemas.microsoft.com/office/drawing/2014/main" id="{96D1EC38-F99C-F321-7EDC-9B6E42C0E481}"/>
              </a:ext>
            </a:extLst>
          </p:cNvPr>
          <p:cNvSpPr txBox="1">
            <a:spLocks noChangeArrowheads="1"/>
          </p:cNvSpPr>
          <p:nvPr/>
        </p:nvSpPr>
        <p:spPr bwMode="auto">
          <a:xfrm>
            <a:off x="9480748" y="5289267"/>
            <a:ext cx="1295400" cy="457200"/>
          </a:xfrm>
          <a:prstGeom prst="rect">
            <a:avLst/>
          </a:prstGeom>
          <a:noFill/>
          <a:ln w="9525">
            <a:noFill/>
            <a:miter lim="800000"/>
            <a:headEnd/>
            <a:tailEnd/>
          </a:ln>
          <a:effectLst/>
        </p:spPr>
        <p:txBody>
          <a:bodyPr>
            <a:spAutoFit/>
          </a:bodyPr>
          <a:lstStyle/>
          <a:p>
            <a:pPr>
              <a:spcBef>
                <a:spcPct val="50000"/>
              </a:spcBef>
            </a:pPr>
            <a:r>
              <a:rPr lang="en-US" dirty="0">
                <a:solidFill>
                  <a:srgbClr val="CC0000"/>
                </a:solidFill>
              </a:rPr>
              <a:t>(Bob, S)</a:t>
            </a:r>
          </a:p>
        </p:txBody>
      </p:sp>
      <p:pic>
        <p:nvPicPr>
          <p:cNvPr id="8" name="Picture 7">
            <a:extLst>
              <a:ext uri="{FF2B5EF4-FFF2-40B4-BE49-F238E27FC236}">
                <a16:creationId xmlns:a16="http://schemas.microsoft.com/office/drawing/2014/main" id="{8B2D87F6-86AE-FFD3-BA5E-69199D80F238}"/>
              </a:ext>
            </a:extLst>
          </p:cNvPr>
          <p:cNvPicPr>
            <a:picLocks noChangeAspect="1"/>
          </p:cNvPicPr>
          <p:nvPr/>
        </p:nvPicPr>
        <p:blipFill>
          <a:blip r:embed="rId2"/>
          <a:stretch>
            <a:fillRect/>
          </a:stretch>
        </p:blipFill>
        <p:spPr>
          <a:xfrm>
            <a:off x="2596952" y="4645864"/>
            <a:ext cx="914400" cy="1082842"/>
          </a:xfrm>
          <a:prstGeom prst="rect">
            <a:avLst/>
          </a:prstGeom>
        </p:spPr>
      </p:pic>
      <p:pic>
        <p:nvPicPr>
          <p:cNvPr id="9" name="Picture 8" descr="j04247901.wmf">
            <a:extLst>
              <a:ext uri="{FF2B5EF4-FFF2-40B4-BE49-F238E27FC236}">
                <a16:creationId xmlns:a16="http://schemas.microsoft.com/office/drawing/2014/main" id="{53BAD6F7-A9F1-BE85-C30B-A8948FF54D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07598" y="4239464"/>
            <a:ext cx="1714500" cy="1778000"/>
          </a:xfrm>
          <a:prstGeom prst="rect">
            <a:avLst/>
          </a:prstGeom>
        </p:spPr>
      </p:pic>
      <p:sp>
        <p:nvSpPr>
          <p:cNvPr id="12" name="Text Box 8">
            <a:extLst>
              <a:ext uri="{FF2B5EF4-FFF2-40B4-BE49-F238E27FC236}">
                <a16:creationId xmlns:a16="http://schemas.microsoft.com/office/drawing/2014/main" id="{BBF9173F-2BB1-0116-8124-F0C507CA6868}"/>
              </a:ext>
            </a:extLst>
          </p:cNvPr>
          <p:cNvSpPr txBox="1">
            <a:spLocks noChangeArrowheads="1"/>
          </p:cNvSpPr>
          <p:nvPr/>
        </p:nvSpPr>
        <p:spPr bwMode="auto">
          <a:xfrm>
            <a:off x="2678398" y="5788864"/>
            <a:ext cx="990600" cy="457200"/>
          </a:xfrm>
          <a:prstGeom prst="rect">
            <a:avLst/>
          </a:prstGeom>
          <a:noFill/>
          <a:ln w="9525">
            <a:noFill/>
            <a:miter lim="800000"/>
            <a:headEnd/>
            <a:tailEnd/>
          </a:ln>
          <a:effectLst/>
        </p:spPr>
        <p:txBody>
          <a:bodyPr>
            <a:spAutoFit/>
          </a:bodyPr>
          <a:lstStyle/>
          <a:p>
            <a:pPr>
              <a:spcBef>
                <a:spcPct val="50000"/>
              </a:spcBef>
            </a:pPr>
            <a:r>
              <a:rPr lang="en-US" dirty="0"/>
              <a:t>Bob</a:t>
            </a:r>
          </a:p>
        </p:txBody>
      </p:sp>
      <p:sp>
        <p:nvSpPr>
          <p:cNvPr id="2" name="AutoShape 14">
            <a:extLst>
              <a:ext uri="{FF2B5EF4-FFF2-40B4-BE49-F238E27FC236}">
                <a16:creationId xmlns:a16="http://schemas.microsoft.com/office/drawing/2014/main" id="{73342103-8CBD-94B5-5E09-26AF6C22DE01}"/>
              </a:ext>
            </a:extLst>
          </p:cNvPr>
          <p:cNvSpPr>
            <a:spLocks noChangeArrowheads="1"/>
          </p:cNvSpPr>
          <p:nvPr/>
        </p:nvSpPr>
        <p:spPr bwMode="auto">
          <a:xfrm>
            <a:off x="2825552" y="4036264"/>
            <a:ext cx="1676400" cy="533400"/>
          </a:xfrm>
          <a:prstGeom prst="wedgeRectCallout">
            <a:avLst>
              <a:gd name="adj1" fmla="val -43750"/>
              <a:gd name="adj2" fmla="val 70000"/>
            </a:avLst>
          </a:prstGeom>
          <a:solidFill>
            <a:schemeClr val="bg1"/>
          </a:solidFill>
          <a:ln w="9525">
            <a:solidFill>
              <a:schemeClr val="tx1"/>
            </a:solidFill>
            <a:miter lim="800000"/>
            <a:headEnd/>
            <a:tailEnd/>
          </a:ln>
          <a:effectLst/>
        </p:spPr>
        <p:txBody>
          <a:bodyPr/>
          <a:lstStyle/>
          <a:p>
            <a:pPr algn="ctr"/>
            <a:r>
              <a:rPr lang="en-US" sz="1600" dirty="0"/>
              <a:t>I’m Bob. I know our secret S</a:t>
            </a:r>
          </a:p>
        </p:txBody>
      </p:sp>
      <mc:AlternateContent xmlns:mc="http://schemas.openxmlformats.org/markup-compatibility/2006" xmlns:p14="http://schemas.microsoft.com/office/powerpoint/2010/main">
        <mc:Choice Requires="p14">
          <p:contentPart p14:bwMode="auto" r:id="rId4">
            <p14:nvContentPartPr>
              <p14:cNvPr id="25" name="Ink 24">
                <a:extLst>
                  <a:ext uri="{FF2B5EF4-FFF2-40B4-BE49-F238E27FC236}">
                    <a16:creationId xmlns:a16="http://schemas.microsoft.com/office/drawing/2014/main" id="{3BF7A522-1D49-5EA8-FC8F-50395994066E}"/>
                  </a:ext>
                </a:extLst>
              </p14:cNvPr>
              <p14:cNvContentPartPr/>
              <p14:nvPr/>
            </p14:nvContentPartPr>
            <p14:xfrm>
              <a:off x="3576268" y="2177069"/>
              <a:ext cx="1611720" cy="316800"/>
            </p14:xfrm>
          </p:contentPart>
        </mc:Choice>
        <mc:Fallback xmlns="">
          <p:pic>
            <p:nvPicPr>
              <p:cNvPr id="25" name="Ink 24">
                <a:extLst>
                  <a:ext uri="{FF2B5EF4-FFF2-40B4-BE49-F238E27FC236}">
                    <a16:creationId xmlns:a16="http://schemas.microsoft.com/office/drawing/2014/main" id="{3BF7A522-1D49-5EA8-FC8F-50395994066E}"/>
                  </a:ext>
                </a:extLst>
              </p:cNvPr>
              <p:cNvPicPr/>
              <p:nvPr/>
            </p:nvPicPr>
            <p:blipFill>
              <a:blip r:embed="rId5"/>
              <a:stretch>
                <a:fillRect/>
              </a:stretch>
            </p:blipFill>
            <p:spPr>
              <a:xfrm>
                <a:off x="3565468" y="2166629"/>
                <a:ext cx="1632960" cy="3380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4" name="Ink 33">
                <a:extLst>
                  <a:ext uri="{FF2B5EF4-FFF2-40B4-BE49-F238E27FC236}">
                    <a16:creationId xmlns:a16="http://schemas.microsoft.com/office/drawing/2014/main" id="{33157463-4457-FCB6-D308-1600CEC4F335}"/>
                  </a:ext>
                </a:extLst>
              </p14:cNvPr>
              <p14:cNvContentPartPr/>
              <p14:nvPr/>
            </p14:nvContentPartPr>
            <p14:xfrm>
              <a:off x="6061345" y="2234996"/>
              <a:ext cx="323640" cy="234360"/>
            </p14:xfrm>
          </p:contentPart>
        </mc:Choice>
        <mc:Fallback xmlns="">
          <p:pic>
            <p:nvPicPr>
              <p:cNvPr id="34" name="Ink 33">
                <a:extLst>
                  <a:ext uri="{FF2B5EF4-FFF2-40B4-BE49-F238E27FC236}">
                    <a16:creationId xmlns:a16="http://schemas.microsoft.com/office/drawing/2014/main" id="{33157463-4457-FCB6-D308-1600CEC4F335}"/>
                  </a:ext>
                </a:extLst>
              </p:cNvPr>
              <p:cNvPicPr/>
              <p:nvPr/>
            </p:nvPicPr>
            <p:blipFill>
              <a:blip r:embed="rId7"/>
              <a:stretch>
                <a:fillRect/>
              </a:stretch>
            </p:blipFill>
            <p:spPr>
              <a:xfrm>
                <a:off x="6050545" y="2224556"/>
                <a:ext cx="344880" cy="255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5" name="Ink 34">
                <a:extLst>
                  <a:ext uri="{FF2B5EF4-FFF2-40B4-BE49-F238E27FC236}">
                    <a16:creationId xmlns:a16="http://schemas.microsoft.com/office/drawing/2014/main" id="{94525565-34EC-B742-270A-065C93384E19}"/>
                  </a:ext>
                </a:extLst>
              </p14:cNvPr>
              <p14:cNvContentPartPr/>
              <p14:nvPr/>
            </p14:nvContentPartPr>
            <p14:xfrm>
              <a:off x="5790985" y="2270996"/>
              <a:ext cx="136440" cy="173520"/>
            </p14:xfrm>
          </p:contentPart>
        </mc:Choice>
        <mc:Fallback xmlns="">
          <p:pic>
            <p:nvPicPr>
              <p:cNvPr id="35" name="Ink 34">
                <a:extLst>
                  <a:ext uri="{FF2B5EF4-FFF2-40B4-BE49-F238E27FC236}">
                    <a16:creationId xmlns:a16="http://schemas.microsoft.com/office/drawing/2014/main" id="{94525565-34EC-B742-270A-065C93384E19}"/>
                  </a:ext>
                </a:extLst>
              </p:cNvPr>
              <p:cNvPicPr/>
              <p:nvPr/>
            </p:nvPicPr>
            <p:blipFill>
              <a:blip r:embed="rId9"/>
              <a:stretch>
                <a:fillRect/>
              </a:stretch>
            </p:blipFill>
            <p:spPr>
              <a:xfrm>
                <a:off x="5780545" y="2260196"/>
                <a:ext cx="157680" cy="1947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36" name="Ink 35">
                <a:extLst>
                  <a:ext uri="{FF2B5EF4-FFF2-40B4-BE49-F238E27FC236}">
                    <a16:creationId xmlns:a16="http://schemas.microsoft.com/office/drawing/2014/main" id="{501785F6-876C-6F57-E483-4740F2035FF7}"/>
                  </a:ext>
                </a:extLst>
              </p14:cNvPr>
              <p14:cNvContentPartPr/>
              <p14:nvPr/>
            </p14:nvContentPartPr>
            <p14:xfrm>
              <a:off x="5324425" y="2279996"/>
              <a:ext cx="339840" cy="231120"/>
            </p14:xfrm>
          </p:contentPart>
        </mc:Choice>
        <mc:Fallback xmlns="">
          <p:pic>
            <p:nvPicPr>
              <p:cNvPr id="36" name="Ink 35">
                <a:extLst>
                  <a:ext uri="{FF2B5EF4-FFF2-40B4-BE49-F238E27FC236}">
                    <a16:creationId xmlns:a16="http://schemas.microsoft.com/office/drawing/2014/main" id="{501785F6-876C-6F57-E483-4740F2035FF7}"/>
                  </a:ext>
                </a:extLst>
              </p:cNvPr>
              <p:cNvPicPr/>
              <p:nvPr/>
            </p:nvPicPr>
            <p:blipFill>
              <a:blip r:embed="rId11"/>
              <a:stretch>
                <a:fillRect/>
              </a:stretch>
            </p:blipFill>
            <p:spPr>
              <a:xfrm>
                <a:off x="5313985" y="2269556"/>
                <a:ext cx="361080" cy="2523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55" name="Ink 54">
                <a:extLst>
                  <a:ext uri="{FF2B5EF4-FFF2-40B4-BE49-F238E27FC236}">
                    <a16:creationId xmlns:a16="http://schemas.microsoft.com/office/drawing/2014/main" id="{F6DDB17E-8082-A9FD-BB8A-E58764AF558C}"/>
                  </a:ext>
                </a:extLst>
              </p14:cNvPr>
              <p14:cNvContentPartPr/>
              <p14:nvPr/>
            </p14:nvContentPartPr>
            <p14:xfrm>
              <a:off x="7634370" y="2237430"/>
              <a:ext cx="508320" cy="154080"/>
            </p14:xfrm>
          </p:contentPart>
        </mc:Choice>
        <mc:Fallback xmlns="">
          <p:pic>
            <p:nvPicPr>
              <p:cNvPr id="55" name="Ink 54">
                <a:extLst>
                  <a:ext uri="{FF2B5EF4-FFF2-40B4-BE49-F238E27FC236}">
                    <a16:creationId xmlns:a16="http://schemas.microsoft.com/office/drawing/2014/main" id="{F6DDB17E-8082-A9FD-BB8A-E58764AF558C}"/>
                  </a:ext>
                </a:extLst>
              </p:cNvPr>
              <p:cNvPicPr/>
              <p:nvPr/>
            </p:nvPicPr>
            <p:blipFill>
              <a:blip r:embed="rId13"/>
              <a:stretch>
                <a:fillRect/>
              </a:stretch>
            </p:blipFill>
            <p:spPr>
              <a:xfrm>
                <a:off x="7623570" y="2226630"/>
                <a:ext cx="52956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56" name="Ink 55">
                <a:extLst>
                  <a:ext uri="{FF2B5EF4-FFF2-40B4-BE49-F238E27FC236}">
                    <a16:creationId xmlns:a16="http://schemas.microsoft.com/office/drawing/2014/main" id="{6A73AA33-A858-CFC0-D5EC-EB6089146613}"/>
                  </a:ext>
                </a:extLst>
              </p14:cNvPr>
              <p14:cNvContentPartPr/>
              <p14:nvPr/>
            </p14:nvContentPartPr>
            <p14:xfrm>
              <a:off x="7040370" y="2232390"/>
              <a:ext cx="432360" cy="171720"/>
            </p14:xfrm>
          </p:contentPart>
        </mc:Choice>
        <mc:Fallback xmlns="">
          <p:pic>
            <p:nvPicPr>
              <p:cNvPr id="56" name="Ink 55">
                <a:extLst>
                  <a:ext uri="{FF2B5EF4-FFF2-40B4-BE49-F238E27FC236}">
                    <a16:creationId xmlns:a16="http://schemas.microsoft.com/office/drawing/2014/main" id="{6A73AA33-A858-CFC0-D5EC-EB6089146613}"/>
                  </a:ext>
                </a:extLst>
              </p:cNvPr>
              <p:cNvPicPr/>
              <p:nvPr/>
            </p:nvPicPr>
            <p:blipFill>
              <a:blip r:embed="rId15"/>
              <a:stretch>
                <a:fillRect/>
              </a:stretch>
            </p:blipFill>
            <p:spPr>
              <a:xfrm>
                <a:off x="7029930" y="2221950"/>
                <a:ext cx="453600" cy="1929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57" name="Ink 56">
                <a:extLst>
                  <a:ext uri="{FF2B5EF4-FFF2-40B4-BE49-F238E27FC236}">
                    <a16:creationId xmlns:a16="http://schemas.microsoft.com/office/drawing/2014/main" id="{436BBDB5-CC9D-F358-582F-136D51D14922}"/>
                  </a:ext>
                </a:extLst>
              </p14:cNvPr>
              <p14:cNvContentPartPr/>
              <p14:nvPr/>
            </p14:nvContentPartPr>
            <p14:xfrm>
              <a:off x="6551490" y="2232390"/>
              <a:ext cx="273240" cy="202320"/>
            </p14:xfrm>
          </p:contentPart>
        </mc:Choice>
        <mc:Fallback xmlns="">
          <p:pic>
            <p:nvPicPr>
              <p:cNvPr id="57" name="Ink 56">
                <a:extLst>
                  <a:ext uri="{FF2B5EF4-FFF2-40B4-BE49-F238E27FC236}">
                    <a16:creationId xmlns:a16="http://schemas.microsoft.com/office/drawing/2014/main" id="{436BBDB5-CC9D-F358-582F-136D51D14922}"/>
                  </a:ext>
                </a:extLst>
              </p:cNvPr>
              <p:cNvPicPr/>
              <p:nvPr/>
            </p:nvPicPr>
            <p:blipFill>
              <a:blip r:embed="rId17"/>
              <a:stretch>
                <a:fillRect/>
              </a:stretch>
            </p:blipFill>
            <p:spPr>
              <a:xfrm>
                <a:off x="6540704" y="2221950"/>
                <a:ext cx="294452" cy="2235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28359" name="Ink 228358">
                <a:extLst>
                  <a:ext uri="{FF2B5EF4-FFF2-40B4-BE49-F238E27FC236}">
                    <a16:creationId xmlns:a16="http://schemas.microsoft.com/office/drawing/2014/main" id="{7F77AB82-7F42-6326-E78E-7A856379A442}"/>
                  </a:ext>
                </a:extLst>
              </p14:cNvPr>
              <p14:cNvContentPartPr/>
              <p14:nvPr/>
            </p14:nvContentPartPr>
            <p14:xfrm>
              <a:off x="8199520" y="2178382"/>
              <a:ext cx="1076400" cy="216360"/>
            </p14:xfrm>
          </p:contentPart>
        </mc:Choice>
        <mc:Fallback xmlns="">
          <p:pic>
            <p:nvPicPr>
              <p:cNvPr id="228359" name="Ink 228358">
                <a:extLst>
                  <a:ext uri="{FF2B5EF4-FFF2-40B4-BE49-F238E27FC236}">
                    <a16:creationId xmlns:a16="http://schemas.microsoft.com/office/drawing/2014/main" id="{7F77AB82-7F42-6326-E78E-7A856379A442}"/>
                  </a:ext>
                </a:extLst>
              </p:cNvPr>
              <p:cNvPicPr/>
              <p:nvPr/>
            </p:nvPicPr>
            <p:blipFill>
              <a:blip r:embed="rId19"/>
              <a:stretch>
                <a:fillRect/>
              </a:stretch>
            </p:blipFill>
            <p:spPr>
              <a:xfrm>
                <a:off x="8188720" y="2167582"/>
                <a:ext cx="1097640" cy="2376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28374" name="Ink 228373">
                <a:extLst>
                  <a:ext uri="{FF2B5EF4-FFF2-40B4-BE49-F238E27FC236}">
                    <a16:creationId xmlns:a16="http://schemas.microsoft.com/office/drawing/2014/main" id="{8557FC6C-C7CF-82ED-2035-9239765E82FD}"/>
                  </a:ext>
                </a:extLst>
              </p14:cNvPr>
              <p14:cNvContentPartPr/>
              <p14:nvPr/>
            </p14:nvContentPartPr>
            <p14:xfrm>
              <a:off x="9398247" y="2202800"/>
              <a:ext cx="1085400" cy="212400"/>
            </p14:xfrm>
          </p:contentPart>
        </mc:Choice>
        <mc:Fallback xmlns="">
          <p:pic>
            <p:nvPicPr>
              <p:cNvPr id="228374" name="Ink 228373">
                <a:extLst>
                  <a:ext uri="{FF2B5EF4-FFF2-40B4-BE49-F238E27FC236}">
                    <a16:creationId xmlns:a16="http://schemas.microsoft.com/office/drawing/2014/main" id="{8557FC6C-C7CF-82ED-2035-9239765E82FD}"/>
                  </a:ext>
                </a:extLst>
              </p:cNvPr>
              <p:cNvPicPr/>
              <p:nvPr/>
            </p:nvPicPr>
            <p:blipFill>
              <a:blip r:embed="rId21"/>
              <a:stretch>
                <a:fillRect/>
              </a:stretch>
            </p:blipFill>
            <p:spPr>
              <a:xfrm>
                <a:off x="9387447" y="2192000"/>
                <a:ext cx="1106640" cy="2336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28375" name="Ink 228374">
                <a:extLst>
                  <a:ext uri="{FF2B5EF4-FFF2-40B4-BE49-F238E27FC236}">
                    <a16:creationId xmlns:a16="http://schemas.microsoft.com/office/drawing/2014/main" id="{97EB1FA4-059B-A370-59FD-59EBBA7C3166}"/>
                  </a:ext>
                </a:extLst>
              </p14:cNvPr>
              <p14:cNvContentPartPr/>
              <p14:nvPr/>
            </p14:nvContentPartPr>
            <p14:xfrm>
              <a:off x="10503807" y="2265204"/>
              <a:ext cx="62640" cy="37440"/>
            </p14:xfrm>
          </p:contentPart>
        </mc:Choice>
        <mc:Fallback xmlns="">
          <p:pic>
            <p:nvPicPr>
              <p:cNvPr id="228375" name="Ink 228374">
                <a:extLst>
                  <a:ext uri="{FF2B5EF4-FFF2-40B4-BE49-F238E27FC236}">
                    <a16:creationId xmlns:a16="http://schemas.microsoft.com/office/drawing/2014/main" id="{97EB1FA4-059B-A370-59FD-59EBBA7C3166}"/>
                  </a:ext>
                </a:extLst>
              </p:cNvPr>
              <p:cNvPicPr/>
              <p:nvPr/>
            </p:nvPicPr>
            <p:blipFill>
              <a:blip r:embed="rId23"/>
              <a:stretch>
                <a:fillRect/>
              </a:stretch>
            </p:blipFill>
            <p:spPr>
              <a:xfrm>
                <a:off x="10493007" y="2254404"/>
                <a:ext cx="8388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28376" name="Ink 228375">
                <a:extLst>
                  <a:ext uri="{FF2B5EF4-FFF2-40B4-BE49-F238E27FC236}">
                    <a16:creationId xmlns:a16="http://schemas.microsoft.com/office/drawing/2014/main" id="{87F74207-3699-330B-DCAC-39AFA10F6729}"/>
                  </a:ext>
                </a:extLst>
              </p14:cNvPr>
              <p14:cNvContentPartPr/>
              <p14:nvPr/>
            </p14:nvContentPartPr>
            <p14:xfrm>
              <a:off x="10615047" y="2200404"/>
              <a:ext cx="74160" cy="44280"/>
            </p14:xfrm>
          </p:contentPart>
        </mc:Choice>
        <mc:Fallback xmlns="">
          <p:pic>
            <p:nvPicPr>
              <p:cNvPr id="228376" name="Ink 228375">
                <a:extLst>
                  <a:ext uri="{FF2B5EF4-FFF2-40B4-BE49-F238E27FC236}">
                    <a16:creationId xmlns:a16="http://schemas.microsoft.com/office/drawing/2014/main" id="{87F74207-3699-330B-DCAC-39AFA10F6729}"/>
                  </a:ext>
                </a:extLst>
              </p:cNvPr>
              <p:cNvPicPr/>
              <p:nvPr/>
            </p:nvPicPr>
            <p:blipFill>
              <a:blip r:embed="rId25"/>
              <a:stretch>
                <a:fillRect/>
              </a:stretch>
            </p:blipFill>
            <p:spPr>
              <a:xfrm>
                <a:off x="10604247" y="2189604"/>
                <a:ext cx="95400" cy="655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28384" name="Ink 228383">
                <a:extLst>
                  <a:ext uri="{FF2B5EF4-FFF2-40B4-BE49-F238E27FC236}">
                    <a16:creationId xmlns:a16="http://schemas.microsoft.com/office/drawing/2014/main" id="{3C675D6E-CADF-85E1-511D-057ACC861379}"/>
                  </a:ext>
                </a:extLst>
              </p14:cNvPr>
              <p14:cNvContentPartPr/>
              <p14:nvPr/>
            </p14:nvContentPartPr>
            <p14:xfrm>
              <a:off x="10658607" y="2194644"/>
              <a:ext cx="210240" cy="158760"/>
            </p14:xfrm>
          </p:contentPart>
        </mc:Choice>
        <mc:Fallback xmlns="">
          <p:pic>
            <p:nvPicPr>
              <p:cNvPr id="228384" name="Ink 228383">
                <a:extLst>
                  <a:ext uri="{FF2B5EF4-FFF2-40B4-BE49-F238E27FC236}">
                    <a16:creationId xmlns:a16="http://schemas.microsoft.com/office/drawing/2014/main" id="{3C675D6E-CADF-85E1-511D-057ACC861379}"/>
                  </a:ext>
                </a:extLst>
              </p:cNvPr>
              <p:cNvPicPr/>
              <p:nvPr/>
            </p:nvPicPr>
            <p:blipFill>
              <a:blip r:embed="rId27"/>
              <a:stretch>
                <a:fillRect/>
              </a:stretch>
            </p:blipFill>
            <p:spPr>
              <a:xfrm>
                <a:off x="10647825" y="2184204"/>
                <a:ext cx="231444"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28389" name="Ink 228388">
                <a:extLst>
                  <a:ext uri="{FF2B5EF4-FFF2-40B4-BE49-F238E27FC236}">
                    <a16:creationId xmlns:a16="http://schemas.microsoft.com/office/drawing/2014/main" id="{664A99E2-ED65-FF42-1044-BB37D3226728}"/>
                  </a:ext>
                </a:extLst>
              </p14:cNvPr>
              <p14:cNvContentPartPr/>
              <p14:nvPr/>
            </p14:nvContentPartPr>
            <p14:xfrm>
              <a:off x="10923207" y="2209764"/>
              <a:ext cx="241200" cy="127440"/>
            </p14:xfrm>
          </p:contentPart>
        </mc:Choice>
        <mc:Fallback xmlns="">
          <p:pic>
            <p:nvPicPr>
              <p:cNvPr id="228389" name="Ink 228388">
                <a:extLst>
                  <a:ext uri="{FF2B5EF4-FFF2-40B4-BE49-F238E27FC236}">
                    <a16:creationId xmlns:a16="http://schemas.microsoft.com/office/drawing/2014/main" id="{664A99E2-ED65-FF42-1044-BB37D3226728}"/>
                  </a:ext>
                </a:extLst>
              </p:cNvPr>
              <p:cNvPicPr/>
              <p:nvPr/>
            </p:nvPicPr>
            <p:blipFill>
              <a:blip r:embed="rId29"/>
              <a:stretch>
                <a:fillRect/>
              </a:stretch>
            </p:blipFill>
            <p:spPr>
              <a:xfrm>
                <a:off x="10912423" y="2198964"/>
                <a:ext cx="262408" cy="1486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28423" name="Ink 228422">
                <a:extLst>
                  <a:ext uri="{FF2B5EF4-FFF2-40B4-BE49-F238E27FC236}">
                    <a16:creationId xmlns:a16="http://schemas.microsoft.com/office/drawing/2014/main" id="{92422824-D447-95F7-C3C7-4CAFEC8224A0}"/>
                  </a:ext>
                </a:extLst>
              </p14:cNvPr>
              <p14:cNvContentPartPr/>
              <p14:nvPr/>
            </p14:nvContentPartPr>
            <p14:xfrm>
              <a:off x="1389840" y="2974105"/>
              <a:ext cx="997560" cy="731520"/>
            </p14:xfrm>
          </p:contentPart>
        </mc:Choice>
        <mc:Fallback xmlns="">
          <p:pic>
            <p:nvPicPr>
              <p:cNvPr id="228423" name="Ink 228422">
                <a:extLst>
                  <a:ext uri="{FF2B5EF4-FFF2-40B4-BE49-F238E27FC236}">
                    <a16:creationId xmlns:a16="http://schemas.microsoft.com/office/drawing/2014/main" id="{92422824-D447-95F7-C3C7-4CAFEC8224A0}"/>
                  </a:ext>
                </a:extLst>
              </p:cNvPr>
              <p:cNvPicPr/>
              <p:nvPr/>
            </p:nvPicPr>
            <p:blipFill>
              <a:blip r:embed="rId31"/>
              <a:stretch>
                <a:fillRect/>
              </a:stretch>
            </p:blipFill>
            <p:spPr>
              <a:xfrm>
                <a:off x="1379400" y="2963305"/>
                <a:ext cx="1018800" cy="752760"/>
              </a:xfrm>
              <a:prstGeom prst="rect">
                <a:avLst/>
              </a:prstGeom>
            </p:spPr>
          </p:pic>
        </mc:Fallback>
      </mc:AlternateContent>
    </p:spTree>
    <p:extLst>
      <p:ext uri="{BB962C8B-B14F-4D97-AF65-F5344CB8AC3E}">
        <p14:creationId xmlns:p14="http://schemas.microsoft.com/office/powerpoint/2010/main" val="8648793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D10DC35-C481-784C-A353-600490818D0D}"/>
              </a:ext>
            </a:extLst>
          </p:cNvPr>
          <p:cNvSpPr>
            <a:spLocks noGrp="1"/>
          </p:cNvSpPr>
          <p:nvPr>
            <p:ph type="title"/>
          </p:nvPr>
        </p:nvSpPr>
        <p:spPr/>
        <p:txBody>
          <a:bodyPr/>
          <a:lstStyle/>
          <a:p>
            <a:r>
              <a:rPr lang="en-US" dirty="0"/>
              <a:t>Two types of user authentication schemes</a:t>
            </a:r>
          </a:p>
        </p:txBody>
      </p:sp>
      <p:sp>
        <p:nvSpPr>
          <p:cNvPr id="4" name="Text Placeholder 3">
            <a:extLst>
              <a:ext uri="{FF2B5EF4-FFF2-40B4-BE49-F238E27FC236}">
                <a16:creationId xmlns:a16="http://schemas.microsoft.com/office/drawing/2014/main" id="{7F8E6DCA-A1D1-8B4C-BB38-C050D1EFDB88}"/>
              </a:ext>
            </a:extLst>
          </p:cNvPr>
          <p:cNvSpPr>
            <a:spLocks noGrp="1"/>
          </p:cNvSpPr>
          <p:nvPr>
            <p:ph type="body" idx="10"/>
          </p:nvPr>
        </p:nvSpPr>
        <p:spPr/>
        <p:txBody>
          <a:bodyPr>
            <a:normAutofit/>
          </a:bodyPr>
          <a:lstStyle/>
          <a:p>
            <a:r>
              <a:rPr lang="en-US" dirty="0"/>
              <a:t>Weak authentication: Password based</a:t>
            </a:r>
          </a:p>
        </p:txBody>
      </p:sp>
    </p:spTree>
    <p:extLst>
      <p:ext uri="{BB962C8B-B14F-4D97-AF65-F5344CB8AC3E}">
        <p14:creationId xmlns:p14="http://schemas.microsoft.com/office/powerpoint/2010/main" val="40793460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p:txBody>
          <a:bodyPr/>
          <a:lstStyle/>
          <a:p>
            <a:r>
              <a:rPr lang="en-US" altLang="zh-CN" dirty="0"/>
              <a:t>Why Password?</a:t>
            </a:r>
            <a:endParaRPr lang="en-US" dirty="0"/>
          </a:p>
        </p:txBody>
      </p:sp>
      <p:sp>
        <p:nvSpPr>
          <p:cNvPr id="9" name="Text Placeholder 8">
            <a:extLst>
              <a:ext uri="{FF2B5EF4-FFF2-40B4-BE49-F238E27FC236}">
                <a16:creationId xmlns:a16="http://schemas.microsoft.com/office/drawing/2014/main" id="{0138191D-4007-2446-8D4D-BAA477F4121D}"/>
              </a:ext>
            </a:extLst>
          </p:cNvPr>
          <p:cNvSpPr>
            <a:spLocks noGrp="1"/>
          </p:cNvSpPr>
          <p:nvPr>
            <p:ph type="body" idx="11"/>
          </p:nvPr>
        </p:nvSpPr>
        <p:spPr/>
        <p:txBody>
          <a:bodyPr/>
          <a:lstStyle/>
          <a:p>
            <a:endParaRPr lang="en-US"/>
          </a:p>
        </p:txBody>
      </p:sp>
      <p:sp>
        <p:nvSpPr>
          <p:cNvPr id="7" name="Content Placeholder 6">
            <a:extLst>
              <a:ext uri="{FF2B5EF4-FFF2-40B4-BE49-F238E27FC236}">
                <a16:creationId xmlns:a16="http://schemas.microsoft.com/office/drawing/2014/main" id="{C79A208B-ABB2-0B4C-9688-661238957478}"/>
              </a:ext>
            </a:extLst>
          </p:cNvPr>
          <p:cNvSpPr>
            <a:spLocks noGrp="1"/>
          </p:cNvSpPr>
          <p:nvPr>
            <p:ph idx="1"/>
          </p:nvPr>
        </p:nvSpPr>
        <p:spPr/>
        <p:txBody>
          <a:bodyPr/>
          <a:lstStyle/>
          <a:p>
            <a:r>
              <a:rPr lang="en-US" dirty="0"/>
              <a:t>The most popular user authentication technique</a:t>
            </a:r>
          </a:p>
          <a:p>
            <a:pPr lvl="1"/>
            <a:r>
              <a:rPr lang="en-US" dirty="0"/>
              <a:t>Low cost, user-friendly, easy to implement.</a:t>
            </a:r>
          </a:p>
          <a:p>
            <a:pPr lvl="1"/>
            <a:r>
              <a:rPr lang="en-US" dirty="0"/>
              <a:t>Is it secure or not (based on your experience)?</a:t>
            </a:r>
          </a:p>
          <a:p>
            <a:pPr marL="0" indent="0">
              <a:buNone/>
            </a:pPr>
            <a:endParaRPr lang="en-US" dirty="0"/>
          </a:p>
        </p:txBody>
      </p:sp>
      <p:sp>
        <p:nvSpPr>
          <p:cNvPr id="154631" name="Text Box 7"/>
          <p:cNvSpPr txBox="1">
            <a:spLocks noChangeArrowheads="1"/>
          </p:cNvSpPr>
          <p:nvPr/>
        </p:nvSpPr>
        <p:spPr bwMode="auto">
          <a:xfrm>
            <a:off x="2133600" y="3429000"/>
            <a:ext cx="990600" cy="457200"/>
          </a:xfrm>
          <a:prstGeom prst="rect">
            <a:avLst/>
          </a:prstGeom>
          <a:noFill/>
          <a:ln w="9525">
            <a:noFill/>
            <a:miter lim="800000"/>
            <a:headEnd/>
            <a:tailEnd/>
          </a:ln>
          <a:effectLst/>
        </p:spPr>
        <p:txBody>
          <a:bodyPr>
            <a:spAutoFit/>
          </a:bodyPr>
          <a:lstStyle/>
          <a:p>
            <a:pPr>
              <a:spcBef>
                <a:spcPct val="50000"/>
              </a:spcBef>
            </a:pPr>
            <a:r>
              <a:rPr lang="en-US" dirty="0"/>
              <a:t>Bob</a:t>
            </a:r>
          </a:p>
        </p:txBody>
      </p:sp>
      <p:sp>
        <p:nvSpPr>
          <p:cNvPr id="154638" name="Line 14"/>
          <p:cNvSpPr>
            <a:spLocks noChangeShapeType="1"/>
          </p:cNvSpPr>
          <p:nvPr/>
        </p:nvSpPr>
        <p:spPr bwMode="auto">
          <a:xfrm>
            <a:off x="4038600" y="4343400"/>
            <a:ext cx="4038600" cy="0"/>
          </a:xfrm>
          <a:prstGeom prst="line">
            <a:avLst/>
          </a:prstGeom>
          <a:noFill/>
          <a:ln w="38100">
            <a:solidFill>
              <a:schemeClr val="tx1"/>
            </a:solidFill>
            <a:round/>
            <a:headEnd/>
            <a:tailEnd type="triangle" w="med" len="med"/>
          </a:ln>
          <a:effectLst/>
        </p:spPr>
        <p:txBody>
          <a:bodyPr/>
          <a:lstStyle/>
          <a:p>
            <a:endParaRPr lang="en-US"/>
          </a:p>
        </p:txBody>
      </p:sp>
      <p:sp>
        <p:nvSpPr>
          <p:cNvPr id="154639" name="Text Box 15"/>
          <p:cNvSpPr txBox="1">
            <a:spLocks noChangeArrowheads="1"/>
          </p:cNvSpPr>
          <p:nvPr/>
        </p:nvSpPr>
        <p:spPr bwMode="auto">
          <a:xfrm>
            <a:off x="2209800" y="4114800"/>
            <a:ext cx="457200" cy="457200"/>
          </a:xfrm>
          <a:prstGeom prst="rect">
            <a:avLst/>
          </a:prstGeom>
          <a:noFill/>
          <a:ln w="9525">
            <a:noFill/>
            <a:miter lim="800000"/>
            <a:headEnd/>
            <a:tailEnd/>
          </a:ln>
          <a:effectLst/>
        </p:spPr>
        <p:txBody>
          <a:bodyPr>
            <a:spAutoFit/>
          </a:bodyPr>
          <a:lstStyle/>
          <a:p>
            <a:pPr>
              <a:spcBef>
                <a:spcPct val="50000"/>
              </a:spcBef>
            </a:pPr>
            <a:r>
              <a:rPr lang="en-US" dirty="0">
                <a:solidFill>
                  <a:srgbClr val="CC0000"/>
                </a:solidFill>
              </a:rPr>
              <a:t>X</a:t>
            </a:r>
          </a:p>
        </p:txBody>
      </p:sp>
      <p:sp>
        <p:nvSpPr>
          <p:cNvPr id="154641" name="AutoShape 17"/>
          <p:cNvSpPr>
            <a:spLocks noChangeArrowheads="1"/>
          </p:cNvSpPr>
          <p:nvPr/>
        </p:nvSpPr>
        <p:spPr bwMode="auto">
          <a:xfrm>
            <a:off x="3352800" y="3124200"/>
            <a:ext cx="2362200" cy="533400"/>
          </a:xfrm>
          <a:prstGeom prst="wedgeRectCallout">
            <a:avLst>
              <a:gd name="adj1" fmla="val -45565"/>
              <a:gd name="adj2" fmla="val 69940"/>
            </a:avLst>
          </a:prstGeom>
          <a:noFill/>
          <a:ln w="9525">
            <a:solidFill>
              <a:schemeClr val="tx1"/>
            </a:solidFill>
            <a:miter lim="800000"/>
            <a:headEnd/>
            <a:tailEnd/>
          </a:ln>
          <a:effectLst/>
        </p:spPr>
        <p:txBody>
          <a:bodyPr/>
          <a:lstStyle/>
          <a:p>
            <a:pPr algn="ctr"/>
            <a:r>
              <a:rPr lang="en-US" sz="1600"/>
              <a:t> I’m Bob, and my password is X</a:t>
            </a:r>
          </a:p>
        </p:txBody>
      </p:sp>
      <p:pic>
        <p:nvPicPr>
          <p:cNvPr id="15" name="Picture 14"/>
          <p:cNvPicPr>
            <a:picLocks noChangeAspect="1"/>
          </p:cNvPicPr>
          <p:nvPr/>
        </p:nvPicPr>
        <p:blipFill>
          <a:blip r:embed="rId2"/>
          <a:stretch>
            <a:fillRect/>
          </a:stretch>
        </p:blipFill>
        <p:spPr>
          <a:xfrm>
            <a:off x="3124200" y="3733800"/>
            <a:ext cx="914400" cy="1082842"/>
          </a:xfrm>
          <a:prstGeom prst="rect">
            <a:avLst/>
          </a:prstGeom>
        </p:spPr>
      </p:pic>
      <p:pic>
        <p:nvPicPr>
          <p:cNvPr id="16" name="Picture 15" descr="j04247901.wm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34846" y="2971800"/>
            <a:ext cx="1714500" cy="1778000"/>
          </a:xfrm>
          <a:prstGeom prst="rect">
            <a:avLst/>
          </a:prstGeom>
        </p:spPr>
      </p:pic>
      <p:sp>
        <p:nvSpPr>
          <p:cNvPr id="2" name="TextBox 1"/>
          <p:cNvSpPr txBox="1"/>
          <p:nvPr/>
        </p:nvSpPr>
        <p:spPr>
          <a:xfrm>
            <a:off x="9677401" y="3124201"/>
            <a:ext cx="992579" cy="461665"/>
          </a:xfrm>
          <a:prstGeom prst="rect">
            <a:avLst/>
          </a:prstGeom>
          <a:noFill/>
        </p:spPr>
        <p:txBody>
          <a:bodyPr wrap="none" rtlCol="0">
            <a:spAutoFit/>
          </a:bodyPr>
          <a:lstStyle/>
          <a:p>
            <a:r>
              <a:rPr lang="en-US" dirty="0"/>
              <a:t>Server</a:t>
            </a:r>
          </a:p>
        </p:txBody>
      </p:sp>
      <p:sp>
        <p:nvSpPr>
          <p:cNvPr id="22" name="Text Box 23">
            <a:extLst>
              <a:ext uri="{FF2B5EF4-FFF2-40B4-BE49-F238E27FC236}">
                <a16:creationId xmlns:a16="http://schemas.microsoft.com/office/drawing/2014/main" id="{FA537A74-4829-7840-9ACF-3F3088F1C377}"/>
              </a:ext>
            </a:extLst>
          </p:cNvPr>
          <p:cNvSpPr txBox="1">
            <a:spLocks noChangeArrowheads="1"/>
          </p:cNvSpPr>
          <p:nvPr/>
        </p:nvSpPr>
        <p:spPr bwMode="auto">
          <a:xfrm>
            <a:off x="1127448" y="5080827"/>
            <a:ext cx="9542532" cy="1015663"/>
          </a:xfrm>
          <a:prstGeom prst="rect">
            <a:avLst/>
          </a:prstGeom>
          <a:solidFill>
            <a:schemeClr val="accent2">
              <a:lumMod val="40000"/>
              <a:lumOff val="60000"/>
            </a:schemeClr>
          </a:solidFill>
          <a:ln w="9525">
            <a:noFill/>
            <a:miter lim="800000"/>
            <a:headEnd/>
            <a:tailEnd/>
          </a:ln>
          <a:effectLst>
            <a:outerShdw dist="107763" dir="18900000" algn="ctr" rotWithShape="0">
              <a:srgbClr val="808080">
                <a:alpha val="50000"/>
              </a:srgbClr>
            </a:outerShdw>
          </a:effectLst>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2000" b="1" i="0" u="none" strike="noStrike" kern="0" cap="none" spc="0" normalizeH="0" baseline="0" noProof="0" dirty="0">
                <a:ln>
                  <a:noFill/>
                </a:ln>
                <a:solidFill>
                  <a:srgbClr val="000000"/>
                </a:solidFill>
                <a:effectLst/>
                <a:uLnTx/>
                <a:uFillTx/>
                <a:latin typeface="Comic Sans MS" panose="030F0902030302020204" pitchFamily="66" charset="0"/>
              </a:rPr>
              <a:t>Password authentication design</a:t>
            </a:r>
          </a:p>
          <a:p>
            <a:pPr marL="342900" marR="0" lvl="0" indent="-342900" defTabSz="914400" eaLnBrk="1" fontAlgn="base" latinLnBrk="0" hangingPunct="1">
              <a:lnSpc>
                <a:spcPct val="100000"/>
              </a:lnSpc>
              <a:spcBef>
                <a:spcPct val="0"/>
              </a:spcBef>
              <a:spcAft>
                <a:spcPct val="0"/>
              </a:spcAft>
              <a:buClrTx/>
              <a:buSzTx/>
              <a:buFont typeface="Arial"/>
              <a:buChar char="•"/>
              <a:tabLst/>
              <a:defRPr/>
            </a:pPr>
            <a:r>
              <a:rPr kumimoji="0" lang="en-US" sz="2000" b="1" i="0" u="none" strike="noStrike" kern="0" cap="none" spc="0" normalizeH="0" baseline="0" noProof="0" dirty="0">
                <a:ln>
                  <a:noFill/>
                </a:ln>
                <a:solidFill>
                  <a:srgbClr val="000000"/>
                </a:solidFill>
                <a:effectLst/>
                <a:uLnTx/>
                <a:uFillTx/>
                <a:latin typeface="Comic Sans MS" panose="030F0902030302020204" pitchFamily="66" charset="0"/>
              </a:rPr>
              <a:t>Assumption</a:t>
            </a:r>
            <a:r>
              <a:rPr kumimoji="0" lang="en-US" sz="2000" b="0" i="0" u="none" strike="noStrike" kern="0" cap="none" spc="0" normalizeH="0" baseline="0" noProof="0" dirty="0">
                <a:ln>
                  <a:noFill/>
                </a:ln>
                <a:solidFill>
                  <a:srgbClr val="000000"/>
                </a:solidFill>
                <a:effectLst/>
                <a:uLnTx/>
                <a:uFillTx/>
                <a:latin typeface="Comic Sans MS" panose="030F0902030302020204" pitchFamily="66" charset="0"/>
              </a:rPr>
              <a:t>: the communication channel is </a:t>
            </a:r>
            <a:r>
              <a:rPr kumimoji="0" lang="en-US" sz="2000" b="1" i="0" u="none" strike="noStrike" kern="0" cap="none" spc="0" normalizeH="0" baseline="0" noProof="0" dirty="0">
                <a:ln>
                  <a:noFill/>
                </a:ln>
                <a:solidFill>
                  <a:srgbClr val="000000"/>
                </a:solidFill>
                <a:effectLst/>
                <a:uLnTx/>
                <a:uFillTx/>
                <a:latin typeface="Comic Sans MS" panose="030F0902030302020204" pitchFamily="66" charset="0"/>
              </a:rPr>
              <a:t>confidential</a:t>
            </a:r>
            <a:r>
              <a:rPr kumimoji="0" lang="en-US" sz="2000" b="0" i="0" u="none" strike="noStrike" kern="0" cap="none" spc="0" normalizeH="0" baseline="0" noProof="0" dirty="0">
                <a:ln>
                  <a:noFill/>
                </a:ln>
                <a:solidFill>
                  <a:srgbClr val="000000"/>
                </a:solidFill>
                <a:effectLst/>
                <a:uLnTx/>
                <a:uFillTx/>
                <a:latin typeface="Comic Sans MS" panose="030F0902030302020204" pitchFamily="66" charset="0"/>
              </a:rPr>
              <a:t>!</a:t>
            </a:r>
          </a:p>
          <a:p>
            <a:pPr marL="342900" marR="0" lvl="0" indent="-342900" defTabSz="914400" eaLnBrk="1" fontAlgn="base" latinLnBrk="0" hangingPunct="1">
              <a:lnSpc>
                <a:spcPct val="100000"/>
              </a:lnSpc>
              <a:spcBef>
                <a:spcPct val="0"/>
              </a:spcBef>
              <a:spcAft>
                <a:spcPct val="0"/>
              </a:spcAft>
              <a:buClrTx/>
              <a:buSzTx/>
              <a:buFont typeface="Arial"/>
              <a:buChar char="•"/>
              <a:tabLst/>
              <a:defRPr/>
            </a:pPr>
            <a:r>
              <a:rPr kumimoji="0" lang="en-US" sz="2000" b="1" i="0" u="none" strike="noStrike" kern="0" cap="none" spc="0" normalizeH="0" baseline="0" noProof="0" dirty="0">
                <a:ln>
                  <a:noFill/>
                </a:ln>
                <a:solidFill>
                  <a:srgbClr val="000000"/>
                </a:solidFill>
                <a:effectLst/>
                <a:uLnTx/>
                <a:uFillTx/>
                <a:latin typeface="Comic Sans MS" panose="030F0902030302020204" pitchFamily="66" charset="0"/>
              </a:rPr>
              <a:t>Challenge</a:t>
            </a:r>
            <a:r>
              <a:rPr kumimoji="0" lang="en-US" sz="2000" b="0" i="0" u="none" strike="noStrike" kern="0" cap="none" spc="0" normalizeH="0" baseline="0" noProof="0" dirty="0">
                <a:ln>
                  <a:noFill/>
                </a:ln>
                <a:solidFill>
                  <a:srgbClr val="000000"/>
                </a:solidFill>
                <a:effectLst/>
                <a:uLnTx/>
                <a:uFillTx/>
                <a:latin typeface="Comic Sans MS" panose="030F0902030302020204" pitchFamily="66" charset="0"/>
              </a:rPr>
              <a:t>: If the server is compromised, user passwords would be revealed.</a:t>
            </a:r>
          </a:p>
        </p:txBody>
      </p:sp>
      <p:sp>
        <p:nvSpPr>
          <p:cNvPr id="3" name="AutoShape 16">
            <a:extLst>
              <a:ext uri="{FF2B5EF4-FFF2-40B4-BE49-F238E27FC236}">
                <a16:creationId xmlns:a16="http://schemas.microsoft.com/office/drawing/2014/main" id="{E036A8B3-7593-1947-74CF-2C99EF3AE581}"/>
              </a:ext>
            </a:extLst>
          </p:cNvPr>
          <p:cNvSpPr>
            <a:spLocks noChangeArrowheads="1"/>
          </p:cNvSpPr>
          <p:nvPr/>
        </p:nvSpPr>
        <p:spPr bwMode="auto">
          <a:xfrm>
            <a:off x="10063646" y="3952578"/>
            <a:ext cx="1066800" cy="737426"/>
          </a:xfrm>
          <a:prstGeom prst="flowChartDocument">
            <a:avLst/>
          </a:prstGeom>
          <a:solidFill>
            <a:srgbClr val="4F81BD"/>
          </a:solidFill>
          <a:ln w="9525">
            <a:solidFill>
              <a:sysClr val="windowText" lastClr="000000"/>
            </a:solidFill>
            <a:miter lim="800000"/>
            <a:headEnd/>
            <a:tailEnd/>
          </a:ln>
        </p:spPr>
        <p:txBody>
          <a:bodyPr wrap="none"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chemeClr val="bg1"/>
                </a:solidFill>
                <a:effectLst/>
                <a:uLnTx/>
                <a:uFillTx/>
                <a:latin typeface="Times New Roman" panose="02020603050405020304" pitchFamily="18" charset="0"/>
              </a:rPr>
              <a:t>…</a:t>
            </a:r>
          </a:p>
        </p:txBody>
      </p:sp>
      <p:sp>
        <p:nvSpPr>
          <p:cNvPr id="4" name="Text Box 18">
            <a:extLst>
              <a:ext uri="{FF2B5EF4-FFF2-40B4-BE49-F238E27FC236}">
                <a16:creationId xmlns:a16="http://schemas.microsoft.com/office/drawing/2014/main" id="{5685AEC1-4A6D-302B-CECC-F5D9F41EFE0F}"/>
              </a:ext>
            </a:extLst>
          </p:cNvPr>
          <p:cNvSpPr txBox="1">
            <a:spLocks noChangeArrowheads="1"/>
          </p:cNvSpPr>
          <p:nvPr/>
        </p:nvSpPr>
        <p:spPr bwMode="auto">
          <a:xfrm>
            <a:off x="9949346" y="3585866"/>
            <a:ext cx="1828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en-US" sz="1800" b="0" i="0" u="none" strike="noStrike" kern="0" cap="none" spc="0" normalizeH="0" baseline="0" noProof="0" dirty="0">
                <a:ln>
                  <a:noFill/>
                </a:ln>
                <a:solidFill>
                  <a:prstClr val="black"/>
                </a:solidFill>
                <a:effectLst/>
                <a:uLnTx/>
                <a:uFillTx/>
                <a:latin typeface="+mn-lt"/>
              </a:rPr>
              <a:t>Password file</a:t>
            </a:r>
          </a:p>
        </p:txBody>
      </p:sp>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59779180-622A-F9D1-3E71-7ECACAC0CB89}"/>
                  </a:ext>
                </a:extLst>
              </p14:cNvPr>
              <p14:cNvContentPartPr/>
              <p14:nvPr/>
            </p14:nvContentPartPr>
            <p14:xfrm>
              <a:off x="5929349" y="3708306"/>
              <a:ext cx="225360" cy="483120"/>
            </p14:xfrm>
          </p:contentPart>
        </mc:Choice>
        <mc:Fallback xmlns="">
          <p:pic>
            <p:nvPicPr>
              <p:cNvPr id="8" name="Ink 7">
                <a:extLst>
                  <a:ext uri="{FF2B5EF4-FFF2-40B4-BE49-F238E27FC236}">
                    <a16:creationId xmlns:a16="http://schemas.microsoft.com/office/drawing/2014/main" id="{59779180-622A-F9D1-3E71-7ECACAC0CB89}"/>
                  </a:ext>
                </a:extLst>
              </p:cNvPr>
              <p:cNvPicPr/>
              <p:nvPr/>
            </p:nvPicPr>
            <p:blipFill>
              <a:blip r:embed="rId5"/>
              <a:stretch>
                <a:fillRect/>
              </a:stretch>
            </p:blipFill>
            <p:spPr>
              <a:xfrm>
                <a:off x="5918549" y="3697866"/>
                <a:ext cx="246600" cy="5043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4" name="Ink 33">
                <a:extLst>
                  <a:ext uri="{FF2B5EF4-FFF2-40B4-BE49-F238E27FC236}">
                    <a16:creationId xmlns:a16="http://schemas.microsoft.com/office/drawing/2014/main" id="{15167B63-53DC-42C0-2413-D46D3D6A848E}"/>
                  </a:ext>
                </a:extLst>
              </p14:cNvPr>
              <p14:cNvContentPartPr/>
              <p14:nvPr/>
            </p14:nvContentPartPr>
            <p14:xfrm>
              <a:off x="5838989" y="2842866"/>
              <a:ext cx="803880" cy="798120"/>
            </p14:xfrm>
          </p:contentPart>
        </mc:Choice>
        <mc:Fallback xmlns="">
          <p:pic>
            <p:nvPicPr>
              <p:cNvPr id="34" name="Ink 33">
                <a:extLst>
                  <a:ext uri="{FF2B5EF4-FFF2-40B4-BE49-F238E27FC236}">
                    <a16:creationId xmlns:a16="http://schemas.microsoft.com/office/drawing/2014/main" id="{15167B63-53DC-42C0-2413-D46D3D6A848E}"/>
                  </a:ext>
                </a:extLst>
              </p:cNvPr>
              <p:cNvPicPr/>
              <p:nvPr/>
            </p:nvPicPr>
            <p:blipFill>
              <a:blip r:embed="rId7"/>
              <a:stretch>
                <a:fillRect/>
              </a:stretch>
            </p:blipFill>
            <p:spPr>
              <a:xfrm>
                <a:off x="5828549" y="2832071"/>
                <a:ext cx="825120" cy="81935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5" name="Ink 34">
                <a:extLst>
                  <a:ext uri="{FF2B5EF4-FFF2-40B4-BE49-F238E27FC236}">
                    <a16:creationId xmlns:a16="http://schemas.microsoft.com/office/drawing/2014/main" id="{846DED3A-9881-637F-12CB-FEFF56D05AD5}"/>
                  </a:ext>
                </a:extLst>
              </p14:cNvPr>
              <p14:cNvContentPartPr/>
              <p14:nvPr/>
            </p14:nvContentPartPr>
            <p14:xfrm>
              <a:off x="6663967" y="2303349"/>
              <a:ext cx="454320" cy="479520"/>
            </p14:xfrm>
          </p:contentPart>
        </mc:Choice>
        <mc:Fallback xmlns="">
          <p:pic>
            <p:nvPicPr>
              <p:cNvPr id="35" name="Ink 34">
                <a:extLst>
                  <a:ext uri="{FF2B5EF4-FFF2-40B4-BE49-F238E27FC236}">
                    <a16:creationId xmlns:a16="http://schemas.microsoft.com/office/drawing/2014/main" id="{846DED3A-9881-637F-12CB-FEFF56D05AD5}"/>
                  </a:ext>
                </a:extLst>
              </p:cNvPr>
              <p:cNvPicPr/>
              <p:nvPr/>
            </p:nvPicPr>
            <p:blipFill>
              <a:blip r:embed="rId9"/>
              <a:stretch>
                <a:fillRect/>
              </a:stretch>
            </p:blipFill>
            <p:spPr>
              <a:xfrm>
                <a:off x="6653167" y="2292549"/>
                <a:ext cx="475560" cy="5007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4642" name="Ink 154641">
                <a:extLst>
                  <a:ext uri="{FF2B5EF4-FFF2-40B4-BE49-F238E27FC236}">
                    <a16:creationId xmlns:a16="http://schemas.microsoft.com/office/drawing/2014/main" id="{7B395FD0-8BFC-97A8-B265-94124BBD5FA1}"/>
                  </a:ext>
                </a:extLst>
              </p14:cNvPr>
              <p14:cNvContentPartPr/>
              <p14:nvPr/>
            </p14:nvContentPartPr>
            <p14:xfrm>
              <a:off x="7261927" y="2140269"/>
              <a:ext cx="965520" cy="1023120"/>
            </p14:xfrm>
          </p:contentPart>
        </mc:Choice>
        <mc:Fallback xmlns="">
          <p:pic>
            <p:nvPicPr>
              <p:cNvPr id="154642" name="Ink 154641">
                <a:extLst>
                  <a:ext uri="{FF2B5EF4-FFF2-40B4-BE49-F238E27FC236}">
                    <a16:creationId xmlns:a16="http://schemas.microsoft.com/office/drawing/2014/main" id="{7B395FD0-8BFC-97A8-B265-94124BBD5FA1}"/>
                  </a:ext>
                </a:extLst>
              </p:cNvPr>
              <p:cNvPicPr/>
              <p:nvPr/>
            </p:nvPicPr>
            <p:blipFill>
              <a:blip r:embed="rId11"/>
              <a:stretch>
                <a:fillRect/>
              </a:stretch>
            </p:blipFill>
            <p:spPr>
              <a:xfrm>
                <a:off x="7251127" y="2129829"/>
                <a:ext cx="986760" cy="1044360"/>
              </a:xfrm>
              <a:prstGeom prst="rect">
                <a:avLst/>
              </a:prstGeom>
            </p:spPr>
          </p:pic>
        </mc:Fallback>
      </mc:AlternateContent>
    </p:spTree>
    <p:extLst>
      <p:ext uri="{BB962C8B-B14F-4D97-AF65-F5344CB8AC3E}">
        <p14:creationId xmlns:p14="http://schemas.microsoft.com/office/powerpoint/2010/main" val="43989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Password File Stored in Server</a:t>
            </a:r>
          </a:p>
        </p:txBody>
      </p:sp>
      <p:sp>
        <p:nvSpPr>
          <p:cNvPr id="4" name="Text Placeholder 3">
            <a:extLst>
              <a:ext uri="{FF2B5EF4-FFF2-40B4-BE49-F238E27FC236}">
                <a16:creationId xmlns:a16="http://schemas.microsoft.com/office/drawing/2014/main" id="{8A09DB32-3648-AB4F-83BC-8DEF801040FB}"/>
              </a:ext>
            </a:extLst>
          </p:cNvPr>
          <p:cNvSpPr>
            <a:spLocks noGrp="1"/>
          </p:cNvSpPr>
          <p:nvPr>
            <p:ph type="body" idx="11"/>
          </p:nvPr>
        </p:nvSpPr>
        <p:spPr/>
        <p:txBody>
          <a:bodyPr/>
          <a:lstStyle/>
          <a:p>
            <a:endParaRPr lang="en-US"/>
          </a:p>
        </p:txBody>
      </p:sp>
      <p:sp>
        <p:nvSpPr>
          <p:cNvPr id="2" name="Content Placeholder 1">
            <a:extLst>
              <a:ext uri="{FF2B5EF4-FFF2-40B4-BE49-F238E27FC236}">
                <a16:creationId xmlns:a16="http://schemas.microsoft.com/office/drawing/2014/main" id="{04F7A5CD-FEE3-3F40-BE04-E77F32091CAD}"/>
              </a:ext>
            </a:extLst>
          </p:cNvPr>
          <p:cNvSpPr>
            <a:spLocks noGrp="1"/>
          </p:cNvSpPr>
          <p:nvPr>
            <p:ph idx="1"/>
          </p:nvPr>
        </p:nvSpPr>
        <p:spPr/>
        <p:txBody>
          <a:bodyPr/>
          <a:lstStyle/>
          <a:p>
            <a:r>
              <a:rPr lang="en-GB" dirty="0"/>
              <a:t>Server maintains a password file which contains information regarding each user account and the corresponding password.</a:t>
            </a:r>
          </a:p>
        </p:txBody>
      </p:sp>
      <p:graphicFrame>
        <p:nvGraphicFramePr>
          <p:cNvPr id="9" name="Table 8"/>
          <p:cNvGraphicFramePr>
            <a:graphicFrameLocks noGrp="1"/>
          </p:cNvGraphicFramePr>
          <p:nvPr>
            <p:extLst>
              <p:ext uri="{D42A27DB-BD31-4B8C-83A1-F6EECF244321}">
                <p14:modId xmlns:p14="http://schemas.microsoft.com/office/powerpoint/2010/main" val="2301153758"/>
              </p:ext>
            </p:extLst>
          </p:nvPr>
        </p:nvGraphicFramePr>
        <p:xfrm>
          <a:off x="1991544" y="2951958"/>
          <a:ext cx="4648200" cy="2773680"/>
        </p:xfrm>
        <a:graphic>
          <a:graphicData uri="http://schemas.openxmlformats.org/drawingml/2006/table">
            <a:tbl>
              <a:tblPr firstRow="1" bandRow="1">
                <a:tableStyleId>{21E4AEA4-8DFA-4A89-87EB-49C32662AFE0}</a:tableStyleId>
              </a:tblPr>
              <a:tblGrid>
                <a:gridCol w="1743075">
                  <a:extLst>
                    <a:ext uri="{9D8B030D-6E8A-4147-A177-3AD203B41FA5}">
                      <a16:colId xmlns:a16="http://schemas.microsoft.com/office/drawing/2014/main" val="20000"/>
                    </a:ext>
                  </a:extLst>
                </a:gridCol>
                <a:gridCol w="2905125">
                  <a:extLst>
                    <a:ext uri="{9D8B030D-6E8A-4147-A177-3AD203B41FA5}">
                      <a16:colId xmlns:a16="http://schemas.microsoft.com/office/drawing/2014/main" val="20001"/>
                    </a:ext>
                  </a:extLst>
                </a:gridCol>
              </a:tblGrid>
              <a:tr h="370840">
                <a:tc>
                  <a:txBody>
                    <a:bodyPr/>
                    <a:lstStyle/>
                    <a:p>
                      <a:r>
                        <a:rPr lang="en-US" sz="2000" dirty="0"/>
                        <a:t>User ID</a:t>
                      </a:r>
                    </a:p>
                  </a:txBody>
                  <a:tcPr/>
                </a:tc>
                <a:tc>
                  <a:txBody>
                    <a:bodyPr/>
                    <a:lstStyle/>
                    <a:p>
                      <a:r>
                        <a:rPr lang="en-US" sz="2000" dirty="0"/>
                        <a:t>Password </a:t>
                      </a:r>
                    </a:p>
                  </a:txBody>
                  <a:tcPr/>
                </a:tc>
                <a:extLst>
                  <a:ext uri="{0D108BD9-81ED-4DB2-BD59-A6C34878D82A}">
                    <a16:rowId xmlns:a16="http://schemas.microsoft.com/office/drawing/2014/main" val="10000"/>
                  </a:ext>
                </a:extLst>
              </a:tr>
              <a:tr h="370840">
                <a:tc>
                  <a:txBody>
                    <a:bodyPr/>
                    <a:lstStyle/>
                    <a:p>
                      <a:r>
                        <a:rPr lang="en-US" sz="2000" dirty="0" err="1"/>
                        <a:t>alice</a:t>
                      </a:r>
                      <a:endParaRPr lang="en-US" sz="2000" dirty="0"/>
                    </a:p>
                  </a:txBody>
                  <a:tcPr/>
                </a:tc>
                <a:tc>
                  <a:txBody>
                    <a:bodyPr/>
                    <a:lstStyle/>
                    <a:p>
                      <a:r>
                        <a:rPr lang="en-US" sz="2000" dirty="0"/>
                        <a:t>?????</a:t>
                      </a:r>
                    </a:p>
                  </a:txBody>
                  <a:tcPr/>
                </a:tc>
                <a:extLst>
                  <a:ext uri="{0D108BD9-81ED-4DB2-BD59-A6C34878D82A}">
                    <a16:rowId xmlns:a16="http://schemas.microsoft.com/office/drawing/2014/main" val="10001"/>
                  </a:ext>
                </a:extLst>
              </a:tr>
              <a:tr h="370840">
                <a:tc>
                  <a:txBody>
                    <a:bodyPr/>
                    <a:lstStyle/>
                    <a:p>
                      <a:r>
                        <a:rPr lang="en-US" sz="2000" dirty="0"/>
                        <a:t>bob</a:t>
                      </a:r>
                    </a:p>
                  </a:txBody>
                  <a:tcPr/>
                </a:tc>
                <a:tc>
                  <a:txBody>
                    <a:bodyPr/>
                    <a:lstStyle/>
                    <a:p>
                      <a:endParaRPr lang="en-US" sz="2000" dirty="0"/>
                    </a:p>
                  </a:txBody>
                  <a:tcPr/>
                </a:tc>
                <a:extLst>
                  <a:ext uri="{0D108BD9-81ED-4DB2-BD59-A6C34878D82A}">
                    <a16:rowId xmlns:a16="http://schemas.microsoft.com/office/drawing/2014/main" val="10002"/>
                  </a:ext>
                </a:extLst>
              </a:tr>
              <a:tr h="370840">
                <a:tc>
                  <a:txBody>
                    <a:bodyPr/>
                    <a:lstStyle/>
                    <a:p>
                      <a:r>
                        <a:rPr lang="en-US" sz="2000" dirty="0" err="1"/>
                        <a:t>charlie</a:t>
                      </a:r>
                      <a:endParaRPr lang="en-US" sz="2000" dirty="0"/>
                    </a:p>
                  </a:txBody>
                  <a:tcPr/>
                </a:tc>
                <a:tc>
                  <a:txBody>
                    <a:bodyPr/>
                    <a:lstStyle/>
                    <a:p>
                      <a:endParaRPr lang="en-US" sz="2000"/>
                    </a:p>
                  </a:txBody>
                  <a:tcPr/>
                </a:tc>
                <a:extLst>
                  <a:ext uri="{0D108BD9-81ED-4DB2-BD59-A6C34878D82A}">
                    <a16:rowId xmlns:a16="http://schemas.microsoft.com/office/drawing/2014/main" val="10003"/>
                  </a:ext>
                </a:extLst>
              </a:tr>
              <a:tr h="370840">
                <a:tc>
                  <a:txBody>
                    <a:bodyPr/>
                    <a:lstStyle/>
                    <a:p>
                      <a:r>
                        <a:rPr lang="en-US" sz="2000" dirty="0" err="1"/>
                        <a:t>dave</a:t>
                      </a:r>
                      <a:endParaRPr lang="en-US" sz="2000" dirty="0"/>
                    </a:p>
                  </a:txBody>
                  <a:tcPr/>
                </a:tc>
                <a:tc>
                  <a:txBody>
                    <a:bodyPr/>
                    <a:lstStyle/>
                    <a:p>
                      <a:endParaRPr lang="en-US" sz="2000" dirty="0"/>
                    </a:p>
                  </a:txBody>
                  <a:tcPr/>
                </a:tc>
                <a:extLst>
                  <a:ext uri="{0D108BD9-81ED-4DB2-BD59-A6C34878D82A}">
                    <a16:rowId xmlns:a16="http://schemas.microsoft.com/office/drawing/2014/main" val="10004"/>
                  </a:ext>
                </a:extLst>
              </a:tr>
              <a:tr h="370840">
                <a:tc>
                  <a:txBody>
                    <a:bodyPr/>
                    <a:lstStyle/>
                    <a:p>
                      <a:r>
                        <a:rPr lang="en-US" sz="2000" dirty="0"/>
                        <a:t>...</a:t>
                      </a:r>
                    </a:p>
                  </a:txBody>
                  <a:tcPr/>
                </a:tc>
                <a:tc>
                  <a:txBody>
                    <a:bodyPr/>
                    <a:lstStyle/>
                    <a:p>
                      <a:endParaRPr lang="en-US" sz="2000" dirty="0"/>
                    </a:p>
                  </a:txBody>
                  <a:tcPr/>
                </a:tc>
                <a:extLst>
                  <a:ext uri="{0D108BD9-81ED-4DB2-BD59-A6C34878D82A}">
                    <a16:rowId xmlns:a16="http://schemas.microsoft.com/office/drawing/2014/main" val="10005"/>
                  </a:ext>
                </a:extLst>
              </a:tr>
              <a:tr h="370840">
                <a:tc>
                  <a:txBody>
                    <a:bodyPr/>
                    <a:lstStyle/>
                    <a:p>
                      <a:endParaRPr lang="en-US" sz="2000" dirty="0"/>
                    </a:p>
                  </a:txBody>
                  <a:tcPr/>
                </a:tc>
                <a:tc>
                  <a:txBody>
                    <a:bodyPr/>
                    <a:lstStyle/>
                    <a:p>
                      <a:endParaRPr lang="en-US" sz="2000" dirty="0"/>
                    </a:p>
                  </a:txBody>
                  <a:tcPr/>
                </a:tc>
                <a:extLst>
                  <a:ext uri="{0D108BD9-81ED-4DB2-BD59-A6C34878D82A}">
                    <a16:rowId xmlns:a16="http://schemas.microsoft.com/office/drawing/2014/main" val="10006"/>
                  </a:ext>
                </a:extLst>
              </a:tr>
            </a:tbl>
          </a:graphicData>
        </a:graphic>
      </p:graphicFrame>
      <p:sp>
        <p:nvSpPr>
          <p:cNvPr id="10" name="TextBox 9"/>
          <p:cNvSpPr txBox="1"/>
          <p:nvPr/>
        </p:nvSpPr>
        <p:spPr>
          <a:xfrm>
            <a:off x="7704676" y="3361176"/>
            <a:ext cx="4007947" cy="1938992"/>
          </a:xfrm>
          <a:prstGeom prst="rect">
            <a:avLst/>
          </a:prstGeom>
          <a:noFill/>
          <a:ln w="38100">
            <a:solidFill>
              <a:srgbClr val="002060"/>
            </a:solidFill>
          </a:ln>
        </p:spPr>
        <p:txBody>
          <a:bodyPr wrap="square" rtlCol="0">
            <a:spAutoFit/>
          </a:bodyPr>
          <a:lstStyle/>
          <a:p>
            <a:r>
              <a:rPr lang="en-US" dirty="0"/>
              <a:t>Questions:</a:t>
            </a:r>
          </a:p>
          <a:p>
            <a:pPr marL="342900" indent="-342900">
              <a:buFont typeface="Arial" charset="0"/>
              <a:buChar char="•"/>
            </a:pPr>
            <a:r>
              <a:rPr lang="en-US" dirty="0"/>
              <a:t>Should passwords be stored in plaintext? </a:t>
            </a:r>
          </a:p>
          <a:p>
            <a:pPr marL="342900" indent="-342900">
              <a:buFont typeface="Arial" charset="0"/>
              <a:buChar char="•"/>
            </a:pPr>
            <a:r>
              <a:rPr lang="en-US" dirty="0"/>
              <a:t>Should passwords be stored in ciphertext?</a:t>
            </a:r>
          </a:p>
        </p:txBody>
      </p:sp>
      <mc:AlternateContent xmlns:mc="http://schemas.openxmlformats.org/markup-compatibility/2006" xmlns:p14="http://schemas.microsoft.com/office/powerpoint/2010/main">
        <mc:Choice Requires="p14">
          <p:contentPart p14:bwMode="auto" r:id="rId2">
            <p14:nvContentPartPr>
              <p14:cNvPr id="48" name="Ink 47">
                <a:extLst>
                  <a:ext uri="{FF2B5EF4-FFF2-40B4-BE49-F238E27FC236}">
                    <a16:creationId xmlns:a16="http://schemas.microsoft.com/office/drawing/2014/main" id="{0DCB3173-F6EC-19D9-67C1-C230CC38BCC9}"/>
                  </a:ext>
                </a:extLst>
              </p14:cNvPr>
              <p14:cNvContentPartPr/>
              <p14:nvPr/>
            </p14:nvContentPartPr>
            <p14:xfrm>
              <a:off x="6781919" y="2892506"/>
              <a:ext cx="747720" cy="278280"/>
            </p14:xfrm>
          </p:contentPart>
        </mc:Choice>
        <mc:Fallback xmlns="">
          <p:pic>
            <p:nvPicPr>
              <p:cNvPr id="48" name="Ink 47">
                <a:extLst>
                  <a:ext uri="{FF2B5EF4-FFF2-40B4-BE49-F238E27FC236}">
                    <a16:creationId xmlns:a16="http://schemas.microsoft.com/office/drawing/2014/main" id="{0DCB3173-F6EC-19D9-67C1-C230CC38BCC9}"/>
                  </a:ext>
                </a:extLst>
              </p:cNvPr>
              <p:cNvPicPr/>
              <p:nvPr/>
            </p:nvPicPr>
            <p:blipFill>
              <a:blip r:embed="rId3"/>
              <a:stretch>
                <a:fillRect/>
              </a:stretch>
            </p:blipFill>
            <p:spPr>
              <a:xfrm>
                <a:off x="6771124" y="2881706"/>
                <a:ext cx="768950" cy="2995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9" name="Ink 48">
                <a:extLst>
                  <a:ext uri="{FF2B5EF4-FFF2-40B4-BE49-F238E27FC236}">
                    <a16:creationId xmlns:a16="http://schemas.microsoft.com/office/drawing/2014/main" id="{1AAA3952-EF5E-DF2C-6742-0A7AFA13DAA5}"/>
                  </a:ext>
                </a:extLst>
              </p14:cNvPr>
              <p14:cNvContentPartPr/>
              <p14:nvPr/>
            </p14:nvContentPartPr>
            <p14:xfrm>
              <a:off x="6431279" y="2442506"/>
              <a:ext cx="1027080" cy="325800"/>
            </p14:xfrm>
          </p:contentPart>
        </mc:Choice>
        <mc:Fallback xmlns="">
          <p:pic>
            <p:nvPicPr>
              <p:cNvPr id="49" name="Ink 48">
                <a:extLst>
                  <a:ext uri="{FF2B5EF4-FFF2-40B4-BE49-F238E27FC236}">
                    <a16:creationId xmlns:a16="http://schemas.microsoft.com/office/drawing/2014/main" id="{1AAA3952-EF5E-DF2C-6742-0A7AFA13DAA5}"/>
                  </a:ext>
                </a:extLst>
              </p:cNvPr>
              <p:cNvPicPr/>
              <p:nvPr/>
            </p:nvPicPr>
            <p:blipFill>
              <a:blip r:embed="rId5"/>
              <a:stretch>
                <a:fillRect/>
              </a:stretch>
            </p:blipFill>
            <p:spPr>
              <a:xfrm>
                <a:off x="6420479" y="2431706"/>
                <a:ext cx="1048320" cy="3470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0" name="Ink 49">
                <a:extLst>
                  <a:ext uri="{FF2B5EF4-FFF2-40B4-BE49-F238E27FC236}">
                    <a16:creationId xmlns:a16="http://schemas.microsoft.com/office/drawing/2014/main" id="{0335E7DD-E58C-505F-9DF8-DB7460A55FCD}"/>
                  </a:ext>
                </a:extLst>
              </p14:cNvPr>
              <p14:cNvContentPartPr/>
              <p14:nvPr/>
            </p14:nvContentPartPr>
            <p14:xfrm>
              <a:off x="5137439" y="2117426"/>
              <a:ext cx="1106280" cy="563040"/>
            </p14:xfrm>
          </p:contentPart>
        </mc:Choice>
        <mc:Fallback xmlns="">
          <p:pic>
            <p:nvPicPr>
              <p:cNvPr id="50" name="Ink 49">
                <a:extLst>
                  <a:ext uri="{FF2B5EF4-FFF2-40B4-BE49-F238E27FC236}">
                    <a16:creationId xmlns:a16="http://schemas.microsoft.com/office/drawing/2014/main" id="{0335E7DD-E58C-505F-9DF8-DB7460A55FCD}"/>
                  </a:ext>
                </a:extLst>
              </p:cNvPr>
              <p:cNvPicPr/>
              <p:nvPr/>
            </p:nvPicPr>
            <p:blipFill>
              <a:blip r:embed="rId7"/>
              <a:stretch>
                <a:fillRect/>
              </a:stretch>
            </p:blipFill>
            <p:spPr>
              <a:xfrm>
                <a:off x="5126639" y="2106633"/>
                <a:ext cx="1127520" cy="584266"/>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1" name="Ink 50">
                <a:extLst>
                  <a:ext uri="{FF2B5EF4-FFF2-40B4-BE49-F238E27FC236}">
                    <a16:creationId xmlns:a16="http://schemas.microsoft.com/office/drawing/2014/main" id="{C0D05C31-A90F-B455-E22B-E4603E80946E}"/>
                  </a:ext>
                </a:extLst>
              </p14:cNvPr>
              <p14:cNvContentPartPr/>
              <p14:nvPr/>
            </p14:nvContentPartPr>
            <p14:xfrm>
              <a:off x="5370719" y="2778746"/>
              <a:ext cx="207360" cy="507600"/>
            </p14:xfrm>
          </p:contentPart>
        </mc:Choice>
        <mc:Fallback xmlns="">
          <p:pic>
            <p:nvPicPr>
              <p:cNvPr id="51" name="Ink 50">
                <a:extLst>
                  <a:ext uri="{FF2B5EF4-FFF2-40B4-BE49-F238E27FC236}">
                    <a16:creationId xmlns:a16="http://schemas.microsoft.com/office/drawing/2014/main" id="{C0D05C31-A90F-B455-E22B-E4603E80946E}"/>
                  </a:ext>
                </a:extLst>
              </p:cNvPr>
              <p:cNvPicPr/>
              <p:nvPr/>
            </p:nvPicPr>
            <p:blipFill>
              <a:blip r:embed="rId9"/>
              <a:stretch>
                <a:fillRect/>
              </a:stretch>
            </p:blipFill>
            <p:spPr>
              <a:xfrm>
                <a:off x="5359919" y="2768306"/>
                <a:ext cx="228600" cy="5288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55" name="Ink 54">
                <a:extLst>
                  <a:ext uri="{FF2B5EF4-FFF2-40B4-BE49-F238E27FC236}">
                    <a16:creationId xmlns:a16="http://schemas.microsoft.com/office/drawing/2014/main" id="{192CF17B-B66C-C4FE-A7AB-8FF7C2F2253A}"/>
                  </a:ext>
                </a:extLst>
              </p14:cNvPr>
              <p14:cNvContentPartPr/>
              <p14:nvPr/>
            </p14:nvContentPartPr>
            <p14:xfrm>
              <a:off x="7627126" y="2884389"/>
              <a:ext cx="271080" cy="218520"/>
            </p14:xfrm>
          </p:contentPart>
        </mc:Choice>
        <mc:Fallback xmlns="">
          <p:pic>
            <p:nvPicPr>
              <p:cNvPr id="55" name="Ink 54">
                <a:extLst>
                  <a:ext uri="{FF2B5EF4-FFF2-40B4-BE49-F238E27FC236}">
                    <a16:creationId xmlns:a16="http://schemas.microsoft.com/office/drawing/2014/main" id="{192CF17B-B66C-C4FE-A7AB-8FF7C2F2253A}"/>
                  </a:ext>
                </a:extLst>
              </p:cNvPr>
              <p:cNvPicPr/>
              <p:nvPr/>
            </p:nvPicPr>
            <p:blipFill>
              <a:blip r:embed="rId11"/>
              <a:stretch>
                <a:fillRect/>
              </a:stretch>
            </p:blipFill>
            <p:spPr>
              <a:xfrm>
                <a:off x="7616686" y="2873949"/>
                <a:ext cx="292320" cy="2397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60" name="Ink 59">
                <a:extLst>
                  <a:ext uri="{FF2B5EF4-FFF2-40B4-BE49-F238E27FC236}">
                    <a16:creationId xmlns:a16="http://schemas.microsoft.com/office/drawing/2014/main" id="{94EFC4FB-A8B5-9240-6DC2-E6A5A82C240F}"/>
                  </a:ext>
                </a:extLst>
              </p14:cNvPr>
              <p14:cNvContentPartPr/>
              <p14:nvPr/>
            </p14:nvContentPartPr>
            <p14:xfrm>
              <a:off x="6817126" y="3262389"/>
              <a:ext cx="490680" cy="283680"/>
            </p14:xfrm>
          </p:contentPart>
        </mc:Choice>
        <mc:Fallback xmlns="">
          <p:pic>
            <p:nvPicPr>
              <p:cNvPr id="60" name="Ink 59">
                <a:extLst>
                  <a:ext uri="{FF2B5EF4-FFF2-40B4-BE49-F238E27FC236}">
                    <a16:creationId xmlns:a16="http://schemas.microsoft.com/office/drawing/2014/main" id="{94EFC4FB-A8B5-9240-6DC2-E6A5A82C240F}"/>
                  </a:ext>
                </a:extLst>
              </p:cNvPr>
              <p:cNvPicPr/>
              <p:nvPr/>
            </p:nvPicPr>
            <p:blipFill>
              <a:blip r:embed="rId13"/>
              <a:stretch>
                <a:fillRect/>
              </a:stretch>
            </p:blipFill>
            <p:spPr>
              <a:xfrm>
                <a:off x="6806334" y="3251589"/>
                <a:ext cx="511904" cy="304920"/>
              </a:xfrm>
              <a:prstGeom prst="rect">
                <a:avLst/>
              </a:prstGeom>
            </p:spPr>
          </p:pic>
        </mc:Fallback>
      </mc:AlternateContent>
    </p:spTree>
    <p:extLst>
      <p:ext uri="{BB962C8B-B14F-4D97-AF65-F5344CB8AC3E}">
        <p14:creationId xmlns:p14="http://schemas.microsoft.com/office/powerpoint/2010/main" val="4116484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B1429C8-B2FC-8142-8894-652B5088A9CA}"/>
              </a:ext>
            </a:extLst>
          </p:cNvPr>
          <p:cNvSpPr>
            <a:spLocks noGrp="1"/>
          </p:cNvSpPr>
          <p:nvPr>
            <p:ph type="title"/>
          </p:nvPr>
        </p:nvSpPr>
        <p:spPr/>
        <p:txBody>
          <a:bodyPr/>
          <a:lstStyle/>
          <a:p>
            <a:r>
              <a:rPr lang="en-US" dirty="0"/>
              <a:t>Weak Authentication</a:t>
            </a:r>
          </a:p>
        </p:txBody>
      </p:sp>
      <p:sp>
        <p:nvSpPr>
          <p:cNvPr id="2" name="Text Placeholder 1">
            <a:extLst>
              <a:ext uri="{FF2B5EF4-FFF2-40B4-BE49-F238E27FC236}">
                <a16:creationId xmlns:a16="http://schemas.microsoft.com/office/drawing/2014/main" id="{39110F1C-5A2C-A0DA-FB58-7106FE98E7BE}"/>
              </a:ext>
            </a:extLst>
          </p:cNvPr>
          <p:cNvSpPr>
            <a:spLocks noGrp="1"/>
          </p:cNvSpPr>
          <p:nvPr>
            <p:ph type="body" idx="11"/>
          </p:nvPr>
        </p:nvSpPr>
        <p:spPr/>
        <p:txBody>
          <a:bodyPr/>
          <a:lstStyle/>
          <a:p>
            <a:endParaRPr lang="en-SG"/>
          </a:p>
        </p:txBody>
      </p:sp>
      <p:sp>
        <p:nvSpPr>
          <p:cNvPr id="7" name="Content Placeholder 6">
            <a:extLst>
              <a:ext uri="{FF2B5EF4-FFF2-40B4-BE49-F238E27FC236}">
                <a16:creationId xmlns:a16="http://schemas.microsoft.com/office/drawing/2014/main" id="{DD616B9F-3966-CC49-92B0-1EF54158FE83}"/>
              </a:ext>
            </a:extLst>
          </p:cNvPr>
          <p:cNvSpPr>
            <a:spLocks noGrp="1"/>
          </p:cNvSpPr>
          <p:nvPr>
            <p:ph idx="1"/>
          </p:nvPr>
        </p:nvSpPr>
        <p:spPr/>
        <p:txBody>
          <a:bodyPr/>
          <a:lstStyle/>
          <a:p>
            <a:r>
              <a:rPr lang="en-US" dirty="0"/>
              <a:t>Non-cryptographic technique</a:t>
            </a:r>
          </a:p>
          <a:p>
            <a:pPr lvl="1"/>
            <a:r>
              <a:rPr lang="en-US" dirty="0"/>
              <a:t>Server: stores “Bob id – Bob password” in a password file</a:t>
            </a:r>
          </a:p>
          <a:p>
            <a:pPr lvl="1"/>
            <a:r>
              <a:rPr lang="en-US" dirty="0"/>
              <a:t>Bob: sends his id and password to the server</a:t>
            </a:r>
          </a:p>
          <a:p>
            <a:pPr lvl="1"/>
            <a:r>
              <a:rPr lang="en-US" dirty="0"/>
              <a:t>Server: authenticates Bob by comparing his password to the password file entry corresponding to Bob’s id</a:t>
            </a:r>
          </a:p>
          <a:p>
            <a:endParaRPr lang="en-US" dirty="0"/>
          </a:p>
        </p:txBody>
      </p:sp>
      <p:grpSp>
        <p:nvGrpSpPr>
          <p:cNvPr id="9" name="Group 8">
            <a:extLst>
              <a:ext uri="{FF2B5EF4-FFF2-40B4-BE49-F238E27FC236}">
                <a16:creationId xmlns:a16="http://schemas.microsoft.com/office/drawing/2014/main" id="{960697D9-F7DC-E24A-A3A0-44D16DBB42D9}"/>
              </a:ext>
            </a:extLst>
          </p:cNvPr>
          <p:cNvGrpSpPr/>
          <p:nvPr/>
        </p:nvGrpSpPr>
        <p:grpSpPr>
          <a:xfrm>
            <a:off x="2031475" y="3392150"/>
            <a:ext cx="8635534" cy="2499383"/>
            <a:chOff x="2482738" y="3760286"/>
            <a:chExt cx="8635534" cy="2499383"/>
          </a:xfrm>
        </p:grpSpPr>
        <p:sp>
          <p:nvSpPr>
            <p:cNvPr id="10" name="Text Box 19">
              <a:extLst>
                <a:ext uri="{FF2B5EF4-FFF2-40B4-BE49-F238E27FC236}">
                  <a16:creationId xmlns:a16="http://schemas.microsoft.com/office/drawing/2014/main" id="{A8C3F4EA-9980-3D4F-B8E2-F4CB5E0EED34}"/>
                </a:ext>
              </a:extLst>
            </p:cNvPr>
            <p:cNvSpPr txBox="1">
              <a:spLocks noChangeArrowheads="1"/>
            </p:cNvSpPr>
            <p:nvPr/>
          </p:nvSpPr>
          <p:spPr bwMode="auto">
            <a:xfrm>
              <a:off x="2558938" y="5661737"/>
              <a:ext cx="990600" cy="369332"/>
            </a:xfrm>
            <a:prstGeom prst="rect">
              <a:avLst/>
            </a:prstGeom>
            <a:noFill/>
            <a:ln w="9525">
              <a:noFill/>
              <a:miter lim="800000"/>
              <a:headEnd/>
              <a:tailEnd/>
            </a:ln>
            <a:effectLst/>
          </p:spPr>
          <p:txBody>
            <a:bodyPr>
              <a:spAutoFit/>
            </a:bodyPr>
            <a:lstStyle/>
            <a:p>
              <a:pPr>
                <a:spcBef>
                  <a:spcPct val="50000"/>
                </a:spcBef>
              </a:pPr>
              <a:r>
                <a:rPr lang="en-US" dirty="0"/>
                <a:t>Bob</a:t>
              </a:r>
            </a:p>
          </p:txBody>
        </p:sp>
        <p:sp>
          <p:nvSpPr>
            <p:cNvPr id="11" name="Line 22">
              <a:extLst>
                <a:ext uri="{FF2B5EF4-FFF2-40B4-BE49-F238E27FC236}">
                  <a16:creationId xmlns:a16="http://schemas.microsoft.com/office/drawing/2014/main" id="{F2D48CE8-95C4-DA44-8B2C-68D06ED6BA0D}"/>
                </a:ext>
              </a:extLst>
            </p:cNvPr>
            <p:cNvSpPr>
              <a:spLocks noChangeShapeType="1"/>
            </p:cNvSpPr>
            <p:nvPr/>
          </p:nvSpPr>
          <p:spPr bwMode="auto">
            <a:xfrm>
              <a:off x="3625738" y="5204537"/>
              <a:ext cx="4038600" cy="0"/>
            </a:xfrm>
            <a:prstGeom prst="line">
              <a:avLst/>
            </a:prstGeom>
            <a:noFill/>
            <a:ln w="38100">
              <a:solidFill>
                <a:schemeClr val="tx1"/>
              </a:solidFill>
              <a:round/>
              <a:headEnd/>
              <a:tailEnd type="triangle" w="med" len="med"/>
            </a:ln>
            <a:effectLst/>
          </p:spPr>
          <p:txBody>
            <a:bodyPr/>
            <a:lstStyle/>
            <a:p>
              <a:endParaRPr lang="en-US"/>
            </a:p>
          </p:txBody>
        </p:sp>
        <p:sp>
          <p:nvSpPr>
            <p:cNvPr id="12" name="Text Box 24">
              <a:extLst>
                <a:ext uri="{FF2B5EF4-FFF2-40B4-BE49-F238E27FC236}">
                  <a16:creationId xmlns:a16="http://schemas.microsoft.com/office/drawing/2014/main" id="{523C253C-3B3C-BA4E-B2AC-439798BBFF57}"/>
                </a:ext>
              </a:extLst>
            </p:cNvPr>
            <p:cNvSpPr txBox="1">
              <a:spLocks noChangeArrowheads="1"/>
            </p:cNvSpPr>
            <p:nvPr/>
          </p:nvSpPr>
          <p:spPr bwMode="auto">
            <a:xfrm>
              <a:off x="7892938" y="5890337"/>
              <a:ext cx="1524000" cy="369332"/>
            </a:xfrm>
            <a:prstGeom prst="rect">
              <a:avLst/>
            </a:prstGeom>
            <a:noFill/>
            <a:ln w="9525">
              <a:noFill/>
              <a:miter lim="800000"/>
              <a:headEnd/>
              <a:tailEnd/>
            </a:ln>
            <a:effectLst/>
          </p:spPr>
          <p:txBody>
            <a:bodyPr>
              <a:spAutoFit/>
            </a:bodyPr>
            <a:lstStyle/>
            <a:p>
              <a:pPr>
                <a:spcBef>
                  <a:spcPct val="50000"/>
                </a:spcBef>
              </a:pPr>
              <a:r>
                <a:rPr lang="en-US" dirty="0"/>
                <a:t>Server</a:t>
              </a:r>
            </a:p>
          </p:txBody>
        </p:sp>
        <p:pic>
          <p:nvPicPr>
            <p:cNvPr id="13" name="Picture 12">
              <a:extLst>
                <a:ext uri="{FF2B5EF4-FFF2-40B4-BE49-F238E27FC236}">
                  <a16:creationId xmlns:a16="http://schemas.microsoft.com/office/drawing/2014/main" id="{A9CC70E5-C4F9-4E4B-8202-9E4F538A0C82}"/>
                </a:ext>
              </a:extLst>
            </p:cNvPr>
            <p:cNvPicPr>
              <a:picLocks noChangeAspect="1"/>
            </p:cNvPicPr>
            <p:nvPr/>
          </p:nvPicPr>
          <p:blipFill>
            <a:blip r:embed="rId2"/>
            <a:stretch>
              <a:fillRect/>
            </a:stretch>
          </p:blipFill>
          <p:spPr>
            <a:xfrm>
              <a:off x="2482738" y="4594937"/>
              <a:ext cx="914400" cy="1082842"/>
            </a:xfrm>
            <a:prstGeom prst="rect">
              <a:avLst/>
            </a:prstGeom>
          </p:spPr>
        </p:pic>
        <p:pic>
          <p:nvPicPr>
            <p:cNvPr id="14" name="Picture 13" descr="j04247901.wmf">
              <a:extLst>
                <a:ext uri="{FF2B5EF4-FFF2-40B4-BE49-F238E27FC236}">
                  <a16:creationId xmlns:a16="http://schemas.microsoft.com/office/drawing/2014/main" id="{EF2BDA80-6160-234C-8E3F-558F6E1C4A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92938" y="3918285"/>
              <a:ext cx="1714500" cy="1778000"/>
            </a:xfrm>
            <a:prstGeom prst="rect">
              <a:avLst/>
            </a:prstGeom>
          </p:spPr>
        </p:pic>
        <p:sp>
          <p:nvSpPr>
            <p:cNvPr id="15" name="Text Box 19">
              <a:extLst>
                <a:ext uri="{FF2B5EF4-FFF2-40B4-BE49-F238E27FC236}">
                  <a16:creationId xmlns:a16="http://schemas.microsoft.com/office/drawing/2014/main" id="{F501AFD6-5F3F-6F4D-94BD-9F15A99207BA}"/>
                </a:ext>
              </a:extLst>
            </p:cNvPr>
            <p:cNvSpPr txBox="1">
              <a:spLocks noChangeArrowheads="1"/>
            </p:cNvSpPr>
            <p:nvPr/>
          </p:nvSpPr>
          <p:spPr bwMode="auto">
            <a:xfrm>
              <a:off x="4676606" y="4864476"/>
              <a:ext cx="2513935" cy="369332"/>
            </a:xfrm>
            <a:prstGeom prst="rect">
              <a:avLst/>
            </a:prstGeom>
            <a:noFill/>
            <a:ln w="9525">
              <a:noFill/>
              <a:miter lim="800000"/>
              <a:headEnd/>
              <a:tailEnd/>
            </a:ln>
            <a:effectLst/>
          </p:spPr>
          <p:txBody>
            <a:bodyPr wrap="square">
              <a:spAutoFit/>
            </a:bodyPr>
            <a:lstStyle/>
            <a:p>
              <a:pPr>
                <a:spcBef>
                  <a:spcPct val="50000"/>
                </a:spcBef>
              </a:pPr>
              <a:r>
                <a:rPr lang="en-US" dirty="0"/>
                <a:t>Bob, password</a:t>
              </a:r>
            </a:p>
          </p:txBody>
        </p:sp>
        <p:sp>
          <p:nvSpPr>
            <p:cNvPr id="16" name="AutoShape 16">
              <a:extLst>
                <a:ext uri="{FF2B5EF4-FFF2-40B4-BE49-F238E27FC236}">
                  <a16:creationId xmlns:a16="http://schemas.microsoft.com/office/drawing/2014/main" id="{4CE0D57B-3DC6-5D4C-BE11-9420B6875D5D}"/>
                </a:ext>
              </a:extLst>
            </p:cNvPr>
            <p:cNvSpPr>
              <a:spLocks noChangeArrowheads="1"/>
            </p:cNvSpPr>
            <p:nvPr/>
          </p:nvSpPr>
          <p:spPr bwMode="auto">
            <a:xfrm>
              <a:off x="9441872" y="4084134"/>
              <a:ext cx="1578430" cy="594743"/>
            </a:xfrm>
            <a:prstGeom prst="flowChartDocument">
              <a:avLst/>
            </a:prstGeom>
            <a:solidFill>
              <a:srgbClr val="4F81BD"/>
            </a:solidFill>
            <a:ln w="9525">
              <a:solidFill>
                <a:sysClr val="windowText" lastClr="000000"/>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chemeClr val="bg1"/>
                  </a:solidFill>
                  <a:effectLst/>
                  <a:uLnTx/>
                  <a:uFillTx/>
                  <a:latin typeface="+mn-lt"/>
                </a:rPr>
                <a:t>(Bob, password)</a:t>
              </a:r>
            </a:p>
          </p:txBody>
        </p:sp>
        <p:sp>
          <p:nvSpPr>
            <p:cNvPr id="17" name="Text Box 18">
              <a:extLst>
                <a:ext uri="{FF2B5EF4-FFF2-40B4-BE49-F238E27FC236}">
                  <a16:creationId xmlns:a16="http://schemas.microsoft.com/office/drawing/2014/main" id="{3D498342-314B-0F4A-8AF4-C961B3A5896F}"/>
                </a:ext>
              </a:extLst>
            </p:cNvPr>
            <p:cNvSpPr txBox="1">
              <a:spLocks noChangeArrowheads="1"/>
            </p:cNvSpPr>
            <p:nvPr/>
          </p:nvSpPr>
          <p:spPr bwMode="auto">
            <a:xfrm>
              <a:off x="9289472" y="3760286"/>
              <a:ext cx="1828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en-US" sz="1800" b="0" i="0" u="none" strike="noStrike" kern="0" cap="none" spc="0" normalizeH="0" baseline="0" noProof="0" dirty="0">
                  <a:ln>
                    <a:noFill/>
                  </a:ln>
                  <a:solidFill>
                    <a:prstClr val="black"/>
                  </a:solidFill>
                  <a:effectLst/>
                  <a:uLnTx/>
                  <a:uFillTx/>
                  <a:latin typeface="+mn-lt"/>
                </a:rPr>
                <a:t>Password file</a:t>
              </a:r>
            </a:p>
          </p:txBody>
        </p:sp>
      </p:grpSp>
    </p:spTree>
    <p:extLst>
      <p:ext uri="{BB962C8B-B14F-4D97-AF65-F5344CB8AC3E}">
        <p14:creationId xmlns:p14="http://schemas.microsoft.com/office/powerpoint/2010/main" val="38970846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AAB93-AE07-6445-959A-B41B24E20AA1}"/>
              </a:ext>
            </a:extLst>
          </p:cNvPr>
          <p:cNvSpPr>
            <a:spLocks noGrp="1"/>
          </p:cNvSpPr>
          <p:nvPr>
            <p:ph type="title"/>
          </p:nvPr>
        </p:nvSpPr>
        <p:spPr/>
        <p:txBody>
          <a:bodyPr/>
          <a:lstStyle/>
          <a:p>
            <a:r>
              <a:rPr lang="en-US" dirty="0"/>
              <a:t>Weak Authentication</a:t>
            </a:r>
          </a:p>
        </p:txBody>
      </p:sp>
      <p:sp>
        <p:nvSpPr>
          <p:cNvPr id="14" name="Text Placeholder 13">
            <a:extLst>
              <a:ext uri="{FF2B5EF4-FFF2-40B4-BE49-F238E27FC236}">
                <a16:creationId xmlns:a16="http://schemas.microsoft.com/office/drawing/2014/main" id="{9C4AAFC2-61F7-9F47-EA96-45152995A006}"/>
              </a:ext>
            </a:extLst>
          </p:cNvPr>
          <p:cNvSpPr>
            <a:spLocks noGrp="1"/>
          </p:cNvSpPr>
          <p:nvPr>
            <p:ph type="body" idx="11"/>
          </p:nvPr>
        </p:nvSpPr>
        <p:spPr/>
        <p:txBody>
          <a:bodyPr/>
          <a:lstStyle/>
          <a:p>
            <a:endParaRPr lang="en-SG"/>
          </a:p>
        </p:txBody>
      </p:sp>
      <p:sp>
        <p:nvSpPr>
          <p:cNvPr id="4" name="Content Placeholder 3">
            <a:extLst>
              <a:ext uri="{FF2B5EF4-FFF2-40B4-BE49-F238E27FC236}">
                <a16:creationId xmlns:a16="http://schemas.microsoft.com/office/drawing/2014/main" id="{B3A55812-B88F-B441-AC4E-A4EBB883E779}"/>
              </a:ext>
            </a:extLst>
          </p:cNvPr>
          <p:cNvSpPr>
            <a:spLocks noGrp="1"/>
          </p:cNvSpPr>
          <p:nvPr>
            <p:ph idx="1"/>
          </p:nvPr>
        </p:nvSpPr>
        <p:spPr/>
        <p:txBody>
          <a:bodyPr/>
          <a:lstStyle/>
          <a:p>
            <a:r>
              <a:rPr lang="en-US" dirty="0"/>
              <a:t>“Encrypted” password file</a:t>
            </a:r>
          </a:p>
          <a:p>
            <a:pPr lvl="1"/>
            <a:r>
              <a:rPr lang="en-US" dirty="0"/>
              <a:t>Bob sends an “encrypted” password to Server</a:t>
            </a:r>
          </a:p>
          <a:p>
            <a:pPr lvl="1"/>
            <a:r>
              <a:rPr lang="en-US" dirty="0"/>
              <a:t>Server compares two pieces of ciphertext</a:t>
            </a:r>
          </a:p>
        </p:txBody>
      </p:sp>
      <p:grpSp>
        <p:nvGrpSpPr>
          <p:cNvPr id="5" name="Group 4">
            <a:extLst>
              <a:ext uri="{FF2B5EF4-FFF2-40B4-BE49-F238E27FC236}">
                <a16:creationId xmlns:a16="http://schemas.microsoft.com/office/drawing/2014/main" id="{72E37949-6206-2144-919A-36D76BC86FDF}"/>
              </a:ext>
            </a:extLst>
          </p:cNvPr>
          <p:cNvGrpSpPr/>
          <p:nvPr/>
        </p:nvGrpSpPr>
        <p:grpSpPr>
          <a:xfrm>
            <a:off x="2031475" y="3392150"/>
            <a:ext cx="8741497" cy="2499383"/>
            <a:chOff x="2482738" y="3760286"/>
            <a:chExt cx="8741497" cy="2499383"/>
          </a:xfrm>
        </p:grpSpPr>
        <p:sp>
          <p:nvSpPr>
            <p:cNvPr id="6" name="Text Box 19">
              <a:extLst>
                <a:ext uri="{FF2B5EF4-FFF2-40B4-BE49-F238E27FC236}">
                  <a16:creationId xmlns:a16="http://schemas.microsoft.com/office/drawing/2014/main" id="{F8734302-94EC-C948-8EEE-708574A5B9F5}"/>
                </a:ext>
              </a:extLst>
            </p:cNvPr>
            <p:cNvSpPr txBox="1">
              <a:spLocks noChangeArrowheads="1"/>
            </p:cNvSpPr>
            <p:nvPr/>
          </p:nvSpPr>
          <p:spPr bwMode="auto">
            <a:xfrm>
              <a:off x="2558938" y="5661737"/>
              <a:ext cx="990600" cy="369332"/>
            </a:xfrm>
            <a:prstGeom prst="rect">
              <a:avLst/>
            </a:prstGeom>
            <a:noFill/>
            <a:ln w="9525">
              <a:noFill/>
              <a:miter lim="800000"/>
              <a:headEnd/>
              <a:tailEnd/>
            </a:ln>
            <a:effectLst/>
          </p:spPr>
          <p:txBody>
            <a:bodyPr>
              <a:spAutoFit/>
            </a:bodyPr>
            <a:lstStyle/>
            <a:p>
              <a:pPr>
                <a:spcBef>
                  <a:spcPct val="50000"/>
                </a:spcBef>
              </a:pPr>
              <a:r>
                <a:rPr lang="en-US" dirty="0"/>
                <a:t>Bob</a:t>
              </a:r>
            </a:p>
          </p:txBody>
        </p:sp>
        <p:sp>
          <p:nvSpPr>
            <p:cNvPr id="7" name="Line 22">
              <a:extLst>
                <a:ext uri="{FF2B5EF4-FFF2-40B4-BE49-F238E27FC236}">
                  <a16:creationId xmlns:a16="http://schemas.microsoft.com/office/drawing/2014/main" id="{29158845-CEF6-6A41-AEDF-C292212B4E58}"/>
                </a:ext>
              </a:extLst>
            </p:cNvPr>
            <p:cNvSpPr>
              <a:spLocks noChangeShapeType="1"/>
            </p:cNvSpPr>
            <p:nvPr/>
          </p:nvSpPr>
          <p:spPr bwMode="auto">
            <a:xfrm>
              <a:off x="3625738" y="5204537"/>
              <a:ext cx="4038600" cy="0"/>
            </a:xfrm>
            <a:prstGeom prst="line">
              <a:avLst/>
            </a:prstGeom>
            <a:noFill/>
            <a:ln w="38100">
              <a:solidFill>
                <a:schemeClr val="tx1"/>
              </a:solidFill>
              <a:round/>
              <a:headEnd/>
              <a:tailEnd type="triangle" w="med" len="med"/>
            </a:ln>
            <a:effectLst/>
          </p:spPr>
          <p:txBody>
            <a:bodyPr/>
            <a:lstStyle/>
            <a:p>
              <a:endParaRPr lang="en-US"/>
            </a:p>
          </p:txBody>
        </p:sp>
        <p:sp>
          <p:nvSpPr>
            <p:cNvPr id="8" name="Text Box 24">
              <a:extLst>
                <a:ext uri="{FF2B5EF4-FFF2-40B4-BE49-F238E27FC236}">
                  <a16:creationId xmlns:a16="http://schemas.microsoft.com/office/drawing/2014/main" id="{BB1F8F97-E33D-EB4E-AB5A-CB52598CCA51}"/>
                </a:ext>
              </a:extLst>
            </p:cNvPr>
            <p:cNvSpPr txBox="1">
              <a:spLocks noChangeArrowheads="1"/>
            </p:cNvSpPr>
            <p:nvPr/>
          </p:nvSpPr>
          <p:spPr bwMode="auto">
            <a:xfrm>
              <a:off x="7892938" y="5890337"/>
              <a:ext cx="1524000" cy="369332"/>
            </a:xfrm>
            <a:prstGeom prst="rect">
              <a:avLst/>
            </a:prstGeom>
            <a:noFill/>
            <a:ln w="9525">
              <a:noFill/>
              <a:miter lim="800000"/>
              <a:headEnd/>
              <a:tailEnd/>
            </a:ln>
            <a:effectLst/>
          </p:spPr>
          <p:txBody>
            <a:bodyPr>
              <a:spAutoFit/>
            </a:bodyPr>
            <a:lstStyle/>
            <a:p>
              <a:pPr>
                <a:spcBef>
                  <a:spcPct val="50000"/>
                </a:spcBef>
              </a:pPr>
              <a:r>
                <a:rPr lang="en-US" dirty="0"/>
                <a:t>Server</a:t>
              </a:r>
            </a:p>
          </p:txBody>
        </p:sp>
        <p:pic>
          <p:nvPicPr>
            <p:cNvPr id="9" name="Picture 8">
              <a:extLst>
                <a:ext uri="{FF2B5EF4-FFF2-40B4-BE49-F238E27FC236}">
                  <a16:creationId xmlns:a16="http://schemas.microsoft.com/office/drawing/2014/main" id="{8AD2FDD8-9579-074C-94B2-FBE659A2093B}"/>
                </a:ext>
              </a:extLst>
            </p:cNvPr>
            <p:cNvPicPr>
              <a:picLocks noChangeAspect="1"/>
            </p:cNvPicPr>
            <p:nvPr/>
          </p:nvPicPr>
          <p:blipFill>
            <a:blip r:embed="rId2"/>
            <a:stretch>
              <a:fillRect/>
            </a:stretch>
          </p:blipFill>
          <p:spPr>
            <a:xfrm>
              <a:off x="2482738" y="4594937"/>
              <a:ext cx="914400" cy="1082842"/>
            </a:xfrm>
            <a:prstGeom prst="rect">
              <a:avLst/>
            </a:prstGeom>
          </p:spPr>
        </p:pic>
        <p:pic>
          <p:nvPicPr>
            <p:cNvPr id="10" name="Picture 9" descr="j04247901.wmf">
              <a:extLst>
                <a:ext uri="{FF2B5EF4-FFF2-40B4-BE49-F238E27FC236}">
                  <a16:creationId xmlns:a16="http://schemas.microsoft.com/office/drawing/2014/main" id="{40F909A2-2C04-184F-9210-3A14FA96D0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92938" y="3918285"/>
              <a:ext cx="1714500" cy="1778000"/>
            </a:xfrm>
            <a:prstGeom prst="rect">
              <a:avLst/>
            </a:prstGeom>
          </p:spPr>
        </p:pic>
        <p:sp>
          <p:nvSpPr>
            <p:cNvPr id="11" name="Text Box 19">
              <a:extLst>
                <a:ext uri="{FF2B5EF4-FFF2-40B4-BE49-F238E27FC236}">
                  <a16:creationId xmlns:a16="http://schemas.microsoft.com/office/drawing/2014/main" id="{6C73D169-8842-DC41-BA48-9BA9CA49827F}"/>
                </a:ext>
              </a:extLst>
            </p:cNvPr>
            <p:cNvSpPr txBox="1">
              <a:spLocks noChangeArrowheads="1"/>
            </p:cNvSpPr>
            <p:nvPr/>
          </p:nvSpPr>
          <p:spPr bwMode="auto">
            <a:xfrm>
              <a:off x="4676606" y="4864476"/>
              <a:ext cx="2513935" cy="369332"/>
            </a:xfrm>
            <a:prstGeom prst="rect">
              <a:avLst/>
            </a:prstGeom>
            <a:noFill/>
            <a:ln w="9525">
              <a:noFill/>
              <a:miter lim="800000"/>
              <a:headEnd/>
              <a:tailEnd/>
            </a:ln>
            <a:effectLst/>
          </p:spPr>
          <p:txBody>
            <a:bodyPr wrap="square">
              <a:spAutoFit/>
            </a:bodyPr>
            <a:lstStyle/>
            <a:p>
              <a:pPr>
                <a:spcBef>
                  <a:spcPct val="50000"/>
                </a:spcBef>
              </a:pPr>
              <a:r>
                <a:rPr lang="en-US" dirty="0"/>
                <a:t>Bob, E(password)</a:t>
              </a:r>
            </a:p>
          </p:txBody>
        </p:sp>
        <p:sp>
          <p:nvSpPr>
            <p:cNvPr id="12" name="AutoShape 16">
              <a:extLst>
                <a:ext uri="{FF2B5EF4-FFF2-40B4-BE49-F238E27FC236}">
                  <a16:creationId xmlns:a16="http://schemas.microsoft.com/office/drawing/2014/main" id="{4B778762-D7A7-B24A-9F30-0D67009680F6}"/>
                </a:ext>
              </a:extLst>
            </p:cNvPr>
            <p:cNvSpPr>
              <a:spLocks noChangeArrowheads="1"/>
            </p:cNvSpPr>
            <p:nvPr/>
          </p:nvSpPr>
          <p:spPr bwMode="auto">
            <a:xfrm>
              <a:off x="9395435" y="4178470"/>
              <a:ext cx="1828800" cy="594743"/>
            </a:xfrm>
            <a:prstGeom prst="flowChartDocument">
              <a:avLst/>
            </a:prstGeom>
            <a:solidFill>
              <a:srgbClr val="4F81BD"/>
            </a:solidFill>
            <a:ln w="9525">
              <a:solidFill>
                <a:sysClr val="windowText" lastClr="000000"/>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chemeClr val="bg1"/>
                  </a:solidFill>
                  <a:effectLst/>
                  <a:uLnTx/>
                  <a:uFillTx/>
                  <a:latin typeface="+mn-lt"/>
                </a:rPr>
                <a:t>(Bob, E(password))</a:t>
              </a:r>
            </a:p>
          </p:txBody>
        </p:sp>
        <p:sp>
          <p:nvSpPr>
            <p:cNvPr id="13" name="Text Box 18">
              <a:extLst>
                <a:ext uri="{FF2B5EF4-FFF2-40B4-BE49-F238E27FC236}">
                  <a16:creationId xmlns:a16="http://schemas.microsoft.com/office/drawing/2014/main" id="{F7BC1E86-CF0C-B24B-A1FF-D058C6BA152A}"/>
                </a:ext>
              </a:extLst>
            </p:cNvPr>
            <p:cNvSpPr txBox="1">
              <a:spLocks noChangeArrowheads="1"/>
            </p:cNvSpPr>
            <p:nvPr/>
          </p:nvSpPr>
          <p:spPr bwMode="auto">
            <a:xfrm>
              <a:off x="9289472" y="3760286"/>
              <a:ext cx="1828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en-US" sz="1800" b="0" i="0" u="none" strike="noStrike" kern="0" cap="none" spc="0" normalizeH="0" baseline="0" noProof="0" dirty="0">
                  <a:ln>
                    <a:noFill/>
                  </a:ln>
                  <a:solidFill>
                    <a:prstClr val="black"/>
                  </a:solidFill>
                  <a:effectLst/>
                  <a:uLnTx/>
                  <a:uFillTx/>
                  <a:latin typeface="+mn-lt"/>
                </a:rPr>
                <a:t>Password file</a:t>
              </a:r>
            </a:p>
          </p:txBody>
        </p:sp>
      </p:grpSp>
      <mc:AlternateContent xmlns:mc="http://schemas.openxmlformats.org/markup-compatibility/2006" xmlns:p14="http://schemas.microsoft.com/office/powerpoint/2010/main">
        <mc:Choice Requires="p14">
          <p:contentPart p14:bwMode="auto" r:id="rId4">
            <p14:nvContentPartPr>
              <p14:cNvPr id="30" name="Ink 29">
                <a:extLst>
                  <a:ext uri="{FF2B5EF4-FFF2-40B4-BE49-F238E27FC236}">
                    <a16:creationId xmlns:a16="http://schemas.microsoft.com/office/drawing/2014/main" id="{4536BAF5-1ED1-8F69-AD31-769F8F232BB3}"/>
                  </a:ext>
                </a:extLst>
              </p14:cNvPr>
              <p14:cNvContentPartPr/>
              <p14:nvPr/>
            </p14:nvContentPartPr>
            <p14:xfrm>
              <a:off x="1669756" y="2553920"/>
              <a:ext cx="1093320" cy="653040"/>
            </p14:xfrm>
          </p:contentPart>
        </mc:Choice>
        <mc:Fallback xmlns="">
          <p:pic>
            <p:nvPicPr>
              <p:cNvPr id="30" name="Ink 29">
                <a:extLst>
                  <a:ext uri="{FF2B5EF4-FFF2-40B4-BE49-F238E27FC236}">
                    <a16:creationId xmlns:a16="http://schemas.microsoft.com/office/drawing/2014/main" id="{4536BAF5-1ED1-8F69-AD31-769F8F232BB3}"/>
                  </a:ext>
                </a:extLst>
              </p:cNvPr>
              <p:cNvPicPr/>
              <p:nvPr/>
            </p:nvPicPr>
            <p:blipFill>
              <a:blip r:embed="rId5"/>
              <a:stretch>
                <a:fillRect/>
              </a:stretch>
            </p:blipFill>
            <p:spPr>
              <a:xfrm>
                <a:off x="1658956" y="2543120"/>
                <a:ext cx="1114560" cy="6742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5" name="Ink 44">
                <a:extLst>
                  <a:ext uri="{FF2B5EF4-FFF2-40B4-BE49-F238E27FC236}">
                    <a16:creationId xmlns:a16="http://schemas.microsoft.com/office/drawing/2014/main" id="{7BCDB5B5-0ADE-4E7F-F54E-5DE68E31CDCD}"/>
                  </a:ext>
                </a:extLst>
              </p14:cNvPr>
              <p14:cNvContentPartPr/>
              <p14:nvPr/>
            </p14:nvContentPartPr>
            <p14:xfrm>
              <a:off x="3514036" y="2493080"/>
              <a:ext cx="1127160" cy="662400"/>
            </p14:xfrm>
          </p:contentPart>
        </mc:Choice>
        <mc:Fallback xmlns="">
          <p:pic>
            <p:nvPicPr>
              <p:cNvPr id="45" name="Ink 44">
                <a:extLst>
                  <a:ext uri="{FF2B5EF4-FFF2-40B4-BE49-F238E27FC236}">
                    <a16:creationId xmlns:a16="http://schemas.microsoft.com/office/drawing/2014/main" id="{7BCDB5B5-0ADE-4E7F-F54E-5DE68E31CDCD}"/>
                  </a:ext>
                </a:extLst>
              </p:cNvPr>
              <p:cNvPicPr/>
              <p:nvPr/>
            </p:nvPicPr>
            <p:blipFill>
              <a:blip r:embed="rId7"/>
              <a:stretch>
                <a:fillRect/>
              </a:stretch>
            </p:blipFill>
            <p:spPr>
              <a:xfrm>
                <a:off x="3503239" y="2482640"/>
                <a:ext cx="1148393" cy="6836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46" name="Ink 45">
                <a:extLst>
                  <a:ext uri="{FF2B5EF4-FFF2-40B4-BE49-F238E27FC236}">
                    <a16:creationId xmlns:a16="http://schemas.microsoft.com/office/drawing/2014/main" id="{80B7D0BD-86D4-3B88-52D5-FFF214F62201}"/>
                  </a:ext>
                </a:extLst>
              </p14:cNvPr>
              <p14:cNvContentPartPr/>
              <p14:nvPr/>
            </p14:nvContentPartPr>
            <p14:xfrm>
              <a:off x="2986636" y="2675240"/>
              <a:ext cx="386280" cy="318240"/>
            </p14:xfrm>
          </p:contentPart>
        </mc:Choice>
        <mc:Fallback xmlns="">
          <p:pic>
            <p:nvPicPr>
              <p:cNvPr id="46" name="Ink 45">
                <a:extLst>
                  <a:ext uri="{FF2B5EF4-FFF2-40B4-BE49-F238E27FC236}">
                    <a16:creationId xmlns:a16="http://schemas.microsoft.com/office/drawing/2014/main" id="{80B7D0BD-86D4-3B88-52D5-FFF214F62201}"/>
                  </a:ext>
                </a:extLst>
              </p:cNvPr>
              <p:cNvPicPr/>
              <p:nvPr/>
            </p:nvPicPr>
            <p:blipFill>
              <a:blip r:embed="rId9"/>
              <a:stretch>
                <a:fillRect/>
              </a:stretch>
            </p:blipFill>
            <p:spPr>
              <a:xfrm>
                <a:off x="2975846" y="2664800"/>
                <a:ext cx="407500" cy="3394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47" name="Ink 46">
                <a:extLst>
                  <a:ext uri="{FF2B5EF4-FFF2-40B4-BE49-F238E27FC236}">
                    <a16:creationId xmlns:a16="http://schemas.microsoft.com/office/drawing/2014/main" id="{94017F85-CB75-189D-B4B1-006CF4C5C824}"/>
                  </a:ext>
                </a:extLst>
              </p14:cNvPr>
              <p14:cNvContentPartPr/>
              <p14:nvPr/>
            </p14:nvContentPartPr>
            <p14:xfrm>
              <a:off x="4242676" y="2918240"/>
              <a:ext cx="110520" cy="159840"/>
            </p14:xfrm>
          </p:contentPart>
        </mc:Choice>
        <mc:Fallback xmlns="">
          <p:pic>
            <p:nvPicPr>
              <p:cNvPr id="47" name="Ink 46">
                <a:extLst>
                  <a:ext uri="{FF2B5EF4-FFF2-40B4-BE49-F238E27FC236}">
                    <a16:creationId xmlns:a16="http://schemas.microsoft.com/office/drawing/2014/main" id="{94017F85-CB75-189D-B4B1-006CF4C5C824}"/>
                  </a:ext>
                </a:extLst>
              </p:cNvPr>
              <p:cNvPicPr/>
              <p:nvPr/>
            </p:nvPicPr>
            <p:blipFill>
              <a:blip r:embed="rId11"/>
              <a:stretch>
                <a:fillRect/>
              </a:stretch>
            </p:blipFill>
            <p:spPr>
              <a:xfrm>
                <a:off x="4231876" y="2907440"/>
                <a:ext cx="131760" cy="1810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48" name="Ink 47">
                <a:extLst>
                  <a:ext uri="{FF2B5EF4-FFF2-40B4-BE49-F238E27FC236}">
                    <a16:creationId xmlns:a16="http://schemas.microsoft.com/office/drawing/2014/main" id="{34026E53-B59D-D39F-2177-89CAE2CEAE93}"/>
                  </a:ext>
                </a:extLst>
              </p14:cNvPr>
              <p14:cNvContentPartPr/>
              <p14:nvPr/>
            </p14:nvContentPartPr>
            <p14:xfrm>
              <a:off x="4367956" y="2897360"/>
              <a:ext cx="110520" cy="182520"/>
            </p14:xfrm>
          </p:contentPart>
        </mc:Choice>
        <mc:Fallback xmlns="">
          <p:pic>
            <p:nvPicPr>
              <p:cNvPr id="48" name="Ink 47">
                <a:extLst>
                  <a:ext uri="{FF2B5EF4-FFF2-40B4-BE49-F238E27FC236}">
                    <a16:creationId xmlns:a16="http://schemas.microsoft.com/office/drawing/2014/main" id="{34026E53-B59D-D39F-2177-89CAE2CEAE93}"/>
                  </a:ext>
                </a:extLst>
              </p:cNvPr>
              <p:cNvPicPr/>
              <p:nvPr/>
            </p:nvPicPr>
            <p:blipFill>
              <a:blip r:embed="rId13"/>
              <a:stretch>
                <a:fillRect/>
              </a:stretch>
            </p:blipFill>
            <p:spPr>
              <a:xfrm>
                <a:off x="4357156" y="2886560"/>
                <a:ext cx="13176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49" name="Ink 48">
                <a:extLst>
                  <a:ext uri="{FF2B5EF4-FFF2-40B4-BE49-F238E27FC236}">
                    <a16:creationId xmlns:a16="http://schemas.microsoft.com/office/drawing/2014/main" id="{8E48E479-775D-A5D4-B360-A9EEAE530DB3}"/>
                  </a:ext>
                </a:extLst>
              </p14:cNvPr>
              <p14:cNvContentPartPr/>
              <p14:nvPr/>
            </p14:nvContentPartPr>
            <p14:xfrm>
              <a:off x="4482436" y="2888000"/>
              <a:ext cx="98280" cy="174600"/>
            </p14:xfrm>
          </p:contentPart>
        </mc:Choice>
        <mc:Fallback xmlns="">
          <p:pic>
            <p:nvPicPr>
              <p:cNvPr id="49" name="Ink 48">
                <a:extLst>
                  <a:ext uri="{FF2B5EF4-FFF2-40B4-BE49-F238E27FC236}">
                    <a16:creationId xmlns:a16="http://schemas.microsoft.com/office/drawing/2014/main" id="{8E48E479-775D-A5D4-B360-A9EEAE530DB3}"/>
                  </a:ext>
                </a:extLst>
              </p:cNvPr>
              <p:cNvPicPr/>
              <p:nvPr/>
            </p:nvPicPr>
            <p:blipFill>
              <a:blip r:embed="rId15"/>
              <a:stretch>
                <a:fillRect/>
              </a:stretch>
            </p:blipFill>
            <p:spPr>
              <a:xfrm>
                <a:off x="4471636" y="2877200"/>
                <a:ext cx="119520" cy="1958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50" name="Ink 49">
                <a:extLst>
                  <a:ext uri="{FF2B5EF4-FFF2-40B4-BE49-F238E27FC236}">
                    <a16:creationId xmlns:a16="http://schemas.microsoft.com/office/drawing/2014/main" id="{44864176-EE1D-E0C1-C065-AC4CB2EF7427}"/>
                  </a:ext>
                </a:extLst>
              </p14:cNvPr>
              <p14:cNvContentPartPr/>
              <p14:nvPr/>
            </p14:nvContentPartPr>
            <p14:xfrm>
              <a:off x="4584316" y="2906720"/>
              <a:ext cx="46080" cy="169200"/>
            </p14:xfrm>
          </p:contentPart>
        </mc:Choice>
        <mc:Fallback xmlns="">
          <p:pic>
            <p:nvPicPr>
              <p:cNvPr id="50" name="Ink 49">
                <a:extLst>
                  <a:ext uri="{FF2B5EF4-FFF2-40B4-BE49-F238E27FC236}">
                    <a16:creationId xmlns:a16="http://schemas.microsoft.com/office/drawing/2014/main" id="{44864176-EE1D-E0C1-C065-AC4CB2EF7427}"/>
                  </a:ext>
                </a:extLst>
              </p:cNvPr>
              <p:cNvPicPr/>
              <p:nvPr/>
            </p:nvPicPr>
            <p:blipFill>
              <a:blip r:embed="rId17"/>
              <a:stretch>
                <a:fillRect/>
              </a:stretch>
            </p:blipFill>
            <p:spPr>
              <a:xfrm>
                <a:off x="4573516" y="2895897"/>
                <a:ext cx="67320" cy="190485"/>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51" name="Ink 50">
                <a:extLst>
                  <a:ext uri="{FF2B5EF4-FFF2-40B4-BE49-F238E27FC236}">
                    <a16:creationId xmlns:a16="http://schemas.microsoft.com/office/drawing/2014/main" id="{41EBDCA6-AA05-6D46-ECC9-1D98516F643E}"/>
                  </a:ext>
                </a:extLst>
              </p14:cNvPr>
              <p14:cNvContentPartPr/>
              <p14:nvPr/>
            </p14:nvContentPartPr>
            <p14:xfrm>
              <a:off x="4656316" y="2948480"/>
              <a:ext cx="64800" cy="38160"/>
            </p14:xfrm>
          </p:contentPart>
        </mc:Choice>
        <mc:Fallback xmlns="">
          <p:pic>
            <p:nvPicPr>
              <p:cNvPr id="51" name="Ink 50">
                <a:extLst>
                  <a:ext uri="{FF2B5EF4-FFF2-40B4-BE49-F238E27FC236}">
                    <a16:creationId xmlns:a16="http://schemas.microsoft.com/office/drawing/2014/main" id="{41EBDCA6-AA05-6D46-ECC9-1D98516F643E}"/>
                  </a:ext>
                </a:extLst>
              </p:cNvPr>
              <p:cNvPicPr/>
              <p:nvPr/>
            </p:nvPicPr>
            <p:blipFill>
              <a:blip r:embed="rId19"/>
              <a:stretch>
                <a:fillRect/>
              </a:stretch>
            </p:blipFill>
            <p:spPr>
              <a:xfrm>
                <a:off x="4645516" y="2937680"/>
                <a:ext cx="8604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52" name="Ink 51">
                <a:extLst>
                  <a:ext uri="{FF2B5EF4-FFF2-40B4-BE49-F238E27FC236}">
                    <a16:creationId xmlns:a16="http://schemas.microsoft.com/office/drawing/2014/main" id="{5F20EBDB-88F0-5E91-7BFF-CB4141953BB1}"/>
                  </a:ext>
                </a:extLst>
              </p14:cNvPr>
              <p14:cNvContentPartPr/>
              <p14:nvPr/>
            </p14:nvContentPartPr>
            <p14:xfrm>
              <a:off x="4709956" y="2906720"/>
              <a:ext cx="30240" cy="161280"/>
            </p14:xfrm>
          </p:contentPart>
        </mc:Choice>
        <mc:Fallback xmlns="">
          <p:pic>
            <p:nvPicPr>
              <p:cNvPr id="52" name="Ink 51">
                <a:extLst>
                  <a:ext uri="{FF2B5EF4-FFF2-40B4-BE49-F238E27FC236}">
                    <a16:creationId xmlns:a16="http://schemas.microsoft.com/office/drawing/2014/main" id="{5F20EBDB-88F0-5E91-7BFF-CB4141953BB1}"/>
                  </a:ext>
                </a:extLst>
              </p:cNvPr>
              <p:cNvPicPr/>
              <p:nvPr/>
            </p:nvPicPr>
            <p:blipFill>
              <a:blip r:embed="rId21"/>
              <a:stretch>
                <a:fillRect/>
              </a:stretch>
            </p:blipFill>
            <p:spPr>
              <a:xfrm>
                <a:off x="4699156" y="2895920"/>
                <a:ext cx="51480" cy="1825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53" name="Ink 52">
                <a:extLst>
                  <a:ext uri="{FF2B5EF4-FFF2-40B4-BE49-F238E27FC236}">
                    <a16:creationId xmlns:a16="http://schemas.microsoft.com/office/drawing/2014/main" id="{65BF626B-D309-3149-C5B2-473AB0DA6BCE}"/>
                  </a:ext>
                </a:extLst>
              </p14:cNvPr>
              <p14:cNvContentPartPr/>
              <p14:nvPr/>
            </p14:nvContentPartPr>
            <p14:xfrm>
              <a:off x="4762516" y="2933360"/>
              <a:ext cx="15120" cy="137520"/>
            </p14:xfrm>
          </p:contentPart>
        </mc:Choice>
        <mc:Fallback xmlns="">
          <p:pic>
            <p:nvPicPr>
              <p:cNvPr id="53" name="Ink 52">
                <a:extLst>
                  <a:ext uri="{FF2B5EF4-FFF2-40B4-BE49-F238E27FC236}">
                    <a16:creationId xmlns:a16="http://schemas.microsoft.com/office/drawing/2014/main" id="{65BF626B-D309-3149-C5B2-473AB0DA6BCE}"/>
                  </a:ext>
                </a:extLst>
              </p:cNvPr>
              <p:cNvPicPr/>
              <p:nvPr/>
            </p:nvPicPr>
            <p:blipFill>
              <a:blip r:embed="rId23"/>
              <a:stretch>
                <a:fillRect/>
              </a:stretch>
            </p:blipFill>
            <p:spPr>
              <a:xfrm>
                <a:off x="4751716" y="2922532"/>
                <a:ext cx="36360" cy="158816"/>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54" name="Ink 53">
                <a:extLst>
                  <a:ext uri="{FF2B5EF4-FFF2-40B4-BE49-F238E27FC236}">
                    <a16:creationId xmlns:a16="http://schemas.microsoft.com/office/drawing/2014/main" id="{2B634A31-0F44-6E8A-4868-DBB137814E74}"/>
                  </a:ext>
                </a:extLst>
              </p14:cNvPr>
              <p14:cNvContentPartPr/>
              <p14:nvPr/>
            </p14:nvContentPartPr>
            <p14:xfrm>
              <a:off x="4758916" y="2895560"/>
              <a:ext cx="49680" cy="106200"/>
            </p14:xfrm>
          </p:contentPart>
        </mc:Choice>
        <mc:Fallback xmlns="">
          <p:pic>
            <p:nvPicPr>
              <p:cNvPr id="54" name="Ink 53">
                <a:extLst>
                  <a:ext uri="{FF2B5EF4-FFF2-40B4-BE49-F238E27FC236}">
                    <a16:creationId xmlns:a16="http://schemas.microsoft.com/office/drawing/2014/main" id="{2B634A31-0F44-6E8A-4868-DBB137814E74}"/>
                  </a:ext>
                </a:extLst>
              </p:cNvPr>
              <p:cNvPicPr/>
              <p:nvPr/>
            </p:nvPicPr>
            <p:blipFill>
              <a:blip r:embed="rId25"/>
              <a:stretch>
                <a:fillRect/>
              </a:stretch>
            </p:blipFill>
            <p:spPr>
              <a:xfrm>
                <a:off x="4748116" y="2884760"/>
                <a:ext cx="7092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55" name="Ink 54">
                <a:extLst>
                  <a:ext uri="{FF2B5EF4-FFF2-40B4-BE49-F238E27FC236}">
                    <a16:creationId xmlns:a16="http://schemas.microsoft.com/office/drawing/2014/main" id="{397A57B1-36CD-93B6-EEE4-1A3BF1AE0E0E}"/>
                  </a:ext>
                </a:extLst>
              </p14:cNvPr>
              <p14:cNvContentPartPr/>
              <p14:nvPr/>
            </p14:nvContentPartPr>
            <p14:xfrm>
              <a:off x="4830916" y="2814200"/>
              <a:ext cx="178560" cy="187560"/>
            </p14:xfrm>
          </p:contentPart>
        </mc:Choice>
        <mc:Fallback xmlns="">
          <p:pic>
            <p:nvPicPr>
              <p:cNvPr id="55" name="Ink 54">
                <a:extLst>
                  <a:ext uri="{FF2B5EF4-FFF2-40B4-BE49-F238E27FC236}">
                    <a16:creationId xmlns:a16="http://schemas.microsoft.com/office/drawing/2014/main" id="{397A57B1-36CD-93B6-EEE4-1A3BF1AE0E0E}"/>
                  </a:ext>
                </a:extLst>
              </p:cNvPr>
              <p:cNvPicPr/>
              <p:nvPr/>
            </p:nvPicPr>
            <p:blipFill>
              <a:blip r:embed="rId27"/>
              <a:stretch>
                <a:fillRect/>
              </a:stretch>
            </p:blipFill>
            <p:spPr>
              <a:xfrm>
                <a:off x="4820138" y="2803400"/>
                <a:ext cx="199757" cy="2088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56" name="Ink 55">
                <a:extLst>
                  <a:ext uri="{FF2B5EF4-FFF2-40B4-BE49-F238E27FC236}">
                    <a16:creationId xmlns:a16="http://schemas.microsoft.com/office/drawing/2014/main" id="{257E9ABE-CCE6-F69C-B6F3-BEEA56AA413D}"/>
                  </a:ext>
                </a:extLst>
              </p14:cNvPr>
              <p14:cNvContentPartPr/>
              <p14:nvPr/>
            </p14:nvContentPartPr>
            <p14:xfrm>
              <a:off x="5013076" y="2895560"/>
              <a:ext cx="19440" cy="186480"/>
            </p14:xfrm>
          </p:contentPart>
        </mc:Choice>
        <mc:Fallback xmlns="">
          <p:pic>
            <p:nvPicPr>
              <p:cNvPr id="56" name="Ink 55">
                <a:extLst>
                  <a:ext uri="{FF2B5EF4-FFF2-40B4-BE49-F238E27FC236}">
                    <a16:creationId xmlns:a16="http://schemas.microsoft.com/office/drawing/2014/main" id="{257E9ABE-CCE6-F69C-B6F3-BEEA56AA413D}"/>
                  </a:ext>
                </a:extLst>
              </p:cNvPr>
              <p:cNvPicPr/>
              <p:nvPr/>
            </p:nvPicPr>
            <p:blipFill>
              <a:blip r:embed="rId29"/>
              <a:stretch>
                <a:fillRect/>
              </a:stretch>
            </p:blipFill>
            <p:spPr>
              <a:xfrm>
                <a:off x="5002276" y="2884760"/>
                <a:ext cx="40680" cy="2077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57" name="Ink 56">
                <a:extLst>
                  <a:ext uri="{FF2B5EF4-FFF2-40B4-BE49-F238E27FC236}">
                    <a16:creationId xmlns:a16="http://schemas.microsoft.com/office/drawing/2014/main" id="{FF688E3F-EE1D-0BF7-AFF8-E21673398DBD}"/>
                  </a:ext>
                </a:extLst>
              </p14:cNvPr>
              <p14:cNvContentPartPr/>
              <p14:nvPr/>
            </p14:nvContentPartPr>
            <p14:xfrm>
              <a:off x="3779716" y="3259880"/>
              <a:ext cx="137160" cy="207720"/>
            </p14:xfrm>
          </p:contentPart>
        </mc:Choice>
        <mc:Fallback xmlns="">
          <p:pic>
            <p:nvPicPr>
              <p:cNvPr id="57" name="Ink 56">
                <a:extLst>
                  <a:ext uri="{FF2B5EF4-FFF2-40B4-BE49-F238E27FC236}">
                    <a16:creationId xmlns:a16="http://schemas.microsoft.com/office/drawing/2014/main" id="{FF688E3F-EE1D-0BF7-AFF8-E21673398DBD}"/>
                  </a:ext>
                </a:extLst>
              </p:cNvPr>
              <p:cNvPicPr/>
              <p:nvPr/>
            </p:nvPicPr>
            <p:blipFill>
              <a:blip r:embed="rId31"/>
              <a:stretch>
                <a:fillRect/>
              </a:stretch>
            </p:blipFill>
            <p:spPr>
              <a:xfrm>
                <a:off x="3768916" y="3249080"/>
                <a:ext cx="158400" cy="2289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58" name="Ink 57">
                <a:extLst>
                  <a:ext uri="{FF2B5EF4-FFF2-40B4-BE49-F238E27FC236}">
                    <a16:creationId xmlns:a16="http://schemas.microsoft.com/office/drawing/2014/main" id="{0DE8EFA4-4EE8-69AE-9648-D65EEF567221}"/>
                  </a:ext>
                </a:extLst>
              </p14:cNvPr>
              <p14:cNvContentPartPr/>
              <p14:nvPr/>
            </p14:nvContentPartPr>
            <p14:xfrm>
              <a:off x="3908596" y="3238280"/>
              <a:ext cx="140760" cy="172800"/>
            </p14:xfrm>
          </p:contentPart>
        </mc:Choice>
        <mc:Fallback xmlns="">
          <p:pic>
            <p:nvPicPr>
              <p:cNvPr id="58" name="Ink 57">
                <a:extLst>
                  <a:ext uri="{FF2B5EF4-FFF2-40B4-BE49-F238E27FC236}">
                    <a16:creationId xmlns:a16="http://schemas.microsoft.com/office/drawing/2014/main" id="{0DE8EFA4-4EE8-69AE-9648-D65EEF567221}"/>
                  </a:ext>
                </a:extLst>
              </p:cNvPr>
              <p:cNvPicPr/>
              <p:nvPr/>
            </p:nvPicPr>
            <p:blipFill>
              <a:blip r:embed="rId33"/>
              <a:stretch>
                <a:fillRect/>
              </a:stretch>
            </p:blipFill>
            <p:spPr>
              <a:xfrm>
                <a:off x="3897796" y="3227480"/>
                <a:ext cx="162000" cy="1940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59" name="Ink 58">
                <a:extLst>
                  <a:ext uri="{FF2B5EF4-FFF2-40B4-BE49-F238E27FC236}">
                    <a16:creationId xmlns:a16="http://schemas.microsoft.com/office/drawing/2014/main" id="{B5AFF7E7-BBF5-6FE6-EA03-55C5D66ED4F0}"/>
                  </a:ext>
                </a:extLst>
              </p14:cNvPr>
              <p14:cNvContentPartPr/>
              <p14:nvPr/>
            </p14:nvContentPartPr>
            <p14:xfrm>
              <a:off x="4038196" y="3221720"/>
              <a:ext cx="98640" cy="163080"/>
            </p14:xfrm>
          </p:contentPart>
        </mc:Choice>
        <mc:Fallback xmlns="">
          <p:pic>
            <p:nvPicPr>
              <p:cNvPr id="59" name="Ink 58">
                <a:extLst>
                  <a:ext uri="{FF2B5EF4-FFF2-40B4-BE49-F238E27FC236}">
                    <a16:creationId xmlns:a16="http://schemas.microsoft.com/office/drawing/2014/main" id="{B5AFF7E7-BBF5-6FE6-EA03-55C5D66ED4F0}"/>
                  </a:ext>
                </a:extLst>
              </p:cNvPr>
              <p:cNvPicPr/>
              <p:nvPr/>
            </p:nvPicPr>
            <p:blipFill>
              <a:blip r:embed="rId35"/>
              <a:stretch>
                <a:fillRect/>
              </a:stretch>
            </p:blipFill>
            <p:spPr>
              <a:xfrm>
                <a:off x="4027396" y="3210920"/>
                <a:ext cx="119880" cy="1843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60" name="Ink 59">
                <a:extLst>
                  <a:ext uri="{FF2B5EF4-FFF2-40B4-BE49-F238E27FC236}">
                    <a16:creationId xmlns:a16="http://schemas.microsoft.com/office/drawing/2014/main" id="{7F90628E-FFCE-877E-5194-EC6E25D7843D}"/>
                  </a:ext>
                </a:extLst>
              </p14:cNvPr>
              <p14:cNvContentPartPr/>
              <p14:nvPr/>
            </p14:nvContentPartPr>
            <p14:xfrm>
              <a:off x="4144036" y="3248360"/>
              <a:ext cx="57240" cy="163080"/>
            </p14:xfrm>
          </p:contentPart>
        </mc:Choice>
        <mc:Fallback xmlns="">
          <p:pic>
            <p:nvPicPr>
              <p:cNvPr id="60" name="Ink 59">
                <a:extLst>
                  <a:ext uri="{FF2B5EF4-FFF2-40B4-BE49-F238E27FC236}">
                    <a16:creationId xmlns:a16="http://schemas.microsoft.com/office/drawing/2014/main" id="{7F90628E-FFCE-877E-5194-EC6E25D7843D}"/>
                  </a:ext>
                </a:extLst>
              </p:cNvPr>
              <p:cNvPicPr/>
              <p:nvPr/>
            </p:nvPicPr>
            <p:blipFill>
              <a:blip r:embed="rId37"/>
              <a:stretch>
                <a:fillRect/>
              </a:stretch>
            </p:blipFill>
            <p:spPr>
              <a:xfrm>
                <a:off x="4133303" y="3237560"/>
                <a:ext cx="78347" cy="1843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61" name="Ink 60">
                <a:extLst>
                  <a:ext uri="{FF2B5EF4-FFF2-40B4-BE49-F238E27FC236}">
                    <a16:creationId xmlns:a16="http://schemas.microsoft.com/office/drawing/2014/main" id="{5EA42927-8BE5-5191-3A64-00E98E54265D}"/>
                  </a:ext>
                </a:extLst>
              </p14:cNvPr>
              <p14:cNvContentPartPr/>
              <p14:nvPr/>
            </p14:nvContentPartPr>
            <p14:xfrm>
              <a:off x="4216036" y="3233600"/>
              <a:ext cx="106560" cy="214560"/>
            </p14:xfrm>
          </p:contentPart>
        </mc:Choice>
        <mc:Fallback xmlns="">
          <p:pic>
            <p:nvPicPr>
              <p:cNvPr id="61" name="Ink 60">
                <a:extLst>
                  <a:ext uri="{FF2B5EF4-FFF2-40B4-BE49-F238E27FC236}">
                    <a16:creationId xmlns:a16="http://schemas.microsoft.com/office/drawing/2014/main" id="{5EA42927-8BE5-5191-3A64-00E98E54265D}"/>
                  </a:ext>
                </a:extLst>
              </p:cNvPr>
              <p:cNvPicPr/>
              <p:nvPr/>
            </p:nvPicPr>
            <p:blipFill>
              <a:blip r:embed="rId39"/>
              <a:stretch>
                <a:fillRect/>
              </a:stretch>
            </p:blipFill>
            <p:spPr>
              <a:xfrm>
                <a:off x="4205236" y="3222800"/>
                <a:ext cx="127800" cy="2358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62" name="Ink 61">
                <a:extLst>
                  <a:ext uri="{FF2B5EF4-FFF2-40B4-BE49-F238E27FC236}">
                    <a16:creationId xmlns:a16="http://schemas.microsoft.com/office/drawing/2014/main" id="{8D0C8190-797A-D389-C5B7-A050B93D357F}"/>
                  </a:ext>
                </a:extLst>
              </p14:cNvPr>
              <p14:cNvContentPartPr/>
              <p14:nvPr/>
            </p14:nvContentPartPr>
            <p14:xfrm>
              <a:off x="4341676" y="3271040"/>
              <a:ext cx="34200" cy="164880"/>
            </p14:xfrm>
          </p:contentPart>
        </mc:Choice>
        <mc:Fallback xmlns="">
          <p:pic>
            <p:nvPicPr>
              <p:cNvPr id="62" name="Ink 61">
                <a:extLst>
                  <a:ext uri="{FF2B5EF4-FFF2-40B4-BE49-F238E27FC236}">
                    <a16:creationId xmlns:a16="http://schemas.microsoft.com/office/drawing/2014/main" id="{8D0C8190-797A-D389-C5B7-A050B93D357F}"/>
                  </a:ext>
                </a:extLst>
              </p:cNvPr>
              <p:cNvPicPr/>
              <p:nvPr/>
            </p:nvPicPr>
            <p:blipFill>
              <a:blip r:embed="rId41"/>
              <a:stretch>
                <a:fillRect/>
              </a:stretch>
            </p:blipFill>
            <p:spPr>
              <a:xfrm>
                <a:off x="4330761" y="3260240"/>
                <a:ext cx="55666" cy="1861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63" name="Ink 62">
                <a:extLst>
                  <a:ext uri="{FF2B5EF4-FFF2-40B4-BE49-F238E27FC236}">
                    <a16:creationId xmlns:a16="http://schemas.microsoft.com/office/drawing/2014/main" id="{A12DED2A-5877-B543-FEA3-B8B80BF3721D}"/>
                  </a:ext>
                </a:extLst>
              </p14:cNvPr>
              <p14:cNvContentPartPr/>
              <p14:nvPr/>
            </p14:nvContentPartPr>
            <p14:xfrm>
              <a:off x="4345276" y="3221720"/>
              <a:ext cx="57240" cy="137160"/>
            </p14:xfrm>
          </p:contentPart>
        </mc:Choice>
        <mc:Fallback xmlns="">
          <p:pic>
            <p:nvPicPr>
              <p:cNvPr id="63" name="Ink 62">
                <a:extLst>
                  <a:ext uri="{FF2B5EF4-FFF2-40B4-BE49-F238E27FC236}">
                    <a16:creationId xmlns:a16="http://schemas.microsoft.com/office/drawing/2014/main" id="{A12DED2A-5877-B543-FEA3-B8B80BF3721D}"/>
                  </a:ext>
                </a:extLst>
              </p:cNvPr>
              <p:cNvPicPr/>
              <p:nvPr/>
            </p:nvPicPr>
            <p:blipFill>
              <a:blip r:embed="rId43"/>
              <a:stretch>
                <a:fillRect/>
              </a:stretch>
            </p:blipFill>
            <p:spPr>
              <a:xfrm>
                <a:off x="4334476" y="3210892"/>
                <a:ext cx="78480" cy="158456"/>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64" name="Ink 63">
                <a:extLst>
                  <a:ext uri="{FF2B5EF4-FFF2-40B4-BE49-F238E27FC236}">
                    <a16:creationId xmlns:a16="http://schemas.microsoft.com/office/drawing/2014/main" id="{B648F8B1-51F7-0505-3C27-9FDAE8667238}"/>
                  </a:ext>
                </a:extLst>
              </p14:cNvPr>
              <p14:cNvContentPartPr/>
              <p14:nvPr/>
            </p14:nvContentPartPr>
            <p14:xfrm>
              <a:off x="4428796" y="3214160"/>
              <a:ext cx="27000" cy="171000"/>
            </p14:xfrm>
          </p:contentPart>
        </mc:Choice>
        <mc:Fallback xmlns="">
          <p:pic>
            <p:nvPicPr>
              <p:cNvPr id="64" name="Ink 63">
                <a:extLst>
                  <a:ext uri="{FF2B5EF4-FFF2-40B4-BE49-F238E27FC236}">
                    <a16:creationId xmlns:a16="http://schemas.microsoft.com/office/drawing/2014/main" id="{B648F8B1-51F7-0505-3C27-9FDAE8667238}"/>
                  </a:ext>
                </a:extLst>
              </p:cNvPr>
              <p:cNvPicPr/>
              <p:nvPr/>
            </p:nvPicPr>
            <p:blipFill>
              <a:blip r:embed="rId45"/>
              <a:stretch>
                <a:fillRect/>
              </a:stretch>
            </p:blipFill>
            <p:spPr>
              <a:xfrm>
                <a:off x="4417996" y="3203360"/>
                <a:ext cx="48240" cy="1922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65" name="Ink 64">
                <a:extLst>
                  <a:ext uri="{FF2B5EF4-FFF2-40B4-BE49-F238E27FC236}">
                    <a16:creationId xmlns:a16="http://schemas.microsoft.com/office/drawing/2014/main" id="{DD09E2AD-576F-9D10-4272-4570CD356F95}"/>
                  </a:ext>
                </a:extLst>
              </p14:cNvPr>
              <p14:cNvContentPartPr/>
              <p14:nvPr/>
            </p14:nvContentPartPr>
            <p14:xfrm>
              <a:off x="4409716" y="3255920"/>
              <a:ext cx="129240" cy="83880"/>
            </p14:xfrm>
          </p:contentPart>
        </mc:Choice>
        <mc:Fallback xmlns="">
          <p:pic>
            <p:nvPicPr>
              <p:cNvPr id="65" name="Ink 64">
                <a:extLst>
                  <a:ext uri="{FF2B5EF4-FFF2-40B4-BE49-F238E27FC236}">
                    <a16:creationId xmlns:a16="http://schemas.microsoft.com/office/drawing/2014/main" id="{DD09E2AD-576F-9D10-4272-4570CD356F95}"/>
                  </a:ext>
                </a:extLst>
              </p:cNvPr>
              <p:cNvPicPr/>
              <p:nvPr/>
            </p:nvPicPr>
            <p:blipFill>
              <a:blip r:embed="rId47"/>
              <a:stretch>
                <a:fillRect/>
              </a:stretch>
            </p:blipFill>
            <p:spPr>
              <a:xfrm>
                <a:off x="4398946" y="3245120"/>
                <a:ext cx="150421"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66" name="Ink 65">
                <a:extLst>
                  <a:ext uri="{FF2B5EF4-FFF2-40B4-BE49-F238E27FC236}">
                    <a16:creationId xmlns:a16="http://schemas.microsoft.com/office/drawing/2014/main" id="{D27DF4CA-9649-C0DA-E43E-7876EA43325D}"/>
                  </a:ext>
                </a:extLst>
              </p14:cNvPr>
              <p14:cNvContentPartPr/>
              <p14:nvPr/>
            </p14:nvContentPartPr>
            <p14:xfrm>
              <a:off x="4576756" y="3165560"/>
              <a:ext cx="367920" cy="181800"/>
            </p14:xfrm>
          </p:contentPart>
        </mc:Choice>
        <mc:Fallback xmlns="">
          <p:pic>
            <p:nvPicPr>
              <p:cNvPr id="66" name="Ink 65">
                <a:extLst>
                  <a:ext uri="{FF2B5EF4-FFF2-40B4-BE49-F238E27FC236}">
                    <a16:creationId xmlns:a16="http://schemas.microsoft.com/office/drawing/2014/main" id="{D27DF4CA-9649-C0DA-E43E-7876EA43325D}"/>
                  </a:ext>
                </a:extLst>
              </p:cNvPr>
              <p:cNvPicPr/>
              <p:nvPr/>
            </p:nvPicPr>
            <p:blipFill>
              <a:blip r:embed="rId49"/>
              <a:stretch>
                <a:fillRect/>
              </a:stretch>
            </p:blipFill>
            <p:spPr>
              <a:xfrm>
                <a:off x="4565967" y="3154760"/>
                <a:ext cx="389139" cy="2030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67" name="Ink 66">
                <a:extLst>
                  <a:ext uri="{FF2B5EF4-FFF2-40B4-BE49-F238E27FC236}">
                    <a16:creationId xmlns:a16="http://schemas.microsoft.com/office/drawing/2014/main" id="{C7DF28B1-3D43-7594-A12B-424472120B13}"/>
                  </a:ext>
                </a:extLst>
              </p14:cNvPr>
              <p14:cNvContentPartPr/>
              <p14:nvPr/>
            </p14:nvContentPartPr>
            <p14:xfrm>
              <a:off x="3817516" y="3488120"/>
              <a:ext cx="120960" cy="253800"/>
            </p14:xfrm>
          </p:contentPart>
        </mc:Choice>
        <mc:Fallback xmlns="">
          <p:pic>
            <p:nvPicPr>
              <p:cNvPr id="67" name="Ink 66">
                <a:extLst>
                  <a:ext uri="{FF2B5EF4-FFF2-40B4-BE49-F238E27FC236}">
                    <a16:creationId xmlns:a16="http://schemas.microsoft.com/office/drawing/2014/main" id="{C7DF28B1-3D43-7594-A12B-424472120B13}"/>
                  </a:ext>
                </a:extLst>
              </p:cNvPr>
              <p:cNvPicPr/>
              <p:nvPr/>
            </p:nvPicPr>
            <p:blipFill>
              <a:blip r:embed="rId51"/>
              <a:stretch>
                <a:fillRect/>
              </a:stretch>
            </p:blipFill>
            <p:spPr>
              <a:xfrm>
                <a:off x="3806716" y="3477320"/>
                <a:ext cx="142200" cy="2750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68" name="Ink 67">
                <a:extLst>
                  <a:ext uri="{FF2B5EF4-FFF2-40B4-BE49-F238E27FC236}">
                    <a16:creationId xmlns:a16="http://schemas.microsoft.com/office/drawing/2014/main" id="{D8EA0357-2218-5BBE-6491-C07E4EE8D865}"/>
                  </a:ext>
                </a:extLst>
              </p14:cNvPr>
              <p14:cNvContentPartPr/>
              <p14:nvPr/>
            </p14:nvContentPartPr>
            <p14:xfrm>
              <a:off x="3920476" y="3530960"/>
              <a:ext cx="258120" cy="201600"/>
            </p14:xfrm>
          </p:contentPart>
        </mc:Choice>
        <mc:Fallback xmlns="">
          <p:pic>
            <p:nvPicPr>
              <p:cNvPr id="68" name="Ink 67">
                <a:extLst>
                  <a:ext uri="{FF2B5EF4-FFF2-40B4-BE49-F238E27FC236}">
                    <a16:creationId xmlns:a16="http://schemas.microsoft.com/office/drawing/2014/main" id="{D8EA0357-2218-5BBE-6491-C07E4EE8D865}"/>
                  </a:ext>
                </a:extLst>
              </p:cNvPr>
              <p:cNvPicPr/>
              <p:nvPr/>
            </p:nvPicPr>
            <p:blipFill>
              <a:blip r:embed="rId53"/>
              <a:stretch>
                <a:fillRect/>
              </a:stretch>
            </p:blipFill>
            <p:spPr>
              <a:xfrm>
                <a:off x="3909661" y="3520160"/>
                <a:ext cx="279390" cy="2228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69" name="Ink 68">
                <a:extLst>
                  <a:ext uri="{FF2B5EF4-FFF2-40B4-BE49-F238E27FC236}">
                    <a16:creationId xmlns:a16="http://schemas.microsoft.com/office/drawing/2014/main" id="{9B9ED363-CF76-DFB9-30EA-F9383A7B8971}"/>
                  </a:ext>
                </a:extLst>
              </p14:cNvPr>
              <p14:cNvContentPartPr/>
              <p14:nvPr/>
            </p14:nvContentPartPr>
            <p14:xfrm>
              <a:off x="4204876" y="3496760"/>
              <a:ext cx="61200" cy="162000"/>
            </p14:xfrm>
          </p:contentPart>
        </mc:Choice>
        <mc:Fallback xmlns="">
          <p:pic>
            <p:nvPicPr>
              <p:cNvPr id="69" name="Ink 68">
                <a:extLst>
                  <a:ext uri="{FF2B5EF4-FFF2-40B4-BE49-F238E27FC236}">
                    <a16:creationId xmlns:a16="http://schemas.microsoft.com/office/drawing/2014/main" id="{9B9ED363-CF76-DFB9-30EA-F9383A7B8971}"/>
                  </a:ext>
                </a:extLst>
              </p:cNvPr>
              <p:cNvPicPr/>
              <p:nvPr/>
            </p:nvPicPr>
            <p:blipFill>
              <a:blip r:embed="rId55"/>
              <a:stretch>
                <a:fillRect/>
              </a:stretch>
            </p:blipFill>
            <p:spPr>
              <a:xfrm>
                <a:off x="4194076" y="3485960"/>
                <a:ext cx="82440" cy="1832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70" name="Ink 69">
                <a:extLst>
                  <a:ext uri="{FF2B5EF4-FFF2-40B4-BE49-F238E27FC236}">
                    <a16:creationId xmlns:a16="http://schemas.microsoft.com/office/drawing/2014/main" id="{69A52E37-58D1-8438-D6B4-4F937E94AAC5}"/>
                  </a:ext>
                </a:extLst>
              </p14:cNvPr>
              <p14:cNvContentPartPr/>
              <p14:nvPr/>
            </p14:nvContentPartPr>
            <p14:xfrm>
              <a:off x="4272916" y="3498920"/>
              <a:ext cx="102960" cy="192240"/>
            </p14:xfrm>
          </p:contentPart>
        </mc:Choice>
        <mc:Fallback xmlns="">
          <p:pic>
            <p:nvPicPr>
              <p:cNvPr id="70" name="Ink 69">
                <a:extLst>
                  <a:ext uri="{FF2B5EF4-FFF2-40B4-BE49-F238E27FC236}">
                    <a16:creationId xmlns:a16="http://schemas.microsoft.com/office/drawing/2014/main" id="{69A52E37-58D1-8438-D6B4-4F937E94AAC5}"/>
                  </a:ext>
                </a:extLst>
              </p:cNvPr>
              <p:cNvPicPr/>
              <p:nvPr/>
            </p:nvPicPr>
            <p:blipFill>
              <a:blip r:embed="rId57"/>
              <a:stretch>
                <a:fillRect/>
              </a:stretch>
            </p:blipFill>
            <p:spPr>
              <a:xfrm>
                <a:off x="4262078" y="3488120"/>
                <a:ext cx="124275" cy="2134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71" name="Ink 70">
                <a:extLst>
                  <a:ext uri="{FF2B5EF4-FFF2-40B4-BE49-F238E27FC236}">
                    <a16:creationId xmlns:a16="http://schemas.microsoft.com/office/drawing/2014/main" id="{FC8D8C22-24BC-AAA4-EE77-3DE20E19F658}"/>
                  </a:ext>
                </a:extLst>
              </p14:cNvPr>
              <p14:cNvContentPartPr/>
              <p14:nvPr/>
            </p14:nvContentPartPr>
            <p14:xfrm>
              <a:off x="4489276" y="3498920"/>
              <a:ext cx="76320" cy="157680"/>
            </p14:xfrm>
          </p:contentPart>
        </mc:Choice>
        <mc:Fallback xmlns="">
          <p:pic>
            <p:nvPicPr>
              <p:cNvPr id="71" name="Ink 70">
                <a:extLst>
                  <a:ext uri="{FF2B5EF4-FFF2-40B4-BE49-F238E27FC236}">
                    <a16:creationId xmlns:a16="http://schemas.microsoft.com/office/drawing/2014/main" id="{FC8D8C22-24BC-AAA4-EE77-3DE20E19F658}"/>
                  </a:ext>
                </a:extLst>
              </p:cNvPr>
              <p:cNvPicPr/>
              <p:nvPr/>
            </p:nvPicPr>
            <p:blipFill>
              <a:blip r:embed="rId59"/>
              <a:stretch>
                <a:fillRect/>
              </a:stretch>
            </p:blipFill>
            <p:spPr>
              <a:xfrm>
                <a:off x="4478476" y="3488120"/>
                <a:ext cx="97560" cy="1789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72" name="Ink 71">
                <a:extLst>
                  <a:ext uri="{FF2B5EF4-FFF2-40B4-BE49-F238E27FC236}">
                    <a16:creationId xmlns:a16="http://schemas.microsoft.com/office/drawing/2014/main" id="{6A70B9C0-CF9B-36F4-AF0B-DDE2C2DD7429}"/>
                  </a:ext>
                </a:extLst>
              </p14:cNvPr>
              <p14:cNvContentPartPr/>
              <p14:nvPr/>
            </p14:nvContentPartPr>
            <p14:xfrm>
              <a:off x="4587916" y="3494960"/>
              <a:ext cx="64800" cy="189360"/>
            </p14:xfrm>
          </p:contentPart>
        </mc:Choice>
        <mc:Fallback xmlns="">
          <p:pic>
            <p:nvPicPr>
              <p:cNvPr id="72" name="Ink 71">
                <a:extLst>
                  <a:ext uri="{FF2B5EF4-FFF2-40B4-BE49-F238E27FC236}">
                    <a16:creationId xmlns:a16="http://schemas.microsoft.com/office/drawing/2014/main" id="{6A70B9C0-CF9B-36F4-AF0B-DDE2C2DD7429}"/>
                  </a:ext>
                </a:extLst>
              </p:cNvPr>
              <p:cNvPicPr/>
              <p:nvPr/>
            </p:nvPicPr>
            <p:blipFill>
              <a:blip r:embed="rId61"/>
              <a:stretch>
                <a:fillRect/>
              </a:stretch>
            </p:blipFill>
            <p:spPr>
              <a:xfrm>
                <a:off x="4577116" y="3484139"/>
                <a:ext cx="86040" cy="2106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84" name="Ink 83">
                <a:extLst>
                  <a:ext uri="{FF2B5EF4-FFF2-40B4-BE49-F238E27FC236}">
                    <a16:creationId xmlns:a16="http://schemas.microsoft.com/office/drawing/2014/main" id="{B5130E03-F10B-B383-DFB9-CF1C6A4D5965}"/>
                  </a:ext>
                </a:extLst>
              </p14:cNvPr>
              <p14:cNvContentPartPr/>
              <p14:nvPr/>
            </p14:nvContentPartPr>
            <p14:xfrm>
              <a:off x="4705996" y="3457160"/>
              <a:ext cx="440280" cy="219960"/>
            </p14:xfrm>
          </p:contentPart>
        </mc:Choice>
        <mc:Fallback xmlns="">
          <p:pic>
            <p:nvPicPr>
              <p:cNvPr id="84" name="Ink 83">
                <a:extLst>
                  <a:ext uri="{FF2B5EF4-FFF2-40B4-BE49-F238E27FC236}">
                    <a16:creationId xmlns:a16="http://schemas.microsoft.com/office/drawing/2014/main" id="{B5130E03-F10B-B383-DFB9-CF1C6A4D5965}"/>
                  </a:ext>
                </a:extLst>
              </p:cNvPr>
              <p:cNvPicPr/>
              <p:nvPr/>
            </p:nvPicPr>
            <p:blipFill>
              <a:blip r:embed="rId63"/>
              <a:stretch>
                <a:fillRect/>
              </a:stretch>
            </p:blipFill>
            <p:spPr>
              <a:xfrm>
                <a:off x="4695556" y="3446360"/>
                <a:ext cx="461520" cy="2412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85" name="Ink 84">
                <a:extLst>
                  <a:ext uri="{FF2B5EF4-FFF2-40B4-BE49-F238E27FC236}">
                    <a16:creationId xmlns:a16="http://schemas.microsoft.com/office/drawing/2014/main" id="{4921D015-EF6B-F55B-33F9-B56D3F036805}"/>
                  </a:ext>
                </a:extLst>
              </p14:cNvPr>
              <p14:cNvContentPartPr/>
              <p14:nvPr/>
            </p14:nvContentPartPr>
            <p14:xfrm>
              <a:off x="4614209" y="1106920"/>
              <a:ext cx="100440" cy="180720"/>
            </p14:xfrm>
          </p:contentPart>
        </mc:Choice>
        <mc:Fallback xmlns="">
          <p:pic>
            <p:nvPicPr>
              <p:cNvPr id="85" name="Ink 84">
                <a:extLst>
                  <a:ext uri="{FF2B5EF4-FFF2-40B4-BE49-F238E27FC236}">
                    <a16:creationId xmlns:a16="http://schemas.microsoft.com/office/drawing/2014/main" id="{4921D015-EF6B-F55B-33F9-B56D3F036805}"/>
                  </a:ext>
                </a:extLst>
              </p:cNvPr>
              <p:cNvPicPr/>
              <p:nvPr/>
            </p:nvPicPr>
            <p:blipFill>
              <a:blip r:embed="rId65"/>
              <a:stretch>
                <a:fillRect/>
              </a:stretch>
            </p:blipFill>
            <p:spPr>
              <a:xfrm>
                <a:off x="4603409" y="1096480"/>
                <a:ext cx="121680" cy="20196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86" name="Ink 85">
                <a:extLst>
                  <a:ext uri="{FF2B5EF4-FFF2-40B4-BE49-F238E27FC236}">
                    <a16:creationId xmlns:a16="http://schemas.microsoft.com/office/drawing/2014/main" id="{F92321AF-5C9C-1847-89B8-5FCA920B5EC1}"/>
                  </a:ext>
                </a:extLst>
              </p14:cNvPr>
              <p14:cNvContentPartPr/>
              <p14:nvPr/>
            </p14:nvContentPartPr>
            <p14:xfrm>
              <a:off x="4657409" y="1160200"/>
              <a:ext cx="84240" cy="70560"/>
            </p14:xfrm>
          </p:contentPart>
        </mc:Choice>
        <mc:Fallback xmlns="">
          <p:pic>
            <p:nvPicPr>
              <p:cNvPr id="86" name="Ink 85">
                <a:extLst>
                  <a:ext uri="{FF2B5EF4-FFF2-40B4-BE49-F238E27FC236}">
                    <a16:creationId xmlns:a16="http://schemas.microsoft.com/office/drawing/2014/main" id="{F92321AF-5C9C-1847-89B8-5FCA920B5EC1}"/>
                  </a:ext>
                </a:extLst>
              </p:cNvPr>
              <p:cNvPicPr/>
              <p:nvPr/>
            </p:nvPicPr>
            <p:blipFill>
              <a:blip r:embed="rId67"/>
              <a:stretch>
                <a:fillRect/>
              </a:stretch>
            </p:blipFill>
            <p:spPr>
              <a:xfrm>
                <a:off x="4646609" y="1149400"/>
                <a:ext cx="10548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87" name="Ink 86">
                <a:extLst>
                  <a:ext uri="{FF2B5EF4-FFF2-40B4-BE49-F238E27FC236}">
                    <a16:creationId xmlns:a16="http://schemas.microsoft.com/office/drawing/2014/main" id="{8B7588EE-4163-E241-86F5-888AA3D41642}"/>
                  </a:ext>
                </a:extLst>
              </p14:cNvPr>
              <p14:cNvContentPartPr/>
              <p14:nvPr/>
            </p14:nvContentPartPr>
            <p14:xfrm>
              <a:off x="4768289" y="1103320"/>
              <a:ext cx="19440" cy="157320"/>
            </p14:xfrm>
          </p:contentPart>
        </mc:Choice>
        <mc:Fallback xmlns="">
          <p:pic>
            <p:nvPicPr>
              <p:cNvPr id="87" name="Ink 86">
                <a:extLst>
                  <a:ext uri="{FF2B5EF4-FFF2-40B4-BE49-F238E27FC236}">
                    <a16:creationId xmlns:a16="http://schemas.microsoft.com/office/drawing/2014/main" id="{8B7588EE-4163-E241-86F5-888AA3D41642}"/>
                  </a:ext>
                </a:extLst>
              </p:cNvPr>
              <p:cNvPicPr/>
              <p:nvPr/>
            </p:nvPicPr>
            <p:blipFill>
              <a:blip r:embed="rId69"/>
              <a:stretch>
                <a:fillRect/>
              </a:stretch>
            </p:blipFill>
            <p:spPr>
              <a:xfrm>
                <a:off x="4757489" y="1092880"/>
                <a:ext cx="40680" cy="17856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88" name="Ink 87">
                <a:extLst>
                  <a:ext uri="{FF2B5EF4-FFF2-40B4-BE49-F238E27FC236}">
                    <a16:creationId xmlns:a16="http://schemas.microsoft.com/office/drawing/2014/main" id="{96D1E5CC-E9EA-1B47-100B-B9D38D0989E9}"/>
                  </a:ext>
                </a:extLst>
              </p14:cNvPr>
              <p14:cNvContentPartPr/>
              <p14:nvPr/>
            </p14:nvContentPartPr>
            <p14:xfrm>
              <a:off x="4765409" y="1151920"/>
              <a:ext cx="48960" cy="51840"/>
            </p14:xfrm>
          </p:contentPart>
        </mc:Choice>
        <mc:Fallback xmlns="">
          <p:pic>
            <p:nvPicPr>
              <p:cNvPr id="88" name="Ink 87">
                <a:extLst>
                  <a:ext uri="{FF2B5EF4-FFF2-40B4-BE49-F238E27FC236}">
                    <a16:creationId xmlns:a16="http://schemas.microsoft.com/office/drawing/2014/main" id="{96D1E5CC-E9EA-1B47-100B-B9D38D0989E9}"/>
                  </a:ext>
                </a:extLst>
              </p:cNvPr>
              <p:cNvPicPr/>
              <p:nvPr/>
            </p:nvPicPr>
            <p:blipFill>
              <a:blip r:embed="rId71"/>
              <a:stretch>
                <a:fillRect/>
              </a:stretch>
            </p:blipFill>
            <p:spPr>
              <a:xfrm>
                <a:off x="4754969" y="1141480"/>
                <a:ext cx="70200" cy="7308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89" name="Ink 88">
                <a:extLst>
                  <a:ext uri="{FF2B5EF4-FFF2-40B4-BE49-F238E27FC236}">
                    <a16:creationId xmlns:a16="http://schemas.microsoft.com/office/drawing/2014/main" id="{FCC11F43-5A94-19D9-BDEB-EBFE212D2815}"/>
                  </a:ext>
                </a:extLst>
              </p14:cNvPr>
              <p14:cNvContentPartPr/>
              <p14:nvPr/>
            </p14:nvContentPartPr>
            <p14:xfrm>
              <a:off x="4833089" y="1111600"/>
              <a:ext cx="19440" cy="150480"/>
            </p14:xfrm>
          </p:contentPart>
        </mc:Choice>
        <mc:Fallback xmlns="">
          <p:pic>
            <p:nvPicPr>
              <p:cNvPr id="89" name="Ink 88">
                <a:extLst>
                  <a:ext uri="{FF2B5EF4-FFF2-40B4-BE49-F238E27FC236}">
                    <a16:creationId xmlns:a16="http://schemas.microsoft.com/office/drawing/2014/main" id="{FCC11F43-5A94-19D9-BDEB-EBFE212D2815}"/>
                  </a:ext>
                </a:extLst>
              </p:cNvPr>
              <p:cNvPicPr/>
              <p:nvPr/>
            </p:nvPicPr>
            <p:blipFill>
              <a:blip r:embed="rId73"/>
              <a:stretch>
                <a:fillRect/>
              </a:stretch>
            </p:blipFill>
            <p:spPr>
              <a:xfrm>
                <a:off x="4822649" y="1100800"/>
                <a:ext cx="40680" cy="17172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90" name="Ink 89">
                <a:extLst>
                  <a:ext uri="{FF2B5EF4-FFF2-40B4-BE49-F238E27FC236}">
                    <a16:creationId xmlns:a16="http://schemas.microsoft.com/office/drawing/2014/main" id="{7EB8C514-0DCB-DC91-9F84-FC7DBC37BCFA}"/>
                  </a:ext>
                </a:extLst>
              </p14:cNvPr>
              <p14:cNvContentPartPr/>
              <p14:nvPr/>
            </p14:nvContentPartPr>
            <p14:xfrm>
              <a:off x="4827689" y="1181800"/>
              <a:ext cx="54360" cy="32760"/>
            </p14:xfrm>
          </p:contentPart>
        </mc:Choice>
        <mc:Fallback xmlns="">
          <p:pic>
            <p:nvPicPr>
              <p:cNvPr id="90" name="Ink 89">
                <a:extLst>
                  <a:ext uri="{FF2B5EF4-FFF2-40B4-BE49-F238E27FC236}">
                    <a16:creationId xmlns:a16="http://schemas.microsoft.com/office/drawing/2014/main" id="{7EB8C514-0DCB-DC91-9F84-FC7DBC37BCFA}"/>
                  </a:ext>
                </a:extLst>
              </p:cNvPr>
              <p:cNvPicPr/>
              <p:nvPr/>
            </p:nvPicPr>
            <p:blipFill>
              <a:blip r:embed="rId75"/>
              <a:stretch>
                <a:fillRect/>
              </a:stretch>
            </p:blipFill>
            <p:spPr>
              <a:xfrm>
                <a:off x="4817249" y="1171000"/>
                <a:ext cx="75600" cy="540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91" name="Ink 90">
                <a:extLst>
                  <a:ext uri="{FF2B5EF4-FFF2-40B4-BE49-F238E27FC236}">
                    <a16:creationId xmlns:a16="http://schemas.microsoft.com/office/drawing/2014/main" id="{440CC059-0778-7261-D401-1862F8A8F53E}"/>
                  </a:ext>
                </a:extLst>
              </p14:cNvPr>
              <p14:cNvContentPartPr/>
              <p14:nvPr/>
            </p14:nvContentPartPr>
            <p14:xfrm>
              <a:off x="4873769" y="1144000"/>
              <a:ext cx="70560" cy="64800"/>
            </p14:xfrm>
          </p:contentPart>
        </mc:Choice>
        <mc:Fallback xmlns="">
          <p:pic>
            <p:nvPicPr>
              <p:cNvPr id="91" name="Ink 90">
                <a:extLst>
                  <a:ext uri="{FF2B5EF4-FFF2-40B4-BE49-F238E27FC236}">
                    <a16:creationId xmlns:a16="http://schemas.microsoft.com/office/drawing/2014/main" id="{440CC059-0778-7261-D401-1862F8A8F53E}"/>
                  </a:ext>
                </a:extLst>
              </p:cNvPr>
              <p:cNvPicPr/>
              <p:nvPr/>
            </p:nvPicPr>
            <p:blipFill>
              <a:blip r:embed="rId77"/>
              <a:stretch>
                <a:fillRect/>
              </a:stretch>
            </p:blipFill>
            <p:spPr>
              <a:xfrm>
                <a:off x="4862969" y="1133200"/>
                <a:ext cx="91800" cy="860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92" name="Ink 91">
                <a:extLst>
                  <a:ext uri="{FF2B5EF4-FFF2-40B4-BE49-F238E27FC236}">
                    <a16:creationId xmlns:a16="http://schemas.microsoft.com/office/drawing/2014/main" id="{7BEEBDE9-C7B1-FE2A-8C2A-1FFDF73A1BBD}"/>
                  </a:ext>
                </a:extLst>
              </p14:cNvPr>
              <p14:cNvContentPartPr/>
              <p14:nvPr/>
            </p14:nvContentPartPr>
            <p14:xfrm>
              <a:off x="4946849" y="1124920"/>
              <a:ext cx="54360" cy="100080"/>
            </p14:xfrm>
          </p:contentPart>
        </mc:Choice>
        <mc:Fallback xmlns="">
          <p:pic>
            <p:nvPicPr>
              <p:cNvPr id="92" name="Ink 91">
                <a:extLst>
                  <a:ext uri="{FF2B5EF4-FFF2-40B4-BE49-F238E27FC236}">
                    <a16:creationId xmlns:a16="http://schemas.microsoft.com/office/drawing/2014/main" id="{7BEEBDE9-C7B1-FE2A-8C2A-1FFDF73A1BBD}"/>
                  </a:ext>
                </a:extLst>
              </p:cNvPr>
              <p:cNvPicPr/>
              <p:nvPr/>
            </p:nvPicPr>
            <p:blipFill>
              <a:blip r:embed="rId79"/>
              <a:stretch>
                <a:fillRect/>
              </a:stretch>
            </p:blipFill>
            <p:spPr>
              <a:xfrm>
                <a:off x="4936049" y="1114480"/>
                <a:ext cx="75600" cy="1213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93" name="Ink 92">
                <a:extLst>
                  <a:ext uri="{FF2B5EF4-FFF2-40B4-BE49-F238E27FC236}">
                    <a16:creationId xmlns:a16="http://schemas.microsoft.com/office/drawing/2014/main" id="{B19FF56E-31BD-682F-48C4-2ACF4D99EBA8}"/>
                  </a:ext>
                </a:extLst>
              </p14:cNvPr>
              <p14:cNvContentPartPr/>
              <p14:nvPr/>
            </p14:nvContentPartPr>
            <p14:xfrm>
              <a:off x="5003729" y="1099000"/>
              <a:ext cx="30240" cy="161280"/>
            </p14:xfrm>
          </p:contentPart>
        </mc:Choice>
        <mc:Fallback xmlns="">
          <p:pic>
            <p:nvPicPr>
              <p:cNvPr id="93" name="Ink 92">
                <a:extLst>
                  <a:ext uri="{FF2B5EF4-FFF2-40B4-BE49-F238E27FC236}">
                    <a16:creationId xmlns:a16="http://schemas.microsoft.com/office/drawing/2014/main" id="{B19FF56E-31BD-682F-48C4-2ACF4D99EBA8}"/>
                  </a:ext>
                </a:extLst>
              </p:cNvPr>
              <p:cNvPicPr/>
              <p:nvPr/>
            </p:nvPicPr>
            <p:blipFill>
              <a:blip r:embed="rId81"/>
              <a:stretch>
                <a:fillRect/>
              </a:stretch>
            </p:blipFill>
            <p:spPr>
              <a:xfrm>
                <a:off x="4992929" y="1088560"/>
                <a:ext cx="51480" cy="18252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94" name="Ink 93">
                <a:extLst>
                  <a:ext uri="{FF2B5EF4-FFF2-40B4-BE49-F238E27FC236}">
                    <a16:creationId xmlns:a16="http://schemas.microsoft.com/office/drawing/2014/main" id="{A42003FC-2593-5DBD-5977-0A7E81DB5A9E}"/>
                  </a:ext>
                </a:extLst>
              </p14:cNvPr>
              <p14:cNvContentPartPr/>
              <p14:nvPr/>
            </p14:nvContentPartPr>
            <p14:xfrm>
              <a:off x="5033249" y="1120240"/>
              <a:ext cx="122040" cy="96840"/>
            </p14:xfrm>
          </p:contentPart>
        </mc:Choice>
        <mc:Fallback xmlns="">
          <p:pic>
            <p:nvPicPr>
              <p:cNvPr id="94" name="Ink 93">
                <a:extLst>
                  <a:ext uri="{FF2B5EF4-FFF2-40B4-BE49-F238E27FC236}">
                    <a16:creationId xmlns:a16="http://schemas.microsoft.com/office/drawing/2014/main" id="{A42003FC-2593-5DBD-5977-0A7E81DB5A9E}"/>
                  </a:ext>
                </a:extLst>
              </p:cNvPr>
              <p:cNvPicPr/>
              <p:nvPr/>
            </p:nvPicPr>
            <p:blipFill>
              <a:blip r:embed="rId83"/>
              <a:stretch>
                <a:fillRect/>
              </a:stretch>
            </p:blipFill>
            <p:spPr>
              <a:xfrm>
                <a:off x="5022809" y="1109440"/>
                <a:ext cx="143280" cy="11808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95" name="Ink 94">
                <a:extLst>
                  <a:ext uri="{FF2B5EF4-FFF2-40B4-BE49-F238E27FC236}">
                    <a16:creationId xmlns:a16="http://schemas.microsoft.com/office/drawing/2014/main" id="{2E3BF3D2-062D-2FA5-68FA-5E30FC5FF6DD}"/>
                  </a:ext>
                </a:extLst>
              </p14:cNvPr>
              <p14:cNvContentPartPr/>
              <p14:nvPr/>
            </p14:nvContentPartPr>
            <p14:xfrm>
              <a:off x="5152409" y="1092520"/>
              <a:ext cx="97560" cy="138600"/>
            </p14:xfrm>
          </p:contentPart>
        </mc:Choice>
        <mc:Fallback xmlns="">
          <p:pic>
            <p:nvPicPr>
              <p:cNvPr id="95" name="Ink 94">
                <a:extLst>
                  <a:ext uri="{FF2B5EF4-FFF2-40B4-BE49-F238E27FC236}">
                    <a16:creationId xmlns:a16="http://schemas.microsoft.com/office/drawing/2014/main" id="{2E3BF3D2-062D-2FA5-68FA-5E30FC5FF6DD}"/>
                  </a:ext>
                </a:extLst>
              </p:cNvPr>
              <p:cNvPicPr/>
              <p:nvPr/>
            </p:nvPicPr>
            <p:blipFill>
              <a:blip r:embed="rId85"/>
              <a:stretch>
                <a:fillRect/>
              </a:stretch>
            </p:blipFill>
            <p:spPr>
              <a:xfrm>
                <a:off x="5141609" y="1082080"/>
                <a:ext cx="118800"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96" name="Ink 95">
                <a:extLst>
                  <a:ext uri="{FF2B5EF4-FFF2-40B4-BE49-F238E27FC236}">
                    <a16:creationId xmlns:a16="http://schemas.microsoft.com/office/drawing/2014/main" id="{593F4295-8E1C-D884-0ED5-6E06A9C37EC7}"/>
                  </a:ext>
                </a:extLst>
              </p14:cNvPr>
              <p14:cNvContentPartPr/>
              <p14:nvPr/>
            </p14:nvContentPartPr>
            <p14:xfrm>
              <a:off x="4647689" y="1376920"/>
              <a:ext cx="31680" cy="192240"/>
            </p14:xfrm>
          </p:contentPart>
        </mc:Choice>
        <mc:Fallback xmlns="">
          <p:pic>
            <p:nvPicPr>
              <p:cNvPr id="96" name="Ink 95">
                <a:extLst>
                  <a:ext uri="{FF2B5EF4-FFF2-40B4-BE49-F238E27FC236}">
                    <a16:creationId xmlns:a16="http://schemas.microsoft.com/office/drawing/2014/main" id="{593F4295-8E1C-D884-0ED5-6E06A9C37EC7}"/>
                  </a:ext>
                </a:extLst>
              </p:cNvPr>
              <p:cNvPicPr/>
              <p:nvPr/>
            </p:nvPicPr>
            <p:blipFill>
              <a:blip r:embed="rId87"/>
              <a:stretch>
                <a:fillRect/>
              </a:stretch>
            </p:blipFill>
            <p:spPr>
              <a:xfrm>
                <a:off x="4637249" y="1366120"/>
                <a:ext cx="52920" cy="21348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97" name="Ink 96">
                <a:extLst>
                  <a:ext uri="{FF2B5EF4-FFF2-40B4-BE49-F238E27FC236}">
                    <a16:creationId xmlns:a16="http://schemas.microsoft.com/office/drawing/2014/main" id="{9C4C2344-D32B-4152-D896-7817AAE547B8}"/>
                  </a:ext>
                </a:extLst>
              </p14:cNvPr>
              <p14:cNvContentPartPr/>
              <p14:nvPr/>
            </p14:nvContentPartPr>
            <p14:xfrm>
              <a:off x="4643729" y="1444240"/>
              <a:ext cx="100440" cy="46440"/>
            </p14:xfrm>
          </p:contentPart>
        </mc:Choice>
        <mc:Fallback xmlns="">
          <p:pic>
            <p:nvPicPr>
              <p:cNvPr id="97" name="Ink 96">
                <a:extLst>
                  <a:ext uri="{FF2B5EF4-FFF2-40B4-BE49-F238E27FC236}">
                    <a16:creationId xmlns:a16="http://schemas.microsoft.com/office/drawing/2014/main" id="{9C4C2344-D32B-4152-D896-7817AAE547B8}"/>
                  </a:ext>
                </a:extLst>
              </p:cNvPr>
              <p:cNvPicPr/>
              <p:nvPr/>
            </p:nvPicPr>
            <p:blipFill>
              <a:blip r:embed="rId89"/>
              <a:stretch>
                <a:fillRect/>
              </a:stretch>
            </p:blipFill>
            <p:spPr>
              <a:xfrm>
                <a:off x="4633289" y="1433440"/>
                <a:ext cx="121680" cy="6768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98" name="Ink 97">
                <a:extLst>
                  <a:ext uri="{FF2B5EF4-FFF2-40B4-BE49-F238E27FC236}">
                    <a16:creationId xmlns:a16="http://schemas.microsoft.com/office/drawing/2014/main" id="{1663A52C-8E47-F282-70F9-EBBC39746CE3}"/>
                  </a:ext>
                </a:extLst>
              </p14:cNvPr>
              <p14:cNvContentPartPr/>
              <p14:nvPr/>
            </p14:nvContentPartPr>
            <p14:xfrm>
              <a:off x="4711409" y="1414000"/>
              <a:ext cx="86760" cy="81720"/>
            </p14:xfrm>
          </p:contentPart>
        </mc:Choice>
        <mc:Fallback xmlns="">
          <p:pic>
            <p:nvPicPr>
              <p:cNvPr id="98" name="Ink 97">
                <a:extLst>
                  <a:ext uri="{FF2B5EF4-FFF2-40B4-BE49-F238E27FC236}">
                    <a16:creationId xmlns:a16="http://schemas.microsoft.com/office/drawing/2014/main" id="{1663A52C-8E47-F282-70F9-EBBC39746CE3}"/>
                  </a:ext>
                </a:extLst>
              </p:cNvPr>
              <p:cNvPicPr/>
              <p:nvPr/>
            </p:nvPicPr>
            <p:blipFill>
              <a:blip r:embed="rId91"/>
              <a:stretch>
                <a:fillRect/>
              </a:stretch>
            </p:blipFill>
            <p:spPr>
              <a:xfrm>
                <a:off x="4700969" y="1403560"/>
                <a:ext cx="108000" cy="10296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99" name="Ink 98">
                <a:extLst>
                  <a:ext uri="{FF2B5EF4-FFF2-40B4-BE49-F238E27FC236}">
                    <a16:creationId xmlns:a16="http://schemas.microsoft.com/office/drawing/2014/main" id="{A2852461-9DA1-2619-6180-730585B7B41C}"/>
                  </a:ext>
                </a:extLst>
              </p14:cNvPr>
              <p14:cNvContentPartPr/>
              <p14:nvPr/>
            </p14:nvContentPartPr>
            <p14:xfrm>
              <a:off x="4803569" y="1395640"/>
              <a:ext cx="48960" cy="122040"/>
            </p14:xfrm>
          </p:contentPart>
        </mc:Choice>
        <mc:Fallback xmlns="">
          <p:pic>
            <p:nvPicPr>
              <p:cNvPr id="99" name="Ink 98">
                <a:extLst>
                  <a:ext uri="{FF2B5EF4-FFF2-40B4-BE49-F238E27FC236}">
                    <a16:creationId xmlns:a16="http://schemas.microsoft.com/office/drawing/2014/main" id="{A2852461-9DA1-2619-6180-730585B7B41C}"/>
                  </a:ext>
                </a:extLst>
              </p:cNvPr>
              <p:cNvPicPr/>
              <p:nvPr/>
            </p:nvPicPr>
            <p:blipFill>
              <a:blip r:embed="rId93"/>
              <a:stretch>
                <a:fillRect/>
              </a:stretch>
            </p:blipFill>
            <p:spPr>
              <a:xfrm>
                <a:off x="4792769" y="1384840"/>
                <a:ext cx="70200" cy="14328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100" name="Ink 99">
                <a:extLst>
                  <a:ext uri="{FF2B5EF4-FFF2-40B4-BE49-F238E27FC236}">
                    <a16:creationId xmlns:a16="http://schemas.microsoft.com/office/drawing/2014/main" id="{DDC91B00-0095-773B-7792-2EE10AE4DFF9}"/>
                  </a:ext>
                </a:extLst>
              </p14:cNvPr>
              <p14:cNvContentPartPr/>
              <p14:nvPr/>
            </p14:nvContentPartPr>
            <p14:xfrm>
              <a:off x="4841369" y="1395640"/>
              <a:ext cx="38160" cy="81000"/>
            </p14:xfrm>
          </p:contentPart>
        </mc:Choice>
        <mc:Fallback xmlns="">
          <p:pic>
            <p:nvPicPr>
              <p:cNvPr id="100" name="Ink 99">
                <a:extLst>
                  <a:ext uri="{FF2B5EF4-FFF2-40B4-BE49-F238E27FC236}">
                    <a16:creationId xmlns:a16="http://schemas.microsoft.com/office/drawing/2014/main" id="{DDC91B00-0095-773B-7792-2EE10AE4DFF9}"/>
                  </a:ext>
                </a:extLst>
              </p:cNvPr>
              <p:cNvPicPr/>
              <p:nvPr/>
            </p:nvPicPr>
            <p:blipFill>
              <a:blip r:embed="rId95"/>
              <a:stretch>
                <a:fillRect/>
              </a:stretch>
            </p:blipFill>
            <p:spPr>
              <a:xfrm>
                <a:off x="4830569" y="1384840"/>
                <a:ext cx="5940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101" name="Ink 100">
                <a:extLst>
                  <a:ext uri="{FF2B5EF4-FFF2-40B4-BE49-F238E27FC236}">
                    <a16:creationId xmlns:a16="http://schemas.microsoft.com/office/drawing/2014/main" id="{BF76FEAD-DFCD-0904-ACF9-9EB40299AABC}"/>
                  </a:ext>
                </a:extLst>
              </p14:cNvPr>
              <p14:cNvContentPartPr/>
              <p14:nvPr/>
            </p14:nvContentPartPr>
            <p14:xfrm>
              <a:off x="4887089" y="1395640"/>
              <a:ext cx="122040" cy="83520"/>
            </p14:xfrm>
          </p:contentPart>
        </mc:Choice>
        <mc:Fallback xmlns="">
          <p:pic>
            <p:nvPicPr>
              <p:cNvPr id="101" name="Ink 100">
                <a:extLst>
                  <a:ext uri="{FF2B5EF4-FFF2-40B4-BE49-F238E27FC236}">
                    <a16:creationId xmlns:a16="http://schemas.microsoft.com/office/drawing/2014/main" id="{BF76FEAD-DFCD-0904-ACF9-9EB40299AABC}"/>
                  </a:ext>
                </a:extLst>
              </p:cNvPr>
              <p:cNvPicPr/>
              <p:nvPr/>
            </p:nvPicPr>
            <p:blipFill>
              <a:blip r:embed="rId97"/>
              <a:stretch>
                <a:fillRect/>
              </a:stretch>
            </p:blipFill>
            <p:spPr>
              <a:xfrm>
                <a:off x="4876649" y="1384840"/>
                <a:ext cx="14328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102" name="Ink 101">
                <a:extLst>
                  <a:ext uri="{FF2B5EF4-FFF2-40B4-BE49-F238E27FC236}">
                    <a16:creationId xmlns:a16="http://schemas.microsoft.com/office/drawing/2014/main" id="{0397656E-FC48-B5A0-DFCA-A9821E08670F}"/>
                  </a:ext>
                </a:extLst>
              </p14:cNvPr>
              <p14:cNvContentPartPr/>
              <p14:nvPr/>
            </p14:nvContentPartPr>
            <p14:xfrm>
              <a:off x="5081849" y="1389880"/>
              <a:ext cx="48600" cy="128520"/>
            </p14:xfrm>
          </p:contentPart>
        </mc:Choice>
        <mc:Fallback xmlns="">
          <p:pic>
            <p:nvPicPr>
              <p:cNvPr id="102" name="Ink 101">
                <a:extLst>
                  <a:ext uri="{FF2B5EF4-FFF2-40B4-BE49-F238E27FC236}">
                    <a16:creationId xmlns:a16="http://schemas.microsoft.com/office/drawing/2014/main" id="{0397656E-FC48-B5A0-DFCA-A9821E08670F}"/>
                  </a:ext>
                </a:extLst>
              </p:cNvPr>
              <p:cNvPicPr/>
              <p:nvPr/>
            </p:nvPicPr>
            <p:blipFill>
              <a:blip r:embed="rId99"/>
              <a:stretch>
                <a:fillRect/>
              </a:stretch>
            </p:blipFill>
            <p:spPr>
              <a:xfrm>
                <a:off x="5071409" y="1379440"/>
                <a:ext cx="69840" cy="14976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103" name="Ink 102">
                <a:extLst>
                  <a:ext uri="{FF2B5EF4-FFF2-40B4-BE49-F238E27FC236}">
                    <a16:creationId xmlns:a16="http://schemas.microsoft.com/office/drawing/2014/main" id="{867A3807-68FF-39C1-D2E6-10657D497CA2}"/>
                  </a:ext>
                </a:extLst>
              </p14:cNvPr>
              <p14:cNvContentPartPr/>
              <p14:nvPr/>
            </p14:nvContentPartPr>
            <p14:xfrm>
              <a:off x="5103809" y="1401040"/>
              <a:ext cx="51840" cy="70560"/>
            </p14:xfrm>
          </p:contentPart>
        </mc:Choice>
        <mc:Fallback xmlns="">
          <p:pic>
            <p:nvPicPr>
              <p:cNvPr id="103" name="Ink 102">
                <a:extLst>
                  <a:ext uri="{FF2B5EF4-FFF2-40B4-BE49-F238E27FC236}">
                    <a16:creationId xmlns:a16="http://schemas.microsoft.com/office/drawing/2014/main" id="{867A3807-68FF-39C1-D2E6-10657D497CA2}"/>
                  </a:ext>
                </a:extLst>
              </p:cNvPr>
              <p:cNvPicPr/>
              <p:nvPr/>
            </p:nvPicPr>
            <p:blipFill>
              <a:blip r:embed="rId101"/>
              <a:stretch>
                <a:fillRect/>
              </a:stretch>
            </p:blipFill>
            <p:spPr>
              <a:xfrm>
                <a:off x="5093009" y="1390240"/>
                <a:ext cx="7308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104" name="Ink 103">
                <a:extLst>
                  <a:ext uri="{FF2B5EF4-FFF2-40B4-BE49-F238E27FC236}">
                    <a16:creationId xmlns:a16="http://schemas.microsoft.com/office/drawing/2014/main" id="{2ADED372-BBF4-4AEE-CEDE-406833E07D9B}"/>
                  </a:ext>
                </a:extLst>
              </p14:cNvPr>
              <p14:cNvContentPartPr/>
              <p14:nvPr/>
            </p14:nvContentPartPr>
            <p14:xfrm>
              <a:off x="5163209" y="1336240"/>
              <a:ext cx="165240" cy="129240"/>
            </p14:xfrm>
          </p:contentPart>
        </mc:Choice>
        <mc:Fallback xmlns="">
          <p:pic>
            <p:nvPicPr>
              <p:cNvPr id="104" name="Ink 103">
                <a:extLst>
                  <a:ext uri="{FF2B5EF4-FFF2-40B4-BE49-F238E27FC236}">
                    <a16:creationId xmlns:a16="http://schemas.microsoft.com/office/drawing/2014/main" id="{2ADED372-BBF4-4AEE-CEDE-406833E07D9B}"/>
                  </a:ext>
                </a:extLst>
              </p:cNvPr>
              <p:cNvPicPr/>
              <p:nvPr/>
            </p:nvPicPr>
            <p:blipFill>
              <a:blip r:embed="rId103"/>
              <a:stretch>
                <a:fillRect/>
              </a:stretch>
            </p:blipFill>
            <p:spPr>
              <a:xfrm>
                <a:off x="5152409" y="1325800"/>
                <a:ext cx="18648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105" name="Ink 104">
                <a:extLst>
                  <a:ext uri="{FF2B5EF4-FFF2-40B4-BE49-F238E27FC236}">
                    <a16:creationId xmlns:a16="http://schemas.microsoft.com/office/drawing/2014/main" id="{D228DB32-2834-B5DE-0C76-0F24ECAC07D9}"/>
                  </a:ext>
                </a:extLst>
              </p14:cNvPr>
              <p14:cNvContentPartPr/>
              <p14:nvPr/>
            </p14:nvContentPartPr>
            <p14:xfrm>
              <a:off x="5417729" y="1319680"/>
              <a:ext cx="47520" cy="181800"/>
            </p14:xfrm>
          </p:contentPart>
        </mc:Choice>
        <mc:Fallback xmlns="">
          <p:pic>
            <p:nvPicPr>
              <p:cNvPr id="105" name="Ink 104">
                <a:extLst>
                  <a:ext uri="{FF2B5EF4-FFF2-40B4-BE49-F238E27FC236}">
                    <a16:creationId xmlns:a16="http://schemas.microsoft.com/office/drawing/2014/main" id="{D228DB32-2834-B5DE-0C76-0F24ECAC07D9}"/>
                  </a:ext>
                </a:extLst>
              </p:cNvPr>
              <p:cNvPicPr/>
              <p:nvPr/>
            </p:nvPicPr>
            <p:blipFill>
              <a:blip r:embed="rId105"/>
              <a:stretch>
                <a:fillRect/>
              </a:stretch>
            </p:blipFill>
            <p:spPr>
              <a:xfrm>
                <a:off x="5406929" y="1309240"/>
                <a:ext cx="68760" cy="20304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106" name="Ink 105">
                <a:extLst>
                  <a:ext uri="{FF2B5EF4-FFF2-40B4-BE49-F238E27FC236}">
                    <a16:creationId xmlns:a16="http://schemas.microsoft.com/office/drawing/2014/main" id="{0BAFCE0D-FA3F-CE67-85D2-07EE58ECF996}"/>
                  </a:ext>
                </a:extLst>
              </p14:cNvPr>
              <p14:cNvContentPartPr/>
              <p14:nvPr/>
            </p14:nvContentPartPr>
            <p14:xfrm>
              <a:off x="5417369" y="1403560"/>
              <a:ext cx="70560" cy="27360"/>
            </p14:xfrm>
          </p:contentPart>
        </mc:Choice>
        <mc:Fallback xmlns="">
          <p:pic>
            <p:nvPicPr>
              <p:cNvPr id="106" name="Ink 105">
                <a:extLst>
                  <a:ext uri="{FF2B5EF4-FFF2-40B4-BE49-F238E27FC236}">
                    <a16:creationId xmlns:a16="http://schemas.microsoft.com/office/drawing/2014/main" id="{0BAFCE0D-FA3F-CE67-85D2-07EE58ECF996}"/>
                  </a:ext>
                </a:extLst>
              </p:cNvPr>
              <p:cNvPicPr/>
              <p:nvPr/>
            </p:nvPicPr>
            <p:blipFill>
              <a:blip r:embed="rId107"/>
              <a:stretch>
                <a:fillRect/>
              </a:stretch>
            </p:blipFill>
            <p:spPr>
              <a:xfrm>
                <a:off x="5406929" y="1393120"/>
                <a:ext cx="9180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107" name="Ink 106">
                <a:extLst>
                  <a:ext uri="{FF2B5EF4-FFF2-40B4-BE49-F238E27FC236}">
                    <a16:creationId xmlns:a16="http://schemas.microsoft.com/office/drawing/2014/main" id="{EC543CAE-30B7-7497-E4A4-64F8D14369BF}"/>
                  </a:ext>
                </a:extLst>
              </p14:cNvPr>
              <p14:cNvContentPartPr/>
              <p14:nvPr/>
            </p14:nvContentPartPr>
            <p14:xfrm>
              <a:off x="5503769" y="1384480"/>
              <a:ext cx="5760" cy="55800"/>
            </p14:xfrm>
          </p:contentPart>
        </mc:Choice>
        <mc:Fallback xmlns="">
          <p:pic>
            <p:nvPicPr>
              <p:cNvPr id="107" name="Ink 106">
                <a:extLst>
                  <a:ext uri="{FF2B5EF4-FFF2-40B4-BE49-F238E27FC236}">
                    <a16:creationId xmlns:a16="http://schemas.microsoft.com/office/drawing/2014/main" id="{EC543CAE-30B7-7497-E4A4-64F8D14369BF}"/>
                  </a:ext>
                </a:extLst>
              </p:cNvPr>
              <p:cNvPicPr/>
              <p:nvPr/>
            </p:nvPicPr>
            <p:blipFill>
              <a:blip r:embed="rId109"/>
              <a:stretch>
                <a:fillRect/>
              </a:stretch>
            </p:blipFill>
            <p:spPr>
              <a:xfrm>
                <a:off x="5493329" y="1374040"/>
                <a:ext cx="27000" cy="770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108" name="Ink 107">
                <a:extLst>
                  <a:ext uri="{FF2B5EF4-FFF2-40B4-BE49-F238E27FC236}">
                    <a16:creationId xmlns:a16="http://schemas.microsoft.com/office/drawing/2014/main" id="{D87DCFFB-D4AF-57A6-6654-DE7BC7100085}"/>
                  </a:ext>
                </a:extLst>
              </p14:cNvPr>
              <p14:cNvContentPartPr/>
              <p14:nvPr/>
            </p14:nvContentPartPr>
            <p14:xfrm>
              <a:off x="5509529" y="1338760"/>
              <a:ext cx="11160" cy="16560"/>
            </p14:xfrm>
          </p:contentPart>
        </mc:Choice>
        <mc:Fallback xmlns="">
          <p:pic>
            <p:nvPicPr>
              <p:cNvPr id="108" name="Ink 107">
                <a:extLst>
                  <a:ext uri="{FF2B5EF4-FFF2-40B4-BE49-F238E27FC236}">
                    <a16:creationId xmlns:a16="http://schemas.microsoft.com/office/drawing/2014/main" id="{D87DCFFB-D4AF-57A6-6654-DE7BC7100085}"/>
                  </a:ext>
                </a:extLst>
              </p:cNvPr>
              <p:cNvPicPr/>
              <p:nvPr/>
            </p:nvPicPr>
            <p:blipFill>
              <a:blip r:embed="rId111"/>
              <a:stretch>
                <a:fillRect/>
              </a:stretch>
            </p:blipFill>
            <p:spPr>
              <a:xfrm>
                <a:off x="5498729" y="1327960"/>
                <a:ext cx="3240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109" name="Ink 108">
                <a:extLst>
                  <a:ext uri="{FF2B5EF4-FFF2-40B4-BE49-F238E27FC236}">
                    <a16:creationId xmlns:a16="http://schemas.microsoft.com/office/drawing/2014/main" id="{A75C1EED-CD75-5CFF-8B8D-9352F3F90429}"/>
                  </a:ext>
                </a:extLst>
              </p14:cNvPr>
              <p14:cNvContentPartPr/>
              <p14:nvPr/>
            </p14:nvContentPartPr>
            <p14:xfrm>
              <a:off x="5533649" y="1341280"/>
              <a:ext cx="68040" cy="75960"/>
            </p14:xfrm>
          </p:contentPart>
        </mc:Choice>
        <mc:Fallback xmlns="">
          <p:pic>
            <p:nvPicPr>
              <p:cNvPr id="109" name="Ink 108">
                <a:extLst>
                  <a:ext uri="{FF2B5EF4-FFF2-40B4-BE49-F238E27FC236}">
                    <a16:creationId xmlns:a16="http://schemas.microsoft.com/office/drawing/2014/main" id="{A75C1EED-CD75-5CFF-8B8D-9352F3F90429}"/>
                  </a:ext>
                </a:extLst>
              </p:cNvPr>
              <p:cNvPicPr/>
              <p:nvPr/>
            </p:nvPicPr>
            <p:blipFill>
              <a:blip r:embed="rId113"/>
              <a:stretch>
                <a:fillRect/>
              </a:stretch>
            </p:blipFill>
            <p:spPr>
              <a:xfrm>
                <a:off x="5523209" y="1330840"/>
                <a:ext cx="8928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110" name="Ink 109">
                <a:extLst>
                  <a:ext uri="{FF2B5EF4-FFF2-40B4-BE49-F238E27FC236}">
                    <a16:creationId xmlns:a16="http://schemas.microsoft.com/office/drawing/2014/main" id="{EB0FCEDA-2BAC-B372-F955-98BC8577959A}"/>
                  </a:ext>
                </a:extLst>
              </p14:cNvPr>
              <p14:cNvContentPartPr/>
              <p14:nvPr/>
            </p14:nvContentPartPr>
            <p14:xfrm>
              <a:off x="5555249" y="1335880"/>
              <a:ext cx="24840" cy="148680"/>
            </p14:xfrm>
          </p:contentPart>
        </mc:Choice>
        <mc:Fallback xmlns="">
          <p:pic>
            <p:nvPicPr>
              <p:cNvPr id="110" name="Ink 109">
                <a:extLst>
                  <a:ext uri="{FF2B5EF4-FFF2-40B4-BE49-F238E27FC236}">
                    <a16:creationId xmlns:a16="http://schemas.microsoft.com/office/drawing/2014/main" id="{EB0FCEDA-2BAC-B372-F955-98BC8577959A}"/>
                  </a:ext>
                </a:extLst>
              </p:cNvPr>
              <p:cNvPicPr/>
              <p:nvPr/>
            </p:nvPicPr>
            <p:blipFill>
              <a:blip r:embed="rId115"/>
              <a:stretch>
                <a:fillRect/>
              </a:stretch>
            </p:blipFill>
            <p:spPr>
              <a:xfrm>
                <a:off x="5544809" y="1325440"/>
                <a:ext cx="46080" cy="16992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111" name="Ink 110">
                <a:extLst>
                  <a:ext uri="{FF2B5EF4-FFF2-40B4-BE49-F238E27FC236}">
                    <a16:creationId xmlns:a16="http://schemas.microsoft.com/office/drawing/2014/main" id="{50F67359-C1B7-EAA3-00A4-9010A7D65572}"/>
                  </a:ext>
                </a:extLst>
              </p14:cNvPr>
              <p14:cNvContentPartPr/>
              <p14:nvPr/>
            </p14:nvContentPartPr>
            <p14:xfrm>
              <a:off x="5590529" y="1344160"/>
              <a:ext cx="97560" cy="132480"/>
            </p14:xfrm>
          </p:contentPart>
        </mc:Choice>
        <mc:Fallback xmlns="">
          <p:pic>
            <p:nvPicPr>
              <p:cNvPr id="111" name="Ink 110">
                <a:extLst>
                  <a:ext uri="{FF2B5EF4-FFF2-40B4-BE49-F238E27FC236}">
                    <a16:creationId xmlns:a16="http://schemas.microsoft.com/office/drawing/2014/main" id="{50F67359-C1B7-EAA3-00A4-9010A7D65572}"/>
                  </a:ext>
                </a:extLst>
              </p:cNvPr>
              <p:cNvPicPr/>
              <p:nvPr/>
            </p:nvPicPr>
            <p:blipFill>
              <a:blip r:embed="rId117"/>
              <a:stretch>
                <a:fillRect/>
              </a:stretch>
            </p:blipFill>
            <p:spPr>
              <a:xfrm>
                <a:off x="5579729" y="1333360"/>
                <a:ext cx="118800" cy="15372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112" name="Ink 111">
                <a:extLst>
                  <a:ext uri="{FF2B5EF4-FFF2-40B4-BE49-F238E27FC236}">
                    <a16:creationId xmlns:a16="http://schemas.microsoft.com/office/drawing/2014/main" id="{8861F80D-FE44-95CE-C633-225F88520DB4}"/>
                  </a:ext>
                </a:extLst>
              </p14:cNvPr>
              <p14:cNvContentPartPr/>
              <p14:nvPr/>
            </p14:nvContentPartPr>
            <p14:xfrm>
              <a:off x="5782409" y="1271800"/>
              <a:ext cx="105840" cy="113400"/>
            </p14:xfrm>
          </p:contentPart>
        </mc:Choice>
        <mc:Fallback xmlns="">
          <p:pic>
            <p:nvPicPr>
              <p:cNvPr id="112" name="Ink 111">
                <a:extLst>
                  <a:ext uri="{FF2B5EF4-FFF2-40B4-BE49-F238E27FC236}">
                    <a16:creationId xmlns:a16="http://schemas.microsoft.com/office/drawing/2014/main" id="{8861F80D-FE44-95CE-C633-225F88520DB4}"/>
                  </a:ext>
                </a:extLst>
              </p:cNvPr>
              <p:cNvPicPr/>
              <p:nvPr/>
            </p:nvPicPr>
            <p:blipFill>
              <a:blip r:embed="rId119"/>
              <a:stretch>
                <a:fillRect/>
              </a:stretch>
            </p:blipFill>
            <p:spPr>
              <a:xfrm>
                <a:off x="5771969" y="1261000"/>
                <a:ext cx="127080" cy="13464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113" name="Ink 112">
                <a:extLst>
                  <a:ext uri="{FF2B5EF4-FFF2-40B4-BE49-F238E27FC236}">
                    <a16:creationId xmlns:a16="http://schemas.microsoft.com/office/drawing/2014/main" id="{4DB41A2B-0413-5C84-4FBE-6FA52F7D3B1E}"/>
                  </a:ext>
                </a:extLst>
              </p14:cNvPr>
              <p14:cNvContentPartPr/>
              <p14:nvPr/>
            </p14:nvContentPartPr>
            <p14:xfrm>
              <a:off x="5890769" y="1266040"/>
              <a:ext cx="89640" cy="121680"/>
            </p14:xfrm>
          </p:contentPart>
        </mc:Choice>
        <mc:Fallback xmlns="">
          <p:pic>
            <p:nvPicPr>
              <p:cNvPr id="113" name="Ink 112">
                <a:extLst>
                  <a:ext uri="{FF2B5EF4-FFF2-40B4-BE49-F238E27FC236}">
                    <a16:creationId xmlns:a16="http://schemas.microsoft.com/office/drawing/2014/main" id="{4DB41A2B-0413-5C84-4FBE-6FA52F7D3B1E}"/>
                  </a:ext>
                </a:extLst>
              </p:cNvPr>
              <p:cNvPicPr/>
              <p:nvPr/>
            </p:nvPicPr>
            <p:blipFill>
              <a:blip r:embed="rId121"/>
              <a:stretch>
                <a:fillRect/>
              </a:stretch>
            </p:blipFill>
            <p:spPr>
              <a:xfrm>
                <a:off x="5879969" y="1255240"/>
                <a:ext cx="110880" cy="14292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114" name="Ink 113">
                <a:extLst>
                  <a:ext uri="{FF2B5EF4-FFF2-40B4-BE49-F238E27FC236}">
                    <a16:creationId xmlns:a16="http://schemas.microsoft.com/office/drawing/2014/main" id="{A95B5E5C-8742-00CE-CB16-B6999A106B85}"/>
                  </a:ext>
                </a:extLst>
              </p14:cNvPr>
              <p14:cNvContentPartPr/>
              <p14:nvPr/>
            </p14:nvContentPartPr>
            <p14:xfrm>
              <a:off x="5974649" y="1244440"/>
              <a:ext cx="75960" cy="143280"/>
            </p14:xfrm>
          </p:contentPart>
        </mc:Choice>
        <mc:Fallback xmlns="">
          <p:pic>
            <p:nvPicPr>
              <p:cNvPr id="114" name="Ink 113">
                <a:extLst>
                  <a:ext uri="{FF2B5EF4-FFF2-40B4-BE49-F238E27FC236}">
                    <a16:creationId xmlns:a16="http://schemas.microsoft.com/office/drawing/2014/main" id="{A95B5E5C-8742-00CE-CB16-B6999A106B85}"/>
                  </a:ext>
                </a:extLst>
              </p:cNvPr>
              <p:cNvPicPr/>
              <p:nvPr/>
            </p:nvPicPr>
            <p:blipFill>
              <a:blip r:embed="rId123"/>
              <a:stretch>
                <a:fillRect/>
              </a:stretch>
            </p:blipFill>
            <p:spPr>
              <a:xfrm>
                <a:off x="5963849" y="1234000"/>
                <a:ext cx="97200" cy="16452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115" name="Ink 114">
                <a:extLst>
                  <a:ext uri="{FF2B5EF4-FFF2-40B4-BE49-F238E27FC236}">
                    <a16:creationId xmlns:a16="http://schemas.microsoft.com/office/drawing/2014/main" id="{6C1D9768-8C68-6E5A-D888-EEA48783C9E5}"/>
                  </a:ext>
                </a:extLst>
              </p14:cNvPr>
              <p14:cNvContentPartPr/>
              <p14:nvPr/>
            </p14:nvContentPartPr>
            <p14:xfrm>
              <a:off x="5422769" y="1594720"/>
              <a:ext cx="32760" cy="114840"/>
            </p14:xfrm>
          </p:contentPart>
        </mc:Choice>
        <mc:Fallback xmlns="">
          <p:pic>
            <p:nvPicPr>
              <p:cNvPr id="115" name="Ink 114">
                <a:extLst>
                  <a:ext uri="{FF2B5EF4-FFF2-40B4-BE49-F238E27FC236}">
                    <a16:creationId xmlns:a16="http://schemas.microsoft.com/office/drawing/2014/main" id="{6C1D9768-8C68-6E5A-D888-EEA48783C9E5}"/>
                  </a:ext>
                </a:extLst>
              </p:cNvPr>
              <p:cNvPicPr/>
              <p:nvPr/>
            </p:nvPicPr>
            <p:blipFill>
              <a:blip r:embed="rId125"/>
              <a:stretch>
                <a:fillRect/>
              </a:stretch>
            </p:blipFill>
            <p:spPr>
              <a:xfrm>
                <a:off x="5412329" y="1583920"/>
                <a:ext cx="5400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116" name="Ink 115">
                <a:extLst>
                  <a:ext uri="{FF2B5EF4-FFF2-40B4-BE49-F238E27FC236}">
                    <a16:creationId xmlns:a16="http://schemas.microsoft.com/office/drawing/2014/main" id="{BCA6B58F-9ABE-1B90-ACA1-8721839887D0}"/>
                  </a:ext>
                </a:extLst>
              </p14:cNvPr>
              <p14:cNvContentPartPr/>
              <p14:nvPr/>
            </p14:nvContentPartPr>
            <p14:xfrm>
              <a:off x="5428169" y="1633600"/>
              <a:ext cx="54360" cy="38160"/>
            </p14:xfrm>
          </p:contentPart>
        </mc:Choice>
        <mc:Fallback xmlns="">
          <p:pic>
            <p:nvPicPr>
              <p:cNvPr id="116" name="Ink 115">
                <a:extLst>
                  <a:ext uri="{FF2B5EF4-FFF2-40B4-BE49-F238E27FC236}">
                    <a16:creationId xmlns:a16="http://schemas.microsoft.com/office/drawing/2014/main" id="{BCA6B58F-9ABE-1B90-ACA1-8721839887D0}"/>
                  </a:ext>
                </a:extLst>
              </p:cNvPr>
              <p:cNvPicPr/>
              <p:nvPr/>
            </p:nvPicPr>
            <p:blipFill>
              <a:blip r:embed="rId127"/>
              <a:stretch>
                <a:fillRect/>
              </a:stretch>
            </p:blipFill>
            <p:spPr>
              <a:xfrm>
                <a:off x="5417729" y="1622800"/>
                <a:ext cx="7560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117" name="Ink 116">
                <a:extLst>
                  <a:ext uri="{FF2B5EF4-FFF2-40B4-BE49-F238E27FC236}">
                    <a16:creationId xmlns:a16="http://schemas.microsoft.com/office/drawing/2014/main" id="{DE5C3538-2D4B-B886-1751-84D9FF1E5AEB}"/>
                  </a:ext>
                </a:extLst>
              </p14:cNvPr>
              <p14:cNvContentPartPr/>
              <p14:nvPr/>
            </p14:nvContentPartPr>
            <p14:xfrm>
              <a:off x="5490449" y="1587520"/>
              <a:ext cx="114120" cy="78480"/>
            </p14:xfrm>
          </p:contentPart>
        </mc:Choice>
        <mc:Fallback xmlns="">
          <p:pic>
            <p:nvPicPr>
              <p:cNvPr id="117" name="Ink 116">
                <a:extLst>
                  <a:ext uri="{FF2B5EF4-FFF2-40B4-BE49-F238E27FC236}">
                    <a16:creationId xmlns:a16="http://schemas.microsoft.com/office/drawing/2014/main" id="{DE5C3538-2D4B-B886-1751-84D9FF1E5AEB}"/>
                  </a:ext>
                </a:extLst>
              </p:cNvPr>
              <p:cNvPicPr/>
              <p:nvPr/>
            </p:nvPicPr>
            <p:blipFill>
              <a:blip r:embed="rId129"/>
              <a:stretch>
                <a:fillRect/>
              </a:stretch>
            </p:blipFill>
            <p:spPr>
              <a:xfrm>
                <a:off x="5479649" y="1576720"/>
                <a:ext cx="135360" cy="9972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118" name="Ink 117">
                <a:extLst>
                  <a:ext uri="{FF2B5EF4-FFF2-40B4-BE49-F238E27FC236}">
                    <a16:creationId xmlns:a16="http://schemas.microsoft.com/office/drawing/2014/main" id="{D1618E02-A25B-5D05-D8A0-4944AD5D0694}"/>
                  </a:ext>
                </a:extLst>
              </p14:cNvPr>
              <p14:cNvContentPartPr/>
              <p14:nvPr/>
            </p14:nvContentPartPr>
            <p14:xfrm>
              <a:off x="5603849" y="1565920"/>
              <a:ext cx="92160" cy="89640"/>
            </p14:xfrm>
          </p:contentPart>
        </mc:Choice>
        <mc:Fallback xmlns="">
          <p:pic>
            <p:nvPicPr>
              <p:cNvPr id="118" name="Ink 117">
                <a:extLst>
                  <a:ext uri="{FF2B5EF4-FFF2-40B4-BE49-F238E27FC236}">
                    <a16:creationId xmlns:a16="http://schemas.microsoft.com/office/drawing/2014/main" id="{D1618E02-A25B-5D05-D8A0-4944AD5D0694}"/>
                  </a:ext>
                </a:extLst>
              </p:cNvPr>
              <p:cNvPicPr/>
              <p:nvPr/>
            </p:nvPicPr>
            <p:blipFill>
              <a:blip r:embed="rId131"/>
              <a:stretch>
                <a:fillRect/>
              </a:stretch>
            </p:blipFill>
            <p:spPr>
              <a:xfrm>
                <a:off x="5593409" y="1555120"/>
                <a:ext cx="113400" cy="11088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119" name="Ink 118">
                <a:extLst>
                  <a:ext uri="{FF2B5EF4-FFF2-40B4-BE49-F238E27FC236}">
                    <a16:creationId xmlns:a16="http://schemas.microsoft.com/office/drawing/2014/main" id="{72E66AF3-2D80-BE4E-49E5-E20761D4BC4E}"/>
                  </a:ext>
                </a:extLst>
              </p14:cNvPr>
              <p14:cNvContentPartPr/>
              <p14:nvPr/>
            </p14:nvContentPartPr>
            <p14:xfrm>
              <a:off x="5833889" y="1503280"/>
              <a:ext cx="143640" cy="143640"/>
            </p14:xfrm>
          </p:contentPart>
        </mc:Choice>
        <mc:Fallback xmlns="">
          <p:pic>
            <p:nvPicPr>
              <p:cNvPr id="119" name="Ink 118">
                <a:extLst>
                  <a:ext uri="{FF2B5EF4-FFF2-40B4-BE49-F238E27FC236}">
                    <a16:creationId xmlns:a16="http://schemas.microsoft.com/office/drawing/2014/main" id="{72E66AF3-2D80-BE4E-49E5-E20761D4BC4E}"/>
                  </a:ext>
                </a:extLst>
              </p:cNvPr>
              <p:cNvPicPr/>
              <p:nvPr/>
            </p:nvPicPr>
            <p:blipFill>
              <a:blip r:embed="rId133"/>
              <a:stretch>
                <a:fillRect/>
              </a:stretch>
            </p:blipFill>
            <p:spPr>
              <a:xfrm>
                <a:off x="5823449" y="1492840"/>
                <a:ext cx="164880" cy="16488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120" name="Ink 119">
                <a:extLst>
                  <a:ext uri="{FF2B5EF4-FFF2-40B4-BE49-F238E27FC236}">
                    <a16:creationId xmlns:a16="http://schemas.microsoft.com/office/drawing/2014/main" id="{7520B1C2-36FD-717F-6FCE-44CE9D5A363B}"/>
                  </a:ext>
                </a:extLst>
              </p14:cNvPr>
              <p14:cNvContentPartPr/>
              <p14:nvPr/>
            </p14:nvContentPartPr>
            <p14:xfrm>
              <a:off x="5974649" y="1506520"/>
              <a:ext cx="92160" cy="110880"/>
            </p14:xfrm>
          </p:contentPart>
        </mc:Choice>
        <mc:Fallback xmlns="">
          <p:pic>
            <p:nvPicPr>
              <p:cNvPr id="120" name="Ink 119">
                <a:extLst>
                  <a:ext uri="{FF2B5EF4-FFF2-40B4-BE49-F238E27FC236}">
                    <a16:creationId xmlns:a16="http://schemas.microsoft.com/office/drawing/2014/main" id="{7520B1C2-36FD-717F-6FCE-44CE9D5A363B}"/>
                  </a:ext>
                </a:extLst>
              </p:cNvPr>
              <p:cNvPicPr/>
              <p:nvPr/>
            </p:nvPicPr>
            <p:blipFill>
              <a:blip r:embed="rId135"/>
              <a:stretch>
                <a:fillRect/>
              </a:stretch>
            </p:blipFill>
            <p:spPr>
              <a:xfrm>
                <a:off x="5963849" y="1496080"/>
                <a:ext cx="11340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139" name="Ink 138">
                <a:extLst>
                  <a:ext uri="{FF2B5EF4-FFF2-40B4-BE49-F238E27FC236}">
                    <a16:creationId xmlns:a16="http://schemas.microsoft.com/office/drawing/2014/main" id="{A3F9C508-93BB-E983-EEED-24E009849C71}"/>
                  </a:ext>
                </a:extLst>
              </p14:cNvPr>
              <p14:cNvContentPartPr/>
              <p14:nvPr/>
            </p14:nvContentPartPr>
            <p14:xfrm>
              <a:off x="6653921" y="1400981"/>
              <a:ext cx="670680" cy="200520"/>
            </p14:xfrm>
          </p:contentPart>
        </mc:Choice>
        <mc:Fallback xmlns="">
          <p:pic>
            <p:nvPicPr>
              <p:cNvPr id="139" name="Ink 138">
                <a:extLst>
                  <a:ext uri="{FF2B5EF4-FFF2-40B4-BE49-F238E27FC236}">
                    <a16:creationId xmlns:a16="http://schemas.microsoft.com/office/drawing/2014/main" id="{A3F9C508-93BB-E983-EEED-24E009849C71}"/>
                  </a:ext>
                </a:extLst>
              </p:cNvPr>
              <p:cNvPicPr/>
              <p:nvPr/>
            </p:nvPicPr>
            <p:blipFill>
              <a:blip r:embed="rId137"/>
              <a:stretch>
                <a:fillRect/>
              </a:stretch>
            </p:blipFill>
            <p:spPr>
              <a:xfrm>
                <a:off x="6643121" y="1390181"/>
                <a:ext cx="691920" cy="22176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140" name="Ink 139">
                <a:extLst>
                  <a:ext uri="{FF2B5EF4-FFF2-40B4-BE49-F238E27FC236}">
                    <a16:creationId xmlns:a16="http://schemas.microsoft.com/office/drawing/2014/main" id="{10359ACE-2C66-0A4F-4558-CED46ED41435}"/>
                  </a:ext>
                </a:extLst>
              </p14:cNvPr>
              <p14:cNvContentPartPr/>
              <p14:nvPr/>
            </p14:nvContentPartPr>
            <p14:xfrm>
              <a:off x="6223361" y="1452461"/>
              <a:ext cx="306000" cy="185400"/>
            </p14:xfrm>
          </p:contentPart>
        </mc:Choice>
        <mc:Fallback xmlns="">
          <p:pic>
            <p:nvPicPr>
              <p:cNvPr id="140" name="Ink 139">
                <a:extLst>
                  <a:ext uri="{FF2B5EF4-FFF2-40B4-BE49-F238E27FC236}">
                    <a16:creationId xmlns:a16="http://schemas.microsoft.com/office/drawing/2014/main" id="{10359ACE-2C66-0A4F-4558-CED46ED41435}"/>
                  </a:ext>
                </a:extLst>
              </p:cNvPr>
              <p:cNvPicPr/>
              <p:nvPr/>
            </p:nvPicPr>
            <p:blipFill>
              <a:blip r:embed="rId139"/>
              <a:stretch>
                <a:fillRect/>
              </a:stretch>
            </p:blipFill>
            <p:spPr>
              <a:xfrm>
                <a:off x="6212921" y="1442021"/>
                <a:ext cx="327240" cy="206640"/>
              </a:xfrm>
              <a:prstGeom prst="rect">
                <a:avLst/>
              </a:prstGeom>
            </p:spPr>
          </p:pic>
        </mc:Fallback>
      </mc:AlternateContent>
    </p:spTree>
    <p:extLst>
      <p:ext uri="{BB962C8B-B14F-4D97-AF65-F5344CB8AC3E}">
        <p14:creationId xmlns:p14="http://schemas.microsoft.com/office/powerpoint/2010/main" val="16899884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B1D2DD7-3122-244B-8E9D-ECF1C63D7801}"/>
              </a:ext>
            </a:extLst>
          </p:cNvPr>
          <p:cNvSpPr>
            <a:spLocks noGrp="1"/>
          </p:cNvSpPr>
          <p:nvPr>
            <p:ph type="title"/>
          </p:nvPr>
        </p:nvSpPr>
        <p:spPr/>
        <p:txBody>
          <a:bodyPr/>
          <a:lstStyle/>
          <a:p>
            <a:r>
              <a:rPr lang="en-US" dirty="0"/>
              <a:t>Weak Authentication</a:t>
            </a:r>
          </a:p>
        </p:txBody>
      </p:sp>
      <p:sp>
        <p:nvSpPr>
          <p:cNvPr id="2" name="Text Placeholder 1">
            <a:extLst>
              <a:ext uri="{FF2B5EF4-FFF2-40B4-BE49-F238E27FC236}">
                <a16:creationId xmlns:a16="http://schemas.microsoft.com/office/drawing/2014/main" id="{C222635E-21A2-DFBA-F640-E3C7AAFB050B}"/>
              </a:ext>
            </a:extLst>
          </p:cNvPr>
          <p:cNvSpPr>
            <a:spLocks noGrp="1"/>
          </p:cNvSpPr>
          <p:nvPr>
            <p:ph type="body" idx="11"/>
          </p:nvPr>
        </p:nvSpPr>
        <p:spPr/>
        <p:txBody>
          <a:bodyPr/>
          <a:lstStyle/>
          <a:p>
            <a:endParaRPr lang="en-SG"/>
          </a:p>
        </p:txBody>
      </p:sp>
      <p:sp>
        <p:nvSpPr>
          <p:cNvPr id="6" name="Content Placeholder 5">
            <a:extLst>
              <a:ext uri="{FF2B5EF4-FFF2-40B4-BE49-F238E27FC236}">
                <a16:creationId xmlns:a16="http://schemas.microsoft.com/office/drawing/2014/main" id="{B6908CA5-5F2D-6D43-8177-C63546502610}"/>
              </a:ext>
            </a:extLst>
          </p:cNvPr>
          <p:cNvSpPr>
            <a:spLocks noGrp="1"/>
          </p:cNvSpPr>
          <p:nvPr>
            <p:ph idx="1"/>
          </p:nvPr>
        </p:nvSpPr>
        <p:spPr/>
        <p:txBody>
          <a:bodyPr/>
          <a:lstStyle/>
          <a:p>
            <a:pPr>
              <a:lnSpc>
                <a:spcPct val="80000"/>
              </a:lnSpc>
            </a:pPr>
            <a:r>
              <a:rPr lang="en-US" dirty="0"/>
              <a:t>“Encrypted” password file</a:t>
            </a:r>
          </a:p>
          <a:p>
            <a:pPr lvl="1">
              <a:lnSpc>
                <a:spcPct val="80000"/>
              </a:lnSpc>
            </a:pPr>
            <a:r>
              <a:rPr lang="en-US" dirty="0"/>
              <a:t>Server: stores the encryption of Bob’s password</a:t>
            </a:r>
          </a:p>
          <a:p>
            <a:pPr lvl="1">
              <a:lnSpc>
                <a:spcPct val="80000"/>
              </a:lnSpc>
            </a:pPr>
            <a:r>
              <a:rPr lang="en-US" dirty="0"/>
              <a:t>Bob: sends his id and password to Server</a:t>
            </a:r>
          </a:p>
          <a:p>
            <a:pPr lvl="1">
              <a:lnSpc>
                <a:spcPct val="80000"/>
              </a:lnSpc>
            </a:pPr>
            <a:r>
              <a:rPr lang="en-US" dirty="0"/>
              <a:t>Server: authenticates Bob by </a:t>
            </a:r>
            <a:r>
              <a:rPr lang="en-US" u="sng" dirty="0"/>
              <a:t>decrypting</a:t>
            </a:r>
            <a:r>
              <a:rPr lang="en-US" dirty="0"/>
              <a:t> the corresponding entry in  the password file and comparing it against the received password</a:t>
            </a:r>
            <a:endParaRPr lang="en-US" sz="3200" dirty="0"/>
          </a:p>
          <a:p>
            <a:pPr>
              <a:lnSpc>
                <a:spcPct val="80000"/>
              </a:lnSpc>
            </a:pPr>
            <a:r>
              <a:rPr lang="en-US" dirty="0"/>
              <a:t>Server needs to protect the decryption key</a:t>
            </a:r>
            <a:endParaRPr lang="en-SG" dirty="0"/>
          </a:p>
          <a:p>
            <a:endParaRPr lang="en-US" dirty="0"/>
          </a:p>
        </p:txBody>
      </p:sp>
      <p:grpSp>
        <p:nvGrpSpPr>
          <p:cNvPr id="8" name="Group 7">
            <a:extLst>
              <a:ext uri="{FF2B5EF4-FFF2-40B4-BE49-F238E27FC236}">
                <a16:creationId xmlns:a16="http://schemas.microsoft.com/office/drawing/2014/main" id="{103FBD28-74AB-3D45-82B1-DF81F75D1350}"/>
              </a:ext>
            </a:extLst>
          </p:cNvPr>
          <p:cNvGrpSpPr/>
          <p:nvPr/>
        </p:nvGrpSpPr>
        <p:grpSpPr>
          <a:xfrm>
            <a:off x="1968101" y="3351139"/>
            <a:ext cx="8787934" cy="2499383"/>
            <a:chOff x="2482738" y="3760286"/>
            <a:chExt cx="8787934" cy="2499383"/>
          </a:xfrm>
        </p:grpSpPr>
        <p:sp>
          <p:nvSpPr>
            <p:cNvPr id="9" name="Text Box 19">
              <a:extLst>
                <a:ext uri="{FF2B5EF4-FFF2-40B4-BE49-F238E27FC236}">
                  <a16:creationId xmlns:a16="http://schemas.microsoft.com/office/drawing/2014/main" id="{01FECA58-6411-DC4D-86C6-FA062F8AB005}"/>
                </a:ext>
              </a:extLst>
            </p:cNvPr>
            <p:cNvSpPr txBox="1">
              <a:spLocks noChangeArrowheads="1"/>
            </p:cNvSpPr>
            <p:nvPr/>
          </p:nvSpPr>
          <p:spPr bwMode="auto">
            <a:xfrm>
              <a:off x="2558938" y="5661737"/>
              <a:ext cx="990600" cy="369332"/>
            </a:xfrm>
            <a:prstGeom prst="rect">
              <a:avLst/>
            </a:prstGeom>
            <a:noFill/>
            <a:ln w="9525">
              <a:noFill/>
              <a:miter lim="800000"/>
              <a:headEnd/>
              <a:tailEnd/>
            </a:ln>
            <a:effectLst/>
          </p:spPr>
          <p:txBody>
            <a:bodyPr>
              <a:spAutoFit/>
            </a:bodyPr>
            <a:lstStyle/>
            <a:p>
              <a:pPr>
                <a:spcBef>
                  <a:spcPct val="50000"/>
                </a:spcBef>
              </a:pPr>
              <a:r>
                <a:rPr lang="en-US" dirty="0"/>
                <a:t>Bob</a:t>
              </a:r>
            </a:p>
          </p:txBody>
        </p:sp>
        <p:sp>
          <p:nvSpPr>
            <p:cNvPr id="10" name="Line 22">
              <a:extLst>
                <a:ext uri="{FF2B5EF4-FFF2-40B4-BE49-F238E27FC236}">
                  <a16:creationId xmlns:a16="http://schemas.microsoft.com/office/drawing/2014/main" id="{7F118820-7039-8A47-99FB-ED9571F2F287}"/>
                </a:ext>
              </a:extLst>
            </p:cNvPr>
            <p:cNvSpPr>
              <a:spLocks noChangeShapeType="1"/>
            </p:cNvSpPr>
            <p:nvPr/>
          </p:nvSpPr>
          <p:spPr bwMode="auto">
            <a:xfrm>
              <a:off x="3625738" y="5204537"/>
              <a:ext cx="4038600" cy="0"/>
            </a:xfrm>
            <a:prstGeom prst="line">
              <a:avLst/>
            </a:prstGeom>
            <a:noFill/>
            <a:ln w="38100">
              <a:solidFill>
                <a:schemeClr val="tx1"/>
              </a:solidFill>
              <a:round/>
              <a:headEnd/>
              <a:tailEnd type="triangle" w="med" len="med"/>
            </a:ln>
            <a:effectLst/>
          </p:spPr>
          <p:txBody>
            <a:bodyPr/>
            <a:lstStyle/>
            <a:p>
              <a:endParaRPr lang="en-US"/>
            </a:p>
          </p:txBody>
        </p:sp>
        <p:sp>
          <p:nvSpPr>
            <p:cNvPr id="11" name="Text Box 24">
              <a:extLst>
                <a:ext uri="{FF2B5EF4-FFF2-40B4-BE49-F238E27FC236}">
                  <a16:creationId xmlns:a16="http://schemas.microsoft.com/office/drawing/2014/main" id="{588AFBC1-DC46-DE4D-81A9-A97823695832}"/>
                </a:ext>
              </a:extLst>
            </p:cNvPr>
            <p:cNvSpPr txBox="1">
              <a:spLocks noChangeArrowheads="1"/>
            </p:cNvSpPr>
            <p:nvPr/>
          </p:nvSpPr>
          <p:spPr bwMode="auto">
            <a:xfrm>
              <a:off x="7892938" y="5890337"/>
              <a:ext cx="1524000" cy="369332"/>
            </a:xfrm>
            <a:prstGeom prst="rect">
              <a:avLst/>
            </a:prstGeom>
            <a:noFill/>
            <a:ln w="9525">
              <a:noFill/>
              <a:miter lim="800000"/>
              <a:headEnd/>
              <a:tailEnd/>
            </a:ln>
            <a:effectLst/>
          </p:spPr>
          <p:txBody>
            <a:bodyPr>
              <a:spAutoFit/>
            </a:bodyPr>
            <a:lstStyle/>
            <a:p>
              <a:pPr>
                <a:spcBef>
                  <a:spcPct val="50000"/>
                </a:spcBef>
              </a:pPr>
              <a:r>
                <a:rPr lang="en-US" dirty="0"/>
                <a:t>Server</a:t>
              </a:r>
            </a:p>
          </p:txBody>
        </p:sp>
        <p:pic>
          <p:nvPicPr>
            <p:cNvPr id="12" name="Picture 11">
              <a:extLst>
                <a:ext uri="{FF2B5EF4-FFF2-40B4-BE49-F238E27FC236}">
                  <a16:creationId xmlns:a16="http://schemas.microsoft.com/office/drawing/2014/main" id="{33564534-4FF1-BF42-A272-6EFFBE3F37CC}"/>
                </a:ext>
              </a:extLst>
            </p:cNvPr>
            <p:cNvPicPr>
              <a:picLocks noChangeAspect="1"/>
            </p:cNvPicPr>
            <p:nvPr/>
          </p:nvPicPr>
          <p:blipFill>
            <a:blip r:embed="rId2"/>
            <a:stretch>
              <a:fillRect/>
            </a:stretch>
          </p:blipFill>
          <p:spPr>
            <a:xfrm>
              <a:off x="2482738" y="4594937"/>
              <a:ext cx="914400" cy="1082842"/>
            </a:xfrm>
            <a:prstGeom prst="rect">
              <a:avLst/>
            </a:prstGeom>
          </p:spPr>
        </p:pic>
        <p:pic>
          <p:nvPicPr>
            <p:cNvPr id="13" name="Picture 12" descr="j04247901.wmf">
              <a:extLst>
                <a:ext uri="{FF2B5EF4-FFF2-40B4-BE49-F238E27FC236}">
                  <a16:creationId xmlns:a16="http://schemas.microsoft.com/office/drawing/2014/main" id="{6194A00F-A04B-214E-ACC8-A2B82DFFF5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92938" y="3918285"/>
              <a:ext cx="1714500" cy="1778000"/>
            </a:xfrm>
            <a:prstGeom prst="rect">
              <a:avLst/>
            </a:prstGeom>
          </p:spPr>
        </p:pic>
        <p:sp>
          <p:nvSpPr>
            <p:cNvPr id="14" name="Text Box 19">
              <a:extLst>
                <a:ext uri="{FF2B5EF4-FFF2-40B4-BE49-F238E27FC236}">
                  <a16:creationId xmlns:a16="http://schemas.microsoft.com/office/drawing/2014/main" id="{236461E7-C2C7-F245-BE75-C25F9FB7858B}"/>
                </a:ext>
              </a:extLst>
            </p:cNvPr>
            <p:cNvSpPr txBox="1">
              <a:spLocks noChangeArrowheads="1"/>
            </p:cNvSpPr>
            <p:nvPr/>
          </p:nvSpPr>
          <p:spPr bwMode="auto">
            <a:xfrm>
              <a:off x="5047798" y="4767026"/>
              <a:ext cx="2513935" cy="369332"/>
            </a:xfrm>
            <a:prstGeom prst="rect">
              <a:avLst/>
            </a:prstGeom>
            <a:noFill/>
            <a:ln w="9525">
              <a:noFill/>
              <a:miter lim="800000"/>
              <a:headEnd/>
              <a:tailEnd/>
            </a:ln>
            <a:effectLst/>
          </p:spPr>
          <p:txBody>
            <a:bodyPr wrap="square">
              <a:spAutoFit/>
            </a:bodyPr>
            <a:lstStyle/>
            <a:p>
              <a:pPr>
                <a:spcBef>
                  <a:spcPct val="50000"/>
                </a:spcBef>
              </a:pPr>
              <a:r>
                <a:rPr lang="en-US" dirty="0"/>
                <a:t>Bob, password</a:t>
              </a:r>
            </a:p>
          </p:txBody>
        </p:sp>
        <p:sp>
          <p:nvSpPr>
            <p:cNvPr id="15" name="AutoShape 16">
              <a:extLst>
                <a:ext uri="{FF2B5EF4-FFF2-40B4-BE49-F238E27FC236}">
                  <a16:creationId xmlns:a16="http://schemas.microsoft.com/office/drawing/2014/main" id="{B7F17AB4-AEF1-E34D-AB0C-50286C0EBFCD}"/>
                </a:ext>
              </a:extLst>
            </p:cNvPr>
            <p:cNvSpPr>
              <a:spLocks noChangeArrowheads="1"/>
            </p:cNvSpPr>
            <p:nvPr/>
          </p:nvSpPr>
          <p:spPr bwMode="auto">
            <a:xfrm>
              <a:off x="9441872" y="4084134"/>
              <a:ext cx="1828800" cy="594743"/>
            </a:xfrm>
            <a:prstGeom prst="flowChartDocument">
              <a:avLst/>
            </a:prstGeom>
            <a:solidFill>
              <a:srgbClr val="4F81BD"/>
            </a:solidFill>
            <a:ln w="9525">
              <a:solidFill>
                <a:sysClr val="windowText" lastClr="000000"/>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chemeClr val="bg1"/>
                  </a:solidFill>
                  <a:effectLst/>
                  <a:uLnTx/>
                  <a:uFillTx/>
                  <a:latin typeface="+mn-lt"/>
                </a:rPr>
                <a:t>(Bob, E(password))</a:t>
              </a:r>
            </a:p>
          </p:txBody>
        </p:sp>
        <p:sp>
          <p:nvSpPr>
            <p:cNvPr id="16" name="Text Box 18">
              <a:extLst>
                <a:ext uri="{FF2B5EF4-FFF2-40B4-BE49-F238E27FC236}">
                  <a16:creationId xmlns:a16="http://schemas.microsoft.com/office/drawing/2014/main" id="{BCE088B1-13FD-3D49-96ED-DE527B2E85D2}"/>
                </a:ext>
              </a:extLst>
            </p:cNvPr>
            <p:cNvSpPr txBox="1">
              <a:spLocks noChangeArrowheads="1"/>
            </p:cNvSpPr>
            <p:nvPr/>
          </p:nvSpPr>
          <p:spPr bwMode="auto">
            <a:xfrm>
              <a:off x="9289472" y="3760286"/>
              <a:ext cx="1828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en-US" sz="1800" b="0" i="0" u="none" strike="noStrike" kern="0" cap="none" spc="0" normalizeH="0" baseline="0" noProof="0" dirty="0">
                  <a:ln>
                    <a:noFill/>
                  </a:ln>
                  <a:solidFill>
                    <a:prstClr val="black"/>
                  </a:solidFill>
                  <a:effectLst/>
                  <a:uLnTx/>
                  <a:uFillTx/>
                  <a:latin typeface="+mn-lt"/>
                </a:rPr>
                <a:t>Password file</a:t>
              </a:r>
            </a:p>
          </p:txBody>
        </p:sp>
      </p:grpSp>
      <mc:AlternateContent xmlns:mc="http://schemas.openxmlformats.org/markup-compatibility/2006" xmlns:p14="http://schemas.microsoft.com/office/powerpoint/2010/main">
        <mc:Choice Requires="p14">
          <p:contentPart p14:bwMode="auto" r:id="rId4">
            <p14:nvContentPartPr>
              <p14:cNvPr id="60" name="Ink 59">
                <a:extLst>
                  <a:ext uri="{FF2B5EF4-FFF2-40B4-BE49-F238E27FC236}">
                    <a16:creationId xmlns:a16="http://schemas.microsoft.com/office/drawing/2014/main" id="{D62D89EB-4E3A-6283-8AA9-601B4615B0CA}"/>
                  </a:ext>
                </a:extLst>
              </p14:cNvPr>
              <p14:cNvContentPartPr/>
              <p14:nvPr/>
            </p14:nvContentPartPr>
            <p14:xfrm>
              <a:off x="5896102" y="1072448"/>
              <a:ext cx="1342800" cy="564120"/>
            </p14:xfrm>
          </p:contentPart>
        </mc:Choice>
        <mc:Fallback xmlns="">
          <p:pic>
            <p:nvPicPr>
              <p:cNvPr id="60" name="Ink 59">
                <a:extLst>
                  <a:ext uri="{FF2B5EF4-FFF2-40B4-BE49-F238E27FC236}">
                    <a16:creationId xmlns:a16="http://schemas.microsoft.com/office/drawing/2014/main" id="{D62D89EB-4E3A-6283-8AA9-601B4615B0CA}"/>
                  </a:ext>
                </a:extLst>
              </p:cNvPr>
              <p:cNvPicPr/>
              <p:nvPr/>
            </p:nvPicPr>
            <p:blipFill>
              <a:blip r:embed="rId5"/>
              <a:stretch>
                <a:fillRect/>
              </a:stretch>
            </p:blipFill>
            <p:spPr>
              <a:xfrm>
                <a:off x="5885302" y="1061655"/>
                <a:ext cx="1364040" cy="585346"/>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8" name="Ink 67">
                <a:extLst>
                  <a:ext uri="{FF2B5EF4-FFF2-40B4-BE49-F238E27FC236}">
                    <a16:creationId xmlns:a16="http://schemas.microsoft.com/office/drawing/2014/main" id="{27FB208E-FD94-6F2B-26B3-B9CEA64891CF}"/>
                  </a:ext>
                </a:extLst>
              </p14:cNvPr>
              <p14:cNvContentPartPr/>
              <p14:nvPr/>
            </p14:nvContentPartPr>
            <p14:xfrm>
              <a:off x="7207582" y="1467728"/>
              <a:ext cx="355320" cy="138600"/>
            </p14:xfrm>
          </p:contentPart>
        </mc:Choice>
        <mc:Fallback xmlns="">
          <p:pic>
            <p:nvPicPr>
              <p:cNvPr id="68" name="Ink 67">
                <a:extLst>
                  <a:ext uri="{FF2B5EF4-FFF2-40B4-BE49-F238E27FC236}">
                    <a16:creationId xmlns:a16="http://schemas.microsoft.com/office/drawing/2014/main" id="{27FB208E-FD94-6F2B-26B3-B9CEA64891CF}"/>
                  </a:ext>
                </a:extLst>
              </p:cNvPr>
              <p:cNvPicPr/>
              <p:nvPr/>
            </p:nvPicPr>
            <p:blipFill>
              <a:blip r:embed="rId7"/>
              <a:stretch>
                <a:fillRect/>
              </a:stretch>
            </p:blipFill>
            <p:spPr>
              <a:xfrm>
                <a:off x="7197142" y="1457261"/>
                <a:ext cx="376560" cy="159895"/>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9" name="Ink 68">
                <a:extLst>
                  <a:ext uri="{FF2B5EF4-FFF2-40B4-BE49-F238E27FC236}">
                    <a16:creationId xmlns:a16="http://schemas.microsoft.com/office/drawing/2014/main" id="{DE69846D-CEEB-AEF9-A2C9-55B508058918}"/>
                  </a:ext>
                </a:extLst>
              </p14:cNvPr>
              <p14:cNvContentPartPr/>
              <p14:nvPr/>
            </p14:nvContentPartPr>
            <p14:xfrm>
              <a:off x="7310543" y="1269319"/>
              <a:ext cx="75240" cy="30600"/>
            </p14:xfrm>
          </p:contentPart>
        </mc:Choice>
        <mc:Fallback xmlns="">
          <p:pic>
            <p:nvPicPr>
              <p:cNvPr id="69" name="Ink 68">
                <a:extLst>
                  <a:ext uri="{FF2B5EF4-FFF2-40B4-BE49-F238E27FC236}">
                    <a16:creationId xmlns:a16="http://schemas.microsoft.com/office/drawing/2014/main" id="{DE69846D-CEEB-AEF9-A2C9-55B508058918}"/>
                  </a:ext>
                </a:extLst>
              </p:cNvPr>
              <p:cNvPicPr/>
              <p:nvPr/>
            </p:nvPicPr>
            <p:blipFill>
              <a:blip r:embed="rId9"/>
              <a:stretch>
                <a:fillRect/>
              </a:stretch>
            </p:blipFill>
            <p:spPr>
              <a:xfrm>
                <a:off x="7300103" y="1258879"/>
                <a:ext cx="9648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0" name="Ink 69">
                <a:extLst>
                  <a:ext uri="{FF2B5EF4-FFF2-40B4-BE49-F238E27FC236}">
                    <a16:creationId xmlns:a16="http://schemas.microsoft.com/office/drawing/2014/main" id="{5811D9B8-2033-13A8-94CB-B368F45C9A5B}"/>
                  </a:ext>
                </a:extLst>
              </p14:cNvPr>
              <p14:cNvContentPartPr/>
              <p14:nvPr/>
            </p14:nvContentPartPr>
            <p14:xfrm>
              <a:off x="7418543" y="1204519"/>
              <a:ext cx="75600" cy="86400"/>
            </p14:xfrm>
          </p:contentPart>
        </mc:Choice>
        <mc:Fallback xmlns="">
          <p:pic>
            <p:nvPicPr>
              <p:cNvPr id="70" name="Ink 69">
                <a:extLst>
                  <a:ext uri="{FF2B5EF4-FFF2-40B4-BE49-F238E27FC236}">
                    <a16:creationId xmlns:a16="http://schemas.microsoft.com/office/drawing/2014/main" id="{5811D9B8-2033-13A8-94CB-B368F45C9A5B}"/>
                  </a:ext>
                </a:extLst>
              </p:cNvPr>
              <p:cNvPicPr/>
              <p:nvPr/>
            </p:nvPicPr>
            <p:blipFill>
              <a:blip r:embed="rId11"/>
              <a:stretch>
                <a:fillRect/>
              </a:stretch>
            </p:blipFill>
            <p:spPr>
              <a:xfrm>
                <a:off x="7408103" y="1194079"/>
                <a:ext cx="96840" cy="1076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1" name="Ink 70">
                <a:extLst>
                  <a:ext uri="{FF2B5EF4-FFF2-40B4-BE49-F238E27FC236}">
                    <a16:creationId xmlns:a16="http://schemas.microsoft.com/office/drawing/2014/main" id="{68ED1940-8C8C-0B31-5B1C-4303F798BFFC}"/>
                  </a:ext>
                </a:extLst>
              </p14:cNvPr>
              <p14:cNvContentPartPr/>
              <p14:nvPr/>
            </p14:nvContentPartPr>
            <p14:xfrm>
              <a:off x="7499903" y="1194799"/>
              <a:ext cx="87480" cy="96120"/>
            </p14:xfrm>
          </p:contentPart>
        </mc:Choice>
        <mc:Fallback xmlns="">
          <p:pic>
            <p:nvPicPr>
              <p:cNvPr id="71" name="Ink 70">
                <a:extLst>
                  <a:ext uri="{FF2B5EF4-FFF2-40B4-BE49-F238E27FC236}">
                    <a16:creationId xmlns:a16="http://schemas.microsoft.com/office/drawing/2014/main" id="{68ED1940-8C8C-0B31-5B1C-4303F798BFFC}"/>
                  </a:ext>
                </a:extLst>
              </p:cNvPr>
              <p:cNvPicPr/>
              <p:nvPr/>
            </p:nvPicPr>
            <p:blipFill>
              <a:blip r:embed="rId13"/>
              <a:stretch>
                <a:fillRect/>
              </a:stretch>
            </p:blipFill>
            <p:spPr>
              <a:xfrm>
                <a:off x="7489103" y="1184359"/>
                <a:ext cx="108720" cy="1173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72" name="Ink 71">
                <a:extLst>
                  <a:ext uri="{FF2B5EF4-FFF2-40B4-BE49-F238E27FC236}">
                    <a16:creationId xmlns:a16="http://schemas.microsoft.com/office/drawing/2014/main" id="{9A46B1B4-A6FE-B971-B1E5-EA078A797D86}"/>
                  </a:ext>
                </a:extLst>
              </p14:cNvPr>
              <p14:cNvContentPartPr/>
              <p14:nvPr/>
            </p14:nvContentPartPr>
            <p14:xfrm>
              <a:off x="7571903" y="1155559"/>
              <a:ext cx="66600" cy="140760"/>
            </p14:xfrm>
          </p:contentPart>
        </mc:Choice>
        <mc:Fallback xmlns="">
          <p:pic>
            <p:nvPicPr>
              <p:cNvPr id="72" name="Ink 71">
                <a:extLst>
                  <a:ext uri="{FF2B5EF4-FFF2-40B4-BE49-F238E27FC236}">
                    <a16:creationId xmlns:a16="http://schemas.microsoft.com/office/drawing/2014/main" id="{9A46B1B4-A6FE-B971-B1E5-EA078A797D86}"/>
                  </a:ext>
                </a:extLst>
              </p:cNvPr>
              <p:cNvPicPr/>
              <p:nvPr/>
            </p:nvPicPr>
            <p:blipFill>
              <a:blip r:embed="rId15"/>
              <a:stretch>
                <a:fillRect/>
              </a:stretch>
            </p:blipFill>
            <p:spPr>
              <a:xfrm>
                <a:off x="7561463" y="1145119"/>
                <a:ext cx="87840" cy="162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73" name="Ink 72">
                <a:extLst>
                  <a:ext uri="{FF2B5EF4-FFF2-40B4-BE49-F238E27FC236}">
                    <a16:creationId xmlns:a16="http://schemas.microsoft.com/office/drawing/2014/main" id="{378F655C-2E29-E6DC-9761-1B0573DAAFD8}"/>
                  </a:ext>
                </a:extLst>
              </p14:cNvPr>
              <p14:cNvContentPartPr/>
              <p14:nvPr/>
            </p14:nvContentPartPr>
            <p14:xfrm>
              <a:off x="7701863" y="1136839"/>
              <a:ext cx="84240" cy="144720"/>
            </p14:xfrm>
          </p:contentPart>
        </mc:Choice>
        <mc:Fallback xmlns="">
          <p:pic>
            <p:nvPicPr>
              <p:cNvPr id="73" name="Ink 72">
                <a:extLst>
                  <a:ext uri="{FF2B5EF4-FFF2-40B4-BE49-F238E27FC236}">
                    <a16:creationId xmlns:a16="http://schemas.microsoft.com/office/drawing/2014/main" id="{378F655C-2E29-E6DC-9761-1B0573DAAFD8}"/>
                  </a:ext>
                </a:extLst>
              </p:cNvPr>
              <p:cNvPicPr/>
              <p:nvPr/>
            </p:nvPicPr>
            <p:blipFill>
              <a:blip r:embed="rId17"/>
              <a:stretch>
                <a:fillRect/>
              </a:stretch>
            </p:blipFill>
            <p:spPr>
              <a:xfrm>
                <a:off x="7691063" y="1126399"/>
                <a:ext cx="10548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74" name="Ink 73">
                <a:extLst>
                  <a:ext uri="{FF2B5EF4-FFF2-40B4-BE49-F238E27FC236}">
                    <a16:creationId xmlns:a16="http://schemas.microsoft.com/office/drawing/2014/main" id="{88F6FD6C-C4CB-F702-845F-62603F8B4627}"/>
                  </a:ext>
                </a:extLst>
              </p14:cNvPr>
              <p14:cNvContentPartPr/>
              <p14:nvPr/>
            </p14:nvContentPartPr>
            <p14:xfrm>
              <a:off x="7782503" y="1136479"/>
              <a:ext cx="105480" cy="120960"/>
            </p14:xfrm>
          </p:contentPart>
        </mc:Choice>
        <mc:Fallback xmlns="">
          <p:pic>
            <p:nvPicPr>
              <p:cNvPr id="74" name="Ink 73">
                <a:extLst>
                  <a:ext uri="{FF2B5EF4-FFF2-40B4-BE49-F238E27FC236}">
                    <a16:creationId xmlns:a16="http://schemas.microsoft.com/office/drawing/2014/main" id="{88F6FD6C-C4CB-F702-845F-62603F8B4627}"/>
                  </a:ext>
                </a:extLst>
              </p:cNvPr>
              <p:cNvPicPr/>
              <p:nvPr/>
            </p:nvPicPr>
            <p:blipFill>
              <a:blip r:embed="rId19"/>
              <a:stretch>
                <a:fillRect/>
              </a:stretch>
            </p:blipFill>
            <p:spPr>
              <a:xfrm>
                <a:off x="7772063" y="1125679"/>
                <a:ext cx="12672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75" name="Ink 74">
                <a:extLst>
                  <a:ext uri="{FF2B5EF4-FFF2-40B4-BE49-F238E27FC236}">
                    <a16:creationId xmlns:a16="http://schemas.microsoft.com/office/drawing/2014/main" id="{9A96A89D-7487-A995-CDCF-30435519BB47}"/>
                  </a:ext>
                </a:extLst>
              </p14:cNvPr>
              <p14:cNvContentPartPr/>
              <p14:nvPr/>
            </p14:nvContentPartPr>
            <p14:xfrm>
              <a:off x="7857743" y="1104079"/>
              <a:ext cx="87480" cy="144720"/>
            </p14:xfrm>
          </p:contentPart>
        </mc:Choice>
        <mc:Fallback xmlns="">
          <p:pic>
            <p:nvPicPr>
              <p:cNvPr id="75" name="Ink 74">
                <a:extLst>
                  <a:ext uri="{FF2B5EF4-FFF2-40B4-BE49-F238E27FC236}">
                    <a16:creationId xmlns:a16="http://schemas.microsoft.com/office/drawing/2014/main" id="{9A96A89D-7487-A995-CDCF-30435519BB47}"/>
                  </a:ext>
                </a:extLst>
              </p:cNvPr>
              <p:cNvPicPr/>
              <p:nvPr/>
            </p:nvPicPr>
            <p:blipFill>
              <a:blip r:embed="rId21"/>
              <a:stretch>
                <a:fillRect/>
              </a:stretch>
            </p:blipFill>
            <p:spPr>
              <a:xfrm>
                <a:off x="7847303" y="1093279"/>
                <a:ext cx="10872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76" name="Ink 75">
                <a:extLst>
                  <a:ext uri="{FF2B5EF4-FFF2-40B4-BE49-F238E27FC236}">
                    <a16:creationId xmlns:a16="http://schemas.microsoft.com/office/drawing/2014/main" id="{DC59A91B-9E81-4219-FE8B-B63DC8F75B90}"/>
                  </a:ext>
                </a:extLst>
              </p14:cNvPr>
              <p14:cNvContentPartPr/>
              <p14:nvPr/>
            </p14:nvContentPartPr>
            <p14:xfrm>
              <a:off x="7950983" y="1169959"/>
              <a:ext cx="3240" cy="6480"/>
            </p14:xfrm>
          </p:contentPart>
        </mc:Choice>
        <mc:Fallback xmlns="">
          <p:pic>
            <p:nvPicPr>
              <p:cNvPr id="76" name="Ink 75">
                <a:extLst>
                  <a:ext uri="{FF2B5EF4-FFF2-40B4-BE49-F238E27FC236}">
                    <a16:creationId xmlns:a16="http://schemas.microsoft.com/office/drawing/2014/main" id="{DC59A91B-9E81-4219-FE8B-B63DC8F75B90}"/>
                  </a:ext>
                </a:extLst>
              </p:cNvPr>
              <p:cNvPicPr/>
              <p:nvPr/>
            </p:nvPicPr>
            <p:blipFill>
              <a:blip r:embed="rId23"/>
              <a:stretch>
                <a:fillRect/>
              </a:stretch>
            </p:blipFill>
            <p:spPr>
              <a:xfrm>
                <a:off x="7940543" y="1159519"/>
                <a:ext cx="24480" cy="277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77" name="Ink 76">
                <a:extLst>
                  <a:ext uri="{FF2B5EF4-FFF2-40B4-BE49-F238E27FC236}">
                    <a16:creationId xmlns:a16="http://schemas.microsoft.com/office/drawing/2014/main" id="{2D5C5207-C06B-96C5-735D-D728270C2A73}"/>
                  </a:ext>
                </a:extLst>
              </p14:cNvPr>
              <p14:cNvContentPartPr/>
              <p14:nvPr/>
            </p14:nvContentPartPr>
            <p14:xfrm>
              <a:off x="8250378" y="200840"/>
              <a:ext cx="2520" cy="191880"/>
            </p14:xfrm>
          </p:contentPart>
        </mc:Choice>
        <mc:Fallback xmlns="">
          <p:pic>
            <p:nvPicPr>
              <p:cNvPr id="77" name="Ink 76">
                <a:extLst>
                  <a:ext uri="{FF2B5EF4-FFF2-40B4-BE49-F238E27FC236}">
                    <a16:creationId xmlns:a16="http://schemas.microsoft.com/office/drawing/2014/main" id="{2D5C5207-C06B-96C5-735D-D728270C2A73}"/>
                  </a:ext>
                </a:extLst>
              </p:cNvPr>
              <p:cNvPicPr/>
              <p:nvPr/>
            </p:nvPicPr>
            <p:blipFill>
              <a:blip r:embed="rId25"/>
              <a:stretch>
                <a:fillRect/>
              </a:stretch>
            </p:blipFill>
            <p:spPr>
              <a:xfrm>
                <a:off x="8239578" y="190040"/>
                <a:ext cx="23760" cy="2131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78" name="Ink 77">
                <a:extLst>
                  <a:ext uri="{FF2B5EF4-FFF2-40B4-BE49-F238E27FC236}">
                    <a16:creationId xmlns:a16="http://schemas.microsoft.com/office/drawing/2014/main" id="{03A5D9EE-50BA-99B9-6EC1-80E7946D3E22}"/>
                  </a:ext>
                </a:extLst>
              </p14:cNvPr>
              <p14:cNvContentPartPr/>
              <p14:nvPr/>
            </p14:nvContentPartPr>
            <p14:xfrm>
              <a:off x="8250378" y="212360"/>
              <a:ext cx="90360" cy="113400"/>
            </p14:xfrm>
          </p:contentPart>
        </mc:Choice>
        <mc:Fallback xmlns="">
          <p:pic>
            <p:nvPicPr>
              <p:cNvPr id="78" name="Ink 77">
                <a:extLst>
                  <a:ext uri="{FF2B5EF4-FFF2-40B4-BE49-F238E27FC236}">
                    <a16:creationId xmlns:a16="http://schemas.microsoft.com/office/drawing/2014/main" id="{03A5D9EE-50BA-99B9-6EC1-80E7946D3E22}"/>
                  </a:ext>
                </a:extLst>
              </p:cNvPr>
              <p:cNvPicPr/>
              <p:nvPr/>
            </p:nvPicPr>
            <p:blipFill>
              <a:blip r:embed="rId27"/>
              <a:stretch>
                <a:fillRect/>
              </a:stretch>
            </p:blipFill>
            <p:spPr>
              <a:xfrm>
                <a:off x="8239578" y="201560"/>
                <a:ext cx="111600" cy="1346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79" name="Ink 78">
                <a:extLst>
                  <a:ext uri="{FF2B5EF4-FFF2-40B4-BE49-F238E27FC236}">
                    <a16:creationId xmlns:a16="http://schemas.microsoft.com/office/drawing/2014/main" id="{50FAB6F2-5B73-9339-D535-D5ABC427DDD4}"/>
                  </a:ext>
                </a:extLst>
              </p14:cNvPr>
              <p14:cNvContentPartPr/>
              <p14:nvPr/>
            </p14:nvContentPartPr>
            <p14:xfrm>
              <a:off x="8241378" y="269960"/>
              <a:ext cx="76320" cy="21240"/>
            </p14:xfrm>
          </p:contentPart>
        </mc:Choice>
        <mc:Fallback xmlns="">
          <p:pic>
            <p:nvPicPr>
              <p:cNvPr id="79" name="Ink 78">
                <a:extLst>
                  <a:ext uri="{FF2B5EF4-FFF2-40B4-BE49-F238E27FC236}">
                    <a16:creationId xmlns:a16="http://schemas.microsoft.com/office/drawing/2014/main" id="{50FAB6F2-5B73-9339-D535-D5ABC427DDD4}"/>
                  </a:ext>
                </a:extLst>
              </p:cNvPr>
              <p:cNvPicPr/>
              <p:nvPr/>
            </p:nvPicPr>
            <p:blipFill>
              <a:blip r:embed="rId29"/>
              <a:stretch>
                <a:fillRect/>
              </a:stretch>
            </p:blipFill>
            <p:spPr>
              <a:xfrm>
                <a:off x="8230578" y="259520"/>
                <a:ext cx="9756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80" name="Ink 79">
                <a:extLst>
                  <a:ext uri="{FF2B5EF4-FFF2-40B4-BE49-F238E27FC236}">
                    <a16:creationId xmlns:a16="http://schemas.microsoft.com/office/drawing/2014/main" id="{8C3814CA-61DF-A9C6-1BD1-921F668C6366}"/>
                  </a:ext>
                </a:extLst>
              </p14:cNvPr>
              <p14:cNvContentPartPr/>
              <p14:nvPr/>
            </p14:nvContentPartPr>
            <p14:xfrm>
              <a:off x="8349738" y="217040"/>
              <a:ext cx="18720" cy="124920"/>
            </p14:xfrm>
          </p:contentPart>
        </mc:Choice>
        <mc:Fallback xmlns="">
          <p:pic>
            <p:nvPicPr>
              <p:cNvPr id="80" name="Ink 79">
                <a:extLst>
                  <a:ext uri="{FF2B5EF4-FFF2-40B4-BE49-F238E27FC236}">
                    <a16:creationId xmlns:a16="http://schemas.microsoft.com/office/drawing/2014/main" id="{8C3814CA-61DF-A9C6-1BD1-921F668C6366}"/>
                  </a:ext>
                </a:extLst>
              </p:cNvPr>
              <p:cNvPicPr/>
              <p:nvPr/>
            </p:nvPicPr>
            <p:blipFill>
              <a:blip r:embed="rId31"/>
              <a:stretch>
                <a:fillRect/>
              </a:stretch>
            </p:blipFill>
            <p:spPr>
              <a:xfrm>
                <a:off x="8339298" y="206240"/>
                <a:ext cx="3996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81" name="Ink 80">
                <a:extLst>
                  <a:ext uri="{FF2B5EF4-FFF2-40B4-BE49-F238E27FC236}">
                    <a16:creationId xmlns:a16="http://schemas.microsoft.com/office/drawing/2014/main" id="{481804B9-EAB2-023D-A942-ADFF1AFC104E}"/>
                  </a:ext>
                </a:extLst>
              </p14:cNvPr>
              <p14:cNvContentPartPr/>
              <p14:nvPr/>
            </p14:nvContentPartPr>
            <p14:xfrm>
              <a:off x="8342538" y="263120"/>
              <a:ext cx="46440" cy="21240"/>
            </p14:xfrm>
          </p:contentPart>
        </mc:Choice>
        <mc:Fallback xmlns="">
          <p:pic>
            <p:nvPicPr>
              <p:cNvPr id="81" name="Ink 80">
                <a:extLst>
                  <a:ext uri="{FF2B5EF4-FFF2-40B4-BE49-F238E27FC236}">
                    <a16:creationId xmlns:a16="http://schemas.microsoft.com/office/drawing/2014/main" id="{481804B9-EAB2-023D-A942-ADFF1AFC104E}"/>
                  </a:ext>
                </a:extLst>
              </p:cNvPr>
              <p:cNvPicPr/>
              <p:nvPr/>
            </p:nvPicPr>
            <p:blipFill>
              <a:blip r:embed="rId33"/>
              <a:stretch>
                <a:fillRect/>
              </a:stretch>
            </p:blipFill>
            <p:spPr>
              <a:xfrm>
                <a:off x="8332098" y="252320"/>
                <a:ext cx="6768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82" name="Ink 81">
                <a:extLst>
                  <a:ext uri="{FF2B5EF4-FFF2-40B4-BE49-F238E27FC236}">
                    <a16:creationId xmlns:a16="http://schemas.microsoft.com/office/drawing/2014/main" id="{A63AF47C-66BA-9869-E71F-6C870A84489B}"/>
                  </a:ext>
                </a:extLst>
              </p14:cNvPr>
              <p14:cNvContentPartPr/>
              <p14:nvPr/>
            </p14:nvContentPartPr>
            <p14:xfrm>
              <a:off x="8416338" y="219200"/>
              <a:ext cx="11880" cy="132120"/>
            </p14:xfrm>
          </p:contentPart>
        </mc:Choice>
        <mc:Fallback xmlns="">
          <p:pic>
            <p:nvPicPr>
              <p:cNvPr id="82" name="Ink 81">
                <a:extLst>
                  <a:ext uri="{FF2B5EF4-FFF2-40B4-BE49-F238E27FC236}">
                    <a16:creationId xmlns:a16="http://schemas.microsoft.com/office/drawing/2014/main" id="{A63AF47C-66BA-9869-E71F-6C870A84489B}"/>
                  </a:ext>
                </a:extLst>
              </p:cNvPr>
              <p:cNvPicPr/>
              <p:nvPr/>
            </p:nvPicPr>
            <p:blipFill>
              <a:blip r:embed="rId35"/>
              <a:stretch>
                <a:fillRect/>
              </a:stretch>
            </p:blipFill>
            <p:spPr>
              <a:xfrm>
                <a:off x="8405898" y="208400"/>
                <a:ext cx="33120" cy="1533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83" name="Ink 82">
                <a:extLst>
                  <a:ext uri="{FF2B5EF4-FFF2-40B4-BE49-F238E27FC236}">
                    <a16:creationId xmlns:a16="http://schemas.microsoft.com/office/drawing/2014/main" id="{AB52893E-DE6F-FF8D-DF20-1DF603B8EA32}"/>
                  </a:ext>
                </a:extLst>
              </p14:cNvPr>
              <p14:cNvContentPartPr/>
              <p14:nvPr/>
            </p14:nvContentPartPr>
            <p14:xfrm>
              <a:off x="8397978" y="279320"/>
              <a:ext cx="46440" cy="16560"/>
            </p14:xfrm>
          </p:contentPart>
        </mc:Choice>
        <mc:Fallback xmlns="">
          <p:pic>
            <p:nvPicPr>
              <p:cNvPr id="83" name="Ink 82">
                <a:extLst>
                  <a:ext uri="{FF2B5EF4-FFF2-40B4-BE49-F238E27FC236}">
                    <a16:creationId xmlns:a16="http://schemas.microsoft.com/office/drawing/2014/main" id="{AB52893E-DE6F-FF8D-DF20-1DF603B8EA32}"/>
                  </a:ext>
                </a:extLst>
              </p:cNvPr>
              <p:cNvPicPr/>
              <p:nvPr/>
            </p:nvPicPr>
            <p:blipFill>
              <a:blip r:embed="rId37"/>
              <a:stretch>
                <a:fillRect/>
              </a:stretch>
            </p:blipFill>
            <p:spPr>
              <a:xfrm>
                <a:off x="8387538" y="268520"/>
                <a:ext cx="6768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84" name="Ink 83">
                <a:extLst>
                  <a:ext uri="{FF2B5EF4-FFF2-40B4-BE49-F238E27FC236}">
                    <a16:creationId xmlns:a16="http://schemas.microsoft.com/office/drawing/2014/main" id="{1615AE08-BE03-6FC8-CD62-4D58EC248B1E}"/>
                  </a:ext>
                </a:extLst>
              </p14:cNvPr>
              <p14:cNvContentPartPr/>
              <p14:nvPr/>
            </p14:nvContentPartPr>
            <p14:xfrm>
              <a:off x="8439378" y="246920"/>
              <a:ext cx="85680" cy="76680"/>
            </p14:xfrm>
          </p:contentPart>
        </mc:Choice>
        <mc:Fallback xmlns="">
          <p:pic>
            <p:nvPicPr>
              <p:cNvPr id="84" name="Ink 83">
                <a:extLst>
                  <a:ext uri="{FF2B5EF4-FFF2-40B4-BE49-F238E27FC236}">
                    <a16:creationId xmlns:a16="http://schemas.microsoft.com/office/drawing/2014/main" id="{1615AE08-BE03-6FC8-CD62-4D58EC248B1E}"/>
                  </a:ext>
                </a:extLst>
              </p:cNvPr>
              <p:cNvPicPr/>
              <p:nvPr/>
            </p:nvPicPr>
            <p:blipFill>
              <a:blip r:embed="rId39"/>
              <a:stretch>
                <a:fillRect/>
              </a:stretch>
            </p:blipFill>
            <p:spPr>
              <a:xfrm>
                <a:off x="8428938" y="236120"/>
                <a:ext cx="10692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85" name="Ink 84">
                <a:extLst>
                  <a:ext uri="{FF2B5EF4-FFF2-40B4-BE49-F238E27FC236}">
                    <a16:creationId xmlns:a16="http://schemas.microsoft.com/office/drawing/2014/main" id="{6335EDEC-9FED-980D-9433-F49B170079B5}"/>
                  </a:ext>
                </a:extLst>
              </p14:cNvPr>
              <p14:cNvContentPartPr/>
              <p14:nvPr/>
            </p14:nvContentPartPr>
            <p14:xfrm>
              <a:off x="8534058" y="226040"/>
              <a:ext cx="44280" cy="117000"/>
            </p14:xfrm>
          </p:contentPart>
        </mc:Choice>
        <mc:Fallback xmlns="">
          <p:pic>
            <p:nvPicPr>
              <p:cNvPr id="85" name="Ink 84">
                <a:extLst>
                  <a:ext uri="{FF2B5EF4-FFF2-40B4-BE49-F238E27FC236}">
                    <a16:creationId xmlns:a16="http://schemas.microsoft.com/office/drawing/2014/main" id="{6335EDEC-9FED-980D-9433-F49B170079B5}"/>
                  </a:ext>
                </a:extLst>
              </p:cNvPr>
              <p:cNvPicPr/>
              <p:nvPr/>
            </p:nvPicPr>
            <p:blipFill>
              <a:blip r:embed="rId41"/>
              <a:stretch>
                <a:fillRect/>
              </a:stretch>
            </p:blipFill>
            <p:spPr>
              <a:xfrm>
                <a:off x="8523618" y="215600"/>
                <a:ext cx="65520"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86" name="Ink 85">
                <a:extLst>
                  <a:ext uri="{FF2B5EF4-FFF2-40B4-BE49-F238E27FC236}">
                    <a16:creationId xmlns:a16="http://schemas.microsoft.com/office/drawing/2014/main" id="{2C3E56F0-D069-AF68-9B3F-D31BB875A666}"/>
                  </a:ext>
                </a:extLst>
              </p14:cNvPr>
              <p14:cNvContentPartPr/>
              <p14:nvPr/>
            </p14:nvContentPartPr>
            <p14:xfrm>
              <a:off x="8608218" y="212360"/>
              <a:ext cx="18720" cy="132120"/>
            </p14:xfrm>
          </p:contentPart>
        </mc:Choice>
        <mc:Fallback xmlns="">
          <p:pic>
            <p:nvPicPr>
              <p:cNvPr id="86" name="Ink 85">
                <a:extLst>
                  <a:ext uri="{FF2B5EF4-FFF2-40B4-BE49-F238E27FC236}">
                    <a16:creationId xmlns:a16="http://schemas.microsoft.com/office/drawing/2014/main" id="{2C3E56F0-D069-AF68-9B3F-D31BB875A666}"/>
                  </a:ext>
                </a:extLst>
              </p:cNvPr>
              <p:cNvPicPr/>
              <p:nvPr/>
            </p:nvPicPr>
            <p:blipFill>
              <a:blip r:embed="rId43"/>
              <a:stretch>
                <a:fillRect/>
              </a:stretch>
            </p:blipFill>
            <p:spPr>
              <a:xfrm>
                <a:off x="8597418" y="201560"/>
                <a:ext cx="39960" cy="1533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87" name="Ink 86">
                <a:extLst>
                  <a:ext uri="{FF2B5EF4-FFF2-40B4-BE49-F238E27FC236}">
                    <a16:creationId xmlns:a16="http://schemas.microsoft.com/office/drawing/2014/main" id="{4CA1EBE2-9C07-ED86-FB0F-B786421B3727}"/>
                  </a:ext>
                </a:extLst>
              </p14:cNvPr>
              <p14:cNvContentPartPr/>
              <p14:nvPr/>
            </p14:nvContentPartPr>
            <p14:xfrm>
              <a:off x="8619738" y="237560"/>
              <a:ext cx="81000" cy="87840"/>
            </p14:xfrm>
          </p:contentPart>
        </mc:Choice>
        <mc:Fallback xmlns="">
          <p:pic>
            <p:nvPicPr>
              <p:cNvPr id="87" name="Ink 86">
                <a:extLst>
                  <a:ext uri="{FF2B5EF4-FFF2-40B4-BE49-F238E27FC236}">
                    <a16:creationId xmlns:a16="http://schemas.microsoft.com/office/drawing/2014/main" id="{4CA1EBE2-9C07-ED86-FB0F-B786421B3727}"/>
                  </a:ext>
                </a:extLst>
              </p:cNvPr>
              <p:cNvPicPr/>
              <p:nvPr/>
            </p:nvPicPr>
            <p:blipFill>
              <a:blip r:embed="rId45"/>
              <a:stretch>
                <a:fillRect/>
              </a:stretch>
            </p:blipFill>
            <p:spPr>
              <a:xfrm>
                <a:off x="8608938" y="227120"/>
                <a:ext cx="102240" cy="1090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88" name="Ink 87">
                <a:extLst>
                  <a:ext uri="{FF2B5EF4-FFF2-40B4-BE49-F238E27FC236}">
                    <a16:creationId xmlns:a16="http://schemas.microsoft.com/office/drawing/2014/main" id="{DB51DD60-C40D-699A-D86D-5773C8D4CFFC}"/>
                  </a:ext>
                </a:extLst>
              </p14:cNvPr>
              <p14:cNvContentPartPr/>
              <p14:nvPr/>
            </p14:nvContentPartPr>
            <p14:xfrm>
              <a:off x="8700378" y="226040"/>
              <a:ext cx="101880" cy="133920"/>
            </p14:xfrm>
          </p:contentPart>
        </mc:Choice>
        <mc:Fallback xmlns="">
          <p:pic>
            <p:nvPicPr>
              <p:cNvPr id="88" name="Ink 87">
                <a:extLst>
                  <a:ext uri="{FF2B5EF4-FFF2-40B4-BE49-F238E27FC236}">
                    <a16:creationId xmlns:a16="http://schemas.microsoft.com/office/drawing/2014/main" id="{DB51DD60-C40D-699A-D86D-5773C8D4CFFC}"/>
                  </a:ext>
                </a:extLst>
              </p:cNvPr>
              <p:cNvPicPr/>
              <p:nvPr/>
            </p:nvPicPr>
            <p:blipFill>
              <a:blip r:embed="rId47"/>
              <a:stretch>
                <a:fillRect/>
              </a:stretch>
            </p:blipFill>
            <p:spPr>
              <a:xfrm>
                <a:off x="8689938" y="215600"/>
                <a:ext cx="123120" cy="1551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45" name="Ink 144">
                <a:extLst>
                  <a:ext uri="{FF2B5EF4-FFF2-40B4-BE49-F238E27FC236}">
                    <a16:creationId xmlns:a16="http://schemas.microsoft.com/office/drawing/2014/main" id="{8F7B2485-E6EA-1D1D-77EC-987BC9019BFE}"/>
                  </a:ext>
                </a:extLst>
              </p14:cNvPr>
              <p14:cNvContentPartPr/>
              <p14:nvPr/>
            </p14:nvContentPartPr>
            <p14:xfrm>
              <a:off x="8899098" y="1524200"/>
              <a:ext cx="316800" cy="182160"/>
            </p14:xfrm>
          </p:contentPart>
        </mc:Choice>
        <mc:Fallback xmlns="">
          <p:pic>
            <p:nvPicPr>
              <p:cNvPr id="145" name="Ink 144">
                <a:extLst>
                  <a:ext uri="{FF2B5EF4-FFF2-40B4-BE49-F238E27FC236}">
                    <a16:creationId xmlns:a16="http://schemas.microsoft.com/office/drawing/2014/main" id="{8F7B2485-E6EA-1D1D-77EC-987BC9019BFE}"/>
                  </a:ext>
                </a:extLst>
              </p:cNvPr>
              <p:cNvPicPr/>
              <p:nvPr/>
            </p:nvPicPr>
            <p:blipFill>
              <a:blip r:embed="rId49"/>
              <a:stretch>
                <a:fillRect/>
              </a:stretch>
            </p:blipFill>
            <p:spPr>
              <a:xfrm>
                <a:off x="8888298" y="1513760"/>
                <a:ext cx="338040" cy="2034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46" name="Ink 145">
                <a:extLst>
                  <a:ext uri="{FF2B5EF4-FFF2-40B4-BE49-F238E27FC236}">
                    <a16:creationId xmlns:a16="http://schemas.microsoft.com/office/drawing/2014/main" id="{48E313AB-C41D-F7B5-A8EF-7A509F9DF747}"/>
                  </a:ext>
                </a:extLst>
              </p14:cNvPr>
              <p14:cNvContentPartPr/>
              <p14:nvPr/>
            </p14:nvContentPartPr>
            <p14:xfrm>
              <a:off x="8261898" y="443120"/>
              <a:ext cx="1166040" cy="1000440"/>
            </p14:xfrm>
          </p:contentPart>
        </mc:Choice>
        <mc:Fallback xmlns="">
          <p:pic>
            <p:nvPicPr>
              <p:cNvPr id="146" name="Ink 145">
                <a:extLst>
                  <a:ext uri="{FF2B5EF4-FFF2-40B4-BE49-F238E27FC236}">
                    <a16:creationId xmlns:a16="http://schemas.microsoft.com/office/drawing/2014/main" id="{48E313AB-C41D-F7B5-A8EF-7A509F9DF747}"/>
                  </a:ext>
                </a:extLst>
              </p:cNvPr>
              <p:cNvPicPr/>
              <p:nvPr/>
            </p:nvPicPr>
            <p:blipFill>
              <a:blip r:embed="rId51"/>
              <a:stretch>
                <a:fillRect/>
              </a:stretch>
            </p:blipFill>
            <p:spPr>
              <a:xfrm>
                <a:off x="8251458" y="432680"/>
                <a:ext cx="1187280" cy="10216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59" name="Ink 158">
                <a:extLst>
                  <a:ext uri="{FF2B5EF4-FFF2-40B4-BE49-F238E27FC236}">
                    <a16:creationId xmlns:a16="http://schemas.microsoft.com/office/drawing/2014/main" id="{D2FA8568-9646-02BE-EBF4-683328934EF2}"/>
                  </a:ext>
                </a:extLst>
              </p14:cNvPr>
              <p14:cNvContentPartPr/>
              <p14:nvPr/>
            </p14:nvContentPartPr>
            <p14:xfrm>
              <a:off x="9298698" y="1519160"/>
              <a:ext cx="593280" cy="233640"/>
            </p14:xfrm>
          </p:contentPart>
        </mc:Choice>
        <mc:Fallback xmlns="">
          <p:pic>
            <p:nvPicPr>
              <p:cNvPr id="159" name="Ink 158">
                <a:extLst>
                  <a:ext uri="{FF2B5EF4-FFF2-40B4-BE49-F238E27FC236}">
                    <a16:creationId xmlns:a16="http://schemas.microsoft.com/office/drawing/2014/main" id="{D2FA8568-9646-02BE-EBF4-683328934EF2}"/>
                  </a:ext>
                </a:extLst>
              </p:cNvPr>
              <p:cNvPicPr/>
              <p:nvPr/>
            </p:nvPicPr>
            <p:blipFill>
              <a:blip r:embed="rId53"/>
              <a:stretch>
                <a:fillRect/>
              </a:stretch>
            </p:blipFill>
            <p:spPr>
              <a:xfrm>
                <a:off x="9287905" y="1508720"/>
                <a:ext cx="614507" cy="254880"/>
              </a:xfrm>
              <a:prstGeom prst="rect">
                <a:avLst/>
              </a:prstGeom>
            </p:spPr>
          </p:pic>
        </mc:Fallback>
      </mc:AlternateContent>
    </p:spTree>
    <p:extLst>
      <p:ext uri="{BB962C8B-B14F-4D97-AF65-F5344CB8AC3E}">
        <p14:creationId xmlns:p14="http://schemas.microsoft.com/office/powerpoint/2010/main" val="3161920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2"/>
          <p:cNvSpPr>
            <a:spLocks noGrp="1" noChangeArrowheads="1"/>
          </p:cNvSpPr>
          <p:nvPr>
            <p:ph type="title"/>
          </p:nvPr>
        </p:nvSpPr>
        <p:spPr/>
        <p:txBody>
          <a:bodyPr/>
          <a:lstStyle/>
          <a:p>
            <a:r>
              <a:rPr lang="en-US" dirty="0"/>
              <a:t>Password File Stored in Server (A better approach)</a:t>
            </a:r>
          </a:p>
        </p:txBody>
      </p:sp>
      <p:sp>
        <p:nvSpPr>
          <p:cNvPr id="10" name="Text Placeholder 9">
            <a:extLst>
              <a:ext uri="{FF2B5EF4-FFF2-40B4-BE49-F238E27FC236}">
                <a16:creationId xmlns:a16="http://schemas.microsoft.com/office/drawing/2014/main" id="{03A1FF90-4BB9-E74E-9813-39C4295A8888}"/>
              </a:ext>
            </a:extLst>
          </p:cNvPr>
          <p:cNvSpPr>
            <a:spLocks noGrp="1"/>
          </p:cNvSpPr>
          <p:nvPr>
            <p:ph type="body" idx="11"/>
          </p:nvPr>
        </p:nvSpPr>
        <p:spPr/>
        <p:txBody>
          <a:bodyPr/>
          <a:lstStyle/>
          <a:p>
            <a:endParaRPr lang="en-US"/>
          </a:p>
        </p:txBody>
      </p:sp>
      <p:sp>
        <p:nvSpPr>
          <p:cNvPr id="8" name="Content Placeholder 7">
            <a:extLst>
              <a:ext uri="{FF2B5EF4-FFF2-40B4-BE49-F238E27FC236}">
                <a16:creationId xmlns:a16="http://schemas.microsoft.com/office/drawing/2014/main" id="{CE42548F-078F-2142-8D85-950B6CE7B8A7}"/>
              </a:ext>
            </a:extLst>
          </p:cNvPr>
          <p:cNvSpPr>
            <a:spLocks noGrp="1"/>
          </p:cNvSpPr>
          <p:nvPr>
            <p:ph idx="1"/>
          </p:nvPr>
        </p:nvSpPr>
        <p:spPr>
          <a:xfrm>
            <a:off x="513349" y="1075174"/>
            <a:ext cx="10840451" cy="4916387"/>
          </a:xfrm>
        </p:spPr>
        <p:txBody>
          <a:bodyPr>
            <a:normAutofit/>
          </a:bodyPr>
          <a:lstStyle/>
          <a:p>
            <a:pPr lvl="1"/>
            <a:r>
              <a:rPr lang="en-US" sz="2400" dirty="0"/>
              <a:t>Initialization: Server chooses an arbitrary message </a:t>
            </a:r>
            <a:r>
              <a:rPr lang="en-US" sz="2400" dirty="0">
                <a:solidFill>
                  <a:srgbClr val="C00000"/>
                </a:solidFill>
              </a:rPr>
              <a:t>M</a:t>
            </a:r>
            <a:r>
              <a:rPr lang="en-US" sz="2400" dirty="0"/>
              <a:t> (e.g. </a:t>
            </a:r>
            <a:r>
              <a:rPr lang="en-US" sz="2400" dirty="0">
                <a:solidFill>
                  <a:srgbClr val="C00000"/>
                </a:solidFill>
              </a:rPr>
              <a:t>M</a:t>
            </a:r>
            <a:r>
              <a:rPr lang="en-US" sz="2400" dirty="0"/>
              <a:t> is a string of 128 0-bits.) and creates a password file.</a:t>
            </a:r>
          </a:p>
          <a:p>
            <a:pPr lvl="1"/>
            <a:r>
              <a:rPr lang="en-US" sz="2400" dirty="0"/>
              <a:t>To register a user, Server inserts a new record to the password file. The record consists of two items:</a:t>
            </a:r>
          </a:p>
          <a:p>
            <a:pPr lvl="2"/>
            <a:r>
              <a:rPr lang="en-US" sz="2400" dirty="0"/>
              <a:t>User id;</a:t>
            </a:r>
          </a:p>
          <a:p>
            <a:pPr lvl="2"/>
            <a:r>
              <a:rPr lang="en-US" sz="2400" dirty="0"/>
              <a:t>A ciphertext obtained by encrypting </a:t>
            </a:r>
            <a:r>
              <a:rPr lang="en-US" sz="2400" dirty="0">
                <a:solidFill>
                  <a:srgbClr val="C00000"/>
                </a:solidFill>
              </a:rPr>
              <a:t>M</a:t>
            </a:r>
            <a:r>
              <a:rPr lang="en-US" sz="2400" dirty="0"/>
              <a:t> using the user's password;</a:t>
            </a:r>
          </a:p>
          <a:p>
            <a:pPr lvl="1"/>
            <a:r>
              <a:rPr lang="en-US" sz="2400" dirty="0"/>
              <a:t>Server’s verification procedure: </a:t>
            </a:r>
          </a:p>
          <a:p>
            <a:pPr lvl="2"/>
            <a:r>
              <a:rPr lang="en-US" sz="2400" dirty="0"/>
              <a:t>encrypt </a:t>
            </a:r>
            <a:r>
              <a:rPr lang="en-US" sz="2400" dirty="0">
                <a:solidFill>
                  <a:srgbClr val="C00000"/>
                </a:solidFill>
              </a:rPr>
              <a:t>M</a:t>
            </a:r>
            <a:r>
              <a:rPr lang="en-US" sz="2400" dirty="0"/>
              <a:t> using the submitted password to get a ciphertext </a:t>
            </a:r>
          </a:p>
          <a:p>
            <a:pPr lvl="2"/>
            <a:r>
              <a:rPr lang="en-US" sz="2400" dirty="0"/>
              <a:t>compare the result against the corresponding record in the password file.</a:t>
            </a:r>
          </a:p>
          <a:p>
            <a:endParaRPr lang="en-US" sz="2800" dirty="0"/>
          </a:p>
        </p:txBody>
      </p:sp>
      <p:sp>
        <p:nvSpPr>
          <p:cNvPr id="14" name="TextBox 13">
            <a:extLst>
              <a:ext uri="{FF2B5EF4-FFF2-40B4-BE49-F238E27FC236}">
                <a16:creationId xmlns:a16="http://schemas.microsoft.com/office/drawing/2014/main" id="{01AD736F-DA79-1447-9B2A-6C9A44B1BB9F}"/>
              </a:ext>
            </a:extLst>
          </p:cNvPr>
          <p:cNvSpPr txBox="1"/>
          <p:nvPr/>
        </p:nvSpPr>
        <p:spPr>
          <a:xfrm>
            <a:off x="838199" y="5655909"/>
            <a:ext cx="10840451" cy="400110"/>
          </a:xfrm>
          <a:prstGeom prst="rect">
            <a:avLst/>
          </a:prstGeom>
          <a:solidFill>
            <a:srgbClr val="FFFF00"/>
          </a:solidFill>
          <a:effectLst>
            <a:outerShdw blurRad="50800" dist="38100" dir="18900000" algn="bl" rotWithShape="0">
              <a:prstClr val="black">
                <a:alpha val="40000"/>
              </a:prstClr>
            </a:outerShdw>
          </a:effectLst>
        </p:spPr>
        <p:txBody>
          <a:bodyPr wrap="square" rtlCol="0">
            <a:spAutoFit/>
          </a:bodyPr>
          <a:lstStyle/>
          <a:p>
            <a:pPr marL="0" lvl="1" defTabSz="914400" fontAlgn="base">
              <a:spcBef>
                <a:spcPct val="0"/>
              </a:spcBef>
              <a:spcAft>
                <a:spcPct val="0"/>
              </a:spcAft>
            </a:pPr>
            <a:r>
              <a:rPr lang="en-US" sz="2000" b="1" dirty="0">
                <a:solidFill>
                  <a:srgbClr val="000000"/>
                </a:solidFill>
                <a:latin typeface="Comic Sans MS" panose="030F0902030302020204" pitchFamily="66" charset="0"/>
              </a:rPr>
              <a:t>Advantage</a:t>
            </a:r>
            <a:r>
              <a:rPr lang="en-US" sz="2000" dirty="0">
                <a:solidFill>
                  <a:srgbClr val="000000"/>
                </a:solidFill>
                <a:latin typeface="Comic Sans MS" panose="030F0902030302020204" pitchFamily="66" charset="0"/>
              </a:rPr>
              <a:t>: Server does not store any secret! Server does not keep the users’ passwords!</a:t>
            </a:r>
          </a:p>
        </p:txBody>
      </p:sp>
      <mc:AlternateContent xmlns:mc="http://schemas.openxmlformats.org/markup-compatibility/2006" xmlns:p14="http://schemas.microsoft.com/office/powerpoint/2010/main">
        <mc:Choice Requires="p14">
          <p:contentPart p14:bwMode="auto" r:id="rId3">
            <p14:nvContentPartPr>
              <p14:cNvPr id="18" name="Ink 17">
                <a:extLst>
                  <a:ext uri="{FF2B5EF4-FFF2-40B4-BE49-F238E27FC236}">
                    <a16:creationId xmlns:a16="http://schemas.microsoft.com/office/drawing/2014/main" id="{4784035B-2B5C-A3CD-0B39-698C113B87B3}"/>
                  </a:ext>
                </a:extLst>
              </p14:cNvPr>
              <p14:cNvContentPartPr/>
              <p14:nvPr/>
            </p14:nvContentPartPr>
            <p14:xfrm>
              <a:off x="7951779" y="2604322"/>
              <a:ext cx="578880" cy="267120"/>
            </p14:xfrm>
          </p:contentPart>
        </mc:Choice>
        <mc:Fallback xmlns="">
          <p:pic>
            <p:nvPicPr>
              <p:cNvPr id="18" name="Ink 17">
                <a:extLst>
                  <a:ext uri="{FF2B5EF4-FFF2-40B4-BE49-F238E27FC236}">
                    <a16:creationId xmlns:a16="http://schemas.microsoft.com/office/drawing/2014/main" id="{4784035B-2B5C-A3CD-0B39-698C113B87B3}"/>
                  </a:ext>
                </a:extLst>
              </p:cNvPr>
              <p:cNvPicPr/>
              <p:nvPr/>
            </p:nvPicPr>
            <p:blipFill>
              <a:blip r:embed="rId4"/>
              <a:stretch>
                <a:fillRect/>
              </a:stretch>
            </p:blipFill>
            <p:spPr>
              <a:xfrm>
                <a:off x="7940986" y="2593522"/>
                <a:ext cx="600107" cy="2883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4" name="Ink 23">
                <a:extLst>
                  <a:ext uri="{FF2B5EF4-FFF2-40B4-BE49-F238E27FC236}">
                    <a16:creationId xmlns:a16="http://schemas.microsoft.com/office/drawing/2014/main" id="{42A56F7A-22CE-A463-4206-B7F1665A6CB8}"/>
                  </a:ext>
                </a:extLst>
              </p14:cNvPr>
              <p14:cNvContentPartPr/>
              <p14:nvPr/>
            </p14:nvContentPartPr>
            <p14:xfrm>
              <a:off x="8558379" y="2624842"/>
              <a:ext cx="272520" cy="154440"/>
            </p14:xfrm>
          </p:contentPart>
        </mc:Choice>
        <mc:Fallback xmlns="">
          <p:pic>
            <p:nvPicPr>
              <p:cNvPr id="24" name="Ink 23">
                <a:extLst>
                  <a:ext uri="{FF2B5EF4-FFF2-40B4-BE49-F238E27FC236}">
                    <a16:creationId xmlns:a16="http://schemas.microsoft.com/office/drawing/2014/main" id="{42A56F7A-22CE-A463-4206-B7F1665A6CB8}"/>
                  </a:ext>
                </a:extLst>
              </p:cNvPr>
              <p:cNvPicPr/>
              <p:nvPr/>
            </p:nvPicPr>
            <p:blipFill>
              <a:blip r:embed="rId6"/>
              <a:stretch>
                <a:fillRect/>
              </a:stretch>
            </p:blipFill>
            <p:spPr>
              <a:xfrm>
                <a:off x="8547579" y="2614067"/>
                <a:ext cx="293760" cy="175631"/>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9" name="Ink 28">
                <a:extLst>
                  <a:ext uri="{FF2B5EF4-FFF2-40B4-BE49-F238E27FC236}">
                    <a16:creationId xmlns:a16="http://schemas.microsoft.com/office/drawing/2014/main" id="{B311C8DA-0287-988C-F8DB-6B9BF6604F9E}"/>
                  </a:ext>
                </a:extLst>
              </p14:cNvPr>
              <p14:cNvContentPartPr/>
              <p14:nvPr/>
            </p14:nvContentPartPr>
            <p14:xfrm>
              <a:off x="8889939" y="2542762"/>
              <a:ext cx="282600" cy="242280"/>
            </p14:xfrm>
          </p:contentPart>
        </mc:Choice>
        <mc:Fallback xmlns="">
          <p:pic>
            <p:nvPicPr>
              <p:cNvPr id="29" name="Ink 28">
                <a:extLst>
                  <a:ext uri="{FF2B5EF4-FFF2-40B4-BE49-F238E27FC236}">
                    <a16:creationId xmlns:a16="http://schemas.microsoft.com/office/drawing/2014/main" id="{B311C8DA-0287-988C-F8DB-6B9BF6604F9E}"/>
                  </a:ext>
                </a:extLst>
              </p:cNvPr>
              <p:cNvPicPr/>
              <p:nvPr/>
            </p:nvPicPr>
            <p:blipFill>
              <a:blip r:embed="rId8"/>
              <a:stretch>
                <a:fillRect/>
              </a:stretch>
            </p:blipFill>
            <p:spPr>
              <a:xfrm>
                <a:off x="8879139" y="2532306"/>
                <a:ext cx="303840" cy="263552"/>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8" name="Ink 37">
                <a:extLst>
                  <a:ext uri="{FF2B5EF4-FFF2-40B4-BE49-F238E27FC236}">
                    <a16:creationId xmlns:a16="http://schemas.microsoft.com/office/drawing/2014/main" id="{5BC3EAD6-CB5C-5E10-19AC-3F6D85E0DD10}"/>
                  </a:ext>
                </a:extLst>
              </p14:cNvPr>
              <p14:cNvContentPartPr/>
              <p14:nvPr/>
            </p14:nvContentPartPr>
            <p14:xfrm>
              <a:off x="8408979" y="2182402"/>
              <a:ext cx="270360" cy="403560"/>
            </p14:xfrm>
          </p:contentPart>
        </mc:Choice>
        <mc:Fallback xmlns="">
          <p:pic>
            <p:nvPicPr>
              <p:cNvPr id="38" name="Ink 37">
                <a:extLst>
                  <a:ext uri="{FF2B5EF4-FFF2-40B4-BE49-F238E27FC236}">
                    <a16:creationId xmlns:a16="http://schemas.microsoft.com/office/drawing/2014/main" id="{5BC3EAD6-CB5C-5E10-19AC-3F6D85E0DD10}"/>
                  </a:ext>
                </a:extLst>
              </p:cNvPr>
              <p:cNvPicPr/>
              <p:nvPr/>
            </p:nvPicPr>
            <p:blipFill>
              <a:blip r:embed="rId10"/>
              <a:stretch>
                <a:fillRect/>
              </a:stretch>
            </p:blipFill>
            <p:spPr>
              <a:xfrm>
                <a:off x="8398193" y="2171612"/>
                <a:ext cx="291572" cy="424781"/>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39628" name="Ink 239627">
                <a:extLst>
                  <a:ext uri="{FF2B5EF4-FFF2-40B4-BE49-F238E27FC236}">
                    <a16:creationId xmlns:a16="http://schemas.microsoft.com/office/drawing/2014/main" id="{DACD91EF-9106-6C50-9174-77B9A76CCC18}"/>
                  </a:ext>
                </a:extLst>
              </p14:cNvPr>
              <p14:cNvContentPartPr/>
              <p14:nvPr/>
            </p14:nvContentPartPr>
            <p14:xfrm>
              <a:off x="9383415" y="2167207"/>
              <a:ext cx="1612080" cy="660600"/>
            </p14:xfrm>
          </p:contentPart>
        </mc:Choice>
        <mc:Fallback xmlns="">
          <p:pic>
            <p:nvPicPr>
              <p:cNvPr id="239628" name="Ink 239627">
                <a:extLst>
                  <a:ext uri="{FF2B5EF4-FFF2-40B4-BE49-F238E27FC236}">
                    <a16:creationId xmlns:a16="http://schemas.microsoft.com/office/drawing/2014/main" id="{DACD91EF-9106-6C50-9174-77B9A76CCC18}"/>
                  </a:ext>
                </a:extLst>
              </p:cNvPr>
              <p:cNvPicPr/>
              <p:nvPr/>
            </p:nvPicPr>
            <p:blipFill>
              <a:blip r:embed="rId12"/>
              <a:stretch>
                <a:fillRect/>
              </a:stretch>
            </p:blipFill>
            <p:spPr>
              <a:xfrm>
                <a:off x="9372975" y="2156773"/>
                <a:ext cx="1633320" cy="681828"/>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39646" name="Ink 239645">
                <a:extLst>
                  <a:ext uri="{FF2B5EF4-FFF2-40B4-BE49-F238E27FC236}">
                    <a16:creationId xmlns:a16="http://schemas.microsoft.com/office/drawing/2014/main" id="{0B41FDDF-AB95-9407-F464-17220CEF3644}"/>
                  </a:ext>
                </a:extLst>
              </p14:cNvPr>
              <p14:cNvContentPartPr/>
              <p14:nvPr/>
            </p14:nvContentPartPr>
            <p14:xfrm>
              <a:off x="10291585" y="2920909"/>
              <a:ext cx="1152360" cy="187560"/>
            </p14:xfrm>
          </p:contentPart>
        </mc:Choice>
        <mc:Fallback xmlns="">
          <p:pic>
            <p:nvPicPr>
              <p:cNvPr id="239646" name="Ink 239645">
                <a:extLst>
                  <a:ext uri="{FF2B5EF4-FFF2-40B4-BE49-F238E27FC236}">
                    <a16:creationId xmlns:a16="http://schemas.microsoft.com/office/drawing/2014/main" id="{0B41FDDF-AB95-9407-F464-17220CEF3644}"/>
                  </a:ext>
                </a:extLst>
              </p:cNvPr>
              <p:cNvPicPr/>
              <p:nvPr/>
            </p:nvPicPr>
            <p:blipFill>
              <a:blip r:embed="rId14"/>
              <a:stretch>
                <a:fillRect/>
              </a:stretch>
            </p:blipFill>
            <p:spPr>
              <a:xfrm>
                <a:off x="10280788" y="2910109"/>
                <a:ext cx="1173593" cy="2088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39661" name="Ink 239660">
                <a:extLst>
                  <a:ext uri="{FF2B5EF4-FFF2-40B4-BE49-F238E27FC236}">
                    <a16:creationId xmlns:a16="http://schemas.microsoft.com/office/drawing/2014/main" id="{DF1F5954-50BE-2F09-9434-0FE05F493894}"/>
                  </a:ext>
                </a:extLst>
              </p14:cNvPr>
              <p14:cNvContentPartPr/>
              <p14:nvPr/>
            </p14:nvContentPartPr>
            <p14:xfrm>
              <a:off x="10921945" y="2753509"/>
              <a:ext cx="473760" cy="123840"/>
            </p14:xfrm>
          </p:contentPart>
        </mc:Choice>
        <mc:Fallback xmlns="">
          <p:pic>
            <p:nvPicPr>
              <p:cNvPr id="239661" name="Ink 239660">
                <a:extLst>
                  <a:ext uri="{FF2B5EF4-FFF2-40B4-BE49-F238E27FC236}">
                    <a16:creationId xmlns:a16="http://schemas.microsoft.com/office/drawing/2014/main" id="{DF1F5954-50BE-2F09-9434-0FE05F493894}"/>
                  </a:ext>
                </a:extLst>
              </p:cNvPr>
              <p:cNvPicPr/>
              <p:nvPr/>
            </p:nvPicPr>
            <p:blipFill>
              <a:blip r:embed="rId16"/>
              <a:stretch>
                <a:fillRect/>
              </a:stretch>
            </p:blipFill>
            <p:spPr>
              <a:xfrm>
                <a:off x="10911145" y="2743069"/>
                <a:ext cx="49500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39662" name="Ink 239661">
                <a:extLst>
                  <a:ext uri="{FF2B5EF4-FFF2-40B4-BE49-F238E27FC236}">
                    <a16:creationId xmlns:a16="http://schemas.microsoft.com/office/drawing/2014/main" id="{E9F17CAE-5991-E0AC-2D0F-40183EE6366C}"/>
                  </a:ext>
                </a:extLst>
              </p14:cNvPr>
              <p14:cNvContentPartPr/>
              <p14:nvPr/>
            </p14:nvContentPartPr>
            <p14:xfrm>
              <a:off x="10903225" y="3099109"/>
              <a:ext cx="60840" cy="94680"/>
            </p14:xfrm>
          </p:contentPart>
        </mc:Choice>
        <mc:Fallback xmlns="">
          <p:pic>
            <p:nvPicPr>
              <p:cNvPr id="239662" name="Ink 239661">
                <a:extLst>
                  <a:ext uri="{FF2B5EF4-FFF2-40B4-BE49-F238E27FC236}">
                    <a16:creationId xmlns:a16="http://schemas.microsoft.com/office/drawing/2014/main" id="{E9F17CAE-5991-E0AC-2D0F-40183EE6366C}"/>
                  </a:ext>
                </a:extLst>
              </p:cNvPr>
              <p:cNvPicPr/>
              <p:nvPr/>
            </p:nvPicPr>
            <p:blipFill>
              <a:blip r:embed="rId18"/>
              <a:stretch>
                <a:fillRect/>
              </a:stretch>
            </p:blipFill>
            <p:spPr>
              <a:xfrm>
                <a:off x="10892723" y="3088669"/>
                <a:ext cx="82206"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39689" name="Ink 239688">
                <a:extLst>
                  <a:ext uri="{FF2B5EF4-FFF2-40B4-BE49-F238E27FC236}">
                    <a16:creationId xmlns:a16="http://schemas.microsoft.com/office/drawing/2014/main" id="{1D8DF1A8-B2A2-48D3-BF07-48D3478E5985}"/>
                  </a:ext>
                </a:extLst>
              </p14:cNvPr>
              <p14:cNvContentPartPr/>
              <p14:nvPr/>
            </p14:nvContentPartPr>
            <p14:xfrm>
              <a:off x="9797305" y="3355069"/>
              <a:ext cx="1965600" cy="212400"/>
            </p14:xfrm>
          </p:contentPart>
        </mc:Choice>
        <mc:Fallback xmlns="">
          <p:pic>
            <p:nvPicPr>
              <p:cNvPr id="239689" name="Ink 239688">
                <a:extLst>
                  <a:ext uri="{FF2B5EF4-FFF2-40B4-BE49-F238E27FC236}">
                    <a16:creationId xmlns:a16="http://schemas.microsoft.com/office/drawing/2014/main" id="{1D8DF1A8-B2A2-48D3-BF07-48D3478E5985}"/>
                  </a:ext>
                </a:extLst>
              </p:cNvPr>
              <p:cNvPicPr/>
              <p:nvPr/>
            </p:nvPicPr>
            <p:blipFill>
              <a:blip r:embed="rId20"/>
              <a:stretch>
                <a:fillRect/>
              </a:stretch>
            </p:blipFill>
            <p:spPr>
              <a:xfrm>
                <a:off x="9786503" y="3344287"/>
                <a:ext cx="1986844" cy="233604"/>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39705" name="Ink 239704">
                <a:extLst>
                  <a:ext uri="{FF2B5EF4-FFF2-40B4-BE49-F238E27FC236}">
                    <a16:creationId xmlns:a16="http://schemas.microsoft.com/office/drawing/2014/main" id="{A3AB486B-DDD3-6043-C9FB-150C24459A1C}"/>
                  </a:ext>
                </a:extLst>
              </p14:cNvPr>
              <p14:cNvContentPartPr/>
              <p14:nvPr/>
            </p14:nvContentPartPr>
            <p14:xfrm>
              <a:off x="9806665" y="3562789"/>
              <a:ext cx="893880" cy="164160"/>
            </p14:xfrm>
          </p:contentPart>
        </mc:Choice>
        <mc:Fallback xmlns="">
          <p:pic>
            <p:nvPicPr>
              <p:cNvPr id="239705" name="Ink 239704">
                <a:extLst>
                  <a:ext uri="{FF2B5EF4-FFF2-40B4-BE49-F238E27FC236}">
                    <a16:creationId xmlns:a16="http://schemas.microsoft.com/office/drawing/2014/main" id="{A3AB486B-DDD3-6043-C9FB-150C24459A1C}"/>
                  </a:ext>
                </a:extLst>
              </p:cNvPr>
              <p:cNvPicPr/>
              <p:nvPr/>
            </p:nvPicPr>
            <p:blipFill>
              <a:blip r:embed="rId22"/>
              <a:stretch>
                <a:fillRect/>
              </a:stretch>
            </p:blipFill>
            <p:spPr>
              <a:xfrm>
                <a:off x="9795865" y="3551989"/>
                <a:ext cx="91512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39706" name="Ink 239705">
                <a:extLst>
                  <a:ext uri="{FF2B5EF4-FFF2-40B4-BE49-F238E27FC236}">
                    <a16:creationId xmlns:a16="http://schemas.microsoft.com/office/drawing/2014/main" id="{1AE071B6-1119-A445-44D9-A97C1D6089E5}"/>
                  </a:ext>
                </a:extLst>
              </p14:cNvPr>
              <p14:cNvContentPartPr/>
              <p14:nvPr/>
            </p14:nvContentPartPr>
            <p14:xfrm>
              <a:off x="10579945" y="3587269"/>
              <a:ext cx="115920" cy="139680"/>
            </p14:xfrm>
          </p:contentPart>
        </mc:Choice>
        <mc:Fallback xmlns="">
          <p:pic>
            <p:nvPicPr>
              <p:cNvPr id="239706" name="Ink 239705">
                <a:extLst>
                  <a:ext uri="{FF2B5EF4-FFF2-40B4-BE49-F238E27FC236}">
                    <a16:creationId xmlns:a16="http://schemas.microsoft.com/office/drawing/2014/main" id="{1AE071B6-1119-A445-44D9-A97C1D6089E5}"/>
                  </a:ext>
                </a:extLst>
              </p:cNvPr>
              <p:cNvPicPr/>
              <p:nvPr/>
            </p:nvPicPr>
            <p:blipFill>
              <a:blip r:embed="rId24"/>
              <a:stretch>
                <a:fillRect/>
              </a:stretch>
            </p:blipFill>
            <p:spPr>
              <a:xfrm>
                <a:off x="10569505" y="3576469"/>
                <a:ext cx="137160" cy="16092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39713" name="Ink 239712">
                <a:extLst>
                  <a:ext uri="{FF2B5EF4-FFF2-40B4-BE49-F238E27FC236}">
                    <a16:creationId xmlns:a16="http://schemas.microsoft.com/office/drawing/2014/main" id="{DA19381C-6E49-AA0A-05F1-AFA5635DF7A8}"/>
                  </a:ext>
                </a:extLst>
              </p14:cNvPr>
              <p14:cNvContentPartPr/>
              <p14:nvPr/>
            </p14:nvContentPartPr>
            <p14:xfrm>
              <a:off x="10797025" y="3560269"/>
              <a:ext cx="240480" cy="125280"/>
            </p14:xfrm>
          </p:contentPart>
        </mc:Choice>
        <mc:Fallback xmlns="">
          <p:pic>
            <p:nvPicPr>
              <p:cNvPr id="239713" name="Ink 239712">
                <a:extLst>
                  <a:ext uri="{FF2B5EF4-FFF2-40B4-BE49-F238E27FC236}">
                    <a16:creationId xmlns:a16="http://schemas.microsoft.com/office/drawing/2014/main" id="{DA19381C-6E49-AA0A-05F1-AFA5635DF7A8}"/>
                  </a:ext>
                </a:extLst>
              </p:cNvPr>
              <p:cNvPicPr/>
              <p:nvPr/>
            </p:nvPicPr>
            <p:blipFill>
              <a:blip r:embed="rId26"/>
              <a:stretch>
                <a:fillRect/>
              </a:stretch>
            </p:blipFill>
            <p:spPr>
              <a:xfrm>
                <a:off x="10786585" y="3549799"/>
                <a:ext cx="261720" cy="146581"/>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39732" name="Ink 239731">
                <a:extLst>
                  <a:ext uri="{FF2B5EF4-FFF2-40B4-BE49-F238E27FC236}">
                    <a16:creationId xmlns:a16="http://schemas.microsoft.com/office/drawing/2014/main" id="{726C6ACF-4735-DBBF-1347-A2AAC58142E9}"/>
                  </a:ext>
                </a:extLst>
              </p14:cNvPr>
              <p14:cNvContentPartPr/>
              <p14:nvPr/>
            </p14:nvContentPartPr>
            <p14:xfrm>
              <a:off x="10284385" y="3784549"/>
              <a:ext cx="118440" cy="99360"/>
            </p14:xfrm>
          </p:contentPart>
        </mc:Choice>
        <mc:Fallback xmlns="">
          <p:pic>
            <p:nvPicPr>
              <p:cNvPr id="239732" name="Ink 239731">
                <a:extLst>
                  <a:ext uri="{FF2B5EF4-FFF2-40B4-BE49-F238E27FC236}">
                    <a16:creationId xmlns:a16="http://schemas.microsoft.com/office/drawing/2014/main" id="{726C6ACF-4735-DBBF-1347-A2AAC58142E9}"/>
                  </a:ext>
                </a:extLst>
              </p:cNvPr>
              <p:cNvPicPr/>
              <p:nvPr/>
            </p:nvPicPr>
            <p:blipFill>
              <a:blip r:embed="rId28"/>
              <a:stretch>
                <a:fillRect/>
              </a:stretch>
            </p:blipFill>
            <p:spPr>
              <a:xfrm>
                <a:off x="10273913" y="3773788"/>
                <a:ext cx="139745" cy="120523"/>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39733" name="Ink 239732">
                <a:extLst>
                  <a:ext uri="{FF2B5EF4-FFF2-40B4-BE49-F238E27FC236}">
                    <a16:creationId xmlns:a16="http://schemas.microsoft.com/office/drawing/2014/main" id="{21AE0FC4-2F05-4305-1D87-50FDB8F22782}"/>
                  </a:ext>
                </a:extLst>
              </p14:cNvPr>
              <p14:cNvContentPartPr/>
              <p14:nvPr/>
            </p14:nvContentPartPr>
            <p14:xfrm>
              <a:off x="9813865" y="3763669"/>
              <a:ext cx="362520" cy="162000"/>
            </p14:xfrm>
          </p:contentPart>
        </mc:Choice>
        <mc:Fallback xmlns="">
          <p:pic>
            <p:nvPicPr>
              <p:cNvPr id="239733" name="Ink 239732">
                <a:extLst>
                  <a:ext uri="{FF2B5EF4-FFF2-40B4-BE49-F238E27FC236}">
                    <a16:creationId xmlns:a16="http://schemas.microsoft.com/office/drawing/2014/main" id="{21AE0FC4-2F05-4305-1D87-50FDB8F22782}"/>
                  </a:ext>
                </a:extLst>
              </p:cNvPr>
              <p:cNvPicPr/>
              <p:nvPr/>
            </p:nvPicPr>
            <p:blipFill>
              <a:blip r:embed="rId30"/>
              <a:stretch>
                <a:fillRect/>
              </a:stretch>
            </p:blipFill>
            <p:spPr>
              <a:xfrm>
                <a:off x="9803065" y="3752869"/>
                <a:ext cx="383760" cy="18324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39734" name="Ink 239733">
                <a:extLst>
                  <a:ext uri="{FF2B5EF4-FFF2-40B4-BE49-F238E27FC236}">
                    <a16:creationId xmlns:a16="http://schemas.microsoft.com/office/drawing/2014/main" id="{8C7A34AB-DA13-DABE-74CD-8B9C434C401A}"/>
                  </a:ext>
                </a:extLst>
              </p14:cNvPr>
              <p14:cNvContentPartPr/>
              <p14:nvPr/>
            </p14:nvContentPartPr>
            <p14:xfrm>
              <a:off x="11115625" y="3587989"/>
              <a:ext cx="462240" cy="231480"/>
            </p14:xfrm>
          </p:contentPart>
        </mc:Choice>
        <mc:Fallback xmlns="">
          <p:pic>
            <p:nvPicPr>
              <p:cNvPr id="239734" name="Ink 239733">
                <a:extLst>
                  <a:ext uri="{FF2B5EF4-FFF2-40B4-BE49-F238E27FC236}">
                    <a16:creationId xmlns:a16="http://schemas.microsoft.com/office/drawing/2014/main" id="{8C7A34AB-DA13-DABE-74CD-8B9C434C401A}"/>
                  </a:ext>
                </a:extLst>
              </p:cNvPr>
              <p:cNvPicPr/>
              <p:nvPr/>
            </p:nvPicPr>
            <p:blipFill>
              <a:blip r:embed="rId32"/>
              <a:stretch>
                <a:fillRect/>
              </a:stretch>
            </p:blipFill>
            <p:spPr>
              <a:xfrm>
                <a:off x="11105185" y="3577533"/>
                <a:ext cx="483480" cy="252753"/>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39745" name="Ink 239744">
                <a:extLst>
                  <a:ext uri="{FF2B5EF4-FFF2-40B4-BE49-F238E27FC236}">
                    <a16:creationId xmlns:a16="http://schemas.microsoft.com/office/drawing/2014/main" id="{D3D4DA58-AC86-DF3F-8AD4-443B167C0B1C}"/>
                  </a:ext>
                </a:extLst>
              </p14:cNvPr>
              <p14:cNvContentPartPr/>
              <p14:nvPr/>
            </p14:nvContentPartPr>
            <p14:xfrm>
              <a:off x="10496785" y="3764029"/>
              <a:ext cx="466200" cy="156240"/>
            </p14:xfrm>
          </p:contentPart>
        </mc:Choice>
        <mc:Fallback xmlns="">
          <p:pic>
            <p:nvPicPr>
              <p:cNvPr id="239745" name="Ink 239744">
                <a:extLst>
                  <a:ext uri="{FF2B5EF4-FFF2-40B4-BE49-F238E27FC236}">
                    <a16:creationId xmlns:a16="http://schemas.microsoft.com/office/drawing/2014/main" id="{D3D4DA58-AC86-DF3F-8AD4-443B167C0B1C}"/>
                  </a:ext>
                </a:extLst>
              </p:cNvPr>
              <p:cNvPicPr/>
              <p:nvPr/>
            </p:nvPicPr>
            <p:blipFill>
              <a:blip r:embed="rId34"/>
              <a:stretch>
                <a:fillRect/>
              </a:stretch>
            </p:blipFill>
            <p:spPr>
              <a:xfrm>
                <a:off x="10486337" y="3753229"/>
                <a:ext cx="487456" cy="17748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39775" name="Ink 239774">
                <a:extLst>
                  <a:ext uri="{FF2B5EF4-FFF2-40B4-BE49-F238E27FC236}">
                    <a16:creationId xmlns:a16="http://schemas.microsoft.com/office/drawing/2014/main" id="{0935223E-491C-F1FC-FD05-0BB01CB84FC2}"/>
                  </a:ext>
                </a:extLst>
              </p14:cNvPr>
              <p14:cNvContentPartPr/>
              <p14:nvPr/>
            </p14:nvContentPartPr>
            <p14:xfrm>
              <a:off x="5347403" y="188516"/>
              <a:ext cx="313560" cy="181800"/>
            </p14:xfrm>
          </p:contentPart>
        </mc:Choice>
        <mc:Fallback xmlns="">
          <p:pic>
            <p:nvPicPr>
              <p:cNvPr id="239775" name="Ink 239774">
                <a:extLst>
                  <a:ext uri="{FF2B5EF4-FFF2-40B4-BE49-F238E27FC236}">
                    <a16:creationId xmlns:a16="http://schemas.microsoft.com/office/drawing/2014/main" id="{0935223E-491C-F1FC-FD05-0BB01CB84FC2}"/>
                  </a:ext>
                </a:extLst>
              </p:cNvPr>
              <p:cNvPicPr/>
              <p:nvPr/>
            </p:nvPicPr>
            <p:blipFill>
              <a:blip r:embed="rId36"/>
              <a:stretch>
                <a:fillRect/>
              </a:stretch>
            </p:blipFill>
            <p:spPr>
              <a:xfrm>
                <a:off x="5336963" y="177716"/>
                <a:ext cx="334800" cy="20304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39776" name="Ink 239775">
                <a:extLst>
                  <a:ext uri="{FF2B5EF4-FFF2-40B4-BE49-F238E27FC236}">
                    <a16:creationId xmlns:a16="http://schemas.microsoft.com/office/drawing/2014/main" id="{8CD9FEC9-1E34-EA38-FD87-27065B8A492B}"/>
                  </a:ext>
                </a:extLst>
              </p14:cNvPr>
              <p14:cNvContentPartPr/>
              <p14:nvPr/>
            </p14:nvContentPartPr>
            <p14:xfrm>
              <a:off x="4703363" y="146036"/>
              <a:ext cx="509400" cy="199080"/>
            </p14:xfrm>
          </p:contentPart>
        </mc:Choice>
        <mc:Fallback xmlns="">
          <p:pic>
            <p:nvPicPr>
              <p:cNvPr id="239776" name="Ink 239775">
                <a:extLst>
                  <a:ext uri="{FF2B5EF4-FFF2-40B4-BE49-F238E27FC236}">
                    <a16:creationId xmlns:a16="http://schemas.microsoft.com/office/drawing/2014/main" id="{8CD9FEC9-1E34-EA38-FD87-27065B8A492B}"/>
                  </a:ext>
                </a:extLst>
              </p:cNvPr>
              <p:cNvPicPr/>
              <p:nvPr/>
            </p:nvPicPr>
            <p:blipFill>
              <a:blip r:embed="rId38"/>
              <a:stretch>
                <a:fillRect/>
              </a:stretch>
            </p:blipFill>
            <p:spPr>
              <a:xfrm>
                <a:off x="4692916" y="135577"/>
                <a:ext cx="530655" cy="220358"/>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39777" name="Ink 239776">
                <a:extLst>
                  <a:ext uri="{FF2B5EF4-FFF2-40B4-BE49-F238E27FC236}">
                    <a16:creationId xmlns:a16="http://schemas.microsoft.com/office/drawing/2014/main" id="{DEF201B0-9540-DC4C-B380-4854AFABC13D}"/>
                  </a:ext>
                </a:extLst>
              </p14:cNvPr>
              <p14:cNvContentPartPr/>
              <p14:nvPr/>
            </p14:nvContentPartPr>
            <p14:xfrm>
              <a:off x="4433003" y="88796"/>
              <a:ext cx="146160" cy="167760"/>
            </p14:xfrm>
          </p:contentPart>
        </mc:Choice>
        <mc:Fallback xmlns="">
          <p:pic>
            <p:nvPicPr>
              <p:cNvPr id="239777" name="Ink 239776">
                <a:extLst>
                  <a:ext uri="{FF2B5EF4-FFF2-40B4-BE49-F238E27FC236}">
                    <a16:creationId xmlns:a16="http://schemas.microsoft.com/office/drawing/2014/main" id="{DEF201B0-9540-DC4C-B380-4854AFABC13D}"/>
                  </a:ext>
                </a:extLst>
              </p:cNvPr>
              <p:cNvPicPr/>
              <p:nvPr/>
            </p:nvPicPr>
            <p:blipFill>
              <a:blip r:embed="rId40"/>
              <a:stretch>
                <a:fillRect/>
              </a:stretch>
            </p:blipFill>
            <p:spPr>
              <a:xfrm>
                <a:off x="4422563" y="77996"/>
                <a:ext cx="16740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39778" name="Ink 239777">
                <a:extLst>
                  <a:ext uri="{FF2B5EF4-FFF2-40B4-BE49-F238E27FC236}">
                    <a16:creationId xmlns:a16="http://schemas.microsoft.com/office/drawing/2014/main" id="{BA4A62A8-9E00-08F3-28F3-574154046547}"/>
                  </a:ext>
                </a:extLst>
              </p14:cNvPr>
              <p14:cNvContentPartPr/>
              <p14:nvPr/>
            </p14:nvContentPartPr>
            <p14:xfrm>
              <a:off x="4062923" y="138476"/>
              <a:ext cx="221040" cy="199800"/>
            </p14:xfrm>
          </p:contentPart>
        </mc:Choice>
        <mc:Fallback xmlns="">
          <p:pic>
            <p:nvPicPr>
              <p:cNvPr id="239778" name="Ink 239777">
                <a:extLst>
                  <a:ext uri="{FF2B5EF4-FFF2-40B4-BE49-F238E27FC236}">
                    <a16:creationId xmlns:a16="http://schemas.microsoft.com/office/drawing/2014/main" id="{BA4A62A8-9E00-08F3-28F3-574154046547}"/>
                  </a:ext>
                </a:extLst>
              </p:cNvPr>
              <p:cNvPicPr/>
              <p:nvPr/>
            </p:nvPicPr>
            <p:blipFill>
              <a:blip r:embed="rId42"/>
              <a:stretch>
                <a:fillRect/>
              </a:stretch>
            </p:blipFill>
            <p:spPr>
              <a:xfrm>
                <a:off x="4052483" y="128017"/>
                <a:ext cx="242280" cy="221078"/>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39779" name="Ink 239778">
                <a:extLst>
                  <a:ext uri="{FF2B5EF4-FFF2-40B4-BE49-F238E27FC236}">
                    <a16:creationId xmlns:a16="http://schemas.microsoft.com/office/drawing/2014/main" id="{70B1DC7F-25DE-03B2-C8C9-361BA2DA7E6B}"/>
                  </a:ext>
                </a:extLst>
              </p14:cNvPr>
              <p14:cNvContentPartPr/>
              <p14:nvPr/>
            </p14:nvContentPartPr>
            <p14:xfrm>
              <a:off x="3774923" y="166916"/>
              <a:ext cx="149760" cy="149760"/>
            </p14:xfrm>
          </p:contentPart>
        </mc:Choice>
        <mc:Fallback xmlns="">
          <p:pic>
            <p:nvPicPr>
              <p:cNvPr id="239779" name="Ink 239778">
                <a:extLst>
                  <a:ext uri="{FF2B5EF4-FFF2-40B4-BE49-F238E27FC236}">
                    <a16:creationId xmlns:a16="http://schemas.microsoft.com/office/drawing/2014/main" id="{70B1DC7F-25DE-03B2-C8C9-361BA2DA7E6B}"/>
                  </a:ext>
                </a:extLst>
              </p:cNvPr>
              <p:cNvPicPr/>
              <p:nvPr/>
            </p:nvPicPr>
            <p:blipFill>
              <a:blip r:embed="rId44"/>
              <a:stretch>
                <a:fillRect/>
              </a:stretch>
            </p:blipFill>
            <p:spPr>
              <a:xfrm>
                <a:off x="3764123" y="156476"/>
                <a:ext cx="17100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239780" name="Ink 239779">
                <a:extLst>
                  <a:ext uri="{FF2B5EF4-FFF2-40B4-BE49-F238E27FC236}">
                    <a16:creationId xmlns:a16="http://schemas.microsoft.com/office/drawing/2014/main" id="{27B87F12-5E3B-4791-3303-29FF86A3818C}"/>
                  </a:ext>
                </a:extLst>
              </p14:cNvPr>
              <p14:cNvContentPartPr/>
              <p14:nvPr/>
            </p14:nvContentPartPr>
            <p14:xfrm>
              <a:off x="2963483" y="145676"/>
              <a:ext cx="676440" cy="177840"/>
            </p14:xfrm>
          </p:contentPart>
        </mc:Choice>
        <mc:Fallback xmlns="">
          <p:pic>
            <p:nvPicPr>
              <p:cNvPr id="239780" name="Ink 239779">
                <a:extLst>
                  <a:ext uri="{FF2B5EF4-FFF2-40B4-BE49-F238E27FC236}">
                    <a16:creationId xmlns:a16="http://schemas.microsoft.com/office/drawing/2014/main" id="{27B87F12-5E3B-4791-3303-29FF86A3818C}"/>
                  </a:ext>
                </a:extLst>
              </p:cNvPr>
              <p:cNvPicPr/>
              <p:nvPr/>
            </p:nvPicPr>
            <p:blipFill>
              <a:blip r:embed="rId46"/>
              <a:stretch>
                <a:fillRect/>
              </a:stretch>
            </p:blipFill>
            <p:spPr>
              <a:xfrm>
                <a:off x="2953043" y="135236"/>
                <a:ext cx="697680" cy="19908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239784" name="Ink 239783">
                <a:extLst>
                  <a:ext uri="{FF2B5EF4-FFF2-40B4-BE49-F238E27FC236}">
                    <a16:creationId xmlns:a16="http://schemas.microsoft.com/office/drawing/2014/main" id="{40DD76AC-6BFF-28A2-61CC-A92004F3D82E}"/>
                  </a:ext>
                </a:extLst>
              </p14:cNvPr>
              <p14:cNvContentPartPr/>
              <p14:nvPr/>
            </p14:nvContentPartPr>
            <p14:xfrm>
              <a:off x="5770904" y="187454"/>
              <a:ext cx="274320" cy="184320"/>
            </p14:xfrm>
          </p:contentPart>
        </mc:Choice>
        <mc:Fallback xmlns="">
          <p:pic>
            <p:nvPicPr>
              <p:cNvPr id="239784" name="Ink 239783">
                <a:extLst>
                  <a:ext uri="{FF2B5EF4-FFF2-40B4-BE49-F238E27FC236}">
                    <a16:creationId xmlns:a16="http://schemas.microsoft.com/office/drawing/2014/main" id="{40DD76AC-6BFF-28A2-61CC-A92004F3D82E}"/>
                  </a:ext>
                </a:extLst>
              </p:cNvPr>
              <p:cNvPicPr/>
              <p:nvPr/>
            </p:nvPicPr>
            <p:blipFill>
              <a:blip r:embed="rId48"/>
              <a:stretch>
                <a:fillRect/>
              </a:stretch>
            </p:blipFill>
            <p:spPr>
              <a:xfrm>
                <a:off x="5760104" y="176654"/>
                <a:ext cx="295560" cy="20556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239801" name="Ink 239800">
                <a:extLst>
                  <a:ext uri="{FF2B5EF4-FFF2-40B4-BE49-F238E27FC236}">
                    <a16:creationId xmlns:a16="http://schemas.microsoft.com/office/drawing/2014/main" id="{828F98C7-B8E2-63A8-487A-240E9EDD5A64}"/>
                  </a:ext>
                </a:extLst>
              </p14:cNvPr>
              <p14:cNvContentPartPr/>
              <p14:nvPr/>
            </p14:nvContentPartPr>
            <p14:xfrm>
              <a:off x="6142424" y="183854"/>
              <a:ext cx="1295280" cy="171000"/>
            </p14:xfrm>
          </p:contentPart>
        </mc:Choice>
        <mc:Fallback xmlns="">
          <p:pic>
            <p:nvPicPr>
              <p:cNvPr id="239801" name="Ink 239800">
                <a:extLst>
                  <a:ext uri="{FF2B5EF4-FFF2-40B4-BE49-F238E27FC236}">
                    <a16:creationId xmlns:a16="http://schemas.microsoft.com/office/drawing/2014/main" id="{828F98C7-B8E2-63A8-487A-240E9EDD5A64}"/>
                  </a:ext>
                </a:extLst>
              </p:cNvPr>
              <p:cNvPicPr/>
              <p:nvPr/>
            </p:nvPicPr>
            <p:blipFill>
              <a:blip r:embed="rId50"/>
              <a:stretch>
                <a:fillRect/>
              </a:stretch>
            </p:blipFill>
            <p:spPr>
              <a:xfrm>
                <a:off x="6131624" y="173054"/>
                <a:ext cx="1316520" cy="19224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239822" name="Ink 239821">
                <a:extLst>
                  <a:ext uri="{FF2B5EF4-FFF2-40B4-BE49-F238E27FC236}">
                    <a16:creationId xmlns:a16="http://schemas.microsoft.com/office/drawing/2014/main" id="{741F9604-9056-B41D-2E3E-CB509A6C3675}"/>
                  </a:ext>
                </a:extLst>
              </p14:cNvPr>
              <p14:cNvContentPartPr/>
              <p14:nvPr/>
            </p14:nvContentPartPr>
            <p14:xfrm>
              <a:off x="7765488" y="1557974"/>
              <a:ext cx="829800" cy="161640"/>
            </p14:xfrm>
          </p:contentPart>
        </mc:Choice>
        <mc:Fallback xmlns="">
          <p:pic>
            <p:nvPicPr>
              <p:cNvPr id="239822" name="Ink 239821">
                <a:extLst>
                  <a:ext uri="{FF2B5EF4-FFF2-40B4-BE49-F238E27FC236}">
                    <a16:creationId xmlns:a16="http://schemas.microsoft.com/office/drawing/2014/main" id="{741F9604-9056-B41D-2E3E-CB509A6C3675}"/>
                  </a:ext>
                </a:extLst>
              </p:cNvPr>
              <p:cNvPicPr/>
              <p:nvPr/>
            </p:nvPicPr>
            <p:blipFill>
              <a:blip r:embed="rId52"/>
              <a:stretch>
                <a:fillRect/>
              </a:stretch>
            </p:blipFill>
            <p:spPr>
              <a:xfrm>
                <a:off x="7754688" y="1547557"/>
                <a:ext cx="851040" cy="182833"/>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239823" name="Ink 239822">
                <a:extLst>
                  <a:ext uri="{FF2B5EF4-FFF2-40B4-BE49-F238E27FC236}">
                    <a16:creationId xmlns:a16="http://schemas.microsoft.com/office/drawing/2014/main" id="{6B70AC87-23C6-09E0-787B-B5FA25153676}"/>
                  </a:ext>
                </a:extLst>
              </p14:cNvPr>
              <p14:cNvContentPartPr/>
              <p14:nvPr/>
            </p14:nvContentPartPr>
            <p14:xfrm>
              <a:off x="6903288" y="1406774"/>
              <a:ext cx="732600" cy="373320"/>
            </p14:xfrm>
          </p:contentPart>
        </mc:Choice>
        <mc:Fallback xmlns="">
          <p:pic>
            <p:nvPicPr>
              <p:cNvPr id="239823" name="Ink 239822">
                <a:extLst>
                  <a:ext uri="{FF2B5EF4-FFF2-40B4-BE49-F238E27FC236}">
                    <a16:creationId xmlns:a16="http://schemas.microsoft.com/office/drawing/2014/main" id="{6B70AC87-23C6-09E0-787B-B5FA25153676}"/>
                  </a:ext>
                </a:extLst>
              </p:cNvPr>
              <p:cNvPicPr/>
              <p:nvPr/>
            </p:nvPicPr>
            <p:blipFill>
              <a:blip r:embed="rId54"/>
              <a:stretch>
                <a:fillRect/>
              </a:stretch>
            </p:blipFill>
            <p:spPr>
              <a:xfrm>
                <a:off x="6892848" y="1396324"/>
                <a:ext cx="753840" cy="394581"/>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239840" name="Ink 239839">
                <a:extLst>
                  <a:ext uri="{FF2B5EF4-FFF2-40B4-BE49-F238E27FC236}">
                    <a16:creationId xmlns:a16="http://schemas.microsoft.com/office/drawing/2014/main" id="{1B5EF358-37D2-39AF-805C-19EDAD90FF94}"/>
                  </a:ext>
                </a:extLst>
              </p14:cNvPr>
              <p14:cNvContentPartPr/>
              <p14:nvPr/>
            </p14:nvContentPartPr>
            <p14:xfrm>
              <a:off x="7646328" y="959294"/>
              <a:ext cx="1641600" cy="238320"/>
            </p14:xfrm>
          </p:contentPart>
        </mc:Choice>
        <mc:Fallback xmlns="">
          <p:pic>
            <p:nvPicPr>
              <p:cNvPr id="239840" name="Ink 239839">
                <a:extLst>
                  <a:ext uri="{FF2B5EF4-FFF2-40B4-BE49-F238E27FC236}">
                    <a16:creationId xmlns:a16="http://schemas.microsoft.com/office/drawing/2014/main" id="{1B5EF358-37D2-39AF-805C-19EDAD90FF94}"/>
                  </a:ext>
                </a:extLst>
              </p:cNvPr>
              <p:cNvPicPr/>
              <p:nvPr/>
            </p:nvPicPr>
            <p:blipFill>
              <a:blip r:embed="rId56"/>
              <a:stretch>
                <a:fillRect/>
              </a:stretch>
            </p:blipFill>
            <p:spPr>
              <a:xfrm>
                <a:off x="7635888" y="948494"/>
                <a:ext cx="1662840" cy="25956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239855" name="Ink 239854">
                <a:extLst>
                  <a:ext uri="{FF2B5EF4-FFF2-40B4-BE49-F238E27FC236}">
                    <a16:creationId xmlns:a16="http://schemas.microsoft.com/office/drawing/2014/main" id="{E1509791-6557-B100-CF55-CBBF882070B9}"/>
                  </a:ext>
                </a:extLst>
              </p14:cNvPr>
              <p14:cNvContentPartPr/>
              <p14:nvPr/>
            </p14:nvContentPartPr>
            <p14:xfrm>
              <a:off x="7499673" y="182305"/>
              <a:ext cx="1279800" cy="204480"/>
            </p14:xfrm>
          </p:contentPart>
        </mc:Choice>
        <mc:Fallback xmlns="">
          <p:pic>
            <p:nvPicPr>
              <p:cNvPr id="239855" name="Ink 239854">
                <a:extLst>
                  <a:ext uri="{FF2B5EF4-FFF2-40B4-BE49-F238E27FC236}">
                    <a16:creationId xmlns:a16="http://schemas.microsoft.com/office/drawing/2014/main" id="{E1509791-6557-B100-CF55-CBBF882070B9}"/>
                  </a:ext>
                </a:extLst>
              </p:cNvPr>
              <p:cNvPicPr/>
              <p:nvPr/>
            </p:nvPicPr>
            <p:blipFill>
              <a:blip r:embed="rId58"/>
              <a:stretch>
                <a:fillRect/>
              </a:stretch>
            </p:blipFill>
            <p:spPr>
              <a:xfrm>
                <a:off x="7489230" y="171505"/>
                <a:ext cx="1301046" cy="22572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239863" name="Ink 239862">
                <a:extLst>
                  <a:ext uri="{FF2B5EF4-FFF2-40B4-BE49-F238E27FC236}">
                    <a16:creationId xmlns:a16="http://schemas.microsoft.com/office/drawing/2014/main" id="{FAAA9432-22A6-F68B-359C-6AA8172666C3}"/>
                  </a:ext>
                </a:extLst>
              </p14:cNvPr>
              <p14:cNvContentPartPr/>
              <p14:nvPr/>
            </p14:nvContentPartPr>
            <p14:xfrm>
              <a:off x="8882942" y="216895"/>
              <a:ext cx="517680" cy="180360"/>
            </p14:xfrm>
          </p:contentPart>
        </mc:Choice>
        <mc:Fallback xmlns="">
          <p:pic>
            <p:nvPicPr>
              <p:cNvPr id="239863" name="Ink 239862">
                <a:extLst>
                  <a:ext uri="{FF2B5EF4-FFF2-40B4-BE49-F238E27FC236}">
                    <a16:creationId xmlns:a16="http://schemas.microsoft.com/office/drawing/2014/main" id="{FAAA9432-22A6-F68B-359C-6AA8172666C3}"/>
                  </a:ext>
                </a:extLst>
              </p:cNvPr>
              <p:cNvPicPr/>
              <p:nvPr/>
            </p:nvPicPr>
            <p:blipFill>
              <a:blip r:embed="rId60"/>
              <a:stretch>
                <a:fillRect/>
              </a:stretch>
            </p:blipFill>
            <p:spPr>
              <a:xfrm>
                <a:off x="8872142" y="206095"/>
                <a:ext cx="538920" cy="20160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239864" name="Ink 239863">
                <a:extLst>
                  <a:ext uri="{FF2B5EF4-FFF2-40B4-BE49-F238E27FC236}">
                    <a16:creationId xmlns:a16="http://schemas.microsoft.com/office/drawing/2014/main" id="{C38F8C5B-518C-40F7-2D02-1C0AEAD63DFE}"/>
                  </a:ext>
                </a:extLst>
              </p14:cNvPr>
              <p14:cNvContentPartPr/>
              <p14:nvPr/>
            </p14:nvContentPartPr>
            <p14:xfrm>
              <a:off x="10171353" y="109585"/>
              <a:ext cx="16560" cy="159840"/>
            </p14:xfrm>
          </p:contentPart>
        </mc:Choice>
        <mc:Fallback xmlns="">
          <p:pic>
            <p:nvPicPr>
              <p:cNvPr id="239864" name="Ink 239863">
                <a:extLst>
                  <a:ext uri="{FF2B5EF4-FFF2-40B4-BE49-F238E27FC236}">
                    <a16:creationId xmlns:a16="http://schemas.microsoft.com/office/drawing/2014/main" id="{C38F8C5B-518C-40F7-2D02-1C0AEAD63DFE}"/>
                  </a:ext>
                </a:extLst>
              </p:cNvPr>
              <p:cNvPicPr/>
              <p:nvPr/>
            </p:nvPicPr>
            <p:blipFill>
              <a:blip r:embed="rId62"/>
              <a:stretch>
                <a:fillRect/>
              </a:stretch>
            </p:blipFill>
            <p:spPr>
              <a:xfrm>
                <a:off x="10160913" y="99145"/>
                <a:ext cx="37800" cy="18108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239865" name="Ink 239864">
                <a:extLst>
                  <a:ext uri="{FF2B5EF4-FFF2-40B4-BE49-F238E27FC236}">
                    <a16:creationId xmlns:a16="http://schemas.microsoft.com/office/drawing/2014/main" id="{F68E8EDE-00B8-1E34-FF47-B5D1FD6DA48F}"/>
                  </a:ext>
                </a:extLst>
              </p14:cNvPr>
              <p14:cNvContentPartPr/>
              <p14:nvPr/>
            </p14:nvContentPartPr>
            <p14:xfrm>
              <a:off x="10181793" y="96625"/>
              <a:ext cx="65880" cy="101520"/>
            </p14:xfrm>
          </p:contentPart>
        </mc:Choice>
        <mc:Fallback xmlns="">
          <p:pic>
            <p:nvPicPr>
              <p:cNvPr id="239865" name="Ink 239864">
                <a:extLst>
                  <a:ext uri="{FF2B5EF4-FFF2-40B4-BE49-F238E27FC236}">
                    <a16:creationId xmlns:a16="http://schemas.microsoft.com/office/drawing/2014/main" id="{F68E8EDE-00B8-1E34-FF47-B5D1FD6DA48F}"/>
                  </a:ext>
                </a:extLst>
              </p:cNvPr>
              <p:cNvPicPr/>
              <p:nvPr/>
            </p:nvPicPr>
            <p:blipFill>
              <a:blip r:embed="rId64"/>
              <a:stretch>
                <a:fillRect/>
              </a:stretch>
            </p:blipFill>
            <p:spPr>
              <a:xfrm>
                <a:off x="10171353" y="86185"/>
                <a:ext cx="8712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239866" name="Ink 239865">
                <a:extLst>
                  <a:ext uri="{FF2B5EF4-FFF2-40B4-BE49-F238E27FC236}">
                    <a16:creationId xmlns:a16="http://schemas.microsoft.com/office/drawing/2014/main" id="{2D543046-ECD6-D182-F41D-387954905E4F}"/>
                  </a:ext>
                </a:extLst>
              </p14:cNvPr>
              <p14:cNvContentPartPr/>
              <p14:nvPr/>
            </p14:nvContentPartPr>
            <p14:xfrm>
              <a:off x="10247673" y="115345"/>
              <a:ext cx="57960" cy="106200"/>
            </p14:xfrm>
          </p:contentPart>
        </mc:Choice>
        <mc:Fallback xmlns="">
          <p:pic>
            <p:nvPicPr>
              <p:cNvPr id="239866" name="Ink 239865">
                <a:extLst>
                  <a:ext uri="{FF2B5EF4-FFF2-40B4-BE49-F238E27FC236}">
                    <a16:creationId xmlns:a16="http://schemas.microsoft.com/office/drawing/2014/main" id="{2D543046-ECD6-D182-F41D-387954905E4F}"/>
                  </a:ext>
                </a:extLst>
              </p:cNvPr>
              <p:cNvPicPr/>
              <p:nvPr/>
            </p:nvPicPr>
            <p:blipFill>
              <a:blip r:embed="rId66"/>
              <a:stretch>
                <a:fillRect/>
              </a:stretch>
            </p:blipFill>
            <p:spPr>
              <a:xfrm>
                <a:off x="10236873" y="104545"/>
                <a:ext cx="7920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239867" name="Ink 239866">
                <a:extLst>
                  <a:ext uri="{FF2B5EF4-FFF2-40B4-BE49-F238E27FC236}">
                    <a16:creationId xmlns:a16="http://schemas.microsoft.com/office/drawing/2014/main" id="{6B147114-6F47-0D32-4784-07329AD41387}"/>
                  </a:ext>
                </a:extLst>
              </p14:cNvPr>
              <p14:cNvContentPartPr/>
              <p14:nvPr/>
            </p14:nvContentPartPr>
            <p14:xfrm>
              <a:off x="10316793" y="86185"/>
              <a:ext cx="41760" cy="137520"/>
            </p14:xfrm>
          </p:contentPart>
        </mc:Choice>
        <mc:Fallback xmlns="">
          <p:pic>
            <p:nvPicPr>
              <p:cNvPr id="239867" name="Ink 239866">
                <a:extLst>
                  <a:ext uri="{FF2B5EF4-FFF2-40B4-BE49-F238E27FC236}">
                    <a16:creationId xmlns:a16="http://schemas.microsoft.com/office/drawing/2014/main" id="{6B147114-6F47-0D32-4784-07329AD41387}"/>
                  </a:ext>
                </a:extLst>
              </p:cNvPr>
              <p:cNvPicPr/>
              <p:nvPr/>
            </p:nvPicPr>
            <p:blipFill>
              <a:blip r:embed="rId68"/>
              <a:stretch>
                <a:fillRect/>
              </a:stretch>
            </p:blipFill>
            <p:spPr>
              <a:xfrm>
                <a:off x="10306353" y="75385"/>
                <a:ext cx="6300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239868" name="Ink 239867">
                <a:extLst>
                  <a:ext uri="{FF2B5EF4-FFF2-40B4-BE49-F238E27FC236}">
                    <a16:creationId xmlns:a16="http://schemas.microsoft.com/office/drawing/2014/main" id="{330FFA61-124A-4467-4196-8B4E381E7DA0}"/>
                  </a:ext>
                </a:extLst>
              </p14:cNvPr>
              <p14:cNvContentPartPr/>
              <p14:nvPr/>
            </p14:nvContentPartPr>
            <p14:xfrm>
              <a:off x="10367553" y="92305"/>
              <a:ext cx="74160" cy="115200"/>
            </p14:xfrm>
          </p:contentPart>
        </mc:Choice>
        <mc:Fallback xmlns="">
          <p:pic>
            <p:nvPicPr>
              <p:cNvPr id="239868" name="Ink 239867">
                <a:extLst>
                  <a:ext uri="{FF2B5EF4-FFF2-40B4-BE49-F238E27FC236}">
                    <a16:creationId xmlns:a16="http://schemas.microsoft.com/office/drawing/2014/main" id="{330FFA61-124A-4467-4196-8B4E381E7DA0}"/>
                  </a:ext>
                </a:extLst>
              </p:cNvPr>
              <p:cNvPicPr/>
              <p:nvPr/>
            </p:nvPicPr>
            <p:blipFill>
              <a:blip r:embed="rId70"/>
              <a:stretch>
                <a:fillRect/>
              </a:stretch>
            </p:blipFill>
            <p:spPr>
              <a:xfrm>
                <a:off x="10357113" y="81505"/>
                <a:ext cx="9540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239869" name="Ink 239868">
                <a:extLst>
                  <a:ext uri="{FF2B5EF4-FFF2-40B4-BE49-F238E27FC236}">
                    <a16:creationId xmlns:a16="http://schemas.microsoft.com/office/drawing/2014/main" id="{7DB0E380-FB85-71F3-B80A-46556AC05277}"/>
                  </a:ext>
                </a:extLst>
              </p14:cNvPr>
              <p14:cNvContentPartPr/>
              <p14:nvPr/>
            </p14:nvContentPartPr>
            <p14:xfrm>
              <a:off x="10446033" y="90145"/>
              <a:ext cx="25920" cy="110520"/>
            </p14:xfrm>
          </p:contentPart>
        </mc:Choice>
        <mc:Fallback xmlns="">
          <p:pic>
            <p:nvPicPr>
              <p:cNvPr id="239869" name="Ink 239868">
                <a:extLst>
                  <a:ext uri="{FF2B5EF4-FFF2-40B4-BE49-F238E27FC236}">
                    <a16:creationId xmlns:a16="http://schemas.microsoft.com/office/drawing/2014/main" id="{7DB0E380-FB85-71F3-B80A-46556AC05277}"/>
                  </a:ext>
                </a:extLst>
              </p:cNvPr>
              <p:cNvPicPr/>
              <p:nvPr/>
            </p:nvPicPr>
            <p:blipFill>
              <a:blip r:embed="rId72"/>
              <a:stretch>
                <a:fillRect/>
              </a:stretch>
            </p:blipFill>
            <p:spPr>
              <a:xfrm>
                <a:off x="10435593" y="79345"/>
                <a:ext cx="47160"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239870" name="Ink 239869">
                <a:extLst>
                  <a:ext uri="{FF2B5EF4-FFF2-40B4-BE49-F238E27FC236}">
                    <a16:creationId xmlns:a16="http://schemas.microsoft.com/office/drawing/2014/main" id="{15899AD2-D26D-FB73-BE13-5C981DE93F5D}"/>
                  </a:ext>
                </a:extLst>
              </p14:cNvPr>
              <p14:cNvContentPartPr/>
              <p14:nvPr/>
            </p14:nvContentPartPr>
            <p14:xfrm>
              <a:off x="10478433" y="86185"/>
              <a:ext cx="83520" cy="127440"/>
            </p14:xfrm>
          </p:contentPart>
        </mc:Choice>
        <mc:Fallback xmlns="">
          <p:pic>
            <p:nvPicPr>
              <p:cNvPr id="239870" name="Ink 239869">
                <a:extLst>
                  <a:ext uri="{FF2B5EF4-FFF2-40B4-BE49-F238E27FC236}">
                    <a16:creationId xmlns:a16="http://schemas.microsoft.com/office/drawing/2014/main" id="{15899AD2-D26D-FB73-BE13-5C981DE93F5D}"/>
                  </a:ext>
                </a:extLst>
              </p:cNvPr>
              <p:cNvPicPr/>
              <p:nvPr/>
            </p:nvPicPr>
            <p:blipFill>
              <a:blip r:embed="rId74"/>
              <a:stretch>
                <a:fillRect/>
              </a:stretch>
            </p:blipFill>
            <p:spPr>
              <a:xfrm>
                <a:off x="10467993" y="75385"/>
                <a:ext cx="104760" cy="14868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239871" name="Ink 239870">
                <a:extLst>
                  <a:ext uri="{FF2B5EF4-FFF2-40B4-BE49-F238E27FC236}">
                    <a16:creationId xmlns:a16="http://schemas.microsoft.com/office/drawing/2014/main" id="{9655E1D5-97A5-0A11-52DD-36DF69F95E42}"/>
                  </a:ext>
                </a:extLst>
              </p14:cNvPr>
              <p14:cNvContentPartPr/>
              <p14:nvPr/>
            </p14:nvContentPartPr>
            <p14:xfrm>
              <a:off x="10584633" y="73585"/>
              <a:ext cx="18720" cy="127440"/>
            </p14:xfrm>
          </p:contentPart>
        </mc:Choice>
        <mc:Fallback xmlns="">
          <p:pic>
            <p:nvPicPr>
              <p:cNvPr id="239871" name="Ink 239870">
                <a:extLst>
                  <a:ext uri="{FF2B5EF4-FFF2-40B4-BE49-F238E27FC236}">
                    <a16:creationId xmlns:a16="http://schemas.microsoft.com/office/drawing/2014/main" id="{9655E1D5-97A5-0A11-52DD-36DF69F95E42}"/>
                  </a:ext>
                </a:extLst>
              </p:cNvPr>
              <p:cNvPicPr/>
              <p:nvPr/>
            </p:nvPicPr>
            <p:blipFill>
              <a:blip r:embed="rId76"/>
              <a:stretch>
                <a:fillRect/>
              </a:stretch>
            </p:blipFill>
            <p:spPr>
              <a:xfrm>
                <a:off x="10574193" y="63145"/>
                <a:ext cx="39960" cy="14868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239872" name="Ink 239871">
                <a:extLst>
                  <a:ext uri="{FF2B5EF4-FFF2-40B4-BE49-F238E27FC236}">
                    <a16:creationId xmlns:a16="http://schemas.microsoft.com/office/drawing/2014/main" id="{4C75907A-9700-D1AE-7A2B-28A57ED0D87A}"/>
                  </a:ext>
                </a:extLst>
              </p14:cNvPr>
              <p14:cNvContentPartPr/>
              <p14:nvPr/>
            </p14:nvContentPartPr>
            <p14:xfrm>
              <a:off x="10573113" y="105985"/>
              <a:ext cx="88200" cy="37440"/>
            </p14:xfrm>
          </p:contentPart>
        </mc:Choice>
        <mc:Fallback xmlns="">
          <p:pic>
            <p:nvPicPr>
              <p:cNvPr id="239872" name="Ink 239871">
                <a:extLst>
                  <a:ext uri="{FF2B5EF4-FFF2-40B4-BE49-F238E27FC236}">
                    <a16:creationId xmlns:a16="http://schemas.microsoft.com/office/drawing/2014/main" id="{4C75907A-9700-D1AE-7A2B-28A57ED0D87A}"/>
                  </a:ext>
                </a:extLst>
              </p:cNvPr>
              <p:cNvPicPr/>
              <p:nvPr/>
            </p:nvPicPr>
            <p:blipFill>
              <a:blip r:embed="rId78"/>
              <a:stretch>
                <a:fillRect/>
              </a:stretch>
            </p:blipFill>
            <p:spPr>
              <a:xfrm>
                <a:off x="10562673" y="95545"/>
                <a:ext cx="10944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239873" name="Ink 239872">
                <a:extLst>
                  <a:ext uri="{FF2B5EF4-FFF2-40B4-BE49-F238E27FC236}">
                    <a16:creationId xmlns:a16="http://schemas.microsoft.com/office/drawing/2014/main" id="{E328D08C-C58F-08FD-1F95-8093DB02B08F}"/>
                  </a:ext>
                </a:extLst>
              </p14:cNvPr>
              <p14:cNvContentPartPr/>
              <p14:nvPr/>
            </p14:nvContentPartPr>
            <p14:xfrm>
              <a:off x="10693353" y="86905"/>
              <a:ext cx="122760" cy="93600"/>
            </p14:xfrm>
          </p:contentPart>
        </mc:Choice>
        <mc:Fallback xmlns="">
          <p:pic>
            <p:nvPicPr>
              <p:cNvPr id="239873" name="Ink 239872">
                <a:extLst>
                  <a:ext uri="{FF2B5EF4-FFF2-40B4-BE49-F238E27FC236}">
                    <a16:creationId xmlns:a16="http://schemas.microsoft.com/office/drawing/2014/main" id="{E328D08C-C58F-08FD-1F95-8093DB02B08F}"/>
                  </a:ext>
                </a:extLst>
              </p:cNvPr>
              <p:cNvPicPr/>
              <p:nvPr/>
            </p:nvPicPr>
            <p:blipFill>
              <a:blip r:embed="rId80"/>
              <a:stretch>
                <a:fillRect/>
              </a:stretch>
            </p:blipFill>
            <p:spPr>
              <a:xfrm>
                <a:off x="10682553" y="76105"/>
                <a:ext cx="144000" cy="11484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239874" name="Ink 239873">
                <a:extLst>
                  <a:ext uri="{FF2B5EF4-FFF2-40B4-BE49-F238E27FC236}">
                    <a16:creationId xmlns:a16="http://schemas.microsoft.com/office/drawing/2014/main" id="{9A077177-956F-7F69-C9F2-E042773AE5A9}"/>
                  </a:ext>
                </a:extLst>
              </p14:cNvPr>
              <p14:cNvContentPartPr/>
              <p14:nvPr/>
            </p14:nvContentPartPr>
            <p14:xfrm>
              <a:off x="10199073" y="328105"/>
              <a:ext cx="9720" cy="122040"/>
            </p14:xfrm>
          </p:contentPart>
        </mc:Choice>
        <mc:Fallback xmlns="">
          <p:pic>
            <p:nvPicPr>
              <p:cNvPr id="239874" name="Ink 239873">
                <a:extLst>
                  <a:ext uri="{FF2B5EF4-FFF2-40B4-BE49-F238E27FC236}">
                    <a16:creationId xmlns:a16="http://schemas.microsoft.com/office/drawing/2014/main" id="{9A077177-956F-7F69-C9F2-E042773AE5A9}"/>
                  </a:ext>
                </a:extLst>
              </p:cNvPr>
              <p:cNvPicPr/>
              <p:nvPr/>
            </p:nvPicPr>
            <p:blipFill>
              <a:blip r:embed="rId82"/>
              <a:stretch>
                <a:fillRect/>
              </a:stretch>
            </p:blipFill>
            <p:spPr>
              <a:xfrm>
                <a:off x="10188633" y="317665"/>
                <a:ext cx="30960" cy="14328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239875" name="Ink 239874">
                <a:extLst>
                  <a:ext uri="{FF2B5EF4-FFF2-40B4-BE49-F238E27FC236}">
                    <a16:creationId xmlns:a16="http://schemas.microsoft.com/office/drawing/2014/main" id="{78457E98-2264-53A8-29BF-B1F428C28428}"/>
                  </a:ext>
                </a:extLst>
              </p14:cNvPr>
              <p14:cNvContentPartPr/>
              <p14:nvPr/>
            </p14:nvContentPartPr>
            <p14:xfrm>
              <a:off x="10210593" y="346105"/>
              <a:ext cx="90360" cy="65160"/>
            </p14:xfrm>
          </p:contentPart>
        </mc:Choice>
        <mc:Fallback xmlns="">
          <p:pic>
            <p:nvPicPr>
              <p:cNvPr id="239875" name="Ink 239874">
                <a:extLst>
                  <a:ext uri="{FF2B5EF4-FFF2-40B4-BE49-F238E27FC236}">
                    <a16:creationId xmlns:a16="http://schemas.microsoft.com/office/drawing/2014/main" id="{78457E98-2264-53A8-29BF-B1F428C28428}"/>
                  </a:ext>
                </a:extLst>
              </p:cNvPr>
              <p:cNvPicPr/>
              <p:nvPr/>
            </p:nvPicPr>
            <p:blipFill>
              <a:blip r:embed="rId84"/>
              <a:stretch>
                <a:fillRect/>
              </a:stretch>
            </p:blipFill>
            <p:spPr>
              <a:xfrm>
                <a:off x="10200153" y="335665"/>
                <a:ext cx="111600" cy="8640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239876" name="Ink 239875">
                <a:extLst>
                  <a:ext uri="{FF2B5EF4-FFF2-40B4-BE49-F238E27FC236}">
                    <a16:creationId xmlns:a16="http://schemas.microsoft.com/office/drawing/2014/main" id="{5BE5FF84-8D0A-C53C-1440-85D7A24862A0}"/>
                  </a:ext>
                </a:extLst>
              </p14:cNvPr>
              <p14:cNvContentPartPr/>
              <p14:nvPr/>
            </p14:nvContentPartPr>
            <p14:xfrm>
              <a:off x="10295913" y="336025"/>
              <a:ext cx="67320" cy="102600"/>
            </p14:xfrm>
          </p:contentPart>
        </mc:Choice>
        <mc:Fallback xmlns="">
          <p:pic>
            <p:nvPicPr>
              <p:cNvPr id="239876" name="Ink 239875">
                <a:extLst>
                  <a:ext uri="{FF2B5EF4-FFF2-40B4-BE49-F238E27FC236}">
                    <a16:creationId xmlns:a16="http://schemas.microsoft.com/office/drawing/2014/main" id="{5BE5FF84-8D0A-C53C-1440-85D7A24862A0}"/>
                  </a:ext>
                </a:extLst>
              </p:cNvPr>
              <p:cNvPicPr/>
              <p:nvPr/>
            </p:nvPicPr>
            <p:blipFill>
              <a:blip r:embed="rId86"/>
              <a:stretch>
                <a:fillRect/>
              </a:stretch>
            </p:blipFill>
            <p:spPr>
              <a:xfrm>
                <a:off x="10285473" y="325225"/>
                <a:ext cx="88560" cy="12384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239877" name="Ink 239876">
                <a:extLst>
                  <a:ext uri="{FF2B5EF4-FFF2-40B4-BE49-F238E27FC236}">
                    <a16:creationId xmlns:a16="http://schemas.microsoft.com/office/drawing/2014/main" id="{C98413E1-2A81-E818-3A8E-7A5071CFD88E}"/>
                  </a:ext>
                </a:extLst>
              </p14:cNvPr>
              <p14:cNvContentPartPr/>
              <p14:nvPr/>
            </p14:nvContentPartPr>
            <p14:xfrm>
              <a:off x="10367553" y="337105"/>
              <a:ext cx="57960" cy="93600"/>
            </p14:xfrm>
          </p:contentPart>
        </mc:Choice>
        <mc:Fallback xmlns="">
          <p:pic>
            <p:nvPicPr>
              <p:cNvPr id="239877" name="Ink 239876">
                <a:extLst>
                  <a:ext uri="{FF2B5EF4-FFF2-40B4-BE49-F238E27FC236}">
                    <a16:creationId xmlns:a16="http://schemas.microsoft.com/office/drawing/2014/main" id="{C98413E1-2A81-E818-3A8E-7A5071CFD88E}"/>
                  </a:ext>
                </a:extLst>
              </p:cNvPr>
              <p:cNvPicPr/>
              <p:nvPr/>
            </p:nvPicPr>
            <p:blipFill>
              <a:blip r:embed="rId88"/>
              <a:stretch>
                <a:fillRect/>
              </a:stretch>
            </p:blipFill>
            <p:spPr>
              <a:xfrm>
                <a:off x="10357113" y="326305"/>
                <a:ext cx="79200" cy="11484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239878" name="Ink 239877">
                <a:extLst>
                  <a:ext uri="{FF2B5EF4-FFF2-40B4-BE49-F238E27FC236}">
                    <a16:creationId xmlns:a16="http://schemas.microsoft.com/office/drawing/2014/main" id="{F3DBC11E-F628-F64D-0753-F7D1821299CC}"/>
                  </a:ext>
                </a:extLst>
              </p14:cNvPr>
              <p14:cNvContentPartPr/>
              <p14:nvPr/>
            </p14:nvContentPartPr>
            <p14:xfrm>
              <a:off x="10429833" y="316585"/>
              <a:ext cx="111240" cy="99000"/>
            </p14:xfrm>
          </p:contentPart>
        </mc:Choice>
        <mc:Fallback xmlns="">
          <p:pic>
            <p:nvPicPr>
              <p:cNvPr id="239878" name="Ink 239877">
                <a:extLst>
                  <a:ext uri="{FF2B5EF4-FFF2-40B4-BE49-F238E27FC236}">
                    <a16:creationId xmlns:a16="http://schemas.microsoft.com/office/drawing/2014/main" id="{F3DBC11E-F628-F64D-0753-F7D1821299CC}"/>
                  </a:ext>
                </a:extLst>
              </p:cNvPr>
              <p:cNvPicPr/>
              <p:nvPr/>
            </p:nvPicPr>
            <p:blipFill>
              <a:blip r:embed="rId90"/>
              <a:stretch>
                <a:fillRect/>
              </a:stretch>
            </p:blipFill>
            <p:spPr>
              <a:xfrm>
                <a:off x="10419393" y="305785"/>
                <a:ext cx="132480" cy="12024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239879" name="Ink 239878">
                <a:extLst>
                  <a:ext uri="{FF2B5EF4-FFF2-40B4-BE49-F238E27FC236}">
                    <a16:creationId xmlns:a16="http://schemas.microsoft.com/office/drawing/2014/main" id="{5693B294-184B-C135-95BC-48472111291D}"/>
                  </a:ext>
                </a:extLst>
              </p14:cNvPr>
              <p14:cNvContentPartPr/>
              <p14:nvPr/>
            </p14:nvContentPartPr>
            <p14:xfrm>
              <a:off x="10547913" y="328105"/>
              <a:ext cx="67320" cy="98280"/>
            </p14:xfrm>
          </p:contentPart>
        </mc:Choice>
        <mc:Fallback xmlns="">
          <p:pic>
            <p:nvPicPr>
              <p:cNvPr id="239879" name="Ink 239878">
                <a:extLst>
                  <a:ext uri="{FF2B5EF4-FFF2-40B4-BE49-F238E27FC236}">
                    <a16:creationId xmlns:a16="http://schemas.microsoft.com/office/drawing/2014/main" id="{5693B294-184B-C135-95BC-48472111291D}"/>
                  </a:ext>
                </a:extLst>
              </p:cNvPr>
              <p:cNvPicPr/>
              <p:nvPr/>
            </p:nvPicPr>
            <p:blipFill>
              <a:blip r:embed="rId92"/>
              <a:stretch>
                <a:fillRect/>
              </a:stretch>
            </p:blipFill>
            <p:spPr>
              <a:xfrm>
                <a:off x="10537113" y="317305"/>
                <a:ext cx="88560" cy="11952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239880" name="Ink 239879">
                <a:extLst>
                  <a:ext uri="{FF2B5EF4-FFF2-40B4-BE49-F238E27FC236}">
                    <a16:creationId xmlns:a16="http://schemas.microsoft.com/office/drawing/2014/main" id="{03C66E9E-6786-3E29-35CE-51AAE5A7D8D3}"/>
                  </a:ext>
                </a:extLst>
              </p14:cNvPr>
              <p14:cNvContentPartPr/>
              <p14:nvPr/>
            </p14:nvContentPartPr>
            <p14:xfrm>
              <a:off x="10192233" y="503425"/>
              <a:ext cx="138960" cy="104400"/>
            </p14:xfrm>
          </p:contentPart>
        </mc:Choice>
        <mc:Fallback xmlns="">
          <p:pic>
            <p:nvPicPr>
              <p:cNvPr id="239880" name="Ink 239879">
                <a:extLst>
                  <a:ext uri="{FF2B5EF4-FFF2-40B4-BE49-F238E27FC236}">
                    <a16:creationId xmlns:a16="http://schemas.microsoft.com/office/drawing/2014/main" id="{03C66E9E-6786-3E29-35CE-51AAE5A7D8D3}"/>
                  </a:ext>
                </a:extLst>
              </p:cNvPr>
              <p:cNvPicPr/>
              <p:nvPr/>
            </p:nvPicPr>
            <p:blipFill>
              <a:blip r:embed="rId94"/>
              <a:stretch>
                <a:fillRect/>
              </a:stretch>
            </p:blipFill>
            <p:spPr>
              <a:xfrm>
                <a:off x="10181433" y="492985"/>
                <a:ext cx="160200" cy="12564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239881" name="Ink 239880">
                <a:extLst>
                  <a:ext uri="{FF2B5EF4-FFF2-40B4-BE49-F238E27FC236}">
                    <a16:creationId xmlns:a16="http://schemas.microsoft.com/office/drawing/2014/main" id="{3D6A9947-5EF5-D38A-442F-90535901B582}"/>
                  </a:ext>
                </a:extLst>
              </p14:cNvPr>
              <p14:cNvContentPartPr/>
              <p14:nvPr/>
            </p14:nvContentPartPr>
            <p14:xfrm>
              <a:off x="10339833" y="489745"/>
              <a:ext cx="85680" cy="112680"/>
            </p14:xfrm>
          </p:contentPart>
        </mc:Choice>
        <mc:Fallback xmlns="">
          <p:pic>
            <p:nvPicPr>
              <p:cNvPr id="239881" name="Ink 239880">
                <a:extLst>
                  <a:ext uri="{FF2B5EF4-FFF2-40B4-BE49-F238E27FC236}">
                    <a16:creationId xmlns:a16="http://schemas.microsoft.com/office/drawing/2014/main" id="{3D6A9947-5EF5-D38A-442F-90535901B582}"/>
                  </a:ext>
                </a:extLst>
              </p:cNvPr>
              <p:cNvPicPr/>
              <p:nvPr/>
            </p:nvPicPr>
            <p:blipFill>
              <a:blip r:embed="rId96"/>
              <a:stretch>
                <a:fillRect/>
              </a:stretch>
            </p:blipFill>
            <p:spPr>
              <a:xfrm>
                <a:off x="10329393" y="478945"/>
                <a:ext cx="106920" cy="13392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239882" name="Ink 239881">
                <a:extLst>
                  <a:ext uri="{FF2B5EF4-FFF2-40B4-BE49-F238E27FC236}">
                    <a16:creationId xmlns:a16="http://schemas.microsoft.com/office/drawing/2014/main" id="{6420C56E-79CB-59EA-28C2-3CD52CFFDCCA}"/>
                  </a:ext>
                </a:extLst>
              </p14:cNvPr>
              <p14:cNvContentPartPr/>
              <p14:nvPr/>
            </p14:nvContentPartPr>
            <p14:xfrm>
              <a:off x="10413993" y="496585"/>
              <a:ext cx="34920" cy="99360"/>
            </p14:xfrm>
          </p:contentPart>
        </mc:Choice>
        <mc:Fallback xmlns="">
          <p:pic>
            <p:nvPicPr>
              <p:cNvPr id="239882" name="Ink 239881">
                <a:extLst>
                  <a:ext uri="{FF2B5EF4-FFF2-40B4-BE49-F238E27FC236}">
                    <a16:creationId xmlns:a16="http://schemas.microsoft.com/office/drawing/2014/main" id="{6420C56E-79CB-59EA-28C2-3CD52CFFDCCA}"/>
                  </a:ext>
                </a:extLst>
              </p:cNvPr>
              <p:cNvPicPr/>
              <p:nvPr/>
            </p:nvPicPr>
            <p:blipFill>
              <a:blip r:embed="rId98"/>
              <a:stretch>
                <a:fillRect/>
              </a:stretch>
            </p:blipFill>
            <p:spPr>
              <a:xfrm>
                <a:off x="10403193" y="485785"/>
                <a:ext cx="5616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239883" name="Ink 239882">
                <a:extLst>
                  <a:ext uri="{FF2B5EF4-FFF2-40B4-BE49-F238E27FC236}">
                    <a16:creationId xmlns:a16="http://schemas.microsoft.com/office/drawing/2014/main" id="{401C603B-911D-C1A3-00AD-B9715438036A}"/>
                  </a:ext>
                </a:extLst>
              </p14:cNvPr>
              <p14:cNvContentPartPr/>
              <p14:nvPr/>
            </p14:nvContentPartPr>
            <p14:xfrm>
              <a:off x="10466913" y="498745"/>
              <a:ext cx="25200" cy="111240"/>
            </p14:xfrm>
          </p:contentPart>
        </mc:Choice>
        <mc:Fallback xmlns="">
          <p:pic>
            <p:nvPicPr>
              <p:cNvPr id="239883" name="Ink 239882">
                <a:extLst>
                  <a:ext uri="{FF2B5EF4-FFF2-40B4-BE49-F238E27FC236}">
                    <a16:creationId xmlns:a16="http://schemas.microsoft.com/office/drawing/2014/main" id="{401C603B-911D-C1A3-00AD-B9715438036A}"/>
                  </a:ext>
                </a:extLst>
              </p:cNvPr>
              <p:cNvPicPr/>
              <p:nvPr/>
            </p:nvPicPr>
            <p:blipFill>
              <a:blip r:embed="rId100"/>
              <a:stretch>
                <a:fillRect/>
              </a:stretch>
            </p:blipFill>
            <p:spPr>
              <a:xfrm>
                <a:off x="10456473" y="487945"/>
                <a:ext cx="4644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239884" name="Ink 239883">
                <a:extLst>
                  <a:ext uri="{FF2B5EF4-FFF2-40B4-BE49-F238E27FC236}">
                    <a16:creationId xmlns:a16="http://schemas.microsoft.com/office/drawing/2014/main" id="{697C4922-1D86-8C44-B686-8F7F7B40DE79}"/>
                  </a:ext>
                </a:extLst>
              </p14:cNvPr>
              <p14:cNvContentPartPr/>
              <p14:nvPr/>
            </p14:nvContentPartPr>
            <p14:xfrm>
              <a:off x="10512993" y="484705"/>
              <a:ext cx="108720" cy="138600"/>
            </p14:xfrm>
          </p:contentPart>
        </mc:Choice>
        <mc:Fallback xmlns="">
          <p:pic>
            <p:nvPicPr>
              <p:cNvPr id="239884" name="Ink 239883">
                <a:extLst>
                  <a:ext uri="{FF2B5EF4-FFF2-40B4-BE49-F238E27FC236}">
                    <a16:creationId xmlns:a16="http://schemas.microsoft.com/office/drawing/2014/main" id="{697C4922-1D86-8C44-B686-8F7F7B40DE79}"/>
                  </a:ext>
                </a:extLst>
              </p:cNvPr>
              <p:cNvPicPr/>
              <p:nvPr/>
            </p:nvPicPr>
            <p:blipFill>
              <a:blip r:embed="rId102"/>
              <a:stretch>
                <a:fillRect/>
              </a:stretch>
            </p:blipFill>
            <p:spPr>
              <a:xfrm>
                <a:off x="10502553" y="474265"/>
                <a:ext cx="129960"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239885" name="Ink 239884">
                <a:extLst>
                  <a:ext uri="{FF2B5EF4-FFF2-40B4-BE49-F238E27FC236}">
                    <a16:creationId xmlns:a16="http://schemas.microsoft.com/office/drawing/2014/main" id="{9DBB8C8B-4944-C3FD-A0AF-35DE306C59F8}"/>
                  </a:ext>
                </a:extLst>
              </p14:cNvPr>
              <p14:cNvContentPartPr/>
              <p14:nvPr/>
            </p14:nvContentPartPr>
            <p14:xfrm>
              <a:off x="10647633" y="512425"/>
              <a:ext cx="94680" cy="101520"/>
            </p14:xfrm>
          </p:contentPart>
        </mc:Choice>
        <mc:Fallback xmlns="">
          <p:pic>
            <p:nvPicPr>
              <p:cNvPr id="239885" name="Ink 239884">
                <a:extLst>
                  <a:ext uri="{FF2B5EF4-FFF2-40B4-BE49-F238E27FC236}">
                    <a16:creationId xmlns:a16="http://schemas.microsoft.com/office/drawing/2014/main" id="{9DBB8C8B-4944-C3FD-A0AF-35DE306C59F8}"/>
                  </a:ext>
                </a:extLst>
              </p:cNvPr>
              <p:cNvPicPr/>
              <p:nvPr/>
            </p:nvPicPr>
            <p:blipFill>
              <a:blip r:embed="rId104"/>
              <a:stretch>
                <a:fillRect/>
              </a:stretch>
            </p:blipFill>
            <p:spPr>
              <a:xfrm>
                <a:off x="10636833" y="501985"/>
                <a:ext cx="11592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239886" name="Ink 239885">
                <a:extLst>
                  <a:ext uri="{FF2B5EF4-FFF2-40B4-BE49-F238E27FC236}">
                    <a16:creationId xmlns:a16="http://schemas.microsoft.com/office/drawing/2014/main" id="{99FA0246-642F-3582-F94D-F3C96B55F8EC}"/>
                  </a:ext>
                </a:extLst>
              </p14:cNvPr>
              <p14:cNvContentPartPr/>
              <p14:nvPr/>
            </p14:nvContentPartPr>
            <p14:xfrm>
              <a:off x="10210953" y="674425"/>
              <a:ext cx="141120" cy="103320"/>
            </p14:xfrm>
          </p:contentPart>
        </mc:Choice>
        <mc:Fallback xmlns="">
          <p:pic>
            <p:nvPicPr>
              <p:cNvPr id="239886" name="Ink 239885">
                <a:extLst>
                  <a:ext uri="{FF2B5EF4-FFF2-40B4-BE49-F238E27FC236}">
                    <a16:creationId xmlns:a16="http://schemas.microsoft.com/office/drawing/2014/main" id="{99FA0246-642F-3582-F94D-F3C96B55F8EC}"/>
                  </a:ext>
                </a:extLst>
              </p:cNvPr>
              <p:cNvPicPr/>
              <p:nvPr/>
            </p:nvPicPr>
            <p:blipFill>
              <a:blip r:embed="rId106"/>
              <a:stretch>
                <a:fillRect/>
              </a:stretch>
            </p:blipFill>
            <p:spPr>
              <a:xfrm>
                <a:off x="10200153" y="663985"/>
                <a:ext cx="162360" cy="12456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239887" name="Ink 239886">
                <a:extLst>
                  <a:ext uri="{FF2B5EF4-FFF2-40B4-BE49-F238E27FC236}">
                    <a16:creationId xmlns:a16="http://schemas.microsoft.com/office/drawing/2014/main" id="{5A498425-3516-2FEE-1DA9-9D5B4A674F0B}"/>
                  </a:ext>
                </a:extLst>
              </p14:cNvPr>
              <p14:cNvContentPartPr/>
              <p14:nvPr/>
            </p14:nvContentPartPr>
            <p14:xfrm>
              <a:off x="10358553" y="654985"/>
              <a:ext cx="25920" cy="127800"/>
            </p14:xfrm>
          </p:contentPart>
        </mc:Choice>
        <mc:Fallback xmlns="">
          <p:pic>
            <p:nvPicPr>
              <p:cNvPr id="239887" name="Ink 239886">
                <a:extLst>
                  <a:ext uri="{FF2B5EF4-FFF2-40B4-BE49-F238E27FC236}">
                    <a16:creationId xmlns:a16="http://schemas.microsoft.com/office/drawing/2014/main" id="{5A498425-3516-2FEE-1DA9-9D5B4A674F0B}"/>
                  </a:ext>
                </a:extLst>
              </p:cNvPr>
              <p:cNvPicPr/>
              <p:nvPr/>
            </p:nvPicPr>
            <p:blipFill>
              <a:blip r:embed="rId108"/>
              <a:stretch>
                <a:fillRect/>
              </a:stretch>
            </p:blipFill>
            <p:spPr>
              <a:xfrm>
                <a:off x="10347753" y="644545"/>
                <a:ext cx="47160"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239888" name="Ink 239887">
                <a:extLst>
                  <a:ext uri="{FF2B5EF4-FFF2-40B4-BE49-F238E27FC236}">
                    <a16:creationId xmlns:a16="http://schemas.microsoft.com/office/drawing/2014/main" id="{AE6D64E9-15AB-3C8B-6316-6182FCE0DFBA}"/>
                  </a:ext>
                </a:extLst>
              </p14:cNvPr>
              <p14:cNvContentPartPr/>
              <p14:nvPr/>
            </p14:nvContentPartPr>
            <p14:xfrm>
              <a:off x="10353873" y="694945"/>
              <a:ext cx="74160" cy="39600"/>
            </p14:xfrm>
          </p:contentPart>
        </mc:Choice>
        <mc:Fallback xmlns="">
          <p:pic>
            <p:nvPicPr>
              <p:cNvPr id="239888" name="Ink 239887">
                <a:extLst>
                  <a:ext uri="{FF2B5EF4-FFF2-40B4-BE49-F238E27FC236}">
                    <a16:creationId xmlns:a16="http://schemas.microsoft.com/office/drawing/2014/main" id="{AE6D64E9-15AB-3C8B-6316-6182FCE0DFBA}"/>
                  </a:ext>
                </a:extLst>
              </p:cNvPr>
              <p:cNvPicPr/>
              <p:nvPr/>
            </p:nvPicPr>
            <p:blipFill>
              <a:blip r:embed="rId110"/>
              <a:stretch>
                <a:fillRect/>
              </a:stretch>
            </p:blipFill>
            <p:spPr>
              <a:xfrm>
                <a:off x="10343073" y="684145"/>
                <a:ext cx="9540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239889" name="Ink 239888">
                <a:extLst>
                  <a:ext uri="{FF2B5EF4-FFF2-40B4-BE49-F238E27FC236}">
                    <a16:creationId xmlns:a16="http://schemas.microsoft.com/office/drawing/2014/main" id="{9549FBF8-827E-2739-5EA2-DF2F27E26CA6}"/>
                  </a:ext>
                </a:extLst>
              </p14:cNvPr>
              <p14:cNvContentPartPr/>
              <p14:nvPr/>
            </p14:nvContentPartPr>
            <p14:xfrm>
              <a:off x="10443873" y="660385"/>
              <a:ext cx="5040" cy="122760"/>
            </p14:xfrm>
          </p:contentPart>
        </mc:Choice>
        <mc:Fallback xmlns="">
          <p:pic>
            <p:nvPicPr>
              <p:cNvPr id="239889" name="Ink 239888">
                <a:extLst>
                  <a:ext uri="{FF2B5EF4-FFF2-40B4-BE49-F238E27FC236}">
                    <a16:creationId xmlns:a16="http://schemas.microsoft.com/office/drawing/2014/main" id="{9549FBF8-827E-2739-5EA2-DF2F27E26CA6}"/>
                  </a:ext>
                </a:extLst>
              </p:cNvPr>
              <p:cNvPicPr/>
              <p:nvPr/>
            </p:nvPicPr>
            <p:blipFill>
              <a:blip r:embed="rId112"/>
              <a:stretch>
                <a:fillRect/>
              </a:stretch>
            </p:blipFill>
            <p:spPr>
              <a:xfrm>
                <a:off x="10433073" y="649585"/>
                <a:ext cx="2628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239890" name="Ink 239889">
                <a:extLst>
                  <a:ext uri="{FF2B5EF4-FFF2-40B4-BE49-F238E27FC236}">
                    <a16:creationId xmlns:a16="http://schemas.microsoft.com/office/drawing/2014/main" id="{3DFFB6FC-9A74-43E3-A1C5-B852B20302E0}"/>
                  </a:ext>
                </a:extLst>
              </p14:cNvPr>
              <p14:cNvContentPartPr/>
              <p14:nvPr/>
            </p14:nvContentPartPr>
            <p14:xfrm>
              <a:off x="10423353" y="715465"/>
              <a:ext cx="60120" cy="23400"/>
            </p14:xfrm>
          </p:contentPart>
        </mc:Choice>
        <mc:Fallback xmlns="">
          <p:pic>
            <p:nvPicPr>
              <p:cNvPr id="239890" name="Ink 239889">
                <a:extLst>
                  <a:ext uri="{FF2B5EF4-FFF2-40B4-BE49-F238E27FC236}">
                    <a16:creationId xmlns:a16="http://schemas.microsoft.com/office/drawing/2014/main" id="{3DFFB6FC-9A74-43E3-A1C5-B852B20302E0}"/>
                  </a:ext>
                </a:extLst>
              </p:cNvPr>
              <p:cNvPicPr/>
              <p:nvPr/>
            </p:nvPicPr>
            <p:blipFill>
              <a:blip r:embed="rId114"/>
              <a:stretch>
                <a:fillRect/>
              </a:stretch>
            </p:blipFill>
            <p:spPr>
              <a:xfrm>
                <a:off x="10412553" y="705025"/>
                <a:ext cx="8136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239891" name="Ink 239890">
                <a:extLst>
                  <a:ext uri="{FF2B5EF4-FFF2-40B4-BE49-F238E27FC236}">
                    <a16:creationId xmlns:a16="http://schemas.microsoft.com/office/drawing/2014/main" id="{0D4A93D3-E123-3598-3DC6-D9246BF34F93}"/>
                  </a:ext>
                </a:extLst>
              </p14:cNvPr>
              <p14:cNvContentPartPr/>
              <p14:nvPr/>
            </p14:nvContentPartPr>
            <p14:xfrm>
              <a:off x="10469073" y="696745"/>
              <a:ext cx="92880" cy="53640"/>
            </p14:xfrm>
          </p:contentPart>
        </mc:Choice>
        <mc:Fallback xmlns="">
          <p:pic>
            <p:nvPicPr>
              <p:cNvPr id="239891" name="Ink 239890">
                <a:extLst>
                  <a:ext uri="{FF2B5EF4-FFF2-40B4-BE49-F238E27FC236}">
                    <a16:creationId xmlns:a16="http://schemas.microsoft.com/office/drawing/2014/main" id="{0D4A93D3-E123-3598-3DC6-D9246BF34F93}"/>
                  </a:ext>
                </a:extLst>
              </p:cNvPr>
              <p:cNvPicPr/>
              <p:nvPr/>
            </p:nvPicPr>
            <p:blipFill>
              <a:blip r:embed="rId116"/>
              <a:stretch>
                <a:fillRect/>
              </a:stretch>
            </p:blipFill>
            <p:spPr>
              <a:xfrm>
                <a:off x="10458633" y="686305"/>
                <a:ext cx="114120" cy="7488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239892" name="Ink 239891">
                <a:extLst>
                  <a:ext uri="{FF2B5EF4-FFF2-40B4-BE49-F238E27FC236}">
                    <a16:creationId xmlns:a16="http://schemas.microsoft.com/office/drawing/2014/main" id="{85F5631F-A58A-1FFD-5CBC-768EBDCA9EB6}"/>
                  </a:ext>
                </a:extLst>
              </p14:cNvPr>
              <p14:cNvContentPartPr/>
              <p14:nvPr/>
            </p14:nvContentPartPr>
            <p14:xfrm>
              <a:off x="10547913" y="663985"/>
              <a:ext cx="72000" cy="115560"/>
            </p14:xfrm>
          </p:contentPart>
        </mc:Choice>
        <mc:Fallback xmlns="">
          <p:pic>
            <p:nvPicPr>
              <p:cNvPr id="239892" name="Ink 239891">
                <a:extLst>
                  <a:ext uri="{FF2B5EF4-FFF2-40B4-BE49-F238E27FC236}">
                    <a16:creationId xmlns:a16="http://schemas.microsoft.com/office/drawing/2014/main" id="{85F5631F-A58A-1FFD-5CBC-768EBDCA9EB6}"/>
                  </a:ext>
                </a:extLst>
              </p:cNvPr>
              <p:cNvPicPr/>
              <p:nvPr/>
            </p:nvPicPr>
            <p:blipFill>
              <a:blip r:embed="rId118"/>
              <a:stretch>
                <a:fillRect/>
              </a:stretch>
            </p:blipFill>
            <p:spPr>
              <a:xfrm>
                <a:off x="10537113" y="653185"/>
                <a:ext cx="93240" cy="13680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239893" name="Ink 239892">
                <a:extLst>
                  <a:ext uri="{FF2B5EF4-FFF2-40B4-BE49-F238E27FC236}">
                    <a16:creationId xmlns:a16="http://schemas.microsoft.com/office/drawing/2014/main" id="{8837EBDD-B41A-7014-9251-1131106A9EBC}"/>
                  </a:ext>
                </a:extLst>
              </p14:cNvPr>
              <p14:cNvContentPartPr/>
              <p14:nvPr/>
            </p14:nvContentPartPr>
            <p14:xfrm>
              <a:off x="10617033" y="667225"/>
              <a:ext cx="69480" cy="55800"/>
            </p14:xfrm>
          </p:contentPart>
        </mc:Choice>
        <mc:Fallback xmlns="">
          <p:pic>
            <p:nvPicPr>
              <p:cNvPr id="239893" name="Ink 239892">
                <a:extLst>
                  <a:ext uri="{FF2B5EF4-FFF2-40B4-BE49-F238E27FC236}">
                    <a16:creationId xmlns:a16="http://schemas.microsoft.com/office/drawing/2014/main" id="{8837EBDD-B41A-7014-9251-1131106A9EBC}"/>
                  </a:ext>
                </a:extLst>
              </p:cNvPr>
              <p:cNvPicPr/>
              <p:nvPr/>
            </p:nvPicPr>
            <p:blipFill>
              <a:blip r:embed="rId120"/>
              <a:stretch>
                <a:fillRect/>
              </a:stretch>
            </p:blipFill>
            <p:spPr>
              <a:xfrm>
                <a:off x="10606233" y="656425"/>
                <a:ext cx="90720" cy="7704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239894" name="Ink 239893">
                <a:extLst>
                  <a:ext uri="{FF2B5EF4-FFF2-40B4-BE49-F238E27FC236}">
                    <a16:creationId xmlns:a16="http://schemas.microsoft.com/office/drawing/2014/main" id="{76BC03B8-437E-A482-54F9-FC40029BBB48}"/>
                  </a:ext>
                </a:extLst>
              </p14:cNvPr>
              <p14:cNvContentPartPr/>
              <p14:nvPr/>
            </p14:nvContentPartPr>
            <p14:xfrm>
              <a:off x="10702353" y="694945"/>
              <a:ext cx="5040" cy="18720"/>
            </p14:xfrm>
          </p:contentPart>
        </mc:Choice>
        <mc:Fallback xmlns="">
          <p:pic>
            <p:nvPicPr>
              <p:cNvPr id="239894" name="Ink 239893">
                <a:extLst>
                  <a:ext uri="{FF2B5EF4-FFF2-40B4-BE49-F238E27FC236}">
                    <a16:creationId xmlns:a16="http://schemas.microsoft.com/office/drawing/2014/main" id="{76BC03B8-437E-A482-54F9-FC40029BBB48}"/>
                  </a:ext>
                </a:extLst>
              </p:cNvPr>
              <p:cNvPicPr/>
              <p:nvPr/>
            </p:nvPicPr>
            <p:blipFill>
              <a:blip r:embed="rId122"/>
              <a:stretch>
                <a:fillRect/>
              </a:stretch>
            </p:blipFill>
            <p:spPr>
              <a:xfrm>
                <a:off x="10691913" y="684145"/>
                <a:ext cx="2628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239941" name="Ink 239940">
                <a:extLst>
                  <a:ext uri="{FF2B5EF4-FFF2-40B4-BE49-F238E27FC236}">
                    <a16:creationId xmlns:a16="http://schemas.microsoft.com/office/drawing/2014/main" id="{33CBD9AE-8834-40F2-5A5C-B7F065CE1F00}"/>
                  </a:ext>
                </a:extLst>
              </p14:cNvPr>
              <p14:cNvContentPartPr/>
              <p14:nvPr/>
            </p14:nvContentPartPr>
            <p14:xfrm>
              <a:off x="2986268" y="4514040"/>
              <a:ext cx="1451160" cy="1065240"/>
            </p14:xfrm>
          </p:contentPart>
        </mc:Choice>
        <mc:Fallback xmlns="">
          <p:pic>
            <p:nvPicPr>
              <p:cNvPr id="239941" name="Ink 239940">
                <a:extLst>
                  <a:ext uri="{FF2B5EF4-FFF2-40B4-BE49-F238E27FC236}">
                    <a16:creationId xmlns:a16="http://schemas.microsoft.com/office/drawing/2014/main" id="{33CBD9AE-8834-40F2-5A5C-B7F065CE1F00}"/>
                  </a:ext>
                </a:extLst>
              </p:cNvPr>
              <p:cNvPicPr/>
              <p:nvPr/>
            </p:nvPicPr>
            <p:blipFill>
              <a:blip r:embed="rId124"/>
              <a:stretch>
                <a:fillRect/>
              </a:stretch>
            </p:blipFill>
            <p:spPr>
              <a:xfrm>
                <a:off x="2975468" y="4503600"/>
                <a:ext cx="1472400" cy="108648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239964" name="Ink 239963">
                <a:extLst>
                  <a:ext uri="{FF2B5EF4-FFF2-40B4-BE49-F238E27FC236}">
                    <a16:creationId xmlns:a16="http://schemas.microsoft.com/office/drawing/2014/main" id="{93DE4D00-94E3-CF8B-13BF-2D3EE4CBCB58}"/>
                  </a:ext>
                </a:extLst>
              </p14:cNvPr>
              <p14:cNvContentPartPr/>
              <p14:nvPr/>
            </p14:nvContentPartPr>
            <p14:xfrm>
              <a:off x="9684845" y="4495207"/>
              <a:ext cx="1146240" cy="454680"/>
            </p14:xfrm>
          </p:contentPart>
        </mc:Choice>
        <mc:Fallback xmlns="">
          <p:pic>
            <p:nvPicPr>
              <p:cNvPr id="239964" name="Ink 239963">
                <a:extLst>
                  <a:ext uri="{FF2B5EF4-FFF2-40B4-BE49-F238E27FC236}">
                    <a16:creationId xmlns:a16="http://schemas.microsoft.com/office/drawing/2014/main" id="{93DE4D00-94E3-CF8B-13BF-2D3EE4CBCB58}"/>
                  </a:ext>
                </a:extLst>
              </p:cNvPr>
              <p:cNvPicPr/>
              <p:nvPr/>
            </p:nvPicPr>
            <p:blipFill>
              <a:blip r:embed="rId126"/>
              <a:stretch>
                <a:fillRect/>
              </a:stretch>
            </p:blipFill>
            <p:spPr>
              <a:xfrm>
                <a:off x="9674045" y="4484407"/>
                <a:ext cx="1167480" cy="47592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239979" name="Ink 239978">
                <a:extLst>
                  <a:ext uri="{FF2B5EF4-FFF2-40B4-BE49-F238E27FC236}">
                    <a16:creationId xmlns:a16="http://schemas.microsoft.com/office/drawing/2014/main" id="{8DE42148-646A-2A9D-55CB-216DD143547F}"/>
                  </a:ext>
                </a:extLst>
              </p14:cNvPr>
              <p14:cNvContentPartPr/>
              <p14:nvPr/>
            </p14:nvContentPartPr>
            <p14:xfrm>
              <a:off x="10369565" y="4787887"/>
              <a:ext cx="637200" cy="394200"/>
            </p14:xfrm>
          </p:contentPart>
        </mc:Choice>
        <mc:Fallback xmlns="">
          <p:pic>
            <p:nvPicPr>
              <p:cNvPr id="239979" name="Ink 239978">
                <a:extLst>
                  <a:ext uri="{FF2B5EF4-FFF2-40B4-BE49-F238E27FC236}">
                    <a16:creationId xmlns:a16="http://schemas.microsoft.com/office/drawing/2014/main" id="{8DE42148-646A-2A9D-55CB-216DD143547F}"/>
                  </a:ext>
                </a:extLst>
              </p:cNvPr>
              <p:cNvPicPr/>
              <p:nvPr/>
            </p:nvPicPr>
            <p:blipFill>
              <a:blip r:embed="rId128"/>
              <a:stretch>
                <a:fillRect/>
              </a:stretch>
            </p:blipFill>
            <p:spPr>
              <a:xfrm>
                <a:off x="10359125" y="4777087"/>
                <a:ext cx="658440" cy="41544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239980" name="Ink 239979">
                <a:extLst>
                  <a:ext uri="{FF2B5EF4-FFF2-40B4-BE49-F238E27FC236}">
                    <a16:creationId xmlns:a16="http://schemas.microsoft.com/office/drawing/2014/main" id="{750A0991-3E0B-2DDD-BADE-7B45DBB4051D}"/>
                  </a:ext>
                </a:extLst>
              </p14:cNvPr>
              <p14:cNvContentPartPr/>
              <p14:nvPr/>
            </p14:nvContentPartPr>
            <p14:xfrm>
              <a:off x="9793565" y="5021527"/>
              <a:ext cx="461160" cy="185760"/>
            </p14:xfrm>
          </p:contentPart>
        </mc:Choice>
        <mc:Fallback xmlns="">
          <p:pic>
            <p:nvPicPr>
              <p:cNvPr id="239980" name="Ink 239979">
                <a:extLst>
                  <a:ext uri="{FF2B5EF4-FFF2-40B4-BE49-F238E27FC236}">
                    <a16:creationId xmlns:a16="http://schemas.microsoft.com/office/drawing/2014/main" id="{750A0991-3E0B-2DDD-BADE-7B45DBB4051D}"/>
                  </a:ext>
                </a:extLst>
              </p:cNvPr>
              <p:cNvPicPr/>
              <p:nvPr/>
            </p:nvPicPr>
            <p:blipFill>
              <a:blip r:embed="rId130"/>
              <a:stretch>
                <a:fillRect/>
              </a:stretch>
            </p:blipFill>
            <p:spPr>
              <a:xfrm>
                <a:off x="9783125" y="5010748"/>
                <a:ext cx="482400" cy="206959"/>
              </a:xfrm>
              <a:prstGeom prst="rect">
                <a:avLst/>
              </a:prstGeom>
            </p:spPr>
          </p:pic>
        </mc:Fallback>
      </mc:AlternateContent>
    </p:spTree>
    <p:extLst>
      <p:ext uri="{BB962C8B-B14F-4D97-AF65-F5344CB8AC3E}">
        <p14:creationId xmlns:p14="http://schemas.microsoft.com/office/powerpoint/2010/main" val="941922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CE75715-AC94-54AC-FC10-5C0EDB380367}"/>
              </a:ext>
            </a:extLst>
          </p:cNvPr>
          <p:cNvSpPr>
            <a:spLocks noGrp="1"/>
          </p:cNvSpPr>
          <p:nvPr>
            <p:ph type="body" idx="11"/>
          </p:nvPr>
        </p:nvSpPr>
        <p:spPr/>
        <p:txBody>
          <a:bodyPr/>
          <a:lstStyle/>
          <a:p>
            <a:endParaRPr lang="en-US"/>
          </a:p>
        </p:txBody>
      </p:sp>
      <p:grpSp>
        <p:nvGrpSpPr>
          <p:cNvPr id="5" name="Group 4">
            <a:extLst>
              <a:ext uri="{FF2B5EF4-FFF2-40B4-BE49-F238E27FC236}">
                <a16:creationId xmlns:a16="http://schemas.microsoft.com/office/drawing/2014/main" id="{3CA8672C-2161-AC69-DF7B-0CD2956380FD}"/>
              </a:ext>
            </a:extLst>
          </p:cNvPr>
          <p:cNvGrpSpPr/>
          <p:nvPr/>
        </p:nvGrpSpPr>
        <p:grpSpPr>
          <a:xfrm>
            <a:off x="1352465" y="2083654"/>
            <a:ext cx="9787995" cy="2499383"/>
            <a:chOff x="2482738" y="3760286"/>
            <a:chExt cx="9787995" cy="2499383"/>
          </a:xfrm>
        </p:grpSpPr>
        <p:sp>
          <p:nvSpPr>
            <p:cNvPr id="6" name="Text Box 19">
              <a:extLst>
                <a:ext uri="{FF2B5EF4-FFF2-40B4-BE49-F238E27FC236}">
                  <a16:creationId xmlns:a16="http://schemas.microsoft.com/office/drawing/2014/main" id="{0B16E89E-9D81-7563-F707-7480705892B7}"/>
                </a:ext>
              </a:extLst>
            </p:cNvPr>
            <p:cNvSpPr txBox="1">
              <a:spLocks noChangeArrowheads="1"/>
            </p:cNvSpPr>
            <p:nvPr/>
          </p:nvSpPr>
          <p:spPr bwMode="auto">
            <a:xfrm>
              <a:off x="2558938" y="5661737"/>
              <a:ext cx="990600" cy="369332"/>
            </a:xfrm>
            <a:prstGeom prst="rect">
              <a:avLst/>
            </a:prstGeom>
            <a:noFill/>
            <a:ln w="9525">
              <a:noFill/>
              <a:miter lim="800000"/>
              <a:headEnd/>
              <a:tailEnd/>
            </a:ln>
            <a:effectLst/>
          </p:spPr>
          <p:txBody>
            <a:bodyPr>
              <a:spAutoFit/>
            </a:bodyPr>
            <a:lstStyle/>
            <a:p>
              <a:pPr>
                <a:spcBef>
                  <a:spcPct val="50000"/>
                </a:spcBef>
              </a:pPr>
              <a:r>
                <a:rPr lang="en-US" dirty="0"/>
                <a:t>Bob</a:t>
              </a:r>
            </a:p>
          </p:txBody>
        </p:sp>
        <p:sp>
          <p:nvSpPr>
            <p:cNvPr id="7" name="Line 22">
              <a:extLst>
                <a:ext uri="{FF2B5EF4-FFF2-40B4-BE49-F238E27FC236}">
                  <a16:creationId xmlns:a16="http://schemas.microsoft.com/office/drawing/2014/main" id="{0326D832-099D-AB7D-1AE4-297188AC95E6}"/>
                </a:ext>
              </a:extLst>
            </p:cNvPr>
            <p:cNvSpPr>
              <a:spLocks noChangeShapeType="1"/>
            </p:cNvSpPr>
            <p:nvPr/>
          </p:nvSpPr>
          <p:spPr bwMode="auto">
            <a:xfrm>
              <a:off x="3625738" y="5204537"/>
              <a:ext cx="4038600" cy="0"/>
            </a:xfrm>
            <a:prstGeom prst="line">
              <a:avLst/>
            </a:prstGeom>
            <a:noFill/>
            <a:ln w="38100">
              <a:solidFill>
                <a:schemeClr val="tx1"/>
              </a:solidFill>
              <a:round/>
              <a:headEnd/>
              <a:tailEnd type="triangle" w="med" len="med"/>
            </a:ln>
            <a:effectLst/>
          </p:spPr>
          <p:txBody>
            <a:bodyPr/>
            <a:lstStyle/>
            <a:p>
              <a:endParaRPr lang="en-US" dirty="0"/>
            </a:p>
          </p:txBody>
        </p:sp>
        <p:sp>
          <p:nvSpPr>
            <p:cNvPr id="8" name="Text Box 24">
              <a:extLst>
                <a:ext uri="{FF2B5EF4-FFF2-40B4-BE49-F238E27FC236}">
                  <a16:creationId xmlns:a16="http://schemas.microsoft.com/office/drawing/2014/main" id="{BFA9019B-72B6-EFDF-0A42-4EABDD7FF29E}"/>
                </a:ext>
              </a:extLst>
            </p:cNvPr>
            <p:cNvSpPr txBox="1">
              <a:spLocks noChangeArrowheads="1"/>
            </p:cNvSpPr>
            <p:nvPr/>
          </p:nvSpPr>
          <p:spPr bwMode="auto">
            <a:xfrm>
              <a:off x="7892938" y="5890337"/>
              <a:ext cx="1524000" cy="369332"/>
            </a:xfrm>
            <a:prstGeom prst="rect">
              <a:avLst/>
            </a:prstGeom>
            <a:noFill/>
            <a:ln w="9525">
              <a:noFill/>
              <a:miter lim="800000"/>
              <a:headEnd/>
              <a:tailEnd/>
            </a:ln>
            <a:effectLst/>
          </p:spPr>
          <p:txBody>
            <a:bodyPr>
              <a:spAutoFit/>
            </a:bodyPr>
            <a:lstStyle/>
            <a:p>
              <a:pPr>
                <a:spcBef>
                  <a:spcPct val="50000"/>
                </a:spcBef>
              </a:pPr>
              <a:r>
                <a:rPr lang="en-US" dirty="0"/>
                <a:t>Server</a:t>
              </a:r>
            </a:p>
          </p:txBody>
        </p:sp>
        <p:pic>
          <p:nvPicPr>
            <p:cNvPr id="9" name="Picture 8">
              <a:extLst>
                <a:ext uri="{FF2B5EF4-FFF2-40B4-BE49-F238E27FC236}">
                  <a16:creationId xmlns:a16="http://schemas.microsoft.com/office/drawing/2014/main" id="{029C5DAE-ACC6-ADDA-E8BF-62DACC13C656}"/>
                </a:ext>
              </a:extLst>
            </p:cNvPr>
            <p:cNvPicPr>
              <a:picLocks noChangeAspect="1"/>
            </p:cNvPicPr>
            <p:nvPr/>
          </p:nvPicPr>
          <p:blipFill>
            <a:blip r:embed="rId2"/>
            <a:stretch>
              <a:fillRect/>
            </a:stretch>
          </p:blipFill>
          <p:spPr>
            <a:xfrm>
              <a:off x="2482738" y="4594937"/>
              <a:ext cx="914400" cy="1082842"/>
            </a:xfrm>
            <a:prstGeom prst="rect">
              <a:avLst/>
            </a:prstGeom>
          </p:spPr>
        </p:pic>
        <p:pic>
          <p:nvPicPr>
            <p:cNvPr id="10" name="Picture 9" descr="j04247901.wmf">
              <a:extLst>
                <a:ext uri="{FF2B5EF4-FFF2-40B4-BE49-F238E27FC236}">
                  <a16:creationId xmlns:a16="http://schemas.microsoft.com/office/drawing/2014/main" id="{0FD77C08-2340-5537-A7D4-0C5D54EC0A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92938" y="3918285"/>
              <a:ext cx="1714500" cy="1778000"/>
            </a:xfrm>
            <a:prstGeom prst="rect">
              <a:avLst/>
            </a:prstGeom>
          </p:spPr>
        </p:pic>
        <p:sp>
          <p:nvSpPr>
            <p:cNvPr id="12" name="AutoShape 16">
              <a:extLst>
                <a:ext uri="{FF2B5EF4-FFF2-40B4-BE49-F238E27FC236}">
                  <a16:creationId xmlns:a16="http://schemas.microsoft.com/office/drawing/2014/main" id="{9BF0B57D-99F1-1A13-228B-63DEA94849CA}"/>
                </a:ext>
              </a:extLst>
            </p:cNvPr>
            <p:cNvSpPr>
              <a:spLocks noChangeArrowheads="1"/>
            </p:cNvSpPr>
            <p:nvPr/>
          </p:nvSpPr>
          <p:spPr bwMode="auto">
            <a:xfrm>
              <a:off x="9489366" y="4212542"/>
              <a:ext cx="2781367" cy="594743"/>
            </a:xfrm>
            <a:prstGeom prst="flowChartDocument">
              <a:avLst/>
            </a:prstGeom>
            <a:solidFill>
              <a:srgbClr val="4F81BD"/>
            </a:solidFill>
            <a:ln w="9525">
              <a:solidFill>
                <a:sysClr val="windowText" lastClr="000000"/>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chemeClr val="bg1"/>
                  </a:solidFill>
                  <a:effectLst/>
                  <a:uLnTx/>
                  <a:uFillTx/>
                  <a:latin typeface="+mn-lt"/>
                </a:rPr>
                <a:t>( Bob, </a:t>
              </a:r>
              <a:r>
                <a:rPr kumimoji="0" lang="en-US" altLang="en-US" sz="1600" b="0" i="0" u="none" strike="noStrike" kern="0" cap="none" spc="0" normalizeH="0" baseline="0" noProof="0" dirty="0" err="1">
                  <a:ln>
                    <a:noFill/>
                  </a:ln>
                  <a:solidFill>
                    <a:schemeClr val="bg1"/>
                  </a:solidFill>
                  <a:effectLst/>
                  <a:uLnTx/>
                  <a:uFillTx/>
                  <a:latin typeface="+mn-lt"/>
                </a:rPr>
                <a:t>E</a:t>
              </a:r>
              <a:r>
                <a:rPr kumimoji="0" lang="en-US" altLang="en-US" sz="1600" b="0" i="0" u="none" strike="noStrike" kern="0" cap="none" spc="0" normalizeH="0" baseline="-25000" noProof="0" dirty="0" err="1">
                  <a:ln>
                    <a:noFill/>
                  </a:ln>
                  <a:solidFill>
                    <a:schemeClr val="bg1"/>
                  </a:solidFill>
                  <a:effectLst/>
                  <a:uLnTx/>
                  <a:uFillTx/>
                  <a:latin typeface="+mn-lt"/>
                </a:rPr>
                <a:t>password</a:t>
              </a:r>
              <a:r>
                <a:rPr kumimoji="0" lang="en-US" altLang="en-US" sz="1600" b="0" i="0" u="none" strike="noStrike" kern="0" cap="none" spc="0" normalizeH="0" baseline="0" noProof="0" dirty="0">
                  <a:ln>
                    <a:noFill/>
                  </a:ln>
                  <a:solidFill>
                    <a:schemeClr val="bg1"/>
                  </a:solidFill>
                  <a:effectLst/>
                  <a:uLnTx/>
                  <a:uFillTx/>
                  <a:latin typeface="+mn-lt"/>
                </a:rPr>
                <a:t>(</a:t>
              </a:r>
              <a:r>
                <a:rPr lang="en-US" altLang="en-US" sz="1600" kern="0" dirty="0">
                  <a:solidFill>
                    <a:schemeClr val="bg1"/>
                  </a:solidFill>
                  <a:latin typeface="+mn-lt"/>
                </a:rPr>
                <a:t>M)</a:t>
              </a:r>
              <a:r>
                <a:rPr lang="en-US" sz="1200" dirty="0">
                  <a:solidFill>
                    <a:schemeClr val="bg1"/>
                  </a:solidFill>
                </a:rPr>
                <a:t> </a:t>
              </a:r>
              <a:r>
                <a:rPr kumimoji="0" lang="en-US" altLang="en-US" sz="1600" b="0" i="0" u="none" strike="noStrike" kern="0" cap="none" spc="0" normalizeH="0" baseline="0" noProof="0" dirty="0">
                  <a:ln>
                    <a:noFill/>
                  </a:ln>
                  <a:solidFill>
                    <a:schemeClr val="bg1"/>
                  </a:solidFill>
                  <a:effectLst/>
                  <a:uLnTx/>
                  <a:uFillTx/>
                  <a:latin typeface="+mn-lt"/>
                </a:rPr>
                <a:t>)</a:t>
              </a:r>
            </a:p>
          </p:txBody>
        </p:sp>
        <p:sp>
          <p:nvSpPr>
            <p:cNvPr id="13" name="Text Box 18">
              <a:extLst>
                <a:ext uri="{FF2B5EF4-FFF2-40B4-BE49-F238E27FC236}">
                  <a16:creationId xmlns:a16="http://schemas.microsoft.com/office/drawing/2014/main" id="{069CB9E9-113D-58AE-88FB-8E648C71E8F5}"/>
                </a:ext>
              </a:extLst>
            </p:cNvPr>
            <p:cNvSpPr txBox="1">
              <a:spLocks noChangeArrowheads="1"/>
            </p:cNvSpPr>
            <p:nvPr/>
          </p:nvSpPr>
          <p:spPr bwMode="auto">
            <a:xfrm>
              <a:off x="9289472" y="3760286"/>
              <a:ext cx="1828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en-US" sz="1800" b="0" i="0" u="none" strike="noStrike" kern="0" cap="none" spc="0" normalizeH="0" baseline="0" noProof="0" dirty="0">
                  <a:ln>
                    <a:noFill/>
                  </a:ln>
                  <a:solidFill>
                    <a:prstClr val="black"/>
                  </a:solidFill>
                  <a:effectLst/>
                  <a:uLnTx/>
                  <a:uFillTx/>
                  <a:latin typeface="+mn-lt"/>
                </a:rPr>
                <a:t>Password file</a:t>
              </a:r>
            </a:p>
          </p:txBody>
        </p:sp>
      </p:grpSp>
      <p:sp>
        <p:nvSpPr>
          <p:cNvPr id="4" name="Text Box 19">
            <a:extLst>
              <a:ext uri="{FF2B5EF4-FFF2-40B4-BE49-F238E27FC236}">
                <a16:creationId xmlns:a16="http://schemas.microsoft.com/office/drawing/2014/main" id="{B9B0FAC8-A744-3DDE-9864-D90CC6F0BC68}"/>
              </a:ext>
            </a:extLst>
          </p:cNvPr>
          <p:cNvSpPr txBox="1">
            <a:spLocks noChangeArrowheads="1"/>
          </p:cNvSpPr>
          <p:nvPr/>
        </p:nvSpPr>
        <p:spPr bwMode="auto">
          <a:xfrm>
            <a:off x="3582065" y="3059668"/>
            <a:ext cx="2513935" cy="369332"/>
          </a:xfrm>
          <a:prstGeom prst="rect">
            <a:avLst/>
          </a:prstGeom>
          <a:noFill/>
          <a:ln w="9525">
            <a:noFill/>
            <a:miter lim="800000"/>
            <a:headEnd/>
            <a:tailEnd/>
          </a:ln>
          <a:effectLst/>
        </p:spPr>
        <p:txBody>
          <a:bodyPr wrap="square">
            <a:spAutoFit/>
          </a:bodyPr>
          <a:lstStyle/>
          <a:p>
            <a:pPr>
              <a:spcBef>
                <a:spcPct val="50000"/>
              </a:spcBef>
            </a:pPr>
            <a:r>
              <a:rPr lang="en-US" dirty="0"/>
              <a:t>Bob, password </a:t>
            </a:r>
          </a:p>
        </p:txBody>
      </p:sp>
      <p:sp>
        <p:nvSpPr>
          <p:cNvPr id="14" name="TextBox 13">
            <a:extLst>
              <a:ext uri="{FF2B5EF4-FFF2-40B4-BE49-F238E27FC236}">
                <a16:creationId xmlns:a16="http://schemas.microsoft.com/office/drawing/2014/main" id="{03508279-8D10-1E3B-6AB2-C8A15FD3B6E2}"/>
              </a:ext>
            </a:extLst>
          </p:cNvPr>
          <p:cNvSpPr txBox="1"/>
          <p:nvPr/>
        </p:nvSpPr>
        <p:spPr>
          <a:xfrm>
            <a:off x="977203" y="4953156"/>
            <a:ext cx="9794630" cy="707886"/>
          </a:xfrm>
          <a:prstGeom prst="rect">
            <a:avLst/>
          </a:prstGeom>
          <a:noFill/>
        </p:spPr>
        <p:txBody>
          <a:bodyPr wrap="square">
            <a:spAutoFit/>
          </a:bodyPr>
          <a:lstStyle/>
          <a:p>
            <a:pPr lvl="1"/>
            <a:r>
              <a:rPr lang="en-US" sz="2000" dirty="0">
                <a:latin typeface="Arial" panose="020B0604020202020204" pitchFamily="34" charset="0"/>
                <a:cs typeface="Arial" panose="020B0604020202020204" pitchFamily="34" charset="0"/>
              </a:rPr>
              <a:t>In practice, we can achieve the same effect by using a hash function, i.e., storing </a:t>
            </a:r>
            <a:r>
              <a:rPr lang="en-US" sz="2000" b="1" dirty="0">
                <a:solidFill>
                  <a:srgbClr val="1A47B6"/>
                </a:solidFill>
                <a:latin typeface="Arial" panose="020B0604020202020204" pitchFamily="34" charset="0"/>
                <a:cs typeface="Arial" panose="020B0604020202020204" pitchFamily="34" charset="0"/>
              </a:rPr>
              <a:t>H(password) </a:t>
            </a:r>
            <a:r>
              <a:rPr lang="en-US" sz="2000" dirty="0">
                <a:latin typeface="Arial" panose="020B0604020202020204" pitchFamily="34" charset="0"/>
                <a:cs typeface="Arial" panose="020B0604020202020204" pitchFamily="34" charset="0"/>
              </a:rPr>
              <a:t>on the server side, instead of using encryption.</a:t>
            </a:r>
          </a:p>
        </p:txBody>
      </p:sp>
      <p:sp>
        <p:nvSpPr>
          <p:cNvPr id="17" name="Title 4">
            <a:extLst>
              <a:ext uri="{FF2B5EF4-FFF2-40B4-BE49-F238E27FC236}">
                <a16:creationId xmlns:a16="http://schemas.microsoft.com/office/drawing/2014/main" id="{17CC7D89-5CF3-C0B9-3BC3-53D7A114B593}"/>
              </a:ext>
            </a:extLst>
          </p:cNvPr>
          <p:cNvSpPr>
            <a:spLocks noGrp="1"/>
          </p:cNvSpPr>
          <p:nvPr>
            <p:ph type="title"/>
          </p:nvPr>
        </p:nvSpPr>
        <p:spPr>
          <a:xfrm>
            <a:off x="512763" y="311150"/>
            <a:ext cx="10841037" cy="584200"/>
          </a:xfrm>
        </p:spPr>
        <p:txBody>
          <a:bodyPr/>
          <a:lstStyle/>
          <a:p>
            <a:r>
              <a:rPr lang="en-US" dirty="0"/>
              <a:t>Weak Authentication</a:t>
            </a:r>
          </a:p>
        </p:txBody>
      </p:sp>
      <mc:AlternateContent xmlns:mc="http://schemas.openxmlformats.org/markup-compatibility/2006" xmlns:p14="http://schemas.microsoft.com/office/powerpoint/2010/main">
        <mc:Choice Requires="p14">
          <p:contentPart p14:bwMode="auto" r:id="rId4">
            <p14:nvContentPartPr>
              <p14:cNvPr id="39" name="Ink 38">
                <a:extLst>
                  <a:ext uri="{FF2B5EF4-FFF2-40B4-BE49-F238E27FC236}">
                    <a16:creationId xmlns:a16="http://schemas.microsoft.com/office/drawing/2014/main" id="{C746852D-C91A-C4EE-4B19-B1E9AC545DED}"/>
                  </a:ext>
                </a:extLst>
              </p14:cNvPr>
              <p14:cNvContentPartPr/>
              <p14:nvPr/>
            </p14:nvContentPartPr>
            <p14:xfrm>
              <a:off x="9258140" y="3004961"/>
              <a:ext cx="745560" cy="1557000"/>
            </p14:xfrm>
          </p:contentPart>
        </mc:Choice>
        <mc:Fallback xmlns="">
          <p:pic>
            <p:nvPicPr>
              <p:cNvPr id="39" name="Ink 38">
                <a:extLst>
                  <a:ext uri="{FF2B5EF4-FFF2-40B4-BE49-F238E27FC236}">
                    <a16:creationId xmlns:a16="http://schemas.microsoft.com/office/drawing/2014/main" id="{C746852D-C91A-C4EE-4B19-B1E9AC545DED}"/>
                  </a:ext>
                </a:extLst>
              </p:cNvPr>
              <p:cNvPicPr/>
              <p:nvPr/>
            </p:nvPicPr>
            <p:blipFill>
              <a:blip r:embed="rId5"/>
              <a:stretch>
                <a:fillRect/>
              </a:stretch>
            </p:blipFill>
            <p:spPr>
              <a:xfrm>
                <a:off x="9247700" y="2994521"/>
                <a:ext cx="766800" cy="15782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0" name="Ink 49">
                <a:extLst>
                  <a:ext uri="{FF2B5EF4-FFF2-40B4-BE49-F238E27FC236}">
                    <a16:creationId xmlns:a16="http://schemas.microsoft.com/office/drawing/2014/main" id="{FA480AEC-05F7-11C6-4E37-A2670C885698}"/>
                  </a:ext>
                </a:extLst>
              </p14:cNvPr>
              <p14:cNvContentPartPr/>
              <p14:nvPr/>
            </p14:nvContentPartPr>
            <p14:xfrm>
              <a:off x="9494851" y="1149560"/>
              <a:ext cx="880200" cy="248760"/>
            </p14:xfrm>
          </p:contentPart>
        </mc:Choice>
        <mc:Fallback xmlns="">
          <p:pic>
            <p:nvPicPr>
              <p:cNvPr id="50" name="Ink 49">
                <a:extLst>
                  <a:ext uri="{FF2B5EF4-FFF2-40B4-BE49-F238E27FC236}">
                    <a16:creationId xmlns:a16="http://schemas.microsoft.com/office/drawing/2014/main" id="{FA480AEC-05F7-11C6-4E37-A2670C885698}"/>
                  </a:ext>
                </a:extLst>
              </p:cNvPr>
              <p:cNvPicPr/>
              <p:nvPr/>
            </p:nvPicPr>
            <p:blipFill>
              <a:blip r:embed="rId7"/>
              <a:stretch>
                <a:fillRect/>
              </a:stretch>
            </p:blipFill>
            <p:spPr>
              <a:xfrm>
                <a:off x="9484411" y="1139105"/>
                <a:ext cx="901440" cy="270031"/>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1" name="Ink 50">
                <a:extLst>
                  <a:ext uri="{FF2B5EF4-FFF2-40B4-BE49-F238E27FC236}">
                    <a16:creationId xmlns:a16="http://schemas.microsoft.com/office/drawing/2014/main" id="{254F6B89-7A8B-48B7-EAC5-858A5E46E286}"/>
                  </a:ext>
                </a:extLst>
              </p14:cNvPr>
              <p14:cNvContentPartPr/>
              <p14:nvPr/>
            </p14:nvContentPartPr>
            <p14:xfrm>
              <a:off x="9656131" y="1859120"/>
              <a:ext cx="186120" cy="579600"/>
            </p14:xfrm>
          </p:contentPart>
        </mc:Choice>
        <mc:Fallback xmlns="">
          <p:pic>
            <p:nvPicPr>
              <p:cNvPr id="51" name="Ink 50">
                <a:extLst>
                  <a:ext uri="{FF2B5EF4-FFF2-40B4-BE49-F238E27FC236}">
                    <a16:creationId xmlns:a16="http://schemas.microsoft.com/office/drawing/2014/main" id="{254F6B89-7A8B-48B7-EAC5-858A5E46E286}"/>
                  </a:ext>
                </a:extLst>
              </p:cNvPr>
              <p:cNvPicPr/>
              <p:nvPr/>
            </p:nvPicPr>
            <p:blipFill>
              <a:blip r:embed="rId9"/>
              <a:stretch>
                <a:fillRect/>
              </a:stretch>
            </p:blipFill>
            <p:spPr>
              <a:xfrm>
                <a:off x="9645691" y="1848320"/>
                <a:ext cx="207360" cy="6008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5" name="Ink 64">
                <a:extLst>
                  <a:ext uri="{FF2B5EF4-FFF2-40B4-BE49-F238E27FC236}">
                    <a16:creationId xmlns:a16="http://schemas.microsoft.com/office/drawing/2014/main" id="{3784760E-FA08-6974-0DF0-DB7B3EB238CE}"/>
                  </a:ext>
                </a:extLst>
              </p14:cNvPr>
              <p14:cNvContentPartPr/>
              <p14:nvPr/>
            </p14:nvContentPartPr>
            <p14:xfrm>
              <a:off x="9934771" y="1484720"/>
              <a:ext cx="147960" cy="152280"/>
            </p14:xfrm>
          </p:contentPart>
        </mc:Choice>
        <mc:Fallback xmlns="">
          <p:pic>
            <p:nvPicPr>
              <p:cNvPr id="65" name="Ink 64">
                <a:extLst>
                  <a:ext uri="{FF2B5EF4-FFF2-40B4-BE49-F238E27FC236}">
                    <a16:creationId xmlns:a16="http://schemas.microsoft.com/office/drawing/2014/main" id="{3784760E-FA08-6974-0DF0-DB7B3EB238CE}"/>
                  </a:ext>
                </a:extLst>
              </p:cNvPr>
              <p:cNvPicPr/>
              <p:nvPr/>
            </p:nvPicPr>
            <p:blipFill>
              <a:blip r:embed="rId11"/>
              <a:stretch>
                <a:fillRect/>
              </a:stretch>
            </p:blipFill>
            <p:spPr>
              <a:xfrm>
                <a:off x="9923997" y="1474280"/>
                <a:ext cx="169148" cy="1735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66" name="Ink 65">
                <a:extLst>
                  <a:ext uri="{FF2B5EF4-FFF2-40B4-BE49-F238E27FC236}">
                    <a16:creationId xmlns:a16="http://schemas.microsoft.com/office/drawing/2014/main" id="{D943628C-4606-F61E-A277-A11D765FD6EF}"/>
                  </a:ext>
                </a:extLst>
              </p14:cNvPr>
              <p14:cNvContentPartPr/>
              <p14:nvPr/>
            </p14:nvContentPartPr>
            <p14:xfrm>
              <a:off x="9425731" y="1504160"/>
              <a:ext cx="344520" cy="199800"/>
            </p14:xfrm>
          </p:contentPart>
        </mc:Choice>
        <mc:Fallback xmlns="">
          <p:pic>
            <p:nvPicPr>
              <p:cNvPr id="66" name="Ink 65">
                <a:extLst>
                  <a:ext uri="{FF2B5EF4-FFF2-40B4-BE49-F238E27FC236}">
                    <a16:creationId xmlns:a16="http://schemas.microsoft.com/office/drawing/2014/main" id="{D943628C-4606-F61E-A277-A11D765FD6EF}"/>
                  </a:ext>
                </a:extLst>
              </p:cNvPr>
              <p:cNvPicPr/>
              <p:nvPr/>
            </p:nvPicPr>
            <p:blipFill>
              <a:blip r:embed="rId13"/>
              <a:stretch>
                <a:fillRect/>
              </a:stretch>
            </p:blipFill>
            <p:spPr>
              <a:xfrm>
                <a:off x="9415291" y="1493360"/>
                <a:ext cx="365760" cy="2210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71" name="Ink 70">
                <a:extLst>
                  <a:ext uri="{FF2B5EF4-FFF2-40B4-BE49-F238E27FC236}">
                    <a16:creationId xmlns:a16="http://schemas.microsoft.com/office/drawing/2014/main" id="{0BA695BC-3DA6-C7F0-E19F-F7304C64ADEA}"/>
                  </a:ext>
                </a:extLst>
              </p14:cNvPr>
              <p14:cNvContentPartPr/>
              <p14:nvPr/>
            </p14:nvContentPartPr>
            <p14:xfrm>
              <a:off x="10240051" y="1457720"/>
              <a:ext cx="287640" cy="152640"/>
            </p14:xfrm>
          </p:contentPart>
        </mc:Choice>
        <mc:Fallback xmlns="">
          <p:pic>
            <p:nvPicPr>
              <p:cNvPr id="71" name="Ink 70">
                <a:extLst>
                  <a:ext uri="{FF2B5EF4-FFF2-40B4-BE49-F238E27FC236}">
                    <a16:creationId xmlns:a16="http://schemas.microsoft.com/office/drawing/2014/main" id="{0BA695BC-3DA6-C7F0-E19F-F7304C64ADEA}"/>
                  </a:ext>
                </a:extLst>
              </p:cNvPr>
              <p:cNvPicPr/>
              <p:nvPr/>
            </p:nvPicPr>
            <p:blipFill>
              <a:blip r:embed="rId15"/>
              <a:stretch>
                <a:fillRect/>
              </a:stretch>
            </p:blipFill>
            <p:spPr>
              <a:xfrm>
                <a:off x="10229251" y="1446920"/>
                <a:ext cx="308880" cy="1738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96" name="Ink 95">
                <a:extLst>
                  <a:ext uri="{FF2B5EF4-FFF2-40B4-BE49-F238E27FC236}">
                    <a16:creationId xmlns:a16="http://schemas.microsoft.com/office/drawing/2014/main" id="{EE197CB2-78ED-2A23-3F34-1F4047567BB1}"/>
                  </a:ext>
                </a:extLst>
              </p14:cNvPr>
              <p14:cNvContentPartPr/>
              <p14:nvPr/>
            </p14:nvContentPartPr>
            <p14:xfrm>
              <a:off x="1841306" y="755066"/>
              <a:ext cx="621360" cy="1398240"/>
            </p14:xfrm>
          </p:contentPart>
        </mc:Choice>
        <mc:Fallback xmlns="">
          <p:pic>
            <p:nvPicPr>
              <p:cNvPr id="96" name="Ink 95">
                <a:extLst>
                  <a:ext uri="{FF2B5EF4-FFF2-40B4-BE49-F238E27FC236}">
                    <a16:creationId xmlns:a16="http://schemas.microsoft.com/office/drawing/2014/main" id="{EE197CB2-78ED-2A23-3F34-1F4047567BB1}"/>
                  </a:ext>
                </a:extLst>
              </p:cNvPr>
              <p:cNvPicPr/>
              <p:nvPr/>
            </p:nvPicPr>
            <p:blipFill>
              <a:blip r:embed="rId17"/>
              <a:stretch>
                <a:fillRect/>
              </a:stretch>
            </p:blipFill>
            <p:spPr>
              <a:xfrm>
                <a:off x="1830506" y="744269"/>
                <a:ext cx="642600" cy="1419475"/>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04" name="Ink 103">
                <a:extLst>
                  <a:ext uri="{FF2B5EF4-FFF2-40B4-BE49-F238E27FC236}">
                    <a16:creationId xmlns:a16="http://schemas.microsoft.com/office/drawing/2014/main" id="{071E5012-67FE-F94D-747E-DD5736EF57DF}"/>
                  </a:ext>
                </a:extLst>
              </p14:cNvPr>
              <p14:cNvContentPartPr/>
              <p14:nvPr/>
            </p14:nvContentPartPr>
            <p14:xfrm>
              <a:off x="6167470" y="397270"/>
              <a:ext cx="582480" cy="296640"/>
            </p14:xfrm>
          </p:contentPart>
        </mc:Choice>
        <mc:Fallback xmlns="">
          <p:pic>
            <p:nvPicPr>
              <p:cNvPr id="104" name="Ink 103">
                <a:extLst>
                  <a:ext uri="{FF2B5EF4-FFF2-40B4-BE49-F238E27FC236}">
                    <a16:creationId xmlns:a16="http://schemas.microsoft.com/office/drawing/2014/main" id="{071E5012-67FE-F94D-747E-DD5736EF57DF}"/>
                  </a:ext>
                </a:extLst>
              </p:cNvPr>
              <p:cNvPicPr/>
              <p:nvPr/>
            </p:nvPicPr>
            <p:blipFill>
              <a:blip r:embed="rId19"/>
              <a:stretch>
                <a:fillRect/>
              </a:stretch>
            </p:blipFill>
            <p:spPr>
              <a:xfrm>
                <a:off x="6157030" y="386483"/>
                <a:ext cx="603720" cy="317854"/>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3" name="Ink 122">
                <a:extLst>
                  <a:ext uri="{FF2B5EF4-FFF2-40B4-BE49-F238E27FC236}">
                    <a16:creationId xmlns:a16="http://schemas.microsoft.com/office/drawing/2014/main" id="{E19BA707-E410-DAA4-5CA3-E9C768B67B8C}"/>
                  </a:ext>
                </a:extLst>
              </p14:cNvPr>
              <p14:cNvContentPartPr/>
              <p14:nvPr/>
            </p14:nvContentPartPr>
            <p14:xfrm>
              <a:off x="6376990" y="795070"/>
              <a:ext cx="975960" cy="286920"/>
            </p14:xfrm>
          </p:contentPart>
        </mc:Choice>
        <mc:Fallback xmlns="">
          <p:pic>
            <p:nvPicPr>
              <p:cNvPr id="123" name="Ink 122">
                <a:extLst>
                  <a:ext uri="{FF2B5EF4-FFF2-40B4-BE49-F238E27FC236}">
                    <a16:creationId xmlns:a16="http://schemas.microsoft.com/office/drawing/2014/main" id="{E19BA707-E410-DAA4-5CA3-E9C768B67B8C}"/>
                  </a:ext>
                </a:extLst>
              </p:cNvPr>
              <p:cNvPicPr/>
              <p:nvPr/>
            </p:nvPicPr>
            <p:blipFill>
              <a:blip r:embed="rId21"/>
              <a:stretch>
                <a:fillRect/>
              </a:stretch>
            </p:blipFill>
            <p:spPr>
              <a:xfrm>
                <a:off x="6366194" y="784630"/>
                <a:ext cx="997192" cy="3081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24" name="Ink 123">
                <a:extLst>
                  <a:ext uri="{FF2B5EF4-FFF2-40B4-BE49-F238E27FC236}">
                    <a16:creationId xmlns:a16="http://schemas.microsoft.com/office/drawing/2014/main" id="{7F52773B-FDE0-861B-EC24-719393048937}"/>
                  </a:ext>
                </a:extLst>
              </p14:cNvPr>
              <p14:cNvContentPartPr/>
              <p14:nvPr/>
            </p14:nvContentPartPr>
            <p14:xfrm>
              <a:off x="7420990" y="358390"/>
              <a:ext cx="739440" cy="290880"/>
            </p14:xfrm>
          </p:contentPart>
        </mc:Choice>
        <mc:Fallback xmlns="">
          <p:pic>
            <p:nvPicPr>
              <p:cNvPr id="124" name="Ink 123">
                <a:extLst>
                  <a:ext uri="{FF2B5EF4-FFF2-40B4-BE49-F238E27FC236}">
                    <a16:creationId xmlns:a16="http://schemas.microsoft.com/office/drawing/2014/main" id="{7F52773B-FDE0-861B-EC24-719393048937}"/>
                  </a:ext>
                </a:extLst>
              </p:cNvPr>
              <p:cNvPicPr/>
              <p:nvPr/>
            </p:nvPicPr>
            <p:blipFill>
              <a:blip r:embed="rId23"/>
              <a:stretch>
                <a:fillRect/>
              </a:stretch>
            </p:blipFill>
            <p:spPr>
              <a:xfrm>
                <a:off x="7410190" y="347603"/>
                <a:ext cx="760680" cy="312094"/>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25" name="Ink 124">
                <a:extLst>
                  <a:ext uri="{FF2B5EF4-FFF2-40B4-BE49-F238E27FC236}">
                    <a16:creationId xmlns:a16="http://schemas.microsoft.com/office/drawing/2014/main" id="{AF9B044B-C362-6A67-7FDB-FA02A7803759}"/>
                  </a:ext>
                </a:extLst>
              </p14:cNvPr>
              <p14:cNvContentPartPr/>
              <p14:nvPr/>
            </p14:nvContentPartPr>
            <p14:xfrm>
              <a:off x="6877390" y="383590"/>
              <a:ext cx="365760" cy="265320"/>
            </p14:xfrm>
          </p:contentPart>
        </mc:Choice>
        <mc:Fallback xmlns="">
          <p:pic>
            <p:nvPicPr>
              <p:cNvPr id="125" name="Ink 124">
                <a:extLst>
                  <a:ext uri="{FF2B5EF4-FFF2-40B4-BE49-F238E27FC236}">
                    <a16:creationId xmlns:a16="http://schemas.microsoft.com/office/drawing/2014/main" id="{AF9B044B-C362-6A67-7FDB-FA02A7803759}"/>
                  </a:ext>
                </a:extLst>
              </p:cNvPr>
              <p:cNvPicPr/>
              <p:nvPr/>
            </p:nvPicPr>
            <p:blipFill>
              <a:blip r:embed="rId25"/>
              <a:stretch>
                <a:fillRect/>
              </a:stretch>
            </p:blipFill>
            <p:spPr>
              <a:xfrm>
                <a:off x="6866590" y="372790"/>
                <a:ext cx="387000" cy="2865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49" name="Ink 148">
                <a:extLst>
                  <a:ext uri="{FF2B5EF4-FFF2-40B4-BE49-F238E27FC236}">
                    <a16:creationId xmlns:a16="http://schemas.microsoft.com/office/drawing/2014/main" id="{FD3B62F5-ED7E-3AAA-DFBE-96A5CBD129FC}"/>
                  </a:ext>
                </a:extLst>
              </p14:cNvPr>
              <p14:cNvContentPartPr/>
              <p14:nvPr/>
            </p14:nvContentPartPr>
            <p14:xfrm>
              <a:off x="3167713" y="1169368"/>
              <a:ext cx="1254960" cy="921240"/>
            </p14:xfrm>
          </p:contentPart>
        </mc:Choice>
        <mc:Fallback xmlns="">
          <p:pic>
            <p:nvPicPr>
              <p:cNvPr id="149" name="Ink 148">
                <a:extLst>
                  <a:ext uri="{FF2B5EF4-FFF2-40B4-BE49-F238E27FC236}">
                    <a16:creationId xmlns:a16="http://schemas.microsoft.com/office/drawing/2014/main" id="{FD3B62F5-ED7E-3AAA-DFBE-96A5CBD129FC}"/>
                  </a:ext>
                </a:extLst>
              </p:cNvPr>
              <p:cNvPicPr/>
              <p:nvPr/>
            </p:nvPicPr>
            <p:blipFill>
              <a:blip r:embed="rId27"/>
              <a:stretch>
                <a:fillRect/>
              </a:stretch>
            </p:blipFill>
            <p:spPr>
              <a:xfrm>
                <a:off x="3156913" y="1158568"/>
                <a:ext cx="1276200" cy="9424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70" name="Ink 169">
                <a:extLst>
                  <a:ext uri="{FF2B5EF4-FFF2-40B4-BE49-F238E27FC236}">
                    <a16:creationId xmlns:a16="http://schemas.microsoft.com/office/drawing/2014/main" id="{50DFF927-F87F-1E3C-E85A-121B4FC5E780}"/>
                  </a:ext>
                </a:extLst>
              </p14:cNvPr>
              <p14:cNvContentPartPr/>
              <p14:nvPr/>
            </p14:nvContentPartPr>
            <p14:xfrm>
              <a:off x="3204073" y="1785688"/>
              <a:ext cx="1225800" cy="636120"/>
            </p14:xfrm>
          </p:contentPart>
        </mc:Choice>
        <mc:Fallback xmlns="">
          <p:pic>
            <p:nvPicPr>
              <p:cNvPr id="170" name="Ink 169">
                <a:extLst>
                  <a:ext uri="{FF2B5EF4-FFF2-40B4-BE49-F238E27FC236}">
                    <a16:creationId xmlns:a16="http://schemas.microsoft.com/office/drawing/2014/main" id="{50DFF927-F87F-1E3C-E85A-121B4FC5E780}"/>
                  </a:ext>
                </a:extLst>
              </p:cNvPr>
              <p:cNvPicPr/>
              <p:nvPr/>
            </p:nvPicPr>
            <p:blipFill>
              <a:blip r:embed="rId29"/>
              <a:stretch>
                <a:fillRect/>
              </a:stretch>
            </p:blipFill>
            <p:spPr>
              <a:xfrm>
                <a:off x="3193276" y="1774888"/>
                <a:ext cx="1247034" cy="6573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88" name="Ink 187">
                <a:extLst>
                  <a:ext uri="{FF2B5EF4-FFF2-40B4-BE49-F238E27FC236}">
                    <a16:creationId xmlns:a16="http://schemas.microsoft.com/office/drawing/2014/main" id="{843E068A-B100-BA84-688B-5899A134E6CC}"/>
                  </a:ext>
                </a:extLst>
              </p14:cNvPr>
              <p14:cNvContentPartPr/>
              <p14:nvPr/>
            </p14:nvContentPartPr>
            <p14:xfrm>
              <a:off x="3244033" y="2381848"/>
              <a:ext cx="1221840" cy="700920"/>
            </p14:xfrm>
          </p:contentPart>
        </mc:Choice>
        <mc:Fallback xmlns="">
          <p:pic>
            <p:nvPicPr>
              <p:cNvPr id="188" name="Ink 187">
                <a:extLst>
                  <a:ext uri="{FF2B5EF4-FFF2-40B4-BE49-F238E27FC236}">
                    <a16:creationId xmlns:a16="http://schemas.microsoft.com/office/drawing/2014/main" id="{843E068A-B100-BA84-688B-5899A134E6CC}"/>
                  </a:ext>
                </a:extLst>
              </p:cNvPr>
              <p:cNvPicPr/>
              <p:nvPr/>
            </p:nvPicPr>
            <p:blipFill>
              <a:blip r:embed="rId31"/>
              <a:stretch>
                <a:fillRect/>
              </a:stretch>
            </p:blipFill>
            <p:spPr>
              <a:xfrm>
                <a:off x="3233233" y="2371408"/>
                <a:ext cx="1243080" cy="722160"/>
              </a:xfrm>
              <a:prstGeom prst="rect">
                <a:avLst/>
              </a:prstGeom>
            </p:spPr>
          </p:pic>
        </mc:Fallback>
      </mc:AlternateContent>
    </p:spTree>
    <p:extLst>
      <p:ext uri="{BB962C8B-B14F-4D97-AF65-F5344CB8AC3E}">
        <p14:creationId xmlns:p14="http://schemas.microsoft.com/office/powerpoint/2010/main" val="2735640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p:cNvSpPr>
            <a:spLocks noGrp="1" noChangeArrowheads="1"/>
          </p:cNvSpPr>
          <p:nvPr>
            <p:ph type="title"/>
          </p:nvPr>
        </p:nvSpPr>
        <p:spPr/>
        <p:txBody>
          <a:bodyPr>
            <a:normAutofit fontScale="90000"/>
          </a:bodyPr>
          <a:lstStyle/>
          <a:p>
            <a:r>
              <a:rPr lang="en-US" sz="4000" dirty="0"/>
              <a:t>Attack on passwords</a:t>
            </a:r>
          </a:p>
        </p:txBody>
      </p:sp>
      <p:sp>
        <p:nvSpPr>
          <p:cNvPr id="3" name="Text Placeholder 2">
            <a:extLst>
              <a:ext uri="{FF2B5EF4-FFF2-40B4-BE49-F238E27FC236}">
                <a16:creationId xmlns:a16="http://schemas.microsoft.com/office/drawing/2014/main" id="{F77A4600-D2D5-1D47-9441-D9916AF726AF}"/>
              </a:ext>
            </a:extLst>
          </p:cNvPr>
          <p:cNvSpPr>
            <a:spLocks noGrp="1"/>
          </p:cNvSpPr>
          <p:nvPr>
            <p:ph type="body" idx="11"/>
          </p:nvPr>
        </p:nvSpPr>
        <p:spPr/>
        <p:txBody>
          <a:bodyPr/>
          <a:lstStyle/>
          <a:p>
            <a:endParaRPr lang="en-US"/>
          </a:p>
        </p:txBody>
      </p:sp>
      <p:sp>
        <p:nvSpPr>
          <p:cNvPr id="9" name="Content Placeholder 8"/>
          <p:cNvSpPr>
            <a:spLocks noGrp="1"/>
          </p:cNvSpPr>
          <p:nvPr>
            <p:ph idx="1"/>
          </p:nvPr>
        </p:nvSpPr>
        <p:spPr/>
        <p:txBody>
          <a:bodyPr/>
          <a:lstStyle/>
          <a:p>
            <a:r>
              <a:rPr lang="en-US" dirty="0"/>
              <a:t>Based on whether to involve the authentication Sever</a:t>
            </a:r>
          </a:p>
          <a:p>
            <a:pPr lvl="1"/>
            <a:r>
              <a:rPr lang="en-US" dirty="0"/>
              <a:t>On-line attack: Server is involved during attacks.</a:t>
            </a:r>
          </a:p>
          <a:p>
            <a:pPr lvl="1"/>
            <a:r>
              <a:rPr lang="en-US" dirty="0"/>
              <a:t>Off-line attack: Server is not involved during attacks</a:t>
            </a:r>
          </a:p>
          <a:p>
            <a:endParaRPr lang="en-US" dirty="0"/>
          </a:p>
          <a:p>
            <a:r>
              <a:rPr lang="en-US" dirty="0"/>
              <a:t>Based on how to guess</a:t>
            </a:r>
          </a:p>
          <a:p>
            <a:pPr lvl="1"/>
            <a:r>
              <a:rPr lang="en-US" dirty="0"/>
              <a:t>Brute-force attack: guess randomly </a:t>
            </a:r>
          </a:p>
          <a:p>
            <a:pPr lvl="1"/>
            <a:r>
              <a:rPr lang="en-US" dirty="0"/>
              <a:t>Dictionary attack: guess from a dictionary</a:t>
            </a:r>
          </a:p>
          <a:p>
            <a:pPr lvl="1"/>
            <a:endParaRPr lang="en-US" dirty="0"/>
          </a:p>
        </p:txBody>
      </p:sp>
      <mc:AlternateContent xmlns:mc="http://schemas.openxmlformats.org/markup-compatibility/2006" xmlns:p14="http://schemas.microsoft.com/office/powerpoint/2010/main">
        <mc:Choice Requires="p14">
          <p:contentPart p14:bwMode="auto" r:id="rId2">
            <p14:nvContentPartPr>
              <p14:cNvPr id="40" name="Ink 39">
                <a:extLst>
                  <a:ext uri="{FF2B5EF4-FFF2-40B4-BE49-F238E27FC236}">
                    <a16:creationId xmlns:a16="http://schemas.microsoft.com/office/drawing/2014/main" id="{D10F7201-325A-946B-73F3-2816F4D11E2E}"/>
                  </a:ext>
                </a:extLst>
              </p14:cNvPr>
              <p14:cNvContentPartPr/>
              <p14:nvPr/>
            </p14:nvContentPartPr>
            <p14:xfrm>
              <a:off x="8100087" y="975744"/>
              <a:ext cx="1243080" cy="527760"/>
            </p14:xfrm>
          </p:contentPart>
        </mc:Choice>
        <mc:Fallback xmlns="">
          <p:pic>
            <p:nvPicPr>
              <p:cNvPr id="40" name="Ink 39">
                <a:extLst>
                  <a:ext uri="{FF2B5EF4-FFF2-40B4-BE49-F238E27FC236}">
                    <a16:creationId xmlns:a16="http://schemas.microsoft.com/office/drawing/2014/main" id="{D10F7201-325A-946B-73F3-2816F4D11E2E}"/>
                  </a:ext>
                </a:extLst>
              </p:cNvPr>
              <p:cNvPicPr/>
              <p:nvPr/>
            </p:nvPicPr>
            <p:blipFill>
              <a:blip r:embed="rId3"/>
              <a:stretch>
                <a:fillRect/>
              </a:stretch>
            </p:blipFill>
            <p:spPr>
              <a:xfrm>
                <a:off x="8089287" y="964944"/>
                <a:ext cx="1264320" cy="549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1" name="Ink 40">
                <a:extLst>
                  <a:ext uri="{FF2B5EF4-FFF2-40B4-BE49-F238E27FC236}">
                    <a16:creationId xmlns:a16="http://schemas.microsoft.com/office/drawing/2014/main" id="{6BA5CBB6-F2B4-3468-68B0-C642B4F9C07D}"/>
                  </a:ext>
                </a:extLst>
              </p14:cNvPr>
              <p14:cNvContentPartPr/>
              <p14:nvPr/>
            </p14:nvContentPartPr>
            <p14:xfrm>
              <a:off x="7160127" y="1673424"/>
              <a:ext cx="1937520" cy="1092960"/>
            </p14:xfrm>
          </p:contentPart>
        </mc:Choice>
        <mc:Fallback xmlns="">
          <p:pic>
            <p:nvPicPr>
              <p:cNvPr id="41" name="Ink 40">
                <a:extLst>
                  <a:ext uri="{FF2B5EF4-FFF2-40B4-BE49-F238E27FC236}">
                    <a16:creationId xmlns:a16="http://schemas.microsoft.com/office/drawing/2014/main" id="{6BA5CBB6-F2B4-3468-68B0-C642B4F9C07D}"/>
                  </a:ext>
                </a:extLst>
              </p:cNvPr>
              <p:cNvPicPr/>
              <p:nvPr/>
            </p:nvPicPr>
            <p:blipFill>
              <a:blip r:embed="rId5"/>
              <a:stretch>
                <a:fillRect/>
              </a:stretch>
            </p:blipFill>
            <p:spPr>
              <a:xfrm>
                <a:off x="7149329" y="1662984"/>
                <a:ext cx="1958756" cy="11142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9" name="Ink 58">
                <a:extLst>
                  <a:ext uri="{FF2B5EF4-FFF2-40B4-BE49-F238E27FC236}">
                    <a16:creationId xmlns:a16="http://schemas.microsoft.com/office/drawing/2014/main" id="{34B843AA-E65C-F6D2-C5CA-0C19B662B445}"/>
                  </a:ext>
                </a:extLst>
              </p14:cNvPr>
              <p14:cNvContentPartPr/>
              <p14:nvPr/>
            </p14:nvContentPartPr>
            <p14:xfrm>
              <a:off x="8468506" y="1273132"/>
              <a:ext cx="1222920" cy="217440"/>
            </p14:xfrm>
          </p:contentPart>
        </mc:Choice>
        <mc:Fallback xmlns="">
          <p:pic>
            <p:nvPicPr>
              <p:cNvPr id="59" name="Ink 58">
                <a:extLst>
                  <a:ext uri="{FF2B5EF4-FFF2-40B4-BE49-F238E27FC236}">
                    <a16:creationId xmlns:a16="http://schemas.microsoft.com/office/drawing/2014/main" id="{34B843AA-E65C-F6D2-C5CA-0C19B662B445}"/>
                  </a:ext>
                </a:extLst>
              </p:cNvPr>
              <p:cNvPicPr/>
              <p:nvPr/>
            </p:nvPicPr>
            <p:blipFill>
              <a:blip r:embed="rId7"/>
              <a:stretch>
                <a:fillRect/>
              </a:stretch>
            </p:blipFill>
            <p:spPr>
              <a:xfrm>
                <a:off x="8454466" y="1258732"/>
                <a:ext cx="1247760" cy="242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65932" name="Ink 165931">
                <a:extLst>
                  <a:ext uri="{FF2B5EF4-FFF2-40B4-BE49-F238E27FC236}">
                    <a16:creationId xmlns:a16="http://schemas.microsoft.com/office/drawing/2014/main" id="{F8A284E6-51D0-5FFF-C094-B0713884F2F0}"/>
                  </a:ext>
                </a:extLst>
              </p14:cNvPr>
              <p14:cNvContentPartPr/>
              <p14:nvPr/>
            </p14:nvContentPartPr>
            <p14:xfrm>
              <a:off x="4101635" y="2329913"/>
              <a:ext cx="1655280" cy="909360"/>
            </p14:xfrm>
          </p:contentPart>
        </mc:Choice>
        <mc:Fallback xmlns="">
          <p:pic>
            <p:nvPicPr>
              <p:cNvPr id="165932" name="Ink 165931">
                <a:extLst>
                  <a:ext uri="{FF2B5EF4-FFF2-40B4-BE49-F238E27FC236}">
                    <a16:creationId xmlns:a16="http://schemas.microsoft.com/office/drawing/2014/main" id="{F8A284E6-51D0-5FFF-C094-B0713884F2F0}"/>
                  </a:ext>
                </a:extLst>
              </p:cNvPr>
              <p:cNvPicPr/>
              <p:nvPr/>
            </p:nvPicPr>
            <p:blipFill>
              <a:blip r:embed="rId9"/>
              <a:stretch>
                <a:fillRect/>
              </a:stretch>
            </p:blipFill>
            <p:spPr>
              <a:xfrm>
                <a:off x="4090835" y="2319113"/>
                <a:ext cx="1676520" cy="9306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65949" name="Ink 165948">
                <a:extLst>
                  <a:ext uri="{FF2B5EF4-FFF2-40B4-BE49-F238E27FC236}">
                    <a16:creationId xmlns:a16="http://schemas.microsoft.com/office/drawing/2014/main" id="{9FAEA276-39FF-6230-A400-9FAF5F1505AC}"/>
                  </a:ext>
                </a:extLst>
              </p14:cNvPr>
              <p14:cNvContentPartPr/>
              <p14:nvPr/>
            </p14:nvContentPartPr>
            <p14:xfrm>
              <a:off x="5810636" y="2837531"/>
              <a:ext cx="717480" cy="570240"/>
            </p14:xfrm>
          </p:contentPart>
        </mc:Choice>
        <mc:Fallback xmlns="">
          <p:pic>
            <p:nvPicPr>
              <p:cNvPr id="165949" name="Ink 165948">
                <a:extLst>
                  <a:ext uri="{FF2B5EF4-FFF2-40B4-BE49-F238E27FC236}">
                    <a16:creationId xmlns:a16="http://schemas.microsoft.com/office/drawing/2014/main" id="{9FAEA276-39FF-6230-A400-9FAF5F1505AC}"/>
                  </a:ext>
                </a:extLst>
              </p:cNvPr>
              <p:cNvPicPr/>
              <p:nvPr/>
            </p:nvPicPr>
            <p:blipFill>
              <a:blip r:embed="rId11"/>
              <a:stretch>
                <a:fillRect/>
              </a:stretch>
            </p:blipFill>
            <p:spPr>
              <a:xfrm>
                <a:off x="5800191" y="2827091"/>
                <a:ext cx="738731" cy="5914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65981" name="Ink 165980">
                <a:extLst>
                  <a:ext uri="{FF2B5EF4-FFF2-40B4-BE49-F238E27FC236}">
                    <a16:creationId xmlns:a16="http://schemas.microsoft.com/office/drawing/2014/main" id="{EA58DEC3-3A7E-F70B-F87B-741C7190EDB0}"/>
                  </a:ext>
                </a:extLst>
              </p14:cNvPr>
              <p14:cNvContentPartPr/>
              <p14:nvPr/>
            </p14:nvContentPartPr>
            <p14:xfrm>
              <a:off x="6391375" y="3137862"/>
              <a:ext cx="983880" cy="824040"/>
            </p14:xfrm>
          </p:contentPart>
        </mc:Choice>
        <mc:Fallback xmlns="">
          <p:pic>
            <p:nvPicPr>
              <p:cNvPr id="165981" name="Ink 165980">
                <a:extLst>
                  <a:ext uri="{FF2B5EF4-FFF2-40B4-BE49-F238E27FC236}">
                    <a16:creationId xmlns:a16="http://schemas.microsoft.com/office/drawing/2014/main" id="{EA58DEC3-3A7E-F70B-F87B-741C7190EDB0}"/>
                  </a:ext>
                </a:extLst>
              </p:cNvPr>
              <p:cNvPicPr/>
              <p:nvPr/>
            </p:nvPicPr>
            <p:blipFill>
              <a:blip r:embed="rId13"/>
              <a:stretch>
                <a:fillRect/>
              </a:stretch>
            </p:blipFill>
            <p:spPr>
              <a:xfrm>
                <a:off x="6380935" y="3127422"/>
                <a:ext cx="1005120" cy="8452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66001" name="Ink 166000">
                <a:extLst>
                  <a:ext uri="{FF2B5EF4-FFF2-40B4-BE49-F238E27FC236}">
                    <a16:creationId xmlns:a16="http://schemas.microsoft.com/office/drawing/2014/main" id="{ED510039-931D-8EB7-A6EF-4BF5DDCE140A}"/>
                  </a:ext>
                </a:extLst>
              </p14:cNvPr>
              <p14:cNvContentPartPr/>
              <p14:nvPr/>
            </p14:nvContentPartPr>
            <p14:xfrm>
              <a:off x="3258751" y="994658"/>
              <a:ext cx="402840" cy="150480"/>
            </p14:xfrm>
          </p:contentPart>
        </mc:Choice>
        <mc:Fallback xmlns="">
          <p:pic>
            <p:nvPicPr>
              <p:cNvPr id="166001" name="Ink 166000">
                <a:extLst>
                  <a:ext uri="{FF2B5EF4-FFF2-40B4-BE49-F238E27FC236}">
                    <a16:creationId xmlns:a16="http://schemas.microsoft.com/office/drawing/2014/main" id="{ED510039-931D-8EB7-A6EF-4BF5DDCE140A}"/>
                  </a:ext>
                </a:extLst>
              </p:cNvPr>
              <p:cNvPicPr/>
              <p:nvPr/>
            </p:nvPicPr>
            <p:blipFill>
              <a:blip r:embed="rId15"/>
              <a:stretch>
                <a:fillRect/>
              </a:stretch>
            </p:blipFill>
            <p:spPr>
              <a:xfrm>
                <a:off x="3248311" y="983858"/>
                <a:ext cx="424080" cy="1717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66002" name="Ink 166001">
                <a:extLst>
                  <a:ext uri="{FF2B5EF4-FFF2-40B4-BE49-F238E27FC236}">
                    <a16:creationId xmlns:a16="http://schemas.microsoft.com/office/drawing/2014/main" id="{E36A75F2-5825-6B57-4BFE-0172F6721470}"/>
                  </a:ext>
                </a:extLst>
              </p14:cNvPr>
              <p14:cNvContentPartPr/>
              <p14:nvPr/>
            </p14:nvContentPartPr>
            <p14:xfrm>
              <a:off x="2985871" y="1023098"/>
              <a:ext cx="163080" cy="121320"/>
            </p14:xfrm>
          </p:contentPart>
        </mc:Choice>
        <mc:Fallback xmlns="">
          <p:pic>
            <p:nvPicPr>
              <p:cNvPr id="166002" name="Ink 166001">
                <a:extLst>
                  <a:ext uri="{FF2B5EF4-FFF2-40B4-BE49-F238E27FC236}">
                    <a16:creationId xmlns:a16="http://schemas.microsoft.com/office/drawing/2014/main" id="{E36A75F2-5825-6B57-4BFE-0172F6721470}"/>
                  </a:ext>
                </a:extLst>
              </p:cNvPr>
              <p:cNvPicPr/>
              <p:nvPr/>
            </p:nvPicPr>
            <p:blipFill>
              <a:blip r:embed="rId17"/>
              <a:stretch>
                <a:fillRect/>
              </a:stretch>
            </p:blipFill>
            <p:spPr>
              <a:xfrm>
                <a:off x="2975071" y="1012298"/>
                <a:ext cx="184320" cy="1425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66003" name="Ink 166002">
                <a:extLst>
                  <a:ext uri="{FF2B5EF4-FFF2-40B4-BE49-F238E27FC236}">
                    <a16:creationId xmlns:a16="http://schemas.microsoft.com/office/drawing/2014/main" id="{CC1FCE96-8453-EA85-D98B-603024CB67EB}"/>
                  </a:ext>
                </a:extLst>
              </p14:cNvPr>
              <p14:cNvContentPartPr/>
              <p14:nvPr/>
            </p14:nvContentPartPr>
            <p14:xfrm>
              <a:off x="2271631" y="989618"/>
              <a:ext cx="618480" cy="383400"/>
            </p14:xfrm>
          </p:contentPart>
        </mc:Choice>
        <mc:Fallback xmlns="">
          <p:pic>
            <p:nvPicPr>
              <p:cNvPr id="166003" name="Ink 166002">
                <a:extLst>
                  <a:ext uri="{FF2B5EF4-FFF2-40B4-BE49-F238E27FC236}">
                    <a16:creationId xmlns:a16="http://schemas.microsoft.com/office/drawing/2014/main" id="{CC1FCE96-8453-EA85-D98B-603024CB67EB}"/>
                  </a:ext>
                </a:extLst>
              </p:cNvPr>
              <p:cNvPicPr/>
              <p:nvPr/>
            </p:nvPicPr>
            <p:blipFill>
              <a:blip r:embed="rId19"/>
              <a:stretch>
                <a:fillRect/>
              </a:stretch>
            </p:blipFill>
            <p:spPr>
              <a:xfrm>
                <a:off x="2260831" y="978818"/>
                <a:ext cx="639720" cy="4046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66021" name="Ink 166020">
                <a:extLst>
                  <a:ext uri="{FF2B5EF4-FFF2-40B4-BE49-F238E27FC236}">
                    <a16:creationId xmlns:a16="http://schemas.microsoft.com/office/drawing/2014/main" id="{DB7A5E79-3FFF-0242-FDC9-10A39CB17A91}"/>
                  </a:ext>
                </a:extLst>
              </p14:cNvPr>
              <p14:cNvContentPartPr/>
              <p14:nvPr/>
            </p14:nvContentPartPr>
            <p14:xfrm>
              <a:off x="1395000" y="4046701"/>
              <a:ext cx="727200" cy="737280"/>
            </p14:xfrm>
          </p:contentPart>
        </mc:Choice>
        <mc:Fallback xmlns="">
          <p:pic>
            <p:nvPicPr>
              <p:cNvPr id="166021" name="Ink 166020">
                <a:extLst>
                  <a:ext uri="{FF2B5EF4-FFF2-40B4-BE49-F238E27FC236}">
                    <a16:creationId xmlns:a16="http://schemas.microsoft.com/office/drawing/2014/main" id="{DB7A5E79-3FFF-0242-FDC9-10A39CB17A91}"/>
                  </a:ext>
                </a:extLst>
              </p:cNvPr>
              <p:cNvPicPr/>
              <p:nvPr/>
            </p:nvPicPr>
            <p:blipFill>
              <a:blip r:embed="rId21"/>
              <a:stretch>
                <a:fillRect/>
              </a:stretch>
            </p:blipFill>
            <p:spPr>
              <a:xfrm>
                <a:off x="1384200" y="4035906"/>
                <a:ext cx="748440" cy="758510"/>
              </a:xfrm>
              <a:prstGeom prst="rect">
                <a:avLst/>
              </a:prstGeom>
            </p:spPr>
          </p:pic>
        </mc:Fallback>
      </mc:AlternateContent>
    </p:spTree>
    <p:extLst>
      <p:ext uri="{BB962C8B-B14F-4D97-AF65-F5344CB8AC3E}">
        <p14:creationId xmlns:p14="http://schemas.microsoft.com/office/powerpoint/2010/main" val="39111839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2"/>
          <p:cNvSpPr>
            <a:spLocks noGrp="1" noChangeArrowheads="1"/>
          </p:cNvSpPr>
          <p:nvPr>
            <p:ph type="title"/>
          </p:nvPr>
        </p:nvSpPr>
        <p:spPr/>
        <p:txBody>
          <a:bodyPr/>
          <a:lstStyle/>
          <a:p>
            <a:r>
              <a:rPr lang="en-US" dirty="0"/>
              <a:t>Online/Offline Attacks</a:t>
            </a:r>
          </a:p>
        </p:txBody>
      </p:sp>
      <p:sp>
        <p:nvSpPr>
          <p:cNvPr id="3" name="Text Placeholder 2">
            <a:extLst>
              <a:ext uri="{FF2B5EF4-FFF2-40B4-BE49-F238E27FC236}">
                <a16:creationId xmlns:a16="http://schemas.microsoft.com/office/drawing/2014/main" id="{07E367FD-E7C6-FA4A-88A6-C60E8116854E}"/>
              </a:ext>
            </a:extLst>
          </p:cNvPr>
          <p:cNvSpPr>
            <a:spLocks noGrp="1"/>
          </p:cNvSpPr>
          <p:nvPr>
            <p:ph type="body" idx="11"/>
          </p:nvPr>
        </p:nvSpPr>
        <p:spPr/>
        <p:txBody>
          <a:bodyPr/>
          <a:lstStyle/>
          <a:p>
            <a:endParaRPr lang="en-US"/>
          </a:p>
        </p:txBody>
      </p:sp>
      <p:sp>
        <p:nvSpPr>
          <p:cNvPr id="231427" name="Rectangle 3"/>
          <p:cNvSpPr>
            <a:spLocks noGrp="1" noChangeArrowheads="1"/>
          </p:cNvSpPr>
          <p:nvPr>
            <p:ph idx="1"/>
          </p:nvPr>
        </p:nvSpPr>
        <p:spPr/>
        <p:txBody>
          <a:bodyPr>
            <a:normAutofit/>
          </a:bodyPr>
          <a:lstStyle/>
          <a:p>
            <a:r>
              <a:rPr lang="en-US" dirty="0"/>
              <a:t>On-line attack can be easily countered by</a:t>
            </a:r>
          </a:p>
          <a:p>
            <a:pPr lvl="1"/>
            <a:r>
              <a:rPr lang="en-US" dirty="0"/>
              <a:t>Choosing long password </a:t>
            </a:r>
          </a:p>
          <a:p>
            <a:pPr lvl="1"/>
            <a:r>
              <a:rPr lang="en-US" dirty="0"/>
              <a:t>Limiting the number of tries </a:t>
            </a:r>
          </a:p>
          <a:p>
            <a:pPr lvl="1"/>
            <a:r>
              <a:rPr lang="en-US" dirty="0"/>
              <a:t>Slowing down log-in process</a:t>
            </a:r>
          </a:p>
          <a:p>
            <a:r>
              <a:rPr lang="en-US" dirty="0"/>
              <a:t>Off-line attack</a:t>
            </a:r>
          </a:p>
          <a:p>
            <a:pPr lvl="1"/>
            <a:r>
              <a:rPr lang="en-US" dirty="0"/>
              <a:t>Adversary (with the help of some automated tool)</a:t>
            </a:r>
          </a:p>
          <a:p>
            <a:pPr lvl="2"/>
            <a:r>
              <a:rPr lang="en-US" dirty="0"/>
              <a:t>Obtains the password file</a:t>
            </a:r>
          </a:p>
          <a:p>
            <a:pPr lvl="2"/>
            <a:r>
              <a:rPr lang="en-US" dirty="0"/>
              <a:t>Tries every possible password and encrypt/hash it </a:t>
            </a:r>
          </a:p>
          <a:p>
            <a:pPr lvl="2"/>
            <a:r>
              <a:rPr lang="en-US" dirty="0"/>
              <a:t>Compares the ciphertext/hash result of each tried password to all entries in the password file</a:t>
            </a:r>
          </a:p>
          <a:p>
            <a:pPr lvl="1"/>
            <a:r>
              <a:rPr lang="en-US" dirty="0"/>
              <a:t>Does not involve the authentication server.</a:t>
            </a:r>
          </a:p>
        </p:txBody>
      </p:sp>
      <mc:AlternateContent xmlns:mc="http://schemas.openxmlformats.org/markup-compatibility/2006" xmlns:p14="http://schemas.microsoft.com/office/powerpoint/2010/main">
        <mc:Choice Requires="p14">
          <p:contentPart p14:bwMode="auto" r:id="rId2">
            <p14:nvContentPartPr>
              <p14:cNvPr id="8" name="Ink 7">
                <a:extLst>
                  <a:ext uri="{FF2B5EF4-FFF2-40B4-BE49-F238E27FC236}">
                    <a16:creationId xmlns:a16="http://schemas.microsoft.com/office/drawing/2014/main" id="{0875FD1D-A96F-3474-CB0B-B5AB7E1ADD89}"/>
                  </a:ext>
                </a:extLst>
              </p14:cNvPr>
              <p14:cNvContentPartPr/>
              <p14:nvPr/>
            </p14:nvContentPartPr>
            <p14:xfrm>
              <a:off x="4320052" y="1748446"/>
              <a:ext cx="553680" cy="335520"/>
            </p14:xfrm>
          </p:contentPart>
        </mc:Choice>
        <mc:Fallback xmlns="">
          <p:pic>
            <p:nvPicPr>
              <p:cNvPr id="8" name="Ink 7">
                <a:extLst>
                  <a:ext uri="{FF2B5EF4-FFF2-40B4-BE49-F238E27FC236}">
                    <a16:creationId xmlns:a16="http://schemas.microsoft.com/office/drawing/2014/main" id="{0875FD1D-A96F-3474-CB0B-B5AB7E1ADD89}"/>
                  </a:ext>
                </a:extLst>
              </p:cNvPr>
              <p:cNvPicPr/>
              <p:nvPr/>
            </p:nvPicPr>
            <p:blipFill>
              <a:blip r:embed="rId3"/>
              <a:stretch>
                <a:fillRect/>
              </a:stretch>
            </p:blipFill>
            <p:spPr>
              <a:xfrm>
                <a:off x="4309259" y="1738006"/>
                <a:ext cx="574906" cy="3567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1" name="Ink 10">
                <a:extLst>
                  <a:ext uri="{FF2B5EF4-FFF2-40B4-BE49-F238E27FC236}">
                    <a16:creationId xmlns:a16="http://schemas.microsoft.com/office/drawing/2014/main" id="{7EF9D296-9851-6AF1-A33E-0170729C8A8C}"/>
                  </a:ext>
                </a:extLst>
              </p14:cNvPr>
              <p14:cNvContentPartPr/>
              <p14:nvPr/>
            </p14:nvContentPartPr>
            <p14:xfrm>
              <a:off x="4997942" y="1796591"/>
              <a:ext cx="346320" cy="202680"/>
            </p14:xfrm>
          </p:contentPart>
        </mc:Choice>
        <mc:Fallback xmlns="">
          <p:pic>
            <p:nvPicPr>
              <p:cNvPr id="11" name="Ink 10">
                <a:extLst>
                  <a:ext uri="{FF2B5EF4-FFF2-40B4-BE49-F238E27FC236}">
                    <a16:creationId xmlns:a16="http://schemas.microsoft.com/office/drawing/2014/main" id="{7EF9D296-9851-6AF1-A33E-0170729C8A8C}"/>
                  </a:ext>
                </a:extLst>
              </p:cNvPr>
              <p:cNvPicPr/>
              <p:nvPr/>
            </p:nvPicPr>
            <p:blipFill>
              <a:blip r:embed="rId5"/>
              <a:stretch>
                <a:fillRect/>
              </a:stretch>
            </p:blipFill>
            <p:spPr>
              <a:xfrm>
                <a:off x="4983542" y="1782551"/>
                <a:ext cx="374760" cy="2311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9" name="Ink 18">
                <a:extLst>
                  <a:ext uri="{FF2B5EF4-FFF2-40B4-BE49-F238E27FC236}">
                    <a16:creationId xmlns:a16="http://schemas.microsoft.com/office/drawing/2014/main" id="{2B6DC8C4-57E0-CC55-C026-C9A9E174FEE4}"/>
                  </a:ext>
                </a:extLst>
              </p14:cNvPr>
              <p14:cNvContentPartPr/>
              <p14:nvPr/>
            </p14:nvContentPartPr>
            <p14:xfrm>
              <a:off x="5839262" y="1758431"/>
              <a:ext cx="193680" cy="187920"/>
            </p14:xfrm>
          </p:contentPart>
        </mc:Choice>
        <mc:Fallback xmlns="">
          <p:pic>
            <p:nvPicPr>
              <p:cNvPr id="19" name="Ink 18">
                <a:extLst>
                  <a:ext uri="{FF2B5EF4-FFF2-40B4-BE49-F238E27FC236}">
                    <a16:creationId xmlns:a16="http://schemas.microsoft.com/office/drawing/2014/main" id="{2B6DC8C4-57E0-CC55-C026-C9A9E174FEE4}"/>
                  </a:ext>
                </a:extLst>
              </p:cNvPr>
              <p:cNvPicPr/>
              <p:nvPr/>
            </p:nvPicPr>
            <p:blipFill>
              <a:blip r:embed="rId7"/>
              <a:stretch>
                <a:fillRect/>
              </a:stretch>
            </p:blipFill>
            <p:spPr>
              <a:xfrm>
                <a:off x="5828462" y="1747652"/>
                <a:ext cx="214920" cy="209119"/>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0" name="Ink 19">
                <a:extLst>
                  <a:ext uri="{FF2B5EF4-FFF2-40B4-BE49-F238E27FC236}">
                    <a16:creationId xmlns:a16="http://schemas.microsoft.com/office/drawing/2014/main" id="{3D302996-6C1B-95F6-5541-881ADC49A395}"/>
                  </a:ext>
                </a:extLst>
              </p14:cNvPr>
              <p14:cNvContentPartPr/>
              <p14:nvPr/>
            </p14:nvContentPartPr>
            <p14:xfrm>
              <a:off x="5405462" y="1782551"/>
              <a:ext cx="310680" cy="217440"/>
            </p14:xfrm>
          </p:contentPart>
        </mc:Choice>
        <mc:Fallback xmlns="">
          <p:pic>
            <p:nvPicPr>
              <p:cNvPr id="20" name="Ink 19">
                <a:extLst>
                  <a:ext uri="{FF2B5EF4-FFF2-40B4-BE49-F238E27FC236}">
                    <a16:creationId xmlns:a16="http://schemas.microsoft.com/office/drawing/2014/main" id="{3D302996-6C1B-95F6-5541-881ADC49A395}"/>
                  </a:ext>
                </a:extLst>
              </p:cNvPr>
              <p:cNvPicPr/>
              <p:nvPr/>
            </p:nvPicPr>
            <p:blipFill>
              <a:blip r:embed="rId9"/>
              <a:stretch>
                <a:fillRect/>
              </a:stretch>
            </p:blipFill>
            <p:spPr>
              <a:xfrm>
                <a:off x="5394674" y="1771751"/>
                <a:ext cx="331895" cy="2386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8" name="Ink 27">
                <a:extLst>
                  <a:ext uri="{FF2B5EF4-FFF2-40B4-BE49-F238E27FC236}">
                    <a16:creationId xmlns:a16="http://schemas.microsoft.com/office/drawing/2014/main" id="{4927EABE-276A-B57B-EA7C-9271D71B0E66}"/>
                  </a:ext>
                </a:extLst>
              </p14:cNvPr>
              <p14:cNvContentPartPr/>
              <p14:nvPr/>
            </p14:nvContentPartPr>
            <p14:xfrm>
              <a:off x="6165593" y="1760278"/>
              <a:ext cx="536040" cy="209160"/>
            </p14:xfrm>
          </p:contentPart>
        </mc:Choice>
        <mc:Fallback xmlns="">
          <p:pic>
            <p:nvPicPr>
              <p:cNvPr id="28" name="Ink 27">
                <a:extLst>
                  <a:ext uri="{FF2B5EF4-FFF2-40B4-BE49-F238E27FC236}">
                    <a16:creationId xmlns:a16="http://schemas.microsoft.com/office/drawing/2014/main" id="{4927EABE-276A-B57B-EA7C-9271D71B0E66}"/>
                  </a:ext>
                </a:extLst>
              </p:cNvPr>
              <p:cNvPicPr/>
              <p:nvPr/>
            </p:nvPicPr>
            <p:blipFill>
              <a:blip r:embed="rId11"/>
              <a:stretch>
                <a:fillRect/>
              </a:stretch>
            </p:blipFill>
            <p:spPr>
              <a:xfrm>
                <a:off x="6155153" y="1749478"/>
                <a:ext cx="557280" cy="2304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7" name="Ink 36">
                <a:extLst>
                  <a:ext uri="{FF2B5EF4-FFF2-40B4-BE49-F238E27FC236}">
                    <a16:creationId xmlns:a16="http://schemas.microsoft.com/office/drawing/2014/main" id="{7DF38375-16D0-EBBA-1628-31FB49675EF2}"/>
                  </a:ext>
                </a:extLst>
              </p14:cNvPr>
              <p14:cNvContentPartPr/>
              <p14:nvPr/>
            </p14:nvContentPartPr>
            <p14:xfrm>
              <a:off x="1181880" y="971429"/>
              <a:ext cx="1197000" cy="405720"/>
            </p14:xfrm>
          </p:contentPart>
        </mc:Choice>
        <mc:Fallback xmlns="">
          <p:pic>
            <p:nvPicPr>
              <p:cNvPr id="37" name="Ink 36">
                <a:extLst>
                  <a:ext uri="{FF2B5EF4-FFF2-40B4-BE49-F238E27FC236}">
                    <a16:creationId xmlns:a16="http://schemas.microsoft.com/office/drawing/2014/main" id="{7DF38375-16D0-EBBA-1628-31FB49675EF2}"/>
                  </a:ext>
                </a:extLst>
              </p:cNvPr>
              <p:cNvPicPr/>
              <p:nvPr/>
            </p:nvPicPr>
            <p:blipFill>
              <a:blip r:embed="rId13"/>
              <a:stretch>
                <a:fillRect/>
              </a:stretch>
            </p:blipFill>
            <p:spPr>
              <a:xfrm>
                <a:off x="1171080" y="960989"/>
                <a:ext cx="1218240" cy="4269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46" name="Ink 45">
                <a:extLst>
                  <a:ext uri="{FF2B5EF4-FFF2-40B4-BE49-F238E27FC236}">
                    <a16:creationId xmlns:a16="http://schemas.microsoft.com/office/drawing/2014/main" id="{57468F77-EC1D-83CC-3DAD-09A7BEED84E3}"/>
                  </a:ext>
                </a:extLst>
              </p14:cNvPr>
              <p14:cNvContentPartPr/>
              <p14:nvPr/>
            </p14:nvContentPartPr>
            <p14:xfrm>
              <a:off x="2742017" y="2883291"/>
              <a:ext cx="1523520" cy="295200"/>
            </p14:xfrm>
          </p:contentPart>
        </mc:Choice>
        <mc:Fallback xmlns="">
          <p:pic>
            <p:nvPicPr>
              <p:cNvPr id="46" name="Ink 45">
                <a:extLst>
                  <a:ext uri="{FF2B5EF4-FFF2-40B4-BE49-F238E27FC236}">
                    <a16:creationId xmlns:a16="http://schemas.microsoft.com/office/drawing/2014/main" id="{57468F77-EC1D-83CC-3DAD-09A7BEED84E3}"/>
                  </a:ext>
                </a:extLst>
              </p:cNvPr>
              <p:cNvPicPr/>
              <p:nvPr/>
            </p:nvPicPr>
            <p:blipFill>
              <a:blip r:embed="rId15"/>
              <a:stretch>
                <a:fillRect/>
              </a:stretch>
            </p:blipFill>
            <p:spPr>
              <a:xfrm>
                <a:off x="2731217" y="2872504"/>
                <a:ext cx="1544760" cy="316414"/>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31425" name="Ink 231424">
                <a:extLst>
                  <a:ext uri="{FF2B5EF4-FFF2-40B4-BE49-F238E27FC236}">
                    <a16:creationId xmlns:a16="http://schemas.microsoft.com/office/drawing/2014/main" id="{05B6C897-F2C5-653D-85D5-72B4D8350A65}"/>
                  </a:ext>
                </a:extLst>
              </p14:cNvPr>
              <p14:cNvContentPartPr/>
              <p14:nvPr/>
            </p14:nvContentPartPr>
            <p14:xfrm>
              <a:off x="4829367" y="3550973"/>
              <a:ext cx="1343160" cy="420480"/>
            </p14:xfrm>
          </p:contentPart>
        </mc:Choice>
        <mc:Fallback xmlns="">
          <p:pic>
            <p:nvPicPr>
              <p:cNvPr id="231425" name="Ink 231424">
                <a:extLst>
                  <a:ext uri="{FF2B5EF4-FFF2-40B4-BE49-F238E27FC236}">
                    <a16:creationId xmlns:a16="http://schemas.microsoft.com/office/drawing/2014/main" id="{05B6C897-F2C5-653D-85D5-72B4D8350A65}"/>
                  </a:ext>
                </a:extLst>
              </p:cNvPr>
              <p:cNvPicPr/>
              <p:nvPr/>
            </p:nvPicPr>
            <p:blipFill>
              <a:blip r:embed="rId17"/>
              <a:stretch>
                <a:fillRect/>
              </a:stretch>
            </p:blipFill>
            <p:spPr>
              <a:xfrm>
                <a:off x="4818567" y="3540533"/>
                <a:ext cx="1364400" cy="4417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31442" name="Ink 231441">
                <a:extLst>
                  <a:ext uri="{FF2B5EF4-FFF2-40B4-BE49-F238E27FC236}">
                    <a16:creationId xmlns:a16="http://schemas.microsoft.com/office/drawing/2014/main" id="{0CFB7F8E-9253-595E-A0AD-FC7353E4870B}"/>
                  </a:ext>
                </a:extLst>
              </p14:cNvPr>
              <p14:cNvContentPartPr/>
              <p14:nvPr/>
            </p14:nvContentPartPr>
            <p14:xfrm>
              <a:off x="3941311" y="943673"/>
              <a:ext cx="1291320" cy="402120"/>
            </p14:xfrm>
          </p:contentPart>
        </mc:Choice>
        <mc:Fallback xmlns="">
          <p:pic>
            <p:nvPicPr>
              <p:cNvPr id="231442" name="Ink 231441">
                <a:extLst>
                  <a:ext uri="{FF2B5EF4-FFF2-40B4-BE49-F238E27FC236}">
                    <a16:creationId xmlns:a16="http://schemas.microsoft.com/office/drawing/2014/main" id="{0CFB7F8E-9253-595E-A0AD-FC7353E4870B}"/>
                  </a:ext>
                </a:extLst>
              </p:cNvPr>
              <p:cNvPicPr/>
              <p:nvPr/>
            </p:nvPicPr>
            <p:blipFill>
              <a:blip r:embed="rId19"/>
              <a:stretch>
                <a:fillRect/>
              </a:stretch>
            </p:blipFill>
            <p:spPr>
              <a:xfrm>
                <a:off x="3930511" y="932873"/>
                <a:ext cx="1312560" cy="4233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31451" name="Ink 231450">
                <a:extLst>
                  <a:ext uri="{FF2B5EF4-FFF2-40B4-BE49-F238E27FC236}">
                    <a16:creationId xmlns:a16="http://schemas.microsoft.com/office/drawing/2014/main" id="{7FD644D9-BD19-F0BE-791D-A1913B3B9430}"/>
                  </a:ext>
                </a:extLst>
              </p14:cNvPr>
              <p14:cNvContentPartPr/>
              <p14:nvPr/>
            </p14:nvContentPartPr>
            <p14:xfrm>
              <a:off x="5847871" y="1001273"/>
              <a:ext cx="14040" cy="5040"/>
            </p14:xfrm>
          </p:contentPart>
        </mc:Choice>
        <mc:Fallback xmlns="">
          <p:pic>
            <p:nvPicPr>
              <p:cNvPr id="231451" name="Ink 231450">
                <a:extLst>
                  <a:ext uri="{FF2B5EF4-FFF2-40B4-BE49-F238E27FC236}">
                    <a16:creationId xmlns:a16="http://schemas.microsoft.com/office/drawing/2014/main" id="{7FD644D9-BD19-F0BE-791D-A1913B3B9430}"/>
                  </a:ext>
                </a:extLst>
              </p:cNvPr>
              <p:cNvPicPr/>
              <p:nvPr/>
            </p:nvPicPr>
            <p:blipFill>
              <a:blip r:embed="rId21"/>
              <a:stretch>
                <a:fillRect/>
              </a:stretch>
            </p:blipFill>
            <p:spPr>
              <a:xfrm>
                <a:off x="5837071" y="990473"/>
                <a:ext cx="3528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31452" name="Ink 231451">
                <a:extLst>
                  <a:ext uri="{FF2B5EF4-FFF2-40B4-BE49-F238E27FC236}">
                    <a16:creationId xmlns:a16="http://schemas.microsoft.com/office/drawing/2014/main" id="{06ED6B4D-3E1E-7D0B-A7E2-F07E3CC8B9D5}"/>
                  </a:ext>
                </a:extLst>
              </p14:cNvPr>
              <p14:cNvContentPartPr/>
              <p14:nvPr/>
            </p14:nvContentPartPr>
            <p14:xfrm>
              <a:off x="5333071" y="951233"/>
              <a:ext cx="423000" cy="219600"/>
            </p14:xfrm>
          </p:contentPart>
        </mc:Choice>
        <mc:Fallback xmlns="">
          <p:pic>
            <p:nvPicPr>
              <p:cNvPr id="231452" name="Ink 231451">
                <a:extLst>
                  <a:ext uri="{FF2B5EF4-FFF2-40B4-BE49-F238E27FC236}">
                    <a16:creationId xmlns:a16="http://schemas.microsoft.com/office/drawing/2014/main" id="{06ED6B4D-3E1E-7D0B-A7E2-F07E3CC8B9D5}"/>
                  </a:ext>
                </a:extLst>
              </p:cNvPr>
              <p:cNvPicPr/>
              <p:nvPr/>
            </p:nvPicPr>
            <p:blipFill>
              <a:blip r:embed="rId23"/>
              <a:stretch>
                <a:fillRect/>
              </a:stretch>
            </p:blipFill>
            <p:spPr>
              <a:xfrm>
                <a:off x="5322631" y="940776"/>
                <a:ext cx="444240" cy="240875"/>
              </a:xfrm>
              <a:prstGeom prst="rect">
                <a:avLst/>
              </a:prstGeom>
            </p:spPr>
          </p:pic>
        </mc:Fallback>
      </mc:AlternateContent>
    </p:spTree>
    <p:extLst>
      <p:ext uri="{BB962C8B-B14F-4D97-AF65-F5344CB8AC3E}">
        <p14:creationId xmlns:p14="http://schemas.microsoft.com/office/powerpoint/2010/main" val="2891811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1427">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1427">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1427">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31427">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31427">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3142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Password Search Space</a:t>
            </a:r>
          </a:p>
        </p:txBody>
      </p:sp>
      <p:sp>
        <p:nvSpPr>
          <p:cNvPr id="6" name="Text Placeholder 5">
            <a:extLst>
              <a:ext uri="{FF2B5EF4-FFF2-40B4-BE49-F238E27FC236}">
                <a16:creationId xmlns:a16="http://schemas.microsoft.com/office/drawing/2014/main" id="{AB812CBB-9D19-B64D-B9C0-E4BD0843C3E1}"/>
              </a:ext>
            </a:extLst>
          </p:cNvPr>
          <p:cNvSpPr>
            <a:spLocks noGrp="1"/>
          </p:cNvSpPr>
          <p:nvPr>
            <p:ph type="body" idx="11"/>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If passwords are randomly chosen.</a:t>
            </a:r>
          </a:p>
          <a:p>
            <a:pPr lvl="1"/>
            <a:r>
              <a:rPr lang="en-US" dirty="0"/>
              <a:t>Suppose all passwords are 8 characters long, including capital cases</a:t>
            </a:r>
          </a:p>
          <a:p>
            <a:pPr lvl="1"/>
            <a:r>
              <a:rPr lang="en-US" dirty="0"/>
              <a:t>Number of possible passwords: 52^8 ≈5.3×10</a:t>
            </a:r>
            <a:r>
              <a:rPr lang="en-US" baseline="30000" dirty="0"/>
              <a:t>13</a:t>
            </a:r>
          </a:p>
          <a:p>
            <a:pPr lvl="1"/>
            <a:r>
              <a:rPr lang="en-US" dirty="0"/>
              <a:t>One year has around 3×10</a:t>
            </a:r>
            <a:r>
              <a:rPr lang="en-US" baseline="30000" dirty="0"/>
              <a:t>7</a:t>
            </a:r>
            <a:r>
              <a:rPr lang="en-US" dirty="0"/>
              <a:t> seconds.</a:t>
            </a:r>
          </a:p>
          <a:p>
            <a:pPr lvl="1"/>
            <a:r>
              <a:rPr lang="en-US" dirty="0"/>
              <a:t>If Mallory can try </a:t>
            </a:r>
            <a:r>
              <a:rPr lang="en-US" dirty="0">
                <a:solidFill>
                  <a:srgbClr val="C00000"/>
                </a:solidFill>
              </a:rPr>
              <a:t>10^6 passwords/sec </a:t>
            </a:r>
            <a:r>
              <a:rPr lang="en-US" dirty="0">
                <a:solidFill>
                  <a:srgbClr val="C00000"/>
                </a:solidFill>
                <a:sym typeface="Wingdings" pitchFamily="2" charset="2"/>
              </a:rPr>
              <a:t> 1.8 years</a:t>
            </a:r>
          </a:p>
          <a:p>
            <a:r>
              <a:rPr lang="en-US" dirty="0">
                <a:sym typeface="Wingdings" pitchFamily="2" charset="2"/>
              </a:rPr>
              <a:t>In reality, they are not randomly selected!</a:t>
            </a:r>
          </a:p>
          <a:p>
            <a:pPr marL="742950" lvl="2" indent="-342900"/>
            <a:r>
              <a:rPr lang="en-US" sz="2200" dirty="0">
                <a:latin typeface="Arial Nova" panose="020B0504020202020204" pitchFamily="34" charset="0"/>
              </a:rPr>
              <a:t>Same as user ID</a:t>
            </a:r>
          </a:p>
          <a:p>
            <a:pPr marL="742950" lvl="2" indent="-342900"/>
            <a:r>
              <a:rPr lang="en-US" sz="2200" dirty="0">
                <a:latin typeface="Arial Nova" panose="020B0504020202020204" pitchFamily="34" charset="0"/>
              </a:rPr>
              <a:t>Derived from user’s name, birthday, phone number, etc.</a:t>
            </a:r>
          </a:p>
          <a:p>
            <a:pPr marL="742950" lvl="2" indent="-342900"/>
            <a:r>
              <a:rPr lang="en-US" sz="2200" dirty="0">
                <a:latin typeface="Arial Nova" panose="020B0504020202020204" pitchFamily="34" charset="0"/>
              </a:rPr>
              <a:t>Common word list or patterns (e.g. qwerty, </a:t>
            </a:r>
            <a:r>
              <a:rPr lang="en-US" sz="2200" dirty="0" err="1">
                <a:latin typeface="Arial Nova" panose="020B0504020202020204" pitchFamily="34" charset="0"/>
              </a:rPr>
              <a:t>aaaa</a:t>
            </a:r>
            <a:r>
              <a:rPr lang="en-US" sz="2200" dirty="0">
                <a:latin typeface="Arial Nova" panose="020B0504020202020204" pitchFamily="34" charset="0"/>
              </a:rPr>
              <a:t>, abc123, </a:t>
            </a:r>
            <a:r>
              <a:rPr lang="en-US" sz="2200" dirty="0" err="1">
                <a:latin typeface="Arial Nova" panose="020B0504020202020204" pitchFamily="34" charset="0"/>
              </a:rPr>
              <a:t>asdfg</a:t>
            </a:r>
            <a:r>
              <a:rPr lang="en-US" sz="2200" dirty="0">
                <a:latin typeface="Arial Nova" panose="020B0504020202020204" pitchFamily="34" charset="0"/>
              </a:rPr>
              <a:t>, password, 123456)</a:t>
            </a:r>
          </a:p>
          <a:p>
            <a:pPr marL="742950" lvl="2" indent="-342900"/>
            <a:r>
              <a:rPr lang="en-US" sz="2200" dirty="0">
                <a:latin typeface="Arial Nova" panose="020B0504020202020204" pitchFamily="34" charset="0"/>
              </a:rPr>
              <a:t>Can be guessed via social engineering</a:t>
            </a:r>
          </a:p>
          <a:p>
            <a:pPr lvl="1"/>
            <a:endParaRPr lang="en-US" dirty="0">
              <a:sym typeface="Wingdings" pitchFamily="2" charset="2"/>
            </a:endParaRPr>
          </a:p>
        </p:txBody>
      </p:sp>
    </p:spTree>
    <p:extLst>
      <p:ext uri="{BB962C8B-B14F-4D97-AF65-F5344CB8AC3E}">
        <p14:creationId xmlns:p14="http://schemas.microsoft.com/office/powerpoint/2010/main" val="1973178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p:cNvSpPr>
            <a:spLocks noGrp="1" noChangeArrowheads="1"/>
          </p:cNvSpPr>
          <p:nvPr>
            <p:ph type="title"/>
          </p:nvPr>
        </p:nvSpPr>
        <p:spPr/>
        <p:txBody>
          <a:bodyPr/>
          <a:lstStyle/>
          <a:p>
            <a:r>
              <a:rPr lang="en-US" dirty="0"/>
              <a:t>Dictionary Attack</a:t>
            </a:r>
          </a:p>
        </p:txBody>
      </p:sp>
      <p:sp>
        <p:nvSpPr>
          <p:cNvPr id="3" name="Text Placeholder 2">
            <a:extLst>
              <a:ext uri="{FF2B5EF4-FFF2-40B4-BE49-F238E27FC236}">
                <a16:creationId xmlns:a16="http://schemas.microsoft.com/office/drawing/2014/main" id="{1923018D-0185-B847-A299-4C0A9DEA2EF1}"/>
              </a:ext>
            </a:extLst>
          </p:cNvPr>
          <p:cNvSpPr>
            <a:spLocks noGrp="1"/>
          </p:cNvSpPr>
          <p:nvPr>
            <p:ph type="body" idx="11"/>
          </p:nvPr>
        </p:nvSpPr>
        <p:spPr/>
        <p:txBody>
          <a:bodyPr/>
          <a:lstStyle/>
          <a:p>
            <a:endParaRPr lang="en-US"/>
          </a:p>
        </p:txBody>
      </p:sp>
      <p:sp>
        <p:nvSpPr>
          <p:cNvPr id="233475" name="Rectangle 3"/>
          <p:cNvSpPr>
            <a:spLocks noGrp="1" noChangeArrowheads="1"/>
          </p:cNvSpPr>
          <p:nvPr>
            <p:ph idx="1"/>
          </p:nvPr>
        </p:nvSpPr>
        <p:spPr>
          <a:xfrm>
            <a:off x="513349" y="1268243"/>
            <a:ext cx="10840451" cy="4071853"/>
          </a:xfrm>
        </p:spPr>
        <p:txBody>
          <a:bodyPr>
            <a:normAutofit/>
          </a:bodyPr>
          <a:lstStyle/>
          <a:p>
            <a:r>
              <a:rPr lang="en-US" dirty="0"/>
              <a:t>In practice, user passwords are not selected </a:t>
            </a:r>
            <a:r>
              <a:rPr lang="en-US" dirty="0">
                <a:solidFill>
                  <a:srgbClr val="C00000"/>
                </a:solidFill>
              </a:rPr>
              <a:t>randomly</a:t>
            </a:r>
            <a:r>
              <a:rPr lang="en-US" dirty="0"/>
              <a:t>.</a:t>
            </a:r>
          </a:p>
          <a:p>
            <a:r>
              <a:rPr lang="en-US" dirty="0"/>
              <a:t>Adversary (with the help of some automatic tool)</a:t>
            </a:r>
          </a:p>
          <a:p>
            <a:pPr lvl="1"/>
            <a:r>
              <a:rPr lang="en-US" dirty="0"/>
              <a:t>Creates a dictionary of commonly used passwords (probably including all the words in a common dictionary)</a:t>
            </a:r>
          </a:p>
          <a:p>
            <a:pPr lvl="1"/>
            <a:r>
              <a:rPr lang="en-US" b="1" dirty="0"/>
              <a:t>Pre-computes</a:t>
            </a:r>
            <a:r>
              <a:rPr lang="en-US" dirty="0"/>
              <a:t> password file of the dictionary</a:t>
            </a:r>
          </a:p>
          <a:p>
            <a:pPr lvl="1"/>
            <a:r>
              <a:rPr lang="en-US" dirty="0">
                <a:solidFill>
                  <a:srgbClr val="C00000"/>
                </a:solidFill>
              </a:rPr>
              <a:t>Looks for a match between the pre-computed password file and the real password file</a:t>
            </a:r>
          </a:p>
        </p:txBody>
      </p:sp>
      <p:sp>
        <p:nvSpPr>
          <p:cNvPr id="9" name="Text Box 4">
            <a:extLst>
              <a:ext uri="{FF2B5EF4-FFF2-40B4-BE49-F238E27FC236}">
                <a16:creationId xmlns:a16="http://schemas.microsoft.com/office/drawing/2014/main" id="{3ABDFB61-F95E-BB49-A3AA-E48EC5000E86}"/>
              </a:ext>
            </a:extLst>
          </p:cNvPr>
          <p:cNvSpPr txBox="1">
            <a:spLocks noChangeArrowheads="1"/>
          </p:cNvSpPr>
          <p:nvPr/>
        </p:nvSpPr>
        <p:spPr bwMode="auto">
          <a:xfrm>
            <a:off x="1738210" y="5140041"/>
            <a:ext cx="7924800" cy="400110"/>
          </a:xfrm>
          <a:prstGeom prst="rect">
            <a:avLst/>
          </a:prstGeom>
          <a:noFill/>
          <a:ln w="9525">
            <a:solidFill>
              <a:srgbClr val="000000"/>
            </a:solidFill>
            <a:miter lim="800000"/>
            <a:headEnd/>
            <a:tailEnd/>
          </a:ln>
          <a:effectLst/>
        </p:spPr>
        <p:txBody>
          <a:bodyPr wrap="square">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Comic Sans MS" panose="030F0902030302020204" pitchFamily="66" charset="0"/>
              </a:rPr>
              <a:t>Dictionary attacks are fast, but only work for </a:t>
            </a:r>
            <a:r>
              <a:rPr kumimoji="0" lang="en-US" sz="2000" b="0" i="0" u="none" strike="noStrike" kern="0" cap="none" spc="0" normalizeH="0" baseline="0" noProof="0" dirty="0">
                <a:ln>
                  <a:noFill/>
                </a:ln>
                <a:solidFill>
                  <a:srgbClr val="CC0000"/>
                </a:solidFill>
                <a:effectLst/>
                <a:uLnTx/>
                <a:uFillTx/>
                <a:latin typeface="Comic Sans MS" panose="030F0902030302020204" pitchFamily="66" charset="0"/>
              </a:rPr>
              <a:t>weak passwords</a:t>
            </a:r>
          </a:p>
        </p:txBody>
      </p:sp>
      <mc:AlternateContent xmlns:mc="http://schemas.openxmlformats.org/markup-compatibility/2006" xmlns:p14="http://schemas.microsoft.com/office/powerpoint/2010/main">
        <mc:Choice Requires="p14">
          <p:contentPart p14:bwMode="auto" r:id="rId3">
            <p14:nvContentPartPr>
              <p14:cNvPr id="18" name="Ink 17">
                <a:extLst>
                  <a:ext uri="{FF2B5EF4-FFF2-40B4-BE49-F238E27FC236}">
                    <a16:creationId xmlns:a16="http://schemas.microsoft.com/office/drawing/2014/main" id="{493A8C4C-BCFC-CF0A-0472-ADFD6C7FB64F}"/>
                  </a:ext>
                </a:extLst>
              </p14:cNvPr>
              <p14:cNvContentPartPr/>
              <p14:nvPr/>
            </p14:nvContentPartPr>
            <p14:xfrm>
              <a:off x="8264097" y="2753944"/>
              <a:ext cx="612360" cy="277560"/>
            </p14:xfrm>
          </p:contentPart>
        </mc:Choice>
        <mc:Fallback xmlns="">
          <p:pic>
            <p:nvPicPr>
              <p:cNvPr id="18" name="Ink 17">
                <a:extLst>
                  <a:ext uri="{FF2B5EF4-FFF2-40B4-BE49-F238E27FC236}">
                    <a16:creationId xmlns:a16="http://schemas.microsoft.com/office/drawing/2014/main" id="{493A8C4C-BCFC-CF0A-0472-ADFD6C7FB64F}"/>
                  </a:ext>
                </a:extLst>
              </p:cNvPr>
              <p:cNvPicPr/>
              <p:nvPr/>
            </p:nvPicPr>
            <p:blipFill>
              <a:blip r:embed="rId4"/>
              <a:stretch>
                <a:fillRect/>
              </a:stretch>
            </p:blipFill>
            <p:spPr>
              <a:xfrm>
                <a:off x="8253297" y="2743144"/>
                <a:ext cx="633600" cy="2988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9" name="Ink 18">
                <a:extLst>
                  <a:ext uri="{FF2B5EF4-FFF2-40B4-BE49-F238E27FC236}">
                    <a16:creationId xmlns:a16="http://schemas.microsoft.com/office/drawing/2014/main" id="{E73ADCFC-596B-5072-16C7-1047200744CE}"/>
                  </a:ext>
                </a:extLst>
              </p14:cNvPr>
              <p14:cNvContentPartPr/>
              <p14:nvPr/>
            </p14:nvContentPartPr>
            <p14:xfrm>
              <a:off x="7708977" y="2723344"/>
              <a:ext cx="394200" cy="258480"/>
            </p14:xfrm>
          </p:contentPart>
        </mc:Choice>
        <mc:Fallback xmlns="">
          <p:pic>
            <p:nvPicPr>
              <p:cNvPr id="19" name="Ink 18">
                <a:extLst>
                  <a:ext uri="{FF2B5EF4-FFF2-40B4-BE49-F238E27FC236}">
                    <a16:creationId xmlns:a16="http://schemas.microsoft.com/office/drawing/2014/main" id="{E73ADCFC-596B-5072-16C7-1047200744CE}"/>
                  </a:ext>
                </a:extLst>
              </p:cNvPr>
              <p:cNvPicPr/>
              <p:nvPr/>
            </p:nvPicPr>
            <p:blipFill>
              <a:blip r:embed="rId6"/>
              <a:stretch>
                <a:fillRect/>
              </a:stretch>
            </p:blipFill>
            <p:spPr>
              <a:xfrm>
                <a:off x="7698537" y="2712544"/>
                <a:ext cx="415440" cy="2797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0" name="Ink 19">
                <a:extLst>
                  <a:ext uri="{FF2B5EF4-FFF2-40B4-BE49-F238E27FC236}">
                    <a16:creationId xmlns:a16="http://schemas.microsoft.com/office/drawing/2014/main" id="{4938F170-830F-7EDD-57F3-EB312075A1F1}"/>
                  </a:ext>
                </a:extLst>
              </p14:cNvPr>
              <p14:cNvContentPartPr/>
              <p14:nvPr/>
            </p14:nvContentPartPr>
            <p14:xfrm>
              <a:off x="6793857" y="2677984"/>
              <a:ext cx="744480" cy="348120"/>
            </p14:xfrm>
          </p:contentPart>
        </mc:Choice>
        <mc:Fallback xmlns="">
          <p:pic>
            <p:nvPicPr>
              <p:cNvPr id="20" name="Ink 19">
                <a:extLst>
                  <a:ext uri="{FF2B5EF4-FFF2-40B4-BE49-F238E27FC236}">
                    <a16:creationId xmlns:a16="http://schemas.microsoft.com/office/drawing/2014/main" id="{4938F170-830F-7EDD-57F3-EB312075A1F1}"/>
                  </a:ext>
                </a:extLst>
              </p:cNvPr>
              <p:cNvPicPr/>
              <p:nvPr/>
            </p:nvPicPr>
            <p:blipFill>
              <a:blip r:embed="rId8"/>
              <a:stretch>
                <a:fillRect/>
              </a:stretch>
            </p:blipFill>
            <p:spPr>
              <a:xfrm>
                <a:off x="6783417" y="2667184"/>
                <a:ext cx="765720" cy="3693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7" name="Ink 26">
                <a:extLst>
                  <a:ext uri="{FF2B5EF4-FFF2-40B4-BE49-F238E27FC236}">
                    <a16:creationId xmlns:a16="http://schemas.microsoft.com/office/drawing/2014/main" id="{FE46B124-6F28-A1D5-2D1B-F05AC61E97FE}"/>
                  </a:ext>
                </a:extLst>
              </p14:cNvPr>
              <p14:cNvContentPartPr/>
              <p14:nvPr/>
            </p14:nvContentPartPr>
            <p14:xfrm>
              <a:off x="9089468" y="2756824"/>
              <a:ext cx="498600" cy="310320"/>
            </p14:xfrm>
          </p:contentPart>
        </mc:Choice>
        <mc:Fallback xmlns="">
          <p:pic>
            <p:nvPicPr>
              <p:cNvPr id="27" name="Ink 26">
                <a:extLst>
                  <a:ext uri="{FF2B5EF4-FFF2-40B4-BE49-F238E27FC236}">
                    <a16:creationId xmlns:a16="http://schemas.microsoft.com/office/drawing/2014/main" id="{FE46B124-6F28-A1D5-2D1B-F05AC61E97FE}"/>
                  </a:ext>
                </a:extLst>
              </p:cNvPr>
              <p:cNvPicPr/>
              <p:nvPr/>
            </p:nvPicPr>
            <p:blipFill>
              <a:blip r:embed="rId10"/>
              <a:stretch>
                <a:fillRect/>
              </a:stretch>
            </p:blipFill>
            <p:spPr>
              <a:xfrm>
                <a:off x="9075428" y="2742784"/>
                <a:ext cx="527040" cy="3387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34" name="Ink 33">
                <a:extLst>
                  <a:ext uri="{FF2B5EF4-FFF2-40B4-BE49-F238E27FC236}">
                    <a16:creationId xmlns:a16="http://schemas.microsoft.com/office/drawing/2014/main" id="{B65D5403-D380-530E-4DD4-2318C0F2B7EB}"/>
                  </a:ext>
                </a:extLst>
              </p14:cNvPr>
              <p14:cNvContentPartPr/>
              <p14:nvPr/>
            </p14:nvContentPartPr>
            <p14:xfrm>
              <a:off x="9872828" y="2744944"/>
              <a:ext cx="901080" cy="321840"/>
            </p14:xfrm>
          </p:contentPart>
        </mc:Choice>
        <mc:Fallback xmlns="">
          <p:pic>
            <p:nvPicPr>
              <p:cNvPr id="34" name="Ink 33">
                <a:extLst>
                  <a:ext uri="{FF2B5EF4-FFF2-40B4-BE49-F238E27FC236}">
                    <a16:creationId xmlns:a16="http://schemas.microsoft.com/office/drawing/2014/main" id="{B65D5403-D380-530E-4DD4-2318C0F2B7EB}"/>
                  </a:ext>
                </a:extLst>
              </p:cNvPr>
              <p:cNvPicPr/>
              <p:nvPr/>
            </p:nvPicPr>
            <p:blipFill>
              <a:blip r:embed="rId12"/>
              <a:stretch>
                <a:fillRect/>
              </a:stretch>
            </p:blipFill>
            <p:spPr>
              <a:xfrm>
                <a:off x="9858788" y="2730544"/>
                <a:ext cx="925920" cy="3502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42" name="Ink 41">
                <a:extLst>
                  <a:ext uri="{FF2B5EF4-FFF2-40B4-BE49-F238E27FC236}">
                    <a16:creationId xmlns:a16="http://schemas.microsoft.com/office/drawing/2014/main" id="{1F4338F3-3B78-6B1B-90F0-D8006FC0F96B}"/>
                  </a:ext>
                </a:extLst>
              </p14:cNvPr>
              <p14:cNvContentPartPr/>
              <p14:nvPr/>
            </p14:nvContentPartPr>
            <p14:xfrm>
              <a:off x="10809548" y="2715784"/>
              <a:ext cx="761400" cy="474120"/>
            </p14:xfrm>
          </p:contentPart>
        </mc:Choice>
        <mc:Fallback xmlns="">
          <p:pic>
            <p:nvPicPr>
              <p:cNvPr id="42" name="Ink 41">
                <a:extLst>
                  <a:ext uri="{FF2B5EF4-FFF2-40B4-BE49-F238E27FC236}">
                    <a16:creationId xmlns:a16="http://schemas.microsoft.com/office/drawing/2014/main" id="{1F4338F3-3B78-6B1B-90F0-D8006FC0F96B}"/>
                  </a:ext>
                </a:extLst>
              </p:cNvPr>
              <p:cNvPicPr/>
              <p:nvPr/>
            </p:nvPicPr>
            <p:blipFill>
              <a:blip r:embed="rId14"/>
              <a:stretch>
                <a:fillRect/>
              </a:stretch>
            </p:blipFill>
            <p:spPr>
              <a:xfrm>
                <a:off x="10795148" y="2701744"/>
                <a:ext cx="789840" cy="5025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5" name="Ink 4">
                <a:extLst>
                  <a:ext uri="{FF2B5EF4-FFF2-40B4-BE49-F238E27FC236}">
                    <a16:creationId xmlns:a16="http://schemas.microsoft.com/office/drawing/2014/main" id="{8A0D3BB0-A12E-F20C-B7D9-F749F922081A}"/>
                  </a:ext>
                </a:extLst>
              </p14:cNvPr>
              <p14:cNvContentPartPr/>
              <p14:nvPr/>
            </p14:nvContentPartPr>
            <p14:xfrm>
              <a:off x="2133181" y="3702968"/>
              <a:ext cx="224280" cy="412920"/>
            </p14:xfrm>
          </p:contentPart>
        </mc:Choice>
        <mc:Fallback xmlns="">
          <p:pic>
            <p:nvPicPr>
              <p:cNvPr id="5" name="Ink 4">
                <a:extLst>
                  <a:ext uri="{FF2B5EF4-FFF2-40B4-BE49-F238E27FC236}">
                    <a16:creationId xmlns:a16="http://schemas.microsoft.com/office/drawing/2014/main" id="{8A0D3BB0-A12E-F20C-B7D9-F749F922081A}"/>
                  </a:ext>
                </a:extLst>
              </p:cNvPr>
              <p:cNvPicPr/>
              <p:nvPr/>
            </p:nvPicPr>
            <p:blipFill>
              <a:blip r:embed="rId16"/>
              <a:stretch>
                <a:fillRect/>
              </a:stretch>
            </p:blipFill>
            <p:spPr>
              <a:xfrm>
                <a:off x="2122381" y="3692168"/>
                <a:ext cx="245520" cy="43416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8" name="Ink 7">
                <a:extLst>
                  <a:ext uri="{FF2B5EF4-FFF2-40B4-BE49-F238E27FC236}">
                    <a16:creationId xmlns:a16="http://schemas.microsoft.com/office/drawing/2014/main" id="{9287CF70-6527-5F3D-9708-A0FE419BC9CC}"/>
                  </a:ext>
                </a:extLst>
              </p14:cNvPr>
              <p14:cNvContentPartPr/>
              <p14:nvPr/>
            </p14:nvContentPartPr>
            <p14:xfrm>
              <a:off x="2422662" y="3819167"/>
              <a:ext cx="189000" cy="182880"/>
            </p14:xfrm>
          </p:contentPart>
        </mc:Choice>
        <mc:Fallback xmlns="">
          <p:pic>
            <p:nvPicPr>
              <p:cNvPr id="8" name="Ink 7">
                <a:extLst>
                  <a:ext uri="{FF2B5EF4-FFF2-40B4-BE49-F238E27FC236}">
                    <a16:creationId xmlns:a16="http://schemas.microsoft.com/office/drawing/2014/main" id="{9287CF70-6527-5F3D-9708-A0FE419BC9CC}"/>
                  </a:ext>
                </a:extLst>
              </p:cNvPr>
              <p:cNvPicPr/>
              <p:nvPr/>
            </p:nvPicPr>
            <p:blipFill>
              <a:blip r:embed="rId18"/>
              <a:stretch>
                <a:fillRect/>
              </a:stretch>
            </p:blipFill>
            <p:spPr>
              <a:xfrm>
                <a:off x="2411862" y="3808367"/>
                <a:ext cx="210240" cy="2041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5" name="Ink 14">
                <a:extLst>
                  <a:ext uri="{FF2B5EF4-FFF2-40B4-BE49-F238E27FC236}">
                    <a16:creationId xmlns:a16="http://schemas.microsoft.com/office/drawing/2014/main" id="{05ABD249-77AB-96DA-878E-697094586F8C}"/>
                  </a:ext>
                </a:extLst>
              </p14:cNvPr>
              <p14:cNvContentPartPr/>
              <p14:nvPr/>
            </p14:nvContentPartPr>
            <p14:xfrm>
              <a:off x="2701378" y="3602058"/>
              <a:ext cx="1006920" cy="1071720"/>
            </p14:xfrm>
          </p:contentPart>
        </mc:Choice>
        <mc:Fallback xmlns="">
          <p:pic>
            <p:nvPicPr>
              <p:cNvPr id="15" name="Ink 14">
                <a:extLst>
                  <a:ext uri="{FF2B5EF4-FFF2-40B4-BE49-F238E27FC236}">
                    <a16:creationId xmlns:a16="http://schemas.microsoft.com/office/drawing/2014/main" id="{05ABD249-77AB-96DA-878E-697094586F8C}"/>
                  </a:ext>
                </a:extLst>
              </p:cNvPr>
              <p:cNvPicPr/>
              <p:nvPr/>
            </p:nvPicPr>
            <p:blipFill>
              <a:blip r:embed="rId20"/>
              <a:stretch>
                <a:fillRect/>
              </a:stretch>
            </p:blipFill>
            <p:spPr>
              <a:xfrm>
                <a:off x="2690938" y="3591258"/>
                <a:ext cx="1028160" cy="109296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8" name="Ink 27">
                <a:extLst>
                  <a:ext uri="{FF2B5EF4-FFF2-40B4-BE49-F238E27FC236}">
                    <a16:creationId xmlns:a16="http://schemas.microsoft.com/office/drawing/2014/main" id="{C2570EAF-468D-2409-F916-97E02FCA2726}"/>
                  </a:ext>
                </a:extLst>
              </p14:cNvPr>
              <p14:cNvContentPartPr/>
              <p14:nvPr/>
            </p14:nvContentPartPr>
            <p14:xfrm>
              <a:off x="3846898" y="3994818"/>
              <a:ext cx="164160" cy="145440"/>
            </p14:xfrm>
          </p:contentPart>
        </mc:Choice>
        <mc:Fallback xmlns="">
          <p:pic>
            <p:nvPicPr>
              <p:cNvPr id="28" name="Ink 27">
                <a:extLst>
                  <a:ext uri="{FF2B5EF4-FFF2-40B4-BE49-F238E27FC236}">
                    <a16:creationId xmlns:a16="http://schemas.microsoft.com/office/drawing/2014/main" id="{C2570EAF-468D-2409-F916-97E02FCA2726}"/>
                  </a:ext>
                </a:extLst>
              </p:cNvPr>
              <p:cNvPicPr/>
              <p:nvPr/>
            </p:nvPicPr>
            <p:blipFill>
              <a:blip r:embed="rId22"/>
              <a:stretch>
                <a:fillRect/>
              </a:stretch>
            </p:blipFill>
            <p:spPr>
              <a:xfrm>
                <a:off x="3836098" y="3984018"/>
                <a:ext cx="185400" cy="16668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9" name="Ink 28">
                <a:extLst>
                  <a:ext uri="{FF2B5EF4-FFF2-40B4-BE49-F238E27FC236}">
                    <a16:creationId xmlns:a16="http://schemas.microsoft.com/office/drawing/2014/main" id="{E22A2109-8AC7-A186-E07C-6E3741BA632A}"/>
                  </a:ext>
                </a:extLst>
              </p14:cNvPr>
              <p14:cNvContentPartPr/>
              <p14:nvPr/>
            </p14:nvContentPartPr>
            <p14:xfrm>
              <a:off x="3458818" y="3479658"/>
              <a:ext cx="658440" cy="258840"/>
            </p14:xfrm>
          </p:contentPart>
        </mc:Choice>
        <mc:Fallback xmlns="">
          <p:pic>
            <p:nvPicPr>
              <p:cNvPr id="29" name="Ink 28">
                <a:extLst>
                  <a:ext uri="{FF2B5EF4-FFF2-40B4-BE49-F238E27FC236}">
                    <a16:creationId xmlns:a16="http://schemas.microsoft.com/office/drawing/2014/main" id="{E22A2109-8AC7-A186-E07C-6E3741BA632A}"/>
                  </a:ext>
                </a:extLst>
              </p:cNvPr>
              <p:cNvPicPr/>
              <p:nvPr/>
            </p:nvPicPr>
            <p:blipFill>
              <a:blip r:embed="rId24"/>
              <a:stretch>
                <a:fillRect/>
              </a:stretch>
            </p:blipFill>
            <p:spPr>
              <a:xfrm>
                <a:off x="3448378" y="3468858"/>
                <a:ext cx="679680" cy="28008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58" name="Ink 57">
                <a:extLst>
                  <a:ext uri="{FF2B5EF4-FFF2-40B4-BE49-F238E27FC236}">
                    <a16:creationId xmlns:a16="http://schemas.microsoft.com/office/drawing/2014/main" id="{57D726D9-A5DE-E017-8C91-DCED81F46A01}"/>
                  </a:ext>
                </a:extLst>
              </p14:cNvPr>
              <p14:cNvContentPartPr/>
              <p14:nvPr/>
            </p14:nvContentPartPr>
            <p14:xfrm>
              <a:off x="3488789" y="3668905"/>
              <a:ext cx="1558800" cy="1403640"/>
            </p14:xfrm>
          </p:contentPart>
        </mc:Choice>
        <mc:Fallback xmlns="">
          <p:pic>
            <p:nvPicPr>
              <p:cNvPr id="58" name="Ink 57">
                <a:extLst>
                  <a:ext uri="{FF2B5EF4-FFF2-40B4-BE49-F238E27FC236}">
                    <a16:creationId xmlns:a16="http://schemas.microsoft.com/office/drawing/2014/main" id="{57D726D9-A5DE-E017-8C91-DCED81F46A01}"/>
                  </a:ext>
                </a:extLst>
              </p:cNvPr>
              <p:cNvPicPr/>
              <p:nvPr/>
            </p:nvPicPr>
            <p:blipFill>
              <a:blip r:embed="rId26"/>
              <a:stretch>
                <a:fillRect/>
              </a:stretch>
            </p:blipFill>
            <p:spPr>
              <a:xfrm>
                <a:off x="3478351" y="3658465"/>
                <a:ext cx="1580035" cy="142488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59" name="Ink 58">
                <a:extLst>
                  <a:ext uri="{FF2B5EF4-FFF2-40B4-BE49-F238E27FC236}">
                    <a16:creationId xmlns:a16="http://schemas.microsoft.com/office/drawing/2014/main" id="{C3507D0B-3127-761B-364B-CE8CA7A66B01}"/>
                  </a:ext>
                </a:extLst>
              </p14:cNvPr>
              <p14:cNvContentPartPr/>
              <p14:nvPr/>
            </p14:nvContentPartPr>
            <p14:xfrm>
              <a:off x="6079025" y="3714920"/>
              <a:ext cx="894600" cy="1080720"/>
            </p14:xfrm>
          </p:contentPart>
        </mc:Choice>
        <mc:Fallback xmlns="">
          <p:pic>
            <p:nvPicPr>
              <p:cNvPr id="59" name="Ink 58">
                <a:extLst>
                  <a:ext uri="{FF2B5EF4-FFF2-40B4-BE49-F238E27FC236}">
                    <a16:creationId xmlns:a16="http://schemas.microsoft.com/office/drawing/2014/main" id="{C3507D0B-3127-761B-364B-CE8CA7A66B01}"/>
                  </a:ext>
                </a:extLst>
              </p:cNvPr>
              <p:cNvPicPr/>
              <p:nvPr/>
            </p:nvPicPr>
            <p:blipFill>
              <a:blip r:embed="rId28"/>
              <a:stretch>
                <a:fillRect/>
              </a:stretch>
            </p:blipFill>
            <p:spPr>
              <a:xfrm>
                <a:off x="6068221" y="3704120"/>
                <a:ext cx="915849" cy="110196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60" name="Ink 59">
                <a:extLst>
                  <a:ext uri="{FF2B5EF4-FFF2-40B4-BE49-F238E27FC236}">
                    <a16:creationId xmlns:a16="http://schemas.microsoft.com/office/drawing/2014/main" id="{C5DB9CDD-B8D6-2A00-E977-ABE8271CEEEA}"/>
                  </a:ext>
                </a:extLst>
              </p14:cNvPr>
              <p14:cNvContentPartPr/>
              <p14:nvPr/>
            </p14:nvContentPartPr>
            <p14:xfrm>
              <a:off x="6310145" y="3971240"/>
              <a:ext cx="381960" cy="86760"/>
            </p14:xfrm>
          </p:contentPart>
        </mc:Choice>
        <mc:Fallback xmlns="">
          <p:pic>
            <p:nvPicPr>
              <p:cNvPr id="60" name="Ink 59">
                <a:extLst>
                  <a:ext uri="{FF2B5EF4-FFF2-40B4-BE49-F238E27FC236}">
                    <a16:creationId xmlns:a16="http://schemas.microsoft.com/office/drawing/2014/main" id="{C5DB9CDD-B8D6-2A00-E977-ABE8271CEEEA}"/>
                  </a:ext>
                </a:extLst>
              </p:cNvPr>
              <p:cNvPicPr/>
              <p:nvPr/>
            </p:nvPicPr>
            <p:blipFill>
              <a:blip r:embed="rId30"/>
              <a:stretch>
                <a:fillRect/>
              </a:stretch>
            </p:blipFill>
            <p:spPr>
              <a:xfrm>
                <a:off x="6299345" y="3960485"/>
                <a:ext cx="403200" cy="107912"/>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61" name="Ink 60">
                <a:extLst>
                  <a:ext uri="{FF2B5EF4-FFF2-40B4-BE49-F238E27FC236}">
                    <a16:creationId xmlns:a16="http://schemas.microsoft.com/office/drawing/2014/main" id="{94CE7CDE-6E55-B37E-640D-D70551695696}"/>
                  </a:ext>
                </a:extLst>
              </p14:cNvPr>
              <p14:cNvContentPartPr/>
              <p14:nvPr/>
            </p14:nvContentPartPr>
            <p14:xfrm>
              <a:off x="6380705" y="4120640"/>
              <a:ext cx="276120" cy="84600"/>
            </p14:xfrm>
          </p:contentPart>
        </mc:Choice>
        <mc:Fallback xmlns="">
          <p:pic>
            <p:nvPicPr>
              <p:cNvPr id="61" name="Ink 60">
                <a:extLst>
                  <a:ext uri="{FF2B5EF4-FFF2-40B4-BE49-F238E27FC236}">
                    <a16:creationId xmlns:a16="http://schemas.microsoft.com/office/drawing/2014/main" id="{94CE7CDE-6E55-B37E-640D-D70551695696}"/>
                  </a:ext>
                </a:extLst>
              </p:cNvPr>
              <p:cNvPicPr/>
              <p:nvPr/>
            </p:nvPicPr>
            <p:blipFill>
              <a:blip r:embed="rId32"/>
              <a:stretch>
                <a:fillRect/>
              </a:stretch>
            </p:blipFill>
            <p:spPr>
              <a:xfrm>
                <a:off x="6369905" y="4109840"/>
                <a:ext cx="29736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62" name="Ink 61">
                <a:extLst>
                  <a:ext uri="{FF2B5EF4-FFF2-40B4-BE49-F238E27FC236}">
                    <a16:creationId xmlns:a16="http://schemas.microsoft.com/office/drawing/2014/main" id="{908DBAF7-C796-7003-F4CC-98C2086FD850}"/>
                  </a:ext>
                </a:extLst>
              </p14:cNvPr>
              <p14:cNvContentPartPr/>
              <p14:nvPr/>
            </p14:nvContentPartPr>
            <p14:xfrm>
              <a:off x="6444785" y="4252040"/>
              <a:ext cx="180720" cy="48600"/>
            </p14:xfrm>
          </p:contentPart>
        </mc:Choice>
        <mc:Fallback xmlns="">
          <p:pic>
            <p:nvPicPr>
              <p:cNvPr id="62" name="Ink 61">
                <a:extLst>
                  <a:ext uri="{FF2B5EF4-FFF2-40B4-BE49-F238E27FC236}">
                    <a16:creationId xmlns:a16="http://schemas.microsoft.com/office/drawing/2014/main" id="{908DBAF7-C796-7003-F4CC-98C2086FD850}"/>
                  </a:ext>
                </a:extLst>
              </p:cNvPr>
              <p:cNvPicPr/>
              <p:nvPr/>
            </p:nvPicPr>
            <p:blipFill>
              <a:blip r:embed="rId34"/>
              <a:stretch>
                <a:fillRect/>
              </a:stretch>
            </p:blipFill>
            <p:spPr>
              <a:xfrm>
                <a:off x="6433985" y="4241159"/>
                <a:ext cx="201960" cy="69999"/>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63" name="Ink 62">
                <a:extLst>
                  <a:ext uri="{FF2B5EF4-FFF2-40B4-BE49-F238E27FC236}">
                    <a16:creationId xmlns:a16="http://schemas.microsoft.com/office/drawing/2014/main" id="{AB45DC7A-15ED-EBE2-AB21-3AC17FA9E005}"/>
                  </a:ext>
                </a:extLst>
              </p14:cNvPr>
              <p14:cNvContentPartPr/>
              <p14:nvPr/>
            </p14:nvContentPartPr>
            <p14:xfrm>
              <a:off x="6359465" y="4432040"/>
              <a:ext cx="361080" cy="62280"/>
            </p14:xfrm>
          </p:contentPart>
        </mc:Choice>
        <mc:Fallback xmlns="">
          <p:pic>
            <p:nvPicPr>
              <p:cNvPr id="63" name="Ink 62">
                <a:extLst>
                  <a:ext uri="{FF2B5EF4-FFF2-40B4-BE49-F238E27FC236}">
                    <a16:creationId xmlns:a16="http://schemas.microsoft.com/office/drawing/2014/main" id="{AB45DC7A-15ED-EBE2-AB21-3AC17FA9E005}"/>
                  </a:ext>
                </a:extLst>
              </p:cNvPr>
              <p:cNvPicPr/>
              <p:nvPr/>
            </p:nvPicPr>
            <p:blipFill>
              <a:blip r:embed="rId36"/>
              <a:stretch>
                <a:fillRect/>
              </a:stretch>
            </p:blipFill>
            <p:spPr>
              <a:xfrm>
                <a:off x="6348665" y="4421240"/>
                <a:ext cx="38232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33472" name="Ink 233471">
                <a:extLst>
                  <a:ext uri="{FF2B5EF4-FFF2-40B4-BE49-F238E27FC236}">
                    <a16:creationId xmlns:a16="http://schemas.microsoft.com/office/drawing/2014/main" id="{EAA7079F-FE36-06F0-4F24-C9774E2487F0}"/>
                  </a:ext>
                </a:extLst>
              </p14:cNvPr>
              <p14:cNvContentPartPr/>
              <p14:nvPr/>
            </p14:nvContentPartPr>
            <p14:xfrm>
              <a:off x="6474665" y="3690800"/>
              <a:ext cx="24480" cy="272520"/>
            </p14:xfrm>
          </p:contentPart>
        </mc:Choice>
        <mc:Fallback xmlns="">
          <p:pic>
            <p:nvPicPr>
              <p:cNvPr id="233472" name="Ink 233471">
                <a:extLst>
                  <a:ext uri="{FF2B5EF4-FFF2-40B4-BE49-F238E27FC236}">
                    <a16:creationId xmlns:a16="http://schemas.microsoft.com/office/drawing/2014/main" id="{EAA7079F-FE36-06F0-4F24-C9774E2487F0}"/>
                  </a:ext>
                </a:extLst>
              </p:cNvPr>
              <p:cNvPicPr/>
              <p:nvPr/>
            </p:nvPicPr>
            <p:blipFill>
              <a:blip r:embed="rId38"/>
              <a:stretch>
                <a:fillRect/>
              </a:stretch>
            </p:blipFill>
            <p:spPr>
              <a:xfrm>
                <a:off x="6464022" y="3680000"/>
                <a:ext cx="45412" cy="29376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33473" name="Ink 233472">
                <a:extLst>
                  <a:ext uri="{FF2B5EF4-FFF2-40B4-BE49-F238E27FC236}">
                    <a16:creationId xmlns:a16="http://schemas.microsoft.com/office/drawing/2014/main" id="{2250F5B3-8A86-7989-2F2B-4EFCC0A747C5}"/>
                  </a:ext>
                </a:extLst>
              </p14:cNvPr>
              <p14:cNvContentPartPr/>
              <p14:nvPr/>
            </p14:nvContentPartPr>
            <p14:xfrm>
              <a:off x="6408785" y="3529160"/>
              <a:ext cx="194400" cy="175680"/>
            </p14:xfrm>
          </p:contentPart>
        </mc:Choice>
        <mc:Fallback xmlns="">
          <p:pic>
            <p:nvPicPr>
              <p:cNvPr id="233473" name="Ink 233472">
                <a:extLst>
                  <a:ext uri="{FF2B5EF4-FFF2-40B4-BE49-F238E27FC236}">
                    <a16:creationId xmlns:a16="http://schemas.microsoft.com/office/drawing/2014/main" id="{2250F5B3-8A86-7989-2F2B-4EFCC0A747C5}"/>
                  </a:ext>
                </a:extLst>
              </p:cNvPr>
              <p:cNvPicPr/>
              <p:nvPr/>
            </p:nvPicPr>
            <p:blipFill>
              <a:blip r:embed="rId40"/>
              <a:stretch>
                <a:fillRect/>
              </a:stretch>
            </p:blipFill>
            <p:spPr>
              <a:xfrm>
                <a:off x="6397965" y="3518360"/>
                <a:ext cx="215679" cy="19692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33476" name="Ink 233475">
                <a:extLst>
                  <a:ext uri="{FF2B5EF4-FFF2-40B4-BE49-F238E27FC236}">
                    <a16:creationId xmlns:a16="http://schemas.microsoft.com/office/drawing/2014/main" id="{DB0C9EF7-9CC6-B11F-F8B8-F574165DAE33}"/>
                  </a:ext>
                </a:extLst>
              </p14:cNvPr>
              <p14:cNvContentPartPr/>
              <p14:nvPr/>
            </p14:nvContentPartPr>
            <p14:xfrm>
              <a:off x="6595625" y="3486320"/>
              <a:ext cx="310320" cy="242640"/>
            </p14:xfrm>
          </p:contentPart>
        </mc:Choice>
        <mc:Fallback xmlns="">
          <p:pic>
            <p:nvPicPr>
              <p:cNvPr id="233476" name="Ink 233475">
                <a:extLst>
                  <a:ext uri="{FF2B5EF4-FFF2-40B4-BE49-F238E27FC236}">
                    <a16:creationId xmlns:a16="http://schemas.microsoft.com/office/drawing/2014/main" id="{DB0C9EF7-9CC6-B11F-F8B8-F574165DAE33}"/>
                  </a:ext>
                </a:extLst>
              </p:cNvPr>
              <p:cNvPicPr/>
              <p:nvPr/>
            </p:nvPicPr>
            <p:blipFill>
              <a:blip r:embed="rId42"/>
              <a:stretch>
                <a:fillRect/>
              </a:stretch>
            </p:blipFill>
            <p:spPr>
              <a:xfrm>
                <a:off x="6584825" y="3475520"/>
                <a:ext cx="331560" cy="26388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33477" name="Ink 233476">
                <a:extLst>
                  <a:ext uri="{FF2B5EF4-FFF2-40B4-BE49-F238E27FC236}">
                    <a16:creationId xmlns:a16="http://schemas.microsoft.com/office/drawing/2014/main" id="{0A5869A7-0F71-DFAF-8104-7B854504E79B}"/>
                  </a:ext>
                </a:extLst>
              </p14:cNvPr>
              <p14:cNvContentPartPr/>
              <p14:nvPr/>
            </p14:nvContentPartPr>
            <p14:xfrm>
              <a:off x="7166945" y="3625640"/>
              <a:ext cx="900720" cy="1000080"/>
            </p14:xfrm>
          </p:contentPart>
        </mc:Choice>
        <mc:Fallback xmlns="">
          <p:pic>
            <p:nvPicPr>
              <p:cNvPr id="233477" name="Ink 233476">
                <a:extLst>
                  <a:ext uri="{FF2B5EF4-FFF2-40B4-BE49-F238E27FC236}">
                    <a16:creationId xmlns:a16="http://schemas.microsoft.com/office/drawing/2014/main" id="{0A5869A7-0F71-DFAF-8104-7B854504E79B}"/>
                  </a:ext>
                </a:extLst>
              </p:cNvPr>
              <p:cNvPicPr/>
              <p:nvPr/>
            </p:nvPicPr>
            <p:blipFill>
              <a:blip r:embed="rId44"/>
              <a:stretch>
                <a:fillRect/>
              </a:stretch>
            </p:blipFill>
            <p:spPr>
              <a:xfrm>
                <a:off x="7156141" y="3614840"/>
                <a:ext cx="921968" cy="102132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233478" name="Ink 233477">
                <a:extLst>
                  <a:ext uri="{FF2B5EF4-FFF2-40B4-BE49-F238E27FC236}">
                    <a16:creationId xmlns:a16="http://schemas.microsoft.com/office/drawing/2014/main" id="{1B2BC921-50D8-A062-7E7C-8426BBA793A2}"/>
                  </a:ext>
                </a:extLst>
              </p14:cNvPr>
              <p14:cNvContentPartPr/>
              <p14:nvPr/>
            </p14:nvContentPartPr>
            <p14:xfrm>
              <a:off x="7430825" y="3497120"/>
              <a:ext cx="16920" cy="124560"/>
            </p14:xfrm>
          </p:contentPart>
        </mc:Choice>
        <mc:Fallback xmlns="">
          <p:pic>
            <p:nvPicPr>
              <p:cNvPr id="233478" name="Ink 233477">
                <a:extLst>
                  <a:ext uri="{FF2B5EF4-FFF2-40B4-BE49-F238E27FC236}">
                    <a16:creationId xmlns:a16="http://schemas.microsoft.com/office/drawing/2014/main" id="{1B2BC921-50D8-A062-7E7C-8426BBA793A2}"/>
                  </a:ext>
                </a:extLst>
              </p:cNvPr>
              <p:cNvPicPr/>
              <p:nvPr/>
            </p:nvPicPr>
            <p:blipFill>
              <a:blip r:embed="rId46"/>
              <a:stretch>
                <a:fillRect/>
              </a:stretch>
            </p:blipFill>
            <p:spPr>
              <a:xfrm>
                <a:off x="7420025" y="3486320"/>
                <a:ext cx="38160" cy="1458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233479" name="Ink 233478">
                <a:extLst>
                  <a:ext uri="{FF2B5EF4-FFF2-40B4-BE49-F238E27FC236}">
                    <a16:creationId xmlns:a16="http://schemas.microsoft.com/office/drawing/2014/main" id="{DE8C3ECE-8142-0096-9CA1-322EAA09934F}"/>
                  </a:ext>
                </a:extLst>
              </p14:cNvPr>
              <p14:cNvContentPartPr/>
              <p14:nvPr/>
            </p14:nvContentPartPr>
            <p14:xfrm>
              <a:off x="7454585" y="3465800"/>
              <a:ext cx="72720" cy="97200"/>
            </p14:xfrm>
          </p:contentPart>
        </mc:Choice>
        <mc:Fallback xmlns="">
          <p:pic>
            <p:nvPicPr>
              <p:cNvPr id="233479" name="Ink 233478">
                <a:extLst>
                  <a:ext uri="{FF2B5EF4-FFF2-40B4-BE49-F238E27FC236}">
                    <a16:creationId xmlns:a16="http://schemas.microsoft.com/office/drawing/2014/main" id="{DE8C3ECE-8142-0096-9CA1-322EAA09934F}"/>
                  </a:ext>
                </a:extLst>
              </p:cNvPr>
              <p:cNvPicPr/>
              <p:nvPr/>
            </p:nvPicPr>
            <p:blipFill>
              <a:blip r:embed="rId48"/>
              <a:stretch>
                <a:fillRect/>
              </a:stretch>
            </p:blipFill>
            <p:spPr>
              <a:xfrm>
                <a:off x="7443785" y="3455040"/>
                <a:ext cx="93960" cy="118362"/>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233480" name="Ink 233479">
                <a:extLst>
                  <a:ext uri="{FF2B5EF4-FFF2-40B4-BE49-F238E27FC236}">
                    <a16:creationId xmlns:a16="http://schemas.microsoft.com/office/drawing/2014/main" id="{C315A4BA-0604-CC49-5050-7917C354DE8B}"/>
                  </a:ext>
                </a:extLst>
              </p14:cNvPr>
              <p14:cNvContentPartPr/>
              <p14:nvPr/>
            </p14:nvContentPartPr>
            <p14:xfrm>
              <a:off x="7547825" y="3462200"/>
              <a:ext cx="131760" cy="127800"/>
            </p14:xfrm>
          </p:contentPart>
        </mc:Choice>
        <mc:Fallback xmlns="">
          <p:pic>
            <p:nvPicPr>
              <p:cNvPr id="233480" name="Ink 233479">
                <a:extLst>
                  <a:ext uri="{FF2B5EF4-FFF2-40B4-BE49-F238E27FC236}">
                    <a16:creationId xmlns:a16="http://schemas.microsoft.com/office/drawing/2014/main" id="{C315A4BA-0604-CC49-5050-7917C354DE8B}"/>
                  </a:ext>
                </a:extLst>
              </p:cNvPr>
              <p:cNvPicPr/>
              <p:nvPr/>
            </p:nvPicPr>
            <p:blipFill>
              <a:blip r:embed="rId50"/>
              <a:stretch>
                <a:fillRect/>
              </a:stretch>
            </p:blipFill>
            <p:spPr>
              <a:xfrm>
                <a:off x="7537025" y="3451369"/>
                <a:ext cx="153000" cy="14910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233481" name="Ink 233480">
                <a:extLst>
                  <a:ext uri="{FF2B5EF4-FFF2-40B4-BE49-F238E27FC236}">
                    <a16:creationId xmlns:a16="http://schemas.microsoft.com/office/drawing/2014/main" id="{52126574-9AFA-ACCB-B680-F65D141BDE27}"/>
                  </a:ext>
                </a:extLst>
              </p14:cNvPr>
              <p14:cNvContentPartPr/>
              <p14:nvPr/>
            </p14:nvContentPartPr>
            <p14:xfrm>
              <a:off x="7675985" y="3462200"/>
              <a:ext cx="93960" cy="159120"/>
            </p14:xfrm>
          </p:contentPart>
        </mc:Choice>
        <mc:Fallback xmlns="">
          <p:pic>
            <p:nvPicPr>
              <p:cNvPr id="233481" name="Ink 233480">
                <a:extLst>
                  <a:ext uri="{FF2B5EF4-FFF2-40B4-BE49-F238E27FC236}">
                    <a16:creationId xmlns:a16="http://schemas.microsoft.com/office/drawing/2014/main" id="{52126574-9AFA-ACCB-B680-F65D141BDE27}"/>
                  </a:ext>
                </a:extLst>
              </p:cNvPr>
              <p:cNvPicPr/>
              <p:nvPr/>
            </p:nvPicPr>
            <p:blipFill>
              <a:blip r:embed="rId52"/>
              <a:stretch>
                <a:fillRect/>
              </a:stretch>
            </p:blipFill>
            <p:spPr>
              <a:xfrm>
                <a:off x="7665143" y="3451400"/>
                <a:ext cx="115282" cy="18036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233482" name="Ink 233481">
                <a:extLst>
                  <a:ext uri="{FF2B5EF4-FFF2-40B4-BE49-F238E27FC236}">
                    <a16:creationId xmlns:a16="http://schemas.microsoft.com/office/drawing/2014/main" id="{72B24811-00C7-34AF-C1C6-12197C8B8C67}"/>
                  </a:ext>
                </a:extLst>
              </p14:cNvPr>
              <p14:cNvContentPartPr/>
              <p14:nvPr/>
            </p14:nvContentPartPr>
            <p14:xfrm>
              <a:off x="7894145" y="3449960"/>
              <a:ext cx="83520" cy="241560"/>
            </p14:xfrm>
          </p:contentPart>
        </mc:Choice>
        <mc:Fallback xmlns="">
          <p:pic>
            <p:nvPicPr>
              <p:cNvPr id="233482" name="Ink 233481">
                <a:extLst>
                  <a:ext uri="{FF2B5EF4-FFF2-40B4-BE49-F238E27FC236}">
                    <a16:creationId xmlns:a16="http://schemas.microsoft.com/office/drawing/2014/main" id="{72B24811-00C7-34AF-C1C6-12197C8B8C67}"/>
                  </a:ext>
                </a:extLst>
              </p:cNvPr>
              <p:cNvPicPr/>
              <p:nvPr/>
            </p:nvPicPr>
            <p:blipFill>
              <a:blip r:embed="rId54"/>
              <a:stretch>
                <a:fillRect/>
              </a:stretch>
            </p:blipFill>
            <p:spPr>
              <a:xfrm>
                <a:off x="7883298" y="3439176"/>
                <a:ext cx="104852" cy="262768"/>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233483" name="Ink 233482">
                <a:extLst>
                  <a:ext uri="{FF2B5EF4-FFF2-40B4-BE49-F238E27FC236}">
                    <a16:creationId xmlns:a16="http://schemas.microsoft.com/office/drawing/2014/main" id="{B1642DE6-154D-FEA4-0C83-2EBDA6444B01}"/>
                  </a:ext>
                </a:extLst>
              </p14:cNvPr>
              <p14:cNvContentPartPr/>
              <p14:nvPr/>
            </p14:nvContentPartPr>
            <p14:xfrm>
              <a:off x="7887305" y="3566240"/>
              <a:ext cx="76680" cy="21240"/>
            </p14:xfrm>
          </p:contentPart>
        </mc:Choice>
        <mc:Fallback xmlns="">
          <p:pic>
            <p:nvPicPr>
              <p:cNvPr id="233483" name="Ink 233482">
                <a:extLst>
                  <a:ext uri="{FF2B5EF4-FFF2-40B4-BE49-F238E27FC236}">
                    <a16:creationId xmlns:a16="http://schemas.microsoft.com/office/drawing/2014/main" id="{B1642DE6-154D-FEA4-0C83-2EBDA6444B01}"/>
                  </a:ext>
                </a:extLst>
              </p:cNvPr>
              <p:cNvPicPr/>
              <p:nvPr/>
            </p:nvPicPr>
            <p:blipFill>
              <a:blip r:embed="rId56"/>
              <a:stretch>
                <a:fillRect/>
              </a:stretch>
            </p:blipFill>
            <p:spPr>
              <a:xfrm>
                <a:off x="7876505" y="3555440"/>
                <a:ext cx="9792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233484" name="Ink 233483">
                <a:extLst>
                  <a:ext uri="{FF2B5EF4-FFF2-40B4-BE49-F238E27FC236}">
                    <a16:creationId xmlns:a16="http://schemas.microsoft.com/office/drawing/2014/main" id="{1BFC9542-2312-39B8-7B53-01B8BEBC6215}"/>
                  </a:ext>
                </a:extLst>
              </p14:cNvPr>
              <p14:cNvContentPartPr/>
              <p14:nvPr/>
            </p14:nvContentPartPr>
            <p14:xfrm>
              <a:off x="7977305" y="3566240"/>
              <a:ext cx="14040" cy="78480"/>
            </p14:xfrm>
          </p:contentPart>
        </mc:Choice>
        <mc:Fallback xmlns="">
          <p:pic>
            <p:nvPicPr>
              <p:cNvPr id="233484" name="Ink 233483">
                <a:extLst>
                  <a:ext uri="{FF2B5EF4-FFF2-40B4-BE49-F238E27FC236}">
                    <a16:creationId xmlns:a16="http://schemas.microsoft.com/office/drawing/2014/main" id="{1BFC9542-2312-39B8-7B53-01B8BEBC6215}"/>
                  </a:ext>
                </a:extLst>
              </p:cNvPr>
              <p:cNvPicPr/>
              <p:nvPr/>
            </p:nvPicPr>
            <p:blipFill>
              <a:blip r:embed="rId58"/>
              <a:stretch>
                <a:fillRect/>
              </a:stretch>
            </p:blipFill>
            <p:spPr>
              <a:xfrm>
                <a:off x="7966775" y="3555440"/>
                <a:ext cx="34749" cy="9972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233485" name="Ink 233484">
                <a:extLst>
                  <a:ext uri="{FF2B5EF4-FFF2-40B4-BE49-F238E27FC236}">
                    <a16:creationId xmlns:a16="http://schemas.microsoft.com/office/drawing/2014/main" id="{0598F1BB-6EF7-1B95-AFA3-9651B310D495}"/>
                  </a:ext>
                </a:extLst>
              </p14:cNvPr>
              <p14:cNvContentPartPr/>
              <p14:nvPr/>
            </p14:nvContentPartPr>
            <p14:xfrm>
              <a:off x="8005025" y="3521240"/>
              <a:ext cx="7200" cy="14040"/>
            </p14:xfrm>
          </p:contentPart>
        </mc:Choice>
        <mc:Fallback xmlns="">
          <p:pic>
            <p:nvPicPr>
              <p:cNvPr id="233485" name="Ink 233484">
                <a:extLst>
                  <a:ext uri="{FF2B5EF4-FFF2-40B4-BE49-F238E27FC236}">
                    <a16:creationId xmlns:a16="http://schemas.microsoft.com/office/drawing/2014/main" id="{0598F1BB-6EF7-1B95-AFA3-9651B310D495}"/>
                  </a:ext>
                </a:extLst>
              </p:cNvPr>
              <p:cNvPicPr/>
              <p:nvPr/>
            </p:nvPicPr>
            <p:blipFill>
              <a:blip r:embed="rId60"/>
              <a:stretch>
                <a:fillRect/>
              </a:stretch>
            </p:blipFill>
            <p:spPr>
              <a:xfrm>
                <a:off x="7994739" y="3510710"/>
                <a:ext cx="27429" cy="34749"/>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233486" name="Ink 233485">
                <a:extLst>
                  <a:ext uri="{FF2B5EF4-FFF2-40B4-BE49-F238E27FC236}">
                    <a16:creationId xmlns:a16="http://schemas.microsoft.com/office/drawing/2014/main" id="{AF3576EE-D1A1-BE6A-9C20-93B346C042D7}"/>
                  </a:ext>
                </a:extLst>
              </p14:cNvPr>
              <p14:cNvContentPartPr/>
              <p14:nvPr/>
            </p14:nvContentPartPr>
            <p14:xfrm>
              <a:off x="8029145" y="3559040"/>
              <a:ext cx="10800" cy="76680"/>
            </p14:xfrm>
          </p:contentPart>
        </mc:Choice>
        <mc:Fallback xmlns="">
          <p:pic>
            <p:nvPicPr>
              <p:cNvPr id="233486" name="Ink 233485">
                <a:extLst>
                  <a:ext uri="{FF2B5EF4-FFF2-40B4-BE49-F238E27FC236}">
                    <a16:creationId xmlns:a16="http://schemas.microsoft.com/office/drawing/2014/main" id="{AF3576EE-D1A1-BE6A-9C20-93B346C042D7}"/>
                  </a:ext>
                </a:extLst>
              </p:cNvPr>
              <p:cNvPicPr/>
              <p:nvPr/>
            </p:nvPicPr>
            <p:blipFill>
              <a:blip r:embed="rId62"/>
              <a:stretch>
                <a:fillRect/>
              </a:stretch>
            </p:blipFill>
            <p:spPr>
              <a:xfrm>
                <a:off x="8018345" y="3548240"/>
                <a:ext cx="3204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233487" name="Ink 233486">
                <a:extLst>
                  <a:ext uri="{FF2B5EF4-FFF2-40B4-BE49-F238E27FC236}">
                    <a16:creationId xmlns:a16="http://schemas.microsoft.com/office/drawing/2014/main" id="{DC74B0CE-61B0-43A2-8DA8-AC239B6E92E1}"/>
                  </a:ext>
                </a:extLst>
              </p14:cNvPr>
              <p14:cNvContentPartPr/>
              <p14:nvPr/>
            </p14:nvContentPartPr>
            <p14:xfrm>
              <a:off x="8064065" y="3552560"/>
              <a:ext cx="121320" cy="144360"/>
            </p14:xfrm>
          </p:contentPart>
        </mc:Choice>
        <mc:Fallback xmlns="">
          <p:pic>
            <p:nvPicPr>
              <p:cNvPr id="233487" name="Ink 233486">
                <a:extLst>
                  <a:ext uri="{FF2B5EF4-FFF2-40B4-BE49-F238E27FC236}">
                    <a16:creationId xmlns:a16="http://schemas.microsoft.com/office/drawing/2014/main" id="{DC74B0CE-61B0-43A2-8DA8-AC239B6E92E1}"/>
                  </a:ext>
                </a:extLst>
              </p:cNvPr>
              <p:cNvPicPr/>
              <p:nvPr/>
            </p:nvPicPr>
            <p:blipFill>
              <a:blip r:embed="rId64"/>
              <a:stretch>
                <a:fillRect/>
              </a:stretch>
            </p:blipFill>
            <p:spPr>
              <a:xfrm>
                <a:off x="8053265" y="3541733"/>
                <a:ext cx="142560" cy="165653"/>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233488" name="Ink 233487">
                <a:extLst>
                  <a:ext uri="{FF2B5EF4-FFF2-40B4-BE49-F238E27FC236}">
                    <a16:creationId xmlns:a16="http://schemas.microsoft.com/office/drawing/2014/main" id="{D302E8D5-96B9-6335-9418-8AA182B96004}"/>
                  </a:ext>
                </a:extLst>
              </p14:cNvPr>
              <p14:cNvContentPartPr/>
              <p14:nvPr/>
            </p14:nvContentPartPr>
            <p14:xfrm>
              <a:off x="8295905" y="3486320"/>
              <a:ext cx="83520" cy="204480"/>
            </p14:xfrm>
          </p:contentPart>
        </mc:Choice>
        <mc:Fallback xmlns="">
          <p:pic>
            <p:nvPicPr>
              <p:cNvPr id="233488" name="Ink 233487">
                <a:extLst>
                  <a:ext uri="{FF2B5EF4-FFF2-40B4-BE49-F238E27FC236}">
                    <a16:creationId xmlns:a16="http://schemas.microsoft.com/office/drawing/2014/main" id="{D302E8D5-96B9-6335-9418-8AA182B96004}"/>
                  </a:ext>
                </a:extLst>
              </p:cNvPr>
              <p:cNvPicPr/>
              <p:nvPr/>
            </p:nvPicPr>
            <p:blipFill>
              <a:blip r:embed="rId66"/>
              <a:stretch>
                <a:fillRect/>
              </a:stretch>
            </p:blipFill>
            <p:spPr>
              <a:xfrm>
                <a:off x="8285105" y="3475520"/>
                <a:ext cx="104760" cy="22572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233489" name="Ink 233488">
                <a:extLst>
                  <a:ext uri="{FF2B5EF4-FFF2-40B4-BE49-F238E27FC236}">
                    <a16:creationId xmlns:a16="http://schemas.microsoft.com/office/drawing/2014/main" id="{67CA19A1-8169-C6B5-CB22-0F09F07F5795}"/>
                  </a:ext>
                </a:extLst>
              </p14:cNvPr>
              <p14:cNvContentPartPr/>
              <p14:nvPr/>
            </p14:nvContentPartPr>
            <p14:xfrm>
              <a:off x="8392745" y="3573440"/>
              <a:ext cx="72000" cy="83160"/>
            </p14:xfrm>
          </p:contentPart>
        </mc:Choice>
        <mc:Fallback xmlns="">
          <p:pic>
            <p:nvPicPr>
              <p:cNvPr id="233489" name="Ink 233488">
                <a:extLst>
                  <a:ext uri="{FF2B5EF4-FFF2-40B4-BE49-F238E27FC236}">
                    <a16:creationId xmlns:a16="http://schemas.microsoft.com/office/drawing/2014/main" id="{67CA19A1-8169-C6B5-CB22-0F09F07F5795}"/>
                  </a:ext>
                </a:extLst>
              </p:cNvPr>
              <p:cNvPicPr/>
              <p:nvPr/>
            </p:nvPicPr>
            <p:blipFill>
              <a:blip r:embed="rId68"/>
              <a:stretch>
                <a:fillRect/>
              </a:stretch>
            </p:blipFill>
            <p:spPr>
              <a:xfrm>
                <a:off x="8381891" y="3562593"/>
                <a:ext cx="93347" cy="104492"/>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233490" name="Ink 233489">
                <a:extLst>
                  <a:ext uri="{FF2B5EF4-FFF2-40B4-BE49-F238E27FC236}">
                    <a16:creationId xmlns:a16="http://schemas.microsoft.com/office/drawing/2014/main" id="{4D5E3EEF-FB86-830C-A347-B84A3FEF1EE7}"/>
                  </a:ext>
                </a:extLst>
              </p14:cNvPr>
              <p14:cNvContentPartPr/>
              <p14:nvPr/>
            </p14:nvContentPartPr>
            <p14:xfrm>
              <a:off x="8482745" y="3578480"/>
              <a:ext cx="44640" cy="112320"/>
            </p14:xfrm>
          </p:contentPart>
        </mc:Choice>
        <mc:Fallback xmlns="">
          <p:pic>
            <p:nvPicPr>
              <p:cNvPr id="233490" name="Ink 233489">
                <a:extLst>
                  <a:ext uri="{FF2B5EF4-FFF2-40B4-BE49-F238E27FC236}">
                    <a16:creationId xmlns:a16="http://schemas.microsoft.com/office/drawing/2014/main" id="{4D5E3EEF-FB86-830C-A347-B84A3FEF1EE7}"/>
                  </a:ext>
                </a:extLst>
              </p:cNvPr>
              <p:cNvPicPr/>
              <p:nvPr/>
            </p:nvPicPr>
            <p:blipFill>
              <a:blip r:embed="rId70"/>
              <a:stretch>
                <a:fillRect/>
              </a:stretch>
            </p:blipFill>
            <p:spPr>
              <a:xfrm>
                <a:off x="8471945" y="3567680"/>
                <a:ext cx="65880" cy="13356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233491" name="Ink 233490">
                <a:extLst>
                  <a:ext uri="{FF2B5EF4-FFF2-40B4-BE49-F238E27FC236}">
                    <a16:creationId xmlns:a16="http://schemas.microsoft.com/office/drawing/2014/main" id="{1C4D7307-B329-E605-81A1-AD1C0A9F9D46}"/>
                  </a:ext>
                </a:extLst>
              </p14:cNvPr>
              <p14:cNvContentPartPr/>
              <p14:nvPr/>
            </p14:nvContentPartPr>
            <p14:xfrm>
              <a:off x="8555465" y="3538520"/>
              <a:ext cx="156240" cy="162720"/>
            </p14:xfrm>
          </p:contentPart>
        </mc:Choice>
        <mc:Fallback xmlns="">
          <p:pic>
            <p:nvPicPr>
              <p:cNvPr id="233491" name="Ink 233490">
                <a:extLst>
                  <a:ext uri="{FF2B5EF4-FFF2-40B4-BE49-F238E27FC236}">
                    <a16:creationId xmlns:a16="http://schemas.microsoft.com/office/drawing/2014/main" id="{1C4D7307-B329-E605-81A1-AD1C0A9F9D46}"/>
                  </a:ext>
                </a:extLst>
              </p:cNvPr>
              <p:cNvPicPr/>
              <p:nvPr/>
            </p:nvPicPr>
            <p:blipFill>
              <a:blip r:embed="rId72"/>
              <a:stretch>
                <a:fillRect/>
              </a:stretch>
            </p:blipFill>
            <p:spPr>
              <a:xfrm>
                <a:off x="8544640" y="3527720"/>
                <a:ext cx="177529"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233518" name="Ink 233517">
                <a:extLst>
                  <a:ext uri="{FF2B5EF4-FFF2-40B4-BE49-F238E27FC236}">
                    <a16:creationId xmlns:a16="http://schemas.microsoft.com/office/drawing/2014/main" id="{B814D3C0-0488-9755-0FAD-AA36C8380B1E}"/>
                  </a:ext>
                </a:extLst>
              </p14:cNvPr>
              <p14:cNvContentPartPr/>
              <p14:nvPr/>
            </p14:nvContentPartPr>
            <p14:xfrm>
              <a:off x="5539745" y="3746240"/>
              <a:ext cx="783000" cy="843120"/>
            </p14:xfrm>
          </p:contentPart>
        </mc:Choice>
        <mc:Fallback xmlns="">
          <p:pic>
            <p:nvPicPr>
              <p:cNvPr id="233518" name="Ink 233517">
                <a:extLst>
                  <a:ext uri="{FF2B5EF4-FFF2-40B4-BE49-F238E27FC236}">
                    <a16:creationId xmlns:a16="http://schemas.microsoft.com/office/drawing/2014/main" id="{B814D3C0-0488-9755-0FAD-AA36C8380B1E}"/>
                  </a:ext>
                </a:extLst>
              </p:cNvPr>
              <p:cNvPicPr/>
              <p:nvPr/>
            </p:nvPicPr>
            <p:blipFill>
              <a:blip r:embed="rId74"/>
              <a:stretch>
                <a:fillRect/>
              </a:stretch>
            </p:blipFill>
            <p:spPr>
              <a:xfrm>
                <a:off x="5528945" y="3735440"/>
                <a:ext cx="804240" cy="864360"/>
              </a:xfrm>
              <a:prstGeom prst="rect">
                <a:avLst/>
              </a:prstGeom>
            </p:spPr>
          </p:pic>
        </mc:Fallback>
      </mc:AlternateContent>
    </p:spTree>
    <p:extLst>
      <p:ext uri="{BB962C8B-B14F-4D97-AF65-F5344CB8AC3E}">
        <p14:creationId xmlns:p14="http://schemas.microsoft.com/office/powerpoint/2010/main" val="42171394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2"/>
          <p:cNvSpPr>
            <a:spLocks noGrp="1" noChangeArrowheads="1"/>
          </p:cNvSpPr>
          <p:nvPr>
            <p:ph type="title"/>
          </p:nvPr>
        </p:nvSpPr>
        <p:spPr/>
        <p:txBody>
          <a:bodyPr/>
          <a:lstStyle/>
          <a:p>
            <a:r>
              <a:rPr lang="en-US" dirty="0"/>
              <a:t>How to Choose High-Quality Password</a:t>
            </a:r>
          </a:p>
        </p:txBody>
      </p:sp>
      <p:sp>
        <p:nvSpPr>
          <p:cNvPr id="3" name="Text Placeholder 2">
            <a:extLst>
              <a:ext uri="{FF2B5EF4-FFF2-40B4-BE49-F238E27FC236}">
                <a16:creationId xmlns:a16="http://schemas.microsoft.com/office/drawing/2014/main" id="{F4FCE8C2-5201-B94F-9835-C2D1A6F32304}"/>
              </a:ext>
            </a:extLst>
          </p:cNvPr>
          <p:cNvSpPr>
            <a:spLocks noGrp="1"/>
          </p:cNvSpPr>
          <p:nvPr>
            <p:ph type="body" idx="11"/>
          </p:nvPr>
        </p:nvSpPr>
        <p:spPr/>
        <p:txBody>
          <a:bodyPr/>
          <a:lstStyle/>
          <a:p>
            <a:endParaRPr lang="en-US"/>
          </a:p>
        </p:txBody>
      </p:sp>
      <p:sp>
        <p:nvSpPr>
          <p:cNvPr id="236547" name="Rectangle 3"/>
          <p:cNvSpPr>
            <a:spLocks noGrp="1" noChangeArrowheads="1"/>
          </p:cNvSpPr>
          <p:nvPr>
            <p:ph idx="1"/>
          </p:nvPr>
        </p:nvSpPr>
        <p:spPr/>
        <p:txBody>
          <a:bodyPr/>
          <a:lstStyle/>
          <a:p>
            <a:r>
              <a:rPr lang="en-US" dirty="0"/>
              <a:t>Using pass-phrase</a:t>
            </a:r>
          </a:p>
          <a:p>
            <a:pPr lvl="1"/>
            <a:r>
              <a:rPr lang="en-US" dirty="0"/>
              <a:t>Easy to remember</a:t>
            </a:r>
          </a:p>
          <a:p>
            <a:pPr lvl="1"/>
            <a:r>
              <a:rPr lang="en-US" dirty="0"/>
              <a:t>Appears random</a:t>
            </a:r>
          </a:p>
          <a:p>
            <a:pPr lvl="1"/>
            <a:endParaRPr lang="en-US" dirty="0"/>
          </a:p>
          <a:p>
            <a:r>
              <a:rPr lang="en-US" dirty="0"/>
              <a:t>Examples</a:t>
            </a:r>
          </a:p>
          <a:p>
            <a:pPr lvl="1"/>
            <a:r>
              <a:rPr lang="en-US" dirty="0">
                <a:solidFill>
                  <a:srgbClr val="00B050"/>
                </a:solidFill>
              </a:rPr>
              <a:t>“I'll </a:t>
            </a:r>
            <a:r>
              <a:rPr lang="en-US" b="1" dirty="0">
                <a:solidFill>
                  <a:srgbClr val="00B050"/>
                </a:solidFill>
              </a:rPr>
              <a:t>m</a:t>
            </a:r>
            <a:r>
              <a:rPr lang="en-US" dirty="0">
                <a:solidFill>
                  <a:srgbClr val="00B050"/>
                </a:solidFill>
              </a:rPr>
              <a:t>ake </a:t>
            </a:r>
            <a:r>
              <a:rPr lang="en-US" b="1" dirty="0">
                <a:solidFill>
                  <a:srgbClr val="00B050"/>
                </a:solidFill>
              </a:rPr>
              <a:t>h</a:t>
            </a:r>
            <a:r>
              <a:rPr lang="en-US" dirty="0">
                <a:solidFill>
                  <a:srgbClr val="00B050"/>
                </a:solidFill>
              </a:rPr>
              <a:t>im </a:t>
            </a:r>
            <a:r>
              <a:rPr lang="en-US" b="1" dirty="0">
                <a:solidFill>
                  <a:srgbClr val="00B050"/>
                </a:solidFill>
              </a:rPr>
              <a:t>a</a:t>
            </a:r>
            <a:r>
              <a:rPr lang="en-US" dirty="0">
                <a:solidFill>
                  <a:srgbClr val="00B050"/>
                </a:solidFill>
              </a:rPr>
              <a:t>n </a:t>
            </a:r>
            <a:r>
              <a:rPr lang="en-US" b="1" dirty="0">
                <a:solidFill>
                  <a:srgbClr val="00B050"/>
                </a:solidFill>
              </a:rPr>
              <a:t>o</a:t>
            </a:r>
            <a:r>
              <a:rPr lang="en-US" dirty="0">
                <a:solidFill>
                  <a:srgbClr val="00B050"/>
                </a:solidFill>
              </a:rPr>
              <a:t>ffer </a:t>
            </a:r>
            <a:r>
              <a:rPr lang="en-US" b="1" dirty="0">
                <a:solidFill>
                  <a:srgbClr val="00B050"/>
                </a:solidFill>
              </a:rPr>
              <a:t>h</a:t>
            </a:r>
            <a:r>
              <a:rPr lang="en-US" dirty="0">
                <a:solidFill>
                  <a:srgbClr val="00B050"/>
                </a:solidFill>
              </a:rPr>
              <a:t>e </a:t>
            </a:r>
            <a:r>
              <a:rPr lang="en-US" b="1" dirty="0">
                <a:solidFill>
                  <a:srgbClr val="00B050"/>
                </a:solidFill>
              </a:rPr>
              <a:t>c</a:t>
            </a:r>
            <a:r>
              <a:rPr lang="en-US" dirty="0">
                <a:solidFill>
                  <a:srgbClr val="00B050"/>
                </a:solidFill>
              </a:rPr>
              <a:t>an't </a:t>
            </a:r>
            <a:r>
              <a:rPr lang="en-US" b="1" dirty="0">
                <a:solidFill>
                  <a:srgbClr val="00B050"/>
                </a:solidFill>
              </a:rPr>
              <a:t>r</a:t>
            </a:r>
            <a:r>
              <a:rPr lang="en-US" dirty="0">
                <a:solidFill>
                  <a:srgbClr val="00B050"/>
                </a:solidFill>
              </a:rPr>
              <a:t>efuse.”</a:t>
            </a:r>
            <a:endParaRPr lang="en-US" dirty="0"/>
          </a:p>
          <a:p>
            <a:pPr lvl="1"/>
            <a:r>
              <a:rPr lang="en-US" dirty="0"/>
              <a:t>Password: mhaohCr23</a:t>
            </a:r>
          </a:p>
        </p:txBody>
      </p:sp>
    </p:spTree>
    <p:extLst>
      <p:ext uri="{BB962C8B-B14F-4D97-AF65-F5344CB8AC3E}">
        <p14:creationId xmlns:p14="http://schemas.microsoft.com/office/powerpoint/2010/main" val="17702490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Drawbacks of Weak Authentication</a:t>
            </a:r>
          </a:p>
        </p:txBody>
      </p:sp>
      <p:sp>
        <p:nvSpPr>
          <p:cNvPr id="6" name="Text Placeholder 5">
            <a:extLst>
              <a:ext uri="{FF2B5EF4-FFF2-40B4-BE49-F238E27FC236}">
                <a16:creationId xmlns:a16="http://schemas.microsoft.com/office/drawing/2014/main" id="{7A1EED6C-3311-1D42-9425-CCE198B11EC8}"/>
              </a:ext>
            </a:extLst>
          </p:cNvPr>
          <p:cNvSpPr>
            <a:spLocks noGrp="1"/>
          </p:cNvSpPr>
          <p:nvPr>
            <p:ph type="body" idx="11"/>
          </p:nvPr>
        </p:nvSpPr>
        <p:spPr/>
        <p:txBody>
          <a:bodyPr/>
          <a:lstStyle/>
          <a:p>
            <a:endParaRPr lang="en-US"/>
          </a:p>
        </p:txBody>
      </p:sp>
      <p:sp>
        <p:nvSpPr>
          <p:cNvPr id="3" name="Content Placeholder 2"/>
          <p:cNvSpPr>
            <a:spLocks noGrp="1"/>
          </p:cNvSpPr>
          <p:nvPr>
            <p:ph idx="1"/>
          </p:nvPr>
        </p:nvSpPr>
        <p:spPr/>
        <p:txBody>
          <a:bodyPr/>
          <a:lstStyle/>
          <a:p>
            <a:r>
              <a:rPr lang="en-US" dirty="0"/>
              <a:t>The user has to </a:t>
            </a:r>
            <a:r>
              <a:rPr lang="en-US" dirty="0">
                <a:solidFill>
                  <a:srgbClr val="C00000"/>
                </a:solidFill>
              </a:rPr>
              <a:t>reveal</a:t>
            </a:r>
            <a:r>
              <a:rPr lang="en-US" dirty="0"/>
              <a:t> her secret. It implies that the user and server MUST use an encrypted channel, i.e. the communications are encrypted.</a:t>
            </a:r>
          </a:p>
          <a:p>
            <a:r>
              <a:rPr lang="en-US" dirty="0"/>
              <a:t>Password authentication is subject to replay attacks</a:t>
            </a:r>
          </a:p>
          <a:p>
            <a:pPr lvl="1"/>
            <a:r>
              <a:rPr lang="en-US" dirty="0"/>
              <a:t>the user always submits the same information (i.e. </a:t>
            </a:r>
            <a:r>
              <a:rPr lang="en-US" dirty="0" err="1"/>
              <a:t>username+password</a:t>
            </a:r>
            <a:r>
              <a:rPr lang="en-US" dirty="0"/>
              <a:t>)</a:t>
            </a:r>
          </a:p>
          <a:p>
            <a:pPr lvl="1"/>
            <a:r>
              <a:rPr lang="en-US" b="1" dirty="0"/>
              <a:t>Replay Attack:</a:t>
            </a:r>
            <a:r>
              <a:rPr lang="en-US" dirty="0"/>
              <a:t> The attacker can </a:t>
            </a:r>
            <a:r>
              <a:rPr lang="en-US" dirty="0">
                <a:solidFill>
                  <a:srgbClr val="C00000"/>
                </a:solidFill>
              </a:rPr>
              <a:t>re-send</a:t>
            </a:r>
            <a:r>
              <a:rPr lang="en-US" dirty="0"/>
              <a:t> whatever the user has sent in prior authentication sessions, without knowing the actual data.</a:t>
            </a:r>
          </a:p>
        </p:txBody>
      </p:sp>
      <mc:AlternateContent xmlns:mc="http://schemas.openxmlformats.org/markup-compatibility/2006" xmlns:p14="http://schemas.microsoft.com/office/powerpoint/2010/main">
        <mc:Choice Requires="p14">
          <p:contentPart p14:bwMode="auto" r:id="rId3">
            <p14:nvContentPartPr>
              <p14:cNvPr id="14" name="Ink 13">
                <a:extLst>
                  <a:ext uri="{FF2B5EF4-FFF2-40B4-BE49-F238E27FC236}">
                    <a16:creationId xmlns:a16="http://schemas.microsoft.com/office/drawing/2014/main" id="{2BE1C216-CFBF-44B0-CDBF-B01416A9C03E}"/>
                  </a:ext>
                </a:extLst>
              </p14:cNvPr>
              <p14:cNvContentPartPr/>
              <p14:nvPr/>
            </p14:nvContentPartPr>
            <p14:xfrm>
              <a:off x="9491576" y="284604"/>
              <a:ext cx="421920" cy="209520"/>
            </p14:xfrm>
          </p:contentPart>
        </mc:Choice>
        <mc:Fallback xmlns="">
          <p:pic>
            <p:nvPicPr>
              <p:cNvPr id="14" name="Ink 13">
                <a:extLst>
                  <a:ext uri="{FF2B5EF4-FFF2-40B4-BE49-F238E27FC236}">
                    <a16:creationId xmlns:a16="http://schemas.microsoft.com/office/drawing/2014/main" id="{2BE1C216-CFBF-44B0-CDBF-B01416A9C03E}"/>
                  </a:ext>
                </a:extLst>
              </p:cNvPr>
              <p:cNvPicPr/>
              <p:nvPr/>
            </p:nvPicPr>
            <p:blipFill>
              <a:blip r:embed="rId4"/>
              <a:stretch>
                <a:fillRect/>
              </a:stretch>
            </p:blipFill>
            <p:spPr>
              <a:xfrm>
                <a:off x="9481136" y="273823"/>
                <a:ext cx="443160" cy="230724"/>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5" name="Ink 14">
                <a:extLst>
                  <a:ext uri="{FF2B5EF4-FFF2-40B4-BE49-F238E27FC236}">
                    <a16:creationId xmlns:a16="http://schemas.microsoft.com/office/drawing/2014/main" id="{5FFF26D1-498A-DDC5-C31C-005606071664}"/>
                  </a:ext>
                </a:extLst>
              </p14:cNvPr>
              <p14:cNvContentPartPr/>
              <p14:nvPr/>
            </p14:nvContentPartPr>
            <p14:xfrm>
              <a:off x="9707576" y="620844"/>
              <a:ext cx="148320" cy="595800"/>
            </p14:xfrm>
          </p:contentPart>
        </mc:Choice>
        <mc:Fallback xmlns="">
          <p:pic>
            <p:nvPicPr>
              <p:cNvPr id="15" name="Ink 14">
                <a:extLst>
                  <a:ext uri="{FF2B5EF4-FFF2-40B4-BE49-F238E27FC236}">
                    <a16:creationId xmlns:a16="http://schemas.microsoft.com/office/drawing/2014/main" id="{5FFF26D1-498A-DDC5-C31C-005606071664}"/>
                  </a:ext>
                </a:extLst>
              </p:cNvPr>
              <p:cNvPicPr/>
              <p:nvPr/>
            </p:nvPicPr>
            <p:blipFill>
              <a:blip r:embed="rId6"/>
              <a:stretch>
                <a:fillRect/>
              </a:stretch>
            </p:blipFill>
            <p:spPr>
              <a:xfrm>
                <a:off x="9696776" y="610398"/>
                <a:ext cx="169560" cy="617053"/>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8" name="Ink 57">
                <a:extLst>
                  <a:ext uri="{FF2B5EF4-FFF2-40B4-BE49-F238E27FC236}">
                    <a16:creationId xmlns:a16="http://schemas.microsoft.com/office/drawing/2014/main" id="{0F7DBD05-042F-077C-0B5F-0CC91637501A}"/>
                  </a:ext>
                </a:extLst>
              </p14:cNvPr>
              <p14:cNvContentPartPr/>
              <p14:nvPr/>
            </p14:nvContentPartPr>
            <p14:xfrm>
              <a:off x="9636312" y="3872657"/>
              <a:ext cx="1218960" cy="1659960"/>
            </p14:xfrm>
          </p:contentPart>
        </mc:Choice>
        <mc:Fallback xmlns="">
          <p:pic>
            <p:nvPicPr>
              <p:cNvPr id="58" name="Ink 57">
                <a:extLst>
                  <a:ext uri="{FF2B5EF4-FFF2-40B4-BE49-F238E27FC236}">
                    <a16:creationId xmlns:a16="http://schemas.microsoft.com/office/drawing/2014/main" id="{0F7DBD05-042F-077C-0B5F-0CC91637501A}"/>
                  </a:ext>
                </a:extLst>
              </p:cNvPr>
              <p:cNvPicPr/>
              <p:nvPr/>
            </p:nvPicPr>
            <p:blipFill>
              <a:blip r:embed="rId8"/>
              <a:stretch>
                <a:fillRect/>
              </a:stretch>
            </p:blipFill>
            <p:spPr>
              <a:xfrm>
                <a:off x="9625512" y="3862219"/>
                <a:ext cx="1240200" cy="1681195"/>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9" name="Ink 58">
                <a:extLst>
                  <a:ext uri="{FF2B5EF4-FFF2-40B4-BE49-F238E27FC236}">
                    <a16:creationId xmlns:a16="http://schemas.microsoft.com/office/drawing/2014/main" id="{95B80678-6227-7A00-1BD7-8EA3878C3A7B}"/>
                  </a:ext>
                </a:extLst>
              </p14:cNvPr>
              <p14:cNvContentPartPr/>
              <p14:nvPr/>
            </p14:nvContentPartPr>
            <p14:xfrm>
              <a:off x="9550632" y="2487017"/>
              <a:ext cx="1078920" cy="1272240"/>
            </p14:xfrm>
          </p:contentPart>
        </mc:Choice>
        <mc:Fallback xmlns="">
          <p:pic>
            <p:nvPicPr>
              <p:cNvPr id="59" name="Ink 58">
                <a:extLst>
                  <a:ext uri="{FF2B5EF4-FFF2-40B4-BE49-F238E27FC236}">
                    <a16:creationId xmlns:a16="http://schemas.microsoft.com/office/drawing/2014/main" id="{95B80678-6227-7A00-1BD7-8EA3878C3A7B}"/>
                  </a:ext>
                </a:extLst>
              </p:cNvPr>
              <p:cNvPicPr/>
              <p:nvPr/>
            </p:nvPicPr>
            <p:blipFill>
              <a:blip r:embed="rId10"/>
              <a:stretch>
                <a:fillRect/>
              </a:stretch>
            </p:blipFill>
            <p:spPr>
              <a:xfrm>
                <a:off x="9539832" y="2476220"/>
                <a:ext cx="1100160" cy="1293474"/>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75" name="Ink 74">
                <a:extLst>
                  <a:ext uri="{FF2B5EF4-FFF2-40B4-BE49-F238E27FC236}">
                    <a16:creationId xmlns:a16="http://schemas.microsoft.com/office/drawing/2014/main" id="{F3BFF93C-96CD-3A8C-BFAF-BB1206B164CF}"/>
                  </a:ext>
                </a:extLst>
              </p14:cNvPr>
              <p14:cNvContentPartPr/>
              <p14:nvPr/>
            </p14:nvContentPartPr>
            <p14:xfrm>
              <a:off x="9783552" y="5586977"/>
              <a:ext cx="1283040" cy="285120"/>
            </p14:xfrm>
          </p:contentPart>
        </mc:Choice>
        <mc:Fallback xmlns="">
          <p:pic>
            <p:nvPicPr>
              <p:cNvPr id="75" name="Ink 74">
                <a:extLst>
                  <a:ext uri="{FF2B5EF4-FFF2-40B4-BE49-F238E27FC236}">
                    <a16:creationId xmlns:a16="http://schemas.microsoft.com/office/drawing/2014/main" id="{F3BFF93C-96CD-3A8C-BFAF-BB1206B164CF}"/>
                  </a:ext>
                </a:extLst>
              </p:cNvPr>
              <p:cNvPicPr/>
              <p:nvPr/>
            </p:nvPicPr>
            <p:blipFill>
              <a:blip r:embed="rId12"/>
              <a:stretch>
                <a:fillRect/>
              </a:stretch>
            </p:blipFill>
            <p:spPr>
              <a:xfrm>
                <a:off x="9773112" y="5576524"/>
                <a:ext cx="1304280" cy="306387"/>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76" name="Ink 75">
                <a:extLst>
                  <a:ext uri="{FF2B5EF4-FFF2-40B4-BE49-F238E27FC236}">
                    <a16:creationId xmlns:a16="http://schemas.microsoft.com/office/drawing/2014/main" id="{AC76A9BB-45CA-842A-63DE-2C6BE24DA91A}"/>
                  </a:ext>
                </a:extLst>
              </p14:cNvPr>
              <p14:cNvContentPartPr/>
              <p14:nvPr/>
            </p14:nvContentPartPr>
            <p14:xfrm>
              <a:off x="776173" y="3562428"/>
              <a:ext cx="10800" cy="370800"/>
            </p14:xfrm>
          </p:contentPart>
        </mc:Choice>
        <mc:Fallback xmlns="">
          <p:pic>
            <p:nvPicPr>
              <p:cNvPr id="76" name="Ink 75">
                <a:extLst>
                  <a:ext uri="{FF2B5EF4-FFF2-40B4-BE49-F238E27FC236}">
                    <a16:creationId xmlns:a16="http://schemas.microsoft.com/office/drawing/2014/main" id="{AC76A9BB-45CA-842A-63DE-2C6BE24DA91A}"/>
                  </a:ext>
                </a:extLst>
              </p:cNvPr>
              <p:cNvPicPr/>
              <p:nvPr/>
            </p:nvPicPr>
            <p:blipFill>
              <a:blip r:embed="rId14"/>
              <a:stretch>
                <a:fillRect/>
              </a:stretch>
            </p:blipFill>
            <p:spPr>
              <a:xfrm>
                <a:off x="765733" y="3551628"/>
                <a:ext cx="32040" cy="3920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77" name="Ink 76">
                <a:extLst>
                  <a:ext uri="{FF2B5EF4-FFF2-40B4-BE49-F238E27FC236}">
                    <a16:creationId xmlns:a16="http://schemas.microsoft.com/office/drawing/2014/main" id="{483C6E9A-1941-EDF1-8027-3D4154119D09}"/>
                  </a:ext>
                </a:extLst>
              </p14:cNvPr>
              <p14:cNvContentPartPr/>
              <p14:nvPr/>
            </p14:nvContentPartPr>
            <p14:xfrm>
              <a:off x="786613" y="3557028"/>
              <a:ext cx="177480" cy="21240"/>
            </p14:xfrm>
          </p:contentPart>
        </mc:Choice>
        <mc:Fallback xmlns="">
          <p:pic>
            <p:nvPicPr>
              <p:cNvPr id="77" name="Ink 76">
                <a:extLst>
                  <a:ext uri="{FF2B5EF4-FFF2-40B4-BE49-F238E27FC236}">
                    <a16:creationId xmlns:a16="http://schemas.microsoft.com/office/drawing/2014/main" id="{483C6E9A-1941-EDF1-8027-3D4154119D09}"/>
                  </a:ext>
                </a:extLst>
              </p:cNvPr>
              <p:cNvPicPr/>
              <p:nvPr/>
            </p:nvPicPr>
            <p:blipFill>
              <a:blip r:embed="rId16"/>
              <a:stretch>
                <a:fillRect/>
              </a:stretch>
            </p:blipFill>
            <p:spPr>
              <a:xfrm>
                <a:off x="776173" y="3546588"/>
                <a:ext cx="19872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78" name="Ink 77">
                <a:extLst>
                  <a:ext uri="{FF2B5EF4-FFF2-40B4-BE49-F238E27FC236}">
                    <a16:creationId xmlns:a16="http://schemas.microsoft.com/office/drawing/2014/main" id="{135924DB-28D0-3DD1-8F5D-EE9D5533B95D}"/>
                  </a:ext>
                </a:extLst>
              </p14:cNvPr>
              <p14:cNvContentPartPr/>
              <p14:nvPr/>
            </p14:nvContentPartPr>
            <p14:xfrm>
              <a:off x="807493" y="3687348"/>
              <a:ext cx="146160" cy="52560"/>
            </p14:xfrm>
          </p:contentPart>
        </mc:Choice>
        <mc:Fallback xmlns="">
          <p:pic>
            <p:nvPicPr>
              <p:cNvPr id="78" name="Ink 77">
                <a:extLst>
                  <a:ext uri="{FF2B5EF4-FFF2-40B4-BE49-F238E27FC236}">
                    <a16:creationId xmlns:a16="http://schemas.microsoft.com/office/drawing/2014/main" id="{135924DB-28D0-3DD1-8F5D-EE9D5533B95D}"/>
                  </a:ext>
                </a:extLst>
              </p:cNvPr>
              <p:cNvPicPr/>
              <p:nvPr/>
            </p:nvPicPr>
            <p:blipFill>
              <a:blip r:embed="rId18"/>
              <a:stretch>
                <a:fillRect/>
              </a:stretch>
            </p:blipFill>
            <p:spPr>
              <a:xfrm>
                <a:off x="797053" y="3676908"/>
                <a:ext cx="16740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79" name="Ink 78">
                <a:extLst>
                  <a:ext uri="{FF2B5EF4-FFF2-40B4-BE49-F238E27FC236}">
                    <a16:creationId xmlns:a16="http://schemas.microsoft.com/office/drawing/2014/main" id="{15807B8D-F464-8B2A-8172-002DD42AFBF5}"/>
                  </a:ext>
                </a:extLst>
              </p14:cNvPr>
              <p14:cNvContentPartPr/>
              <p14:nvPr/>
            </p14:nvContentPartPr>
            <p14:xfrm>
              <a:off x="786613" y="3828108"/>
              <a:ext cx="156600" cy="109800"/>
            </p14:xfrm>
          </p:contentPart>
        </mc:Choice>
        <mc:Fallback xmlns="">
          <p:pic>
            <p:nvPicPr>
              <p:cNvPr id="79" name="Ink 78">
                <a:extLst>
                  <a:ext uri="{FF2B5EF4-FFF2-40B4-BE49-F238E27FC236}">
                    <a16:creationId xmlns:a16="http://schemas.microsoft.com/office/drawing/2014/main" id="{15807B8D-F464-8B2A-8172-002DD42AFBF5}"/>
                  </a:ext>
                </a:extLst>
              </p:cNvPr>
              <p:cNvPicPr/>
              <p:nvPr/>
            </p:nvPicPr>
            <p:blipFill>
              <a:blip r:embed="rId20"/>
              <a:stretch>
                <a:fillRect/>
              </a:stretch>
            </p:blipFill>
            <p:spPr>
              <a:xfrm>
                <a:off x="776173" y="3817668"/>
                <a:ext cx="177840" cy="1310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80" name="Ink 79">
                <a:extLst>
                  <a:ext uri="{FF2B5EF4-FFF2-40B4-BE49-F238E27FC236}">
                    <a16:creationId xmlns:a16="http://schemas.microsoft.com/office/drawing/2014/main" id="{CD3C860E-3692-CB40-CE39-9DF90801950B}"/>
                  </a:ext>
                </a:extLst>
              </p14:cNvPr>
              <p14:cNvContentPartPr/>
              <p14:nvPr/>
            </p14:nvContentPartPr>
            <p14:xfrm>
              <a:off x="984973" y="3661428"/>
              <a:ext cx="88920" cy="219240"/>
            </p14:xfrm>
          </p:contentPart>
        </mc:Choice>
        <mc:Fallback xmlns="">
          <p:pic>
            <p:nvPicPr>
              <p:cNvPr id="80" name="Ink 79">
                <a:extLst>
                  <a:ext uri="{FF2B5EF4-FFF2-40B4-BE49-F238E27FC236}">
                    <a16:creationId xmlns:a16="http://schemas.microsoft.com/office/drawing/2014/main" id="{CD3C860E-3692-CB40-CE39-9DF90801950B}"/>
                  </a:ext>
                </a:extLst>
              </p:cNvPr>
              <p:cNvPicPr/>
              <p:nvPr/>
            </p:nvPicPr>
            <p:blipFill>
              <a:blip r:embed="rId22"/>
              <a:stretch>
                <a:fillRect/>
              </a:stretch>
            </p:blipFill>
            <p:spPr>
              <a:xfrm>
                <a:off x="974173" y="3650628"/>
                <a:ext cx="110160" cy="24048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81" name="Ink 80">
                <a:extLst>
                  <a:ext uri="{FF2B5EF4-FFF2-40B4-BE49-F238E27FC236}">
                    <a16:creationId xmlns:a16="http://schemas.microsoft.com/office/drawing/2014/main" id="{212287C7-5958-4182-2440-A06C6142B8BF}"/>
                  </a:ext>
                </a:extLst>
              </p14:cNvPr>
              <p14:cNvContentPartPr/>
              <p14:nvPr/>
            </p14:nvContentPartPr>
            <p14:xfrm>
              <a:off x="1114933" y="3667188"/>
              <a:ext cx="72720" cy="185040"/>
            </p14:xfrm>
          </p:contentPart>
        </mc:Choice>
        <mc:Fallback xmlns="">
          <p:pic>
            <p:nvPicPr>
              <p:cNvPr id="81" name="Ink 80">
                <a:extLst>
                  <a:ext uri="{FF2B5EF4-FFF2-40B4-BE49-F238E27FC236}">
                    <a16:creationId xmlns:a16="http://schemas.microsoft.com/office/drawing/2014/main" id="{212287C7-5958-4182-2440-A06C6142B8BF}"/>
                  </a:ext>
                </a:extLst>
              </p:cNvPr>
              <p:cNvPicPr/>
              <p:nvPr/>
            </p:nvPicPr>
            <p:blipFill>
              <a:blip r:embed="rId24"/>
              <a:stretch>
                <a:fillRect/>
              </a:stretch>
            </p:blipFill>
            <p:spPr>
              <a:xfrm>
                <a:off x="1104493" y="3656388"/>
                <a:ext cx="93960" cy="20628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82" name="Ink 81">
                <a:extLst>
                  <a:ext uri="{FF2B5EF4-FFF2-40B4-BE49-F238E27FC236}">
                    <a16:creationId xmlns:a16="http://schemas.microsoft.com/office/drawing/2014/main" id="{21487F4F-99C4-97E8-4393-D52FD9B9A567}"/>
                  </a:ext>
                </a:extLst>
              </p14:cNvPr>
              <p14:cNvContentPartPr/>
              <p14:nvPr/>
            </p14:nvContentPartPr>
            <p14:xfrm>
              <a:off x="1203853" y="3677988"/>
              <a:ext cx="135720" cy="254520"/>
            </p14:xfrm>
          </p:contentPart>
        </mc:Choice>
        <mc:Fallback xmlns="">
          <p:pic>
            <p:nvPicPr>
              <p:cNvPr id="82" name="Ink 81">
                <a:extLst>
                  <a:ext uri="{FF2B5EF4-FFF2-40B4-BE49-F238E27FC236}">
                    <a16:creationId xmlns:a16="http://schemas.microsoft.com/office/drawing/2014/main" id="{21487F4F-99C4-97E8-4393-D52FD9B9A567}"/>
                  </a:ext>
                </a:extLst>
              </p:cNvPr>
              <p:cNvPicPr/>
              <p:nvPr/>
            </p:nvPicPr>
            <p:blipFill>
              <a:blip r:embed="rId26"/>
              <a:stretch>
                <a:fillRect/>
              </a:stretch>
            </p:blipFill>
            <p:spPr>
              <a:xfrm>
                <a:off x="1193053" y="3667548"/>
                <a:ext cx="156960" cy="2757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83" name="Ink 82">
                <a:extLst>
                  <a:ext uri="{FF2B5EF4-FFF2-40B4-BE49-F238E27FC236}">
                    <a16:creationId xmlns:a16="http://schemas.microsoft.com/office/drawing/2014/main" id="{FC6EFD0B-8231-EB18-6E8B-FDC6498B52B8}"/>
                  </a:ext>
                </a:extLst>
              </p14:cNvPr>
              <p14:cNvContentPartPr/>
              <p14:nvPr/>
            </p14:nvContentPartPr>
            <p14:xfrm>
              <a:off x="1552693" y="3658908"/>
              <a:ext cx="182880" cy="215280"/>
            </p14:xfrm>
          </p:contentPart>
        </mc:Choice>
        <mc:Fallback xmlns="">
          <p:pic>
            <p:nvPicPr>
              <p:cNvPr id="83" name="Ink 82">
                <a:extLst>
                  <a:ext uri="{FF2B5EF4-FFF2-40B4-BE49-F238E27FC236}">
                    <a16:creationId xmlns:a16="http://schemas.microsoft.com/office/drawing/2014/main" id="{FC6EFD0B-8231-EB18-6E8B-FDC6498B52B8}"/>
                  </a:ext>
                </a:extLst>
              </p:cNvPr>
              <p:cNvPicPr/>
              <p:nvPr/>
            </p:nvPicPr>
            <p:blipFill>
              <a:blip r:embed="rId28"/>
              <a:stretch>
                <a:fillRect/>
              </a:stretch>
            </p:blipFill>
            <p:spPr>
              <a:xfrm>
                <a:off x="1542253" y="3648468"/>
                <a:ext cx="204120" cy="23652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84" name="Ink 83">
                <a:extLst>
                  <a:ext uri="{FF2B5EF4-FFF2-40B4-BE49-F238E27FC236}">
                    <a16:creationId xmlns:a16="http://schemas.microsoft.com/office/drawing/2014/main" id="{2CD52D42-D12B-C67D-C3F7-A3CDB2884267}"/>
                  </a:ext>
                </a:extLst>
              </p14:cNvPr>
              <p14:cNvContentPartPr/>
              <p14:nvPr/>
            </p14:nvContentPartPr>
            <p14:xfrm>
              <a:off x="1782013" y="3682308"/>
              <a:ext cx="21240" cy="164880"/>
            </p14:xfrm>
          </p:contentPart>
        </mc:Choice>
        <mc:Fallback xmlns="">
          <p:pic>
            <p:nvPicPr>
              <p:cNvPr id="84" name="Ink 83">
                <a:extLst>
                  <a:ext uri="{FF2B5EF4-FFF2-40B4-BE49-F238E27FC236}">
                    <a16:creationId xmlns:a16="http://schemas.microsoft.com/office/drawing/2014/main" id="{2CD52D42-D12B-C67D-C3F7-A3CDB2884267}"/>
                  </a:ext>
                </a:extLst>
              </p:cNvPr>
              <p:cNvPicPr/>
              <p:nvPr/>
            </p:nvPicPr>
            <p:blipFill>
              <a:blip r:embed="rId30"/>
              <a:stretch>
                <a:fillRect/>
              </a:stretch>
            </p:blipFill>
            <p:spPr>
              <a:xfrm>
                <a:off x="1771573" y="3671508"/>
                <a:ext cx="42480" cy="18612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85" name="Ink 84">
                <a:extLst>
                  <a:ext uri="{FF2B5EF4-FFF2-40B4-BE49-F238E27FC236}">
                    <a16:creationId xmlns:a16="http://schemas.microsoft.com/office/drawing/2014/main" id="{27297594-0DB3-AEA8-0A19-911582C6AFAF}"/>
                  </a:ext>
                </a:extLst>
              </p14:cNvPr>
              <p14:cNvContentPartPr/>
              <p14:nvPr/>
            </p14:nvContentPartPr>
            <p14:xfrm>
              <a:off x="1829173" y="3619668"/>
              <a:ext cx="10800" cy="10800"/>
            </p14:xfrm>
          </p:contentPart>
        </mc:Choice>
        <mc:Fallback xmlns="">
          <p:pic>
            <p:nvPicPr>
              <p:cNvPr id="85" name="Ink 84">
                <a:extLst>
                  <a:ext uri="{FF2B5EF4-FFF2-40B4-BE49-F238E27FC236}">
                    <a16:creationId xmlns:a16="http://schemas.microsoft.com/office/drawing/2014/main" id="{27297594-0DB3-AEA8-0A19-911582C6AFAF}"/>
                  </a:ext>
                </a:extLst>
              </p:cNvPr>
              <p:cNvPicPr/>
              <p:nvPr/>
            </p:nvPicPr>
            <p:blipFill>
              <a:blip r:embed="rId32"/>
              <a:stretch>
                <a:fillRect/>
              </a:stretch>
            </p:blipFill>
            <p:spPr>
              <a:xfrm>
                <a:off x="1818373" y="3608868"/>
                <a:ext cx="3204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86" name="Ink 85">
                <a:extLst>
                  <a:ext uri="{FF2B5EF4-FFF2-40B4-BE49-F238E27FC236}">
                    <a16:creationId xmlns:a16="http://schemas.microsoft.com/office/drawing/2014/main" id="{B6AF2322-AC37-09E5-D17E-4B3D5AAF6EE9}"/>
                  </a:ext>
                </a:extLst>
              </p14:cNvPr>
              <p14:cNvContentPartPr/>
              <p14:nvPr/>
            </p14:nvContentPartPr>
            <p14:xfrm>
              <a:off x="1881013" y="3619668"/>
              <a:ext cx="10800" cy="255600"/>
            </p14:xfrm>
          </p:contentPart>
        </mc:Choice>
        <mc:Fallback xmlns="">
          <p:pic>
            <p:nvPicPr>
              <p:cNvPr id="86" name="Ink 85">
                <a:extLst>
                  <a:ext uri="{FF2B5EF4-FFF2-40B4-BE49-F238E27FC236}">
                    <a16:creationId xmlns:a16="http://schemas.microsoft.com/office/drawing/2014/main" id="{B6AF2322-AC37-09E5-D17E-4B3D5AAF6EE9}"/>
                  </a:ext>
                </a:extLst>
              </p:cNvPr>
              <p:cNvPicPr/>
              <p:nvPr/>
            </p:nvPicPr>
            <p:blipFill>
              <a:blip r:embed="rId34"/>
              <a:stretch>
                <a:fillRect/>
              </a:stretch>
            </p:blipFill>
            <p:spPr>
              <a:xfrm>
                <a:off x="1870573" y="3608868"/>
                <a:ext cx="32040" cy="27684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87" name="Ink 86">
                <a:extLst>
                  <a:ext uri="{FF2B5EF4-FFF2-40B4-BE49-F238E27FC236}">
                    <a16:creationId xmlns:a16="http://schemas.microsoft.com/office/drawing/2014/main" id="{0FB3B369-A571-A2FD-D793-0DC82BFEBA0C}"/>
                  </a:ext>
                </a:extLst>
              </p14:cNvPr>
              <p14:cNvContentPartPr/>
              <p14:nvPr/>
            </p14:nvContentPartPr>
            <p14:xfrm>
              <a:off x="1865533" y="3692748"/>
              <a:ext cx="63000" cy="78480"/>
            </p14:xfrm>
          </p:contentPart>
        </mc:Choice>
        <mc:Fallback xmlns="">
          <p:pic>
            <p:nvPicPr>
              <p:cNvPr id="87" name="Ink 86">
                <a:extLst>
                  <a:ext uri="{FF2B5EF4-FFF2-40B4-BE49-F238E27FC236}">
                    <a16:creationId xmlns:a16="http://schemas.microsoft.com/office/drawing/2014/main" id="{0FB3B369-A571-A2FD-D793-0DC82BFEBA0C}"/>
                  </a:ext>
                </a:extLst>
              </p:cNvPr>
              <p:cNvPicPr/>
              <p:nvPr/>
            </p:nvPicPr>
            <p:blipFill>
              <a:blip r:embed="rId36"/>
              <a:stretch>
                <a:fillRect/>
              </a:stretch>
            </p:blipFill>
            <p:spPr>
              <a:xfrm>
                <a:off x="1855093" y="3681948"/>
                <a:ext cx="84240" cy="9972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88" name="Ink 87">
                <a:extLst>
                  <a:ext uri="{FF2B5EF4-FFF2-40B4-BE49-F238E27FC236}">
                    <a16:creationId xmlns:a16="http://schemas.microsoft.com/office/drawing/2014/main" id="{416C7261-8DD9-DE57-9E63-D4EF86E1812D}"/>
                  </a:ext>
                </a:extLst>
              </p14:cNvPr>
              <p14:cNvContentPartPr/>
              <p14:nvPr/>
            </p14:nvContentPartPr>
            <p14:xfrm>
              <a:off x="1959493" y="3645588"/>
              <a:ext cx="120240" cy="229680"/>
            </p14:xfrm>
          </p:contentPart>
        </mc:Choice>
        <mc:Fallback xmlns="">
          <p:pic>
            <p:nvPicPr>
              <p:cNvPr id="88" name="Ink 87">
                <a:extLst>
                  <a:ext uri="{FF2B5EF4-FFF2-40B4-BE49-F238E27FC236}">
                    <a16:creationId xmlns:a16="http://schemas.microsoft.com/office/drawing/2014/main" id="{416C7261-8DD9-DE57-9E63-D4EF86E1812D}"/>
                  </a:ext>
                </a:extLst>
              </p:cNvPr>
              <p:cNvPicPr/>
              <p:nvPr/>
            </p:nvPicPr>
            <p:blipFill>
              <a:blip r:embed="rId38"/>
              <a:stretch>
                <a:fillRect/>
              </a:stretch>
            </p:blipFill>
            <p:spPr>
              <a:xfrm>
                <a:off x="1948693" y="3635148"/>
                <a:ext cx="141480" cy="25092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89" name="Ink 88">
                <a:extLst>
                  <a:ext uri="{FF2B5EF4-FFF2-40B4-BE49-F238E27FC236}">
                    <a16:creationId xmlns:a16="http://schemas.microsoft.com/office/drawing/2014/main" id="{8568CA5A-60CA-C5B2-6C80-16469EE368B1}"/>
                  </a:ext>
                </a:extLst>
              </p14:cNvPr>
              <p14:cNvContentPartPr/>
              <p14:nvPr/>
            </p14:nvContentPartPr>
            <p14:xfrm>
              <a:off x="2287813" y="3572868"/>
              <a:ext cx="120240" cy="318240"/>
            </p14:xfrm>
          </p:contentPart>
        </mc:Choice>
        <mc:Fallback xmlns="">
          <p:pic>
            <p:nvPicPr>
              <p:cNvPr id="89" name="Ink 88">
                <a:extLst>
                  <a:ext uri="{FF2B5EF4-FFF2-40B4-BE49-F238E27FC236}">
                    <a16:creationId xmlns:a16="http://schemas.microsoft.com/office/drawing/2014/main" id="{8568CA5A-60CA-C5B2-6C80-16469EE368B1}"/>
                  </a:ext>
                </a:extLst>
              </p:cNvPr>
              <p:cNvPicPr/>
              <p:nvPr/>
            </p:nvPicPr>
            <p:blipFill>
              <a:blip r:embed="rId40"/>
              <a:stretch>
                <a:fillRect/>
              </a:stretch>
            </p:blipFill>
            <p:spPr>
              <a:xfrm>
                <a:off x="2277013" y="3562068"/>
                <a:ext cx="141480" cy="33948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90" name="Ink 89">
                <a:extLst>
                  <a:ext uri="{FF2B5EF4-FFF2-40B4-BE49-F238E27FC236}">
                    <a16:creationId xmlns:a16="http://schemas.microsoft.com/office/drawing/2014/main" id="{11FD73D8-33C6-7294-56DD-83BF5BF77FC9}"/>
                  </a:ext>
                </a:extLst>
              </p14:cNvPr>
              <p14:cNvContentPartPr/>
              <p14:nvPr/>
            </p14:nvContentPartPr>
            <p14:xfrm>
              <a:off x="2418133" y="3593748"/>
              <a:ext cx="31680" cy="266040"/>
            </p14:xfrm>
          </p:contentPart>
        </mc:Choice>
        <mc:Fallback xmlns="">
          <p:pic>
            <p:nvPicPr>
              <p:cNvPr id="90" name="Ink 89">
                <a:extLst>
                  <a:ext uri="{FF2B5EF4-FFF2-40B4-BE49-F238E27FC236}">
                    <a16:creationId xmlns:a16="http://schemas.microsoft.com/office/drawing/2014/main" id="{11FD73D8-33C6-7294-56DD-83BF5BF77FC9}"/>
                  </a:ext>
                </a:extLst>
              </p:cNvPr>
              <p:cNvPicPr/>
              <p:nvPr/>
            </p:nvPicPr>
            <p:blipFill>
              <a:blip r:embed="rId42"/>
              <a:stretch>
                <a:fillRect/>
              </a:stretch>
            </p:blipFill>
            <p:spPr>
              <a:xfrm>
                <a:off x="2407333" y="3582948"/>
                <a:ext cx="52920" cy="28728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91" name="Ink 90">
                <a:extLst>
                  <a:ext uri="{FF2B5EF4-FFF2-40B4-BE49-F238E27FC236}">
                    <a16:creationId xmlns:a16="http://schemas.microsoft.com/office/drawing/2014/main" id="{FD62B61E-06EE-4213-9B7A-34A91C2D2282}"/>
                  </a:ext>
                </a:extLst>
              </p14:cNvPr>
              <p14:cNvContentPartPr/>
              <p14:nvPr/>
            </p14:nvContentPartPr>
            <p14:xfrm>
              <a:off x="2381413" y="3687348"/>
              <a:ext cx="109800" cy="99360"/>
            </p14:xfrm>
          </p:contentPart>
        </mc:Choice>
        <mc:Fallback xmlns="">
          <p:pic>
            <p:nvPicPr>
              <p:cNvPr id="91" name="Ink 90">
                <a:extLst>
                  <a:ext uri="{FF2B5EF4-FFF2-40B4-BE49-F238E27FC236}">
                    <a16:creationId xmlns:a16="http://schemas.microsoft.com/office/drawing/2014/main" id="{FD62B61E-06EE-4213-9B7A-34A91C2D2282}"/>
                  </a:ext>
                </a:extLst>
              </p:cNvPr>
              <p:cNvPicPr/>
              <p:nvPr/>
            </p:nvPicPr>
            <p:blipFill>
              <a:blip r:embed="rId44"/>
              <a:stretch>
                <a:fillRect/>
              </a:stretch>
            </p:blipFill>
            <p:spPr>
              <a:xfrm>
                <a:off x="2370973" y="3676908"/>
                <a:ext cx="13104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92" name="Ink 91">
                <a:extLst>
                  <a:ext uri="{FF2B5EF4-FFF2-40B4-BE49-F238E27FC236}">
                    <a16:creationId xmlns:a16="http://schemas.microsoft.com/office/drawing/2014/main" id="{81382E2E-4052-AD90-6744-E25787782C18}"/>
                  </a:ext>
                </a:extLst>
              </p14:cNvPr>
              <p14:cNvContentPartPr/>
              <p14:nvPr/>
            </p14:nvContentPartPr>
            <p14:xfrm>
              <a:off x="2517133" y="3676908"/>
              <a:ext cx="78480" cy="168840"/>
            </p14:xfrm>
          </p:contentPart>
        </mc:Choice>
        <mc:Fallback xmlns="">
          <p:pic>
            <p:nvPicPr>
              <p:cNvPr id="92" name="Ink 91">
                <a:extLst>
                  <a:ext uri="{FF2B5EF4-FFF2-40B4-BE49-F238E27FC236}">
                    <a16:creationId xmlns:a16="http://schemas.microsoft.com/office/drawing/2014/main" id="{81382E2E-4052-AD90-6744-E25787782C18}"/>
                  </a:ext>
                </a:extLst>
              </p:cNvPr>
              <p:cNvPicPr/>
              <p:nvPr/>
            </p:nvPicPr>
            <p:blipFill>
              <a:blip r:embed="rId46"/>
              <a:stretch>
                <a:fillRect/>
              </a:stretch>
            </p:blipFill>
            <p:spPr>
              <a:xfrm>
                <a:off x="2506333" y="3666468"/>
                <a:ext cx="99720"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93" name="Ink 92">
                <a:extLst>
                  <a:ext uri="{FF2B5EF4-FFF2-40B4-BE49-F238E27FC236}">
                    <a16:creationId xmlns:a16="http://schemas.microsoft.com/office/drawing/2014/main" id="{A9C477C1-704D-2A78-C13F-BE2480A9001D}"/>
                  </a:ext>
                </a:extLst>
              </p14:cNvPr>
              <p14:cNvContentPartPr/>
              <p14:nvPr/>
            </p14:nvContentPartPr>
            <p14:xfrm>
              <a:off x="2580853" y="3666468"/>
              <a:ext cx="97200" cy="198000"/>
            </p14:xfrm>
          </p:contentPart>
        </mc:Choice>
        <mc:Fallback xmlns="">
          <p:pic>
            <p:nvPicPr>
              <p:cNvPr id="93" name="Ink 92">
                <a:extLst>
                  <a:ext uri="{FF2B5EF4-FFF2-40B4-BE49-F238E27FC236}">
                    <a16:creationId xmlns:a16="http://schemas.microsoft.com/office/drawing/2014/main" id="{A9C477C1-704D-2A78-C13F-BE2480A9001D}"/>
                  </a:ext>
                </a:extLst>
              </p:cNvPr>
              <p:cNvPicPr/>
              <p:nvPr/>
            </p:nvPicPr>
            <p:blipFill>
              <a:blip r:embed="rId48"/>
              <a:stretch>
                <a:fillRect/>
              </a:stretch>
            </p:blipFill>
            <p:spPr>
              <a:xfrm>
                <a:off x="2570053" y="3656028"/>
                <a:ext cx="11844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94" name="Ink 93">
                <a:extLst>
                  <a:ext uri="{FF2B5EF4-FFF2-40B4-BE49-F238E27FC236}">
                    <a16:creationId xmlns:a16="http://schemas.microsoft.com/office/drawing/2014/main" id="{EDA1E2A0-9685-E04D-01DE-311AF2815798}"/>
                  </a:ext>
                </a:extLst>
              </p14:cNvPr>
              <p14:cNvContentPartPr/>
              <p14:nvPr/>
            </p14:nvContentPartPr>
            <p14:xfrm>
              <a:off x="2673373" y="3647388"/>
              <a:ext cx="120240" cy="228600"/>
            </p14:xfrm>
          </p:contentPart>
        </mc:Choice>
        <mc:Fallback xmlns="">
          <p:pic>
            <p:nvPicPr>
              <p:cNvPr id="94" name="Ink 93">
                <a:extLst>
                  <a:ext uri="{FF2B5EF4-FFF2-40B4-BE49-F238E27FC236}">
                    <a16:creationId xmlns:a16="http://schemas.microsoft.com/office/drawing/2014/main" id="{EDA1E2A0-9685-E04D-01DE-311AF2815798}"/>
                  </a:ext>
                </a:extLst>
              </p:cNvPr>
              <p:cNvPicPr/>
              <p:nvPr/>
            </p:nvPicPr>
            <p:blipFill>
              <a:blip r:embed="rId50"/>
              <a:stretch>
                <a:fillRect/>
              </a:stretch>
            </p:blipFill>
            <p:spPr>
              <a:xfrm>
                <a:off x="2662573" y="3636948"/>
                <a:ext cx="141480" cy="24984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95" name="Ink 94">
                <a:extLst>
                  <a:ext uri="{FF2B5EF4-FFF2-40B4-BE49-F238E27FC236}">
                    <a16:creationId xmlns:a16="http://schemas.microsoft.com/office/drawing/2014/main" id="{FD230A02-107F-06AF-F44B-0168CF29E80F}"/>
                  </a:ext>
                </a:extLst>
              </p14:cNvPr>
              <p14:cNvContentPartPr/>
              <p14:nvPr/>
            </p14:nvContentPartPr>
            <p14:xfrm>
              <a:off x="2746453" y="3598788"/>
              <a:ext cx="177480" cy="442800"/>
            </p14:xfrm>
          </p:contentPart>
        </mc:Choice>
        <mc:Fallback xmlns="">
          <p:pic>
            <p:nvPicPr>
              <p:cNvPr id="95" name="Ink 94">
                <a:extLst>
                  <a:ext uri="{FF2B5EF4-FFF2-40B4-BE49-F238E27FC236}">
                    <a16:creationId xmlns:a16="http://schemas.microsoft.com/office/drawing/2014/main" id="{FD230A02-107F-06AF-F44B-0168CF29E80F}"/>
                  </a:ext>
                </a:extLst>
              </p:cNvPr>
              <p:cNvPicPr/>
              <p:nvPr/>
            </p:nvPicPr>
            <p:blipFill>
              <a:blip r:embed="rId52"/>
              <a:stretch>
                <a:fillRect/>
              </a:stretch>
            </p:blipFill>
            <p:spPr>
              <a:xfrm>
                <a:off x="2735653" y="3588348"/>
                <a:ext cx="198720" cy="46404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96" name="Ink 95">
                <a:extLst>
                  <a:ext uri="{FF2B5EF4-FFF2-40B4-BE49-F238E27FC236}">
                    <a16:creationId xmlns:a16="http://schemas.microsoft.com/office/drawing/2014/main" id="{06174664-8283-A4CB-FF0C-2304D75CE9F9}"/>
                  </a:ext>
                </a:extLst>
              </p14:cNvPr>
              <p14:cNvContentPartPr/>
              <p14:nvPr/>
            </p14:nvContentPartPr>
            <p14:xfrm>
              <a:off x="3184213" y="3650988"/>
              <a:ext cx="21240" cy="281880"/>
            </p14:xfrm>
          </p:contentPart>
        </mc:Choice>
        <mc:Fallback xmlns="">
          <p:pic>
            <p:nvPicPr>
              <p:cNvPr id="96" name="Ink 95">
                <a:extLst>
                  <a:ext uri="{FF2B5EF4-FFF2-40B4-BE49-F238E27FC236}">
                    <a16:creationId xmlns:a16="http://schemas.microsoft.com/office/drawing/2014/main" id="{06174664-8283-A4CB-FF0C-2304D75CE9F9}"/>
                  </a:ext>
                </a:extLst>
              </p:cNvPr>
              <p:cNvPicPr/>
              <p:nvPr/>
            </p:nvPicPr>
            <p:blipFill>
              <a:blip r:embed="rId54"/>
              <a:stretch>
                <a:fillRect/>
              </a:stretch>
            </p:blipFill>
            <p:spPr>
              <a:xfrm>
                <a:off x="3173413" y="3640188"/>
                <a:ext cx="42480" cy="30312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97" name="Ink 96">
                <a:extLst>
                  <a:ext uri="{FF2B5EF4-FFF2-40B4-BE49-F238E27FC236}">
                    <a16:creationId xmlns:a16="http://schemas.microsoft.com/office/drawing/2014/main" id="{0BBBFA6D-631C-4F88-6B75-113D11BF027D}"/>
                  </a:ext>
                </a:extLst>
              </p14:cNvPr>
              <p14:cNvContentPartPr/>
              <p14:nvPr/>
            </p14:nvContentPartPr>
            <p14:xfrm>
              <a:off x="3189973" y="3598788"/>
              <a:ext cx="302040" cy="271440"/>
            </p14:xfrm>
          </p:contentPart>
        </mc:Choice>
        <mc:Fallback xmlns="">
          <p:pic>
            <p:nvPicPr>
              <p:cNvPr id="97" name="Ink 96">
                <a:extLst>
                  <a:ext uri="{FF2B5EF4-FFF2-40B4-BE49-F238E27FC236}">
                    <a16:creationId xmlns:a16="http://schemas.microsoft.com/office/drawing/2014/main" id="{0BBBFA6D-631C-4F88-6B75-113D11BF027D}"/>
                  </a:ext>
                </a:extLst>
              </p:cNvPr>
              <p:cNvPicPr/>
              <p:nvPr/>
            </p:nvPicPr>
            <p:blipFill>
              <a:blip r:embed="rId56"/>
              <a:stretch>
                <a:fillRect/>
              </a:stretch>
            </p:blipFill>
            <p:spPr>
              <a:xfrm>
                <a:off x="3179173" y="3588348"/>
                <a:ext cx="323280" cy="29268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98" name="Ink 97">
                <a:extLst>
                  <a:ext uri="{FF2B5EF4-FFF2-40B4-BE49-F238E27FC236}">
                    <a16:creationId xmlns:a16="http://schemas.microsoft.com/office/drawing/2014/main" id="{78168BE1-1D0C-1595-FDFC-D2D2E20B3813}"/>
                  </a:ext>
                </a:extLst>
              </p14:cNvPr>
              <p14:cNvContentPartPr/>
              <p14:nvPr/>
            </p14:nvContentPartPr>
            <p14:xfrm>
              <a:off x="3517573" y="3577908"/>
              <a:ext cx="83880" cy="297360"/>
            </p14:xfrm>
          </p:contentPart>
        </mc:Choice>
        <mc:Fallback xmlns="">
          <p:pic>
            <p:nvPicPr>
              <p:cNvPr id="98" name="Ink 97">
                <a:extLst>
                  <a:ext uri="{FF2B5EF4-FFF2-40B4-BE49-F238E27FC236}">
                    <a16:creationId xmlns:a16="http://schemas.microsoft.com/office/drawing/2014/main" id="{78168BE1-1D0C-1595-FDFC-D2D2E20B3813}"/>
                  </a:ext>
                </a:extLst>
              </p:cNvPr>
              <p:cNvPicPr/>
              <p:nvPr/>
            </p:nvPicPr>
            <p:blipFill>
              <a:blip r:embed="rId58"/>
              <a:stretch>
                <a:fillRect/>
              </a:stretch>
            </p:blipFill>
            <p:spPr>
              <a:xfrm>
                <a:off x="3507133" y="3567468"/>
                <a:ext cx="105120" cy="3186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99" name="Ink 98">
                <a:extLst>
                  <a:ext uri="{FF2B5EF4-FFF2-40B4-BE49-F238E27FC236}">
                    <a16:creationId xmlns:a16="http://schemas.microsoft.com/office/drawing/2014/main" id="{45325B00-8C0C-1D22-00BD-BBB85D5DBF23}"/>
                  </a:ext>
                </a:extLst>
              </p14:cNvPr>
              <p14:cNvContentPartPr/>
              <p14:nvPr/>
            </p14:nvContentPartPr>
            <p14:xfrm>
              <a:off x="3616573" y="3620748"/>
              <a:ext cx="240120" cy="224280"/>
            </p14:xfrm>
          </p:contentPart>
        </mc:Choice>
        <mc:Fallback xmlns="">
          <p:pic>
            <p:nvPicPr>
              <p:cNvPr id="99" name="Ink 98">
                <a:extLst>
                  <a:ext uri="{FF2B5EF4-FFF2-40B4-BE49-F238E27FC236}">
                    <a16:creationId xmlns:a16="http://schemas.microsoft.com/office/drawing/2014/main" id="{45325B00-8C0C-1D22-00BD-BBB85D5DBF23}"/>
                  </a:ext>
                </a:extLst>
              </p:cNvPr>
              <p:cNvPicPr/>
              <p:nvPr/>
            </p:nvPicPr>
            <p:blipFill>
              <a:blip r:embed="rId60"/>
              <a:stretch>
                <a:fillRect/>
              </a:stretch>
            </p:blipFill>
            <p:spPr>
              <a:xfrm>
                <a:off x="3606133" y="3610308"/>
                <a:ext cx="261360" cy="24552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100" name="Ink 99">
                <a:extLst>
                  <a:ext uri="{FF2B5EF4-FFF2-40B4-BE49-F238E27FC236}">
                    <a16:creationId xmlns:a16="http://schemas.microsoft.com/office/drawing/2014/main" id="{1207F000-47ED-8941-3559-280A2ED961D3}"/>
                  </a:ext>
                </a:extLst>
              </p14:cNvPr>
              <p14:cNvContentPartPr/>
              <p14:nvPr/>
            </p14:nvContentPartPr>
            <p14:xfrm>
              <a:off x="3866773" y="3512028"/>
              <a:ext cx="221400" cy="535320"/>
            </p14:xfrm>
          </p:contentPart>
        </mc:Choice>
        <mc:Fallback xmlns="">
          <p:pic>
            <p:nvPicPr>
              <p:cNvPr id="100" name="Ink 99">
                <a:extLst>
                  <a:ext uri="{FF2B5EF4-FFF2-40B4-BE49-F238E27FC236}">
                    <a16:creationId xmlns:a16="http://schemas.microsoft.com/office/drawing/2014/main" id="{1207F000-47ED-8941-3559-280A2ED961D3}"/>
                  </a:ext>
                </a:extLst>
              </p:cNvPr>
              <p:cNvPicPr/>
              <p:nvPr/>
            </p:nvPicPr>
            <p:blipFill>
              <a:blip r:embed="rId62"/>
              <a:stretch>
                <a:fillRect/>
              </a:stretch>
            </p:blipFill>
            <p:spPr>
              <a:xfrm>
                <a:off x="3856333" y="3501228"/>
                <a:ext cx="242640" cy="55656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101" name="Ink 100">
                <a:extLst>
                  <a:ext uri="{FF2B5EF4-FFF2-40B4-BE49-F238E27FC236}">
                    <a16:creationId xmlns:a16="http://schemas.microsoft.com/office/drawing/2014/main" id="{DC784E6D-5A78-5295-2F1E-D21544121E65}"/>
                  </a:ext>
                </a:extLst>
              </p14:cNvPr>
              <p14:cNvContentPartPr/>
              <p14:nvPr/>
            </p14:nvContentPartPr>
            <p14:xfrm>
              <a:off x="885613" y="4120068"/>
              <a:ext cx="151560" cy="276120"/>
            </p14:xfrm>
          </p:contentPart>
        </mc:Choice>
        <mc:Fallback xmlns="">
          <p:pic>
            <p:nvPicPr>
              <p:cNvPr id="101" name="Ink 100">
                <a:extLst>
                  <a:ext uri="{FF2B5EF4-FFF2-40B4-BE49-F238E27FC236}">
                    <a16:creationId xmlns:a16="http://schemas.microsoft.com/office/drawing/2014/main" id="{DC784E6D-5A78-5295-2F1E-D21544121E65}"/>
                  </a:ext>
                </a:extLst>
              </p:cNvPr>
              <p:cNvPicPr/>
              <p:nvPr/>
            </p:nvPicPr>
            <p:blipFill>
              <a:blip r:embed="rId64"/>
              <a:stretch>
                <a:fillRect/>
              </a:stretch>
            </p:blipFill>
            <p:spPr>
              <a:xfrm>
                <a:off x="875173" y="4109268"/>
                <a:ext cx="172800" cy="29736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102" name="Ink 101">
                <a:extLst>
                  <a:ext uri="{FF2B5EF4-FFF2-40B4-BE49-F238E27FC236}">
                    <a16:creationId xmlns:a16="http://schemas.microsoft.com/office/drawing/2014/main" id="{2AFAEF21-3AD2-F6C7-C768-46A9D2CB7E68}"/>
                  </a:ext>
                </a:extLst>
              </p14:cNvPr>
              <p14:cNvContentPartPr/>
              <p14:nvPr/>
            </p14:nvContentPartPr>
            <p14:xfrm>
              <a:off x="1029253" y="4140948"/>
              <a:ext cx="190440" cy="203040"/>
            </p14:xfrm>
          </p:contentPart>
        </mc:Choice>
        <mc:Fallback xmlns="">
          <p:pic>
            <p:nvPicPr>
              <p:cNvPr id="102" name="Ink 101">
                <a:extLst>
                  <a:ext uri="{FF2B5EF4-FFF2-40B4-BE49-F238E27FC236}">
                    <a16:creationId xmlns:a16="http://schemas.microsoft.com/office/drawing/2014/main" id="{2AFAEF21-3AD2-F6C7-C768-46A9D2CB7E68}"/>
                  </a:ext>
                </a:extLst>
              </p:cNvPr>
              <p:cNvPicPr/>
              <p:nvPr/>
            </p:nvPicPr>
            <p:blipFill>
              <a:blip r:embed="rId66"/>
              <a:stretch>
                <a:fillRect/>
              </a:stretch>
            </p:blipFill>
            <p:spPr>
              <a:xfrm>
                <a:off x="1018813" y="4130148"/>
                <a:ext cx="211680" cy="22428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103" name="Ink 102">
                <a:extLst>
                  <a:ext uri="{FF2B5EF4-FFF2-40B4-BE49-F238E27FC236}">
                    <a16:creationId xmlns:a16="http://schemas.microsoft.com/office/drawing/2014/main" id="{50ABD757-9A6A-9FE9-F928-0243E344784B}"/>
                  </a:ext>
                </a:extLst>
              </p14:cNvPr>
              <p14:cNvContentPartPr/>
              <p14:nvPr/>
            </p14:nvContentPartPr>
            <p14:xfrm>
              <a:off x="1234813" y="4155348"/>
              <a:ext cx="114840" cy="233280"/>
            </p14:xfrm>
          </p:contentPart>
        </mc:Choice>
        <mc:Fallback xmlns="">
          <p:pic>
            <p:nvPicPr>
              <p:cNvPr id="103" name="Ink 102">
                <a:extLst>
                  <a:ext uri="{FF2B5EF4-FFF2-40B4-BE49-F238E27FC236}">
                    <a16:creationId xmlns:a16="http://schemas.microsoft.com/office/drawing/2014/main" id="{50ABD757-9A6A-9FE9-F928-0243E344784B}"/>
                  </a:ext>
                </a:extLst>
              </p:cNvPr>
              <p:cNvPicPr/>
              <p:nvPr/>
            </p:nvPicPr>
            <p:blipFill>
              <a:blip r:embed="rId68"/>
              <a:stretch>
                <a:fillRect/>
              </a:stretch>
            </p:blipFill>
            <p:spPr>
              <a:xfrm>
                <a:off x="1224373" y="4144548"/>
                <a:ext cx="136080" cy="25452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104" name="Ink 103">
                <a:extLst>
                  <a:ext uri="{FF2B5EF4-FFF2-40B4-BE49-F238E27FC236}">
                    <a16:creationId xmlns:a16="http://schemas.microsoft.com/office/drawing/2014/main" id="{B79B1AE6-003E-9479-6F6D-BA24F07B9C83}"/>
                  </a:ext>
                </a:extLst>
              </p14:cNvPr>
              <p14:cNvContentPartPr/>
              <p14:nvPr/>
            </p14:nvContentPartPr>
            <p14:xfrm>
              <a:off x="1380973" y="4154268"/>
              <a:ext cx="167040" cy="215640"/>
            </p14:xfrm>
          </p:contentPart>
        </mc:Choice>
        <mc:Fallback xmlns="">
          <p:pic>
            <p:nvPicPr>
              <p:cNvPr id="104" name="Ink 103">
                <a:extLst>
                  <a:ext uri="{FF2B5EF4-FFF2-40B4-BE49-F238E27FC236}">
                    <a16:creationId xmlns:a16="http://schemas.microsoft.com/office/drawing/2014/main" id="{B79B1AE6-003E-9479-6F6D-BA24F07B9C83}"/>
                  </a:ext>
                </a:extLst>
              </p:cNvPr>
              <p:cNvPicPr/>
              <p:nvPr/>
            </p:nvPicPr>
            <p:blipFill>
              <a:blip r:embed="rId70"/>
              <a:stretch>
                <a:fillRect/>
              </a:stretch>
            </p:blipFill>
            <p:spPr>
              <a:xfrm>
                <a:off x="1370173" y="4143468"/>
                <a:ext cx="188280"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105" name="Ink 104">
                <a:extLst>
                  <a:ext uri="{FF2B5EF4-FFF2-40B4-BE49-F238E27FC236}">
                    <a16:creationId xmlns:a16="http://schemas.microsoft.com/office/drawing/2014/main" id="{2ED12C11-8ED0-C9E3-3F1D-157DE94150E6}"/>
                  </a:ext>
                </a:extLst>
              </p14:cNvPr>
              <p14:cNvContentPartPr/>
              <p14:nvPr/>
            </p14:nvContentPartPr>
            <p14:xfrm>
              <a:off x="1527853" y="4151388"/>
              <a:ext cx="103320" cy="197280"/>
            </p14:xfrm>
          </p:contentPart>
        </mc:Choice>
        <mc:Fallback xmlns="">
          <p:pic>
            <p:nvPicPr>
              <p:cNvPr id="105" name="Ink 104">
                <a:extLst>
                  <a:ext uri="{FF2B5EF4-FFF2-40B4-BE49-F238E27FC236}">
                    <a16:creationId xmlns:a16="http://schemas.microsoft.com/office/drawing/2014/main" id="{2ED12C11-8ED0-C9E3-3F1D-157DE94150E6}"/>
                  </a:ext>
                </a:extLst>
              </p:cNvPr>
              <p:cNvPicPr/>
              <p:nvPr/>
            </p:nvPicPr>
            <p:blipFill>
              <a:blip r:embed="rId72"/>
              <a:stretch>
                <a:fillRect/>
              </a:stretch>
            </p:blipFill>
            <p:spPr>
              <a:xfrm>
                <a:off x="1517413" y="4140588"/>
                <a:ext cx="124560" cy="21852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106" name="Ink 105">
                <a:extLst>
                  <a:ext uri="{FF2B5EF4-FFF2-40B4-BE49-F238E27FC236}">
                    <a16:creationId xmlns:a16="http://schemas.microsoft.com/office/drawing/2014/main" id="{A7FF7C60-DA61-5BB7-1391-DFDE095D9B0D}"/>
                  </a:ext>
                </a:extLst>
              </p14:cNvPr>
              <p14:cNvContentPartPr/>
              <p14:nvPr/>
            </p14:nvContentPartPr>
            <p14:xfrm>
              <a:off x="1657093" y="4093788"/>
              <a:ext cx="52560" cy="307800"/>
            </p14:xfrm>
          </p:contentPart>
        </mc:Choice>
        <mc:Fallback xmlns="">
          <p:pic>
            <p:nvPicPr>
              <p:cNvPr id="106" name="Ink 105">
                <a:extLst>
                  <a:ext uri="{FF2B5EF4-FFF2-40B4-BE49-F238E27FC236}">
                    <a16:creationId xmlns:a16="http://schemas.microsoft.com/office/drawing/2014/main" id="{A7FF7C60-DA61-5BB7-1391-DFDE095D9B0D}"/>
                  </a:ext>
                </a:extLst>
              </p:cNvPr>
              <p:cNvPicPr/>
              <p:nvPr/>
            </p:nvPicPr>
            <p:blipFill>
              <a:blip r:embed="rId74"/>
              <a:stretch>
                <a:fillRect/>
              </a:stretch>
            </p:blipFill>
            <p:spPr>
              <a:xfrm>
                <a:off x="1646653" y="4083348"/>
                <a:ext cx="73800" cy="32904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107" name="Ink 106">
                <a:extLst>
                  <a:ext uri="{FF2B5EF4-FFF2-40B4-BE49-F238E27FC236}">
                    <a16:creationId xmlns:a16="http://schemas.microsoft.com/office/drawing/2014/main" id="{2D0968ED-EFDA-1F1E-6FE5-D250E25E901F}"/>
                  </a:ext>
                </a:extLst>
              </p14:cNvPr>
              <p14:cNvContentPartPr/>
              <p14:nvPr/>
            </p14:nvContentPartPr>
            <p14:xfrm>
              <a:off x="1646653" y="4187748"/>
              <a:ext cx="219240" cy="104760"/>
            </p14:xfrm>
          </p:contentPart>
        </mc:Choice>
        <mc:Fallback xmlns="">
          <p:pic>
            <p:nvPicPr>
              <p:cNvPr id="107" name="Ink 106">
                <a:extLst>
                  <a:ext uri="{FF2B5EF4-FFF2-40B4-BE49-F238E27FC236}">
                    <a16:creationId xmlns:a16="http://schemas.microsoft.com/office/drawing/2014/main" id="{2D0968ED-EFDA-1F1E-6FE5-D250E25E901F}"/>
                  </a:ext>
                </a:extLst>
              </p:cNvPr>
              <p:cNvPicPr/>
              <p:nvPr/>
            </p:nvPicPr>
            <p:blipFill>
              <a:blip r:embed="rId76"/>
              <a:stretch>
                <a:fillRect/>
              </a:stretch>
            </p:blipFill>
            <p:spPr>
              <a:xfrm>
                <a:off x="1636213" y="4176948"/>
                <a:ext cx="2404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108" name="Ink 107">
                <a:extLst>
                  <a:ext uri="{FF2B5EF4-FFF2-40B4-BE49-F238E27FC236}">
                    <a16:creationId xmlns:a16="http://schemas.microsoft.com/office/drawing/2014/main" id="{DA838FDF-CB9A-5985-F8E8-5CBA7FF8FC5C}"/>
                  </a:ext>
                </a:extLst>
              </p14:cNvPr>
              <p14:cNvContentPartPr/>
              <p14:nvPr/>
            </p14:nvContentPartPr>
            <p14:xfrm>
              <a:off x="2120773" y="4057428"/>
              <a:ext cx="52560" cy="349560"/>
            </p14:xfrm>
          </p:contentPart>
        </mc:Choice>
        <mc:Fallback xmlns="">
          <p:pic>
            <p:nvPicPr>
              <p:cNvPr id="108" name="Ink 107">
                <a:extLst>
                  <a:ext uri="{FF2B5EF4-FFF2-40B4-BE49-F238E27FC236}">
                    <a16:creationId xmlns:a16="http://schemas.microsoft.com/office/drawing/2014/main" id="{DA838FDF-CB9A-5985-F8E8-5CBA7FF8FC5C}"/>
                  </a:ext>
                </a:extLst>
              </p:cNvPr>
              <p:cNvPicPr/>
              <p:nvPr/>
            </p:nvPicPr>
            <p:blipFill>
              <a:blip r:embed="rId78"/>
              <a:stretch>
                <a:fillRect/>
              </a:stretch>
            </p:blipFill>
            <p:spPr>
              <a:xfrm>
                <a:off x="2110333" y="4046628"/>
                <a:ext cx="73800" cy="37080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109" name="Ink 108">
                <a:extLst>
                  <a:ext uri="{FF2B5EF4-FFF2-40B4-BE49-F238E27FC236}">
                    <a16:creationId xmlns:a16="http://schemas.microsoft.com/office/drawing/2014/main" id="{B5A90DFC-44AA-6780-5780-185BF321F973}"/>
                  </a:ext>
                </a:extLst>
              </p14:cNvPr>
              <p14:cNvContentPartPr/>
              <p14:nvPr/>
            </p14:nvContentPartPr>
            <p14:xfrm>
              <a:off x="2152093" y="4073628"/>
              <a:ext cx="88920" cy="182160"/>
            </p14:xfrm>
          </p:contentPart>
        </mc:Choice>
        <mc:Fallback xmlns="">
          <p:pic>
            <p:nvPicPr>
              <p:cNvPr id="109" name="Ink 108">
                <a:extLst>
                  <a:ext uri="{FF2B5EF4-FFF2-40B4-BE49-F238E27FC236}">
                    <a16:creationId xmlns:a16="http://schemas.microsoft.com/office/drawing/2014/main" id="{B5A90DFC-44AA-6780-5780-185BF321F973}"/>
                  </a:ext>
                </a:extLst>
              </p:cNvPr>
              <p:cNvPicPr/>
              <p:nvPr/>
            </p:nvPicPr>
            <p:blipFill>
              <a:blip r:embed="rId80"/>
              <a:stretch>
                <a:fillRect/>
              </a:stretch>
            </p:blipFill>
            <p:spPr>
              <a:xfrm>
                <a:off x="2141653" y="4063188"/>
                <a:ext cx="110160" cy="20340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110" name="Ink 109">
                <a:extLst>
                  <a:ext uri="{FF2B5EF4-FFF2-40B4-BE49-F238E27FC236}">
                    <a16:creationId xmlns:a16="http://schemas.microsoft.com/office/drawing/2014/main" id="{D7E51B2F-F5A6-0221-921B-08A77A573CC1}"/>
                  </a:ext>
                </a:extLst>
              </p14:cNvPr>
              <p14:cNvContentPartPr/>
              <p14:nvPr/>
            </p14:nvContentPartPr>
            <p14:xfrm>
              <a:off x="2230213" y="4084068"/>
              <a:ext cx="240120" cy="259920"/>
            </p14:xfrm>
          </p:contentPart>
        </mc:Choice>
        <mc:Fallback xmlns="">
          <p:pic>
            <p:nvPicPr>
              <p:cNvPr id="110" name="Ink 109">
                <a:extLst>
                  <a:ext uri="{FF2B5EF4-FFF2-40B4-BE49-F238E27FC236}">
                    <a16:creationId xmlns:a16="http://schemas.microsoft.com/office/drawing/2014/main" id="{D7E51B2F-F5A6-0221-921B-08A77A573CC1}"/>
                  </a:ext>
                </a:extLst>
              </p:cNvPr>
              <p:cNvPicPr/>
              <p:nvPr/>
            </p:nvPicPr>
            <p:blipFill>
              <a:blip r:embed="rId82"/>
              <a:stretch>
                <a:fillRect/>
              </a:stretch>
            </p:blipFill>
            <p:spPr>
              <a:xfrm>
                <a:off x="2219773" y="4073268"/>
                <a:ext cx="261360" cy="28116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111" name="Ink 110">
                <a:extLst>
                  <a:ext uri="{FF2B5EF4-FFF2-40B4-BE49-F238E27FC236}">
                    <a16:creationId xmlns:a16="http://schemas.microsoft.com/office/drawing/2014/main" id="{78B3CDC1-8A2B-0762-9D9D-96DE3C010364}"/>
                  </a:ext>
                </a:extLst>
              </p14:cNvPr>
              <p14:cNvContentPartPr/>
              <p14:nvPr/>
            </p14:nvContentPartPr>
            <p14:xfrm>
              <a:off x="2490853" y="4135548"/>
              <a:ext cx="94320" cy="145800"/>
            </p14:xfrm>
          </p:contentPart>
        </mc:Choice>
        <mc:Fallback xmlns="">
          <p:pic>
            <p:nvPicPr>
              <p:cNvPr id="111" name="Ink 110">
                <a:extLst>
                  <a:ext uri="{FF2B5EF4-FFF2-40B4-BE49-F238E27FC236}">
                    <a16:creationId xmlns:a16="http://schemas.microsoft.com/office/drawing/2014/main" id="{78B3CDC1-8A2B-0762-9D9D-96DE3C010364}"/>
                  </a:ext>
                </a:extLst>
              </p:cNvPr>
              <p:cNvPicPr/>
              <p:nvPr/>
            </p:nvPicPr>
            <p:blipFill>
              <a:blip r:embed="rId84"/>
              <a:stretch>
                <a:fillRect/>
              </a:stretch>
            </p:blipFill>
            <p:spPr>
              <a:xfrm>
                <a:off x="2480413" y="4125108"/>
                <a:ext cx="115560" cy="16704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112" name="Ink 111">
                <a:extLst>
                  <a:ext uri="{FF2B5EF4-FFF2-40B4-BE49-F238E27FC236}">
                    <a16:creationId xmlns:a16="http://schemas.microsoft.com/office/drawing/2014/main" id="{70AC1813-3AEA-52CE-4245-5D3A58D7F19E}"/>
                  </a:ext>
                </a:extLst>
              </p14:cNvPr>
              <p14:cNvContentPartPr/>
              <p14:nvPr/>
            </p14:nvContentPartPr>
            <p14:xfrm>
              <a:off x="2579413" y="4145988"/>
              <a:ext cx="88200" cy="109800"/>
            </p14:xfrm>
          </p:contentPart>
        </mc:Choice>
        <mc:Fallback xmlns="">
          <p:pic>
            <p:nvPicPr>
              <p:cNvPr id="112" name="Ink 111">
                <a:extLst>
                  <a:ext uri="{FF2B5EF4-FFF2-40B4-BE49-F238E27FC236}">
                    <a16:creationId xmlns:a16="http://schemas.microsoft.com/office/drawing/2014/main" id="{70AC1813-3AEA-52CE-4245-5D3A58D7F19E}"/>
                  </a:ext>
                </a:extLst>
              </p:cNvPr>
              <p:cNvPicPr/>
              <p:nvPr/>
            </p:nvPicPr>
            <p:blipFill>
              <a:blip r:embed="rId86"/>
              <a:stretch>
                <a:fillRect/>
              </a:stretch>
            </p:blipFill>
            <p:spPr>
              <a:xfrm>
                <a:off x="2568973" y="4135548"/>
                <a:ext cx="109440" cy="13104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113" name="Ink 112">
                <a:extLst>
                  <a:ext uri="{FF2B5EF4-FFF2-40B4-BE49-F238E27FC236}">
                    <a16:creationId xmlns:a16="http://schemas.microsoft.com/office/drawing/2014/main" id="{00816908-AB1B-C9C3-25D6-F93B706338F4}"/>
                  </a:ext>
                </a:extLst>
              </p14:cNvPr>
              <p14:cNvContentPartPr/>
              <p14:nvPr/>
            </p14:nvContentPartPr>
            <p14:xfrm>
              <a:off x="2667973" y="4167588"/>
              <a:ext cx="120240" cy="153720"/>
            </p14:xfrm>
          </p:contentPart>
        </mc:Choice>
        <mc:Fallback xmlns="">
          <p:pic>
            <p:nvPicPr>
              <p:cNvPr id="113" name="Ink 112">
                <a:extLst>
                  <a:ext uri="{FF2B5EF4-FFF2-40B4-BE49-F238E27FC236}">
                    <a16:creationId xmlns:a16="http://schemas.microsoft.com/office/drawing/2014/main" id="{00816908-AB1B-C9C3-25D6-F93B706338F4}"/>
                  </a:ext>
                </a:extLst>
              </p:cNvPr>
              <p:cNvPicPr/>
              <p:nvPr/>
            </p:nvPicPr>
            <p:blipFill>
              <a:blip r:embed="rId88"/>
              <a:stretch>
                <a:fillRect/>
              </a:stretch>
            </p:blipFill>
            <p:spPr>
              <a:xfrm>
                <a:off x="2657533" y="4156788"/>
                <a:ext cx="14148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114" name="Ink 113">
                <a:extLst>
                  <a:ext uri="{FF2B5EF4-FFF2-40B4-BE49-F238E27FC236}">
                    <a16:creationId xmlns:a16="http://schemas.microsoft.com/office/drawing/2014/main" id="{23667491-0292-F47C-94E6-AC7D996D567E}"/>
                  </a:ext>
                </a:extLst>
              </p14:cNvPr>
              <p14:cNvContentPartPr/>
              <p14:nvPr/>
            </p14:nvContentPartPr>
            <p14:xfrm>
              <a:off x="2787853" y="4107828"/>
              <a:ext cx="21240" cy="231480"/>
            </p14:xfrm>
          </p:contentPart>
        </mc:Choice>
        <mc:Fallback xmlns="">
          <p:pic>
            <p:nvPicPr>
              <p:cNvPr id="114" name="Ink 113">
                <a:extLst>
                  <a:ext uri="{FF2B5EF4-FFF2-40B4-BE49-F238E27FC236}">
                    <a16:creationId xmlns:a16="http://schemas.microsoft.com/office/drawing/2014/main" id="{23667491-0292-F47C-94E6-AC7D996D567E}"/>
                  </a:ext>
                </a:extLst>
              </p:cNvPr>
              <p:cNvPicPr/>
              <p:nvPr/>
            </p:nvPicPr>
            <p:blipFill>
              <a:blip r:embed="rId90"/>
              <a:stretch>
                <a:fillRect/>
              </a:stretch>
            </p:blipFill>
            <p:spPr>
              <a:xfrm>
                <a:off x="2777413" y="4097028"/>
                <a:ext cx="42480" cy="25272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115" name="Ink 114">
                <a:extLst>
                  <a:ext uri="{FF2B5EF4-FFF2-40B4-BE49-F238E27FC236}">
                    <a16:creationId xmlns:a16="http://schemas.microsoft.com/office/drawing/2014/main" id="{FCB55E7B-040A-BC4B-7F39-C93D2C69E304}"/>
                  </a:ext>
                </a:extLst>
              </p14:cNvPr>
              <p14:cNvContentPartPr/>
              <p14:nvPr/>
            </p14:nvContentPartPr>
            <p14:xfrm>
              <a:off x="2767333" y="4208628"/>
              <a:ext cx="151560" cy="73440"/>
            </p14:xfrm>
          </p:contentPart>
        </mc:Choice>
        <mc:Fallback xmlns="">
          <p:pic>
            <p:nvPicPr>
              <p:cNvPr id="115" name="Ink 114">
                <a:extLst>
                  <a:ext uri="{FF2B5EF4-FFF2-40B4-BE49-F238E27FC236}">
                    <a16:creationId xmlns:a16="http://schemas.microsoft.com/office/drawing/2014/main" id="{FCB55E7B-040A-BC4B-7F39-C93D2C69E304}"/>
                  </a:ext>
                </a:extLst>
              </p:cNvPr>
              <p:cNvPicPr/>
              <p:nvPr/>
            </p:nvPicPr>
            <p:blipFill>
              <a:blip r:embed="rId92"/>
              <a:stretch>
                <a:fillRect/>
              </a:stretch>
            </p:blipFill>
            <p:spPr>
              <a:xfrm>
                <a:off x="2756533" y="4197828"/>
                <a:ext cx="172800" cy="9468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116" name="Ink 115">
                <a:extLst>
                  <a:ext uri="{FF2B5EF4-FFF2-40B4-BE49-F238E27FC236}">
                    <a16:creationId xmlns:a16="http://schemas.microsoft.com/office/drawing/2014/main" id="{0FBBE9BB-83FB-854D-5EB1-780363B0F506}"/>
                  </a:ext>
                </a:extLst>
              </p14:cNvPr>
              <p14:cNvContentPartPr/>
              <p14:nvPr/>
            </p14:nvContentPartPr>
            <p14:xfrm>
              <a:off x="2996293" y="4097388"/>
              <a:ext cx="67680" cy="361800"/>
            </p14:xfrm>
          </p:contentPart>
        </mc:Choice>
        <mc:Fallback xmlns="">
          <p:pic>
            <p:nvPicPr>
              <p:cNvPr id="116" name="Ink 115">
                <a:extLst>
                  <a:ext uri="{FF2B5EF4-FFF2-40B4-BE49-F238E27FC236}">
                    <a16:creationId xmlns:a16="http://schemas.microsoft.com/office/drawing/2014/main" id="{0FBBE9BB-83FB-854D-5EB1-780363B0F506}"/>
                  </a:ext>
                </a:extLst>
              </p:cNvPr>
              <p:cNvPicPr/>
              <p:nvPr/>
            </p:nvPicPr>
            <p:blipFill>
              <a:blip r:embed="rId94"/>
              <a:stretch>
                <a:fillRect/>
              </a:stretch>
            </p:blipFill>
            <p:spPr>
              <a:xfrm>
                <a:off x="2985853" y="4086588"/>
                <a:ext cx="88920" cy="38304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117" name="Ink 116">
                <a:extLst>
                  <a:ext uri="{FF2B5EF4-FFF2-40B4-BE49-F238E27FC236}">
                    <a16:creationId xmlns:a16="http://schemas.microsoft.com/office/drawing/2014/main" id="{121D8F58-2539-D660-1111-B84CC9FF2977}"/>
                  </a:ext>
                </a:extLst>
              </p14:cNvPr>
              <p14:cNvContentPartPr/>
              <p14:nvPr/>
            </p14:nvContentPartPr>
            <p14:xfrm>
              <a:off x="3001693" y="4208628"/>
              <a:ext cx="130680" cy="120240"/>
            </p14:xfrm>
          </p:contentPart>
        </mc:Choice>
        <mc:Fallback xmlns="">
          <p:pic>
            <p:nvPicPr>
              <p:cNvPr id="117" name="Ink 116">
                <a:extLst>
                  <a:ext uri="{FF2B5EF4-FFF2-40B4-BE49-F238E27FC236}">
                    <a16:creationId xmlns:a16="http://schemas.microsoft.com/office/drawing/2014/main" id="{121D8F58-2539-D660-1111-B84CC9FF2977}"/>
                  </a:ext>
                </a:extLst>
              </p:cNvPr>
              <p:cNvPicPr/>
              <p:nvPr/>
            </p:nvPicPr>
            <p:blipFill>
              <a:blip r:embed="rId96"/>
              <a:stretch>
                <a:fillRect/>
              </a:stretch>
            </p:blipFill>
            <p:spPr>
              <a:xfrm>
                <a:off x="2990893" y="4197828"/>
                <a:ext cx="151920" cy="14148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118" name="Ink 117">
                <a:extLst>
                  <a:ext uri="{FF2B5EF4-FFF2-40B4-BE49-F238E27FC236}">
                    <a16:creationId xmlns:a16="http://schemas.microsoft.com/office/drawing/2014/main" id="{F7E84A5A-A552-0370-B8AB-A2C23FB12E79}"/>
                  </a:ext>
                </a:extLst>
              </p14:cNvPr>
              <p14:cNvContentPartPr/>
              <p14:nvPr/>
            </p14:nvContentPartPr>
            <p14:xfrm>
              <a:off x="3142453" y="4151388"/>
              <a:ext cx="250560" cy="208080"/>
            </p14:xfrm>
          </p:contentPart>
        </mc:Choice>
        <mc:Fallback xmlns="">
          <p:pic>
            <p:nvPicPr>
              <p:cNvPr id="118" name="Ink 117">
                <a:extLst>
                  <a:ext uri="{FF2B5EF4-FFF2-40B4-BE49-F238E27FC236}">
                    <a16:creationId xmlns:a16="http://schemas.microsoft.com/office/drawing/2014/main" id="{F7E84A5A-A552-0370-B8AB-A2C23FB12E79}"/>
                  </a:ext>
                </a:extLst>
              </p:cNvPr>
              <p:cNvPicPr/>
              <p:nvPr/>
            </p:nvPicPr>
            <p:blipFill>
              <a:blip r:embed="rId98"/>
              <a:stretch>
                <a:fillRect/>
              </a:stretch>
            </p:blipFill>
            <p:spPr>
              <a:xfrm>
                <a:off x="3131653" y="4140588"/>
                <a:ext cx="271800" cy="22932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119" name="Ink 118">
                <a:extLst>
                  <a:ext uri="{FF2B5EF4-FFF2-40B4-BE49-F238E27FC236}">
                    <a16:creationId xmlns:a16="http://schemas.microsoft.com/office/drawing/2014/main" id="{C2CB7C8D-DCC8-6AC8-6754-DFC69548CD65}"/>
                  </a:ext>
                </a:extLst>
              </p14:cNvPr>
              <p14:cNvContentPartPr/>
              <p14:nvPr/>
            </p14:nvContentPartPr>
            <p14:xfrm>
              <a:off x="3376813" y="4140948"/>
              <a:ext cx="63000" cy="276120"/>
            </p14:xfrm>
          </p:contentPart>
        </mc:Choice>
        <mc:Fallback xmlns="">
          <p:pic>
            <p:nvPicPr>
              <p:cNvPr id="119" name="Ink 118">
                <a:extLst>
                  <a:ext uri="{FF2B5EF4-FFF2-40B4-BE49-F238E27FC236}">
                    <a16:creationId xmlns:a16="http://schemas.microsoft.com/office/drawing/2014/main" id="{C2CB7C8D-DCC8-6AC8-6754-DFC69548CD65}"/>
                  </a:ext>
                </a:extLst>
              </p:cNvPr>
              <p:cNvPicPr/>
              <p:nvPr/>
            </p:nvPicPr>
            <p:blipFill>
              <a:blip r:embed="rId100"/>
              <a:stretch>
                <a:fillRect/>
              </a:stretch>
            </p:blipFill>
            <p:spPr>
              <a:xfrm>
                <a:off x="3366373" y="4130148"/>
                <a:ext cx="84240" cy="29736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120" name="Ink 119">
                <a:extLst>
                  <a:ext uri="{FF2B5EF4-FFF2-40B4-BE49-F238E27FC236}">
                    <a16:creationId xmlns:a16="http://schemas.microsoft.com/office/drawing/2014/main" id="{18AE0A3F-A8A7-8E12-6772-035AA79FD41A}"/>
                  </a:ext>
                </a:extLst>
              </p14:cNvPr>
              <p14:cNvContentPartPr/>
              <p14:nvPr/>
            </p14:nvContentPartPr>
            <p14:xfrm>
              <a:off x="3439453" y="4177308"/>
              <a:ext cx="156600" cy="177120"/>
            </p14:xfrm>
          </p:contentPart>
        </mc:Choice>
        <mc:Fallback xmlns="">
          <p:pic>
            <p:nvPicPr>
              <p:cNvPr id="120" name="Ink 119">
                <a:extLst>
                  <a:ext uri="{FF2B5EF4-FFF2-40B4-BE49-F238E27FC236}">
                    <a16:creationId xmlns:a16="http://schemas.microsoft.com/office/drawing/2014/main" id="{18AE0A3F-A8A7-8E12-6772-035AA79FD41A}"/>
                  </a:ext>
                </a:extLst>
              </p:cNvPr>
              <p:cNvPicPr/>
              <p:nvPr/>
            </p:nvPicPr>
            <p:blipFill>
              <a:blip r:embed="rId102"/>
              <a:stretch>
                <a:fillRect/>
              </a:stretch>
            </p:blipFill>
            <p:spPr>
              <a:xfrm>
                <a:off x="3428653" y="4166508"/>
                <a:ext cx="177840" cy="19836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121" name="Ink 120">
                <a:extLst>
                  <a:ext uri="{FF2B5EF4-FFF2-40B4-BE49-F238E27FC236}">
                    <a16:creationId xmlns:a16="http://schemas.microsoft.com/office/drawing/2014/main" id="{E1D6D079-8606-C165-80DD-6767A18063B5}"/>
                  </a:ext>
                </a:extLst>
              </p14:cNvPr>
              <p14:cNvContentPartPr/>
              <p14:nvPr/>
            </p14:nvContentPartPr>
            <p14:xfrm>
              <a:off x="3814573" y="4166868"/>
              <a:ext cx="21240" cy="196200"/>
            </p14:xfrm>
          </p:contentPart>
        </mc:Choice>
        <mc:Fallback xmlns="">
          <p:pic>
            <p:nvPicPr>
              <p:cNvPr id="121" name="Ink 120">
                <a:extLst>
                  <a:ext uri="{FF2B5EF4-FFF2-40B4-BE49-F238E27FC236}">
                    <a16:creationId xmlns:a16="http://schemas.microsoft.com/office/drawing/2014/main" id="{E1D6D079-8606-C165-80DD-6767A18063B5}"/>
                  </a:ext>
                </a:extLst>
              </p:cNvPr>
              <p:cNvPicPr/>
              <p:nvPr/>
            </p:nvPicPr>
            <p:blipFill>
              <a:blip r:embed="rId104"/>
              <a:stretch>
                <a:fillRect/>
              </a:stretch>
            </p:blipFill>
            <p:spPr>
              <a:xfrm>
                <a:off x="3804133" y="4156068"/>
                <a:ext cx="42480" cy="21744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122" name="Ink 121">
                <a:extLst>
                  <a:ext uri="{FF2B5EF4-FFF2-40B4-BE49-F238E27FC236}">
                    <a16:creationId xmlns:a16="http://schemas.microsoft.com/office/drawing/2014/main" id="{6522EF51-2DA5-3CE3-3653-02BD747D123D}"/>
                  </a:ext>
                </a:extLst>
              </p14:cNvPr>
              <p14:cNvContentPartPr/>
              <p14:nvPr/>
            </p14:nvContentPartPr>
            <p14:xfrm>
              <a:off x="3840853" y="4140948"/>
              <a:ext cx="36720" cy="15840"/>
            </p14:xfrm>
          </p:contentPart>
        </mc:Choice>
        <mc:Fallback xmlns="">
          <p:pic>
            <p:nvPicPr>
              <p:cNvPr id="122" name="Ink 121">
                <a:extLst>
                  <a:ext uri="{FF2B5EF4-FFF2-40B4-BE49-F238E27FC236}">
                    <a16:creationId xmlns:a16="http://schemas.microsoft.com/office/drawing/2014/main" id="{6522EF51-2DA5-3CE3-3653-02BD747D123D}"/>
                  </a:ext>
                </a:extLst>
              </p:cNvPr>
              <p:cNvPicPr/>
              <p:nvPr/>
            </p:nvPicPr>
            <p:blipFill>
              <a:blip r:embed="rId106"/>
              <a:stretch>
                <a:fillRect/>
              </a:stretch>
            </p:blipFill>
            <p:spPr>
              <a:xfrm>
                <a:off x="3830053" y="4130148"/>
                <a:ext cx="57960" cy="3708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123" name="Ink 122">
                <a:extLst>
                  <a:ext uri="{FF2B5EF4-FFF2-40B4-BE49-F238E27FC236}">
                    <a16:creationId xmlns:a16="http://schemas.microsoft.com/office/drawing/2014/main" id="{31324B26-B17D-E2A0-6F3C-E20F44DD288A}"/>
                  </a:ext>
                </a:extLst>
              </p14:cNvPr>
              <p14:cNvContentPartPr/>
              <p14:nvPr/>
            </p14:nvContentPartPr>
            <p14:xfrm>
              <a:off x="3919333" y="4145988"/>
              <a:ext cx="46800" cy="219240"/>
            </p14:xfrm>
          </p:contentPart>
        </mc:Choice>
        <mc:Fallback xmlns="">
          <p:pic>
            <p:nvPicPr>
              <p:cNvPr id="123" name="Ink 122">
                <a:extLst>
                  <a:ext uri="{FF2B5EF4-FFF2-40B4-BE49-F238E27FC236}">
                    <a16:creationId xmlns:a16="http://schemas.microsoft.com/office/drawing/2014/main" id="{31324B26-B17D-E2A0-6F3C-E20F44DD288A}"/>
                  </a:ext>
                </a:extLst>
              </p:cNvPr>
              <p:cNvPicPr/>
              <p:nvPr/>
            </p:nvPicPr>
            <p:blipFill>
              <a:blip r:embed="rId108"/>
              <a:stretch>
                <a:fillRect/>
              </a:stretch>
            </p:blipFill>
            <p:spPr>
              <a:xfrm>
                <a:off x="3908893" y="4135548"/>
                <a:ext cx="68040" cy="24048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124" name="Ink 123">
                <a:extLst>
                  <a:ext uri="{FF2B5EF4-FFF2-40B4-BE49-F238E27FC236}">
                    <a16:creationId xmlns:a16="http://schemas.microsoft.com/office/drawing/2014/main" id="{0A14E3A3-BE47-0482-81A2-C058552A197F}"/>
                  </a:ext>
                </a:extLst>
              </p14:cNvPr>
              <p14:cNvContentPartPr/>
              <p14:nvPr/>
            </p14:nvContentPartPr>
            <p14:xfrm>
              <a:off x="3992053" y="4120068"/>
              <a:ext cx="83160" cy="275400"/>
            </p14:xfrm>
          </p:contentPart>
        </mc:Choice>
        <mc:Fallback xmlns="">
          <p:pic>
            <p:nvPicPr>
              <p:cNvPr id="124" name="Ink 123">
                <a:extLst>
                  <a:ext uri="{FF2B5EF4-FFF2-40B4-BE49-F238E27FC236}">
                    <a16:creationId xmlns:a16="http://schemas.microsoft.com/office/drawing/2014/main" id="{0A14E3A3-BE47-0482-81A2-C058552A197F}"/>
                  </a:ext>
                </a:extLst>
              </p:cNvPr>
              <p:cNvPicPr/>
              <p:nvPr/>
            </p:nvPicPr>
            <p:blipFill>
              <a:blip r:embed="rId110"/>
              <a:stretch>
                <a:fillRect/>
              </a:stretch>
            </p:blipFill>
            <p:spPr>
              <a:xfrm>
                <a:off x="3981253" y="4109268"/>
                <a:ext cx="104400" cy="29664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125" name="Ink 124">
                <a:extLst>
                  <a:ext uri="{FF2B5EF4-FFF2-40B4-BE49-F238E27FC236}">
                    <a16:creationId xmlns:a16="http://schemas.microsoft.com/office/drawing/2014/main" id="{5AB1602E-FBE1-04B7-6AAD-B3ED5A125412}"/>
                  </a:ext>
                </a:extLst>
              </p14:cNvPr>
              <p14:cNvContentPartPr/>
              <p14:nvPr/>
            </p14:nvContentPartPr>
            <p14:xfrm>
              <a:off x="4091053" y="4202148"/>
              <a:ext cx="146160" cy="186840"/>
            </p14:xfrm>
          </p:contentPart>
        </mc:Choice>
        <mc:Fallback xmlns="">
          <p:pic>
            <p:nvPicPr>
              <p:cNvPr id="125" name="Ink 124">
                <a:extLst>
                  <a:ext uri="{FF2B5EF4-FFF2-40B4-BE49-F238E27FC236}">
                    <a16:creationId xmlns:a16="http://schemas.microsoft.com/office/drawing/2014/main" id="{5AB1602E-FBE1-04B7-6AAD-B3ED5A125412}"/>
                  </a:ext>
                </a:extLst>
              </p:cNvPr>
              <p:cNvPicPr/>
              <p:nvPr/>
            </p:nvPicPr>
            <p:blipFill>
              <a:blip r:embed="rId112"/>
              <a:stretch>
                <a:fillRect/>
              </a:stretch>
            </p:blipFill>
            <p:spPr>
              <a:xfrm>
                <a:off x="4080253" y="4191708"/>
                <a:ext cx="167400" cy="20808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126" name="Ink 125">
                <a:extLst>
                  <a:ext uri="{FF2B5EF4-FFF2-40B4-BE49-F238E27FC236}">
                    <a16:creationId xmlns:a16="http://schemas.microsoft.com/office/drawing/2014/main" id="{8E4FA7A0-8745-6896-3B96-79EE45414226}"/>
                  </a:ext>
                </a:extLst>
              </p14:cNvPr>
              <p14:cNvContentPartPr/>
              <p14:nvPr/>
            </p14:nvContentPartPr>
            <p14:xfrm>
              <a:off x="4237573" y="4203948"/>
              <a:ext cx="57240" cy="213480"/>
            </p14:xfrm>
          </p:contentPart>
        </mc:Choice>
        <mc:Fallback xmlns="">
          <p:pic>
            <p:nvPicPr>
              <p:cNvPr id="126" name="Ink 125">
                <a:extLst>
                  <a:ext uri="{FF2B5EF4-FFF2-40B4-BE49-F238E27FC236}">
                    <a16:creationId xmlns:a16="http://schemas.microsoft.com/office/drawing/2014/main" id="{8E4FA7A0-8745-6896-3B96-79EE45414226}"/>
                  </a:ext>
                </a:extLst>
              </p:cNvPr>
              <p:cNvPicPr/>
              <p:nvPr/>
            </p:nvPicPr>
            <p:blipFill>
              <a:blip r:embed="rId114"/>
              <a:stretch>
                <a:fillRect/>
              </a:stretch>
            </p:blipFill>
            <p:spPr>
              <a:xfrm>
                <a:off x="4226773" y="4193148"/>
                <a:ext cx="78480" cy="23472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127" name="Ink 126">
                <a:extLst>
                  <a:ext uri="{FF2B5EF4-FFF2-40B4-BE49-F238E27FC236}">
                    <a16:creationId xmlns:a16="http://schemas.microsoft.com/office/drawing/2014/main" id="{F5BC0A0B-8EAA-F8D3-DDCE-5BB3793A5D60}"/>
                  </a:ext>
                </a:extLst>
              </p14:cNvPr>
              <p14:cNvContentPartPr/>
              <p14:nvPr/>
            </p14:nvContentPartPr>
            <p14:xfrm>
              <a:off x="4299493" y="4177308"/>
              <a:ext cx="88920" cy="292320"/>
            </p14:xfrm>
          </p:contentPart>
        </mc:Choice>
        <mc:Fallback xmlns="">
          <p:pic>
            <p:nvPicPr>
              <p:cNvPr id="127" name="Ink 126">
                <a:extLst>
                  <a:ext uri="{FF2B5EF4-FFF2-40B4-BE49-F238E27FC236}">
                    <a16:creationId xmlns:a16="http://schemas.microsoft.com/office/drawing/2014/main" id="{F5BC0A0B-8EAA-F8D3-DDCE-5BB3793A5D60}"/>
                  </a:ext>
                </a:extLst>
              </p:cNvPr>
              <p:cNvPicPr/>
              <p:nvPr/>
            </p:nvPicPr>
            <p:blipFill>
              <a:blip r:embed="rId116"/>
              <a:stretch>
                <a:fillRect/>
              </a:stretch>
            </p:blipFill>
            <p:spPr>
              <a:xfrm>
                <a:off x="4288693" y="4166508"/>
                <a:ext cx="110160" cy="31356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128" name="Ink 127">
                <a:extLst>
                  <a:ext uri="{FF2B5EF4-FFF2-40B4-BE49-F238E27FC236}">
                    <a16:creationId xmlns:a16="http://schemas.microsoft.com/office/drawing/2014/main" id="{1247FC1C-FABE-F2E8-9512-92F779CA446D}"/>
                  </a:ext>
                </a:extLst>
              </p14:cNvPr>
              <p14:cNvContentPartPr/>
              <p14:nvPr/>
            </p14:nvContentPartPr>
            <p14:xfrm>
              <a:off x="4445293" y="4359828"/>
              <a:ext cx="31680" cy="10800"/>
            </p14:xfrm>
          </p:contentPart>
        </mc:Choice>
        <mc:Fallback xmlns="">
          <p:pic>
            <p:nvPicPr>
              <p:cNvPr id="128" name="Ink 127">
                <a:extLst>
                  <a:ext uri="{FF2B5EF4-FFF2-40B4-BE49-F238E27FC236}">
                    <a16:creationId xmlns:a16="http://schemas.microsoft.com/office/drawing/2014/main" id="{1247FC1C-FABE-F2E8-9512-92F779CA446D}"/>
                  </a:ext>
                </a:extLst>
              </p:cNvPr>
              <p:cNvPicPr/>
              <p:nvPr/>
            </p:nvPicPr>
            <p:blipFill>
              <a:blip r:embed="rId118"/>
              <a:stretch>
                <a:fillRect/>
              </a:stretch>
            </p:blipFill>
            <p:spPr>
              <a:xfrm>
                <a:off x="4434493" y="4349028"/>
                <a:ext cx="52920" cy="32040"/>
              </a:xfrm>
              <a:prstGeom prst="rect">
                <a:avLst/>
              </a:prstGeom>
            </p:spPr>
          </p:pic>
        </mc:Fallback>
      </mc:AlternateContent>
    </p:spTree>
    <p:extLst>
      <p:ext uri="{BB962C8B-B14F-4D97-AF65-F5344CB8AC3E}">
        <p14:creationId xmlns:p14="http://schemas.microsoft.com/office/powerpoint/2010/main" val="40088393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AF4AD47-55EA-2D4F-866F-06FFFAC572B6}"/>
              </a:ext>
            </a:extLst>
          </p:cNvPr>
          <p:cNvSpPr>
            <a:spLocks noGrp="1"/>
          </p:cNvSpPr>
          <p:nvPr>
            <p:ph type="title"/>
          </p:nvPr>
        </p:nvSpPr>
        <p:spPr/>
        <p:txBody>
          <a:bodyPr/>
          <a:lstStyle/>
          <a:p>
            <a:r>
              <a:rPr lang="en-US" dirty="0"/>
              <a:t>Two types of user authentication schemes</a:t>
            </a:r>
          </a:p>
        </p:txBody>
      </p:sp>
      <p:sp>
        <p:nvSpPr>
          <p:cNvPr id="4" name="Text Placeholder 3">
            <a:extLst>
              <a:ext uri="{FF2B5EF4-FFF2-40B4-BE49-F238E27FC236}">
                <a16:creationId xmlns:a16="http://schemas.microsoft.com/office/drawing/2014/main" id="{324DCB16-90F3-C542-894E-04D0A625EB6A}"/>
              </a:ext>
            </a:extLst>
          </p:cNvPr>
          <p:cNvSpPr>
            <a:spLocks noGrp="1"/>
          </p:cNvSpPr>
          <p:nvPr>
            <p:ph type="body" idx="10"/>
          </p:nvPr>
        </p:nvSpPr>
        <p:spPr/>
        <p:txBody>
          <a:bodyPr>
            <a:normAutofit/>
          </a:bodyPr>
          <a:lstStyle/>
          <a:p>
            <a:r>
              <a:rPr lang="en-US" dirty="0"/>
              <a:t>Strong authentication: shared key based</a:t>
            </a:r>
          </a:p>
        </p:txBody>
      </p:sp>
    </p:spTree>
    <p:extLst>
      <p:ext uri="{BB962C8B-B14F-4D97-AF65-F5344CB8AC3E}">
        <p14:creationId xmlns:p14="http://schemas.microsoft.com/office/powerpoint/2010/main" val="2976363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Grp="1" noChangeArrowheads="1"/>
          </p:cNvSpPr>
          <p:nvPr>
            <p:ph type="title"/>
          </p:nvPr>
        </p:nvSpPr>
        <p:spPr/>
        <p:txBody>
          <a:bodyPr>
            <a:normAutofit fontScale="90000"/>
          </a:bodyPr>
          <a:lstStyle/>
          <a:p>
            <a:r>
              <a:rPr lang="en-US" sz="4000" dirty="0"/>
              <a:t>Strong Authentication</a:t>
            </a:r>
          </a:p>
        </p:txBody>
      </p:sp>
      <p:sp>
        <p:nvSpPr>
          <p:cNvPr id="4" name="Text Placeholder 3">
            <a:extLst>
              <a:ext uri="{FF2B5EF4-FFF2-40B4-BE49-F238E27FC236}">
                <a16:creationId xmlns:a16="http://schemas.microsoft.com/office/drawing/2014/main" id="{9F4753F0-8B4C-9E43-93E0-9AAC4A96ED16}"/>
              </a:ext>
            </a:extLst>
          </p:cNvPr>
          <p:cNvSpPr>
            <a:spLocks noGrp="1"/>
          </p:cNvSpPr>
          <p:nvPr>
            <p:ph type="body" idx="11"/>
          </p:nvPr>
        </p:nvSpPr>
        <p:spPr/>
        <p:txBody>
          <a:bodyPr/>
          <a:lstStyle/>
          <a:p>
            <a:endParaRPr lang="en-US"/>
          </a:p>
        </p:txBody>
      </p:sp>
      <p:sp>
        <p:nvSpPr>
          <p:cNvPr id="2" name="Content Placeholder 1"/>
          <p:cNvSpPr>
            <a:spLocks noGrp="1"/>
          </p:cNvSpPr>
          <p:nvPr>
            <p:ph idx="1"/>
          </p:nvPr>
        </p:nvSpPr>
        <p:spPr/>
        <p:txBody>
          <a:bodyPr>
            <a:normAutofit/>
          </a:bodyPr>
          <a:lstStyle/>
          <a:p>
            <a:r>
              <a:rPr lang="en-US" dirty="0"/>
              <a:t>Strong Authentication: the user does not reveal her secret to the server.</a:t>
            </a:r>
          </a:p>
          <a:p>
            <a:r>
              <a:rPr lang="en-US" dirty="0"/>
              <a:t>Objectives: </a:t>
            </a:r>
          </a:p>
          <a:p>
            <a:pPr lvl="1"/>
            <a:r>
              <a:rPr lang="en-US" dirty="0"/>
              <a:t>to defeat replay attacks. </a:t>
            </a:r>
          </a:p>
          <a:p>
            <a:pPr lvl="1"/>
            <a:r>
              <a:rPr lang="en-US" dirty="0"/>
              <a:t>to remove the need for an encrypted channel.</a:t>
            </a:r>
          </a:p>
          <a:p>
            <a:pPr lvl="1"/>
            <a:r>
              <a:rPr lang="en-US" dirty="0"/>
              <a:t>It also mitigates brute-force and dictionary attacks because the user uses a cryptographic key instead of a password.</a:t>
            </a:r>
          </a:p>
          <a:p>
            <a:r>
              <a:rPr lang="en-US" dirty="0"/>
              <a:t>Applications: smart-card based authentication </a:t>
            </a:r>
          </a:p>
          <a:p>
            <a:r>
              <a:rPr lang="en-US" dirty="0"/>
              <a:t>Two methods for strong authentication:</a:t>
            </a:r>
          </a:p>
          <a:p>
            <a:pPr lvl="1"/>
            <a:r>
              <a:rPr lang="en-US" dirty="0"/>
              <a:t>challenge-response protocol</a:t>
            </a:r>
          </a:p>
          <a:p>
            <a:pPr lvl="1"/>
            <a:r>
              <a:rPr lang="en-US" dirty="0"/>
              <a:t>time-stamp protocol</a:t>
            </a:r>
          </a:p>
        </p:txBody>
      </p:sp>
      <mc:AlternateContent xmlns:mc="http://schemas.openxmlformats.org/markup-compatibility/2006" xmlns:p14="http://schemas.microsoft.com/office/powerpoint/2010/main">
        <mc:Choice Requires="p14">
          <p:contentPart p14:bwMode="auto" r:id="rId2">
            <p14:nvContentPartPr>
              <p14:cNvPr id="28" name="Ink 27">
                <a:extLst>
                  <a:ext uri="{FF2B5EF4-FFF2-40B4-BE49-F238E27FC236}">
                    <a16:creationId xmlns:a16="http://schemas.microsoft.com/office/drawing/2014/main" id="{ECC8A621-6C74-0CA8-09B0-0610DE3BDCF8}"/>
                  </a:ext>
                </a:extLst>
              </p14:cNvPr>
              <p14:cNvContentPartPr/>
              <p14:nvPr/>
            </p14:nvContentPartPr>
            <p14:xfrm>
              <a:off x="5183205" y="1645419"/>
              <a:ext cx="1310760" cy="305280"/>
            </p14:xfrm>
          </p:contentPart>
        </mc:Choice>
        <mc:Fallback xmlns="">
          <p:pic>
            <p:nvPicPr>
              <p:cNvPr id="28" name="Ink 27">
                <a:extLst>
                  <a:ext uri="{FF2B5EF4-FFF2-40B4-BE49-F238E27FC236}">
                    <a16:creationId xmlns:a16="http://schemas.microsoft.com/office/drawing/2014/main" id="{ECC8A621-6C74-0CA8-09B0-0610DE3BDCF8}"/>
                  </a:ext>
                </a:extLst>
              </p:cNvPr>
              <p:cNvPicPr/>
              <p:nvPr/>
            </p:nvPicPr>
            <p:blipFill>
              <a:blip r:embed="rId3"/>
              <a:stretch>
                <a:fillRect/>
              </a:stretch>
            </p:blipFill>
            <p:spPr>
              <a:xfrm>
                <a:off x="5172762" y="1634619"/>
                <a:ext cx="1332006" cy="3265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9" name="Ink 28">
                <a:extLst>
                  <a:ext uri="{FF2B5EF4-FFF2-40B4-BE49-F238E27FC236}">
                    <a16:creationId xmlns:a16="http://schemas.microsoft.com/office/drawing/2014/main" id="{D4E80A40-B584-85D7-3286-C36066892E5C}"/>
                  </a:ext>
                </a:extLst>
              </p14:cNvPr>
              <p14:cNvContentPartPr/>
              <p14:nvPr/>
            </p14:nvContentPartPr>
            <p14:xfrm>
              <a:off x="4034805" y="1723179"/>
              <a:ext cx="982800" cy="304200"/>
            </p14:xfrm>
          </p:contentPart>
        </mc:Choice>
        <mc:Fallback xmlns="">
          <p:pic>
            <p:nvPicPr>
              <p:cNvPr id="29" name="Ink 28">
                <a:extLst>
                  <a:ext uri="{FF2B5EF4-FFF2-40B4-BE49-F238E27FC236}">
                    <a16:creationId xmlns:a16="http://schemas.microsoft.com/office/drawing/2014/main" id="{D4E80A40-B584-85D7-3286-C36066892E5C}"/>
                  </a:ext>
                </a:extLst>
              </p:cNvPr>
              <p:cNvPicPr/>
              <p:nvPr/>
            </p:nvPicPr>
            <p:blipFill>
              <a:blip r:embed="rId5"/>
              <a:stretch>
                <a:fillRect/>
              </a:stretch>
            </p:blipFill>
            <p:spPr>
              <a:xfrm>
                <a:off x="4024005" y="1712739"/>
                <a:ext cx="1004040" cy="3254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9751A8E8-3E64-49A4-63A0-6ED658BBAC87}"/>
                  </a:ext>
                </a:extLst>
              </p14:cNvPr>
              <p14:cNvContentPartPr/>
              <p14:nvPr/>
            </p14:nvContentPartPr>
            <p14:xfrm>
              <a:off x="3436485" y="1719579"/>
              <a:ext cx="446400" cy="267120"/>
            </p14:xfrm>
          </p:contentPart>
        </mc:Choice>
        <mc:Fallback xmlns="">
          <p:pic>
            <p:nvPicPr>
              <p:cNvPr id="30" name="Ink 29">
                <a:extLst>
                  <a:ext uri="{FF2B5EF4-FFF2-40B4-BE49-F238E27FC236}">
                    <a16:creationId xmlns:a16="http://schemas.microsoft.com/office/drawing/2014/main" id="{9751A8E8-3E64-49A4-63A0-6ED658BBAC87}"/>
                  </a:ext>
                </a:extLst>
              </p:cNvPr>
              <p:cNvPicPr/>
              <p:nvPr/>
            </p:nvPicPr>
            <p:blipFill>
              <a:blip r:embed="rId7"/>
              <a:stretch>
                <a:fillRect/>
              </a:stretch>
            </p:blipFill>
            <p:spPr>
              <a:xfrm>
                <a:off x="3426045" y="1709139"/>
                <a:ext cx="467640" cy="2883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1" name="Ink 30">
                <a:extLst>
                  <a:ext uri="{FF2B5EF4-FFF2-40B4-BE49-F238E27FC236}">
                    <a16:creationId xmlns:a16="http://schemas.microsoft.com/office/drawing/2014/main" id="{701FF41C-B89B-D58A-513C-81F598A7E0A0}"/>
                  </a:ext>
                </a:extLst>
              </p14:cNvPr>
              <p14:cNvContentPartPr/>
              <p14:nvPr/>
            </p14:nvContentPartPr>
            <p14:xfrm>
              <a:off x="2850405" y="1723899"/>
              <a:ext cx="434520" cy="257760"/>
            </p14:xfrm>
          </p:contentPart>
        </mc:Choice>
        <mc:Fallback xmlns="">
          <p:pic>
            <p:nvPicPr>
              <p:cNvPr id="31" name="Ink 30">
                <a:extLst>
                  <a:ext uri="{FF2B5EF4-FFF2-40B4-BE49-F238E27FC236}">
                    <a16:creationId xmlns:a16="http://schemas.microsoft.com/office/drawing/2014/main" id="{701FF41C-B89B-D58A-513C-81F598A7E0A0}"/>
                  </a:ext>
                </a:extLst>
              </p:cNvPr>
              <p:cNvPicPr/>
              <p:nvPr/>
            </p:nvPicPr>
            <p:blipFill>
              <a:blip r:embed="rId9"/>
              <a:stretch>
                <a:fillRect/>
              </a:stretch>
            </p:blipFill>
            <p:spPr>
              <a:xfrm>
                <a:off x="2839965" y="1713099"/>
                <a:ext cx="455760" cy="279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32" name="Ink 31">
                <a:extLst>
                  <a:ext uri="{FF2B5EF4-FFF2-40B4-BE49-F238E27FC236}">
                    <a16:creationId xmlns:a16="http://schemas.microsoft.com/office/drawing/2014/main" id="{973BF7DE-DC5D-3F0E-C23A-6CCBB000C4C0}"/>
                  </a:ext>
                </a:extLst>
              </p14:cNvPr>
              <p14:cNvContentPartPr/>
              <p14:nvPr/>
            </p14:nvContentPartPr>
            <p14:xfrm>
              <a:off x="7267358" y="2571668"/>
              <a:ext cx="46440" cy="219240"/>
            </p14:xfrm>
          </p:contentPart>
        </mc:Choice>
        <mc:Fallback xmlns="">
          <p:pic>
            <p:nvPicPr>
              <p:cNvPr id="32" name="Ink 31">
                <a:extLst>
                  <a:ext uri="{FF2B5EF4-FFF2-40B4-BE49-F238E27FC236}">
                    <a16:creationId xmlns:a16="http://schemas.microsoft.com/office/drawing/2014/main" id="{973BF7DE-DC5D-3F0E-C23A-6CCBB000C4C0}"/>
                  </a:ext>
                </a:extLst>
              </p:cNvPr>
              <p:cNvPicPr/>
              <p:nvPr/>
            </p:nvPicPr>
            <p:blipFill>
              <a:blip r:embed="rId11"/>
              <a:stretch>
                <a:fillRect/>
              </a:stretch>
            </p:blipFill>
            <p:spPr>
              <a:xfrm>
                <a:off x="7256558" y="2560868"/>
                <a:ext cx="67680" cy="2404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3" name="Ink 32">
                <a:extLst>
                  <a:ext uri="{FF2B5EF4-FFF2-40B4-BE49-F238E27FC236}">
                    <a16:creationId xmlns:a16="http://schemas.microsoft.com/office/drawing/2014/main" id="{F628A09D-D434-805E-7FB9-9FD2AB49A9CF}"/>
                  </a:ext>
                </a:extLst>
              </p14:cNvPr>
              <p14:cNvContentPartPr/>
              <p14:nvPr/>
            </p14:nvContentPartPr>
            <p14:xfrm>
              <a:off x="7044158" y="2032388"/>
              <a:ext cx="192240" cy="284040"/>
            </p14:xfrm>
          </p:contentPart>
        </mc:Choice>
        <mc:Fallback xmlns="">
          <p:pic>
            <p:nvPicPr>
              <p:cNvPr id="33" name="Ink 32">
                <a:extLst>
                  <a:ext uri="{FF2B5EF4-FFF2-40B4-BE49-F238E27FC236}">
                    <a16:creationId xmlns:a16="http://schemas.microsoft.com/office/drawing/2014/main" id="{F628A09D-D434-805E-7FB9-9FD2AB49A9CF}"/>
                  </a:ext>
                </a:extLst>
              </p:cNvPr>
              <p:cNvPicPr/>
              <p:nvPr/>
            </p:nvPicPr>
            <p:blipFill>
              <a:blip r:embed="rId13"/>
              <a:stretch>
                <a:fillRect/>
              </a:stretch>
            </p:blipFill>
            <p:spPr>
              <a:xfrm>
                <a:off x="7033358" y="2021588"/>
                <a:ext cx="213480" cy="3052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4" name="Ink 33">
                <a:extLst>
                  <a:ext uri="{FF2B5EF4-FFF2-40B4-BE49-F238E27FC236}">
                    <a16:creationId xmlns:a16="http://schemas.microsoft.com/office/drawing/2014/main" id="{4FCAE20C-712E-3054-1AE5-A68BA5F948CC}"/>
                  </a:ext>
                </a:extLst>
              </p14:cNvPr>
              <p14:cNvContentPartPr/>
              <p14:nvPr/>
            </p14:nvContentPartPr>
            <p14:xfrm>
              <a:off x="7232798" y="2101868"/>
              <a:ext cx="142200" cy="166680"/>
            </p14:xfrm>
          </p:contentPart>
        </mc:Choice>
        <mc:Fallback xmlns="">
          <p:pic>
            <p:nvPicPr>
              <p:cNvPr id="34" name="Ink 33">
                <a:extLst>
                  <a:ext uri="{FF2B5EF4-FFF2-40B4-BE49-F238E27FC236}">
                    <a16:creationId xmlns:a16="http://schemas.microsoft.com/office/drawing/2014/main" id="{4FCAE20C-712E-3054-1AE5-A68BA5F948CC}"/>
                  </a:ext>
                </a:extLst>
              </p:cNvPr>
              <p:cNvPicPr/>
              <p:nvPr/>
            </p:nvPicPr>
            <p:blipFill>
              <a:blip r:embed="rId15"/>
              <a:stretch>
                <a:fillRect/>
              </a:stretch>
            </p:blipFill>
            <p:spPr>
              <a:xfrm>
                <a:off x="7221998" y="2091428"/>
                <a:ext cx="163440" cy="1879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35" name="Ink 34">
                <a:extLst>
                  <a:ext uri="{FF2B5EF4-FFF2-40B4-BE49-F238E27FC236}">
                    <a16:creationId xmlns:a16="http://schemas.microsoft.com/office/drawing/2014/main" id="{0E146091-755A-6E6C-DA06-0755E8BD24BC}"/>
                  </a:ext>
                </a:extLst>
              </p14:cNvPr>
              <p14:cNvContentPartPr/>
              <p14:nvPr/>
            </p14:nvContentPartPr>
            <p14:xfrm>
              <a:off x="7355918" y="1970828"/>
              <a:ext cx="38880" cy="129960"/>
            </p14:xfrm>
          </p:contentPart>
        </mc:Choice>
        <mc:Fallback xmlns="">
          <p:pic>
            <p:nvPicPr>
              <p:cNvPr id="35" name="Ink 34">
                <a:extLst>
                  <a:ext uri="{FF2B5EF4-FFF2-40B4-BE49-F238E27FC236}">
                    <a16:creationId xmlns:a16="http://schemas.microsoft.com/office/drawing/2014/main" id="{0E146091-755A-6E6C-DA06-0755E8BD24BC}"/>
                  </a:ext>
                </a:extLst>
              </p:cNvPr>
              <p:cNvPicPr/>
              <p:nvPr/>
            </p:nvPicPr>
            <p:blipFill>
              <a:blip r:embed="rId17"/>
              <a:stretch>
                <a:fillRect/>
              </a:stretch>
            </p:blipFill>
            <p:spPr>
              <a:xfrm>
                <a:off x="7345118" y="1960028"/>
                <a:ext cx="6012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36" name="Ink 35">
                <a:extLst>
                  <a:ext uri="{FF2B5EF4-FFF2-40B4-BE49-F238E27FC236}">
                    <a16:creationId xmlns:a16="http://schemas.microsoft.com/office/drawing/2014/main" id="{4764E0CA-AA0E-4913-B8B2-F372D177C43E}"/>
                  </a:ext>
                </a:extLst>
              </p14:cNvPr>
              <p14:cNvContentPartPr/>
              <p14:nvPr/>
            </p14:nvContentPartPr>
            <p14:xfrm>
              <a:off x="7428998" y="1997468"/>
              <a:ext cx="46440" cy="185040"/>
            </p14:xfrm>
          </p:contentPart>
        </mc:Choice>
        <mc:Fallback xmlns="">
          <p:pic>
            <p:nvPicPr>
              <p:cNvPr id="36" name="Ink 35">
                <a:extLst>
                  <a:ext uri="{FF2B5EF4-FFF2-40B4-BE49-F238E27FC236}">
                    <a16:creationId xmlns:a16="http://schemas.microsoft.com/office/drawing/2014/main" id="{4764E0CA-AA0E-4913-B8B2-F372D177C43E}"/>
                  </a:ext>
                </a:extLst>
              </p:cNvPr>
              <p:cNvPicPr/>
              <p:nvPr/>
            </p:nvPicPr>
            <p:blipFill>
              <a:blip r:embed="rId19"/>
              <a:stretch>
                <a:fillRect/>
              </a:stretch>
            </p:blipFill>
            <p:spPr>
              <a:xfrm>
                <a:off x="7418198" y="1987028"/>
                <a:ext cx="67680" cy="2062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37" name="Ink 36">
                <a:extLst>
                  <a:ext uri="{FF2B5EF4-FFF2-40B4-BE49-F238E27FC236}">
                    <a16:creationId xmlns:a16="http://schemas.microsoft.com/office/drawing/2014/main" id="{86403C4B-6D69-BCAB-A4B6-394BFA85CD41}"/>
                  </a:ext>
                </a:extLst>
              </p14:cNvPr>
              <p14:cNvContentPartPr/>
              <p14:nvPr/>
            </p14:nvContentPartPr>
            <p14:xfrm>
              <a:off x="7428998" y="2070908"/>
              <a:ext cx="69480" cy="65880"/>
            </p14:xfrm>
          </p:contentPart>
        </mc:Choice>
        <mc:Fallback xmlns="">
          <p:pic>
            <p:nvPicPr>
              <p:cNvPr id="37" name="Ink 36">
                <a:extLst>
                  <a:ext uri="{FF2B5EF4-FFF2-40B4-BE49-F238E27FC236}">
                    <a16:creationId xmlns:a16="http://schemas.microsoft.com/office/drawing/2014/main" id="{86403C4B-6D69-BCAB-A4B6-394BFA85CD41}"/>
                  </a:ext>
                </a:extLst>
              </p:cNvPr>
              <p:cNvPicPr/>
              <p:nvPr/>
            </p:nvPicPr>
            <p:blipFill>
              <a:blip r:embed="rId21"/>
              <a:stretch>
                <a:fillRect/>
              </a:stretch>
            </p:blipFill>
            <p:spPr>
              <a:xfrm>
                <a:off x="7418198" y="2060108"/>
                <a:ext cx="90720" cy="871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38" name="Ink 37">
                <a:extLst>
                  <a:ext uri="{FF2B5EF4-FFF2-40B4-BE49-F238E27FC236}">
                    <a16:creationId xmlns:a16="http://schemas.microsoft.com/office/drawing/2014/main" id="{96A2D88C-4758-A022-4166-4CC021EB68D4}"/>
                  </a:ext>
                </a:extLst>
              </p14:cNvPr>
              <p14:cNvContentPartPr/>
              <p14:nvPr/>
            </p14:nvContentPartPr>
            <p14:xfrm>
              <a:off x="7698278" y="2016908"/>
              <a:ext cx="123480" cy="148320"/>
            </p14:xfrm>
          </p:contentPart>
        </mc:Choice>
        <mc:Fallback xmlns="">
          <p:pic>
            <p:nvPicPr>
              <p:cNvPr id="38" name="Ink 37">
                <a:extLst>
                  <a:ext uri="{FF2B5EF4-FFF2-40B4-BE49-F238E27FC236}">
                    <a16:creationId xmlns:a16="http://schemas.microsoft.com/office/drawing/2014/main" id="{96A2D88C-4758-A022-4166-4CC021EB68D4}"/>
                  </a:ext>
                </a:extLst>
              </p:cNvPr>
              <p:cNvPicPr/>
              <p:nvPr/>
            </p:nvPicPr>
            <p:blipFill>
              <a:blip r:embed="rId23"/>
              <a:stretch>
                <a:fillRect/>
              </a:stretch>
            </p:blipFill>
            <p:spPr>
              <a:xfrm>
                <a:off x="7687838" y="2006108"/>
                <a:ext cx="144720" cy="1695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39" name="Ink 38">
                <a:extLst>
                  <a:ext uri="{FF2B5EF4-FFF2-40B4-BE49-F238E27FC236}">
                    <a16:creationId xmlns:a16="http://schemas.microsoft.com/office/drawing/2014/main" id="{7F473441-D7C7-014E-21B5-45859A9E1659}"/>
                  </a:ext>
                </a:extLst>
              </p14:cNvPr>
              <p14:cNvContentPartPr/>
              <p14:nvPr/>
            </p14:nvContentPartPr>
            <p14:xfrm>
              <a:off x="7848398" y="1962908"/>
              <a:ext cx="77400" cy="164160"/>
            </p14:xfrm>
          </p:contentPart>
        </mc:Choice>
        <mc:Fallback xmlns="">
          <p:pic>
            <p:nvPicPr>
              <p:cNvPr id="39" name="Ink 38">
                <a:extLst>
                  <a:ext uri="{FF2B5EF4-FFF2-40B4-BE49-F238E27FC236}">
                    <a16:creationId xmlns:a16="http://schemas.microsoft.com/office/drawing/2014/main" id="{7F473441-D7C7-014E-21B5-45859A9E1659}"/>
                  </a:ext>
                </a:extLst>
              </p:cNvPr>
              <p:cNvPicPr/>
              <p:nvPr/>
            </p:nvPicPr>
            <p:blipFill>
              <a:blip r:embed="rId25"/>
              <a:stretch>
                <a:fillRect/>
              </a:stretch>
            </p:blipFill>
            <p:spPr>
              <a:xfrm>
                <a:off x="7837958" y="1952468"/>
                <a:ext cx="9864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40" name="Ink 39">
                <a:extLst>
                  <a:ext uri="{FF2B5EF4-FFF2-40B4-BE49-F238E27FC236}">
                    <a16:creationId xmlns:a16="http://schemas.microsoft.com/office/drawing/2014/main" id="{F8481682-9C45-EA1D-0B46-43FC494D9214}"/>
                  </a:ext>
                </a:extLst>
              </p14:cNvPr>
              <p14:cNvContentPartPr/>
              <p14:nvPr/>
            </p14:nvContentPartPr>
            <p14:xfrm>
              <a:off x="7933718" y="1974428"/>
              <a:ext cx="96120" cy="130680"/>
            </p14:xfrm>
          </p:contentPart>
        </mc:Choice>
        <mc:Fallback xmlns="">
          <p:pic>
            <p:nvPicPr>
              <p:cNvPr id="40" name="Ink 39">
                <a:extLst>
                  <a:ext uri="{FF2B5EF4-FFF2-40B4-BE49-F238E27FC236}">
                    <a16:creationId xmlns:a16="http://schemas.microsoft.com/office/drawing/2014/main" id="{F8481682-9C45-EA1D-0B46-43FC494D9214}"/>
                  </a:ext>
                </a:extLst>
              </p:cNvPr>
              <p:cNvPicPr/>
              <p:nvPr/>
            </p:nvPicPr>
            <p:blipFill>
              <a:blip r:embed="rId27"/>
              <a:stretch>
                <a:fillRect/>
              </a:stretch>
            </p:blipFill>
            <p:spPr>
              <a:xfrm>
                <a:off x="7922918" y="1963988"/>
                <a:ext cx="117360" cy="1519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41" name="Ink 40">
                <a:extLst>
                  <a:ext uri="{FF2B5EF4-FFF2-40B4-BE49-F238E27FC236}">
                    <a16:creationId xmlns:a16="http://schemas.microsoft.com/office/drawing/2014/main" id="{000A010F-8DE3-DB68-4914-9ABA5649041B}"/>
                  </a:ext>
                </a:extLst>
              </p14:cNvPr>
              <p14:cNvContentPartPr/>
              <p14:nvPr/>
            </p14:nvContentPartPr>
            <p14:xfrm>
              <a:off x="8010758" y="1916828"/>
              <a:ext cx="80640" cy="211680"/>
            </p14:xfrm>
          </p:contentPart>
        </mc:Choice>
        <mc:Fallback xmlns="">
          <p:pic>
            <p:nvPicPr>
              <p:cNvPr id="41" name="Ink 40">
                <a:extLst>
                  <a:ext uri="{FF2B5EF4-FFF2-40B4-BE49-F238E27FC236}">
                    <a16:creationId xmlns:a16="http://schemas.microsoft.com/office/drawing/2014/main" id="{000A010F-8DE3-DB68-4914-9ABA5649041B}"/>
                  </a:ext>
                </a:extLst>
              </p:cNvPr>
              <p:cNvPicPr/>
              <p:nvPr/>
            </p:nvPicPr>
            <p:blipFill>
              <a:blip r:embed="rId29"/>
              <a:stretch>
                <a:fillRect/>
              </a:stretch>
            </p:blipFill>
            <p:spPr>
              <a:xfrm>
                <a:off x="7999958" y="1906028"/>
                <a:ext cx="101880" cy="2329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42" name="Ink 41">
                <a:extLst>
                  <a:ext uri="{FF2B5EF4-FFF2-40B4-BE49-F238E27FC236}">
                    <a16:creationId xmlns:a16="http://schemas.microsoft.com/office/drawing/2014/main" id="{D3D5D27C-7F78-A005-038B-032C187BD8BA}"/>
                  </a:ext>
                </a:extLst>
              </p14:cNvPr>
              <p14:cNvContentPartPr/>
              <p14:nvPr/>
            </p14:nvContentPartPr>
            <p14:xfrm>
              <a:off x="7290398" y="2375108"/>
              <a:ext cx="346680" cy="168480"/>
            </p14:xfrm>
          </p:contentPart>
        </mc:Choice>
        <mc:Fallback xmlns="">
          <p:pic>
            <p:nvPicPr>
              <p:cNvPr id="42" name="Ink 41">
                <a:extLst>
                  <a:ext uri="{FF2B5EF4-FFF2-40B4-BE49-F238E27FC236}">
                    <a16:creationId xmlns:a16="http://schemas.microsoft.com/office/drawing/2014/main" id="{D3D5D27C-7F78-A005-038B-032C187BD8BA}"/>
                  </a:ext>
                </a:extLst>
              </p:cNvPr>
              <p:cNvPicPr/>
              <p:nvPr/>
            </p:nvPicPr>
            <p:blipFill>
              <a:blip r:embed="rId31"/>
              <a:stretch>
                <a:fillRect/>
              </a:stretch>
            </p:blipFill>
            <p:spPr>
              <a:xfrm>
                <a:off x="7279958" y="2364668"/>
                <a:ext cx="36792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43" name="Ink 42">
                <a:extLst>
                  <a:ext uri="{FF2B5EF4-FFF2-40B4-BE49-F238E27FC236}">
                    <a16:creationId xmlns:a16="http://schemas.microsoft.com/office/drawing/2014/main" id="{107D6820-14A8-0293-BCCD-1B0D84DA66A8}"/>
                  </a:ext>
                </a:extLst>
              </p14:cNvPr>
              <p14:cNvContentPartPr/>
              <p14:nvPr/>
            </p14:nvContentPartPr>
            <p14:xfrm>
              <a:off x="7617638" y="2317148"/>
              <a:ext cx="54360" cy="150120"/>
            </p14:xfrm>
          </p:contentPart>
        </mc:Choice>
        <mc:Fallback xmlns="">
          <p:pic>
            <p:nvPicPr>
              <p:cNvPr id="43" name="Ink 42">
                <a:extLst>
                  <a:ext uri="{FF2B5EF4-FFF2-40B4-BE49-F238E27FC236}">
                    <a16:creationId xmlns:a16="http://schemas.microsoft.com/office/drawing/2014/main" id="{107D6820-14A8-0293-BCCD-1B0D84DA66A8}"/>
                  </a:ext>
                </a:extLst>
              </p:cNvPr>
              <p:cNvPicPr/>
              <p:nvPr/>
            </p:nvPicPr>
            <p:blipFill>
              <a:blip r:embed="rId33"/>
              <a:stretch>
                <a:fillRect/>
              </a:stretch>
            </p:blipFill>
            <p:spPr>
              <a:xfrm>
                <a:off x="7606838" y="2306348"/>
                <a:ext cx="75600" cy="1713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44" name="Ink 43">
                <a:extLst>
                  <a:ext uri="{FF2B5EF4-FFF2-40B4-BE49-F238E27FC236}">
                    <a16:creationId xmlns:a16="http://schemas.microsoft.com/office/drawing/2014/main" id="{851A9C83-C405-D096-22D6-8CB41BC700A8}"/>
                  </a:ext>
                </a:extLst>
              </p14:cNvPr>
              <p14:cNvContentPartPr/>
              <p14:nvPr/>
            </p14:nvContentPartPr>
            <p14:xfrm>
              <a:off x="7636718" y="2340188"/>
              <a:ext cx="134640" cy="84960"/>
            </p14:xfrm>
          </p:contentPart>
        </mc:Choice>
        <mc:Fallback xmlns="">
          <p:pic>
            <p:nvPicPr>
              <p:cNvPr id="44" name="Ink 43">
                <a:extLst>
                  <a:ext uri="{FF2B5EF4-FFF2-40B4-BE49-F238E27FC236}">
                    <a16:creationId xmlns:a16="http://schemas.microsoft.com/office/drawing/2014/main" id="{851A9C83-C405-D096-22D6-8CB41BC700A8}"/>
                  </a:ext>
                </a:extLst>
              </p:cNvPr>
              <p:cNvPicPr/>
              <p:nvPr/>
            </p:nvPicPr>
            <p:blipFill>
              <a:blip r:embed="rId35"/>
              <a:stretch>
                <a:fillRect/>
              </a:stretch>
            </p:blipFill>
            <p:spPr>
              <a:xfrm>
                <a:off x="7626278" y="2329748"/>
                <a:ext cx="155880" cy="1062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45" name="Ink 44">
                <a:extLst>
                  <a:ext uri="{FF2B5EF4-FFF2-40B4-BE49-F238E27FC236}">
                    <a16:creationId xmlns:a16="http://schemas.microsoft.com/office/drawing/2014/main" id="{24D292DF-4C56-6B92-C4EA-B56C953C9992}"/>
                  </a:ext>
                </a:extLst>
              </p14:cNvPr>
              <p14:cNvContentPartPr/>
              <p14:nvPr/>
            </p14:nvContentPartPr>
            <p14:xfrm>
              <a:off x="7872158" y="2217068"/>
              <a:ext cx="107640" cy="202320"/>
            </p14:xfrm>
          </p:contentPart>
        </mc:Choice>
        <mc:Fallback xmlns="">
          <p:pic>
            <p:nvPicPr>
              <p:cNvPr id="45" name="Ink 44">
                <a:extLst>
                  <a:ext uri="{FF2B5EF4-FFF2-40B4-BE49-F238E27FC236}">
                    <a16:creationId xmlns:a16="http://schemas.microsoft.com/office/drawing/2014/main" id="{24D292DF-4C56-6B92-C4EA-B56C953C9992}"/>
                  </a:ext>
                </a:extLst>
              </p:cNvPr>
              <p:cNvPicPr/>
              <p:nvPr/>
            </p:nvPicPr>
            <p:blipFill>
              <a:blip r:embed="rId37"/>
              <a:stretch>
                <a:fillRect/>
              </a:stretch>
            </p:blipFill>
            <p:spPr>
              <a:xfrm>
                <a:off x="7861358" y="2206268"/>
                <a:ext cx="128880" cy="2235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46" name="Ink 45">
                <a:extLst>
                  <a:ext uri="{FF2B5EF4-FFF2-40B4-BE49-F238E27FC236}">
                    <a16:creationId xmlns:a16="http://schemas.microsoft.com/office/drawing/2014/main" id="{FDC49DC8-5BA9-A29D-0805-9514E66160B4}"/>
                  </a:ext>
                </a:extLst>
              </p14:cNvPr>
              <p14:cNvContentPartPr/>
              <p14:nvPr/>
            </p14:nvContentPartPr>
            <p14:xfrm>
              <a:off x="7900598" y="2291588"/>
              <a:ext cx="125280" cy="90720"/>
            </p14:xfrm>
          </p:contentPart>
        </mc:Choice>
        <mc:Fallback xmlns="">
          <p:pic>
            <p:nvPicPr>
              <p:cNvPr id="46" name="Ink 45">
                <a:extLst>
                  <a:ext uri="{FF2B5EF4-FFF2-40B4-BE49-F238E27FC236}">
                    <a16:creationId xmlns:a16="http://schemas.microsoft.com/office/drawing/2014/main" id="{FDC49DC8-5BA9-A29D-0805-9514E66160B4}"/>
                  </a:ext>
                </a:extLst>
              </p:cNvPr>
              <p:cNvPicPr/>
              <p:nvPr/>
            </p:nvPicPr>
            <p:blipFill>
              <a:blip r:embed="rId39"/>
              <a:stretch>
                <a:fillRect/>
              </a:stretch>
            </p:blipFill>
            <p:spPr>
              <a:xfrm>
                <a:off x="7890158" y="2280788"/>
                <a:ext cx="146520" cy="1119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47" name="Ink 46">
                <a:extLst>
                  <a:ext uri="{FF2B5EF4-FFF2-40B4-BE49-F238E27FC236}">
                    <a16:creationId xmlns:a16="http://schemas.microsoft.com/office/drawing/2014/main" id="{3B768B61-117E-CF6E-CA23-F6CF4572F8A9}"/>
                  </a:ext>
                </a:extLst>
              </p14:cNvPr>
              <p14:cNvContentPartPr/>
              <p14:nvPr/>
            </p14:nvContentPartPr>
            <p14:xfrm>
              <a:off x="8040998" y="2241908"/>
              <a:ext cx="192960" cy="128520"/>
            </p14:xfrm>
          </p:contentPart>
        </mc:Choice>
        <mc:Fallback xmlns="">
          <p:pic>
            <p:nvPicPr>
              <p:cNvPr id="47" name="Ink 46">
                <a:extLst>
                  <a:ext uri="{FF2B5EF4-FFF2-40B4-BE49-F238E27FC236}">
                    <a16:creationId xmlns:a16="http://schemas.microsoft.com/office/drawing/2014/main" id="{3B768B61-117E-CF6E-CA23-F6CF4572F8A9}"/>
                  </a:ext>
                </a:extLst>
              </p:cNvPr>
              <p:cNvPicPr/>
              <p:nvPr/>
            </p:nvPicPr>
            <p:blipFill>
              <a:blip r:embed="rId41"/>
              <a:stretch>
                <a:fillRect/>
              </a:stretch>
            </p:blipFill>
            <p:spPr>
              <a:xfrm>
                <a:off x="8030558" y="2231108"/>
                <a:ext cx="214200" cy="1497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48" name="Ink 47">
                <a:extLst>
                  <a:ext uri="{FF2B5EF4-FFF2-40B4-BE49-F238E27FC236}">
                    <a16:creationId xmlns:a16="http://schemas.microsoft.com/office/drawing/2014/main" id="{E6D04A1C-0895-64EC-CCE1-62E1260683AB}"/>
                  </a:ext>
                </a:extLst>
              </p14:cNvPr>
              <p14:cNvContentPartPr/>
              <p14:nvPr/>
            </p14:nvContentPartPr>
            <p14:xfrm>
              <a:off x="7683158" y="2525948"/>
              <a:ext cx="223560" cy="141480"/>
            </p14:xfrm>
          </p:contentPart>
        </mc:Choice>
        <mc:Fallback xmlns="">
          <p:pic>
            <p:nvPicPr>
              <p:cNvPr id="48" name="Ink 47">
                <a:extLst>
                  <a:ext uri="{FF2B5EF4-FFF2-40B4-BE49-F238E27FC236}">
                    <a16:creationId xmlns:a16="http://schemas.microsoft.com/office/drawing/2014/main" id="{E6D04A1C-0895-64EC-CCE1-62E1260683AB}"/>
                  </a:ext>
                </a:extLst>
              </p:cNvPr>
              <p:cNvPicPr/>
              <p:nvPr/>
            </p:nvPicPr>
            <p:blipFill>
              <a:blip r:embed="rId43"/>
              <a:stretch>
                <a:fillRect/>
              </a:stretch>
            </p:blipFill>
            <p:spPr>
              <a:xfrm>
                <a:off x="7672358" y="2515148"/>
                <a:ext cx="244800" cy="1627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49" name="Ink 48">
                <a:extLst>
                  <a:ext uri="{FF2B5EF4-FFF2-40B4-BE49-F238E27FC236}">
                    <a16:creationId xmlns:a16="http://schemas.microsoft.com/office/drawing/2014/main" id="{B2C676AE-87AC-55BA-86EF-8DF98864F154}"/>
                  </a:ext>
                </a:extLst>
              </p14:cNvPr>
              <p14:cNvContentPartPr/>
              <p14:nvPr/>
            </p14:nvContentPartPr>
            <p14:xfrm>
              <a:off x="7867838" y="2486348"/>
              <a:ext cx="92880" cy="138960"/>
            </p14:xfrm>
          </p:contentPart>
        </mc:Choice>
        <mc:Fallback xmlns="">
          <p:pic>
            <p:nvPicPr>
              <p:cNvPr id="49" name="Ink 48">
                <a:extLst>
                  <a:ext uri="{FF2B5EF4-FFF2-40B4-BE49-F238E27FC236}">
                    <a16:creationId xmlns:a16="http://schemas.microsoft.com/office/drawing/2014/main" id="{B2C676AE-87AC-55BA-86EF-8DF98864F154}"/>
                  </a:ext>
                </a:extLst>
              </p:cNvPr>
              <p:cNvPicPr/>
              <p:nvPr/>
            </p:nvPicPr>
            <p:blipFill>
              <a:blip r:embed="rId45"/>
              <a:stretch>
                <a:fillRect/>
              </a:stretch>
            </p:blipFill>
            <p:spPr>
              <a:xfrm>
                <a:off x="7857038" y="2475908"/>
                <a:ext cx="114120" cy="1602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50" name="Ink 49">
                <a:extLst>
                  <a:ext uri="{FF2B5EF4-FFF2-40B4-BE49-F238E27FC236}">
                    <a16:creationId xmlns:a16="http://schemas.microsoft.com/office/drawing/2014/main" id="{0AC32F25-82CD-21E0-4643-C93FCEE5F82C}"/>
                  </a:ext>
                </a:extLst>
              </p14:cNvPr>
              <p14:cNvContentPartPr/>
              <p14:nvPr/>
            </p14:nvContentPartPr>
            <p14:xfrm>
              <a:off x="7769558" y="2744468"/>
              <a:ext cx="125640" cy="146520"/>
            </p14:xfrm>
          </p:contentPart>
        </mc:Choice>
        <mc:Fallback xmlns="">
          <p:pic>
            <p:nvPicPr>
              <p:cNvPr id="50" name="Ink 49">
                <a:extLst>
                  <a:ext uri="{FF2B5EF4-FFF2-40B4-BE49-F238E27FC236}">
                    <a16:creationId xmlns:a16="http://schemas.microsoft.com/office/drawing/2014/main" id="{0AC32F25-82CD-21E0-4643-C93FCEE5F82C}"/>
                  </a:ext>
                </a:extLst>
              </p:cNvPr>
              <p:cNvPicPr/>
              <p:nvPr/>
            </p:nvPicPr>
            <p:blipFill>
              <a:blip r:embed="rId47"/>
              <a:stretch>
                <a:fillRect/>
              </a:stretch>
            </p:blipFill>
            <p:spPr>
              <a:xfrm>
                <a:off x="7758758" y="2733668"/>
                <a:ext cx="146880" cy="1677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51" name="Ink 50">
                <a:extLst>
                  <a:ext uri="{FF2B5EF4-FFF2-40B4-BE49-F238E27FC236}">
                    <a16:creationId xmlns:a16="http://schemas.microsoft.com/office/drawing/2014/main" id="{C04E53C3-79EC-751C-9AAF-2155834B69B7}"/>
                  </a:ext>
                </a:extLst>
              </p14:cNvPr>
              <p14:cNvContentPartPr/>
              <p14:nvPr/>
            </p14:nvContentPartPr>
            <p14:xfrm>
              <a:off x="7867838" y="2798108"/>
              <a:ext cx="34920" cy="48240"/>
            </p14:xfrm>
          </p:contentPart>
        </mc:Choice>
        <mc:Fallback xmlns="">
          <p:pic>
            <p:nvPicPr>
              <p:cNvPr id="51" name="Ink 50">
                <a:extLst>
                  <a:ext uri="{FF2B5EF4-FFF2-40B4-BE49-F238E27FC236}">
                    <a16:creationId xmlns:a16="http://schemas.microsoft.com/office/drawing/2014/main" id="{C04E53C3-79EC-751C-9AAF-2155834B69B7}"/>
                  </a:ext>
                </a:extLst>
              </p:cNvPr>
              <p:cNvPicPr/>
              <p:nvPr/>
            </p:nvPicPr>
            <p:blipFill>
              <a:blip r:embed="rId49"/>
              <a:stretch>
                <a:fillRect/>
              </a:stretch>
            </p:blipFill>
            <p:spPr>
              <a:xfrm>
                <a:off x="7857038" y="2787668"/>
                <a:ext cx="56160" cy="694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52" name="Ink 51">
                <a:extLst>
                  <a:ext uri="{FF2B5EF4-FFF2-40B4-BE49-F238E27FC236}">
                    <a16:creationId xmlns:a16="http://schemas.microsoft.com/office/drawing/2014/main" id="{4CCBCC98-975B-7CD7-D74E-DF3977AF2D31}"/>
                  </a:ext>
                </a:extLst>
              </p14:cNvPr>
              <p14:cNvContentPartPr/>
              <p14:nvPr/>
            </p14:nvContentPartPr>
            <p14:xfrm>
              <a:off x="7875398" y="2755988"/>
              <a:ext cx="42840" cy="4320"/>
            </p14:xfrm>
          </p:contentPart>
        </mc:Choice>
        <mc:Fallback xmlns="">
          <p:pic>
            <p:nvPicPr>
              <p:cNvPr id="52" name="Ink 51">
                <a:extLst>
                  <a:ext uri="{FF2B5EF4-FFF2-40B4-BE49-F238E27FC236}">
                    <a16:creationId xmlns:a16="http://schemas.microsoft.com/office/drawing/2014/main" id="{4CCBCC98-975B-7CD7-D74E-DF3977AF2D31}"/>
                  </a:ext>
                </a:extLst>
              </p:cNvPr>
              <p:cNvPicPr/>
              <p:nvPr/>
            </p:nvPicPr>
            <p:blipFill>
              <a:blip r:embed="rId51"/>
              <a:stretch>
                <a:fillRect/>
              </a:stretch>
            </p:blipFill>
            <p:spPr>
              <a:xfrm>
                <a:off x="7864958" y="2745188"/>
                <a:ext cx="6408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53" name="Ink 52">
                <a:extLst>
                  <a:ext uri="{FF2B5EF4-FFF2-40B4-BE49-F238E27FC236}">
                    <a16:creationId xmlns:a16="http://schemas.microsoft.com/office/drawing/2014/main" id="{2C94F03E-DDAD-E10C-4104-177C49D76A17}"/>
                  </a:ext>
                </a:extLst>
              </p14:cNvPr>
              <p14:cNvContentPartPr/>
              <p14:nvPr/>
            </p14:nvContentPartPr>
            <p14:xfrm>
              <a:off x="7918238" y="2728988"/>
              <a:ext cx="111600" cy="100080"/>
            </p14:xfrm>
          </p:contentPart>
        </mc:Choice>
        <mc:Fallback xmlns="">
          <p:pic>
            <p:nvPicPr>
              <p:cNvPr id="53" name="Ink 52">
                <a:extLst>
                  <a:ext uri="{FF2B5EF4-FFF2-40B4-BE49-F238E27FC236}">
                    <a16:creationId xmlns:a16="http://schemas.microsoft.com/office/drawing/2014/main" id="{2C94F03E-DDAD-E10C-4104-177C49D76A17}"/>
                  </a:ext>
                </a:extLst>
              </p:cNvPr>
              <p:cNvPicPr/>
              <p:nvPr/>
            </p:nvPicPr>
            <p:blipFill>
              <a:blip r:embed="rId53"/>
              <a:stretch>
                <a:fillRect/>
              </a:stretch>
            </p:blipFill>
            <p:spPr>
              <a:xfrm>
                <a:off x="7907798" y="2718548"/>
                <a:ext cx="132840" cy="1213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54" name="Ink 53">
                <a:extLst>
                  <a:ext uri="{FF2B5EF4-FFF2-40B4-BE49-F238E27FC236}">
                    <a16:creationId xmlns:a16="http://schemas.microsoft.com/office/drawing/2014/main" id="{4FA33F5B-E5A6-C2F1-7A0E-12F845C763D8}"/>
                  </a:ext>
                </a:extLst>
              </p14:cNvPr>
              <p14:cNvContentPartPr/>
              <p14:nvPr/>
            </p14:nvContentPartPr>
            <p14:xfrm>
              <a:off x="8175638" y="2695148"/>
              <a:ext cx="96480" cy="118440"/>
            </p14:xfrm>
          </p:contentPart>
        </mc:Choice>
        <mc:Fallback xmlns="">
          <p:pic>
            <p:nvPicPr>
              <p:cNvPr id="54" name="Ink 53">
                <a:extLst>
                  <a:ext uri="{FF2B5EF4-FFF2-40B4-BE49-F238E27FC236}">
                    <a16:creationId xmlns:a16="http://schemas.microsoft.com/office/drawing/2014/main" id="{4FA33F5B-E5A6-C2F1-7A0E-12F845C763D8}"/>
                  </a:ext>
                </a:extLst>
              </p:cNvPr>
              <p:cNvPicPr/>
              <p:nvPr/>
            </p:nvPicPr>
            <p:blipFill>
              <a:blip r:embed="rId55"/>
              <a:stretch>
                <a:fillRect/>
              </a:stretch>
            </p:blipFill>
            <p:spPr>
              <a:xfrm>
                <a:off x="8165198" y="2684708"/>
                <a:ext cx="117720" cy="13968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55" name="Ink 54">
                <a:extLst>
                  <a:ext uri="{FF2B5EF4-FFF2-40B4-BE49-F238E27FC236}">
                    <a16:creationId xmlns:a16="http://schemas.microsoft.com/office/drawing/2014/main" id="{43090BB5-EDEA-8F91-F1C9-8F4A9BE1C0E5}"/>
                  </a:ext>
                </a:extLst>
              </p14:cNvPr>
              <p14:cNvContentPartPr/>
              <p14:nvPr/>
            </p14:nvContentPartPr>
            <p14:xfrm>
              <a:off x="8275718" y="2657708"/>
              <a:ext cx="34920" cy="168120"/>
            </p14:xfrm>
          </p:contentPart>
        </mc:Choice>
        <mc:Fallback xmlns="">
          <p:pic>
            <p:nvPicPr>
              <p:cNvPr id="55" name="Ink 54">
                <a:extLst>
                  <a:ext uri="{FF2B5EF4-FFF2-40B4-BE49-F238E27FC236}">
                    <a16:creationId xmlns:a16="http://schemas.microsoft.com/office/drawing/2014/main" id="{43090BB5-EDEA-8F91-F1C9-8F4A9BE1C0E5}"/>
                  </a:ext>
                </a:extLst>
              </p:cNvPr>
              <p:cNvPicPr/>
              <p:nvPr/>
            </p:nvPicPr>
            <p:blipFill>
              <a:blip r:embed="rId57"/>
              <a:stretch>
                <a:fillRect/>
              </a:stretch>
            </p:blipFill>
            <p:spPr>
              <a:xfrm>
                <a:off x="8265278" y="2646908"/>
                <a:ext cx="56160" cy="18936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56" name="Ink 55">
                <a:extLst>
                  <a:ext uri="{FF2B5EF4-FFF2-40B4-BE49-F238E27FC236}">
                    <a16:creationId xmlns:a16="http://schemas.microsoft.com/office/drawing/2014/main" id="{409D6EDF-D722-D6DE-CB3E-F9911B3AFC2E}"/>
                  </a:ext>
                </a:extLst>
              </p14:cNvPr>
              <p14:cNvContentPartPr/>
              <p14:nvPr/>
            </p14:nvContentPartPr>
            <p14:xfrm>
              <a:off x="8295158" y="2672108"/>
              <a:ext cx="119160" cy="180360"/>
            </p14:xfrm>
          </p:contentPart>
        </mc:Choice>
        <mc:Fallback xmlns="">
          <p:pic>
            <p:nvPicPr>
              <p:cNvPr id="56" name="Ink 55">
                <a:extLst>
                  <a:ext uri="{FF2B5EF4-FFF2-40B4-BE49-F238E27FC236}">
                    <a16:creationId xmlns:a16="http://schemas.microsoft.com/office/drawing/2014/main" id="{409D6EDF-D722-D6DE-CB3E-F9911B3AFC2E}"/>
                  </a:ext>
                </a:extLst>
              </p:cNvPr>
              <p:cNvPicPr/>
              <p:nvPr/>
            </p:nvPicPr>
            <p:blipFill>
              <a:blip r:embed="rId59"/>
              <a:stretch>
                <a:fillRect/>
              </a:stretch>
            </p:blipFill>
            <p:spPr>
              <a:xfrm>
                <a:off x="8284358" y="2661668"/>
                <a:ext cx="140400" cy="2016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57" name="Ink 56">
                <a:extLst>
                  <a:ext uri="{FF2B5EF4-FFF2-40B4-BE49-F238E27FC236}">
                    <a16:creationId xmlns:a16="http://schemas.microsoft.com/office/drawing/2014/main" id="{BA0CD5AA-2B1E-E58C-1AE0-9038D1276722}"/>
                  </a:ext>
                </a:extLst>
              </p14:cNvPr>
              <p14:cNvContentPartPr/>
              <p14:nvPr/>
            </p14:nvContentPartPr>
            <p14:xfrm>
              <a:off x="8356718" y="2740508"/>
              <a:ext cx="84960" cy="65880"/>
            </p14:xfrm>
          </p:contentPart>
        </mc:Choice>
        <mc:Fallback xmlns="">
          <p:pic>
            <p:nvPicPr>
              <p:cNvPr id="57" name="Ink 56">
                <a:extLst>
                  <a:ext uri="{FF2B5EF4-FFF2-40B4-BE49-F238E27FC236}">
                    <a16:creationId xmlns:a16="http://schemas.microsoft.com/office/drawing/2014/main" id="{BA0CD5AA-2B1E-E58C-1AE0-9038D1276722}"/>
                  </a:ext>
                </a:extLst>
              </p:cNvPr>
              <p:cNvPicPr/>
              <p:nvPr/>
            </p:nvPicPr>
            <p:blipFill>
              <a:blip r:embed="rId61"/>
              <a:stretch>
                <a:fillRect/>
              </a:stretch>
            </p:blipFill>
            <p:spPr>
              <a:xfrm>
                <a:off x="8345918" y="2730068"/>
                <a:ext cx="106200" cy="8712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58" name="Ink 57">
                <a:extLst>
                  <a:ext uri="{FF2B5EF4-FFF2-40B4-BE49-F238E27FC236}">
                    <a16:creationId xmlns:a16="http://schemas.microsoft.com/office/drawing/2014/main" id="{8DFBC4D3-EF04-A996-8734-1BC1DBB13860}"/>
                  </a:ext>
                </a:extLst>
              </p14:cNvPr>
              <p14:cNvContentPartPr/>
              <p14:nvPr/>
            </p14:nvContentPartPr>
            <p14:xfrm>
              <a:off x="8425838" y="2696588"/>
              <a:ext cx="50400" cy="102240"/>
            </p14:xfrm>
          </p:contentPart>
        </mc:Choice>
        <mc:Fallback xmlns="">
          <p:pic>
            <p:nvPicPr>
              <p:cNvPr id="58" name="Ink 57">
                <a:extLst>
                  <a:ext uri="{FF2B5EF4-FFF2-40B4-BE49-F238E27FC236}">
                    <a16:creationId xmlns:a16="http://schemas.microsoft.com/office/drawing/2014/main" id="{8DFBC4D3-EF04-A996-8734-1BC1DBB13860}"/>
                  </a:ext>
                </a:extLst>
              </p:cNvPr>
              <p:cNvPicPr/>
              <p:nvPr/>
            </p:nvPicPr>
            <p:blipFill>
              <a:blip r:embed="rId63"/>
              <a:stretch>
                <a:fillRect/>
              </a:stretch>
            </p:blipFill>
            <p:spPr>
              <a:xfrm>
                <a:off x="8415398" y="2685788"/>
                <a:ext cx="71640" cy="12348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59" name="Ink 58">
                <a:extLst>
                  <a:ext uri="{FF2B5EF4-FFF2-40B4-BE49-F238E27FC236}">
                    <a16:creationId xmlns:a16="http://schemas.microsoft.com/office/drawing/2014/main" id="{0291EC6C-5AB1-F74A-21B1-2806EECC18E3}"/>
                  </a:ext>
                </a:extLst>
              </p14:cNvPr>
              <p14:cNvContentPartPr/>
              <p14:nvPr/>
            </p14:nvContentPartPr>
            <p14:xfrm>
              <a:off x="8460758" y="2678948"/>
              <a:ext cx="42840" cy="100080"/>
            </p14:xfrm>
          </p:contentPart>
        </mc:Choice>
        <mc:Fallback xmlns="">
          <p:pic>
            <p:nvPicPr>
              <p:cNvPr id="59" name="Ink 58">
                <a:extLst>
                  <a:ext uri="{FF2B5EF4-FFF2-40B4-BE49-F238E27FC236}">
                    <a16:creationId xmlns:a16="http://schemas.microsoft.com/office/drawing/2014/main" id="{0291EC6C-5AB1-F74A-21B1-2806EECC18E3}"/>
                  </a:ext>
                </a:extLst>
              </p:cNvPr>
              <p:cNvPicPr/>
              <p:nvPr/>
            </p:nvPicPr>
            <p:blipFill>
              <a:blip r:embed="rId65"/>
              <a:stretch>
                <a:fillRect/>
              </a:stretch>
            </p:blipFill>
            <p:spPr>
              <a:xfrm>
                <a:off x="8449958" y="2668508"/>
                <a:ext cx="64080" cy="12132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60" name="Ink 59">
                <a:extLst>
                  <a:ext uri="{FF2B5EF4-FFF2-40B4-BE49-F238E27FC236}">
                    <a16:creationId xmlns:a16="http://schemas.microsoft.com/office/drawing/2014/main" id="{0DC2FE02-3F4F-C679-DAC7-7167DACE366E}"/>
                  </a:ext>
                </a:extLst>
              </p14:cNvPr>
              <p14:cNvContentPartPr/>
              <p14:nvPr/>
            </p14:nvContentPartPr>
            <p14:xfrm>
              <a:off x="8491358" y="2674988"/>
              <a:ext cx="96480" cy="123120"/>
            </p14:xfrm>
          </p:contentPart>
        </mc:Choice>
        <mc:Fallback xmlns="">
          <p:pic>
            <p:nvPicPr>
              <p:cNvPr id="60" name="Ink 59">
                <a:extLst>
                  <a:ext uri="{FF2B5EF4-FFF2-40B4-BE49-F238E27FC236}">
                    <a16:creationId xmlns:a16="http://schemas.microsoft.com/office/drawing/2014/main" id="{0DC2FE02-3F4F-C679-DAC7-7167DACE366E}"/>
                  </a:ext>
                </a:extLst>
              </p:cNvPr>
              <p:cNvPicPr/>
              <p:nvPr/>
            </p:nvPicPr>
            <p:blipFill>
              <a:blip r:embed="rId67"/>
              <a:stretch>
                <a:fillRect/>
              </a:stretch>
            </p:blipFill>
            <p:spPr>
              <a:xfrm>
                <a:off x="8480918" y="2664548"/>
                <a:ext cx="11772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61" name="Ink 60">
                <a:extLst>
                  <a:ext uri="{FF2B5EF4-FFF2-40B4-BE49-F238E27FC236}">
                    <a16:creationId xmlns:a16="http://schemas.microsoft.com/office/drawing/2014/main" id="{AED4BCB5-4C60-1D52-D072-B05DB0586D92}"/>
                  </a:ext>
                </a:extLst>
              </p14:cNvPr>
              <p14:cNvContentPartPr/>
              <p14:nvPr/>
            </p14:nvContentPartPr>
            <p14:xfrm>
              <a:off x="8548958" y="2682908"/>
              <a:ext cx="61920" cy="50400"/>
            </p14:xfrm>
          </p:contentPart>
        </mc:Choice>
        <mc:Fallback xmlns="">
          <p:pic>
            <p:nvPicPr>
              <p:cNvPr id="61" name="Ink 60">
                <a:extLst>
                  <a:ext uri="{FF2B5EF4-FFF2-40B4-BE49-F238E27FC236}">
                    <a16:creationId xmlns:a16="http://schemas.microsoft.com/office/drawing/2014/main" id="{AED4BCB5-4C60-1D52-D072-B05DB0586D92}"/>
                  </a:ext>
                </a:extLst>
              </p:cNvPr>
              <p:cNvPicPr/>
              <p:nvPr/>
            </p:nvPicPr>
            <p:blipFill>
              <a:blip r:embed="rId69"/>
              <a:stretch>
                <a:fillRect/>
              </a:stretch>
            </p:blipFill>
            <p:spPr>
              <a:xfrm>
                <a:off x="8538518" y="2672108"/>
                <a:ext cx="83160" cy="716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62" name="Ink 61">
                <a:extLst>
                  <a:ext uri="{FF2B5EF4-FFF2-40B4-BE49-F238E27FC236}">
                    <a16:creationId xmlns:a16="http://schemas.microsoft.com/office/drawing/2014/main" id="{359CE4A0-1E8A-804E-53D4-53ECC73ED303}"/>
                  </a:ext>
                </a:extLst>
              </p14:cNvPr>
              <p14:cNvContentPartPr/>
              <p14:nvPr/>
            </p14:nvContentPartPr>
            <p14:xfrm>
              <a:off x="8637518" y="2709908"/>
              <a:ext cx="7920" cy="4320"/>
            </p14:xfrm>
          </p:contentPart>
        </mc:Choice>
        <mc:Fallback xmlns="">
          <p:pic>
            <p:nvPicPr>
              <p:cNvPr id="62" name="Ink 61">
                <a:extLst>
                  <a:ext uri="{FF2B5EF4-FFF2-40B4-BE49-F238E27FC236}">
                    <a16:creationId xmlns:a16="http://schemas.microsoft.com/office/drawing/2014/main" id="{359CE4A0-1E8A-804E-53D4-53ECC73ED303}"/>
                  </a:ext>
                </a:extLst>
              </p:cNvPr>
              <p:cNvPicPr/>
              <p:nvPr/>
            </p:nvPicPr>
            <p:blipFill>
              <a:blip r:embed="rId71"/>
              <a:stretch>
                <a:fillRect/>
              </a:stretch>
            </p:blipFill>
            <p:spPr>
              <a:xfrm>
                <a:off x="8627078" y="2699108"/>
                <a:ext cx="29160" cy="25560"/>
              </a:xfrm>
              <a:prstGeom prst="rect">
                <a:avLst/>
              </a:prstGeom>
            </p:spPr>
          </p:pic>
        </mc:Fallback>
      </mc:AlternateContent>
    </p:spTree>
    <p:extLst>
      <p:ext uri="{BB962C8B-B14F-4D97-AF65-F5344CB8AC3E}">
        <p14:creationId xmlns:p14="http://schemas.microsoft.com/office/powerpoint/2010/main" val="42320232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p:cNvSpPr>
            <a:spLocks noGrp="1" noChangeArrowheads="1"/>
          </p:cNvSpPr>
          <p:nvPr>
            <p:ph type="title"/>
          </p:nvPr>
        </p:nvSpPr>
        <p:spPr/>
        <p:txBody>
          <a:bodyPr/>
          <a:lstStyle/>
          <a:p>
            <a:r>
              <a:rPr lang="en-US" sz="3200" dirty="0"/>
              <a:t>Challenge-Response protocol  </a:t>
            </a:r>
          </a:p>
        </p:txBody>
      </p:sp>
      <p:sp>
        <p:nvSpPr>
          <p:cNvPr id="4" name="Text Placeholder 3">
            <a:extLst>
              <a:ext uri="{FF2B5EF4-FFF2-40B4-BE49-F238E27FC236}">
                <a16:creationId xmlns:a16="http://schemas.microsoft.com/office/drawing/2014/main" id="{9EE93A00-1F4D-9640-A971-A343D69D50A4}"/>
              </a:ext>
            </a:extLst>
          </p:cNvPr>
          <p:cNvSpPr>
            <a:spLocks noGrp="1"/>
          </p:cNvSpPr>
          <p:nvPr>
            <p:ph type="body" idx="11"/>
          </p:nvPr>
        </p:nvSpPr>
        <p:spPr/>
        <p:txBody>
          <a:bodyPr/>
          <a:lstStyle/>
          <a:p>
            <a:endParaRPr lang="en-US"/>
          </a:p>
        </p:txBody>
      </p:sp>
      <p:sp>
        <p:nvSpPr>
          <p:cNvPr id="180227" name="Rectangle 3"/>
          <p:cNvSpPr>
            <a:spLocks noGrp="1" noChangeArrowheads="1"/>
          </p:cNvSpPr>
          <p:nvPr>
            <p:ph idx="1"/>
          </p:nvPr>
        </p:nvSpPr>
        <p:spPr>
          <a:xfrm>
            <a:off x="513349" y="1268243"/>
            <a:ext cx="10840451" cy="2712555"/>
          </a:xfrm>
          <a:ln/>
        </p:spPr>
        <p:txBody>
          <a:bodyPr>
            <a:normAutofit/>
          </a:bodyPr>
          <a:lstStyle/>
          <a:p>
            <a:r>
              <a:rPr lang="en-US" dirty="0"/>
              <a:t>Server and Bob share a secret key  </a:t>
            </a:r>
            <a:r>
              <a:rPr lang="en-US" dirty="0">
                <a:solidFill>
                  <a:srgbClr val="CC0000"/>
                </a:solidFill>
              </a:rPr>
              <a:t>K</a:t>
            </a:r>
            <a:endParaRPr lang="en-US" baseline="-25000" dirty="0">
              <a:solidFill>
                <a:srgbClr val="CC0000"/>
              </a:solidFill>
            </a:endParaRPr>
          </a:p>
          <a:p>
            <a:pPr marL="514350" indent="-514350">
              <a:buFont typeface="+mj-lt"/>
              <a:buAutoNum type="arabicPeriod"/>
            </a:pPr>
            <a:r>
              <a:rPr lang="en-US" dirty="0"/>
              <a:t>Upon authentication request, Server sends Bob a </a:t>
            </a:r>
            <a:r>
              <a:rPr lang="en-US" b="1" dirty="0"/>
              <a:t>random</a:t>
            </a:r>
            <a:r>
              <a:rPr lang="en-US" dirty="0"/>
              <a:t> challenge </a:t>
            </a:r>
            <a:r>
              <a:rPr lang="en-US" dirty="0">
                <a:solidFill>
                  <a:srgbClr val="CC0000"/>
                </a:solidFill>
              </a:rPr>
              <a:t>C</a:t>
            </a:r>
            <a:r>
              <a:rPr lang="en-US" dirty="0"/>
              <a:t>.</a:t>
            </a:r>
          </a:p>
          <a:p>
            <a:pPr marL="342900" lvl="1" indent="0">
              <a:buNone/>
            </a:pPr>
            <a:r>
              <a:rPr lang="en-US" dirty="0"/>
              <a:t>                (Protocol is not secure if C is not random).</a:t>
            </a:r>
          </a:p>
          <a:p>
            <a:pPr marL="514350" indent="-514350">
              <a:buFont typeface="+mj-lt"/>
              <a:buAutoNum type="arabicPeriod"/>
            </a:pPr>
            <a:r>
              <a:rPr lang="en-US" dirty="0"/>
              <a:t>Bob responds with </a:t>
            </a:r>
            <a:r>
              <a:rPr lang="en-US" dirty="0">
                <a:solidFill>
                  <a:srgbClr val="CC0000"/>
                </a:solidFill>
              </a:rPr>
              <a:t>R</a:t>
            </a:r>
            <a:r>
              <a:rPr lang="en-US" baseline="-25000" dirty="0">
                <a:solidFill>
                  <a:srgbClr val="CC0000"/>
                </a:solidFill>
              </a:rPr>
              <a:t>b</a:t>
            </a:r>
            <a:r>
              <a:rPr lang="en-US" dirty="0">
                <a:solidFill>
                  <a:srgbClr val="CC0000"/>
                </a:solidFill>
              </a:rPr>
              <a:t>=</a:t>
            </a:r>
            <a:r>
              <a:rPr lang="en-US" dirty="0" err="1">
                <a:solidFill>
                  <a:srgbClr val="CC0000"/>
                </a:solidFill>
              </a:rPr>
              <a:t>Enc</a:t>
            </a:r>
            <a:r>
              <a:rPr lang="en-US" baseline="-25000" dirty="0" err="1">
                <a:solidFill>
                  <a:srgbClr val="CC0000"/>
                </a:solidFill>
              </a:rPr>
              <a:t>K</a:t>
            </a:r>
            <a:r>
              <a:rPr lang="en-US" dirty="0">
                <a:solidFill>
                  <a:srgbClr val="CC0000"/>
                </a:solidFill>
              </a:rPr>
              <a:t>(C) </a:t>
            </a:r>
            <a:r>
              <a:rPr lang="en-US" dirty="0"/>
              <a:t>or</a:t>
            </a:r>
            <a:r>
              <a:rPr lang="en-US" dirty="0">
                <a:solidFill>
                  <a:srgbClr val="CC0000"/>
                </a:solidFill>
              </a:rPr>
              <a:t> R</a:t>
            </a:r>
            <a:r>
              <a:rPr lang="en-US" baseline="-25000" dirty="0">
                <a:solidFill>
                  <a:srgbClr val="CC0000"/>
                </a:solidFill>
              </a:rPr>
              <a:t>b</a:t>
            </a:r>
            <a:r>
              <a:rPr lang="en-US" dirty="0">
                <a:solidFill>
                  <a:srgbClr val="CC0000"/>
                </a:solidFill>
              </a:rPr>
              <a:t>=Hash(K||C)</a:t>
            </a:r>
          </a:p>
          <a:p>
            <a:pPr marL="514350" indent="-514350">
              <a:buFont typeface="+mj-lt"/>
              <a:buAutoNum type="arabicPeriod"/>
            </a:pPr>
            <a:r>
              <a:rPr lang="en-US" dirty="0"/>
              <a:t>Server computes </a:t>
            </a:r>
            <a:r>
              <a:rPr lang="en-US" dirty="0">
                <a:solidFill>
                  <a:srgbClr val="C00000"/>
                </a:solidFill>
              </a:rPr>
              <a:t>R</a:t>
            </a:r>
            <a:r>
              <a:rPr lang="en-US" baseline="-25000" dirty="0">
                <a:solidFill>
                  <a:srgbClr val="C00000"/>
                </a:solidFill>
              </a:rPr>
              <a:t>s</a:t>
            </a:r>
            <a:r>
              <a:rPr lang="en-US" baseline="-25000" dirty="0">
                <a:solidFill>
                  <a:srgbClr val="FF0000"/>
                </a:solidFill>
              </a:rPr>
              <a:t> </a:t>
            </a:r>
            <a:r>
              <a:rPr lang="en-US" dirty="0">
                <a:solidFill>
                  <a:srgbClr val="000000"/>
                </a:solidFill>
              </a:rPr>
              <a:t>in the same ways as Bob does</a:t>
            </a:r>
            <a:r>
              <a:rPr lang="en-US" dirty="0"/>
              <a:t>. If </a:t>
            </a:r>
            <a:r>
              <a:rPr lang="en-US" dirty="0">
                <a:solidFill>
                  <a:srgbClr val="C00000"/>
                </a:solidFill>
              </a:rPr>
              <a:t>R</a:t>
            </a:r>
            <a:r>
              <a:rPr lang="en-US" baseline="-25000" dirty="0">
                <a:solidFill>
                  <a:srgbClr val="C00000"/>
                </a:solidFill>
              </a:rPr>
              <a:t>s</a:t>
            </a:r>
            <a:r>
              <a:rPr lang="en-US" dirty="0">
                <a:solidFill>
                  <a:srgbClr val="C00000"/>
                </a:solidFill>
              </a:rPr>
              <a:t>=R</a:t>
            </a:r>
            <a:r>
              <a:rPr lang="en-US" baseline="-25000" dirty="0">
                <a:solidFill>
                  <a:srgbClr val="C00000"/>
                </a:solidFill>
              </a:rPr>
              <a:t>b</a:t>
            </a:r>
            <a:r>
              <a:rPr lang="en-US" dirty="0"/>
              <a:t>, Bob is authenticated successfully.</a:t>
            </a:r>
          </a:p>
          <a:p>
            <a:endParaRPr lang="en-US" dirty="0"/>
          </a:p>
        </p:txBody>
      </p:sp>
      <p:grpSp>
        <p:nvGrpSpPr>
          <p:cNvPr id="5" name="Group 4">
            <a:extLst>
              <a:ext uri="{FF2B5EF4-FFF2-40B4-BE49-F238E27FC236}">
                <a16:creationId xmlns:a16="http://schemas.microsoft.com/office/drawing/2014/main" id="{388698F9-381F-5F40-9A13-725535147AD8}"/>
              </a:ext>
            </a:extLst>
          </p:cNvPr>
          <p:cNvGrpSpPr/>
          <p:nvPr/>
        </p:nvGrpSpPr>
        <p:grpSpPr>
          <a:xfrm>
            <a:off x="2514600" y="3906201"/>
            <a:ext cx="8001000" cy="2168463"/>
            <a:chOff x="2514600" y="3906201"/>
            <a:chExt cx="8001000" cy="2168463"/>
          </a:xfrm>
        </p:grpSpPr>
        <p:sp>
          <p:nvSpPr>
            <p:cNvPr id="180230" name="Text Box 6"/>
            <p:cNvSpPr txBox="1">
              <a:spLocks noChangeArrowheads="1"/>
            </p:cNvSpPr>
            <p:nvPr/>
          </p:nvSpPr>
          <p:spPr bwMode="auto">
            <a:xfrm>
              <a:off x="3200400" y="3941064"/>
              <a:ext cx="990600" cy="457200"/>
            </a:xfrm>
            <a:prstGeom prst="rect">
              <a:avLst/>
            </a:prstGeom>
            <a:noFill/>
            <a:ln w="9525">
              <a:noFill/>
              <a:miter lim="800000"/>
              <a:headEnd/>
              <a:tailEnd/>
            </a:ln>
            <a:effectLst/>
          </p:spPr>
          <p:txBody>
            <a:bodyPr>
              <a:spAutoFit/>
            </a:bodyPr>
            <a:lstStyle/>
            <a:p>
              <a:pPr>
                <a:spcBef>
                  <a:spcPct val="50000"/>
                </a:spcBef>
              </a:pPr>
              <a:r>
                <a:rPr lang="en-US" dirty="0"/>
                <a:t>Bob</a:t>
              </a:r>
            </a:p>
          </p:txBody>
        </p:sp>
        <p:sp>
          <p:nvSpPr>
            <p:cNvPr id="180231" name="Text Box 7"/>
            <p:cNvSpPr txBox="1">
              <a:spLocks noChangeArrowheads="1"/>
            </p:cNvSpPr>
            <p:nvPr/>
          </p:nvSpPr>
          <p:spPr bwMode="auto">
            <a:xfrm>
              <a:off x="8458200" y="3941064"/>
              <a:ext cx="1066800" cy="457200"/>
            </a:xfrm>
            <a:prstGeom prst="rect">
              <a:avLst/>
            </a:prstGeom>
            <a:noFill/>
            <a:ln w="9525">
              <a:noFill/>
              <a:miter lim="800000"/>
              <a:headEnd/>
              <a:tailEnd/>
            </a:ln>
            <a:effectLst/>
          </p:spPr>
          <p:txBody>
            <a:bodyPr>
              <a:spAutoFit/>
            </a:bodyPr>
            <a:lstStyle/>
            <a:p>
              <a:pPr>
                <a:spcBef>
                  <a:spcPct val="50000"/>
                </a:spcBef>
              </a:pPr>
              <a:r>
                <a:rPr lang="en-US" dirty="0"/>
                <a:t>Server</a:t>
              </a:r>
            </a:p>
          </p:txBody>
        </p:sp>
        <p:grpSp>
          <p:nvGrpSpPr>
            <p:cNvPr id="19" name="Group 18"/>
            <p:cNvGrpSpPr/>
            <p:nvPr/>
          </p:nvGrpSpPr>
          <p:grpSpPr>
            <a:xfrm>
              <a:off x="4267200" y="4703064"/>
              <a:ext cx="4038600" cy="369332"/>
              <a:chOff x="2743200" y="5334000"/>
              <a:chExt cx="4038600" cy="369332"/>
            </a:xfrm>
          </p:grpSpPr>
          <p:sp>
            <p:nvSpPr>
              <p:cNvPr id="180232" name="Line 8"/>
              <p:cNvSpPr>
                <a:spLocks noChangeShapeType="1"/>
              </p:cNvSpPr>
              <p:nvPr/>
            </p:nvSpPr>
            <p:spPr bwMode="auto">
              <a:xfrm>
                <a:off x="2743200" y="5638800"/>
                <a:ext cx="4038600" cy="0"/>
              </a:xfrm>
              <a:prstGeom prst="line">
                <a:avLst/>
              </a:prstGeom>
              <a:noFill/>
              <a:ln w="25400">
                <a:solidFill>
                  <a:schemeClr val="tx1"/>
                </a:solidFill>
                <a:round/>
                <a:headEnd/>
                <a:tailEnd type="triangle" w="med" len="med"/>
              </a:ln>
              <a:effectLst/>
            </p:spPr>
            <p:txBody>
              <a:bodyPr/>
              <a:lstStyle/>
              <a:p>
                <a:endParaRPr lang="en-US"/>
              </a:p>
            </p:txBody>
          </p:sp>
          <p:sp>
            <p:nvSpPr>
              <p:cNvPr id="180238" name="Text Box 14"/>
              <p:cNvSpPr txBox="1">
                <a:spLocks noChangeArrowheads="1"/>
              </p:cNvSpPr>
              <p:nvPr/>
            </p:nvSpPr>
            <p:spPr bwMode="auto">
              <a:xfrm>
                <a:off x="3886200" y="5334000"/>
                <a:ext cx="1371600" cy="369332"/>
              </a:xfrm>
              <a:prstGeom prst="rect">
                <a:avLst/>
              </a:prstGeom>
              <a:noFill/>
              <a:ln w="9525">
                <a:noFill/>
                <a:miter lim="800000"/>
                <a:headEnd/>
                <a:tailEnd/>
              </a:ln>
              <a:effectLst/>
            </p:spPr>
            <p:txBody>
              <a:bodyPr wrap="square">
                <a:spAutoFit/>
              </a:bodyPr>
              <a:lstStyle/>
              <a:p>
                <a:pPr>
                  <a:spcBef>
                    <a:spcPct val="50000"/>
                  </a:spcBef>
                </a:pPr>
                <a:r>
                  <a:rPr lang="en-US" sz="1800" dirty="0"/>
                  <a:t> Bob id</a:t>
                </a:r>
              </a:p>
            </p:txBody>
          </p:sp>
        </p:grpSp>
        <p:sp>
          <p:nvSpPr>
            <p:cNvPr id="180240" name="Text Box 16"/>
            <p:cNvSpPr txBox="1">
              <a:spLocks noChangeArrowheads="1"/>
            </p:cNvSpPr>
            <p:nvPr/>
          </p:nvSpPr>
          <p:spPr bwMode="auto">
            <a:xfrm>
              <a:off x="2514600" y="5084065"/>
              <a:ext cx="533400" cy="461665"/>
            </a:xfrm>
            <a:prstGeom prst="rect">
              <a:avLst/>
            </a:prstGeom>
            <a:noFill/>
            <a:ln w="9525">
              <a:solidFill>
                <a:schemeClr val="tx1"/>
              </a:solidFill>
              <a:miter lim="800000"/>
              <a:headEnd/>
              <a:tailEnd/>
            </a:ln>
            <a:effectLst/>
          </p:spPr>
          <p:txBody>
            <a:bodyPr wrap="square">
              <a:spAutoFit/>
            </a:bodyPr>
            <a:lstStyle/>
            <a:p>
              <a:pPr>
                <a:spcBef>
                  <a:spcPct val="50000"/>
                </a:spcBef>
              </a:pPr>
              <a:r>
                <a:rPr lang="en-US" dirty="0">
                  <a:solidFill>
                    <a:srgbClr val="CC0000"/>
                  </a:solidFill>
                </a:rPr>
                <a:t>K</a:t>
              </a:r>
              <a:endParaRPr lang="en-US" baseline="-25000" dirty="0">
                <a:solidFill>
                  <a:srgbClr val="CC0000"/>
                </a:solidFill>
              </a:endParaRPr>
            </a:p>
          </p:txBody>
        </p:sp>
        <p:grpSp>
          <p:nvGrpSpPr>
            <p:cNvPr id="21" name="Group 20"/>
            <p:cNvGrpSpPr/>
            <p:nvPr/>
          </p:nvGrpSpPr>
          <p:grpSpPr>
            <a:xfrm>
              <a:off x="4267200" y="5084064"/>
              <a:ext cx="3962400" cy="369332"/>
              <a:chOff x="2743200" y="5715000"/>
              <a:chExt cx="3962400" cy="369332"/>
            </a:xfrm>
          </p:grpSpPr>
          <p:sp>
            <p:nvSpPr>
              <p:cNvPr id="180239" name="Line 15"/>
              <p:cNvSpPr>
                <a:spLocks noChangeShapeType="1"/>
              </p:cNvSpPr>
              <p:nvPr/>
            </p:nvSpPr>
            <p:spPr bwMode="auto">
              <a:xfrm flipH="1">
                <a:off x="2743200" y="6019800"/>
                <a:ext cx="3962400" cy="0"/>
              </a:xfrm>
              <a:prstGeom prst="line">
                <a:avLst/>
              </a:prstGeom>
              <a:noFill/>
              <a:ln w="25400">
                <a:solidFill>
                  <a:schemeClr val="tx1"/>
                </a:solidFill>
                <a:round/>
                <a:headEnd/>
                <a:tailEnd type="triangle" w="med" len="med"/>
              </a:ln>
              <a:effectLst/>
            </p:spPr>
            <p:txBody>
              <a:bodyPr/>
              <a:lstStyle/>
              <a:p>
                <a:endParaRPr lang="en-US"/>
              </a:p>
            </p:txBody>
          </p:sp>
          <p:sp>
            <p:nvSpPr>
              <p:cNvPr id="180242" name="Text Box 18"/>
              <p:cNvSpPr txBox="1">
                <a:spLocks noChangeArrowheads="1"/>
              </p:cNvSpPr>
              <p:nvPr/>
            </p:nvSpPr>
            <p:spPr bwMode="auto">
              <a:xfrm>
                <a:off x="3995936" y="5715000"/>
                <a:ext cx="1219200" cy="369332"/>
              </a:xfrm>
              <a:prstGeom prst="rect">
                <a:avLst/>
              </a:prstGeom>
              <a:noFill/>
              <a:ln w="9525">
                <a:noFill/>
                <a:miter lim="800000"/>
                <a:headEnd/>
                <a:tailEnd/>
              </a:ln>
              <a:effectLst/>
            </p:spPr>
            <p:txBody>
              <a:bodyPr wrap="square">
                <a:spAutoFit/>
              </a:bodyPr>
              <a:lstStyle/>
              <a:p>
                <a:pPr>
                  <a:spcBef>
                    <a:spcPct val="50000"/>
                  </a:spcBef>
                </a:pPr>
                <a:r>
                  <a:rPr lang="en-US" sz="1600" dirty="0"/>
                  <a:t> </a:t>
                </a:r>
                <a:r>
                  <a:rPr lang="en-US" sz="1800" dirty="0"/>
                  <a:t>C</a:t>
                </a:r>
              </a:p>
            </p:txBody>
          </p:sp>
        </p:grpSp>
        <p:grpSp>
          <p:nvGrpSpPr>
            <p:cNvPr id="22" name="Group 21"/>
            <p:cNvGrpSpPr/>
            <p:nvPr/>
          </p:nvGrpSpPr>
          <p:grpSpPr>
            <a:xfrm>
              <a:off x="4267200" y="5388864"/>
              <a:ext cx="4038600" cy="381000"/>
              <a:chOff x="2743200" y="6019800"/>
              <a:chExt cx="4038600" cy="381000"/>
            </a:xfrm>
          </p:grpSpPr>
          <p:sp>
            <p:nvSpPr>
              <p:cNvPr id="180243" name="Line 19"/>
              <p:cNvSpPr>
                <a:spLocks noChangeShapeType="1"/>
              </p:cNvSpPr>
              <p:nvPr/>
            </p:nvSpPr>
            <p:spPr bwMode="auto">
              <a:xfrm>
                <a:off x="2743200" y="6400800"/>
                <a:ext cx="4038600" cy="0"/>
              </a:xfrm>
              <a:prstGeom prst="line">
                <a:avLst/>
              </a:prstGeom>
              <a:noFill/>
              <a:ln w="25400">
                <a:solidFill>
                  <a:schemeClr val="tx1"/>
                </a:solidFill>
                <a:round/>
                <a:headEnd/>
                <a:tailEnd type="triangle" w="med" len="med"/>
              </a:ln>
              <a:effectLst/>
            </p:spPr>
            <p:txBody>
              <a:bodyPr/>
              <a:lstStyle/>
              <a:p>
                <a:endParaRPr lang="en-US"/>
              </a:p>
            </p:txBody>
          </p:sp>
          <p:sp>
            <p:nvSpPr>
              <p:cNvPr id="180244" name="Text Box 20"/>
              <p:cNvSpPr txBox="1">
                <a:spLocks noChangeArrowheads="1"/>
              </p:cNvSpPr>
              <p:nvPr/>
            </p:nvSpPr>
            <p:spPr bwMode="auto">
              <a:xfrm>
                <a:off x="3886200" y="6019800"/>
                <a:ext cx="1905000" cy="369332"/>
              </a:xfrm>
              <a:prstGeom prst="rect">
                <a:avLst/>
              </a:prstGeom>
              <a:noFill/>
              <a:ln w="9525">
                <a:noFill/>
                <a:miter lim="800000"/>
                <a:headEnd/>
                <a:tailEnd/>
              </a:ln>
              <a:effectLst/>
            </p:spPr>
            <p:txBody>
              <a:bodyPr>
                <a:spAutoFit/>
              </a:bodyPr>
              <a:lstStyle/>
              <a:p>
                <a:pPr>
                  <a:spcBef>
                    <a:spcPct val="50000"/>
                  </a:spcBef>
                </a:pPr>
                <a:r>
                  <a:rPr lang="en-US" sz="1800" dirty="0"/>
                  <a:t> </a:t>
                </a:r>
                <a:r>
                  <a:rPr lang="en-US" sz="1800" dirty="0" err="1"/>
                  <a:t>R</a:t>
                </a:r>
                <a:r>
                  <a:rPr lang="en-US" sz="1800" baseline="-25000" dirty="0" err="1"/>
                  <a:t>b</a:t>
                </a:r>
                <a:r>
                  <a:rPr lang="en-US" sz="1800" dirty="0"/>
                  <a:t>=</a:t>
                </a:r>
                <a:r>
                  <a:rPr lang="en-US" sz="1800" dirty="0" err="1"/>
                  <a:t>Enc</a:t>
                </a:r>
                <a:r>
                  <a:rPr lang="en-US" sz="1800" baseline="-25000" dirty="0" err="1"/>
                  <a:t>K</a:t>
                </a:r>
                <a:r>
                  <a:rPr lang="en-US" sz="1800" dirty="0"/>
                  <a:t>(C)</a:t>
                </a:r>
              </a:p>
            </p:txBody>
          </p:sp>
        </p:grpSp>
        <p:pic>
          <p:nvPicPr>
            <p:cNvPr id="23" name="Picture 22"/>
            <p:cNvPicPr>
              <a:picLocks noChangeAspect="1"/>
            </p:cNvPicPr>
            <p:nvPr/>
          </p:nvPicPr>
          <p:blipFill>
            <a:blip r:embed="rId3"/>
            <a:stretch>
              <a:fillRect/>
            </a:stretch>
          </p:blipFill>
          <p:spPr>
            <a:xfrm>
              <a:off x="5791200" y="3906201"/>
              <a:ext cx="914400" cy="830730"/>
            </a:xfrm>
            <a:prstGeom prst="rect">
              <a:avLst/>
            </a:prstGeom>
          </p:spPr>
        </p:pic>
        <p:pic>
          <p:nvPicPr>
            <p:cNvPr id="24" name="Picture 23"/>
            <p:cNvPicPr>
              <a:picLocks noChangeAspect="1"/>
            </p:cNvPicPr>
            <p:nvPr/>
          </p:nvPicPr>
          <p:blipFill>
            <a:blip r:embed="rId4"/>
            <a:stretch>
              <a:fillRect/>
            </a:stretch>
          </p:blipFill>
          <p:spPr>
            <a:xfrm>
              <a:off x="3124200" y="4610822"/>
              <a:ext cx="914400" cy="1082842"/>
            </a:xfrm>
            <a:prstGeom prst="rect">
              <a:avLst/>
            </a:prstGeom>
          </p:spPr>
        </p:pic>
        <p:pic>
          <p:nvPicPr>
            <p:cNvPr id="25" name="Picture 24" descr="j04247901.wm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82000" y="4474464"/>
              <a:ext cx="1543050" cy="1600200"/>
            </a:xfrm>
            <a:prstGeom prst="rect">
              <a:avLst/>
            </a:prstGeom>
          </p:spPr>
        </p:pic>
        <p:sp>
          <p:nvSpPr>
            <p:cNvPr id="26" name="Text Box 16"/>
            <p:cNvSpPr txBox="1">
              <a:spLocks noChangeArrowheads="1"/>
            </p:cNvSpPr>
            <p:nvPr/>
          </p:nvSpPr>
          <p:spPr bwMode="auto">
            <a:xfrm>
              <a:off x="9982200" y="5084065"/>
              <a:ext cx="533400" cy="461665"/>
            </a:xfrm>
            <a:prstGeom prst="rect">
              <a:avLst/>
            </a:prstGeom>
            <a:noFill/>
            <a:ln w="9525">
              <a:solidFill>
                <a:schemeClr val="tx1"/>
              </a:solidFill>
              <a:miter lim="800000"/>
              <a:headEnd/>
              <a:tailEnd/>
            </a:ln>
            <a:effectLst/>
          </p:spPr>
          <p:txBody>
            <a:bodyPr wrap="square">
              <a:spAutoFit/>
            </a:bodyPr>
            <a:lstStyle/>
            <a:p>
              <a:pPr>
                <a:spcBef>
                  <a:spcPct val="50000"/>
                </a:spcBef>
              </a:pPr>
              <a:r>
                <a:rPr lang="en-US" dirty="0">
                  <a:solidFill>
                    <a:srgbClr val="CC0000"/>
                  </a:solidFill>
                </a:rPr>
                <a:t>K</a:t>
              </a:r>
              <a:endParaRPr lang="en-US" baseline="-25000" dirty="0">
                <a:solidFill>
                  <a:srgbClr val="CC0000"/>
                </a:solidFill>
              </a:endParaRPr>
            </a:p>
          </p:txBody>
        </p:sp>
        <p:sp>
          <p:nvSpPr>
            <p:cNvPr id="2" name="TextBox 1"/>
            <p:cNvSpPr txBox="1"/>
            <p:nvPr/>
          </p:nvSpPr>
          <p:spPr>
            <a:xfrm>
              <a:off x="6858000" y="4093465"/>
              <a:ext cx="1159292" cy="461665"/>
            </a:xfrm>
            <a:prstGeom prst="rect">
              <a:avLst/>
            </a:prstGeom>
            <a:noFill/>
          </p:spPr>
          <p:txBody>
            <a:bodyPr wrap="none" rtlCol="0">
              <a:spAutoFit/>
            </a:bodyPr>
            <a:lstStyle/>
            <a:p>
              <a:r>
                <a:rPr lang="en-US" dirty="0"/>
                <a:t>attacker</a:t>
              </a:r>
            </a:p>
          </p:txBody>
        </p:sp>
      </p:grpSp>
      <p:sp>
        <p:nvSpPr>
          <p:cNvPr id="3" name="Rectangle 2">
            <a:extLst>
              <a:ext uri="{FF2B5EF4-FFF2-40B4-BE49-F238E27FC236}">
                <a16:creationId xmlns:a16="http://schemas.microsoft.com/office/drawing/2014/main" id="{2CFA7F95-8279-F242-B61A-3EB3A79A2D06}"/>
              </a:ext>
            </a:extLst>
          </p:cNvPr>
          <p:cNvSpPr/>
          <p:nvPr/>
        </p:nvSpPr>
        <p:spPr>
          <a:xfrm>
            <a:off x="7547301" y="1751110"/>
            <a:ext cx="1117600" cy="482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D7C07D53-1601-EA45-B4DF-40AF2AFCCC02}"/>
              </a:ext>
            </a:extLst>
          </p:cNvPr>
          <p:cNvSpPr/>
          <p:nvPr/>
        </p:nvSpPr>
        <p:spPr>
          <a:xfrm>
            <a:off x="1485299" y="2096129"/>
            <a:ext cx="5384800"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6">
            <p14:nvContentPartPr>
              <p14:cNvPr id="50" name="Ink 49">
                <a:extLst>
                  <a:ext uri="{FF2B5EF4-FFF2-40B4-BE49-F238E27FC236}">
                    <a16:creationId xmlns:a16="http://schemas.microsoft.com/office/drawing/2014/main" id="{44C3CA9A-E0A7-C67A-F672-94C4DDF16B41}"/>
                  </a:ext>
                </a:extLst>
              </p14:cNvPr>
              <p14:cNvContentPartPr/>
              <p14:nvPr/>
            </p14:nvContentPartPr>
            <p14:xfrm>
              <a:off x="7646434" y="1239930"/>
              <a:ext cx="1637280" cy="347400"/>
            </p14:xfrm>
          </p:contentPart>
        </mc:Choice>
        <mc:Fallback xmlns="">
          <p:pic>
            <p:nvPicPr>
              <p:cNvPr id="50" name="Ink 49">
                <a:extLst>
                  <a:ext uri="{FF2B5EF4-FFF2-40B4-BE49-F238E27FC236}">
                    <a16:creationId xmlns:a16="http://schemas.microsoft.com/office/drawing/2014/main" id="{44C3CA9A-E0A7-C67A-F672-94C4DDF16B41}"/>
                  </a:ext>
                </a:extLst>
              </p:cNvPr>
              <p:cNvPicPr/>
              <p:nvPr/>
            </p:nvPicPr>
            <p:blipFill>
              <a:blip r:embed="rId7"/>
              <a:stretch>
                <a:fillRect/>
              </a:stretch>
            </p:blipFill>
            <p:spPr>
              <a:xfrm>
                <a:off x="7635634" y="1229490"/>
                <a:ext cx="1658520" cy="3686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1" name="Ink 50">
                <a:extLst>
                  <a:ext uri="{FF2B5EF4-FFF2-40B4-BE49-F238E27FC236}">
                    <a16:creationId xmlns:a16="http://schemas.microsoft.com/office/drawing/2014/main" id="{D38919C7-7BFA-EF85-9758-370723328103}"/>
                  </a:ext>
                </a:extLst>
              </p14:cNvPr>
              <p14:cNvContentPartPr/>
              <p14:nvPr/>
            </p14:nvContentPartPr>
            <p14:xfrm>
              <a:off x="6179434" y="1015290"/>
              <a:ext cx="1308600" cy="699840"/>
            </p14:xfrm>
          </p:contentPart>
        </mc:Choice>
        <mc:Fallback xmlns="">
          <p:pic>
            <p:nvPicPr>
              <p:cNvPr id="51" name="Ink 50">
                <a:extLst>
                  <a:ext uri="{FF2B5EF4-FFF2-40B4-BE49-F238E27FC236}">
                    <a16:creationId xmlns:a16="http://schemas.microsoft.com/office/drawing/2014/main" id="{D38919C7-7BFA-EF85-9758-370723328103}"/>
                  </a:ext>
                </a:extLst>
              </p:cNvPr>
              <p:cNvPicPr/>
              <p:nvPr/>
            </p:nvPicPr>
            <p:blipFill>
              <a:blip r:embed="rId9"/>
              <a:stretch>
                <a:fillRect/>
              </a:stretch>
            </p:blipFill>
            <p:spPr>
              <a:xfrm>
                <a:off x="6168634" y="1004850"/>
                <a:ext cx="1329840" cy="7210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58" name="Ink 57">
                <a:extLst>
                  <a:ext uri="{FF2B5EF4-FFF2-40B4-BE49-F238E27FC236}">
                    <a16:creationId xmlns:a16="http://schemas.microsoft.com/office/drawing/2014/main" id="{A913203E-B853-F766-D78D-3046B41383B2}"/>
                  </a:ext>
                </a:extLst>
              </p14:cNvPr>
              <p14:cNvContentPartPr/>
              <p14:nvPr/>
            </p14:nvContentPartPr>
            <p14:xfrm>
              <a:off x="174240" y="3844985"/>
              <a:ext cx="432360" cy="244800"/>
            </p14:xfrm>
          </p:contentPart>
        </mc:Choice>
        <mc:Fallback xmlns="">
          <p:pic>
            <p:nvPicPr>
              <p:cNvPr id="58" name="Ink 57">
                <a:extLst>
                  <a:ext uri="{FF2B5EF4-FFF2-40B4-BE49-F238E27FC236}">
                    <a16:creationId xmlns:a16="http://schemas.microsoft.com/office/drawing/2014/main" id="{A913203E-B853-F766-D78D-3046B41383B2}"/>
                  </a:ext>
                </a:extLst>
              </p:cNvPr>
              <p:cNvPicPr/>
              <p:nvPr/>
            </p:nvPicPr>
            <p:blipFill>
              <a:blip r:embed="rId11"/>
              <a:stretch>
                <a:fillRect/>
              </a:stretch>
            </p:blipFill>
            <p:spPr>
              <a:xfrm>
                <a:off x="163440" y="3834185"/>
                <a:ext cx="453600" cy="2660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80246" name="Ink 180245">
                <a:extLst>
                  <a:ext uri="{FF2B5EF4-FFF2-40B4-BE49-F238E27FC236}">
                    <a16:creationId xmlns:a16="http://schemas.microsoft.com/office/drawing/2014/main" id="{DEA77AF2-D5E2-330D-ADE4-6D9FCDDB00D5}"/>
                  </a:ext>
                </a:extLst>
              </p14:cNvPr>
              <p14:cNvContentPartPr/>
              <p14:nvPr/>
            </p14:nvContentPartPr>
            <p14:xfrm>
              <a:off x="131760" y="3856433"/>
              <a:ext cx="1113120" cy="512640"/>
            </p14:xfrm>
          </p:contentPart>
        </mc:Choice>
        <mc:Fallback xmlns="">
          <p:pic>
            <p:nvPicPr>
              <p:cNvPr id="180246" name="Ink 180245">
                <a:extLst>
                  <a:ext uri="{FF2B5EF4-FFF2-40B4-BE49-F238E27FC236}">
                    <a16:creationId xmlns:a16="http://schemas.microsoft.com/office/drawing/2014/main" id="{DEA77AF2-D5E2-330D-ADE4-6D9FCDDB00D5}"/>
                  </a:ext>
                </a:extLst>
              </p:cNvPr>
              <p:cNvPicPr/>
              <p:nvPr/>
            </p:nvPicPr>
            <p:blipFill>
              <a:blip r:embed="rId13"/>
              <a:stretch>
                <a:fillRect/>
              </a:stretch>
            </p:blipFill>
            <p:spPr>
              <a:xfrm>
                <a:off x="120960" y="3845993"/>
                <a:ext cx="1134360" cy="5338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80258" name="Ink 180257">
                <a:extLst>
                  <a:ext uri="{FF2B5EF4-FFF2-40B4-BE49-F238E27FC236}">
                    <a16:creationId xmlns:a16="http://schemas.microsoft.com/office/drawing/2014/main" id="{0AE28E90-EDFF-313C-C9D3-5B8115D55D2D}"/>
                  </a:ext>
                </a:extLst>
              </p14:cNvPr>
              <p14:cNvContentPartPr/>
              <p14:nvPr/>
            </p14:nvContentPartPr>
            <p14:xfrm>
              <a:off x="630360" y="4398593"/>
              <a:ext cx="219600" cy="155160"/>
            </p14:xfrm>
          </p:contentPart>
        </mc:Choice>
        <mc:Fallback xmlns="">
          <p:pic>
            <p:nvPicPr>
              <p:cNvPr id="180258" name="Ink 180257">
                <a:extLst>
                  <a:ext uri="{FF2B5EF4-FFF2-40B4-BE49-F238E27FC236}">
                    <a16:creationId xmlns:a16="http://schemas.microsoft.com/office/drawing/2014/main" id="{0AE28E90-EDFF-313C-C9D3-5B8115D55D2D}"/>
                  </a:ext>
                </a:extLst>
              </p:cNvPr>
              <p:cNvPicPr/>
              <p:nvPr/>
            </p:nvPicPr>
            <p:blipFill>
              <a:blip r:embed="rId15"/>
              <a:stretch>
                <a:fillRect/>
              </a:stretch>
            </p:blipFill>
            <p:spPr>
              <a:xfrm>
                <a:off x="619560" y="4388153"/>
                <a:ext cx="240840" cy="1764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80259" name="Ink 180258">
                <a:extLst>
                  <a:ext uri="{FF2B5EF4-FFF2-40B4-BE49-F238E27FC236}">
                    <a16:creationId xmlns:a16="http://schemas.microsoft.com/office/drawing/2014/main" id="{7170CE24-F13D-E69F-E2A6-9141D6D343A2}"/>
                  </a:ext>
                </a:extLst>
              </p14:cNvPr>
              <p14:cNvContentPartPr/>
              <p14:nvPr/>
            </p14:nvContentPartPr>
            <p14:xfrm>
              <a:off x="142920" y="4403273"/>
              <a:ext cx="379080" cy="168480"/>
            </p14:xfrm>
          </p:contentPart>
        </mc:Choice>
        <mc:Fallback xmlns="">
          <p:pic>
            <p:nvPicPr>
              <p:cNvPr id="180259" name="Ink 180258">
                <a:extLst>
                  <a:ext uri="{FF2B5EF4-FFF2-40B4-BE49-F238E27FC236}">
                    <a16:creationId xmlns:a16="http://schemas.microsoft.com/office/drawing/2014/main" id="{7170CE24-F13D-E69F-E2A6-9141D6D343A2}"/>
                  </a:ext>
                </a:extLst>
              </p:cNvPr>
              <p:cNvPicPr/>
              <p:nvPr/>
            </p:nvPicPr>
            <p:blipFill>
              <a:blip r:embed="rId17"/>
              <a:stretch>
                <a:fillRect/>
              </a:stretch>
            </p:blipFill>
            <p:spPr>
              <a:xfrm>
                <a:off x="132480" y="4392496"/>
                <a:ext cx="400320" cy="189675"/>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80283" name="Ink 180282">
                <a:extLst>
                  <a:ext uri="{FF2B5EF4-FFF2-40B4-BE49-F238E27FC236}">
                    <a16:creationId xmlns:a16="http://schemas.microsoft.com/office/drawing/2014/main" id="{3FB3AEAD-87FB-93C0-FB41-21E93B6ED47F}"/>
                  </a:ext>
                </a:extLst>
              </p14:cNvPr>
              <p14:cNvContentPartPr/>
              <p14:nvPr/>
            </p14:nvContentPartPr>
            <p14:xfrm>
              <a:off x="976680" y="4377713"/>
              <a:ext cx="582120" cy="344520"/>
            </p14:xfrm>
          </p:contentPart>
        </mc:Choice>
        <mc:Fallback xmlns="">
          <p:pic>
            <p:nvPicPr>
              <p:cNvPr id="180283" name="Ink 180282">
                <a:extLst>
                  <a:ext uri="{FF2B5EF4-FFF2-40B4-BE49-F238E27FC236}">
                    <a16:creationId xmlns:a16="http://schemas.microsoft.com/office/drawing/2014/main" id="{3FB3AEAD-87FB-93C0-FB41-21E93B6ED47F}"/>
                  </a:ext>
                </a:extLst>
              </p:cNvPr>
              <p:cNvPicPr/>
              <p:nvPr/>
            </p:nvPicPr>
            <p:blipFill>
              <a:blip r:embed="rId19"/>
              <a:stretch>
                <a:fillRect/>
              </a:stretch>
            </p:blipFill>
            <p:spPr>
              <a:xfrm>
                <a:off x="965880" y="4367273"/>
                <a:ext cx="603360" cy="3657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80284" name="Ink 180283">
                <a:extLst>
                  <a:ext uri="{FF2B5EF4-FFF2-40B4-BE49-F238E27FC236}">
                    <a16:creationId xmlns:a16="http://schemas.microsoft.com/office/drawing/2014/main" id="{97F0EF31-B409-D813-A8C7-B32B3FEA702B}"/>
                  </a:ext>
                </a:extLst>
              </p14:cNvPr>
              <p14:cNvContentPartPr/>
              <p14:nvPr/>
            </p14:nvContentPartPr>
            <p14:xfrm>
              <a:off x="133920" y="4605593"/>
              <a:ext cx="741600" cy="186840"/>
            </p14:xfrm>
          </p:contentPart>
        </mc:Choice>
        <mc:Fallback xmlns="">
          <p:pic>
            <p:nvPicPr>
              <p:cNvPr id="180284" name="Ink 180283">
                <a:extLst>
                  <a:ext uri="{FF2B5EF4-FFF2-40B4-BE49-F238E27FC236}">
                    <a16:creationId xmlns:a16="http://schemas.microsoft.com/office/drawing/2014/main" id="{97F0EF31-B409-D813-A8C7-B32B3FEA702B}"/>
                  </a:ext>
                </a:extLst>
              </p:cNvPr>
              <p:cNvPicPr/>
              <p:nvPr/>
            </p:nvPicPr>
            <p:blipFill>
              <a:blip r:embed="rId21"/>
              <a:stretch>
                <a:fillRect/>
              </a:stretch>
            </p:blipFill>
            <p:spPr>
              <a:xfrm>
                <a:off x="123120" y="4594793"/>
                <a:ext cx="762840" cy="2080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80289" name="Ink 180288">
                <a:extLst>
                  <a:ext uri="{FF2B5EF4-FFF2-40B4-BE49-F238E27FC236}">
                    <a16:creationId xmlns:a16="http://schemas.microsoft.com/office/drawing/2014/main" id="{242E8597-C52C-DD48-FA3F-8F3F435D86AE}"/>
                  </a:ext>
                </a:extLst>
              </p14:cNvPr>
              <p14:cNvContentPartPr/>
              <p14:nvPr/>
            </p14:nvContentPartPr>
            <p14:xfrm>
              <a:off x="129240" y="4846433"/>
              <a:ext cx="302760" cy="150840"/>
            </p14:xfrm>
          </p:contentPart>
        </mc:Choice>
        <mc:Fallback xmlns="">
          <p:pic>
            <p:nvPicPr>
              <p:cNvPr id="180289" name="Ink 180288">
                <a:extLst>
                  <a:ext uri="{FF2B5EF4-FFF2-40B4-BE49-F238E27FC236}">
                    <a16:creationId xmlns:a16="http://schemas.microsoft.com/office/drawing/2014/main" id="{242E8597-C52C-DD48-FA3F-8F3F435D86AE}"/>
                  </a:ext>
                </a:extLst>
              </p:cNvPr>
              <p:cNvPicPr/>
              <p:nvPr/>
            </p:nvPicPr>
            <p:blipFill>
              <a:blip r:embed="rId23"/>
              <a:stretch>
                <a:fillRect/>
              </a:stretch>
            </p:blipFill>
            <p:spPr>
              <a:xfrm>
                <a:off x="118800" y="4835968"/>
                <a:ext cx="324000" cy="172131"/>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80306" name="Ink 180305">
                <a:extLst>
                  <a:ext uri="{FF2B5EF4-FFF2-40B4-BE49-F238E27FC236}">
                    <a16:creationId xmlns:a16="http://schemas.microsoft.com/office/drawing/2014/main" id="{119B6B4C-5042-9956-6238-81D3447B9C54}"/>
                  </a:ext>
                </a:extLst>
              </p14:cNvPr>
              <p14:cNvContentPartPr/>
              <p14:nvPr/>
            </p14:nvContentPartPr>
            <p14:xfrm>
              <a:off x="510120" y="4777313"/>
              <a:ext cx="840960" cy="231480"/>
            </p14:xfrm>
          </p:contentPart>
        </mc:Choice>
        <mc:Fallback xmlns="">
          <p:pic>
            <p:nvPicPr>
              <p:cNvPr id="180306" name="Ink 180305">
                <a:extLst>
                  <a:ext uri="{FF2B5EF4-FFF2-40B4-BE49-F238E27FC236}">
                    <a16:creationId xmlns:a16="http://schemas.microsoft.com/office/drawing/2014/main" id="{119B6B4C-5042-9956-6238-81D3447B9C54}"/>
                  </a:ext>
                </a:extLst>
              </p:cNvPr>
              <p:cNvPicPr/>
              <p:nvPr/>
            </p:nvPicPr>
            <p:blipFill>
              <a:blip r:embed="rId25"/>
              <a:stretch>
                <a:fillRect/>
              </a:stretch>
            </p:blipFill>
            <p:spPr>
              <a:xfrm>
                <a:off x="499680" y="4766857"/>
                <a:ext cx="862200" cy="252753"/>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80318" name="Ink 180317">
                <a:extLst>
                  <a:ext uri="{FF2B5EF4-FFF2-40B4-BE49-F238E27FC236}">
                    <a16:creationId xmlns:a16="http://schemas.microsoft.com/office/drawing/2014/main" id="{7AFB79E8-39DF-6CC1-10FB-BA5E756A6CA6}"/>
                  </a:ext>
                </a:extLst>
              </p14:cNvPr>
              <p14:cNvContentPartPr/>
              <p14:nvPr/>
            </p14:nvContentPartPr>
            <p14:xfrm>
              <a:off x="1447920" y="4726553"/>
              <a:ext cx="473040" cy="203400"/>
            </p14:xfrm>
          </p:contentPart>
        </mc:Choice>
        <mc:Fallback xmlns="">
          <p:pic>
            <p:nvPicPr>
              <p:cNvPr id="180318" name="Ink 180317">
                <a:extLst>
                  <a:ext uri="{FF2B5EF4-FFF2-40B4-BE49-F238E27FC236}">
                    <a16:creationId xmlns:a16="http://schemas.microsoft.com/office/drawing/2014/main" id="{7AFB79E8-39DF-6CC1-10FB-BA5E756A6CA6}"/>
                  </a:ext>
                </a:extLst>
              </p:cNvPr>
              <p:cNvPicPr/>
              <p:nvPr/>
            </p:nvPicPr>
            <p:blipFill>
              <a:blip r:embed="rId27"/>
              <a:stretch>
                <a:fillRect/>
              </a:stretch>
            </p:blipFill>
            <p:spPr>
              <a:xfrm>
                <a:off x="1437120" y="4715753"/>
                <a:ext cx="494280" cy="2246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80329" name="Ink 180328">
                <a:extLst>
                  <a:ext uri="{FF2B5EF4-FFF2-40B4-BE49-F238E27FC236}">
                    <a16:creationId xmlns:a16="http://schemas.microsoft.com/office/drawing/2014/main" id="{30CC3AEC-1858-742B-5D53-A448FF37CC69}"/>
                  </a:ext>
                </a:extLst>
              </p14:cNvPr>
              <p14:cNvContentPartPr/>
              <p14:nvPr/>
            </p14:nvContentPartPr>
            <p14:xfrm>
              <a:off x="1960200" y="4705673"/>
              <a:ext cx="439200" cy="208080"/>
            </p14:xfrm>
          </p:contentPart>
        </mc:Choice>
        <mc:Fallback xmlns="">
          <p:pic>
            <p:nvPicPr>
              <p:cNvPr id="180329" name="Ink 180328">
                <a:extLst>
                  <a:ext uri="{FF2B5EF4-FFF2-40B4-BE49-F238E27FC236}">
                    <a16:creationId xmlns:a16="http://schemas.microsoft.com/office/drawing/2014/main" id="{30CC3AEC-1858-742B-5D53-A448FF37CC69}"/>
                  </a:ext>
                </a:extLst>
              </p:cNvPr>
              <p:cNvPicPr/>
              <p:nvPr/>
            </p:nvPicPr>
            <p:blipFill>
              <a:blip r:embed="rId29"/>
              <a:stretch>
                <a:fillRect/>
              </a:stretch>
            </p:blipFill>
            <p:spPr>
              <a:xfrm>
                <a:off x="1949760" y="4695233"/>
                <a:ext cx="460440" cy="2293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80343" name="Ink 180342">
                <a:extLst>
                  <a:ext uri="{FF2B5EF4-FFF2-40B4-BE49-F238E27FC236}">
                    <a16:creationId xmlns:a16="http://schemas.microsoft.com/office/drawing/2014/main" id="{24E14715-177D-5199-859F-F3738CCC5B22}"/>
                  </a:ext>
                </a:extLst>
              </p14:cNvPr>
              <p14:cNvContentPartPr/>
              <p14:nvPr/>
            </p14:nvContentPartPr>
            <p14:xfrm>
              <a:off x="1557000" y="4980713"/>
              <a:ext cx="546840" cy="228600"/>
            </p14:xfrm>
          </p:contentPart>
        </mc:Choice>
        <mc:Fallback xmlns="">
          <p:pic>
            <p:nvPicPr>
              <p:cNvPr id="180343" name="Ink 180342">
                <a:extLst>
                  <a:ext uri="{FF2B5EF4-FFF2-40B4-BE49-F238E27FC236}">
                    <a16:creationId xmlns:a16="http://schemas.microsoft.com/office/drawing/2014/main" id="{24E14715-177D-5199-859F-F3738CCC5B22}"/>
                  </a:ext>
                </a:extLst>
              </p:cNvPr>
              <p:cNvPicPr/>
              <p:nvPr/>
            </p:nvPicPr>
            <p:blipFill>
              <a:blip r:embed="rId31"/>
              <a:stretch>
                <a:fillRect/>
              </a:stretch>
            </p:blipFill>
            <p:spPr>
              <a:xfrm>
                <a:off x="1546553" y="4970273"/>
                <a:ext cx="568094" cy="2498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80374" name="Ink 180373">
                <a:extLst>
                  <a:ext uri="{FF2B5EF4-FFF2-40B4-BE49-F238E27FC236}">
                    <a16:creationId xmlns:a16="http://schemas.microsoft.com/office/drawing/2014/main" id="{DF4A1A74-B4C8-2167-8BD3-59B72C4EA90F}"/>
                  </a:ext>
                </a:extLst>
              </p14:cNvPr>
              <p14:cNvContentPartPr/>
              <p14:nvPr/>
            </p14:nvContentPartPr>
            <p14:xfrm>
              <a:off x="8460193" y="3424207"/>
              <a:ext cx="949680" cy="628560"/>
            </p14:xfrm>
          </p:contentPart>
        </mc:Choice>
        <mc:Fallback xmlns="">
          <p:pic>
            <p:nvPicPr>
              <p:cNvPr id="180374" name="Ink 180373">
                <a:extLst>
                  <a:ext uri="{FF2B5EF4-FFF2-40B4-BE49-F238E27FC236}">
                    <a16:creationId xmlns:a16="http://schemas.microsoft.com/office/drawing/2014/main" id="{DF4A1A74-B4C8-2167-8BD3-59B72C4EA90F}"/>
                  </a:ext>
                </a:extLst>
              </p:cNvPr>
              <p:cNvPicPr/>
              <p:nvPr/>
            </p:nvPicPr>
            <p:blipFill>
              <a:blip r:embed="rId33"/>
              <a:stretch>
                <a:fillRect/>
              </a:stretch>
            </p:blipFill>
            <p:spPr>
              <a:xfrm>
                <a:off x="8449749" y="3413407"/>
                <a:ext cx="970928" cy="6498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80386" name="Ink 180385">
                <a:extLst>
                  <a:ext uri="{FF2B5EF4-FFF2-40B4-BE49-F238E27FC236}">
                    <a16:creationId xmlns:a16="http://schemas.microsoft.com/office/drawing/2014/main" id="{C09FFB14-5D3B-E277-BE72-19B56883F6FF}"/>
                  </a:ext>
                </a:extLst>
              </p14:cNvPr>
              <p14:cNvContentPartPr/>
              <p14:nvPr/>
            </p14:nvContentPartPr>
            <p14:xfrm>
              <a:off x="5892705" y="5126087"/>
              <a:ext cx="681480" cy="168840"/>
            </p14:xfrm>
          </p:contentPart>
        </mc:Choice>
        <mc:Fallback xmlns="">
          <p:pic>
            <p:nvPicPr>
              <p:cNvPr id="180386" name="Ink 180385">
                <a:extLst>
                  <a:ext uri="{FF2B5EF4-FFF2-40B4-BE49-F238E27FC236}">
                    <a16:creationId xmlns:a16="http://schemas.microsoft.com/office/drawing/2014/main" id="{C09FFB14-5D3B-E277-BE72-19B56883F6FF}"/>
                  </a:ext>
                </a:extLst>
              </p:cNvPr>
              <p:cNvPicPr/>
              <p:nvPr/>
            </p:nvPicPr>
            <p:blipFill>
              <a:blip r:embed="rId35"/>
              <a:stretch>
                <a:fillRect/>
              </a:stretch>
            </p:blipFill>
            <p:spPr>
              <a:xfrm>
                <a:off x="5881905" y="5115287"/>
                <a:ext cx="702720"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80393" name="Ink 180392">
                <a:extLst>
                  <a:ext uri="{FF2B5EF4-FFF2-40B4-BE49-F238E27FC236}">
                    <a16:creationId xmlns:a16="http://schemas.microsoft.com/office/drawing/2014/main" id="{8732A04F-090F-B684-2FD6-D07B16CFBF6E}"/>
                  </a:ext>
                </a:extLst>
              </p14:cNvPr>
              <p14:cNvContentPartPr/>
              <p14:nvPr/>
            </p14:nvContentPartPr>
            <p14:xfrm>
              <a:off x="6647625" y="5143367"/>
              <a:ext cx="266040" cy="181800"/>
            </p14:xfrm>
          </p:contentPart>
        </mc:Choice>
        <mc:Fallback xmlns="">
          <p:pic>
            <p:nvPicPr>
              <p:cNvPr id="180393" name="Ink 180392">
                <a:extLst>
                  <a:ext uri="{FF2B5EF4-FFF2-40B4-BE49-F238E27FC236}">
                    <a16:creationId xmlns:a16="http://schemas.microsoft.com/office/drawing/2014/main" id="{8732A04F-090F-B684-2FD6-D07B16CFBF6E}"/>
                  </a:ext>
                </a:extLst>
              </p:cNvPr>
              <p:cNvPicPr/>
              <p:nvPr/>
            </p:nvPicPr>
            <p:blipFill>
              <a:blip r:embed="rId37"/>
              <a:stretch>
                <a:fillRect/>
              </a:stretch>
            </p:blipFill>
            <p:spPr>
              <a:xfrm>
                <a:off x="6637185" y="5132906"/>
                <a:ext cx="287280" cy="203082"/>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80427" name="Ink 180426">
                <a:extLst>
                  <a:ext uri="{FF2B5EF4-FFF2-40B4-BE49-F238E27FC236}">
                    <a16:creationId xmlns:a16="http://schemas.microsoft.com/office/drawing/2014/main" id="{5CAA0E2B-BCB8-2B04-C179-EF6D2B56DB34}"/>
                  </a:ext>
                </a:extLst>
              </p14:cNvPr>
              <p14:cNvContentPartPr/>
              <p14:nvPr/>
            </p14:nvContentPartPr>
            <p14:xfrm>
              <a:off x="10067331" y="2076022"/>
              <a:ext cx="709200" cy="493920"/>
            </p14:xfrm>
          </p:contentPart>
        </mc:Choice>
        <mc:Fallback xmlns="">
          <p:pic>
            <p:nvPicPr>
              <p:cNvPr id="180427" name="Ink 180426">
                <a:extLst>
                  <a:ext uri="{FF2B5EF4-FFF2-40B4-BE49-F238E27FC236}">
                    <a16:creationId xmlns:a16="http://schemas.microsoft.com/office/drawing/2014/main" id="{5CAA0E2B-BCB8-2B04-C179-EF6D2B56DB34}"/>
                  </a:ext>
                </a:extLst>
              </p:cNvPr>
              <p:cNvPicPr/>
              <p:nvPr/>
            </p:nvPicPr>
            <p:blipFill>
              <a:blip r:embed="rId39"/>
              <a:stretch>
                <a:fillRect/>
              </a:stretch>
            </p:blipFill>
            <p:spPr>
              <a:xfrm>
                <a:off x="10056891" y="2065222"/>
                <a:ext cx="730440" cy="5151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80451" name="Ink 180450">
                <a:extLst>
                  <a:ext uri="{FF2B5EF4-FFF2-40B4-BE49-F238E27FC236}">
                    <a16:creationId xmlns:a16="http://schemas.microsoft.com/office/drawing/2014/main" id="{4AFBAD19-7879-D30A-59DF-D5387758F4C1}"/>
                  </a:ext>
                </a:extLst>
              </p14:cNvPr>
              <p14:cNvContentPartPr/>
              <p14:nvPr/>
            </p14:nvContentPartPr>
            <p14:xfrm>
              <a:off x="10095051" y="2664622"/>
              <a:ext cx="582120" cy="321480"/>
            </p14:xfrm>
          </p:contentPart>
        </mc:Choice>
        <mc:Fallback xmlns="">
          <p:pic>
            <p:nvPicPr>
              <p:cNvPr id="180451" name="Ink 180450">
                <a:extLst>
                  <a:ext uri="{FF2B5EF4-FFF2-40B4-BE49-F238E27FC236}">
                    <a16:creationId xmlns:a16="http://schemas.microsoft.com/office/drawing/2014/main" id="{4AFBAD19-7879-D30A-59DF-D5387758F4C1}"/>
                  </a:ext>
                </a:extLst>
              </p:cNvPr>
              <p:cNvPicPr/>
              <p:nvPr/>
            </p:nvPicPr>
            <p:blipFill>
              <a:blip r:embed="rId41"/>
              <a:stretch>
                <a:fillRect/>
              </a:stretch>
            </p:blipFill>
            <p:spPr>
              <a:xfrm>
                <a:off x="10084611" y="2653822"/>
                <a:ext cx="603360" cy="3427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80452" name="Ink 180451">
                <a:extLst>
                  <a:ext uri="{FF2B5EF4-FFF2-40B4-BE49-F238E27FC236}">
                    <a16:creationId xmlns:a16="http://schemas.microsoft.com/office/drawing/2014/main" id="{2694835C-2249-9C05-9521-F316C0CA60CF}"/>
                  </a:ext>
                </a:extLst>
              </p14:cNvPr>
              <p14:cNvContentPartPr/>
              <p14:nvPr/>
            </p14:nvContentPartPr>
            <p14:xfrm>
              <a:off x="10110171" y="3034702"/>
              <a:ext cx="96120" cy="75960"/>
            </p14:xfrm>
          </p:contentPart>
        </mc:Choice>
        <mc:Fallback xmlns="">
          <p:pic>
            <p:nvPicPr>
              <p:cNvPr id="180452" name="Ink 180451">
                <a:extLst>
                  <a:ext uri="{FF2B5EF4-FFF2-40B4-BE49-F238E27FC236}">
                    <a16:creationId xmlns:a16="http://schemas.microsoft.com/office/drawing/2014/main" id="{2694835C-2249-9C05-9521-F316C0CA60CF}"/>
                  </a:ext>
                </a:extLst>
              </p:cNvPr>
              <p:cNvPicPr/>
              <p:nvPr/>
            </p:nvPicPr>
            <p:blipFill>
              <a:blip r:embed="rId43"/>
              <a:stretch>
                <a:fillRect/>
              </a:stretch>
            </p:blipFill>
            <p:spPr>
              <a:xfrm>
                <a:off x="10095771" y="3020233"/>
                <a:ext cx="124560" cy="104535"/>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180453" name="Ink 180452">
                <a:extLst>
                  <a:ext uri="{FF2B5EF4-FFF2-40B4-BE49-F238E27FC236}">
                    <a16:creationId xmlns:a16="http://schemas.microsoft.com/office/drawing/2014/main" id="{0D63FDFE-2CCA-3843-D0E8-B4FD9ED42D55}"/>
                  </a:ext>
                </a:extLst>
              </p14:cNvPr>
              <p14:cNvContentPartPr/>
              <p14:nvPr/>
            </p14:nvContentPartPr>
            <p14:xfrm>
              <a:off x="10210611" y="3019942"/>
              <a:ext cx="25920" cy="104400"/>
            </p14:xfrm>
          </p:contentPart>
        </mc:Choice>
        <mc:Fallback xmlns="">
          <p:pic>
            <p:nvPicPr>
              <p:cNvPr id="180453" name="Ink 180452">
                <a:extLst>
                  <a:ext uri="{FF2B5EF4-FFF2-40B4-BE49-F238E27FC236}">
                    <a16:creationId xmlns:a16="http://schemas.microsoft.com/office/drawing/2014/main" id="{0D63FDFE-2CCA-3843-D0E8-B4FD9ED42D55}"/>
                  </a:ext>
                </a:extLst>
              </p:cNvPr>
              <p:cNvPicPr/>
              <p:nvPr/>
            </p:nvPicPr>
            <p:blipFill>
              <a:blip r:embed="rId45"/>
              <a:stretch>
                <a:fillRect/>
              </a:stretch>
            </p:blipFill>
            <p:spPr>
              <a:xfrm>
                <a:off x="10196008" y="3005542"/>
                <a:ext cx="54761"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80454" name="Ink 180453">
                <a:extLst>
                  <a:ext uri="{FF2B5EF4-FFF2-40B4-BE49-F238E27FC236}">
                    <a16:creationId xmlns:a16="http://schemas.microsoft.com/office/drawing/2014/main" id="{02203668-EC90-8BE7-E8A6-4228F22C5D33}"/>
                  </a:ext>
                </a:extLst>
              </p14:cNvPr>
              <p14:cNvContentPartPr/>
              <p14:nvPr/>
            </p14:nvContentPartPr>
            <p14:xfrm>
              <a:off x="10203771" y="3063862"/>
              <a:ext cx="55800" cy="30240"/>
            </p14:xfrm>
          </p:contentPart>
        </mc:Choice>
        <mc:Fallback xmlns="">
          <p:pic>
            <p:nvPicPr>
              <p:cNvPr id="180454" name="Ink 180453">
                <a:extLst>
                  <a:ext uri="{FF2B5EF4-FFF2-40B4-BE49-F238E27FC236}">
                    <a16:creationId xmlns:a16="http://schemas.microsoft.com/office/drawing/2014/main" id="{02203668-EC90-8BE7-E8A6-4228F22C5D33}"/>
                  </a:ext>
                </a:extLst>
              </p:cNvPr>
              <p:cNvPicPr/>
              <p:nvPr/>
            </p:nvPicPr>
            <p:blipFill>
              <a:blip r:embed="rId47"/>
              <a:stretch>
                <a:fillRect/>
              </a:stretch>
            </p:blipFill>
            <p:spPr>
              <a:xfrm>
                <a:off x="10189371" y="3049462"/>
                <a:ext cx="8424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80455" name="Ink 180454">
                <a:extLst>
                  <a:ext uri="{FF2B5EF4-FFF2-40B4-BE49-F238E27FC236}">
                    <a16:creationId xmlns:a16="http://schemas.microsoft.com/office/drawing/2014/main" id="{6B8EC89C-6E24-8DE5-415C-1820CFD24522}"/>
                  </a:ext>
                </a:extLst>
              </p14:cNvPr>
              <p14:cNvContentPartPr/>
              <p14:nvPr/>
            </p14:nvContentPartPr>
            <p14:xfrm>
              <a:off x="10279731" y="3024622"/>
              <a:ext cx="18720" cy="95040"/>
            </p14:xfrm>
          </p:contentPart>
        </mc:Choice>
        <mc:Fallback xmlns="">
          <p:pic>
            <p:nvPicPr>
              <p:cNvPr id="180455" name="Ink 180454">
                <a:extLst>
                  <a:ext uri="{FF2B5EF4-FFF2-40B4-BE49-F238E27FC236}">
                    <a16:creationId xmlns:a16="http://schemas.microsoft.com/office/drawing/2014/main" id="{6B8EC89C-6E24-8DE5-415C-1820CFD24522}"/>
                  </a:ext>
                </a:extLst>
              </p:cNvPr>
              <p:cNvPicPr/>
              <p:nvPr/>
            </p:nvPicPr>
            <p:blipFill>
              <a:blip r:embed="rId49"/>
              <a:stretch>
                <a:fillRect/>
              </a:stretch>
            </p:blipFill>
            <p:spPr>
              <a:xfrm>
                <a:off x="10265331" y="3010222"/>
                <a:ext cx="47160" cy="1234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80456" name="Ink 180455">
                <a:extLst>
                  <a:ext uri="{FF2B5EF4-FFF2-40B4-BE49-F238E27FC236}">
                    <a16:creationId xmlns:a16="http://schemas.microsoft.com/office/drawing/2014/main" id="{72CE9B81-683A-EF47-55F0-F4BBF917E279}"/>
                  </a:ext>
                </a:extLst>
              </p14:cNvPr>
              <p14:cNvContentPartPr/>
              <p14:nvPr/>
            </p14:nvContentPartPr>
            <p14:xfrm>
              <a:off x="10263891" y="3073222"/>
              <a:ext cx="67320" cy="25920"/>
            </p14:xfrm>
          </p:contentPart>
        </mc:Choice>
        <mc:Fallback xmlns="">
          <p:pic>
            <p:nvPicPr>
              <p:cNvPr id="180456" name="Ink 180455">
                <a:extLst>
                  <a:ext uri="{FF2B5EF4-FFF2-40B4-BE49-F238E27FC236}">
                    <a16:creationId xmlns:a16="http://schemas.microsoft.com/office/drawing/2014/main" id="{72CE9B81-683A-EF47-55F0-F4BBF917E279}"/>
                  </a:ext>
                </a:extLst>
              </p:cNvPr>
              <p:cNvPicPr/>
              <p:nvPr/>
            </p:nvPicPr>
            <p:blipFill>
              <a:blip r:embed="rId51"/>
              <a:stretch>
                <a:fillRect/>
              </a:stretch>
            </p:blipFill>
            <p:spPr>
              <a:xfrm>
                <a:off x="10249491" y="3058822"/>
                <a:ext cx="95760" cy="5436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80457" name="Ink 180456">
                <a:extLst>
                  <a:ext uri="{FF2B5EF4-FFF2-40B4-BE49-F238E27FC236}">
                    <a16:creationId xmlns:a16="http://schemas.microsoft.com/office/drawing/2014/main" id="{4020F203-2585-D5C5-A644-70AC075833C3}"/>
                  </a:ext>
                </a:extLst>
              </p14:cNvPr>
              <p14:cNvContentPartPr/>
              <p14:nvPr/>
            </p14:nvContentPartPr>
            <p14:xfrm>
              <a:off x="10351371" y="3067462"/>
              <a:ext cx="83520" cy="47520"/>
            </p14:xfrm>
          </p:contentPart>
        </mc:Choice>
        <mc:Fallback xmlns="">
          <p:pic>
            <p:nvPicPr>
              <p:cNvPr id="180457" name="Ink 180456">
                <a:extLst>
                  <a:ext uri="{FF2B5EF4-FFF2-40B4-BE49-F238E27FC236}">
                    <a16:creationId xmlns:a16="http://schemas.microsoft.com/office/drawing/2014/main" id="{4020F203-2585-D5C5-A644-70AC075833C3}"/>
                  </a:ext>
                </a:extLst>
              </p:cNvPr>
              <p:cNvPicPr/>
              <p:nvPr/>
            </p:nvPicPr>
            <p:blipFill>
              <a:blip r:embed="rId53"/>
              <a:stretch>
                <a:fillRect/>
              </a:stretch>
            </p:blipFill>
            <p:spPr>
              <a:xfrm>
                <a:off x="10336971" y="3053062"/>
                <a:ext cx="111960" cy="759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180458" name="Ink 180457">
                <a:extLst>
                  <a:ext uri="{FF2B5EF4-FFF2-40B4-BE49-F238E27FC236}">
                    <a16:creationId xmlns:a16="http://schemas.microsoft.com/office/drawing/2014/main" id="{95B414DB-300C-28AD-32A1-90B83B24C6A2}"/>
                  </a:ext>
                </a:extLst>
              </p14:cNvPr>
              <p14:cNvContentPartPr/>
              <p14:nvPr/>
            </p14:nvContentPartPr>
            <p14:xfrm>
              <a:off x="10421211" y="3040822"/>
              <a:ext cx="99000" cy="104400"/>
            </p14:xfrm>
          </p:contentPart>
        </mc:Choice>
        <mc:Fallback xmlns="">
          <p:pic>
            <p:nvPicPr>
              <p:cNvPr id="180458" name="Ink 180457">
                <a:extLst>
                  <a:ext uri="{FF2B5EF4-FFF2-40B4-BE49-F238E27FC236}">
                    <a16:creationId xmlns:a16="http://schemas.microsoft.com/office/drawing/2014/main" id="{95B414DB-300C-28AD-32A1-90B83B24C6A2}"/>
                  </a:ext>
                </a:extLst>
              </p:cNvPr>
              <p:cNvPicPr/>
              <p:nvPr/>
            </p:nvPicPr>
            <p:blipFill>
              <a:blip r:embed="rId55"/>
              <a:stretch>
                <a:fillRect/>
              </a:stretch>
            </p:blipFill>
            <p:spPr>
              <a:xfrm>
                <a:off x="10406811" y="3026372"/>
                <a:ext cx="127440" cy="132938"/>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180459" name="Ink 180458">
                <a:extLst>
                  <a:ext uri="{FF2B5EF4-FFF2-40B4-BE49-F238E27FC236}">
                    <a16:creationId xmlns:a16="http://schemas.microsoft.com/office/drawing/2014/main" id="{4BAE752A-68D7-9377-E584-CF76B77F5897}"/>
                  </a:ext>
                </a:extLst>
              </p14:cNvPr>
              <p14:cNvContentPartPr/>
              <p14:nvPr/>
            </p14:nvContentPartPr>
            <p14:xfrm>
              <a:off x="10522371" y="3041542"/>
              <a:ext cx="92880" cy="82800"/>
            </p14:xfrm>
          </p:contentPart>
        </mc:Choice>
        <mc:Fallback xmlns="">
          <p:pic>
            <p:nvPicPr>
              <p:cNvPr id="180459" name="Ink 180458">
                <a:extLst>
                  <a:ext uri="{FF2B5EF4-FFF2-40B4-BE49-F238E27FC236}">
                    <a16:creationId xmlns:a16="http://schemas.microsoft.com/office/drawing/2014/main" id="{4BAE752A-68D7-9377-E584-CF76B77F5897}"/>
                  </a:ext>
                </a:extLst>
              </p:cNvPr>
              <p:cNvPicPr/>
              <p:nvPr/>
            </p:nvPicPr>
            <p:blipFill>
              <a:blip r:embed="rId57"/>
              <a:stretch>
                <a:fillRect/>
              </a:stretch>
            </p:blipFill>
            <p:spPr>
              <a:xfrm>
                <a:off x="10507971" y="3027204"/>
                <a:ext cx="121320" cy="111117"/>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180460" name="Ink 180459">
                <a:extLst>
                  <a:ext uri="{FF2B5EF4-FFF2-40B4-BE49-F238E27FC236}">
                    <a16:creationId xmlns:a16="http://schemas.microsoft.com/office/drawing/2014/main" id="{73DD14FE-EDB5-628F-AEC9-CAE0708DCC89}"/>
                  </a:ext>
                </a:extLst>
              </p14:cNvPr>
              <p14:cNvContentPartPr/>
              <p14:nvPr/>
            </p14:nvContentPartPr>
            <p14:xfrm>
              <a:off x="10608051" y="3057022"/>
              <a:ext cx="62280" cy="87840"/>
            </p14:xfrm>
          </p:contentPart>
        </mc:Choice>
        <mc:Fallback xmlns="">
          <p:pic>
            <p:nvPicPr>
              <p:cNvPr id="180460" name="Ink 180459">
                <a:extLst>
                  <a:ext uri="{FF2B5EF4-FFF2-40B4-BE49-F238E27FC236}">
                    <a16:creationId xmlns:a16="http://schemas.microsoft.com/office/drawing/2014/main" id="{73DD14FE-EDB5-628F-AEC9-CAE0708DCC89}"/>
                  </a:ext>
                </a:extLst>
              </p:cNvPr>
              <p:cNvPicPr/>
              <p:nvPr/>
            </p:nvPicPr>
            <p:blipFill>
              <a:blip r:embed="rId59"/>
              <a:stretch>
                <a:fillRect/>
              </a:stretch>
            </p:blipFill>
            <p:spPr>
              <a:xfrm>
                <a:off x="10597313" y="3046222"/>
                <a:ext cx="83398" cy="10908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180461" name="Ink 180460">
                <a:extLst>
                  <a:ext uri="{FF2B5EF4-FFF2-40B4-BE49-F238E27FC236}">
                    <a16:creationId xmlns:a16="http://schemas.microsoft.com/office/drawing/2014/main" id="{B707505D-1E41-A665-A8A7-BBE16C668A44}"/>
                  </a:ext>
                </a:extLst>
              </p14:cNvPr>
              <p14:cNvContentPartPr/>
              <p14:nvPr/>
            </p14:nvContentPartPr>
            <p14:xfrm>
              <a:off x="10095051" y="3177262"/>
              <a:ext cx="55800" cy="123120"/>
            </p14:xfrm>
          </p:contentPart>
        </mc:Choice>
        <mc:Fallback xmlns="">
          <p:pic>
            <p:nvPicPr>
              <p:cNvPr id="180461" name="Ink 180460">
                <a:extLst>
                  <a:ext uri="{FF2B5EF4-FFF2-40B4-BE49-F238E27FC236}">
                    <a16:creationId xmlns:a16="http://schemas.microsoft.com/office/drawing/2014/main" id="{B707505D-1E41-A665-A8A7-BBE16C668A44}"/>
                  </a:ext>
                </a:extLst>
              </p:cNvPr>
              <p:cNvPicPr/>
              <p:nvPr/>
            </p:nvPicPr>
            <p:blipFill>
              <a:blip r:embed="rId61"/>
              <a:stretch>
                <a:fillRect/>
              </a:stretch>
            </p:blipFill>
            <p:spPr>
              <a:xfrm>
                <a:off x="10080651" y="3162862"/>
                <a:ext cx="8424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180462" name="Ink 180461">
                <a:extLst>
                  <a:ext uri="{FF2B5EF4-FFF2-40B4-BE49-F238E27FC236}">
                    <a16:creationId xmlns:a16="http://schemas.microsoft.com/office/drawing/2014/main" id="{0866A90E-90EC-BADD-3732-5D047E0A87B6}"/>
                  </a:ext>
                </a:extLst>
              </p14:cNvPr>
              <p14:cNvContentPartPr/>
              <p14:nvPr/>
            </p14:nvContentPartPr>
            <p14:xfrm>
              <a:off x="10164531" y="3225862"/>
              <a:ext cx="88200" cy="57960"/>
            </p14:xfrm>
          </p:contentPart>
        </mc:Choice>
        <mc:Fallback xmlns="">
          <p:pic>
            <p:nvPicPr>
              <p:cNvPr id="180462" name="Ink 180461">
                <a:extLst>
                  <a:ext uri="{FF2B5EF4-FFF2-40B4-BE49-F238E27FC236}">
                    <a16:creationId xmlns:a16="http://schemas.microsoft.com/office/drawing/2014/main" id="{0866A90E-90EC-BADD-3732-5D047E0A87B6}"/>
                  </a:ext>
                </a:extLst>
              </p:cNvPr>
              <p:cNvPicPr/>
              <p:nvPr/>
            </p:nvPicPr>
            <p:blipFill>
              <a:blip r:embed="rId63"/>
              <a:stretch>
                <a:fillRect/>
              </a:stretch>
            </p:blipFill>
            <p:spPr>
              <a:xfrm>
                <a:off x="10150131" y="3211372"/>
                <a:ext cx="116640" cy="86578"/>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180463" name="Ink 180462">
                <a:extLst>
                  <a:ext uri="{FF2B5EF4-FFF2-40B4-BE49-F238E27FC236}">
                    <a16:creationId xmlns:a16="http://schemas.microsoft.com/office/drawing/2014/main" id="{57B07A47-F26B-3ED2-8793-1549387335BA}"/>
                  </a:ext>
                </a:extLst>
              </p14:cNvPr>
              <p14:cNvContentPartPr/>
              <p14:nvPr/>
            </p14:nvContentPartPr>
            <p14:xfrm>
              <a:off x="10268211" y="3225502"/>
              <a:ext cx="81000" cy="66960"/>
            </p14:xfrm>
          </p:contentPart>
        </mc:Choice>
        <mc:Fallback xmlns="">
          <p:pic>
            <p:nvPicPr>
              <p:cNvPr id="180463" name="Ink 180462">
                <a:extLst>
                  <a:ext uri="{FF2B5EF4-FFF2-40B4-BE49-F238E27FC236}">
                    <a16:creationId xmlns:a16="http://schemas.microsoft.com/office/drawing/2014/main" id="{57B07A47-F26B-3ED2-8793-1549387335BA}"/>
                  </a:ext>
                </a:extLst>
              </p:cNvPr>
              <p:cNvPicPr/>
              <p:nvPr/>
            </p:nvPicPr>
            <p:blipFill>
              <a:blip r:embed="rId65"/>
              <a:stretch>
                <a:fillRect/>
              </a:stretch>
            </p:blipFill>
            <p:spPr>
              <a:xfrm>
                <a:off x="10253811" y="3211102"/>
                <a:ext cx="109440" cy="954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180464" name="Ink 180463">
                <a:extLst>
                  <a:ext uri="{FF2B5EF4-FFF2-40B4-BE49-F238E27FC236}">
                    <a16:creationId xmlns:a16="http://schemas.microsoft.com/office/drawing/2014/main" id="{76C942CC-ECB5-0486-6EA2-DEAE30E5A5AE}"/>
                  </a:ext>
                </a:extLst>
              </p14:cNvPr>
              <p14:cNvContentPartPr/>
              <p14:nvPr/>
            </p14:nvContentPartPr>
            <p14:xfrm>
              <a:off x="10455411" y="3221182"/>
              <a:ext cx="69480" cy="154800"/>
            </p14:xfrm>
          </p:contentPart>
        </mc:Choice>
        <mc:Fallback xmlns="">
          <p:pic>
            <p:nvPicPr>
              <p:cNvPr id="180464" name="Ink 180463">
                <a:extLst>
                  <a:ext uri="{FF2B5EF4-FFF2-40B4-BE49-F238E27FC236}">
                    <a16:creationId xmlns:a16="http://schemas.microsoft.com/office/drawing/2014/main" id="{76C942CC-ECB5-0486-6EA2-DEAE30E5A5AE}"/>
                  </a:ext>
                </a:extLst>
              </p:cNvPr>
              <p:cNvPicPr/>
              <p:nvPr/>
            </p:nvPicPr>
            <p:blipFill>
              <a:blip r:embed="rId67"/>
              <a:stretch>
                <a:fillRect/>
              </a:stretch>
            </p:blipFill>
            <p:spPr>
              <a:xfrm>
                <a:off x="10444667" y="3210382"/>
                <a:ext cx="90611"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180465" name="Ink 180464">
                <a:extLst>
                  <a:ext uri="{FF2B5EF4-FFF2-40B4-BE49-F238E27FC236}">
                    <a16:creationId xmlns:a16="http://schemas.microsoft.com/office/drawing/2014/main" id="{6FD3570C-5BCB-D5DA-F8F6-E9160448159C}"/>
                  </a:ext>
                </a:extLst>
              </p14:cNvPr>
              <p14:cNvContentPartPr/>
              <p14:nvPr/>
            </p14:nvContentPartPr>
            <p14:xfrm>
              <a:off x="10527051" y="3244222"/>
              <a:ext cx="97200" cy="74160"/>
            </p14:xfrm>
          </p:contentPart>
        </mc:Choice>
        <mc:Fallback xmlns="">
          <p:pic>
            <p:nvPicPr>
              <p:cNvPr id="180465" name="Ink 180464">
                <a:extLst>
                  <a:ext uri="{FF2B5EF4-FFF2-40B4-BE49-F238E27FC236}">
                    <a16:creationId xmlns:a16="http://schemas.microsoft.com/office/drawing/2014/main" id="{6FD3570C-5BCB-D5DA-F8F6-E9160448159C}"/>
                  </a:ext>
                </a:extLst>
              </p:cNvPr>
              <p:cNvPicPr/>
              <p:nvPr/>
            </p:nvPicPr>
            <p:blipFill>
              <a:blip r:embed="rId69"/>
              <a:stretch>
                <a:fillRect/>
              </a:stretch>
            </p:blipFill>
            <p:spPr>
              <a:xfrm>
                <a:off x="10516291" y="3233369"/>
                <a:ext cx="118362" cy="95504"/>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180466" name="Ink 180465">
                <a:extLst>
                  <a:ext uri="{FF2B5EF4-FFF2-40B4-BE49-F238E27FC236}">
                    <a16:creationId xmlns:a16="http://schemas.microsoft.com/office/drawing/2014/main" id="{70F26A9C-FA99-B965-2FF4-056E918237F9}"/>
                  </a:ext>
                </a:extLst>
              </p14:cNvPr>
              <p14:cNvContentPartPr/>
              <p14:nvPr/>
            </p14:nvContentPartPr>
            <p14:xfrm>
              <a:off x="10635771" y="3235222"/>
              <a:ext cx="32400" cy="87840"/>
            </p14:xfrm>
          </p:contentPart>
        </mc:Choice>
        <mc:Fallback xmlns="">
          <p:pic>
            <p:nvPicPr>
              <p:cNvPr id="180466" name="Ink 180465">
                <a:extLst>
                  <a:ext uri="{FF2B5EF4-FFF2-40B4-BE49-F238E27FC236}">
                    <a16:creationId xmlns:a16="http://schemas.microsoft.com/office/drawing/2014/main" id="{70F26A9C-FA99-B965-2FF4-056E918237F9}"/>
                  </a:ext>
                </a:extLst>
              </p:cNvPr>
              <p:cNvPicPr/>
              <p:nvPr/>
            </p:nvPicPr>
            <p:blipFill>
              <a:blip r:embed="rId71"/>
              <a:stretch>
                <a:fillRect/>
              </a:stretch>
            </p:blipFill>
            <p:spPr>
              <a:xfrm>
                <a:off x="10625090" y="3224422"/>
                <a:ext cx="53407" cy="10908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180467" name="Ink 180466">
                <a:extLst>
                  <a:ext uri="{FF2B5EF4-FFF2-40B4-BE49-F238E27FC236}">
                    <a16:creationId xmlns:a16="http://schemas.microsoft.com/office/drawing/2014/main" id="{F4EA2ED5-C8FC-4637-FD68-323C9CA67120}"/>
                  </a:ext>
                </a:extLst>
              </p14:cNvPr>
              <p14:cNvContentPartPr/>
              <p14:nvPr/>
            </p14:nvContentPartPr>
            <p14:xfrm>
              <a:off x="10684371" y="3232702"/>
              <a:ext cx="25200" cy="105840"/>
            </p14:xfrm>
          </p:contentPart>
        </mc:Choice>
        <mc:Fallback xmlns="">
          <p:pic>
            <p:nvPicPr>
              <p:cNvPr id="180467" name="Ink 180466">
                <a:extLst>
                  <a:ext uri="{FF2B5EF4-FFF2-40B4-BE49-F238E27FC236}">
                    <a16:creationId xmlns:a16="http://schemas.microsoft.com/office/drawing/2014/main" id="{F4EA2ED5-C8FC-4637-FD68-323C9CA67120}"/>
                  </a:ext>
                </a:extLst>
              </p:cNvPr>
              <p:cNvPicPr/>
              <p:nvPr/>
            </p:nvPicPr>
            <p:blipFill>
              <a:blip r:embed="rId73"/>
              <a:stretch>
                <a:fillRect/>
              </a:stretch>
            </p:blipFill>
            <p:spPr>
              <a:xfrm>
                <a:off x="10673571" y="3221902"/>
                <a:ext cx="4644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180468" name="Ink 180467">
                <a:extLst>
                  <a:ext uri="{FF2B5EF4-FFF2-40B4-BE49-F238E27FC236}">
                    <a16:creationId xmlns:a16="http://schemas.microsoft.com/office/drawing/2014/main" id="{A261317F-9DF7-E771-A832-E6E950C4F598}"/>
                  </a:ext>
                </a:extLst>
              </p14:cNvPr>
              <p14:cNvContentPartPr/>
              <p14:nvPr/>
            </p14:nvContentPartPr>
            <p14:xfrm>
              <a:off x="10718571" y="3241702"/>
              <a:ext cx="23400" cy="105120"/>
            </p14:xfrm>
          </p:contentPart>
        </mc:Choice>
        <mc:Fallback xmlns="">
          <p:pic>
            <p:nvPicPr>
              <p:cNvPr id="180468" name="Ink 180467">
                <a:extLst>
                  <a:ext uri="{FF2B5EF4-FFF2-40B4-BE49-F238E27FC236}">
                    <a16:creationId xmlns:a16="http://schemas.microsoft.com/office/drawing/2014/main" id="{A261317F-9DF7-E771-A832-E6E950C4F598}"/>
                  </a:ext>
                </a:extLst>
              </p:cNvPr>
              <p:cNvPicPr/>
              <p:nvPr/>
            </p:nvPicPr>
            <p:blipFill>
              <a:blip r:embed="rId75"/>
              <a:stretch>
                <a:fillRect/>
              </a:stretch>
            </p:blipFill>
            <p:spPr>
              <a:xfrm>
                <a:off x="10707771" y="3230902"/>
                <a:ext cx="44640" cy="12636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180503" name="Ink 180502">
                <a:extLst>
                  <a:ext uri="{FF2B5EF4-FFF2-40B4-BE49-F238E27FC236}">
                    <a16:creationId xmlns:a16="http://schemas.microsoft.com/office/drawing/2014/main" id="{18CB915C-C627-1F47-8A8C-A2CF593C79BA}"/>
                  </a:ext>
                </a:extLst>
              </p14:cNvPr>
              <p14:cNvContentPartPr/>
              <p14:nvPr/>
            </p14:nvContentPartPr>
            <p14:xfrm>
              <a:off x="10092873" y="3190324"/>
              <a:ext cx="1572840" cy="405000"/>
            </p14:xfrm>
          </p:contentPart>
        </mc:Choice>
        <mc:Fallback xmlns="">
          <p:pic>
            <p:nvPicPr>
              <p:cNvPr id="180503" name="Ink 180502">
                <a:extLst>
                  <a:ext uri="{FF2B5EF4-FFF2-40B4-BE49-F238E27FC236}">
                    <a16:creationId xmlns:a16="http://schemas.microsoft.com/office/drawing/2014/main" id="{18CB915C-C627-1F47-8A8C-A2CF593C79BA}"/>
                  </a:ext>
                </a:extLst>
              </p:cNvPr>
              <p:cNvPicPr/>
              <p:nvPr/>
            </p:nvPicPr>
            <p:blipFill>
              <a:blip r:embed="rId77"/>
              <a:stretch>
                <a:fillRect/>
              </a:stretch>
            </p:blipFill>
            <p:spPr>
              <a:xfrm>
                <a:off x="10082073" y="3179884"/>
                <a:ext cx="1594080" cy="4262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180529" name="Ink 180528">
                <a:extLst>
                  <a:ext uri="{FF2B5EF4-FFF2-40B4-BE49-F238E27FC236}">
                    <a16:creationId xmlns:a16="http://schemas.microsoft.com/office/drawing/2014/main" id="{61D9AAA8-28F7-1FF5-2550-3FFB886ECE53}"/>
                  </a:ext>
                </a:extLst>
              </p14:cNvPr>
              <p14:cNvContentPartPr/>
              <p14:nvPr/>
            </p14:nvContentPartPr>
            <p14:xfrm>
              <a:off x="10081353" y="3652924"/>
              <a:ext cx="1069560" cy="351000"/>
            </p14:xfrm>
          </p:contentPart>
        </mc:Choice>
        <mc:Fallback xmlns="">
          <p:pic>
            <p:nvPicPr>
              <p:cNvPr id="180529" name="Ink 180528">
                <a:extLst>
                  <a:ext uri="{FF2B5EF4-FFF2-40B4-BE49-F238E27FC236}">
                    <a16:creationId xmlns:a16="http://schemas.microsoft.com/office/drawing/2014/main" id="{61D9AAA8-28F7-1FF5-2550-3FFB886ECE53}"/>
                  </a:ext>
                </a:extLst>
              </p:cNvPr>
              <p:cNvPicPr/>
              <p:nvPr/>
            </p:nvPicPr>
            <p:blipFill>
              <a:blip r:embed="rId79"/>
              <a:stretch>
                <a:fillRect/>
              </a:stretch>
            </p:blipFill>
            <p:spPr>
              <a:xfrm>
                <a:off x="10070553" y="3642135"/>
                <a:ext cx="1090800" cy="372218"/>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180543" name="Ink 180542">
                <a:extLst>
                  <a:ext uri="{FF2B5EF4-FFF2-40B4-BE49-F238E27FC236}">
                    <a16:creationId xmlns:a16="http://schemas.microsoft.com/office/drawing/2014/main" id="{01786494-2EA0-2FAB-083F-802E64E10BF8}"/>
                  </a:ext>
                </a:extLst>
              </p14:cNvPr>
              <p14:cNvContentPartPr/>
              <p14:nvPr/>
            </p14:nvContentPartPr>
            <p14:xfrm>
              <a:off x="10843473" y="3830764"/>
              <a:ext cx="1078560" cy="156600"/>
            </p14:xfrm>
          </p:contentPart>
        </mc:Choice>
        <mc:Fallback xmlns="">
          <p:pic>
            <p:nvPicPr>
              <p:cNvPr id="180543" name="Ink 180542">
                <a:extLst>
                  <a:ext uri="{FF2B5EF4-FFF2-40B4-BE49-F238E27FC236}">
                    <a16:creationId xmlns:a16="http://schemas.microsoft.com/office/drawing/2014/main" id="{01786494-2EA0-2FAB-083F-802E64E10BF8}"/>
                  </a:ext>
                </a:extLst>
              </p:cNvPr>
              <p:cNvPicPr/>
              <p:nvPr/>
            </p:nvPicPr>
            <p:blipFill>
              <a:blip r:embed="rId81"/>
              <a:stretch>
                <a:fillRect/>
              </a:stretch>
            </p:blipFill>
            <p:spPr>
              <a:xfrm>
                <a:off x="10832673" y="3819989"/>
                <a:ext cx="1099800" cy="177791"/>
              </a:xfrm>
              <a:prstGeom prst="rect">
                <a:avLst/>
              </a:prstGeom>
            </p:spPr>
          </p:pic>
        </mc:Fallback>
      </mc:AlternateContent>
    </p:spTree>
    <p:extLst>
      <p:ext uri="{BB962C8B-B14F-4D97-AF65-F5344CB8AC3E}">
        <p14:creationId xmlns:p14="http://schemas.microsoft.com/office/powerpoint/2010/main" val="1479087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xit" presetSubtype="10" fill="hold" grpId="0" nodeType="clickEffect">
                                  <p:stCondLst>
                                    <p:cond delay="0"/>
                                  </p:stCondLst>
                                  <p:childTnLst>
                                    <p:animEffect transition="out" filter="checkerboard(across)">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par>
                                <p:cTn id="8" presetID="5" presetClass="exit" presetSubtype="10" fill="hold" grpId="0" nodeType="withEffect">
                                  <p:stCondLst>
                                    <p:cond delay="0"/>
                                  </p:stCondLst>
                                  <p:childTnLst>
                                    <p:animEffect transition="out" filter="checkerboard(across)">
                                      <p:cBhvr>
                                        <p:cTn id="9" dur="500"/>
                                        <p:tgtEl>
                                          <p:spTgt spid="3"/>
                                        </p:tgtEl>
                                      </p:cBhvr>
                                    </p:animEffect>
                                    <p:set>
                                      <p:cBhvr>
                                        <p:cTn id="10" dur="1" fill="hold">
                                          <p:stCondLst>
                                            <p:cond delay="4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noChangeArrowheads="1"/>
          </p:cNvSpPr>
          <p:nvPr>
            <p:ph type="title"/>
          </p:nvPr>
        </p:nvSpPr>
        <p:spPr/>
        <p:txBody>
          <a:bodyPr/>
          <a:lstStyle/>
          <a:p>
            <a:r>
              <a:rPr lang="en-US" dirty="0"/>
              <a:t>Time Stamp Authentication Protocol</a:t>
            </a:r>
          </a:p>
        </p:txBody>
      </p:sp>
      <p:sp>
        <p:nvSpPr>
          <p:cNvPr id="3" name="Text Placeholder 2">
            <a:extLst>
              <a:ext uri="{FF2B5EF4-FFF2-40B4-BE49-F238E27FC236}">
                <a16:creationId xmlns:a16="http://schemas.microsoft.com/office/drawing/2014/main" id="{7A93BEE4-8552-FB46-A955-20F18B98E4BD}"/>
              </a:ext>
            </a:extLst>
          </p:cNvPr>
          <p:cNvSpPr>
            <a:spLocks noGrp="1"/>
          </p:cNvSpPr>
          <p:nvPr>
            <p:ph type="body" idx="11"/>
          </p:nvPr>
        </p:nvSpPr>
        <p:spPr/>
        <p:txBody>
          <a:bodyPr/>
          <a:lstStyle/>
          <a:p>
            <a:endParaRPr lang="en-US"/>
          </a:p>
        </p:txBody>
      </p:sp>
      <p:sp>
        <p:nvSpPr>
          <p:cNvPr id="194563" name="Rectangle 3"/>
          <p:cNvSpPr>
            <a:spLocks noGrp="1" noChangeArrowheads="1"/>
          </p:cNvSpPr>
          <p:nvPr>
            <p:ph idx="1"/>
          </p:nvPr>
        </p:nvSpPr>
        <p:spPr/>
        <p:txBody>
          <a:bodyPr/>
          <a:lstStyle/>
          <a:p>
            <a:r>
              <a:rPr lang="en-US" dirty="0"/>
              <a:t>Server and Bob keep synchronized clocks and a shared key </a:t>
            </a:r>
            <a:r>
              <a:rPr lang="en-US" dirty="0">
                <a:solidFill>
                  <a:srgbClr val="C00000"/>
                </a:solidFill>
              </a:rPr>
              <a:t>K</a:t>
            </a:r>
          </a:p>
          <a:p>
            <a:pPr lvl="1"/>
            <a:r>
              <a:rPr lang="en-US" sz="2400" dirty="0"/>
              <a:t>Time is used as one-time “challenge”</a:t>
            </a:r>
          </a:p>
          <a:p>
            <a:pPr marL="457200" indent="-457200">
              <a:buFont typeface="+mj-lt"/>
              <a:buAutoNum type="arabicPeriod"/>
            </a:pPr>
            <a:r>
              <a:rPr lang="en-US" dirty="0"/>
              <a:t>Bob sends Server his id, and </a:t>
            </a:r>
            <a:r>
              <a:rPr lang="en-US" dirty="0">
                <a:solidFill>
                  <a:srgbClr val="C00000"/>
                </a:solidFill>
              </a:rPr>
              <a:t>R=</a:t>
            </a:r>
            <a:r>
              <a:rPr lang="en-US" dirty="0" err="1">
                <a:solidFill>
                  <a:srgbClr val="C00000"/>
                </a:solidFill>
              </a:rPr>
              <a:t>Enc</a:t>
            </a:r>
            <a:r>
              <a:rPr lang="en-US" baseline="-25000" dirty="0" err="1">
                <a:solidFill>
                  <a:srgbClr val="C00000"/>
                </a:solidFill>
              </a:rPr>
              <a:t>K</a:t>
            </a:r>
            <a:r>
              <a:rPr lang="en-US" dirty="0">
                <a:solidFill>
                  <a:srgbClr val="C00000"/>
                </a:solidFill>
              </a:rPr>
              <a:t>(T) </a:t>
            </a:r>
            <a:r>
              <a:rPr lang="en-US" dirty="0"/>
              <a:t>or</a:t>
            </a:r>
            <a:r>
              <a:rPr lang="en-US" dirty="0">
                <a:solidFill>
                  <a:srgbClr val="FF6600"/>
                </a:solidFill>
              </a:rPr>
              <a:t> </a:t>
            </a:r>
            <a:r>
              <a:rPr lang="en-US" dirty="0">
                <a:solidFill>
                  <a:srgbClr val="C00000"/>
                </a:solidFill>
              </a:rPr>
              <a:t>Hash(K||T) </a:t>
            </a:r>
            <a:r>
              <a:rPr lang="en-US" dirty="0"/>
              <a:t>with his clock reading </a:t>
            </a:r>
            <a:r>
              <a:rPr lang="en-US" dirty="0">
                <a:solidFill>
                  <a:srgbClr val="C00000"/>
                </a:solidFill>
              </a:rPr>
              <a:t>T</a:t>
            </a:r>
            <a:r>
              <a:rPr lang="en-US" dirty="0"/>
              <a:t>.</a:t>
            </a:r>
          </a:p>
          <a:p>
            <a:pPr marL="457200" indent="-457200">
              <a:buFont typeface="+mj-lt"/>
              <a:buAutoNum type="arabicPeriod"/>
            </a:pPr>
            <a:r>
              <a:rPr lang="en-US" dirty="0"/>
              <a:t>Server verifies whether </a:t>
            </a:r>
            <a:r>
              <a:rPr lang="en-US" dirty="0">
                <a:solidFill>
                  <a:srgbClr val="C00000"/>
                </a:solidFill>
              </a:rPr>
              <a:t>R=</a:t>
            </a:r>
            <a:r>
              <a:rPr lang="en-US" dirty="0" err="1">
                <a:solidFill>
                  <a:srgbClr val="C00000"/>
                </a:solidFill>
              </a:rPr>
              <a:t>Enc</a:t>
            </a:r>
            <a:r>
              <a:rPr lang="en-US" baseline="-25000" dirty="0" err="1">
                <a:solidFill>
                  <a:srgbClr val="C00000"/>
                </a:solidFill>
              </a:rPr>
              <a:t>K</a:t>
            </a:r>
            <a:r>
              <a:rPr lang="en-US" dirty="0">
                <a:solidFill>
                  <a:srgbClr val="C00000"/>
                </a:solidFill>
              </a:rPr>
              <a:t>(T) </a:t>
            </a:r>
            <a:r>
              <a:rPr lang="en-US" dirty="0"/>
              <a:t>or </a:t>
            </a:r>
            <a:r>
              <a:rPr lang="en-US" dirty="0">
                <a:solidFill>
                  <a:srgbClr val="C00000"/>
                </a:solidFill>
              </a:rPr>
              <a:t>Hash(K||T) </a:t>
            </a:r>
            <a:r>
              <a:rPr lang="en-US" dirty="0"/>
              <a:t>using Bob’s key </a:t>
            </a:r>
            <a:r>
              <a:rPr lang="en-US" dirty="0">
                <a:solidFill>
                  <a:srgbClr val="C00000"/>
                </a:solidFill>
              </a:rPr>
              <a:t>K</a:t>
            </a:r>
            <a:r>
              <a:rPr lang="en-US" dirty="0"/>
              <a:t> and its own clock reading</a:t>
            </a:r>
            <a:endParaRPr lang="en-US" dirty="0">
              <a:solidFill>
                <a:srgbClr val="FF6600"/>
              </a:solidFill>
            </a:endParaRPr>
          </a:p>
          <a:p>
            <a:endParaRPr lang="en-US" dirty="0"/>
          </a:p>
        </p:txBody>
      </p:sp>
      <p:grpSp>
        <p:nvGrpSpPr>
          <p:cNvPr id="4" name="Group 3">
            <a:extLst>
              <a:ext uri="{FF2B5EF4-FFF2-40B4-BE49-F238E27FC236}">
                <a16:creationId xmlns:a16="http://schemas.microsoft.com/office/drawing/2014/main" id="{A3A3751A-713F-B046-874C-3C20F793D1CB}"/>
              </a:ext>
            </a:extLst>
          </p:cNvPr>
          <p:cNvGrpSpPr/>
          <p:nvPr/>
        </p:nvGrpSpPr>
        <p:grpSpPr>
          <a:xfrm>
            <a:off x="2514600" y="3813048"/>
            <a:ext cx="8001000" cy="2445374"/>
            <a:chOff x="2514600" y="3813048"/>
            <a:chExt cx="8001000" cy="2445374"/>
          </a:xfrm>
        </p:grpSpPr>
        <p:sp>
          <p:nvSpPr>
            <p:cNvPr id="194566" name="Text Box 6"/>
            <p:cNvSpPr txBox="1">
              <a:spLocks noChangeArrowheads="1"/>
            </p:cNvSpPr>
            <p:nvPr/>
          </p:nvSpPr>
          <p:spPr bwMode="auto">
            <a:xfrm>
              <a:off x="3200400" y="5066115"/>
              <a:ext cx="990600" cy="457200"/>
            </a:xfrm>
            <a:prstGeom prst="rect">
              <a:avLst/>
            </a:prstGeom>
            <a:noFill/>
            <a:ln w="9525">
              <a:noFill/>
              <a:miter lim="800000"/>
              <a:headEnd/>
              <a:tailEnd/>
            </a:ln>
            <a:effectLst/>
          </p:spPr>
          <p:txBody>
            <a:bodyPr>
              <a:spAutoFit/>
            </a:bodyPr>
            <a:lstStyle/>
            <a:p>
              <a:pPr>
                <a:spcBef>
                  <a:spcPct val="50000"/>
                </a:spcBef>
              </a:pPr>
              <a:r>
                <a:rPr lang="en-US"/>
                <a:t>Bob</a:t>
              </a:r>
            </a:p>
          </p:txBody>
        </p:sp>
        <p:sp>
          <p:nvSpPr>
            <p:cNvPr id="194567" name="Text Box 7"/>
            <p:cNvSpPr txBox="1">
              <a:spLocks noChangeArrowheads="1"/>
            </p:cNvSpPr>
            <p:nvPr/>
          </p:nvSpPr>
          <p:spPr bwMode="auto">
            <a:xfrm>
              <a:off x="8458200" y="5337048"/>
              <a:ext cx="1066800" cy="457200"/>
            </a:xfrm>
            <a:prstGeom prst="rect">
              <a:avLst/>
            </a:prstGeom>
            <a:noFill/>
            <a:ln w="9525">
              <a:noFill/>
              <a:miter lim="800000"/>
              <a:headEnd/>
              <a:tailEnd/>
            </a:ln>
            <a:effectLst/>
          </p:spPr>
          <p:txBody>
            <a:bodyPr>
              <a:spAutoFit/>
            </a:bodyPr>
            <a:lstStyle/>
            <a:p>
              <a:pPr>
                <a:spcBef>
                  <a:spcPct val="50000"/>
                </a:spcBef>
              </a:pPr>
              <a:r>
                <a:rPr lang="en-US" dirty="0"/>
                <a:t>Server</a:t>
              </a:r>
            </a:p>
          </p:txBody>
        </p:sp>
        <p:sp>
          <p:nvSpPr>
            <p:cNvPr id="194568" name="Line 8"/>
            <p:cNvSpPr>
              <a:spLocks noChangeShapeType="1"/>
            </p:cNvSpPr>
            <p:nvPr/>
          </p:nvSpPr>
          <p:spPr bwMode="auto">
            <a:xfrm>
              <a:off x="4267200" y="4989915"/>
              <a:ext cx="4038600" cy="0"/>
            </a:xfrm>
            <a:prstGeom prst="line">
              <a:avLst/>
            </a:prstGeom>
            <a:noFill/>
            <a:ln w="12700">
              <a:solidFill>
                <a:schemeClr val="tx1"/>
              </a:solidFill>
              <a:round/>
              <a:headEnd/>
              <a:tailEnd type="triangle" w="med" len="med"/>
            </a:ln>
            <a:effectLst/>
          </p:spPr>
          <p:txBody>
            <a:bodyPr/>
            <a:lstStyle/>
            <a:p>
              <a:endParaRPr lang="en-US"/>
            </a:p>
          </p:txBody>
        </p:sp>
        <p:sp>
          <p:nvSpPr>
            <p:cNvPr id="194571" name="Text Box 11"/>
            <p:cNvSpPr txBox="1">
              <a:spLocks noChangeArrowheads="1"/>
            </p:cNvSpPr>
            <p:nvPr/>
          </p:nvSpPr>
          <p:spPr bwMode="auto">
            <a:xfrm>
              <a:off x="4419600" y="4575048"/>
              <a:ext cx="3810000" cy="400110"/>
            </a:xfrm>
            <a:prstGeom prst="rect">
              <a:avLst/>
            </a:prstGeom>
            <a:noFill/>
            <a:ln w="9525">
              <a:noFill/>
              <a:miter lim="800000"/>
              <a:headEnd/>
              <a:tailEnd/>
            </a:ln>
            <a:effectLst/>
          </p:spPr>
          <p:txBody>
            <a:bodyPr wrap="square">
              <a:spAutoFit/>
            </a:bodyPr>
            <a:lstStyle/>
            <a:p>
              <a:pPr algn="ctr">
                <a:spcBef>
                  <a:spcPct val="50000"/>
                </a:spcBef>
              </a:pPr>
              <a:r>
                <a:rPr lang="en-US" sz="2000" dirty="0"/>
                <a:t>Bob id, R=</a:t>
              </a:r>
              <a:r>
                <a:rPr lang="en-US" sz="2000" dirty="0" err="1"/>
                <a:t>Enc</a:t>
              </a:r>
              <a:r>
                <a:rPr lang="en-US" sz="2000" baseline="-25000" dirty="0" err="1"/>
                <a:t>K</a:t>
              </a:r>
              <a:r>
                <a:rPr lang="en-US" sz="2000" dirty="0"/>
                <a:t>(T) </a:t>
              </a:r>
            </a:p>
          </p:txBody>
        </p:sp>
        <p:pic>
          <p:nvPicPr>
            <p:cNvPr id="15" name="Picture 14"/>
            <p:cNvPicPr>
              <a:picLocks noChangeAspect="1"/>
            </p:cNvPicPr>
            <p:nvPr/>
          </p:nvPicPr>
          <p:blipFill>
            <a:blip r:embed="rId2"/>
            <a:stretch>
              <a:fillRect/>
            </a:stretch>
          </p:blipFill>
          <p:spPr>
            <a:xfrm>
              <a:off x="5715000" y="5150782"/>
              <a:ext cx="1219200" cy="1107640"/>
            </a:xfrm>
            <a:prstGeom prst="rect">
              <a:avLst/>
            </a:prstGeom>
          </p:spPr>
        </p:pic>
        <p:pic>
          <p:nvPicPr>
            <p:cNvPr id="14" name="Picture 13"/>
            <p:cNvPicPr>
              <a:picLocks noChangeAspect="1"/>
            </p:cNvPicPr>
            <p:nvPr/>
          </p:nvPicPr>
          <p:blipFill>
            <a:blip r:embed="rId3"/>
            <a:stretch>
              <a:fillRect/>
            </a:stretch>
          </p:blipFill>
          <p:spPr>
            <a:xfrm>
              <a:off x="3124200" y="4041648"/>
              <a:ext cx="914400" cy="1082842"/>
            </a:xfrm>
            <a:prstGeom prst="rect">
              <a:avLst/>
            </a:prstGeom>
          </p:spPr>
        </p:pic>
        <p:pic>
          <p:nvPicPr>
            <p:cNvPr id="17" name="Picture 16" descr="j04247901.wmf"/>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00" y="3813048"/>
              <a:ext cx="1543050" cy="1600200"/>
            </a:xfrm>
            <a:prstGeom prst="rect">
              <a:avLst/>
            </a:prstGeom>
          </p:spPr>
        </p:pic>
        <p:sp>
          <p:nvSpPr>
            <p:cNvPr id="18" name="Text Box 16"/>
            <p:cNvSpPr txBox="1">
              <a:spLocks noChangeArrowheads="1"/>
            </p:cNvSpPr>
            <p:nvPr/>
          </p:nvSpPr>
          <p:spPr bwMode="auto">
            <a:xfrm>
              <a:off x="2514600" y="5032249"/>
              <a:ext cx="533400" cy="461665"/>
            </a:xfrm>
            <a:prstGeom prst="rect">
              <a:avLst/>
            </a:prstGeom>
            <a:noFill/>
            <a:ln w="9525">
              <a:solidFill>
                <a:schemeClr val="tx1"/>
              </a:solidFill>
              <a:miter lim="800000"/>
              <a:headEnd/>
              <a:tailEnd/>
            </a:ln>
            <a:effectLst/>
          </p:spPr>
          <p:txBody>
            <a:bodyPr wrap="square">
              <a:spAutoFit/>
            </a:bodyPr>
            <a:lstStyle/>
            <a:p>
              <a:pPr>
                <a:spcBef>
                  <a:spcPct val="50000"/>
                </a:spcBef>
              </a:pPr>
              <a:r>
                <a:rPr lang="en-US" dirty="0">
                  <a:solidFill>
                    <a:srgbClr val="CC0000"/>
                  </a:solidFill>
                </a:rPr>
                <a:t>K</a:t>
              </a:r>
              <a:endParaRPr lang="en-US" baseline="-25000" dirty="0">
                <a:solidFill>
                  <a:srgbClr val="CC0000"/>
                </a:solidFill>
              </a:endParaRPr>
            </a:p>
          </p:txBody>
        </p:sp>
        <p:sp>
          <p:nvSpPr>
            <p:cNvPr id="19" name="Text Box 16"/>
            <p:cNvSpPr txBox="1">
              <a:spLocks noChangeArrowheads="1"/>
            </p:cNvSpPr>
            <p:nvPr/>
          </p:nvSpPr>
          <p:spPr bwMode="auto">
            <a:xfrm>
              <a:off x="9982200" y="5032249"/>
              <a:ext cx="533400" cy="461665"/>
            </a:xfrm>
            <a:prstGeom prst="rect">
              <a:avLst/>
            </a:prstGeom>
            <a:noFill/>
            <a:ln w="9525">
              <a:solidFill>
                <a:schemeClr val="tx1"/>
              </a:solidFill>
              <a:miter lim="800000"/>
              <a:headEnd/>
              <a:tailEnd/>
            </a:ln>
            <a:effectLst/>
          </p:spPr>
          <p:txBody>
            <a:bodyPr wrap="square">
              <a:spAutoFit/>
            </a:bodyPr>
            <a:lstStyle/>
            <a:p>
              <a:pPr>
                <a:spcBef>
                  <a:spcPct val="50000"/>
                </a:spcBef>
              </a:pPr>
              <a:r>
                <a:rPr lang="en-US" dirty="0">
                  <a:solidFill>
                    <a:srgbClr val="CC0000"/>
                  </a:solidFill>
                </a:rPr>
                <a:t>K</a:t>
              </a:r>
              <a:endParaRPr lang="en-US" baseline="-25000" dirty="0">
                <a:solidFill>
                  <a:srgbClr val="CC0000"/>
                </a:solidFill>
              </a:endParaRPr>
            </a:p>
          </p:txBody>
        </p:sp>
      </p:grpSp>
      <mc:AlternateContent xmlns:mc="http://schemas.openxmlformats.org/markup-compatibility/2006" xmlns:p14="http://schemas.microsoft.com/office/powerpoint/2010/main">
        <mc:Choice Requires="p14">
          <p:contentPart p14:bwMode="auto" r:id="rId5">
            <p14:nvContentPartPr>
              <p14:cNvPr id="22" name="Ink 21">
                <a:extLst>
                  <a:ext uri="{FF2B5EF4-FFF2-40B4-BE49-F238E27FC236}">
                    <a16:creationId xmlns:a16="http://schemas.microsoft.com/office/drawing/2014/main" id="{ABCCB257-2700-D264-2F08-736A75C20A20}"/>
                  </a:ext>
                </a:extLst>
              </p14:cNvPr>
              <p14:cNvContentPartPr/>
              <p14:nvPr/>
            </p14:nvContentPartPr>
            <p14:xfrm>
              <a:off x="4505746" y="3146355"/>
              <a:ext cx="507600" cy="312120"/>
            </p14:xfrm>
          </p:contentPart>
        </mc:Choice>
        <mc:Fallback xmlns="">
          <p:pic>
            <p:nvPicPr>
              <p:cNvPr id="22" name="Ink 21">
                <a:extLst>
                  <a:ext uri="{FF2B5EF4-FFF2-40B4-BE49-F238E27FC236}">
                    <a16:creationId xmlns:a16="http://schemas.microsoft.com/office/drawing/2014/main" id="{ABCCB257-2700-D264-2F08-736A75C20A20}"/>
                  </a:ext>
                </a:extLst>
              </p:cNvPr>
              <p:cNvPicPr/>
              <p:nvPr/>
            </p:nvPicPr>
            <p:blipFill>
              <a:blip r:embed="rId6"/>
              <a:stretch>
                <a:fillRect/>
              </a:stretch>
            </p:blipFill>
            <p:spPr>
              <a:xfrm>
                <a:off x="4494946" y="3135915"/>
                <a:ext cx="528840" cy="3333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3" name="Ink 22">
                <a:extLst>
                  <a:ext uri="{FF2B5EF4-FFF2-40B4-BE49-F238E27FC236}">
                    <a16:creationId xmlns:a16="http://schemas.microsoft.com/office/drawing/2014/main" id="{037F2E7F-4304-56B2-CA7A-28354E633138}"/>
                  </a:ext>
                </a:extLst>
              </p14:cNvPr>
              <p14:cNvContentPartPr/>
              <p14:nvPr/>
            </p14:nvContentPartPr>
            <p14:xfrm>
              <a:off x="3969346" y="3057435"/>
              <a:ext cx="411840" cy="438120"/>
            </p14:xfrm>
          </p:contentPart>
        </mc:Choice>
        <mc:Fallback xmlns="">
          <p:pic>
            <p:nvPicPr>
              <p:cNvPr id="23" name="Ink 22">
                <a:extLst>
                  <a:ext uri="{FF2B5EF4-FFF2-40B4-BE49-F238E27FC236}">
                    <a16:creationId xmlns:a16="http://schemas.microsoft.com/office/drawing/2014/main" id="{037F2E7F-4304-56B2-CA7A-28354E633138}"/>
                  </a:ext>
                </a:extLst>
              </p:cNvPr>
              <p:cNvPicPr/>
              <p:nvPr/>
            </p:nvPicPr>
            <p:blipFill>
              <a:blip r:embed="rId8"/>
              <a:stretch>
                <a:fillRect/>
              </a:stretch>
            </p:blipFill>
            <p:spPr>
              <a:xfrm>
                <a:off x="3958906" y="3046635"/>
                <a:ext cx="433080" cy="4593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3" name="Ink 52">
                <a:extLst>
                  <a:ext uri="{FF2B5EF4-FFF2-40B4-BE49-F238E27FC236}">
                    <a16:creationId xmlns:a16="http://schemas.microsoft.com/office/drawing/2014/main" id="{6BD0F4E6-D1D7-A1DA-9813-117F02452276}"/>
                  </a:ext>
                </a:extLst>
              </p14:cNvPr>
              <p14:cNvContentPartPr/>
              <p14:nvPr/>
            </p14:nvContentPartPr>
            <p14:xfrm>
              <a:off x="5685779" y="3045351"/>
              <a:ext cx="1356840" cy="1224360"/>
            </p14:xfrm>
          </p:contentPart>
        </mc:Choice>
        <mc:Fallback xmlns="">
          <p:pic>
            <p:nvPicPr>
              <p:cNvPr id="53" name="Ink 52">
                <a:extLst>
                  <a:ext uri="{FF2B5EF4-FFF2-40B4-BE49-F238E27FC236}">
                    <a16:creationId xmlns:a16="http://schemas.microsoft.com/office/drawing/2014/main" id="{6BD0F4E6-D1D7-A1DA-9813-117F02452276}"/>
                  </a:ext>
                </a:extLst>
              </p:cNvPr>
              <p:cNvPicPr/>
              <p:nvPr/>
            </p:nvPicPr>
            <p:blipFill>
              <a:blip r:embed="rId10"/>
              <a:stretch>
                <a:fillRect/>
              </a:stretch>
            </p:blipFill>
            <p:spPr>
              <a:xfrm>
                <a:off x="5674979" y="3034911"/>
                <a:ext cx="1378080" cy="12456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94574" name="Ink 194573">
                <a:extLst>
                  <a:ext uri="{FF2B5EF4-FFF2-40B4-BE49-F238E27FC236}">
                    <a16:creationId xmlns:a16="http://schemas.microsoft.com/office/drawing/2014/main" id="{F581394D-132E-DBF3-9F34-FC8676AFCD1E}"/>
                  </a:ext>
                </a:extLst>
              </p14:cNvPr>
              <p14:cNvContentPartPr/>
              <p14:nvPr/>
            </p14:nvContentPartPr>
            <p14:xfrm>
              <a:off x="7245804" y="1005177"/>
              <a:ext cx="664560" cy="286200"/>
            </p14:xfrm>
          </p:contentPart>
        </mc:Choice>
        <mc:Fallback xmlns="">
          <p:pic>
            <p:nvPicPr>
              <p:cNvPr id="194574" name="Ink 194573">
                <a:extLst>
                  <a:ext uri="{FF2B5EF4-FFF2-40B4-BE49-F238E27FC236}">
                    <a16:creationId xmlns:a16="http://schemas.microsoft.com/office/drawing/2014/main" id="{F581394D-132E-DBF3-9F34-FC8676AFCD1E}"/>
                  </a:ext>
                </a:extLst>
              </p:cNvPr>
              <p:cNvPicPr/>
              <p:nvPr/>
            </p:nvPicPr>
            <p:blipFill>
              <a:blip r:embed="rId12"/>
              <a:stretch>
                <a:fillRect/>
              </a:stretch>
            </p:blipFill>
            <p:spPr>
              <a:xfrm>
                <a:off x="7235364" y="994377"/>
                <a:ext cx="685800" cy="3074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94575" name="Ink 194574">
                <a:extLst>
                  <a:ext uri="{FF2B5EF4-FFF2-40B4-BE49-F238E27FC236}">
                    <a16:creationId xmlns:a16="http://schemas.microsoft.com/office/drawing/2014/main" id="{EBDAAB55-9DFF-37EE-D606-5421329C1DEC}"/>
                  </a:ext>
                </a:extLst>
              </p14:cNvPr>
              <p14:cNvContentPartPr/>
              <p14:nvPr/>
            </p14:nvContentPartPr>
            <p14:xfrm>
              <a:off x="5271924" y="1021017"/>
              <a:ext cx="1793160" cy="298440"/>
            </p14:xfrm>
          </p:contentPart>
        </mc:Choice>
        <mc:Fallback xmlns="">
          <p:pic>
            <p:nvPicPr>
              <p:cNvPr id="194575" name="Ink 194574">
                <a:extLst>
                  <a:ext uri="{FF2B5EF4-FFF2-40B4-BE49-F238E27FC236}">
                    <a16:creationId xmlns:a16="http://schemas.microsoft.com/office/drawing/2014/main" id="{EBDAAB55-9DFF-37EE-D606-5421329C1DEC}"/>
                  </a:ext>
                </a:extLst>
              </p:cNvPr>
              <p:cNvPicPr/>
              <p:nvPr/>
            </p:nvPicPr>
            <p:blipFill>
              <a:blip r:embed="rId14"/>
              <a:stretch>
                <a:fillRect/>
              </a:stretch>
            </p:blipFill>
            <p:spPr>
              <a:xfrm>
                <a:off x="5261124" y="1010564"/>
                <a:ext cx="1814400" cy="319706"/>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94593" name="Ink 194592">
                <a:extLst>
                  <a:ext uri="{FF2B5EF4-FFF2-40B4-BE49-F238E27FC236}">
                    <a16:creationId xmlns:a16="http://schemas.microsoft.com/office/drawing/2014/main" id="{080A0345-8D8D-1BF4-5876-670331D27254}"/>
                  </a:ext>
                </a:extLst>
              </p14:cNvPr>
              <p14:cNvContentPartPr/>
              <p14:nvPr/>
            </p14:nvContentPartPr>
            <p14:xfrm>
              <a:off x="8811804" y="1075377"/>
              <a:ext cx="724320" cy="517680"/>
            </p14:xfrm>
          </p:contentPart>
        </mc:Choice>
        <mc:Fallback xmlns="">
          <p:pic>
            <p:nvPicPr>
              <p:cNvPr id="194593" name="Ink 194592">
                <a:extLst>
                  <a:ext uri="{FF2B5EF4-FFF2-40B4-BE49-F238E27FC236}">
                    <a16:creationId xmlns:a16="http://schemas.microsoft.com/office/drawing/2014/main" id="{080A0345-8D8D-1BF4-5876-670331D27254}"/>
                  </a:ext>
                </a:extLst>
              </p:cNvPr>
              <p:cNvPicPr/>
              <p:nvPr/>
            </p:nvPicPr>
            <p:blipFill>
              <a:blip r:embed="rId16"/>
              <a:stretch>
                <a:fillRect/>
              </a:stretch>
            </p:blipFill>
            <p:spPr>
              <a:xfrm>
                <a:off x="8801004" y="1064569"/>
                <a:ext cx="745560" cy="538935"/>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94594" name="Ink 194593">
                <a:extLst>
                  <a:ext uri="{FF2B5EF4-FFF2-40B4-BE49-F238E27FC236}">
                    <a16:creationId xmlns:a16="http://schemas.microsoft.com/office/drawing/2014/main" id="{F1D471C0-607A-1681-E4AC-BCAD8AB81CC3}"/>
                  </a:ext>
                </a:extLst>
              </p14:cNvPr>
              <p14:cNvContentPartPr/>
              <p14:nvPr/>
            </p14:nvContentPartPr>
            <p14:xfrm>
              <a:off x="8119164" y="1014537"/>
              <a:ext cx="506520" cy="258120"/>
            </p14:xfrm>
          </p:contentPart>
        </mc:Choice>
        <mc:Fallback xmlns="">
          <p:pic>
            <p:nvPicPr>
              <p:cNvPr id="194594" name="Ink 194593">
                <a:extLst>
                  <a:ext uri="{FF2B5EF4-FFF2-40B4-BE49-F238E27FC236}">
                    <a16:creationId xmlns:a16="http://schemas.microsoft.com/office/drawing/2014/main" id="{F1D471C0-607A-1681-E4AC-BCAD8AB81CC3}"/>
                  </a:ext>
                </a:extLst>
              </p:cNvPr>
              <p:cNvPicPr/>
              <p:nvPr/>
            </p:nvPicPr>
            <p:blipFill>
              <a:blip r:embed="rId18"/>
              <a:stretch>
                <a:fillRect/>
              </a:stretch>
            </p:blipFill>
            <p:spPr>
              <a:xfrm>
                <a:off x="8108364" y="1003722"/>
                <a:ext cx="527760" cy="27939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94595" name="Ink 194594">
                <a:extLst>
                  <a:ext uri="{FF2B5EF4-FFF2-40B4-BE49-F238E27FC236}">
                    <a16:creationId xmlns:a16="http://schemas.microsoft.com/office/drawing/2014/main" id="{7FC21BE4-B61D-C47F-F441-B38F9DDCA7AE}"/>
                  </a:ext>
                </a:extLst>
              </p14:cNvPr>
              <p14:cNvContentPartPr/>
              <p14:nvPr/>
            </p14:nvContentPartPr>
            <p14:xfrm>
              <a:off x="9294829" y="3627569"/>
              <a:ext cx="106560" cy="139680"/>
            </p14:xfrm>
          </p:contentPart>
        </mc:Choice>
        <mc:Fallback xmlns="">
          <p:pic>
            <p:nvPicPr>
              <p:cNvPr id="194595" name="Ink 194594">
                <a:extLst>
                  <a:ext uri="{FF2B5EF4-FFF2-40B4-BE49-F238E27FC236}">
                    <a16:creationId xmlns:a16="http://schemas.microsoft.com/office/drawing/2014/main" id="{7FC21BE4-B61D-C47F-F441-B38F9DDCA7AE}"/>
                  </a:ext>
                </a:extLst>
              </p:cNvPr>
              <p:cNvPicPr/>
              <p:nvPr/>
            </p:nvPicPr>
            <p:blipFill>
              <a:blip r:embed="rId20"/>
              <a:stretch>
                <a:fillRect/>
              </a:stretch>
            </p:blipFill>
            <p:spPr>
              <a:xfrm>
                <a:off x="9284029" y="3616769"/>
                <a:ext cx="127800" cy="1609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94596" name="Ink 194595">
                <a:extLst>
                  <a:ext uri="{FF2B5EF4-FFF2-40B4-BE49-F238E27FC236}">
                    <a16:creationId xmlns:a16="http://schemas.microsoft.com/office/drawing/2014/main" id="{16B039A8-FAB4-8039-E461-CB1C2CDE13FC}"/>
                  </a:ext>
                </a:extLst>
              </p14:cNvPr>
              <p14:cNvContentPartPr/>
              <p14:nvPr/>
            </p14:nvContentPartPr>
            <p14:xfrm>
              <a:off x="9503269" y="3298889"/>
              <a:ext cx="408960" cy="370440"/>
            </p14:xfrm>
          </p:contentPart>
        </mc:Choice>
        <mc:Fallback xmlns="">
          <p:pic>
            <p:nvPicPr>
              <p:cNvPr id="194596" name="Ink 194595">
                <a:extLst>
                  <a:ext uri="{FF2B5EF4-FFF2-40B4-BE49-F238E27FC236}">
                    <a16:creationId xmlns:a16="http://schemas.microsoft.com/office/drawing/2014/main" id="{16B039A8-FAB4-8039-E461-CB1C2CDE13FC}"/>
                  </a:ext>
                </a:extLst>
              </p:cNvPr>
              <p:cNvPicPr/>
              <p:nvPr/>
            </p:nvPicPr>
            <p:blipFill>
              <a:blip r:embed="rId22"/>
              <a:stretch>
                <a:fillRect/>
              </a:stretch>
            </p:blipFill>
            <p:spPr>
              <a:xfrm>
                <a:off x="9492829" y="3288089"/>
                <a:ext cx="430200" cy="39168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94597" name="Ink 194596">
                <a:extLst>
                  <a:ext uri="{FF2B5EF4-FFF2-40B4-BE49-F238E27FC236}">
                    <a16:creationId xmlns:a16="http://schemas.microsoft.com/office/drawing/2014/main" id="{789DDB62-15C0-FA9E-143E-DAAC601A1802}"/>
                  </a:ext>
                </a:extLst>
              </p14:cNvPr>
              <p14:cNvContentPartPr/>
              <p14:nvPr/>
            </p14:nvContentPartPr>
            <p14:xfrm>
              <a:off x="9953989" y="3414449"/>
              <a:ext cx="135000" cy="226440"/>
            </p14:xfrm>
          </p:contentPart>
        </mc:Choice>
        <mc:Fallback xmlns="">
          <p:pic>
            <p:nvPicPr>
              <p:cNvPr id="194597" name="Ink 194596">
                <a:extLst>
                  <a:ext uri="{FF2B5EF4-FFF2-40B4-BE49-F238E27FC236}">
                    <a16:creationId xmlns:a16="http://schemas.microsoft.com/office/drawing/2014/main" id="{789DDB62-15C0-FA9E-143E-DAAC601A1802}"/>
                  </a:ext>
                </a:extLst>
              </p:cNvPr>
              <p:cNvPicPr/>
              <p:nvPr/>
            </p:nvPicPr>
            <p:blipFill>
              <a:blip r:embed="rId24"/>
              <a:stretch>
                <a:fillRect/>
              </a:stretch>
            </p:blipFill>
            <p:spPr>
              <a:xfrm>
                <a:off x="9943189" y="3403649"/>
                <a:ext cx="156240" cy="24768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94598" name="Ink 194597">
                <a:extLst>
                  <a:ext uri="{FF2B5EF4-FFF2-40B4-BE49-F238E27FC236}">
                    <a16:creationId xmlns:a16="http://schemas.microsoft.com/office/drawing/2014/main" id="{909649B2-31BB-8DC6-8629-EED2EE739423}"/>
                  </a:ext>
                </a:extLst>
              </p14:cNvPr>
              <p14:cNvContentPartPr/>
              <p14:nvPr/>
            </p14:nvContentPartPr>
            <p14:xfrm>
              <a:off x="10343869" y="3483569"/>
              <a:ext cx="195480" cy="83880"/>
            </p14:xfrm>
          </p:contentPart>
        </mc:Choice>
        <mc:Fallback xmlns="">
          <p:pic>
            <p:nvPicPr>
              <p:cNvPr id="194598" name="Ink 194597">
                <a:extLst>
                  <a:ext uri="{FF2B5EF4-FFF2-40B4-BE49-F238E27FC236}">
                    <a16:creationId xmlns:a16="http://schemas.microsoft.com/office/drawing/2014/main" id="{909649B2-31BB-8DC6-8629-EED2EE739423}"/>
                  </a:ext>
                </a:extLst>
              </p:cNvPr>
              <p:cNvPicPr/>
              <p:nvPr/>
            </p:nvPicPr>
            <p:blipFill>
              <a:blip r:embed="rId26"/>
              <a:stretch>
                <a:fillRect/>
              </a:stretch>
            </p:blipFill>
            <p:spPr>
              <a:xfrm>
                <a:off x="10333429" y="3472769"/>
                <a:ext cx="21672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94599" name="Ink 194598">
                <a:extLst>
                  <a:ext uri="{FF2B5EF4-FFF2-40B4-BE49-F238E27FC236}">
                    <a16:creationId xmlns:a16="http://schemas.microsoft.com/office/drawing/2014/main" id="{0D87B1D6-7E56-AAFC-127A-5125B1D3C84C}"/>
                  </a:ext>
                </a:extLst>
              </p14:cNvPr>
              <p14:cNvContentPartPr/>
              <p14:nvPr/>
            </p14:nvContentPartPr>
            <p14:xfrm>
              <a:off x="9907549" y="3792809"/>
              <a:ext cx="163080" cy="181080"/>
            </p14:xfrm>
          </p:contentPart>
        </mc:Choice>
        <mc:Fallback xmlns="">
          <p:pic>
            <p:nvPicPr>
              <p:cNvPr id="194599" name="Ink 194598">
                <a:extLst>
                  <a:ext uri="{FF2B5EF4-FFF2-40B4-BE49-F238E27FC236}">
                    <a16:creationId xmlns:a16="http://schemas.microsoft.com/office/drawing/2014/main" id="{0D87B1D6-7E56-AAFC-127A-5125B1D3C84C}"/>
                  </a:ext>
                </a:extLst>
              </p:cNvPr>
              <p:cNvPicPr/>
              <p:nvPr/>
            </p:nvPicPr>
            <p:blipFill>
              <a:blip r:embed="rId28"/>
              <a:stretch>
                <a:fillRect/>
              </a:stretch>
            </p:blipFill>
            <p:spPr>
              <a:xfrm>
                <a:off x="9896749" y="3782009"/>
                <a:ext cx="184320" cy="20232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94600" name="Ink 194599">
                <a:extLst>
                  <a:ext uri="{FF2B5EF4-FFF2-40B4-BE49-F238E27FC236}">
                    <a16:creationId xmlns:a16="http://schemas.microsoft.com/office/drawing/2014/main" id="{F1E93928-AB9D-7525-A638-FCB32AB910A9}"/>
                  </a:ext>
                </a:extLst>
              </p14:cNvPr>
              <p14:cNvContentPartPr/>
              <p14:nvPr/>
            </p14:nvContentPartPr>
            <p14:xfrm>
              <a:off x="10083949" y="3795689"/>
              <a:ext cx="74160" cy="301680"/>
            </p14:xfrm>
          </p:contentPart>
        </mc:Choice>
        <mc:Fallback xmlns="">
          <p:pic>
            <p:nvPicPr>
              <p:cNvPr id="194600" name="Ink 194599">
                <a:extLst>
                  <a:ext uri="{FF2B5EF4-FFF2-40B4-BE49-F238E27FC236}">
                    <a16:creationId xmlns:a16="http://schemas.microsoft.com/office/drawing/2014/main" id="{F1E93928-AB9D-7525-A638-FCB32AB910A9}"/>
                  </a:ext>
                </a:extLst>
              </p:cNvPr>
              <p:cNvPicPr/>
              <p:nvPr/>
            </p:nvPicPr>
            <p:blipFill>
              <a:blip r:embed="rId30"/>
              <a:stretch>
                <a:fillRect/>
              </a:stretch>
            </p:blipFill>
            <p:spPr>
              <a:xfrm>
                <a:off x="10073149" y="3785249"/>
                <a:ext cx="95400" cy="32292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94601" name="Ink 194600">
                <a:extLst>
                  <a:ext uri="{FF2B5EF4-FFF2-40B4-BE49-F238E27FC236}">
                    <a16:creationId xmlns:a16="http://schemas.microsoft.com/office/drawing/2014/main" id="{14A835E8-F6F7-5A3A-7FD3-CA5D6BB8927F}"/>
                  </a:ext>
                </a:extLst>
              </p14:cNvPr>
              <p14:cNvContentPartPr/>
              <p14:nvPr/>
            </p14:nvContentPartPr>
            <p14:xfrm>
              <a:off x="10167469" y="3790649"/>
              <a:ext cx="70200" cy="248040"/>
            </p14:xfrm>
          </p:contentPart>
        </mc:Choice>
        <mc:Fallback xmlns="">
          <p:pic>
            <p:nvPicPr>
              <p:cNvPr id="194601" name="Ink 194600">
                <a:extLst>
                  <a:ext uri="{FF2B5EF4-FFF2-40B4-BE49-F238E27FC236}">
                    <a16:creationId xmlns:a16="http://schemas.microsoft.com/office/drawing/2014/main" id="{14A835E8-F6F7-5A3A-7FD3-CA5D6BB8927F}"/>
                  </a:ext>
                </a:extLst>
              </p:cNvPr>
              <p:cNvPicPr/>
              <p:nvPr/>
            </p:nvPicPr>
            <p:blipFill>
              <a:blip r:embed="rId32"/>
              <a:stretch>
                <a:fillRect/>
              </a:stretch>
            </p:blipFill>
            <p:spPr>
              <a:xfrm>
                <a:off x="10157029" y="3779849"/>
                <a:ext cx="91440" cy="26928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194602" name="Ink 194601">
                <a:extLst>
                  <a:ext uri="{FF2B5EF4-FFF2-40B4-BE49-F238E27FC236}">
                    <a16:creationId xmlns:a16="http://schemas.microsoft.com/office/drawing/2014/main" id="{ECE7EFB8-32BF-B723-C2CB-D37AA1DDF209}"/>
                  </a:ext>
                </a:extLst>
              </p14:cNvPr>
              <p14:cNvContentPartPr/>
              <p14:nvPr/>
            </p14:nvContentPartPr>
            <p14:xfrm>
              <a:off x="10255669" y="3803969"/>
              <a:ext cx="83880" cy="153720"/>
            </p14:xfrm>
          </p:contentPart>
        </mc:Choice>
        <mc:Fallback xmlns="">
          <p:pic>
            <p:nvPicPr>
              <p:cNvPr id="194602" name="Ink 194601">
                <a:extLst>
                  <a:ext uri="{FF2B5EF4-FFF2-40B4-BE49-F238E27FC236}">
                    <a16:creationId xmlns:a16="http://schemas.microsoft.com/office/drawing/2014/main" id="{ECE7EFB8-32BF-B723-C2CB-D37AA1DDF209}"/>
                  </a:ext>
                </a:extLst>
              </p:cNvPr>
              <p:cNvPicPr/>
              <p:nvPr/>
            </p:nvPicPr>
            <p:blipFill>
              <a:blip r:embed="rId34"/>
              <a:stretch>
                <a:fillRect/>
              </a:stretch>
            </p:blipFill>
            <p:spPr>
              <a:xfrm>
                <a:off x="10245229" y="3793529"/>
                <a:ext cx="10512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194603" name="Ink 194602">
                <a:extLst>
                  <a:ext uri="{FF2B5EF4-FFF2-40B4-BE49-F238E27FC236}">
                    <a16:creationId xmlns:a16="http://schemas.microsoft.com/office/drawing/2014/main" id="{30D367FB-A9C0-9936-A2CE-C546A6B3B09A}"/>
                  </a:ext>
                </a:extLst>
              </p14:cNvPr>
              <p14:cNvContentPartPr/>
              <p14:nvPr/>
            </p14:nvContentPartPr>
            <p14:xfrm>
              <a:off x="10317229" y="3838529"/>
              <a:ext cx="152640" cy="169200"/>
            </p14:xfrm>
          </p:contentPart>
        </mc:Choice>
        <mc:Fallback xmlns="">
          <p:pic>
            <p:nvPicPr>
              <p:cNvPr id="194603" name="Ink 194602">
                <a:extLst>
                  <a:ext uri="{FF2B5EF4-FFF2-40B4-BE49-F238E27FC236}">
                    <a16:creationId xmlns:a16="http://schemas.microsoft.com/office/drawing/2014/main" id="{30D367FB-A9C0-9936-A2CE-C546A6B3B09A}"/>
                  </a:ext>
                </a:extLst>
              </p:cNvPr>
              <p:cNvPicPr/>
              <p:nvPr/>
            </p:nvPicPr>
            <p:blipFill>
              <a:blip r:embed="rId36"/>
              <a:stretch>
                <a:fillRect/>
              </a:stretch>
            </p:blipFill>
            <p:spPr>
              <a:xfrm>
                <a:off x="10306429" y="3828089"/>
                <a:ext cx="173880" cy="19044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194604" name="Ink 194603">
                <a:extLst>
                  <a:ext uri="{FF2B5EF4-FFF2-40B4-BE49-F238E27FC236}">
                    <a16:creationId xmlns:a16="http://schemas.microsoft.com/office/drawing/2014/main" id="{667A852A-FEDE-A094-3562-79867BD0EDC3}"/>
                  </a:ext>
                </a:extLst>
              </p14:cNvPr>
              <p14:cNvContentPartPr/>
              <p14:nvPr/>
            </p14:nvContentPartPr>
            <p14:xfrm>
              <a:off x="9991069" y="4219409"/>
              <a:ext cx="135000" cy="174960"/>
            </p14:xfrm>
          </p:contentPart>
        </mc:Choice>
        <mc:Fallback xmlns="">
          <p:pic>
            <p:nvPicPr>
              <p:cNvPr id="194604" name="Ink 194603">
                <a:extLst>
                  <a:ext uri="{FF2B5EF4-FFF2-40B4-BE49-F238E27FC236}">
                    <a16:creationId xmlns:a16="http://schemas.microsoft.com/office/drawing/2014/main" id="{667A852A-FEDE-A094-3562-79867BD0EDC3}"/>
                  </a:ext>
                </a:extLst>
              </p:cNvPr>
              <p:cNvPicPr/>
              <p:nvPr/>
            </p:nvPicPr>
            <p:blipFill>
              <a:blip r:embed="rId38"/>
              <a:stretch>
                <a:fillRect/>
              </a:stretch>
            </p:blipFill>
            <p:spPr>
              <a:xfrm>
                <a:off x="9980269" y="4208969"/>
                <a:ext cx="15624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194605" name="Ink 194604">
                <a:extLst>
                  <a:ext uri="{FF2B5EF4-FFF2-40B4-BE49-F238E27FC236}">
                    <a16:creationId xmlns:a16="http://schemas.microsoft.com/office/drawing/2014/main" id="{BAE5CC96-6A3E-150C-A1A0-E8C4C7DB8944}"/>
                  </a:ext>
                </a:extLst>
              </p14:cNvPr>
              <p14:cNvContentPartPr/>
              <p14:nvPr/>
            </p14:nvContentPartPr>
            <p14:xfrm>
              <a:off x="10112389" y="4257209"/>
              <a:ext cx="83520" cy="137160"/>
            </p14:xfrm>
          </p:contentPart>
        </mc:Choice>
        <mc:Fallback xmlns="">
          <p:pic>
            <p:nvPicPr>
              <p:cNvPr id="194605" name="Ink 194604">
                <a:extLst>
                  <a:ext uri="{FF2B5EF4-FFF2-40B4-BE49-F238E27FC236}">
                    <a16:creationId xmlns:a16="http://schemas.microsoft.com/office/drawing/2014/main" id="{BAE5CC96-6A3E-150C-A1A0-E8C4C7DB8944}"/>
                  </a:ext>
                </a:extLst>
              </p:cNvPr>
              <p:cNvPicPr/>
              <p:nvPr/>
            </p:nvPicPr>
            <p:blipFill>
              <a:blip r:embed="rId40"/>
              <a:stretch>
                <a:fillRect/>
              </a:stretch>
            </p:blipFill>
            <p:spPr>
              <a:xfrm>
                <a:off x="10101589" y="4246409"/>
                <a:ext cx="104760" cy="1584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194606" name="Ink 194605">
                <a:extLst>
                  <a:ext uri="{FF2B5EF4-FFF2-40B4-BE49-F238E27FC236}">
                    <a16:creationId xmlns:a16="http://schemas.microsoft.com/office/drawing/2014/main" id="{DDEF1AF7-9FA2-F658-1DB8-282585DC783B}"/>
                  </a:ext>
                </a:extLst>
              </p14:cNvPr>
              <p14:cNvContentPartPr/>
              <p14:nvPr/>
            </p14:nvContentPartPr>
            <p14:xfrm>
              <a:off x="10186189" y="4252529"/>
              <a:ext cx="125640" cy="113400"/>
            </p14:xfrm>
          </p:contentPart>
        </mc:Choice>
        <mc:Fallback xmlns="">
          <p:pic>
            <p:nvPicPr>
              <p:cNvPr id="194606" name="Ink 194605">
                <a:extLst>
                  <a:ext uri="{FF2B5EF4-FFF2-40B4-BE49-F238E27FC236}">
                    <a16:creationId xmlns:a16="http://schemas.microsoft.com/office/drawing/2014/main" id="{DDEF1AF7-9FA2-F658-1DB8-282585DC783B}"/>
                  </a:ext>
                </a:extLst>
              </p:cNvPr>
              <p:cNvPicPr/>
              <p:nvPr/>
            </p:nvPicPr>
            <p:blipFill>
              <a:blip r:embed="rId42"/>
              <a:stretch>
                <a:fillRect/>
              </a:stretch>
            </p:blipFill>
            <p:spPr>
              <a:xfrm>
                <a:off x="10175389" y="4241729"/>
                <a:ext cx="146880" cy="13464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194607" name="Ink 194606">
                <a:extLst>
                  <a:ext uri="{FF2B5EF4-FFF2-40B4-BE49-F238E27FC236}">
                    <a16:creationId xmlns:a16="http://schemas.microsoft.com/office/drawing/2014/main" id="{7DB656C3-F33F-2F6C-F710-5DAF0F8E8621}"/>
                  </a:ext>
                </a:extLst>
              </p14:cNvPr>
              <p14:cNvContentPartPr/>
              <p14:nvPr/>
            </p14:nvContentPartPr>
            <p14:xfrm>
              <a:off x="10316149" y="4241009"/>
              <a:ext cx="130320" cy="147600"/>
            </p14:xfrm>
          </p:contentPart>
        </mc:Choice>
        <mc:Fallback xmlns="">
          <p:pic>
            <p:nvPicPr>
              <p:cNvPr id="194607" name="Ink 194606">
                <a:extLst>
                  <a:ext uri="{FF2B5EF4-FFF2-40B4-BE49-F238E27FC236}">
                    <a16:creationId xmlns:a16="http://schemas.microsoft.com/office/drawing/2014/main" id="{7DB656C3-F33F-2F6C-F710-5DAF0F8E8621}"/>
                  </a:ext>
                </a:extLst>
              </p:cNvPr>
              <p:cNvPicPr/>
              <p:nvPr/>
            </p:nvPicPr>
            <p:blipFill>
              <a:blip r:embed="rId44"/>
              <a:stretch>
                <a:fillRect/>
              </a:stretch>
            </p:blipFill>
            <p:spPr>
              <a:xfrm>
                <a:off x="10305349" y="4230569"/>
                <a:ext cx="151560" cy="16884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194608" name="Ink 194607">
                <a:extLst>
                  <a:ext uri="{FF2B5EF4-FFF2-40B4-BE49-F238E27FC236}">
                    <a16:creationId xmlns:a16="http://schemas.microsoft.com/office/drawing/2014/main" id="{99B1FDCD-7164-129E-E098-DA931202C053}"/>
                  </a:ext>
                </a:extLst>
              </p14:cNvPr>
              <p14:cNvContentPartPr/>
              <p14:nvPr/>
            </p14:nvContentPartPr>
            <p14:xfrm>
              <a:off x="10450789" y="4164329"/>
              <a:ext cx="128520" cy="216000"/>
            </p14:xfrm>
          </p:contentPart>
        </mc:Choice>
        <mc:Fallback xmlns="">
          <p:pic>
            <p:nvPicPr>
              <p:cNvPr id="194608" name="Ink 194607">
                <a:extLst>
                  <a:ext uri="{FF2B5EF4-FFF2-40B4-BE49-F238E27FC236}">
                    <a16:creationId xmlns:a16="http://schemas.microsoft.com/office/drawing/2014/main" id="{99B1FDCD-7164-129E-E098-DA931202C053}"/>
                  </a:ext>
                </a:extLst>
              </p:cNvPr>
              <p:cNvPicPr/>
              <p:nvPr/>
            </p:nvPicPr>
            <p:blipFill>
              <a:blip r:embed="rId46"/>
              <a:stretch>
                <a:fillRect/>
              </a:stretch>
            </p:blipFill>
            <p:spPr>
              <a:xfrm>
                <a:off x="10440349" y="4153529"/>
                <a:ext cx="149760" cy="23724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194609" name="Ink 194608">
                <a:extLst>
                  <a:ext uri="{FF2B5EF4-FFF2-40B4-BE49-F238E27FC236}">
                    <a16:creationId xmlns:a16="http://schemas.microsoft.com/office/drawing/2014/main" id="{9D85AEC5-E0C9-3BC4-9012-2B68F89EEAF7}"/>
                  </a:ext>
                </a:extLst>
              </p14:cNvPr>
              <p14:cNvContentPartPr/>
              <p14:nvPr/>
            </p14:nvContentPartPr>
            <p14:xfrm>
              <a:off x="10250989" y="4515329"/>
              <a:ext cx="130320" cy="193320"/>
            </p14:xfrm>
          </p:contentPart>
        </mc:Choice>
        <mc:Fallback xmlns="">
          <p:pic>
            <p:nvPicPr>
              <p:cNvPr id="194609" name="Ink 194608">
                <a:extLst>
                  <a:ext uri="{FF2B5EF4-FFF2-40B4-BE49-F238E27FC236}">
                    <a16:creationId xmlns:a16="http://schemas.microsoft.com/office/drawing/2014/main" id="{9D85AEC5-E0C9-3BC4-9012-2B68F89EEAF7}"/>
                  </a:ext>
                </a:extLst>
              </p:cNvPr>
              <p:cNvPicPr/>
              <p:nvPr/>
            </p:nvPicPr>
            <p:blipFill>
              <a:blip r:embed="rId48"/>
              <a:stretch>
                <a:fillRect/>
              </a:stretch>
            </p:blipFill>
            <p:spPr>
              <a:xfrm>
                <a:off x="10240549" y="4504529"/>
                <a:ext cx="151560" cy="21456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194610" name="Ink 194609">
                <a:extLst>
                  <a:ext uri="{FF2B5EF4-FFF2-40B4-BE49-F238E27FC236}">
                    <a16:creationId xmlns:a16="http://schemas.microsoft.com/office/drawing/2014/main" id="{54B390D9-2C6C-571E-4270-7325C2CF049B}"/>
                  </a:ext>
                </a:extLst>
              </p14:cNvPr>
              <p14:cNvContentPartPr/>
              <p14:nvPr/>
            </p14:nvContentPartPr>
            <p14:xfrm>
              <a:off x="10390309" y="4514609"/>
              <a:ext cx="70200" cy="158400"/>
            </p14:xfrm>
          </p:contentPart>
        </mc:Choice>
        <mc:Fallback xmlns="">
          <p:pic>
            <p:nvPicPr>
              <p:cNvPr id="194610" name="Ink 194609">
                <a:extLst>
                  <a:ext uri="{FF2B5EF4-FFF2-40B4-BE49-F238E27FC236}">
                    <a16:creationId xmlns:a16="http://schemas.microsoft.com/office/drawing/2014/main" id="{54B390D9-2C6C-571E-4270-7325C2CF049B}"/>
                  </a:ext>
                </a:extLst>
              </p:cNvPr>
              <p:cNvPicPr/>
              <p:nvPr/>
            </p:nvPicPr>
            <p:blipFill>
              <a:blip r:embed="rId50"/>
              <a:stretch>
                <a:fillRect/>
              </a:stretch>
            </p:blipFill>
            <p:spPr>
              <a:xfrm>
                <a:off x="10379869" y="4504169"/>
                <a:ext cx="91440" cy="17964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194611" name="Ink 194610">
                <a:extLst>
                  <a:ext uri="{FF2B5EF4-FFF2-40B4-BE49-F238E27FC236}">
                    <a16:creationId xmlns:a16="http://schemas.microsoft.com/office/drawing/2014/main" id="{0C96D3E3-A256-880D-9978-0B0E8132E5DD}"/>
                  </a:ext>
                </a:extLst>
              </p14:cNvPr>
              <p14:cNvContentPartPr/>
              <p14:nvPr/>
            </p14:nvContentPartPr>
            <p14:xfrm>
              <a:off x="10483189" y="4514609"/>
              <a:ext cx="107280" cy="170280"/>
            </p14:xfrm>
          </p:contentPart>
        </mc:Choice>
        <mc:Fallback xmlns="">
          <p:pic>
            <p:nvPicPr>
              <p:cNvPr id="194611" name="Ink 194610">
                <a:extLst>
                  <a:ext uri="{FF2B5EF4-FFF2-40B4-BE49-F238E27FC236}">
                    <a16:creationId xmlns:a16="http://schemas.microsoft.com/office/drawing/2014/main" id="{0C96D3E3-A256-880D-9978-0B0E8132E5DD}"/>
                  </a:ext>
                </a:extLst>
              </p:cNvPr>
              <p:cNvPicPr/>
              <p:nvPr/>
            </p:nvPicPr>
            <p:blipFill>
              <a:blip r:embed="rId52"/>
              <a:stretch>
                <a:fillRect/>
              </a:stretch>
            </p:blipFill>
            <p:spPr>
              <a:xfrm>
                <a:off x="10472749" y="4504169"/>
                <a:ext cx="128520" cy="19152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194612" name="Ink 194611">
                <a:extLst>
                  <a:ext uri="{FF2B5EF4-FFF2-40B4-BE49-F238E27FC236}">
                    <a16:creationId xmlns:a16="http://schemas.microsoft.com/office/drawing/2014/main" id="{5EA557E9-305D-D22B-1FC7-28428D19D7F2}"/>
                  </a:ext>
                </a:extLst>
              </p14:cNvPr>
              <p14:cNvContentPartPr/>
              <p14:nvPr/>
            </p14:nvContentPartPr>
            <p14:xfrm>
              <a:off x="10553389" y="4494089"/>
              <a:ext cx="162360" cy="192240"/>
            </p14:xfrm>
          </p:contentPart>
        </mc:Choice>
        <mc:Fallback xmlns="">
          <p:pic>
            <p:nvPicPr>
              <p:cNvPr id="194612" name="Ink 194611">
                <a:extLst>
                  <a:ext uri="{FF2B5EF4-FFF2-40B4-BE49-F238E27FC236}">
                    <a16:creationId xmlns:a16="http://schemas.microsoft.com/office/drawing/2014/main" id="{5EA557E9-305D-D22B-1FC7-28428D19D7F2}"/>
                  </a:ext>
                </a:extLst>
              </p:cNvPr>
              <p:cNvPicPr/>
              <p:nvPr/>
            </p:nvPicPr>
            <p:blipFill>
              <a:blip r:embed="rId54"/>
              <a:stretch>
                <a:fillRect/>
              </a:stretch>
            </p:blipFill>
            <p:spPr>
              <a:xfrm>
                <a:off x="10542949" y="4483289"/>
                <a:ext cx="183600" cy="21348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194613" name="Ink 194612">
                <a:extLst>
                  <a:ext uri="{FF2B5EF4-FFF2-40B4-BE49-F238E27FC236}">
                    <a16:creationId xmlns:a16="http://schemas.microsoft.com/office/drawing/2014/main" id="{3098CD7D-28DB-4850-F4F9-5AC7C403D59C}"/>
                  </a:ext>
                </a:extLst>
              </p14:cNvPr>
              <p14:cNvContentPartPr/>
              <p14:nvPr/>
            </p14:nvContentPartPr>
            <p14:xfrm>
              <a:off x="10697029" y="4505249"/>
              <a:ext cx="130320" cy="125640"/>
            </p14:xfrm>
          </p:contentPart>
        </mc:Choice>
        <mc:Fallback xmlns="">
          <p:pic>
            <p:nvPicPr>
              <p:cNvPr id="194613" name="Ink 194612">
                <a:extLst>
                  <a:ext uri="{FF2B5EF4-FFF2-40B4-BE49-F238E27FC236}">
                    <a16:creationId xmlns:a16="http://schemas.microsoft.com/office/drawing/2014/main" id="{3098CD7D-28DB-4850-F4F9-5AC7C403D59C}"/>
                  </a:ext>
                </a:extLst>
              </p:cNvPr>
              <p:cNvPicPr/>
              <p:nvPr/>
            </p:nvPicPr>
            <p:blipFill>
              <a:blip r:embed="rId56"/>
              <a:stretch>
                <a:fillRect/>
              </a:stretch>
            </p:blipFill>
            <p:spPr>
              <a:xfrm>
                <a:off x="10686229" y="4494809"/>
                <a:ext cx="151560" cy="14688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194614" name="Ink 194613">
                <a:extLst>
                  <a:ext uri="{FF2B5EF4-FFF2-40B4-BE49-F238E27FC236}">
                    <a16:creationId xmlns:a16="http://schemas.microsoft.com/office/drawing/2014/main" id="{19829F01-5D9C-0E3F-63D3-5B0F4197FD19}"/>
                  </a:ext>
                </a:extLst>
              </p14:cNvPr>
              <p14:cNvContentPartPr/>
              <p14:nvPr/>
            </p14:nvContentPartPr>
            <p14:xfrm>
              <a:off x="10822309" y="4584449"/>
              <a:ext cx="14400" cy="5040"/>
            </p14:xfrm>
          </p:contentPart>
        </mc:Choice>
        <mc:Fallback xmlns="">
          <p:pic>
            <p:nvPicPr>
              <p:cNvPr id="194614" name="Ink 194613">
                <a:extLst>
                  <a:ext uri="{FF2B5EF4-FFF2-40B4-BE49-F238E27FC236}">
                    <a16:creationId xmlns:a16="http://schemas.microsoft.com/office/drawing/2014/main" id="{19829F01-5D9C-0E3F-63D3-5B0F4197FD19}"/>
                  </a:ext>
                </a:extLst>
              </p:cNvPr>
              <p:cNvPicPr/>
              <p:nvPr/>
            </p:nvPicPr>
            <p:blipFill>
              <a:blip r:embed="rId58"/>
              <a:stretch>
                <a:fillRect/>
              </a:stretch>
            </p:blipFill>
            <p:spPr>
              <a:xfrm>
                <a:off x="10811869" y="4573649"/>
                <a:ext cx="35640" cy="26280"/>
              </a:xfrm>
              <a:prstGeom prst="rect">
                <a:avLst/>
              </a:prstGeom>
            </p:spPr>
          </p:pic>
        </mc:Fallback>
      </mc:AlternateContent>
    </p:spTree>
    <p:extLst>
      <p:ext uri="{BB962C8B-B14F-4D97-AF65-F5344CB8AC3E}">
        <p14:creationId xmlns:p14="http://schemas.microsoft.com/office/powerpoint/2010/main" val="4190500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CF25C-06B6-81E1-6749-AFF4255CE668}"/>
              </a:ext>
            </a:extLst>
          </p:cNvPr>
          <p:cNvSpPr>
            <a:spLocks noGrp="1"/>
          </p:cNvSpPr>
          <p:nvPr>
            <p:ph type="title"/>
          </p:nvPr>
        </p:nvSpPr>
        <p:spPr/>
        <p:txBody>
          <a:bodyPr/>
          <a:lstStyle/>
          <a:p>
            <a:r>
              <a:rPr lang="en-US" dirty="0"/>
              <a:t>Time Stamp Authentication Protocol</a:t>
            </a:r>
          </a:p>
        </p:txBody>
      </p:sp>
      <p:sp>
        <p:nvSpPr>
          <p:cNvPr id="3" name="Text Placeholder 2">
            <a:extLst>
              <a:ext uri="{FF2B5EF4-FFF2-40B4-BE49-F238E27FC236}">
                <a16:creationId xmlns:a16="http://schemas.microsoft.com/office/drawing/2014/main" id="{E5CA6BB3-FA09-7C63-D115-62C91896963B}"/>
              </a:ext>
            </a:extLst>
          </p:cNvPr>
          <p:cNvSpPr>
            <a:spLocks noGrp="1"/>
          </p:cNvSpPr>
          <p:nvPr>
            <p:ph type="body" idx="11"/>
          </p:nvPr>
        </p:nvSpPr>
        <p:spPr/>
        <p:txBody>
          <a:bodyPr/>
          <a:lstStyle/>
          <a:p>
            <a:endParaRPr lang="en-US"/>
          </a:p>
        </p:txBody>
      </p:sp>
      <p:sp>
        <p:nvSpPr>
          <p:cNvPr id="4" name="Content Placeholder 3">
            <a:extLst>
              <a:ext uri="{FF2B5EF4-FFF2-40B4-BE49-F238E27FC236}">
                <a16:creationId xmlns:a16="http://schemas.microsoft.com/office/drawing/2014/main" id="{F3607343-7066-0994-9A4F-673704CC3A02}"/>
              </a:ext>
            </a:extLst>
          </p:cNvPr>
          <p:cNvSpPr>
            <a:spLocks noGrp="1"/>
          </p:cNvSpPr>
          <p:nvPr>
            <p:ph idx="1"/>
          </p:nvPr>
        </p:nvSpPr>
        <p:spPr/>
        <p:txBody>
          <a:bodyPr/>
          <a:lstStyle/>
          <a:p>
            <a:r>
              <a:rPr lang="en-US" dirty="0"/>
              <a:t>The validity of the response </a:t>
            </a:r>
            <a:r>
              <a:rPr lang="en-US" dirty="0">
                <a:solidFill>
                  <a:srgbClr val="C00000"/>
                </a:solidFill>
              </a:rPr>
              <a:t>R=</a:t>
            </a:r>
            <a:r>
              <a:rPr lang="en-US" dirty="0" err="1">
                <a:solidFill>
                  <a:srgbClr val="C00000"/>
                </a:solidFill>
              </a:rPr>
              <a:t>Enc</a:t>
            </a:r>
            <a:r>
              <a:rPr lang="en-US" baseline="-25000" dirty="0" err="1">
                <a:solidFill>
                  <a:srgbClr val="C00000"/>
                </a:solidFill>
              </a:rPr>
              <a:t>K</a:t>
            </a:r>
            <a:r>
              <a:rPr lang="en-US" dirty="0">
                <a:solidFill>
                  <a:srgbClr val="C00000"/>
                </a:solidFill>
              </a:rPr>
              <a:t>(T) </a:t>
            </a:r>
            <a:r>
              <a:rPr lang="en-US" dirty="0"/>
              <a:t>or</a:t>
            </a:r>
            <a:r>
              <a:rPr lang="en-US" dirty="0">
                <a:solidFill>
                  <a:srgbClr val="FF6600"/>
                </a:solidFill>
              </a:rPr>
              <a:t> </a:t>
            </a:r>
            <a:r>
              <a:rPr lang="en-US" dirty="0">
                <a:solidFill>
                  <a:srgbClr val="C00000"/>
                </a:solidFill>
              </a:rPr>
              <a:t>Hash(K||T) </a:t>
            </a:r>
            <a:r>
              <a:rPr lang="en-US" dirty="0"/>
              <a:t>is checked against a pre-defined time window (e.g., 30 seconds)</a:t>
            </a:r>
          </a:p>
          <a:p>
            <a:pPr lvl="1"/>
            <a:r>
              <a:rPr lang="en-US" sz="2400" dirty="0">
                <a:solidFill>
                  <a:srgbClr val="C00000"/>
                </a:solidFill>
              </a:rPr>
              <a:t>T:</a:t>
            </a:r>
            <a:r>
              <a:rPr lang="en-US" sz="2400" dirty="0">
                <a:solidFill>
                  <a:srgbClr val="FF6600"/>
                </a:solidFill>
              </a:rPr>
              <a:t> </a:t>
            </a:r>
            <a:r>
              <a:rPr lang="en-US" dirty="0"/>
              <a:t>Bob’s clock reading when </a:t>
            </a:r>
            <a:r>
              <a:rPr lang="en-US" dirty="0">
                <a:solidFill>
                  <a:srgbClr val="C00000"/>
                </a:solidFill>
              </a:rPr>
              <a:t>R</a:t>
            </a:r>
            <a:r>
              <a:rPr lang="en-US" dirty="0"/>
              <a:t> is generated</a:t>
            </a:r>
          </a:p>
          <a:p>
            <a:pPr lvl="1"/>
            <a:r>
              <a:rPr lang="en-US" sz="2400" dirty="0">
                <a:solidFill>
                  <a:srgbClr val="C00000"/>
                </a:solidFill>
              </a:rPr>
              <a:t>T’: </a:t>
            </a:r>
            <a:r>
              <a:rPr lang="en-US" dirty="0"/>
              <a:t>the server’s clock reading when </a:t>
            </a:r>
            <a:r>
              <a:rPr lang="en-US" dirty="0">
                <a:solidFill>
                  <a:srgbClr val="C00000"/>
                </a:solidFill>
              </a:rPr>
              <a:t>R</a:t>
            </a:r>
            <a:r>
              <a:rPr lang="en-US" dirty="0"/>
              <a:t> is received</a:t>
            </a:r>
          </a:p>
          <a:p>
            <a:pPr lvl="1"/>
            <a:r>
              <a:rPr lang="en-US" dirty="0"/>
              <a:t>If </a:t>
            </a:r>
            <a:r>
              <a:rPr lang="en-US" dirty="0">
                <a:solidFill>
                  <a:srgbClr val="C00000"/>
                </a:solidFill>
              </a:rPr>
              <a:t>R=</a:t>
            </a:r>
            <a:r>
              <a:rPr lang="en-US" dirty="0" err="1">
                <a:solidFill>
                  <a:srgbClr val="C00000"/>
                </a:solidFill>
              </a:rPr>
              <a:t>Enc</a:t>
            </a:r>
            <a:r>
              <a:rPr lang="en-US" baseline="-25000" dirty="0" err="1">
                <a:solidFill>
                  <a:srgbClr val="C00000"/>
                </a:solidFill>
              </a:rPr>
              <a:t>K</a:t>
            </a:r>
            <a:r>
              <a:rPr lang="en-US" dirty="0">
                <a:solidFill>
                  <a:srgbClr val="C00000"/>
                </a:solidFill>
              </a:rPr>
              <a:t>(T): </a:t>
            </a:r>
            <a:r>
              <a:rPr lang="en-US" dirty="0"/>
              <a:t>The server decrypts </a:t>
            </a:r>
            <a:r>
              <a:rPr lang="en-US" dirty="0">
                <a:solidFill>
                  <a:srgbClr val="C00000"/>
                </a:solidFill>
              </a:rPr>
              <a:t>R</a:t>
            </a:r>
            <a:r>
              <a:rPr lang="en-US" dirty="0"/>
              <a:t> and compares </a:t>
            </a:r>
            <a:r>
              <a:rPr lang="en-US" dirty="0">
                <a:solidFill>
                  <a:srgbClr val="C00000"/>
                </a:solidFill>
              </a:rPr>
              <a:t>(</a:t>
            </a:r>
            <a:r>
              <a:rPr lang="en-US" altLang="en-US" dirty="0">
                <a:solidFill>
                  <a:srgbClr val="C00000"/>
                </a:solidFill>
              </a:rPr>
              <a:t>T’-T) &lt; window size</a:t>
            </a:r>
          </a:p>
          <a:p>
            <a:pPr lvl="1"/>
            <a:r>
              <a:rPr lang="en-US" dirty="0"/>
              <a:t>If </a:t>
            </a:r>
            <a:r>
              <a:rPr lang="en-US" dirty="0">
                <a:solidFill>
                  <a:srgbClr val="C00000"/>
                </a:solidFill>
              </a:rPr>
              <a:t>R= Hash(K||T): </a:t>
            </a:r>
            <a:r>
              <a:rPr lang="en-US" dirty="0"/>
              <a:t>The server computes hashes for all the possible times within </a:t>
            </a:r>
            <a:br>
              <a:rPr lang="en-US" dirty="0"/>
            </a:br>
            <a:r>
              <a:rPr lang="en-US" sz="2400" dirty="0">
                <a:solidFill>
                  <a:srgbClr val="C00000"/>
                </a:solidFill>
              </a:rPr>
              <a:t>[T’ – </a:t>
            </a:r>
            <a:r>
              <a:rPr lang="en-US" sz="2400" dirty="0" err="1">
                <a:solidFill>
                  <a:srgbClr val="C00000"/>
                </a:solidFill>
              </a:rPr>
              <a:t>window_size</a:t>
            </a:r>
            <a:r>
              <a:rPr lang="en-US" sz="2400" dirty="0">
                <a:solidFill>
                  <a:srgbClr val="C00000"/>
                </a:solidFill>
              </a:rPr>
              <a:t>, T’]</a:t>
            </a:r>
            <a:r>
              <a:rPr lang="en-US" dirty="0"/>
              <a:t>, and accepts </a:t>
            </a:r>
            <a:r>
              <a:rPr lang="en-US" dirty="0" err="1"/>
              <a:t>iff</a:t>
            </a:r>
            <a:r>
              <a:rPr lang="en-US" dirty="0"/>
              <a:t> </a:t>
            </a:r>
            <a:r>
              <a:rPr lang="en-US" dirty="0">
                <a:solidFill>
                  <a:srgbClr val="C00000"/>
                </a:solidFill>
              </a:rPr>
              <a:t>R</a:t>
            </a:r>
            <a:r>
              <a:rPr lang="en-US" dirty="0"/>
              <a:t> matches one of them</a:t>
            </a:r>
            <a:endParaRPr lang="en-US" dirty="0">
              <a:solidFill>
                <a:srgbClr val="FF6600"/>
              </a:solidFill>
            </a:endParaRPr>
          </a:p>
        </p:txBody>
      </p:sp>
      <mc:AlternateContent xmlns:mc="http://schemas.openxmlformats.org/markup-compatibility/2006" xmlns:p14="http://schemas.microsoft.com/office/powerpoint/2010/main">
        <mc:Choice Requires="p14">
          <p:contentPart p14:bwMode="auto" r:id="rId2">
            <p14:nvContentPartPr>
              <p14:cNvPr id="19" name="Ink 18">
                <a:extLst>
                  <a:ext uri="{FF2B5EF4-FFF2-40B4-BE49-F238E27FC236}">
                    <a16:creationId xmlns:a16="http://schemas.microsoft.com/office/drawing/2014/main" id="{6C4ECD57-4D66-C080-F7D5-4929FB301936}"/>
                  </a:ext>
                </a:extLst>
              </p14:cNvPr>
              <p14:cNvContentPartPr/>
              <p14:nvPr/>
            </p14:nvContentPartPr>
            <p14:xfrm>
              <a:off x="7424795" y="2022380"/>
              <a:ext cx="852480" cy="486000"/>
            </p14:xfrm>
          </p:contentPart>
        </mc:Choice>
        <mc:Fallback xmlns="">
          <p:pic>
            <p:nvPicPr>
              <p:cNvPr id="19" name="Ink 18">
                <a:extLst>
                  <a:ext uri="{FF2B5EF4-FFF2-40B4-BE49-F238E27FC236}">
                    <a16:creationId xmlns:a16="http://schemas.microsoft.com/office/drawing/2014/main" id="{6C4ECD57-4D66-C080-F7D5-4929FB301936}"/>
                  </a:ext>
                </a:extLst>
              </p:cNvPr>
              <p:cNvPicPr/>
              <p:nvPr/>
            </p:nvPicPr>
            <p:blipFill>
              <a:blip r:embed="rId3"/>
              <a:stretch>
                <a:fillRect/>
              </a:stretch>
            </p:blipFill>
            <p:spPr>
              <a:xfrm>
                <a:off x="7413995" y="2011580"/>
                <a:ext cx="873720" cy="5072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0" name="Ink 19">
                <a:extLst>
                  <a:ext uri="{FF2B5EF4-FFF2-40B4-BE49-F238E27FC236}">
                    <a16:creationId xmlns:a16="http://schemas.microsoft.com/office/drawing/2014/main" id="{8623AE56-13A2-6241-EA6A-FE3F9D82D0D3}"/>
                  </a:ext>
                </a:extLst>
              </p14:cNvPr>
              <p14:cNvContentPartPr/>
              <p14:nvPr/>
            </p14:nvContentPartPr>
            <p14:xfrm>
              <a:off x="7653755" y="2606660"/>
              <a:ext cx="104760" cy="222840"/>
            </p14:xfrm>
          </p:contentPart>
        </mc:Choice>
        <mc:Fallback xmlns="">
          <p:pic>
            <p:nvPicPr>
              <p:cNvPr id="20" name="Ink 19">
                <a:extLst>
                  <a:ext uri="{FF2B5EF4-FFF2-40B4-BE49-F238E27FC236}">
                    <a16:creationId xmlns:a16="http://schemas.microsoft.com/office/drawing/2014/main" id="{8623AE56-13A2-6241-EA6A-FE3F9D82D0D3}"/>
                  </a:ext>
                </a:extLst>
              </p:cNvPr>
              <p:cNvPicPr/>
              <p:nvPr/>
            </p:nvPicPr>
            <p:blipFill>
              <a:blip r:embed="rId5"/>
              <a:stretch>
                <a:fillRect/>
              </a:stretch>
            </p:blipFill>
            <p:spPr>
              <a:xfrm>
                <a:off x="7643315" y="2592260"/>
                <a:ext cx="126000" cy="2476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6" name="Ink 25">
                <a:extLst>
                  <a:ext uri="{FF2B5EF4-FFF2-40B4-BE49-F238E27FC236}">
                    <a16:creationId xmlns:a16="http://schemas.microsoft.com/office/drawing/2014/main" id="{487DEE4C-995C-A37D-CA8C-83BDCD4DBD14}"/>
                  </a:ext>
                </a:extLst>
              </p14:cNvPr>
              <p14:cNvContentPartPr/>
              <p14:nvPr/>
            </p14:nvContentPartPr>
            <p14:xfrm>
              <a:off x="7947310" y="2342114"/>
              <a:ext cx="525240" cy="174600"/>
            </p14:xfrm>
          </p:contentPart>
        </mc:Choice>
        <mc:Fallback xmlns="">
          <p:pic>
            <p:nvPicPr>
              <p:cNvPr id="26" name="Ink 25">
                <a:extLst>
                  <a:ext uri="{FF2B5EF4-FFF2-40B4-BE49-F238E27FC236}">
                    <a16:creationId xmlns:a16="http://schemas.microsoft.com/office/drawing/2014/main" id="{487DEE4C-995C-A37D-CA8C-83BDCD4DBD14}"/>
                  </a:ext>
                </a:extLst>
              </p:cNvPr>
              <p:cNvPicPr/>
              <p:nvPr/>
            </p:nvPicPr>
            <p:blipFill>
              <a:blip r:embed="rId7"/>
              <a:stretch>
                <a:fillRect/>
              </a:stretch>
            </p:blipFill>
            <p:spPr>
              <a:xfrm>
                <a:off x="7936517" y="2331652"/>
                <a:ext cx="546465" cy="195884"/>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9" name="Ink 38">
                <a:extLst>
                  <a:ext uri="{FF2B5EF4-FFF2-40B4-BE49-F238E27FC236}">
                    <a16:creationId xmlns:a16="http://schemas.microsoft.com/office/drawing/2014/main" id="{92588525-D794-ACAF-C283-C62A2FAFF512}"/>
                  </a:ext>
                </a:extLst>
              </p14:cNvPr>
              <p14:cNvContentPartPr/>
              <p14:nvPr/>
            </p14:nvContentPartPr>
            <p14:xfrm>
              <a:off x="7965485" y="2475544"/>
              <a:ext cx="1210680" cy="321120"/>
            </p14:xfrm>
          </p:contentPart>
        </mc:Choice>
        <mc:Fallback xmlns="">
          <p:pic>
            <p:nvPicPr>
              <p:cNvPr id="39" name="Ink 38">
                <a:extLst>
                  <a:ext uri="{FF2B5EF4-FFF2-40B4-BE49-F238E27FC236}">
                    <a16:creationId xmlns:a16="http://schemas.microsoft.com/office/drawing/2014/main" id="{92588525-D794-ACAF-C283-C62A2FAFF512}"/>
                  </a:ext>
                </a:extLst>
              </p:cNvPr>
              <p:cNvPicPr/>
              <p:nvPr/>
            </p:nvPicPr>
            <p:blipFill>
              <a:blip r:embed="rId9"/>
              <a:stretch>
                <a:fillRect/>
              </a:stretch>
            </p:blipFill>
            <p:spPr>
              <a:xfrm>
                <a:off x="7955045" y="2464756"/>
                <a:ext cx="1231920" cy="342336"/>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49" name="Ink 48">
                <a:extLst>
                  <a:ext uri="{FF2B5EF4-FFF2-40B4-BE49-F238E27FC236}">
                    <a16:creationId xmlns:a16="http://schemas.microsoft.com/office/drawing/2014/main" id="{C9AF4716-C0F3-D150-C793-4367215AB253}"/>
                  </a:ext>
                </a:extLst>
              </p14:cNvPr>
              <p14:cNvContentPartPr/>
              <p14:nvPr/>
            </p14:nvContentPartPr>
            <p14:xfrm>
              <a:off x="3521880" y="3930384"/>
              <a:ext cx="1323000" cy="720720"/>
            </p14:xfrm>
          </p:contentPart>
        </mc:Choice>
        <mc:Fallback xmlns="">
          <p:pic>
            <p:nvPicPr>
              <p:cNvPr id="49" name="Ink 48">
                <a:extLst>
                  <a:ext uri="{FF2B5EF4-FFF2-40B4-BE49-F238E27FC236}">
                    <a16:creationId xmlns:a16="http://schemas.microsoft.com/office/drawing/2014/main" id="{C9AF4716-C0F3-D150-C793-4367215AB253}"/>
                  </a:ext>
                </a:extLst>
              </p:cNvPr>
              <p:cNvPicPr/>
              <p:nvPr/>
            </p:nvPicPr>
            <p:blipFill>
              <a:blip r:embed="rId11"/>
              <a:stretch>
                <a:fillRect/>
              </a:stretch>
            </p:blipFill>
            <p:spPr>
              <a:xfrm>
                <a:off x="3511080" y="3919939"/>
                <a:ext cx="1344240" cy="741971"/>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68" name="Ink 67">
                <a:extLst>
                  <a:ext uri="{FF2B5EF4-FFF2-40B4-BE49-F238E27FC236}">
                    <a16:creationId xmlns:a16="http://schemas.microsoft.com/office/drawing/2014/main" id="{5D971D37-0EF7-AFE3-3624-514FE5762630}"/>
                  </a:ext>
                </a:extLst>
              </p14:cNvPr>
              <p14:cNvContentPartPr/>
              <p14:nvPr/>
            </p14:nvContentPartPr>
            <p14:xfrm>
              <a:off x="5143680" y="4737144"/>
              <a:ext cx="981720" cy="307440"/>
            </p14:xfrm>
          </p:contentPart>
        </mc:Choice>
        <mc:Fallback xmlns="">
          <p:pic>
            <p:nvPicPr>
              <p:cNvPr id="68" name="Ink 67">
                <a:extLst>
                  <a:ext uri="{FF2B5EF4-FFF2-40B4-BE49-F238E27FC236}">
                    <a16:creationId xmlns:a16="http://schemas.microsoft.com/office/drawing/2014/main" id="{5D971D37-0EF7-AFE3-3624-514FE5762630}"/>
                  </a:ext>
                </a:extLst>
              </p:cNvPr>
              <p:cNvPicPr/>
              <p:nvPr/>
            </p:nvPicPr>
            <p:blipFill>
              <a:blip r:embed="rId13"/>
              <a:stretch>
                <a:fillRect/>
              </a:stretch>
            </p:blipFill>
            <p:spPr>
              <a:xfrm>
                <a:off x="5132880" y="4726704"/>
                <a:ext cx="1002960" cy="3286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69" name="Ink 68">
                <a:extLst>
                  <a:ext uri="{FF2B5EF4-FFF2-40B4-BE49-F238E27FC236}">
                    <a16:creationId xmlns:a16="http://schemas.microsoft.com/office/drawing/2014/main" id="{1BBDF74D-2BD2-102E-E20B-6406450F4227}"/>
                  </a:ext>
                </a:extLst>
              </p14:cNvPr>
              <p14:cNvContentPartPr/>
              <p14:nvPr/>
            </p14:nvContentPartPr>
            <p14:xfrm>
              <a:off x="4489200" y="4723104"/>
              <a:ext cx="480960" cy="319680"/>
            </p14:xfrm>
          </p:contentPart>
        </mc:Choice>
        <mc:Fallback xmlns="">
          <p:pic>
            <p:nvPicPr>
              <p:cNvPr id="69" name="Ink 68">
                <a:extLst>
                  <a:ext uri="{FF2B5EF4-FFF2-40B4-BE49-F238E27FC236}">
                    <a16:creationId xmlns:a16="http://schemas.microsoft.com/office/drawing/2014/main" id="{1BBDF74D-2BD2-102E-E20B-6406450F4227}"/>
                  </a:ext>
                </a:extLst>
              </p:cNvPr>
              <p:cNvPicPr/>
              <p:nvPr/>
            </p:nvPicPr>
            <p:blipFill>
              <a:blip r:embed="rId15"/>
              <a:stretch>
                <a:fillRect/>
              </a:stretch>
            </p:blipFill>
            <p:spPr>
              <a:xfrm>
                <a:off x="4478752" y="4712664"/>
                <a:ext cx="502216" cy="3409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70" name="Ink 69">
                <a:extLst>
                  <a:ext uri="{FF2B5EF4-FFF2-40B4-BE49-F238E27FC236}">
                    <a16:creationId xmlns:a16="http://schemas.microsoft.com/office/drawing/2014/main" id="{3DA8E635-6724-7BBF-379F-3982C8055341}"/>
                  </a:ext>
                </a:extLst>
              </p14:cNvPr>
              <p14:cNvContentPartPr/>
              <p14:nvPr/>
            </p14:nvContentPartPr>
            <p14:xfrm>
              <a:off x="5053320" y="4193544"/>
              <a:ext cx="800640" cy="376200"/>
            </p14:xfrm>
          </p:contentPart>
        </mc:Choice>
        <mc:Fallback xmlns="">
          <p:pic>
            <p:nvPicPr>
              <p:cNvPr id="70" name="Ink 69">
                <a:extLst>
                  <a:ext uri="{FF2B5EF4-FFF2-40B4-BE49-F238E27FC236}">
                    <a16:creationId xmlns:a16="http://schemas.microsoft.com/office/drawing/2014/main" id="{3DA8E635-6724-7BBF-379F-3982C8055341}"/>
                  </a:ext>
                </a:extLst>
              </p:cNvPr>
              <p:cNvPicPr/>
              <p:nvPr/>
            </p:nvPicPr>
            <p:blipFill>
              <a:blip r:embed="rId17"/>
              <a:stretch>
                <a:fillRect/>
              </a:stretch>
            </p:blipFill>
            <p:spPr>
              <a:xfrm>
                <a:off x="5042525" y="4182744"/>
                <a:ext cx="821870" cy="3974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84" name="Ink 83">
                <a:extLst>
                  <a:ext uri="{FF2B5EF4-FFF2-40B4-BE49-F238E27FC236}">
                    <a16:creationId xmlns:a16="http://schemas.microsoft.com/office/drawing/2014/main" id="{8A144A5B-00D5-5E63-D23C-55F88C62156B}"/>
                  </a:ext>
                </a:extLst>
              </p14:cNvPr>
              <p14:cNvContentPartPr/>
              <p14:nvPr/>
            </p14:nvContentPartPr>
            <p14:xfrm>
              <a:off x="5429160" y="5168784"/>
              <a:ext cx="661680" cy="306000"/>
            </p14:xfrm>
          </p:contentPart>
        </mc:Choice>
        <mc:Fallback xmlns="">
          <p:pic>
            <p:nvPicPr>
              <p:cNvPr id="84" name="Ink 83">
                <a:extLst>
                  <a:ext uri="{FF2B5EF4-FFF2-40B4-BE49-F238E27FC236}">
                    <a16:creationId xmlns:a16="http://schemas.microsoft.com/office/drawing/2014/main" id="{8A144A5B-00D5-5E63-D23C-55F88C62156B}"/>
                  </a:ext>
                </a:extLst>
              </p:cNvPr>
              <p:cNvPicPr/>
              <p:nvPr/>
            </p:nvPicPr>
            <p:blipFill>
              <a:blip r:embed="rId19"/>
              <a:stretch>
                <a:fillRect/>
              </a:stretch>
            </p:blipFill>
            <p:spPr>
              <a:xfrm>
                <a:off x="5418360" y="5157984"/>
                <a:ext cx="682920" cy="3272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85" name="Ink 84">
                <a:extLst>
                  <a:ext uri="{FF2B5EF4-FFF2-40B4-BE49-F238E27FC236}">
                    <a16:creationId xmlns:a16="http://schemas.microsoft.com/office/drawing/2014/main" id="{7D2737FE-B582-A907-C59E-CEE3DC86E4B7}"/>
                  </a:ext>
                </a:extLst>
              </p14:cNvPr>
              <p14:cNvContentPartPr/>
              <p14:nvPr/>
            </p14:nvContentPartPr>
            <p14:xfrm>
              <a:off x="4301280" y="5112264"/>
              <a:ext cx="954000" cy="354600"/>
            </p14:xfrm>
          </p:contentPart>
        </mc:Choice>
        <mc:Fallback xmlns="">
          <p:pic>
            <p:nvPicPr>
              <p:cNvPr id="85" name="Ink 84">
                <a:extLst>
                  <a:ext uri="{FF2B5EF4-FFF2-40B4-BE49-F238E27FC236}">
                    <a16:creationId xmlns:a16="http://schemas.microsoft.com/office/drawing/2014/main" id="{7D2737FE-B582-A907-C59E-CEE3DC86E4B7}"/>
                  </a:ext>
                </a:extLst>
              </p:cNvPr>
              <p:cNvPicPr/>
              <p:nvPr/>
            </p:nvPicPr>
            <p:blipFill>
              <a:blip r:embed="rId21"/>
              <a:stretch>
                <a:fillRect/>
              </a:stretch>
            </p:blipFill>
            <p:spPr>
              <a:xfrm>
                <a:off x="4290840" y="5101824"/>
                <a:ext cx="975240" cy="375840"/>
              </a:xfrm>
              <a:prstGeom prst="rect">
                <a:avLst/>
              </a:prstGeom>
            </p:spPr>
          </p:pic>
        </mc:Fallback>
      </mc:AlternateContent>
    </p:spTree>
    <p:extLst>
      <p:ext uri="{BB962C8B-B14F-4D97-AF65-F5344CB8AC3E}">
        <p14:creationId xmlns:p14="http://schemas.microsoft.com/office/powerpoint/2010/main" val="39185255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Rectangle 2"/>
          <p:cNvSpPr>
            <a:spLocks noGrp="1" noChangeArrowheads="1"/>
          </p:cNvSpPr>
          <p:nvPr>
            <p:ph type="title"/>
          </p:nvPr>
        </p:nvSpPr>
        <p:spPr/>
        <p:txBody>
          <a:bodyPr/>
          <a:lstStyle/>
          <a:p>
            <a:r>
              <a:rPr lang="en-US"/>
              <a:t>Comparisons</a:t>
            </a:r>
          </a:p>
        </p:txBody>
      </p:sp>
      <p:sp>
        <p:nvSpPr>
          <p:cNvPr id="8" name="Text Placeholder 7">
            <a:extLst>
              <a:ext uri="{FF2B5EF4-FFF2-40B4-BE49-F238E27FC236}">
                <a16:creationId xmlns:a16="http://schemas.microsoft.com/office/drawing/2014/main" id="{8FE4D0AA-C3AD-9A4A-9B52-562248D5880C}"/>
              </a:ext>
            </a:extLst>
          </p:cNvPr>
          <p:cNvSpPr>
            <a:spLocks noGrp="1"/>
          </p:cNvSpPr>
          <p:nvPr>
            <p:ph type="body" idx="11"/>
          </p:nvPr>
        </p:nvSpPr>
        <p:spPr/>
        <p:txBody>
          <a:bodyPr/>
          <a:lstStyle/>
          <a:p>
            <a:endParaRPr lang="en-US"/>
          </a:p>
        </p:txBody>
      </p:sp>
      <p:sp>
        <p:nvSpPr>
          <p:cNvPr id="301059" name="Rectangle 3"/>
          <p:cNvSpPr>
            <a:spLocks noGrp="1" noChangeArrowheads="1"/>
          </p:cNvSpPr>
          <p:nvPr>
            <p:ph idx="1"/>
          </p:nvPr>
        </p:nvSpPr>
        <p:spPr>
          <a:xfrm>
            <a:off x="513349" y="1268243"/>
            <a:ext cx="5485115" cy="4723318"/>
          </a:xfrm>
        </p:spPr>
        <p:txBody>
          <a:bodyPr>
            <a:normAutofit/>
          </a:bodyPr>
          <a:lstStyle/>
          <a:p>
            <a:r>
              <a:rPr lang="en-US" dirty="0"/>
              <a:t>Challenge-response</a:t>
            </a:r>
          </a:p>
          <a:p>
            <a:pPr lvl="1"/>
            <a:r>
              <a:rPr lang="en-US" dirty="0"/>
              <a:t>3 message flows</a:t>
            </a:r>
          </a:p>
          <a:p>
            <a:pPr lvl="1"/>
            <a:r>
              <a:rPr lang="en-US" dirty="0"/>
              <a:t>Needs to generate a random number</a:t>
            </a:r>
            <a:r>
              <a:rPr lang="en-SG" dirty="0"/>
              <a:t> B</a:t>
            </a:r>
            <a:endParaRPr lang="en-US" dirty="0"/>
          </a:p>
        </p:txBody>
      </p:sp>
      <p:sp>
        <p:nvSpPr>
          <p:cNvPr id="9" name="Content Placeholder 1">
            <a:extLst>
              <a:ext uri="{FF2B5EF4-FFF2-40B4-BE49-F238E27FC236}">
                <a16:creationId xmlns:a16="http://schemas.microsoft.com/office/drawing/2014/main" id="{E26EED02-1D22-AE48-BED0-562A88A57E82}"/>
              </a:ext>
            </a:extLst>
          </p:cNvPr>
          <p:cNvSpPr txBox="1">
            <a:spLocks/>
          </p:cNvSpPr>
          <p:nvPr/>
        </p:nvSpPr>
        <p:spPr>
          <a:xfrm>
            <a:off x="6197600" y="1295400"/>
            <a:ext cx="5384800" cy="3385542"/>
          </a:xfrm>
          <a:prstGeom prst="rect">
            <a:avLst/>
          </a:prstGeom>
        </p:spPr>
        <p:txBody>
          <a:bodyPr/>
          <a:lstStyle>
            <a:lvl1pPr marL="171450" indent="-171450" algn="l" defTabSz="685800" rtl="0" eaLnBrk="1" latinLnBrk="0" hangingPunct="1">
              <a:lnSpc>
                <a:spcPct val="100000"/>
              </a:lnSpc>
              <a:spcBef>
                <a:spcPts val="450"/>
              </a:spcBef>
              <a:spcAft>
                <a:spcPts val="450"/>
              </a:spcAft>
              <a:buFont typeface="Arial" panose="020B0604020202020204" pitchFamily="34" charset="0"/>
              <a:buChar char="•"/>
              <a:defRPr sz="2400" b="0" i="0" kern="1200">
                <a:solidFill>
                  <a:schemeClr val="tx1"/>
                </a:solidFill>
                <a:latin typeface="Arial Nova" panose="020B0504020202020204" pitchFamily="34" charset="0"/>
                <a:ea typeface="Arial Nova" panose="020B0504020202020204" pitchFamily="34" charset="0"/>
                <a:cs typeface="Arial Nova" panose="020B0504020202020204" pitchFamily="34" charset="0"/>
              </a:defRPr>
            </a:lvl1pPr>
            <a:lvl2pPr marL="514350" indent="-171450" algn="l" defTabSz="685800" rtl="0" eaLnBrk="1" latinLnBrk="0" hangingPunct="1">
              <a:lnSpc>
                <a:spcPct val="100000"/>
              </a:lnSpc>
              <a:spcBef>
                <a:spcPts val="450"/>
              </a:spcBef>
              <a:spcAft>
                <a:spcPts val="450"/>
              </a:spcAft>
              <a:buFont typeface="Arial" panose="020B0604020202020204" pitchFamily="34" charset="0"/>
              <a:buChar char="•"/>
              <a:defRPr sz="2200" kern="1200">
                <a:solidFill>
                  <a:schemeClr val="tx1"/>
                </a:solidFill>
                <a:latin typeface="Arial Nova" panose="020B0504020202020204" pitchFamily="34" charset="0"/>
                <a:ea typeface="Arial Nova" panose="020B0504020202020204" pitchFamily="34" charset="0"/>
                <a:cs typeface="Arial Nova" panose="020B0504020202020204" pitchFamily="34" charset="0"/>
              </a:defRPr>
            </a:lvl2pPr>
            <a:lvl3pPr marL="857250" indent="-171450" algn="l" defTabSz="685800" rtl="0" eaLnBrk="1" latinLnBrk="0" hangingPunct="1">
              <a:lnSpc>
                <a:spcPct val="100000"/>
              </a:lnSpc>
              <a:spcBef>
                <a:spcPts val="450"/>
              </a:spcBef>
              <a:spcAft>
                <a:spcPts val="450"/>
              </a:spcAft>
              <a:buFont typeface="Arial" panose="020B0604020202020204" pitchFamily="34" charset="0"/>
              <a:buChar char="•"/>
              <a:defRPr sz="2000" kern="1200">
                <a:solidFill>
                  <a:schemeClr val="tx1"/>
                </a:solidFill>
                <a:latin typeface="Arial Nova Light" panose="020B0304020202020204" pitchFamily="34" charset="0"/>
                <a:ea typeface="Arial Nova Light" panose="020B0304020202020204" pitchFamily="34" charset="0"/>
                <a:cs typeface="Arial Nova Light" panose="020B0304020202020204" pitchFamily="34" charset="0"/>
              </a:defRPr>
            </a:lvl3pPr>
            <a:lvl4pPr marL="1200150" indent="-171450" algn="l" defTabSz="685800" rtl="0" eaLnBrk="1" latinLnBrk="0" hangingPunct="1">
              <a:lnSpc>
                <a:spcPct val="100000"/>
              </a:lnSpc>
              <a:spcBef>
                <a:spcPts val="450"/>
              </a:spcBef>
              <a:spcAft>
                <a:spcPts val="450"/>
              </a:spcAft>
              <a:buFont typeface="Arial" panose="020B0604020202020204" pitchFamily="34" charset="0"/>
              <a:buChar char="•"/>
              <a:defRPr sz="1800" b="0" i="0" kern="1200">
                <a:solidFill>
                  <a:schemeClr val="tx1"/>
                </a:solidFill>
                <a:latin typeface="Arial Nova Light" panose="020B0304020202020204" pitchFamily="34" charset="0"/>
                <a:ea typeface="Arial Nova Light" panose="020B0304020202020204" pitchFamily="34" charset="0"/>
                <a:cs typeface="Arial Nova Light" panose="020B0304020202020204" pitchFamily="34" charset="0"/>
              </a:defRPr>
            </a:lvl4pPr>
            <a:lvl5pPr marL="1543050" indent="-171450" algn="l" defTabSz="685800" rtl="0" eaLnBrk="1" latinLnBrk="0" hangingPunct="1">
              <a:lnSpc>
                <a:spcPct val="100000"/>
              </a:lnSpc>
              <a:spcBef>
                <a:spcPts val="450"/>
              </a:spcBef>
              <a:spcAft>
                <a:spcPts val="450"/>
              </a:spcAft>
              <a:buFont typeface="Arial" panose="020B0604020202020204" pitchFamily="34" charset="0"/>
              <a:buChar char="•"/>
              <a:defRPr sz="1600" b="0" i="0" kern="1200">
                <a:solidFill>
                  <a:schemeClr val="tx1"/>
                </a:solidFill>
                <a:latin typeface="Arial Nova Light" panose="020B0304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90000"/>
              </a:lnSpc>
            </a:pPr>
            <a:r>
              <a:rPr lang="en-US"/>
              <a:t>Time stamp</a:t>
            </a:r>
          </a:p>
          <a:p>
            <a:pPr lvl="1">
              <a:lnSpc>
                <a:spcPct val="90000"/>
              </a:lnSpc>
            </a:pPr>
            <a:r>
              <a:rPr lang="en-US"/>
              <a:t>1 message flow</a:t>
            </a:r>
          </a:p>
          <a:p>
            <a:pPr lvl="1">
              <a:lnSpc>
                <a:spcPct val="90000"/>
              </a:lnSpc>
            </a:pPr>
            <a:r>
              <a:rPr lang="en-US"/>
              <a:t>time synchronization is difficult.</a:t>
            </a:r>
          </a:p>
          <a:p>
            <a:pPr lvl="1">
              <a:lnSpc>
                <a:spcPct val="90000"/>
              </a:lnSpc>
            </a:pPr>
            <a:r>
              <a:rPr lang="en-US"/>
              <a:t>a time window for attacks </a:t>
            </a:r>
          </a:p>
          <a:p>
            <a:pPr lvl="2">
              <a:lnSpc>
                <a:spcPct val="90000"/>
              </a:lnSpc>
            </a:pPr>
            <a:r>
              <a:rPr lang="en-US"/>
              <a:t>because a response is valid within a time window, the </a:t>
            </a:r>
            <a:r>
              <a:rPr lang="en-US" altLang="zh-CN"/>
              <a:t>eavesdropper</a:t>
            </a:r>
            <a:r>
              <a:rPr lang="en-US"/>
              <a:t> can re-use the response within that time window.</a:t>
            </a:r>
          </a:p>
          <a:p>
            <a:endParaRPr lang="en-GB" dirty="0"/>
          </a:p>
        </p:txBody>
      </p:sp>
      <mc:AlternateContent xmlns:mc="http://schemas.openxmlformats.org/markup-compatibility/2006" xmlns:p14="http://schemas.microsoft.com/office/powerpoint/2010/main">
        <mc:Choice Requires="p14">
          <p:contentPart p14:bwMode="auto" r:id="rId2">
            <p14:nvContentPartPr>
              <p14:cNvPr id="33" name="Ink 32">
                <a:extLst>
                  <a:ext uri="{FF2B5EF4-FFF2-40B4-BE49-F238E27FC236}">
                    <a16:creationId xmlns:a16="http://schemas.microsoft.com/office/drawing/2014/main" id="{9F924BCA-B51D-9ADD-CB29-957FBBEC11A3}"/>
                  </a:ext>
                </a:extLst>
              </p14:cNvPr>
              <p14:cNvContentPartPr/>
              <p14:nvPr/>
            </p14:nvContentPartPr>
            <p14:xfrm>
              <a:off x="6859851" y="4268681"/>
              <a:ext cx="1383840" cy="1264320"/>
            </p14:xfrm>
          </p:contentPart>
        </mc:Choice>
        <mc:Fallback xmlns="">
          <p:pic>
            <p:nvPicPr>
              <p:cNvPr id="33" name="Ink 32">
                <a:extLst>
                  <a:ext uri="{FF2B5EF4-FFF2-40B4-BE49-F238E27FC236}">
                    <a16:creationId xmlns:a16="http://schemas.microsoft.com/office/drawing/2014/main" id="{9F924BCA-B51D-9ADD-CB29-957FBBEC11A3}"/>
                  </a:ext>
                </a:extLst>
              </p:cNvPr>
              <p:cNvPicPr/>
              <p:nvPr/>
            </p:nvPicPr>
            <p:blipFill>
              <a:blip r:embed="rId3"/>
              <a:stretch>
                <a:fillRect/>
              </a:stretch>
            </p:blipFill>
            <p:spPr>
              <a:xfrm>
                <a:off x="6849408" y="4258241"/>
                <a:ext cx="1405086" cy="12855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3" name="Ink 42">
                <a:extLst>
                  <a:ext uri="{FF2B5EF4-FFF2-40B4-BE49-F238E27FC236}">
                    <a16:creationId xmlns:a16="http://schemas.microsoft.com/office/drawing/2014/main" id="{633C3658-157B-07B8-99C5-80791D6DEC65}"/>
                  </a:ext>
                </a:extLst>
              </p14:cNvPr>
              <p14:cNvContentPartPr/>
              <p14:nvPr/>
            </p14:nvContentPartPr>
            <p14:xfrm>
              <a:off x="3870390" y="1249620"/>
              <a:ext cx="1121760" cy="290880"/>
            </p14:xfrm>
          </p:contentPart>
        </mc:Choice>
        <mc:Fallback xmlns="">
          <p:pic>
            <p:nvPicPr>
              <p:cNvPr id="43" name="Ink 42">
                <a:extLst>
                  <a:ext uri="{FF2B5EF4-FFF2-40B4-BE49-F238E27FC236}">
                    <a16:creationId xmlns:a16="http://schemas.microsoft.com/office/drawing/2014/main" id="{633C3658-157B-07B8-99C5-80791D6DEC65}"/>
                  </a:ext>
                </a:extLst>
              </p:cNvPr>
              <p:cNvPicPr/>
              <p:nvPr/>
            </p:nvPicPr>
            <p:blipFill>
              <a:blip r:embed="rId5"/>
              <a:stretch>
                <a:fillRect/>
              </a:stretch>
            </p:blipFill>
            <p:spPr>
              <a:xfrm>
                <a:off x="3859593" y="1238820"/>
                <a:ext cx="1142993" cy="312120"/>
              </a:xfrm>
              <a:prstGeom prst="rect">
                <a:avLst/>
              </a:prstGeom>
            </p:spPr>
          </p:pic>
        </mc:Fallback>
      </mc:AlternateContent>
    </p:spTree>
    <p:extLst>
      <p:ext uri="{BB962C8B-B14F-4D97-AF65-F5344CB8AC3E}">
        <p14:creationId xmlns:p14="http://schemas.microsoft.com/office/powerpoint/2010/main" val="7994039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p:txBody>
          <a:bodyPr>
            <a:normAutofit fontScale="90000"/>
          </a:bodyPr>
          <a:lstStyle/>
          <a:p>
            <a:r>
              <a:rPr lang="en-US" sz="4000" dirty="0"/>
              <a:t>Hardware/Software Based Implementations</a:t>
            </a:r>
          </a:p>
        </p:txBody>
      </p:sp>
      <p:sp>
        <p:nvSpPr>
          <p:cNvPr id="3" name="Text Placeholder 2">
            <a:extLst>
              <a:ext uri="{FF2B5EF4-FFF2-40B4-BE49-F238E27FC236}">
                <a16:creationId xmlns:a16="http://schemas.microsoft.com/office/drawing/2014/main" id="{911E747D-A203-F54E-A3A3-11F6B25F1BB9}"/>
              </a:ext>
            </a:extLst>
          </p:cNvPr>
          <p:cNvSpPr>
            <a:spLocks noGrp="1"/>
          </p:cNvSpPr>
          <p:nvPr>
            <p:ph type="body" idx="11"/>
          </p:nvPr>
        </p:nvSpPr>
        <p:spPr/>
        <p:txBody>
          <a:bodyPr/>
          <a:lstStyle/>
          <a:p>
            <a:endParaRPr lang="en-US"/>
          </a:p>
        </p:txBody>
      </p:sp>
      <p:sp>
        <p:nvSpPr>
          <p:cNvPr id="215043" name="Rectangle 3"/>
          <p:cNvSpPr>
            <a:spLocks noGrp="1" noChangeArrowheads="1"/>
          </p:cNvSpPr>
          <p:nvPr>
            <p:ph idx="1"/>
          </p:nvPr>
        </p:nvSpPr>
        <p:spPr/>
        <p:txBody>
          <a:bodyPr>
            <a:normAutofit/>
          </a:bodyPr>
          <a:lstStyle/>
          <a:p>
            <a:r>
              <a:rPr lang="en-US" dirty="0"/>
              <a:t>Hand-held devices </a:t>
            </a:r>
          </a:p>
          <a:p>
            <a:pPr lvl="1"/>
            <a:r>
              <a:rPr lang="en-US" dirty="0"/>
              <a:t>with CPU, I/O and memory</a:t>
            </a:r>
          </a:p>
          <a:p>
            <a:pPr lvl="1"/>
            <a:r>
              <a:rPr lang="en-US" dirty="0"/>
              <a:t>Symmetric, asymmetric key algorithms can be implemented</a:t>
            </a:r>
          </a:p>
          <a:p>
            <a:pPr lvl="1"/>
            <a:r>
              <a:rPr lang="en-US" dirty="0"/>
              <a:t>Examples: RSA SecurID</a:t>
            </a:r>
          </a:p>
          <a:p>
            <a:r>
              <a:rPr lang="en-US" dirty="0"/>
              <a:t>Software based alternatives</a:t>
            </a:r>
          </a:p>
        </p:txBody>
      </p:sp>
      <p:pic>
        <p:nvPicPr>
          <p:cNvPr id="1026" name="Picture 2">
            <a:extLst>
              <a:ext uri="{FF2B5EF4-FFF2-40B4-BE49-F238E27FC236}">
                <a16:creationId xmlns:a16="http://schemas.microsoft.com/office/drawing/2014/main" id="{ED2E3BA1-04F2-0FEE-45C4-6C098FC357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2577" y="3929212"/>
            <a:ext cx="2794000" cy="17018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42044895-ED33-2A31-9934-286CFDD115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5805" y="4100964"/>
            <a:ext cx="2794000" cy="13335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A screenshot of a phone&#10;&#10;AI-generated content may be incorrect.">
            <a:extLst>
              <a:ext uri="{FF2B5EF4-FFF2-40B4-BE49-F238E27FC236}">
                <a16:creationId xmlns:a16="http://schemas.microsoft.com/office/drawing/2014/main" id="{FAFBDA1D-8CE7-1FAF-1ED3-F366910088D3}"/>
              </a:ext>
            </a:extLst>
          </p:cNvPr>
          <p:cNvPicPr>
            <a:picLocks noChangeAspect="1"/>
          </p:cNvPicPr>
          <p:nvPr/>
        </p:nvPicPr>
        <p:blipFill>
          <a:blip r:embed="rId4"/>
          <a:srcRect l="6103" t="54883" r="39406" b="1861"/>
          <a:stretch>
            <a:fillRect/>
          </a:stretch>
        </p:blipFill>
        <p:spPr>
          <a:xfrm>
            <a:off x="8024381" y="3660668"/>
            <a:ext cx="3329419" cy="1970344"/>
          </a:xfrm>
          <a:prstGeom prst="rect">
            <a:avLst/>
          </a:prstGeom>
        </p:spPr>
      </p:pic>
    </p:spTree>
    <p:extLst>
      <p:ext uri="{BB962C8B-B14F-4D97-AF65-F5344CB8AC3E}">
        <p14:creationId xmlns:p14="http://schemas.microsoft.com/office/powerpoint/2010/main" val="29853516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CD553-41C1-EFD4-74CE-8DD8760E751B}"/>
              </a:ext>
            </a:extLst>
          </p:cNvPr>
          <p:cNvSpPr>
            <a:spLocks noGrp="1"/>
          </p:cNvSpPr>
          <p:nvPr>
            <p:ph type="title"/>
          </p:nvPr>
        </p:nvSpPr>
        <p:spPr/>
        <p:txBody>
          <a:bodyPr/>
          <a:lstStyle/>
          <a:p>
            <a:r>
              <a:rPr lang="en-US" dirty="0"/>
              <a:t>Two Factor Authentication</a:t>
            </a:r>
          </a:p>
        </p:txBody>
      </p:sp>
      <p:sp>
        <p:nvSpPr>
          <p:cNvPr id="3" name="Text Placeholder 2">
            <a:extLst>
              <a:ext uri="{FF2B5EF4-FFF2-40B4-BE49-F238E27FC236}">
                <a16:creationId xmlns:a16="http://schemas.microsoft.com/office/drawing/2014/main" id="{E738571C-957C-5AB1-5868-9681FA485D66}"/>
              </a:ext>
            </a:extLst>
          </p:cNvPr>
          <p:cNvSpPr>
            <a:spLocks noGrp="1"/>
          </p:cNvSpPr>
          <p:nvPr>
            <p:ph type="body" idx="11"/>
          </p:nvPr>
        </p:nvSpPr>
        <p:spPr/>
        <p:txBody>
          <a:bodyPr/>
          <a:lstStyle/>
          <a:p>
            <a:endParaRPr lang="en-US"/>
          </a:p>
        </p:txBody>
      </p:sp>
      <p:sp>
        <p:nvSpPr>
          <p:cNvPr id="4" name="Content Placeholder 3">
            <a:extLst>
              <a:ext uri="{FF2B5EF4-FFF2-40B4-BE49-F238E27FC236}">
                <a16:creationId xmlns:a16="http://schemas.microsoft.com/office/drawing/2014/main" id="{ABD0977E-AE7D-8108-3394-15F94FAB91FC}"/>
              </a:ext>
            </a:extLst>
          </p:cNvPr>
          <p:cNvSpPr>
            <a:spLocks noGrp="1"/>
          </p:cNvSpPr>
          <p:nvPr>
            <p:ph idx="1"/>
          </p:nvPr>
        </p:nvSpPr>
        <p:spPr/>
        <p:txBody>
          <a:bodyPr/>
          <a:lstStyle/>
          <a:p>
            <a:r>
              <a:rPr lang="en-US" dirty="0"/>
              <a:t>Possible implementations of 2FA</a:t>
            </a:r>
          </a:p>
          <a:p>
            <a:pPr lvl="2"/>
            <a:r>
              <a:rPr lang="en-US" altLang="en-US" dirty="0"/>
              <a:t>PIN +</a:t>
            </a:r>
          </a:p>
          <a:p>
            <a:pPr lvl="2"/>
            <a:r>
              <a:rPr lang="en-US" altLang="en-US" dirty="0"/>
              <a:t>Hardware token, or software security code generator on mobile phones</a:t>
            </a:r>
          </a:p>
          <a:p>
            <a:pPr lvl="2"/>
            <a:endParaRPr lang="en-US" altLang="en-US" dirty="0"/>
          </a:p>
          <a:p>
            <a:r>
              <a:rPr lang="en-US" dirty="0"/>
              <a:t>Possible use scenarios</a:t>
            </a:r>
          </a:p>
          <a:p>
            <a:pPr lvl="2"/>
            <a:r>
              <a:rPr lang="en-US" altLang="en-US" dirty="0"/>
              <a:t>ID first, then PIN and OTP together</a:t>
            </a:r>
          </a:p>
          <a:p>
            <a:pPr lvl="2"/>
            <a:r>
              <a:rPr lang="en-US" altLang="en-US" dirty="0"/>
              <a:t>ID &amp; PIN first, then OTP are sent for authentication</a:t>
            </a:r>
          </a:p>
          <a:p>
            <a:pPr lvl="2"/>
            <a:r>
              <a:rPr lang="en-US" altLang="en-US" dirty="0"/>
              <a:t>1FA first, then ask for 2FA for every sensitive transaction</a:t>
            </a:r>
          </a:p>
          <a:p>
            <a:pPr lvl="1"/>
            <a:endParaRPr lang="en-US" dirty="0"/>
          </a:p>
        </p:txBody>
      </p:sp>
      <p:sp>
        <p:nvSpPr>
          <p:cNvPr id="5" name="TextBox 4">
            <a:extLst>
              <a:ext uri="{FF2B5EF4-FFF2-40B4-BE49-F238E27FC236}">
                <a16:creationId xmlns:a16="http://schemas.microsoft.com/office/drawing/2014/main" id="{A33FD588-F9DC-46E4-34D3-59BD8DB97696}"/>
              </a:ext>
            </a:extLst>
          </p:cNvPr>
          <p:cNvSpPr txBox="1"/>
          <p:nvPr/>
        </p:nvSpPr>
        <p:spPr>
          <a:xfrm>
            <a:off x="2085474" y="5029373"/>
            <a:ext cx="7696200" cy="400110"/>
          </a:xfrm>
          <a:prstGeom prst="rect">
            <a:avLst/>
          </a:prstGeom>
          <a:solidFill>
            <a:srgbClr val="F08080"/>
          </a:solidFill>
          <a:ln>
            <a:solidFill>
              <a:schemeClr val="tx1"/>
            </a:solidFill>
          </a:ln>
        </p:spPr>
        <p:txBody>
          <a:bodyPr wrap="square" rtlCol="0">
            <a:spAutoFit/>
          </a:bodyPr>
          <a:lstStyle/>
          <a:p>
            <a:r>
              <a:rPr lang="en-US" altLang="en-US" sz="2000" dirty="0">
                <a:latin typeface="Tahoma" panose="020B0604030504040204" pitchFamily="34" charset="0"/>
                <a:ea typeface="Tahoma" panose="020B0604030504040204" pitchFamily="34" charset="0"/>
                <a:cs typeface="Tahoma" panose="020B0604030504040204" pitchFamily="34" charset="0"/>
              </a:rPr>
              <a:t>In Nov 2005, MAS mandated the deployment of 2FA by Dec 2006</a:t>
            </a:r>
          </a:p>
        </p:txBody>
      </p:sp>
      <mc:AlternateContent xmlns:mc="http://schemas.openxmlformats.org/markup-compatibility/2006" xmlns:p14="http://schemas.microsoft.com/office/powerpoint/2010/main">
        <mc:Choice Requires="p14">
          <p:contentPart p14:bwMode="auto" r:id="rId2">
            <p14:nvContentPartPr>
              <p14:cNvPr id="18" name="Ink 17">
                <a:extLst>
                  <a:ext uri="{FF2B5EF4-FFF2-40B4-BE49-F238E27FC236}">
                    <a16:creationId xmlns:a16="http://schemas.microsoft.com/office/drawing/2014/main" id="{FD3082EB-4B4B-1F28-9FE7-EDE22A9EE196}"/>
                  </a:ext>
                </a:extLst>
              </p14:cNvPr>
              <p14:cNvContentPartPr/>
              <p14:nvPr/>
            </p14:nvContentPartPr>
            <p14:xfrm>
              <a:off x="6120528" y="1256654"/>
              <a:ext cx="268200" cy="314640"/>
            </p14:xfrm>
          </p:contentPart>
        </mc:Choice>
        <mc:Fallback xmlns="">
          <p:pic>
            <p:nvPicPr>
              <p:cNvPr id="18" name="Ink 17">
                <a:extLst>
                  <a:ext uri="{FF2B5EF4-FFF2-40B4-BE49-F238E27FC236}">
                    <a16:creationId xmlns:a16="http://schemas.microsoft.com/office/drawing/2014/main" id="{FD3082EB-4B4B-1F28-9FE7-EDE22A9EE196}"/>
                  </a:ext>
                </a:extLst>
              </p:cNvPr>
              <p:cNvPicPr/>
              <p:nvPr/>
            </p:nvPicPr>
            <p:blipFill>
              <a:blip r:embed="rId3"/>
              <a:stretch>
                <a:fillRect/>
              </a:stretch>
            </p:blipFill>
            <p:spPr>
              <a:xfrm>
                <a:off x="6109728" y="1246214"/>
                <a:ext cx="289440" cy="3358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9" name="Ink 18">
                <a:extLst>
                  <a:ext uri="{FF2B5EF4-FFF2-40B4-BE49-F238E27FC236}">
                    <a16:creationId xmlns:a16="http://schemas.microsoft.com/office/drawing/2014/main" id="{A2E309DB-4B13-3889-6414-8ECAADE05C61}"/>
                  </a:ext>
                </a:extLst>
              </p14:cNvPr>
              <p14:cNvContentPartPr/>
              <p14:nvPr/>
            </p14:nvContentPartPr>
            <p14:xfrm>
              <a:off x="5175528" y="1298054"/>
              <a:ext cx="761400" cy="319320"/>
            </p14:xfrm>
          </p:contentPart>
        </mc:Choice>
        <mc:Fallback xmlns="">
          <p:pic>
            <p:nvPicPr>
              <p:cNvPr id="19" name="Ink 18">
                <a:extLst>
                  <a:ext uri="{FF2B5EF4-FFF2-40B4-BE49-F238E27FC236}">
                    <a16:creationId xmlns:a16="http://schemas.microsoft.com/office/drawing/2014/main" id="{A2E309DB-4B13-3889-6414-8ECAADE05C61}"/>
                  </a:ext>
                </a:extLst>
              </p:cNvPr>
              <p:cNvPicPr/>
              <p:nvPr/>
            </p:nvPicPr>
            <p:blipFill>
              <a:blip r:embed="rId5"/>
              <a:stretch>
                <a:fillRect/>
              </a:stretch>
            </p:blipFill>
            <p:spPr>
              <a:xfrm>
                <a:off x="5165088" y="1287614"/>
                <a:ext cx="782640" cy="340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2" name="Ink 21">
                <a:extLst>
                  <a:ext uri="{FF2B5EF4-FFF2-40B4-BE49-F238E27FC236}">
                    <a16:creationId xmlns:a16="http://schemas.microsoft.com/office/drawing/2014/main" id="{874278F7-EF51-5979-16D1-D432D9570491}"/>
                  </a:ext>
                </a:extLst>
              </p14:cNvPr>
              <p14:cNvContentPartPr/>
              <p14:nvPr/>
            </p14:nvContentPartPr>
            <p14:xfrm>
              <a:off x="6382968" y="1266734"/>
              <a:ext cx="373320" cy="246960"/>
            </p14:xfrm>
          </p:contentPart>
        </mc:Choice>
        <mc:Fallback xmlns="">
          <p:pic>
            <p:nvPicPr>
              <p:cNvPr id="22" name="Ink 21">
                <a:extLst>
                  <a:ext uri="{FF2B5EF4-FFF2-40B4-BE49-F238E27FC236}">
                    <a16:creationId xmlns:a16="http://schemas.microsoft.com/office/drawing/2014/main" id="{874278F7-EF51-5979-16D1-D432D9570491}"/>
                  </a:ext>
                </a:extLst>
              </p:cNvPr>
              <p:cNvPicPr/>
              <p:nvPr/>
            </p:nvPicPr>
            <p:blipFill>
              <a:blip r:embed="rId7"/>
              <a:stretch>
                <a:fillRect/>
              </a:stretch>
            </p:blipFill>
            <p:spPr>
              <a:xfrm>
                <a:off x="6372158" y="1255934"/>
                <a:ext cx="394581" cy="2682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9" name="Ink 28">
                <a:extLst>
                  <a:ext uri="{FF2B5EF4-FFF2-40B4-BE49-F238E27FC236}">
                    <a16:creationId xmlns:a16="http://schemas.microsoft.com/office/drawing/2014/main" id="{232E3079-7552-E1EE-02AE-0352F7D44970}"/>
                  </a:ext>
                </a:extLst>
              </p14:cNvPr>
              <p14:cNvContentPartPr/>
              <p14:nvPr/>
            </p14:nvContentPartPr>
            <p14:xfrm>
              <a:off x="5418888" y="1665614"/>
              <a:ext cx="770400" cy="262800"/>
            </p14:xfrm>
          </p:contentPart>
        </mc:Choice>
        <mc:Fallback xmlns="">
          <p:pic>
            <p:nvPicPr>
              <p:cNvPr id="29" name="Ink 28">
                <a:extLst>
                  <a:ext uri="{FF2B5EF4-FFF2-40B4-BE49-F238E27FC236}">
                    <a16:creationId xmlns:a16="http://schemas.microsoft.com/office/drawing/2014/main" id="{232E3079-7552-E1EE-02AE-0352F7D44970}"/>
                  </a:ext>
                </a:extLst>
              </p:cNvPr>
              <p:cNvPicPr/>
              <p:nvPr/>
            </p:nvPicPr>
            <p:blipFill>
              <a:blip r:embed="rId9"/>
              <a:stretch>
                <a:fillRect/>
              </a:stretch>
            </p:blipFill>
            <p:spPr>
              <a:xfrm>
                <a:off x="5408088" y="1654814"/>
                <a:ext cx="791640" cy="284040"/>
              </a:xfrm>
              <a:prstGeom prst="rect">
                <a:avLst/>
              </a:prstGeom>
            </p:spPr>
          </p:pic>
        </mc:Fallback>
      </mc:AlternateContent>
    </p:spTree>
    <p:extLst>
      <p:ext uri="{BB962C8B-B14F-4D97-AF65-F5344CB8AC3E}">
        <p14:creationId xmlns:p14="http://schemas.microsoft.com/office/powerpoint/2010/main" val="1584978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Identity Management</a:t>
            </a:r>
            <a:endParaRPr lang="en-SG"/>
          </a:p>
        </p:txBody>
      </p:sp>
    </p:spTree>
    <p:extLst>
      <p:ext uri="{BB962C8B-B14F-4D97-AF65-F5344CB8AC3E}">
        <p14:creationId xmlns:p14="http://schemas.microsoft.com/office/powerpoint/2010/main" val="15973060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2"/>
          <p:cNvSpPr>
            <a:spLocks noGrp="1" noChangeArrowheads="1"/>
          </p:cNvSpPr>
          <p:nvPr>
            <p:ph type="title"/>
          </p:nvPr>
        </p:nvSpPr>
        <p:spPr/>
        <p:txBody>
          <a:bodyPr>
            <a:normAutofit/>
          </a:bodyPr>
          <a:lstStyle/>
          <a:p>
            <a:r>
              <a:rPr lang="en-US" altLang="zh-CN" sz="3200"/>
              <a:t>The Challenge of User Authentication</a:t>
            </a:r>
            <a:endParaRPr lang="en-US" altLang="en-US" sz="3200"/>
          </a:p>
        </p:txBody>
      </p:sp>
      <p:sp>
        <p:nvSpPr>
          <p:cNvPr id="6" name="Content Placeholder 5">
            <a:extLst>
              <a:ext uri="{FF2B5EF4-FFF2-40B4-BE49-F238E27FC236}">
                <a16:creationId xmlns:a16="http://schemas.microsoft.com/office/drawing/2014/main" id="{ABEE66A8-16FE-5B44-BB36-4DC7C3D43F01}"/>
              </a:ext>
            </a:extLst>
          </p:cNvPr>
          <p:cNvSpPr>
            <a:spLocks noGrp="1"/>
          </p:cNvSpPr>
          <p:nvPr>
            <p:ph idx="1"/>
          </p:nvPr>
        </p:nvSpPr>
        <p:spPr>
          <a:xfrm>
            <a:off x="513349" y="1021535"/>
            <a:ext cx="10840451" cy="1032526"/>
          </a:xfrm>
        </p:spPr>
        <p:txBody>
          <a:bodyPr>
            <a:normAutofit/>
          </a:bodyPr>
          <a:lstStyle/>
          <a:p>
            <a:pPr marL="321750" indent="-285750">
              <a:spcBef>
                <a:spcPts val="600"/>
              </a:spcBef>
            </a:pPr>
            <a:r>
              <a:rPr lang="en-US" altLang="en-US" sz="2200"/>
              <a:t>Not all the services used by Bob are managed by the same party</a:t>
            </a:r>
          </a:p>
          <a:p>
            <a:pPr marL="321750" indent="-285750">
              <a:spcBef>
                <a:spcPts val="600"/>
              </a:spcBef>
            </a:pPr>
            <a:r>
              <a:rPr lang="en-US" altLang="en-US" sz="2200"/>
              <a:t>Does Bob need to create an account for each service?</a:t>
            </a:r>
          </a:p>
          <a:p>
            <a:endParaRPr lang="en-US" sz="2200"/>
          </a:p>
        </p:txBody>
      </p:sp>
      <p:pic>
        <p:nvPicPr>
          <p:cNvPr id="21511" name="Picture 5" descr="j029202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43544" y="3121041"/>
            <a:ext cx="914400" cy="86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3" name="Line 7"/>
          <p:cNvSpPr>
            <a:spLocks noChangeShapeType="1"/>
          </p:cNvSpPr>
          <p:nvPr/>
        </p:nvSpPr>
        <p:spPr bwMode="auto">
          <a:xfrm>
            <a:off x="2751936" y="3840553"/>
            <a:ext cx="5488735" cy="64809"/>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defTabSz="914400">
              <a:defRPr/>
            </a:pPr>
            <a:endParaRPr lang="en-SG" sz="1400" kern="0">
              <a:solidFill>
                <a:srgbClr val="000000"/>
              </a:solidFill>
              <a:latin typeface="Arial"/>
              <a:cs typeface="Arial"/>
              <a:sym typeface="Arial"/>
            </a:endParaRPr>
          </a:p>
        </p:txBody>
      </p:sp>
      <p:sp>
        <p:nvSpPr>
          <p:cNvPr id="21514" name="Text Box 9"/>
          <p:cNvSpPr txBox="1">
            <a:spLocks noChangeArrowheads="1"/>
          </p:cNvSpPr>
          <p:nvPr/>
        </p:nvSpPr>
        <p:spPr bwMode="auto">
          <a:xfrm>
            <a:off x="9159524" y="3597867"/>
            <a:ext cx="1600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defTabSz="914400" eaLnBrk="1" hangingPunct="1">
              <a:spcBef>
                <a:spcPct val="50000"/>
              </a:spcBef>
              <a:defRPr/>
            </a:pPr>
            <a:r>
              <a:rPr lang="en-US" altLang="en-US" kern="0">
                <a:solidFill>
                  <a:srgbClr val="000000"/>
                </a:solidFill>
                <a:cs typeface="Arial"/>
                <a:sym typeface="Arial"/>
              </a:rPr>
              <a:t>Zoom</a:t>
            </a:r>
          </a:p>
        </p:txBody>
      </p:sp>
      <p:sp>
        <p:nvSpPr>
          <p:cNvPr id="21518" name="Line 13"/>
          <p:cNvSpPr>
            <a:spLocks noChangeShapeType="1"/>
          </p:cNvSpPr>
          <p:nvPr/>
        </p:nvSpPr>
        <p:spPr bwMode="auto">
          <a:xfrm flipV="1">
            <a:off x="2751936" y="3047535"/>
            <a:ext cx="5472551" cy="665644"/>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defTabSz="914400">
              <a:defRPr/>
            </a:pPr>
            <a:endParaRPr lang="en-SG" sz="1400" kern="0">
              <a:solidFill>
                <a:srgbClr val="000000"/>
              </a:solidFill>
              <a:latin typeface="Arial"/>
              <a:cs typeface="Arial"/>
              <a:sym typeface="Arial"/>
            </a:endParaRPr>
          </a:p>
        </p:txBody>
      </p:sp>
      <p:sp>
        <p:nvSpPr>
          <p:cNvPr id="21520" name="Text Box 8"/>
          <p:cNvSpPr txBox="1">
            <a:spLocks noChangeArrowheads="1"/>
          </p:cNvSpPr>
          <p:nvPr/>
        </p:nvSpPr>
        <p:spPr bwMode="auto">
          <a:xfrm>
            <a:off x="1828801" y="4192384"/>
            <a:ext cx="1143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defTabSz="914400" eaLnBrk="1" hangingPunct="1">
              <a:spcBef>
                <a:spcPct val="50000"/>
              </a:spcBef>
              <a:defRPr/>
            </a:pPr>
            <a:r>
              <a:rPr lang="en-US" altLang="en-US" kern="0">
                <a:solidFill>
                  <a:srgbClr val="000000"/>
                </a:solidFill>
                <a:cs typeface="Arial"/>
                <a:sym typeface="Arial"/>
              </a:rPr>
              <a:t>Bob</a:t>
            </a:r>
          </a:p>
        </p:txBody>
      </p:sp>
      <p:sp>
        <p:nvSpPr>
          <p:cNvPr id="26" name="Text Box 9"/>
          <p:cNvSpPr txBox="1">
            <a:spLocks noChangeArrowheads="1"/>
          </p:cNvSpPr>
          <p:nvPr/>
        </p:nvSpPr>
        <p:spPr bwMode="auto">
          <a:xfrm>
            <a:off x="9187832" y="2782451"/>
            <a:ext cx="160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defTabSz="914400" eaLnBrk="1" hangingPunct="1">
              <a:spcBef>
                <a:spcPct val="50000"/>
              </a:spcBef>
              <a:defRPr/>
            </a:pPr>
            <a:r>
              <a:rPr lang="en-US" altLang="en-US" kern="0">
                <a:solidFill>
                  <a:srgbClr val="000000"/>
                </a:solidFill>
                <a:cs typeface="Arial"/>
                <a:sym typeface="Arial"/>
              </a:rPr>
              <a:t>Telegram</a:t>
            </a:r>
          </a:p>
        </p:txBody>
      </p:sp>
      <p:sp>
        <p:nvSpPr>
          <p:cNvPr id="28" name="Text Box 9"/>
          <p:cNvSpPr txBox="1">
            <a:spLocks noChangeArrowheads="1"/>
          </p:cNvSpPr>
          <p:nvPr/>
        </p:nvSpPr>
        <p:spPr bwMode="auto">
          <a:xfrm>
            <a:off x="8560772" y="5048172"/>
            <a:ext cx="21989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defTabSz="914400" eaLnBrk="1" hangingPunct="1">
              <a:spcBef>
                <a:spcPct val="50000"/>
              </a:spcBef>
              <a:defRPr/>
            </a:pPr>
            <a:r>
              <a:rPr lang="en-US" altLang="en-US" kern="0">
                <a:solidFill>
                  <a:srgbClr val="000000"/>
                </a:solidFill>
                <a:cs typeface="Arial"/>
                <a:sym typeface="Arial"/>
              </a:rPr>
              <a:t>Google Drive</a:t>
            </a:r>
          </a:p>
        </p:txBody>
      </p:sp>
      <p:pic>
        <p:nvPicPr>
          <p:cNvPr id="30" name="Picture 2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53021" y="2628563"/>
            <a:ext cx="758010" cy="908941"/>
          </a:xfrm>
          <a:prstGeom prst="rect">
            <a:avLst/>
          </a:prstGeom>
        </p:spPr>
      </p:pic>
      <p:pic>
        <p:nvPicPr>
          <p:cNvPr id="31" name="Picture 3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62190" y="3649379"/>
            <a:ext cx="758010" cy="908941"/>
          </a:xfrm>
          <a:prstGeom prst="rect">
            <a:avLst/>
          </a:prstGeom>
        </p:spPr>
      </p:pic>
      <p:pic>
        <p:nvPicPr>
          <p:cNvPr id="32" name="Picture 3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02761" y="4585210"/>
            <a:ext cx="758010" cy="908941"/>
          </a:xfrm>
          <a:prstGeom prst="rect">
            <a:avLst/>
          </a:prstGeom>
        </p:spPr>
      </p:pic>
      <p:sp>
        <p:nvSpPr>
          <p:cNvPr id="33" name="Text Box 9"/>
          <p:cNvSpPr txBox="1">
            <a:spLocks noChangeArrowheads="1"/>
          </p:cNvSpPr>
          <p:nvPr/>
        </p:nvSpPr>
        <p:spPr bwMode="auto">
          <a:xfrm>
            <a:off x="6741488" y="5290208"/>
            <a:ext cx="168077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defTabSz="914400" eaLnBrk="1" hangingPunct="1">
              <a:spcBef>
                <a:spcPct val="50000"/>
              </a:spcBef>
              <a:defRPr/>
            </a:pPr>
            <a:r>
              <a:rPr lang="en-US" altLang="en-US" kern="0">
                <a:solidFill>
                  <a:srgbClr val="000000"/>
                </a:solidFill>
                <a:cs typeface="Arial"/>
                <a:sym typeface="Arial"/>
              </a:rPr>
              <a:t>Agoda</a:t>
            </a:r>
          </a:p>
        </p:txBody>
      </p:sp>
      <p:pic>
        <p:nvPicPr>
          <p:cNvPr id="34" name="Picture 3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83209" y="4816892"/>
            <a:ext cx="758010" cy="908941"/>
          </a:xfrm>
          <a:prstGeom prst="rect">
            <a:avLst/>
          </a:prstGeom>
        </p:spPr>
      </p:pic>
      <p:sp>
        <p:nvSpPr>
          <p:cNvPr id="35" name="Line 7"/>
          <p:cNvSpPr>
            <a:spLocks noChangeShapeType="1"/>
          </p:cNvSpPr>
          <p:nvPr/>
        </p:nvSpPr>
        <p:spPr bwMode="auto">
          <a:xfrm>
            <a:off x="2751935" y="3950258"/>
            <a:ext cx="4972840" cy="93530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defTabSz="914400">
              <a:defRPr/>
            </a:pPr>
            <a:endParaRPr lang="en-SG" sz="1400" kern="0">
              <a:solidFill>
                <a:srgbClr val="000000"/>
              </a:solidFill>
              <a:latin typeface="Arial"/>
              <a:cs typeface="Arial"/>
              <a:sym typeface="Arial"/>
            </a:endParaRPr>
          </a:p>
        </p:txBody>
      </p:sp>
      <p:sp>
        <p:nvSpPr>
          <p:cNvPr id="36" name="Line 7"/>
          <p:cNvSpPr>
            <a:spLocks noChangeShapeType="1"/>
          </p:cNvSpPr>
          <p:nvPr/>
        </p:nvSpPr>
        <p:spPr bwMode="auto">
          <a:xfrm>
            <a:off x="2751935" y="4062909"/>
            <a:ext cx="3253289" cy="1088049"/>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defTabSz="914400">
              <a:defRPr/>
            </a:pPr>
            <a:endParaRPr lang="en-SG" sz="1400" kern="0">
              <a:solidFill>
                <a:srgbClr val="000000"/>
              </a:solidFill>
              <a:latin typeface="Arial"/>
              <a:cs typeface="Arial"/>
              <a:sym typeface="Arial"/>
            </a:endParaRPr>
          </a:p>
        </p:txBody>
      </p:sp>
      <p:pic>
        <p:nvPicPr>
          <p:cNvPr id="23" name="Picture 2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31090" y="5279004"/>
            <a:ext cx="758010" cy="908941"/>
          </a:xfrm>
          <a:prstGeom prst="rect">
            <a:avLst/>
          </a:prstGeom>
        </p:spPr>
      </p:pic>
      <p:sp>
        <p:nvSpPr>
          <p:cNvPr id="24" name="Text Box 9"/>
          <p:cNvSpPr txBox="1">
            <a:spLocks noChangeArrowheads="1"/>
          </p:cNvSpPr>
          <p:nvPr/>
        </p:nvSpPr>
        <p:spPr bwMode="auto">
          <a:xfrm>
            <a:off x="4089101" y="5726280"/>
            <a:ext cx="23783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defTabSz="914400" eaLnBrk="1" hangingPunct="1">
              <a:spcBef>
                <a:spcPct val="50000"/>
              </a:spcBef>
              <a:defRPr/>
            </a:pPr>
            <a:r>
              <a:rPr lang="en-US" altLang="en-US" kern="0" err="1">
                <a:solidFill>
                  <a:srgbClr val="000000"/>
                </a:solidFill>
                <a:cs typeface="Arial"/>
                <a:sym typeface="Arial"/>
              </a:rPr>
              <a:t>Tripvisor</a:t>
            </a:r>
            <a:endParaRPr lang="en-US" altLang="en-US" kern="0">
              <a:solidFill>
                <a:srgbClr val="000000"/>
              </a:solidFill>
              <a:cs typeface="Arial"/>
              <a:sym typeface="Arial"/>
            </a:endParaRPr>
          </a:p>
        </p:txBody>
      </p:sp>
      <p:sp>
        <p:nvSpPr>
          <p:cNvPr id="25" name="Line 7"/>
          <p:cNvSpPr>
            <a:spLocks noChangeShapeType="1"/>
          </p:cNvSpPr>
          <p:nvPr/>
        </p:nvSpPr>
        <p:spPr bwMode="auto">
          <a:xfrm>
            <a:off x="2751935" y="4116777"/>
            <a:ext cx="579155" cy="116222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defTabSz="914400">
              <a:defRPr/>
            </a:pPr>
            <a:endParaRPr lang="en-SG" sz="1400" kern="0">
              <a:solidFill>
                <a:srgbClr val="000000"/>
              </a:solidFill>
              <a:latin typeface="Arial"/>
              <a:cs typeface="Arial"/>
              <a:sym typeface="Arial"/>
            </a:endParaRPr>
          </a:p>
        </p:txBody>
      </p:sp>
    </p:spTree>
    <p:extLst>
      <p:ext uri="{BB962C8B-B14F-4D97-AF65-F5344CB8AC3E}">
        <p14:creationId xmlns:p14="http://schemas.microsoft.com/office/powerpoint/2010/main" val="177557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5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5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par>
                                <p:cTn id="17" presetID="2" presetClass="entr" presetSubtype="4" fill="hold" nodeType="withEffect">
                                  <p:stCondLst>
                                    <p:cond delay="0"/>
                                  </p:stCondLst>
                                  <p:childTnLst>
                                    <p:set>
                                      <p:cBhvr>
                                        <p:cTn id="18" dur="1" fill="hold">
                                          <p:stCondLst>
                                            <p:cond delay="0"/>
                                          </p:stCondLst>
                                        </p:cTn>
                                        <p:tgtEl>
                                          <p:spTgt spid="30"/>
                                        </p:tgtEl>
                                        <p:attrNameLst>
                                          <p:attrName>style.visibility</p:attrName>
                                        </p:attrNameLst>
                                      </p:cBhvr>
                                      <p:to>
                                        <p:strVal val="visible"/>
                                      </p:to>
                                    </p:set>
                                    <p:anim calcmode="lin" valueType="num">
                                      <p:cBhvr additive="base">
                                        <p:cTn id="19" dur="500" fill="hold"/>
                                        <p:tgtEl>
                                          <p:spTgt spid="30"/>
                                        </p:tgtEl>
                                        <p:attrNameLst>
                                          <p:attrName>ppt_x</p:attrName>
                                        </p:attrNameLst>
                                      </p:cBhvr>
                                      <p:tavLst>
                                        <p:tav tm="0">
                                          <p:val>
                                            <p:strVal val="#ppt_x"/>
                                          </p:val>
                                        </p:tav>
                                        <p:tav tm="100000">
                                          <p:val>
                                            <p:strVal val="#ppt_x"/>
                                          </p:val>
                                        </p:tav>
                                      </p:tavLst>
                                    </p:anim>
                                    <p:anim calcmode="lin" valueType="num">
                                      <p:cBhvr additive="base">
                                        <p:cTn id="20" dur="500" fill="hold"/>
                                        <p:tgtEl>
                                          <p:spTgt spid="30"/>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anim calcmode="lin" valueType="num">
                                      <p:cBhvr additive="base">
                                        <p:cTn id="23" dur="500" fill="hold"/>
                                        <p:tgtEl>
                                          <p:spTgt spid="26"/>
                                        </p:tgtEl>
                                        <p:attrNameLst>
                                          <p:attrName>ppt_x</p:attrName>
                                        </p:attrNameLst>
                                      </p:cBhvr>
                                      <p:tavLst>
                                        <p:tav tm="0">
                                          <p:val>
                                            <p:strVal val="#ppt_x"/>
                                          </p:val>
                                        </p:tav>
                                        <p:tav tm="100000">
                                          <p:val>
                                            <p:strVal val="#ppt_x"/>
                                          </p:val>
                                        </p:tav>
                                      </p:tavLst>
                                    </p:anim>
                                    <p:anim calcmode="lin" valueType="num">
                                      <p:cBhvr additive="base">
                                        <p:cTn id="24" dur="500" fill="hold"/>
                                        <p:tgtEl>
                                          <p:spTgt spid="26"/>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1518"/>
                                        </p:tgtEl>
                                        <p:attrNameLst>
                                          <p:attrName>style.visibility</p:attrName>
                                        </p:attrNameLst>
                                      </p:cBhvr>
                                      <p:to>
                                        <p:strVal val="visible"/>
                                      </p:to>
                                    </p:set>
                                    <p:anim calcmode="lin" valueType="num">
                                      <p:cBhvr additive="base">
                                        <p:cTn id="27" dur="500" fill="hold"/>
                                        <p:tgtEl>
                                          <p:spTgt spid="21518"/>
                                        </p:tgtEl>
                                        <p:attrNameLst>
                                          <p:attrName>ppt_x</p:attrName>
                                        </p:attrNameLst>
                                      </p:cBhvr>
                                      <p:tavLst>
                                        <p:tav tm="0">
                                          <p:val>
                                            <p:strVal val="#ppt_x"/>
                                          </p:val>
                                        </p:tav>
                                        <p:tav tm="100000">
                                          <p:val>
                                            <p:strVal val="#ppt_x"/>
                                          </p:val>
                                        </p:tav>
                                      </p:tavLst>
                                    </p:anim>
                                    <p:anim calcmode="lin" valueType="num">
                                      <p:cBhvr additive="base">
                                        <p:cTn id="28" dur="500" fill="hold"/>
                                        <p:tgtEl>
                                          <p:spTgt spid="21518"/>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1514"/>
                                        </p:tgtEl>
                                        <p:attrNameLst>
                                          <p:attrName>style.visibility</p:attrName>
                                        </p:attrNameLst>
                                      </p:cBhvr>
                                      <p:to>
                                        <p:strVal val="visible"/>
                                      </p:to>
                                    </p:set>
                                    <p:anim calcmode="lin" valueType="num">
                                      <p:cBhvr additive="base">
                                        <p:cTn id="31" dur="500" fill="hold"/>
                                        <p:tgtEl>
                                          <p:spTgt spid="21514"/>
                                        </p:tgtEl>
                                        <p:attrNameLst>
                                          <p:attrName>ppt_x</p:attrName>
                                        </p:attrNameLst>
                                      </p:cBhvr>
                                      <p:tavLst>
                                        <p:tav tm="0">
                                          <p:val>
                                            <p:strVal val="#ppt_x"/>
                                          </p:val>
                                        </p:tav>
                                        <p:tav tm="100000">
                                          <p:val>
                                            <p:strVal val="#ppt_x"/>
                                          </p:val>
                                        </p:tav>
                                      </p:tavLst>
                                    </p:anim>
                                    <p:anim calcmode="lin" valueType="num">
                                      <p:cBhvr additive="base">
                                        <p:cTn id="32" dur="500" fill="hold"/>
                                        <p:tgtEl>
                                          <p:spTgt spid="21514"/>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anim calcmode="lin" valueType="num">
                                      <p:cBhvr additive="base">
                                        <p:cTn id="35" dur="500" fill="hold"/>
                                        <p:tgtEl>
                                          <p:spTgt spid="31"/>
                                        </p:tgtEl>
                                        <p:attrNameLst>
                                          <p:attrName>ppt_x</p:attrName>
                                        </p:attrNameLst>
                                      </p:cBhvr>
                                      <p:tavLst>
                                        <p:tav tm="0">
                                          <p:val>
                                            <p:strVal val="#ppt_x"/>
                                          </p:val>
                                        </p:tav>
                                        <p:tav tm="100000">
                                          <p:val>
                                            <p:strVal val="#ppt_x"/>
                                          </p:val>
                                        </p:tav>
                                      </p:tavLst>
                                    </p:anim>
                                    <p:anim calcmode="lin" valueType="num">
                                      <p:cBhvr additive="base">
                                        <p:cTn id="36" dur="500" fill="hold"/>
                                        <p:tgtEl>
                                          <p:spTgt spid="31"/>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21513"/>
                                        </p:tgtEl>
                                        <p:attrNameLst>
                                          <p:attrName>style.visibility</p:attrName>
                                        </p:attrNameLst>
                                      </p:cBhvr>
                                      <p:to>
                                        <p:strVal val="visible"/>
                                      </p:to>
                                    </p:set>
                                    <p:anim calcmode="lin" valueType="num">
                                      <p:cBhvr additive="base">
                                        <p:cTn id="39" dur="500" fill="hold"/>
                                        <p:tgtEl>
                                          <p:spTgt spid="21513"/>
                                        </p:tgtEl>
                                        <p:attrNameLst>
                                          <p:attrName>ppt_x</p:attrName>
                                        </p:attrNameLst>
                                      </p:cBhvr>
                                      <p:tavLst>
                                        <p:tav tm="0">
                                          <p:val>
                                            <p:strVal val="#ppt_x"/>
                                          </p:val>
                                        </p:tav>
                                        <p:tav tm="100000">
                                          <p:val>
                                            <p:strVal val="#ppt_x"/>
                                          </p:val>
                                        </p:tav>
                                      </p:tavLst>
                                    </p:anim>
                                    <p:anim calcmode="lin" valueType="num">
                                      <p:cBhvr additive="base">
                                        <p:cTn id="40" dur="500" fill="hold"/>
                                        <p:tgtEl>
                                          <p:spTgt spid="21513"/>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2"/>
                                        </p:tgtEl>
                                        <p:attrNameLst>
                                          <p:attrName>style.visibility</p:attrName>
                                        </p:attrNameLst>
                                      </p:cBhvr>
                                      <p:to>
                                        <p:strVal val="visible"/>
                                      </p:to>
                                    </p:set>
                                    <p:anim calcmode="lin" valueType="num">
                                      <p:cBhvr additive="base">
                                        <p:cTn id="43" dur="500" fill="hold"/>
                                        <p:tgtEl>
                                          <p:spTgt spid="32"/>
                                        </p:tgtEl>
                                        <p:attrNameLst>
                                          <p:attrName>ppt_x</p:attrName>
                                        </p:attrNameLst>
                                      </p:cBhvr>
                                      <p:tavLst>
                                        <p:tav tm="0">
                                          <p:val>
                                            <p:strVal val="#ppt_x"/>
                                          </p:val>
                                        </p:tav>
                                        <p:tav tm="100000">
                                          <p:val>
                                            <p:strVal val="#ppt_x"/>
                                          </p:val>
                                        </p:tav>
                                      </p:tavLst>
                                    </p:anim>
                                    <p:anim calcmode="lin" valueType="num">
                                      <p:cBhvr additive="base">
                                        <p:cTn id="44" dur="500" fill="hold"/>
                                        <p:tgtEl>
                                          <p:spTgt spid="32"/>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28"/>
                                        </p:tgtEl>
                                        <p:attrNameLst>
                                          <p:attrName>style.visibility</p:attrName>
                                        </p:attrNameLst>
                                      </p:cBhvr>
                                      <p:to>
                                        <p:strVal val="visible"/>
                                      </p:to>
                                    </p:set>
                                    <p:anim calcmode="lin" valueType="num">
                                      <p:cBhvr additive="base">
                                        <p:cTn id="47" dur="500" fill="hold"/>
                                        <p:tgtEl>
                                          <p:spTgt spid="28"/>
                                        </p:tgtEl>
                                        <p:attrNameLst>
                                          <p:attrName>ppt_x</p:attrName>
                                        </p:attrNameLst>
                                      </p:cBhvr>
                                      <p:tavLst>
                                        <p:tav tm="0">
                                          <p:val>
                                            <p:strVal val="#ppt_x"/>
                                          </p:val>
                                        </p:tav>
                                        <p:tav tm="100000">
                                          <p:val>
                                            <p:strVal val="#ppt_x"/>
                                          </p:val>
                                        </p:tav>
                                      </p:tavLst>
                                    </p:anim>
                                    <p:anim calcmode="lin" valueType="num">
                                      <p:cBhvr additive="base">
                                        <p:cTn id="48" dur="500" fill="hold"/>
                                        <p:tgtEl>
                                          <p:spTgt spid="28"/>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35"/>
                                        </p:tgtEl>
                                        <p:attrNameLst>
                                          <p:attrName>style.visibility</p:attrName>
                                        </p:attrNameLst>
                                      </p:cBhvr>
                                      <p:to>
                                        <p:strVal val="visible"/>
                                      </p:to>
                                    </p:set>
                                    <p:anim calcmode="lin" valueType="num">
                                      <p:cBhvr additive="base">
                                        <p:cTn id="51" dur="500" fill="hold"/>
                                        <p:tgtEl>
                                          <p:spTgt spid="35"/>
                                        </p:tgtEl>
                                        <p:attrNameLst>
                                          <p:attrName>ppt_x</p:attrName>
                                        </p:attrNameLst>
                                      </p:cBhvr>
                                      <p:tavLst>
                                        <p:tav tm="0">
                                          <p:val>
                                            <p:strVal val="#ppt_x"/>
                                          </p:val>
                                        </p:tav>
                                        <p:tav tm="100000">
                                          <p:val>
                                            <p:strVal val="#ppt_x"/>
                                          </p:val>
                                        </p:tav>
                                      </p:tavLst>
                                    </p:anim>
                                    <p:anim calcmode="lin" valueType="num">
                                      <p:cBhvr additive="base">
                                        <p:cTn id="52" dur="500" fill="hold"/>
                                        <p:tgtEl>
                                          <p:spTgt spid="35"/>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24"/>
                                        </p:tgtEl>
                                        <p:attrNameLst>
                                          <p:attrName>style.visibility</p:attrName>
                                        </p:attrNameLst>
                                      </p:cBhvr>
                                      <p:to>
                                        <p:strVal val="visible"/>
                                      </p:to>
                                    </p:set>
                                    <p:anim calcmode="lin" valueType="num">
                                      <p:cBhvr additive="base">
                                        <p:cTn id="55" dur="500" fill="hold"/>
                                        <p:tgtEl>
                                          <p:spTgt spid="24"/>
                                        </p:tgtEl>
                                        <p:attrNameLst>
                                          <p:attrName>ppt_x</p:attrName>
                                        </p:attrNameLst>
                                      </p:cBhvr>
                                      <p:tavLst>
                                        <p:tav tm="0">
                                          <p:val>
                                            <p:strVal val="#ppt_x"/>
                                          </p:val>
                                        </p:tav>
                                        <p:tav tm="100000">
                                          <p:val>
                                            <p:strVal val="#ppt_x"/>
                                          </p:val>
                                        </p:tav>
                                      </p:tavLst>
                                    </p:anim>
                                    <p:anim calcmode="lin" valueType="num">
                                      <p:cBhvr additive="base">
                                        <p:cTn id="56" dur="500" fill="hold"/>
                                        <p:tgtEl>
                                          <p:spTgt spid="24"/>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23"/>
                                        </p:tgtEl>
                                        <p:attrNameLst>
                                          <p:attrName>style.visibility</p:attrName>
                                        </p:attrNameLst>
                                      </p:cBhvr>
                                      <p:to>
                                        <p:strVal val="visible"/>
                                      </p:to>
                                    </p:set>
                                    <p:anim calcmode="lin" valueType="num">
                                      <p:cBhvr additive="base">
                                        <p:cTn id="59" dur="500" fill="hold"/>
                                        <p:tgtEl>
                                          <p:spTgt spid="23"/>
                                        </p:tgtEl>
                                        <p:attrNameLst>
                                          <p:attrName>ppt_x</p:attrName>
                                        </p:attrNameLst>
                                      </p:cBhvr>
                                      <p:tavLst>
                                        <p:tav tm="0">
                                          <p:val>
                                            <p:strVal val="#ppt_x"/>
                                          </p:val>
                                        </p:tav>
                                        <p:tav tm="100000">
                                          <p:val>
                                            <p:strVal val="#ppt_x"/>
                                          </p:val>
                                        </p:tav>
                                      </p:tavLst>
                                    </p:anim>
                                    <p:anim calcmode="lin" valueType="num">
                                      <p:cBhvr additive="base">
                                        <p:cTn id="60" dur="500" fill="hold"/>
                                        <p:tgtEl>
                                          <p:spTgt spid="23"/>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25"/>
                                        </p:tgtEl>
                                        <p:attrNameLst>
                                          <p:attrName>style.visibility</p:attrName>
                                        </p:attrNameLst>
                                      </p:cBhvr>
                                      <p:to>
                                        <p:strVal val="visible"/>
                                      </p:to>
                                    </p:set>
                                    <p:anim calcmode="lin" valueType="num">
                                      <p:cBhvr additive="base">
                                        <p:cTn id="63" dur="500" fill="hold"/>
                                        <p:tgtEl>
                                          <p:spTgt spid="25"/>
                                        </p:tgtEl>
                                        <p:attrNameLst>
                                          <p:attrName>ppt_x</p:attrName>
                                        </p:attrNameLst>
                                      </p:cBhvr>
                                      <p:tavLst>
                                        <p:tav tm="0">
                                          <p:val>
                                            <p:strVal val="#ppt_x"/>
                                          </p:val>
                                        </p:tav>
                                        <p:tav tm="100000">
                                          <p:val>
                                            <p:strVal val="#ppt_x"/>
                                          </p:val>
                                        </p:tav>
                                      </p:tavLst>
                                    </p:anim>
                                    <p:anim calcmode="lin" valueType="num">
                                      <p:cBhvr additive="base">
                                        <p:cTn id="64"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13" grpId="0" animBg="1"/>
      <p:bldP spid="21514" grpId="0"/>
      <p:bldP spid="21518" grpId="0" animBg="1"/>
      <p:bldP spid="21520" grpId="0"/>
      <p:bldP spid="26" grpId="0"/>
      <p:bldP spid="28" grpId="0"/>
      <p:bldP spid="33" grpId="0"/>
      <p:bldP spid="35" grpId="0" animBg="1"/>
      <p:bldP spid="36" grpId="0" animBg="1"/>
      <p:bldP spid="24" grpId="0"/>
      <p:bldP spid="2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altLang="en-US" sz="3200"/>
              <a:t>Authentication in the Web</a:t>
            </a:r>
            <a:endParaRPr lang="en-SG" sz="3200"/>
          </a:p>
        </p:txBody>
      </p:sp>
      <p:sp>
        <p:nvSpPr>
          <p:cNvPr id="6" name="Content Placeholder 5">
            <a:extLst>
              <a:ext uri="{FF2B5EF4-FFF2-40B4-BE49-F238E27FC236}">
                <a16:creationId xmlns:a16="http://schemas.microsoft.com/office/drawing/2014/main" id="{4F83C36B-ECDC-714A-BB1B-FF8C7C72D1B8}"/>
              </a:ext>
            </a:extLst>
          </p:cNvPr>
          <p:cNvSpPr>
            <a:spLocks noGrp="1"/>
          </p:cNvSpPr>
          <p:nvPr>
            <p:ph idx="1"/>
          </p:nvPr>
        </p:nvSpPr>
        <p:spPr>
          <a:xfrm>
            <a:off x="513349" y="1268243"/>
            <a:ext cx="6396895" cy="4723318"/>
          </a:xfrm>
        </p:spPr>
        <p:txBody>
          <a:bodyPr>
            <a:normAutofit/>
          </a:bodyPr>
          <a:lstStyle/>
          <a:p>
            <a:pPr>
              <a:spcBef>
                <a:spcPts val="600"/>
              </a:spcBef>
            </a:pPr>
            <a:r>
              <a:rPr lang="en-GB" altLang="en-US" sz="2400"/>
              <a:t>Authentication to a single server is ‘easy’: there is a choice of reasonably secure authentication protocols.</a:t>
            </a:r>
          </a:p>
          <a:p>
            <a:pPr>
              <a:spcBef>
                <a:spcPts val="600"/>
              </a:spcBef>
            </a:pPr>
            <a:r>
              <a:rPr lang="en-GB" altLang="en-US" sz="2400"/>
              <a:t>Authentication to lots of servers is ‘difficult’</a:t>
            </a:r>
          </a:p>
          <a:p>
            <a:pPr lvl="1">
              <a:spcBef>
                <a:spcPts val="600"/>
              </a:spcBef>
            </a:pPr>
            <a:r>
              <a:rPr lang="en-GB" altLang="en-US" sz="2400"/>
              <a:t>A separate user account on each server?</a:t>
            </a:r>
          </a:p>
          <a:p>
            <a:pPr lvl="1">
              <a:spcBef>
                <a:spcPts val="600"/>
              </a:spcBef>
            </a:pPr>
            <a:r>
              <a:rPr lang="en-GB" altLang="en-US" sz="2400"/>
              <a:t>A separate password for each server?</a:t>
            </a:r>
          </a:p>
          <a:p>
            <a:pPr>
              <a:spcBef>
                <a:spcPts val="600"/>
              </a:spcBef>
            </a:pPr>
            <a:r>
              <a:rPr lang="en-GB" altLang="en-US" sz="2400"/>
              <a:t>Solution: </a:t>
            </a:r>
            <a:r>
              <a:rPr lang="en-GB" altLang="en-US" sz="2400">
                <a:solidFill>
                  <a:srgbClr val="C00000"/>
                </a:solidFill>
              </a:rPr>
              <a:t>Authenticate to a dedicated authentication server</a:t>
            </a:r>
          </a:p>
          <a:p>
            <a:pPr lvl="1">
              <a:spcBef>
                <a:spcPts val="600"/>
              </a:spcBef>
            </a:pPr>
            <a:r>
              <a:rPr lang="en-GB" altLang="en-US" sz="2400"/>
              <a:t>Authentication server issues </a:t>
            </a:r>
            <a:r>
              <a:rPr lang="en-GB" altLang="en-US" sz="2400">
                <a:solidFill>
                  <a:srgbClr val="C00000"/>
                </a:solidFill>
              </a:rPr>
              <a:t>credentials </a:t>
            </a:r>
            <a:r>
              <a:rPr lang="en-GB" altLang="en-US" sz="2400"/>
              <a:t>that can be presented as ‘proof of authentication’</a:t>
            </a:r>
          </a:p>
        </p:txBody>
      </p:sp>
      <p:pic>
        <p:nvPicPr>
          <p:cNvPr id="3" name="Picture 5" descr="j0292020">
            <a:extLst>
              <a:ext uri="{FF2B5EF4-FFF2-40B4-BE49-F238E27FC236}">
                <a16:creationId xmlns:a16="http://schemas.microsoft.com/office/drawing/2014/main" id="{85333A63-4817-AFF0-34F8-CB613E69C6F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87045" y="2560638"/>
            <a:ext cx="914400" cy="86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8">
            <a:extLst>
              <a:ext uri="{FF2B5EF4-FFF2-40B4-BE49-F238E27FC236}">
                <a16:creationId xmlns:a16="http://schemas.microsoft.com/office/drawing/2014/main" id="{F77FDE26-2276-4DB6-0DFB-74425C8A6A64}"/>
              </a:ext>
            </a:extLst>
          </p:cNvPr>
          <p:cNvSpPr txBox="1">
            <a:spLocks noChangeArrowheads="1"/>
          </p:cNvSpPr>
          <p:nvPr/>
        </p:nvSpPr>
        <p:spPr bwMode="auto">
          <a:xfrm>
            <a:off x="6987045" y="3473381"/>
            <a:ext cx="1143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defTabSz="914400" eaLnBrk="1" hangingPunct="1">
              <a:spcBef>
                <a:spcPct val="50000"/>
              </a:spcBef>
              <a:defRPr/>
            </a:pPr>
            <a:r>
              <a:rPr lang="en-US" altLang="en-US" kern="0">
                <a:solidFill>
                  <a:srgbClr val="000000"/>
                </a:solidFill>
                <a:cs typeface="Arial"/>
                <a:sym typeface="Arial"/>
              </a:rPr>
              <a:t>Bob</a:t>
            </a:r>
          </a:p>
        </p:txBody>
      </p:sp>
      <p:sp>
        <p:nvSpPr>
          <p:cNvPr id="7" name="Text Box 9">
            <a:extLst>
              <a:ext uri="{FF2B5EF4-FFF2-40B4-BE49-F238E27FC236}">
                <a16:creationId xmlns:a16="http://schemas.microsoft.com/office/drawing/2014/main" id="{2F5C7218-8A0D-051D-C9A5-3400FA4EC39E}"/>
              </a:ext>
            </a:extLst>
          </p:cNvPr>
          <p:cNvSpPr txBox="1">
            <a:spLocks noChangeArrowheads="1"/>
          </p:cNvSpPr>
          <p:nvPr/>
        </p:nvSpPr>
        <p:spPr bwMode="auto">
          <a:xfrm>
            <a:off x="10676597" y="2714638"/>
            <a:ext cx="1600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defTabSz="914400" eaLnBrk="1" hangingPunct="1">
              <a:spcBef>
                <a:spcPct val="50000"/>
              </a:spcBef>
              <a:defRPr/>
            </a:pPr>
            <a:r>
              <a:rPr lang="en-US" altLang="en-US" kern="0">
                <a:solidFill>
                  <a:srgbClr val="000000"/>
                </a:solidFill>
                <a:cs typeface="Arial"/>
                <a:sym typeface="Arial"/>
              </a:rPr>
              <a:t>Zoom</a:t>
            </a:r>
          </a:p>
        </p:txBody>
      </p:sp>
      <p:sp>
        <p:nvSpPr>
          <p:cNvPr id="8" name="Text Box 9">
            <a:extLst>
              <a:ext uri="{FF2B5EF4-FFF2-40B4-BE49-F238E27FC236}">
                <a16:creationId xmlns:a16="http://schemas.microsoft.com/office/drawing/2014/main" id="{17F84485-857A-FA3B-2091-8988F05B795C}"/>
              </a:ext>
            </a:extLst>
          </p:cNvPr>
          <p:cNvSpPr txBox="1">
            <a:spLocks noChangeArrowheads="1"/>
          </p:cNvSpPr>
          <p:nvPr/>
        </p:nvSpPr>
        <p:spPr bwMode="auto">
          <a:xfrm>
            <a:off x="10591800" y="1393038"/>
            <a:ext cx="160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defTabSz="914400" eaLnBrk="1" hangingPunct="1">
              <a:spcBef>
                <a:spcPct val="50000"/>
              </a:spcBef>
              <a:defRPr/>
            </a:pPr>
            <a:r>
              <a:rPr lang="en-US" altLang="en-US" kern="0">
                <a:solidFill>
                  <a:srgbClr val="000000"/>
                </a:solidFill>
                <a:cs typeface="Arial"/>
                <a:sym typeface="Arial"/>
              </a:rPr>
              <a:t>Telegram</a:t>
            </a:r>
          </a:p>
        </p:txBody>
      </p:sp>
      <p:sp>
        <p:nvSpPr>
          <p:cNvPr id="9" name="Text Box 9">
            <a:extLst>
              <a:ext uri="{FF2B5EF4-FFF2-40B4-BE49-F238E27FC236}">
                <a16:creationId xmlns:a16="http://schemas.microsoft.com/office/drawing/2014/main" id="{AFF7E217-F441-2BB5-AA53-978E5D9C74F3}"/>
              </a:ext>
            </a:extLst>
          </p:cNvPr>
          <p:cNvSpPr txBox="1">
            <a:spLocks noChangeArrowheads="1"/>
          </p:cNvSpPr>
          <p:nvPr/>
        </p:nvSpPr>
        <p:spPr bwMode="auto">
          <a:xfrm>
            <a:off x="10579175" y="3822834"/>
            <a:ext cx="21989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defTabSz="914400" eaLnBrk="1" hangingPunct="1">
              <a:spcBef>
                <a:spcPct val="50000"/>
              </a:spcBef>
              <a:defRPr/>
            </a:pPr>
            <a:r>
              <a:rPr lang="en-US" altLang="en-US" kern="0">
                <a:solidFill>
                  <a:srgbClr val="000000"/>
                </a:solidFill>
                <a:cs typeface="Arial"/>
                <a:sym typeface="Arial"/>
              </a:rPr>
              <a:t>Google</a:t>
            </a:r>
          </a:p>
        </p:txBody>
      </p:sp>
      <p:pic>
        <p:nvPicPr>
          <p:cNvPr id="10" name="Picture 9">
            <a:extLst>
              <a:ext uri="{FF2B5EF4-FFF2-40B4-BE49-F238E27FC236}">
                <a16:creationId xmlns:a16="http://schemas.microsoft.com/office/drawing/2014/main" id="{FBD9FC99-0000-A755-00C3-252E0F08BD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90688" y="1245147"/>
            <a:ext cx="758010" cy="908941"/>
          </a:xfrm>
          <a:prstGeom prst="rect">
            <a:avLst/>
          </a:prstGeom>
        </p:spPr>
      </p:pic>
      <p:pic>
        <p:nvPicPr>
          <p:cNvPr id="11" name="Picture 10">
            <a:extLst>
              <a:ext uri="{FF2B5EF4-FFF2-40B4-BE49-F238E27FC236}">
                <a16:creationId xmlns:a16="http://schemas.microsoft.com/office/drawing/2014/main" id="{654E3A24-1BF6-859D-2439-8749B4DEFD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34347" y="2381678"/>
            <a:ext cx="758010" cy="908941"/>
          </a:xfrm>
          <a:prstGeom prst="rect">
            <a:avLst/>
          </a:prstGeom>
        </p:spPr>
      </p:pic>
      <p:pic>
        <p:nvPicPr>
          <p:cNvPr id="12" name="Picture 11">
            <a:extLst>
              <a:ext uri="{FF2B5EF4-FFF2-40B4-BE49-F238E27FC236}">
                <a16:creationId xmlns:a16="http://schemas.microsoft.com/office/drawing/2014/main" id="{469B89FA-D727-A451-B64F-8DCC8D6CB9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85396" y="3701981"/>
            <a:ext cx="758010" cy="908941"/>
          </a:xfrm>
          <a:prstGeom prst="rect">
            <a:avLst/>
          </a:prstGeom>
        </p:spPr>
      </p:pic>
      <p:sp>
        <p:nvSpPr>
          <p:cNvPr id="13" name="Text Box 9">
            <a:extLst>
              <a:ext uri="{FF2B5EF4-FFF2-40B4-BE49-F238E27FC236}">
                <a16:creationId xmlns:a16="http://schemas.microsoft.com/office/drawing/2014/main" id="{81B7DEEB-90EC-0A70-FFB4-56EED706C10D}"/>
              </a:ext>
            </a:extLst>
          </p:cNvPr>
          <p:cNvSpPr txBox="1">
            <a:spLocks noChangeArrowheads="1"/>
          </p:cNvSpPr>
          <p:nvPr/>
        </p:nvSpPr>
        <p:spPr bwMode="auto">
          <a:xfrm>
            <a:off x="10615811" y="5204157"/>
            <a:ext cx="168077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defTabSz="914400" eaLnBrk="1" hangingPunct="1">
              <a:spcBef>
                <a:spcPct val="50000"/>
              </a:spcBef>
              <a:defRPr/>
            </a:pPr>
            <a:r>
              <a:rPr lang="en-US" altLang="en-US" kern="0">
                <a:solidFill>
                  <a:srgbClr val="000000"/>
                </a:solidFill>
                <a:cs typeface="Arial"/>
                <a:sym typeface="Arial"/>
              </a:rPr>
              <a:t>Amazon</a:t>
            </a:r>
          </a:p>
        </p:txBody>
      </p:sp>
      <p:pic>
        <p:nvPicPr>
          <p:cNvPr id="14" name="Picture 13">
            <a:extLst>
              <a:ext uri="{FF2B5EF4-FFF2-40B4-BE49-F238E27FC236}">
                <a16:creationId xmlns:a16="http://schemas.microsoft.com/office/drawing/2014/main" id="{BFC94C5A-66A1-6898-822E-67889340D4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34347" y="4749687"/>
            <a:ext cx="758010" cy="908941"/>
          </a:xfrm>
          <a:prstGeom prst="rect">
            <a:avLst/>
          </a:prstGeom>
        </p:spPr>
      </p:pic>
      <p:pic>
        <p:nvPicPr>
          <p:cNvPr id="15" name="Picture 14">
            <a:extLst>
              <a:ext uri="{FF2B5EF4-FFF2-40B4-BE49-F238E27FC236}">
                <a16:creationId xmlns:a16="http://schemas.microsoft.com/office/drawing/2014/main" id="{7357B319-54CA-D484-17BC-92EA7F5AA0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65748" y="5135462"/>
            <a:ext cx="758010" cy="908941"/>
          </a:xfrm>
          <a:prstGeom prst="rect">
            <a:avLst/>
          </a:prstGeom>
        </p:spPr>
      </p:pic>
      <p:sp>
        <p:nvSpPr>
          <p:cNvPr id="16" name="Text Box 9">
            <a:extLst>
              <a:ext uri="{FF2B5EF4-FFF2-40B4-BE49-F238E27FC236}">
                <a16:creationId xmlns:a16="http://schemas.microsoft.com/office/drawing/2014/main" id="{86438A83-6902-0D37-CE8C-E5BBB8FFE17B}"/>
              </a:ext>
            </a:extLst>
          </p:cNvPr>
          <p:cNvSpPr txBox="1">
            <a:spLocks noChangeArrowheads="1"/>
          </p:cNvSpPr>
          <p:nvPr/>
        </p:nvSpPr>
        <p:spPr bwMode="auto">
          <a:xfrm>
            <a:off x="8790074" y="5777653"/>
            <a:ext cx="23783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defTabSz="914400" eaLnBrk="1" hangingPunct="1">
              <a:spcBef>
                <a:spcPct val="50000"/>
              </a:spcBef>
              <a:defRPr/>
            </a:pPr>
            <a:r>
              <a:rPr lang="en-US" altLang="en-US" kern="0" err="1">
                <a:solidFill>
                  <a:srgbClr val="000000"/>
                </a:solidFill>
                <a:cs typeface="Arial"/>
                <a:sym typeface="Arial"/>
              </a:rPr>
              <a:t>Tripvisor</a:t>
            </a:r>
            <a:endParaRPr lang="en-US" altLang="en-US" kern="0">
              <a:solidFill>
                <a:srgbClr val="000000"/>
              </a:solidFill>
              <a:cs typeface="Arial"/>
              <a:sym typeface="Arial"/>
            </a:endParaRPr>
          </a:p>
        </p:txBody>
      </p:sp>
      <p:sp>
        <p:nvSpPr>
          <p:cNvPr id="21" name="Line 7">
            <a:extLst>
              <a:ext uri="{FF2B5EF4-FFF2-40B4-BE49-F238E27FC236}">
                <a16:creationId xmlns:a16="http://schemas.microsoft.com/office/drawing/2014/main" id="{176FB0EB-0A70-CFBD-83E2-3DD52F41559C}"/>
              </a:ext>
            </a:extLst>
          </p:cNvPr>
          <p:cNvSpPr>
            <a:spLocks noChangeShapeType="1"/>
          </p:cNvSpPr>
          <p:nvPr/>
        </p:nvSpPr>
        <p:spPr bwMode="auto">
          <a:xfrm flipV="1">
            <a:off x="8092051" y="2100428"/>
            <a:ext cx="1593345" cy="791839"/>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defTabSz="914400">
              <a:defRPr/>
            </a:pPr>
            <a:endParaRPr lang="en-SG" sz="1400" kern="0">
              <a:solidFill>
                <a:srgbClr val="000000"/>
              </a:solidFill>
              <a:latin typeface="Arial"/>
              <a:cs typeface="Arial"/>
              <a:sym typeface="Arial"/>
            </a:endParaRPr>
          </a:p>
        </p:txBody>
      </p:sp>
      <p:sp>
        <p:nvSpPr>
          <p:cNvPr id="22" name="Line 7">
            <a:extLst>
              <a:ext uri="{FF2B5EF4-FFF2-40B4-BE49-F238E27FC236}">
                <a16:creationId xmlns:a16="http://schemas.microsoft.com/office/drawing/2014/main" id="{5778084D-6B98-474A-099C-11FEF7D8E4CD}"/>
              </a:ext>
            </a:extLst>
          </p:cNvPr>
          <p:cNvSpPr>
            <a:spLocks noChangeShapeType="1"/>
          </p:cNvSpPr>
          <p:nvPr/>
        </p:nvSpPr>
        <p:spPr bwMode="auto">
          <a:xfrm>
            <a:off x="7739080" y="3822834"/>
            <a:ext cx="194687" cy="127125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defTabSz="914400">
              <a:defRPr/>
            </a:pPr>
            <a:endParaRPr lang="en-SG" sz="1400" kern="0">
              <a:solidFill>
                <a:srgbClr val="000000"/>
              </a:solidFill>
              <a:latin typeface="Arial"/>
              <a:cs typeface="Arial"/>
              <a:sym typeface="Arial"/>
            </a:endParaRPr>
          </a:p>
        </p:txBody>
      </p:sp>
      <p:sp>
        <p:nvSpPr>
          <p:cNvPr id="23" name="Line 7">
            <a:extLst>
              <a:ext uri="{FF2B5EF4-FFF2-40B4-BE49-F238E27FC236}">
                <a16:creationId xmlns:a16="http://schemas.microsoft.com/office/drawing/2014/main" id="{2FCDC179-057E-426B-B57D-EDB36D5D9BAD}"/>
              </a:ext>
            </a:extLst>
          </p:cNvPr>
          <p:cNvSpPr>
            <a:spLocks noChangeShapeType="1"/>
          </p:cNvSpPr>
          <p:nvPr/>
        </p:nvSpPr>
        <p:spPr bwMode="auto">
          <a:xfrm>
            <a:off x="7888031" y="3536085"/>
            <a:ext cx="1797365" cy="143281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defTabSz="914400">
              <a:defRPr/>
            </a:pPr>
            <a:endParaRPr lang="en-SG" sz="1400" kern="0">
              <a:solidFill>
                <a:srgbClr val="000000"/>
              </a:solidFill>
              <a:latin typeface="Arial"/>
              <a:cs typeface="Arial"/>
              <a:sym typeface="Arial"/>
            </a:endParaRPr>
          </a:p>
        </p:txBody>
      </p:sp>
      <p:sp>
        <p:nvSpPr>
          <p:cNvPr id="24" name="Line 7">
            <a:extLst>
              <a:ext uri="{FF2B5EF4-FFF2-40B4-BE49-F238E27FC236}">
                <a16:creationId xmlns:a16="http://schemas.microsoft.com/office/drawing/2014/main" id="{85EEE9B5-AF2C-C7BF-614A-9EB842A22703}"/>
              </a:ext>
            </a:extLst>
          </p:cNvPr>
          <p:cNvSpPr>
            <a:spLocks noChangeShapeType="1"/>
          </p:cNvSpPr>
          <p:nvPr/>
        </p:nvSpPr>
        <p:spPr bwMode="auto">
          <a:xfrm>
            <a:off x="8180307" y="3120867"/>
            <a:ext cx="1505089" cy="1787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defTabSz="914400">
              <a:defRPr/>
            </a:pPr>
            <a:endParaRPr lang="en-SG" sz="1400" kern="0">
              <a:solidFill>
                <a:srgbClr val="000000"/>
              </a:solidFill>
              <a:latin typeface="Arial"/>
              <a:cs typeface="Arial"/>
              <a:sym typeface="Arial"/>
            </a:endParaRPr>
          </a:p>
        </p:txBody>
      </p:sp>
      <p:sp>
        <p:nvSpPr>
          <p:cNvPr id="25" name="Line 7">
            <a:extLst>
              <a:ext uri="{FF2B5EF4-FFF2-40B4-BE49-F238E27FC236}">
                <a16:creationId xmlns:a16="http://schemas.microsoft.com/office/drawing/2014/main" id="{4F22D3F5-46A3-594B-45C2-64BF104C009F}"/>
              </a:ext>
            </a:extLst>
          </p:cNvPr>
          <p:cNvSpPr>
            <a:spLocks noChangeShapeType="1"/>
          </p:cNvSpPr>
          <p:nvPr/>
        </p:nvSpPr>
        <p:spPr bwMode="auto">
          <a:xfrm>
            <a:off x="8145784" y="3349468"/>
            <a:ext cx="1143000" cy="729806"/>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defTabSz="914400">
              <a:defRPr/>
            </a:pPr>
            <a:endParaRPr lang="en-SG" sz="1400" kern="0">
              <a:solidFill>
                <a:srgbClr val="000000"/>
              </a:solidFill>
              <a:latin typeface="Arial"/>
              <a:cs typeface="Arial"/>
              <a:sym typeface="Arial"/>
            </a:endParaRPr>
          </a:p>
        </p:txBody>
      </p:sp>
      <mc:AlternateContent xmlns:mc="http://schemas.openxmlformats.org/markup-compatibility/2006" xmlns:p14="http://schemas.microsoft.com/office/powerpoint/2010/main">
        <mc:Choice Requires="p14">
          <p:contentPart p14:bwMode="auto" r:id="rId4">
            <p14:nvContentPartPr>
              <p14:cNvPr id="30" name="Ink 29">
                <a:extLst>
                  <a:ext uri="{FF2B5EF4-FFF2-40B4-BE49-F238E27FC236}">
                    <a16:creationId xmlns:a16="http://schemas.microsoft.com/office/drawing/2014/main" id="{FA62DFC6-34A5-2275-1B0E-E1CBCF06736E}"/>
                  </a:ext>
                </a:extLst>
              </p14:cNvPr>
              <p14:cNvContentPartPr/>
              <p14:nvPr/>
            </p14:nvContentPartPr>
            <p14:xfrm>
              <a:off x="5554213" y="525324"/>
              <a:ext cx="898560" cy="231480"/>
            </p14:xfrm>
          </p:contentPart>
        </mc:Choice>
        <mc:Fallback xmlns="">
          <p:pic>
            <p:nvPicPr>
              <p:cNvPr id="30" name="Ink 29">
                <a:extLst>
                  <a:ext uri="{FF2B5EF4-FFF2-40B4-BE49-F238E27FC236}">
                    <a16:creationId xmlns:a16="http://schemas.microsoft.com/office/drawing/2014/main" id="{FA62DFC6-34A5-2275-1B0E-E1CBCF06736E}"/>
                  </a:ext>
                </a:extLst>
              </p:cNvPr>
              <p:cNvPicPr/>
              <p:nvPr/>
            </p:nvPicPr>
            <p:blipFill>
              <a:blip r:embed="rId5"/>
              <a:stretch>
                <a:fillRect/>
              </a:stretch>
            </p:blipFill>
            <p:spPr>
              <a:xfrm>
                <a:off x="5543769" y="514541"/>
                <a:ext cx="919809" cy="252687"/>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4" name="Ink 43">
                <a:extLst>
                  <a:ext uri="{FF2B5EF4-FFF2-40B4-BE49-F238E27FC236}">
                    <a16:creationId xmlns:a16="http://schemas.microsoft.com/office/drawing/2014/main" id="{3B70CA79-6BD9-B5D7-CF60-BA19B4D31679}"/>
                  </a:ext>
                </a:extLst>
              </p14:cNvPr>
              <p14:cNvContentPartPr/>
              <p14:nvPr/>
            </p14:nvContentPartPr>
            <p14:xfrm>
              <a:off x="7171009" y="567963"/>
              <a:ext cx="435240" cy="193320"/>
            </p14:xfrm>
          </p:contentPart>
        </mc:Choice>
        <mc:Fallback xmlns="">
          <p:pic>
            <p:nvPicPr>
              <p:cNvPr id="44" name="Ink 43">
                <a:extLst>
                  <a:ext uri="{FF2B5EF4-FFF2-40B4-BE49-F238E27FC236}">
                    <a16:creationId xmlns:a16="http://schemas.microsoft.com/office/drawing/2014/main" id="{3B70CA79-6BD9-B5D7-CF60-BA19B4D31679}"/>
                  </a:ext>
                </a:extLst>
              </p:cNvPr>
              <p:cNvPicPr/>
              <p:nvPr/>
            </p:nvPicPr>
            <p:blipFill>
              <a:blip r:embed="rId7"/>
              <a:stretch>
                <a:fillRect/>
              </a:stretch>
            </p:blipFill>
            <p:spPr>
              <a:xfrm>
                <a:off x="7160560" y="557163"/>
                <a:ext cx="456498" cy="2145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45" name="Ink 44">
                <a:extLst>
                  <a:ext uri="{FF2B5EF4-FFF2-40B4-BE49-F238E27FC236}">
                    <a16:creationId xmlns:a16="http://schemas.microsoft.com/office/drawing/2014/main" id="{88A79C8F-BD05-9488-09C8-FE33F6EE2CF5}"/>
                  </a:ext>
                </a:extLst>
              </p14:cNvPr>
              <p14:cNvContentPartPr/>
              <p14:nvPr/>
            </p14:nvContentPartPr>
            <p14:xfrm>
              <a:off x="6657289" y="529803"/>
              <a:ext cx="366480" cy="229680"/>
            </p14:xfrm>
          </p:contentPart>
        </mc:Choice>
        <mc:Fallback xmlns="">
          <p:pic>
            <p:nvPicPr>
              <p:cNvPr id="45" name="Ink 44">
                <a:extLst>
                  <a:ext uri="{FF2B5EF4-FFF2-40B4-BE49-F238E27FC236}">
                    <a16:creationId xmlns:a16="http://schemas.microsoft.com/office/drawing/2014/main" id="{88A79C8F-BD05-9488-09C8-FE33F6EE2CF5}"/>
                  </a:ext>
                </a:extLst>
              </p:cNvPr>
              <p:cNvPicPr/>
              <p:nvPr/>
            </p:nvPicPr>
            <p:blipFill>
              <a:blip r:embed="rId9"/>
              <a:stretch>
                <a:fillRect/>
              </a:stretch>
            </p:blipFill>
            <p:spPr>
              <a:xfrm>
                <a:off x="6646500" y="519003"/>
                <a:ext cx="387699" cy="2509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49" name="Ink 48">
                <a:extLst>
                  <a:ext uri="{FF2B5EF4-FFF2-40B4-BE49-F238E27FC236}">
                    <a16:creationId xmlns:a16="http://schemas.microsoft.com/office/drawing/2014/main" id="{95239C1B-5D9D-7C7F-D69F-775E9BAEC948}"/>
                  </a:ext>
                </a:extLst>
              </p14:cNvPr>
              <p14:cNvContentPartPr/>
              <p14:nvPr/>
            </p14:nvContentPartPr>
            <p14:xfrm>
              <a:off x="7770409" y="611523"/>
              <a:ext cx="279000" cy="164160"/>
            </p14:xfrm>
          </p:contentPart>
        </mc:Choice>
        <mc:Fallback xmlns="">
          <p:pic>
            <p:nvPicPr>
              <p:cNvPr id="49" name="Ink 48">
                <a:extLst>
                  <a:ext uri="{FF2B5EF4-FFF2-40B4-BE49-F238E27FC236}">
                    <a16:creationId xmlns:a16="http://schemas.microsoft.com/office/drawing/2014/main" id="{95239C1B-5D9D-7C7F-D69F-775E9BAEC948}"/>
                  </a:ext>
                </a:extLst>
              </p:cNvPr>
              <p:cNvPicPr/>
              <p:nvPr/>
            </p:nvPicPr>
            <p:blipFill>
              <a:blip r:embed="rId11"/>
              <a:stretch>
                <a:fillRect/>
              </a:stretch>
            </p:blipFill>
            <p:spPr>
              <a:xfrm>
                <a:off x="7759956" y="600723"/>
                <a:ext cx="300267"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0" name="Ink 69">
                <a:extLst>
                  <a:ext uri="{FF2B5EF4-FFF2-40B4-BE49-F238E27FC236}">
                    <a16:creationId xmlns:a16="http://schemas.microsoft.com/office/drawing/2014/main" id="{3E956F8B-C057-D278-BF11-F66526EC779C}"/>
                  </a:ext>
                </a:extLst>
              </p14:cNvPr>
              <p14:cNvContentPartPr/>
              <p14:nvPr/>
            </p14:nvContentPartPr>
            <p14:xfrm>
              <a:off x="9680209" y="641763"/>
              <a:ext cx="595800" cy="183600"/>
            </p14:xfrm>
          </p:contentPart>
        </mc:Choice>
        <mc:Fallback xmlns="">
          <p:pic>
            <p:nvPicPr>
              <p:cNvPr id="70" name="Ink 69">
                <a:extLst>
                  <a:ext uri="{FF2B5EF4-FFF2-40B4-BE49-F238E27FC236}">
                    <a16:creationId xmlns:a16="http://schemas.microsoft.com/office/drawing/2014/main" id="{3E956F8B-C057-D278-BF11-F66526EC779C}"/>
                  </a:ext>
                </a:extLst>
              </p:cNvPr>
              <p:cNvPicPr/>
              <p:nvPr/>
            </p:nvPicPr>
            <p:blipFill>
              <a:blip r:embed="rId13"/>
              <a:stretch>
                <a:fillRect/>
              </a:stretch>
            </p:blipFill>
            <p:spPr>
              <a:xfrm>
                <a:off x="9669763" y="630963"/>
                <a:ext cx="617053" cy="2048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71" name="Ink 70">
                <a:extLst>
                  <a:ext uri="{FF2B5EF4-FFF2-40B4-BE49-F238E27FC236}">
                    <a16:creationId xmlns:a16="http://schemas.microsoft.com/office/drawing/2014/main" id="{A3757089-7108-0604-FC71-DAFFA7BEF467}"/>
                  </a:ext>
                </a:extLst>
              </p14:cNvPr>
              <p14:cNvContentPartPr/>
              <p14:nvPr/>
            </p14:nvContentPartPr>
            <p14:xfrm>
              <a:off x="8216449" y="582363"/>
              <a:ext cx="1309680" cy="228240"/>
            </p14:xfrm>
          </p:contentPart>
        </mc:Choice>
        <mc:Fallback xmlns="">
          <p:pic>
            <p:nvPicPr>
              <p:cNvPr id="71" name="Ink 70">
                <a:extLst>
                  <a:ext uri="{FF2B5EF4-FFF2-40B4-BE49-F238E27FC236}">
                    <a16:creationId xmlns:a16="http://schemas.microsoft.com/office/drawing/2014/main" id="{A3757089-7108-0604-FC71-DAFFA7BEF467}"/>
                  </a:ext>
                </a:extLst>
              </p:cNvPr>
              <p:cNvPicPr/>
              <p:nvPr/>
            </p:nvPicPr>
            <p:blipFill>
              <a:blip r:embed="rId15"/>
              <a:stretch>
                <a:fillRect/>
              </a:stretch>
            </p:blipFill>
            <p:spPr>
              <a:xfrm>
                <a:off x="8205649" y="571939"/>
                <a:ext cx="1330920" cy="249447"/>
              </a:xfrm>
              <a:prstGeom prst="rect">
                <a:avLst/>
              </a:prstGeom>
            </p:spPr>
          </p:pic>
        </mc:Fallback>
      </mc:AlternateContent>
    </p:spTree>
    <p:extLst>
      <p:ext uri="{BB962C8B-B14F-4D97-AF65-F5344CB8AC3E}">
        <p14:creationId xmlns:p14="http://schemas.microsoft.com/office/powerpoint/2010/main" val="4286083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2" presetClass="entr" presetSubtype="4"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ppt_x"/>
                                          </p:val>
                                        </p:tav>
                                        <p:tav tm="100000">
                                          <p:val>
                                            <p:strVal val="#ppt_x"/>
                                          </p:val>
                                        </p:tav>
                                      </p:tavLst>
                                    </p:anim>
                                    <p:anim calcmode="lin" valueType="num">
                                      <p:cBhvr additive="base">
                                        <p:cTn id="22" dur="500" fill="hold"/>
                                        <p:tgtEl>
                                          <p:spTgt spid="8"/>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additive="base">
                                        <p:cTn id="29" dur="500" fill="hold"/>
                                        <p:tgtEl>
                                          <p:spTgt spid="11"/>
                                        </p:tgtEl>
                                        <p:attrNameLst>
                                          <p:attrName>ppt_x</p:attrName>
                                        </p:attrNameLst>
                                      </p:cBhvr>
                                      <p:tavLst>
                                        <p:tav tm="0">
                                          <p:val>
                                            <p:strVal val="#ppt_x"/>
                                          </p:val>
                                        </p:tav>
                                        <p:tav tm="100000">
                                          <p:val>
                                            <p:strVal val="#ppt_x"/>
                                          </p:val>
                                        </p:tav>
                                      </p:tavLst>
                                    </p:anim>
                                    <p:anim calcmode="lin" valueType="num">
                                      <p:cBhvr additive="base">
                                        <p:cTn id="30" dur="500" fill="hold"/>
                                        <p:tgtEl>
                                          <p:spTgt spid="11"/>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500" fill="hold"/>
                                        <p:tgtEl>
                                          <p:spTgt spid="12"/>
                                        </p:tgtEl>
                                        <p:attrNameLst>
                                          <p:attrName>ppt_x</p:attrName>
                                        </p:attrNameLst>
                                      </p:cBhvr>
                                      <p:tavLst>
                                        <p:tav tm="0">
                                          <p:val>
                                            <p:strVal val="#ppt_x"/>
                                          </p:val>
                                        </p:tav>
                                        <p:tav tm="100000">
                                          <p:val>
                                            <p:strVal val="#ppt_x"/>
                                          </p:val>
                                        </p:tav>
                                      </p:tavLst>
                                    </p:anim>
                                    <p:anim calcmode="lin" valueType="num">
                                      <p:cBhvr additive="base">
                                        <p:cTn id="34" dur="500" fill="hold"/>
                                        <p:tgtEl>
                                          <p:spTgt spid="12"/>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500" fill="hold"/>
                                        <p:tgtEl>
                                          <p:spTgt spid="9"/>
                                        </p:tgtEl>
                                        <p:attrNameLst>
                                          <p:attrName>ppt_x</p:attrName>
                                        </p:attrNameLst>
                                      </p:cBhvr>
                                      <p:tavLst>
                                        <p:tav tm="0">
                                          <p:val>
                                            <p:strVal val="#ppt_x"/>
                                          </p:val>
                                        </p:tav>
                                        <p:tav tm="100000">
                                          <p:val>
                                            <p:strVal val="#ppt_x"/>
                                          </p:val>
                                        </p:tav>
                                      </p:tavLst>
                                    </p:anim>
                                    <p:anim calcmode="lin" valueType="num">
                                      <p:cBhvr additive="base">
                                        <p:cTn id="38" dur="500" fill="hold"/>
                                        <p:tgtEl>
                                          <p:spTgt spid="9"/>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 calcmode="lin" valueType="num">
                                      <p:cBhvr additive="base">
                                        <p:cTn id="41" dur="500" fill="hold"/>
                                        <p:tgtEl>
                                          <p:spTgt spid="16"/>
                                        </p:tgtEl>
                                        <p:attrNameLst>
                                          <p:attrName>ppt_x</p:attrName>
                                        </p:attrNameLst>
                                      </p:cBhvr>
                                      <p:tavLst>
                                        <p:tav tm="0">
                                          <p:val>
                                            <p:strVal val="#ppt_x"/>
                                          </p:val>
                                        </p:tav>
                                        <p:tav tm="100000">
                                          <p:val>
                                            <p:strVal val="#ppt_x"/>
                                          </p:val>
                                        </p:tav>
                                      </p:tavLst>
                                    </p:anim>
                                    <p:anim calcmode="lin" valueType="num">
                                      <p:cBhvr additive="base">
                                        <p:cTn id="42" dur="500" fill="hold"/>
                                        <p:tgtEl>
                                          <p:spTgt spid="16"/>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15"/>
                                        </p:tgtEl>
                                        <p:attrNameLst>
                                          <p:attrName>style.visibility</p:attrName>
                                        </p:attrNameLst>
                                      </p:cBhvr>
                                      <p:to>
                                        <p:strVal val="visible"/>
                                      </p:to>
                                    </p:set>
                                    <p:anim calcmode="lin" valueType="num">
                                      <p:cBhvr additive="base">
                                        <p:cTn id="45" dur="500" fill="hold"/>
                                        <p:tgtEl>
                                          <p:spTgt spid="15"/>
                                        </p:tgtEl>
                                        <p:attrNameLst>
                                          <p:attrName>ppt_x</p:attrName>
                                        </p:attrNameLst>
                                      </p:cBhvr>
                                      <p:tavLst>
                                        <p:tav tm="0">
                                          <p:val>
                                            <p:strVal val="#ppt_x"/>
                                          </p:val>
                                        </p:tav>
                                        <p:tav tm="100000">
                                          <p:val>
                                            <p:strVal val="#ppt_x"/>
                                          </p:val>
                                        </p:tav>
                                      </p:tavLst>
                                    </p:anim>
                                    <p:anim calcmode="lin" valueType="num">
                                      <p:cBhvr additive="base">
                                        <p:cTn id="46" dur="500" fill="hold"/>
                                        <p:tgtEl>
                                          <p:spTgt spid="15"/>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anim calcmode="lin" valueType="num">
                                      <p:cBhvr additive="base">
                                        <p:cTn id="49" dur="500" fill="hold"/>
                                        <p:tgtEl>
                                          <p:spTgt spid="21"/>
                                        </p:tgtEl>
                                        <p:attrNameLst>
                                          <p:attrName>ppt_x</p:attrName>
                                        </p:attrNameLst>
                                      </p:cBhvr>
                                      <p:tavLst>
                                        <p:tav tm="0">
                                          <p:val>
                                            <p:strVal val="#ppt_x"/>
                                          </p:val>
                                        </p:tav>
                                        <p:tav tm="100000">
                                          <p:val>
                                            <p:strVal val="#ppt_x"/>
                                          </p:val>
                                        </p:tav>
                                      </p:tavLst>
                                    </p:anim>
                                    <p:anim calcmode="lin" valueType="num">
                                      <p:cBhvr additive="base">
                                        <p:cTn id="50" dur="500" fill="hold"/>
                                        <p:tgtEl>
                                          <p:spTgt spid="21"/>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anim calcmode="lin" valueType="num">
                                      <p:cBhvr additive="base">
                                        <p:cTn id="53" dur="500" fill="hold"/>
                                        <p:tgtEl>
                                          <p:spTgt spid="22"/>
                                        </p:tgtEl>
                                        <p:attrNameLst>
                                          <p:attrName>ppt_x</p:attrName>
                                        </p:attrNameLst>
                                      </p:cBhvr>
                                      <p:tavLst>
                                        <p:tav tm="0">
                                          <p:val>
                                            <p:strVal val="#ppt_x"/>
                                          </p:val>
                                        </p:tav>
                                        <p:tav tm="100000">
                                          <p:val>
                                            <p:strVal val="#ppt_x"/>
                                          </p:val>
                                        </p:tav>
                                      </p:tavLst>
                                    </p:anim>
                                    <p:anim calcmode="lin" valueType="num">
                                      <p:cBhvr additive="base">
                                        <p:cTn id="54" dur="500" fill="hold"/>
                                        <p:tgtEl>
                                          <p:spTgt spid="22"/>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23"/>
                                        </p:tgtEl>
                                        <p:attrNameLst>
                                          <p:attrName>style.visibility</p:attrName>
                                        </p:attrNameLst>
                                      </p:cBhvr>
                                      <p:to>
                                        <p:strVal val="visible"/>
                                      </p:to>
                                    </p:set>
                                    <p:anim calcmode="lin" valueType="num">
                                      <p:cBhvr additive="base">
                                        <p:cTn id="57" dur="500" fill="hold"/>
                                        <p:tgtEl>
                                          <p:spTgt spid="23"/>
                                        </p:tgtEl>
                                        <p:attrNameLst>
                                          <p:attrName>ppt_x</p:attrName>
                                        </p:attrNameLst>
                                      </p:cBhvr>
                                      <p:tavLst>
                                        <p:tav tm="0">
                                          <p:val>
                                            <p:strVal val="#ppt_x"/>
                                          </p:val>
                                        </p:tav>
                                        <p:tav tm="100000">
                                          <p:val>
                                            <p:strVal val="#ppt_x"/>
                                          </p:val>
                                        </p:tav>
                                      </p:tavLst>
                                    </p:anim>
                                    <p:anim calcmode="lin" valueType="num">
                                      <p:cBhvr additive="base">
                                        <p:cTn id="58" dur="500" fill="hold"/>
                                        <p:tgtEl>
                                          <p:spTgt spid="23"/>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24"/>
                                        </p:tgtEl>
                                        <p:attrNameLst>
                                          <p:attrName>style.visibility</p:attrName>
                                        </p:attrNameLst>
                                      </p:cBhvr>
                                      <p:to>
                                        <p:strVal val="visible"/>
                                      </p:to>
                                    </p:set>
                                    <p:anim calcmode="lin" valueType="num">
                                      <p:cBhvr additive="base">
                                        <p:cTn id="61" dur="500" fill="hold"/>
                                        <p:tgtEl>
                                          <p:spTgt spid="24"/>
                                        </p:tgtEl>
                                        <p:attrNameLst>
                                          <p:attrName>ppt_x</p:attrName>
                                        </p:attrNameLst>
                                      </p:cBhvr>
                                      <p:tavLst>
                                        <p:tav tm="0">
                                          <p:val>
                                            <p:strVal val="#ppt_x"/>
                                          </p:val>
                                        </p:tav>
                                        <p:tav tm="100000">
                                          <p:val>
                                            <p:strVal val="#ppt_x"/>
                                          </p:val>
                                        </p:tav>
                                      </p:tavLst>
                                    </p:anim>
                                    <p:anim calcmode="lin" valueType="num">
                                      <p:cBhvr additive="base">
                                        <p:cTn id="62" dur="500" fill="hold"/>
                                        <p:tgtEl>
                                          <p:spTgt spid="24"/>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25"/>
                                        </p:tgtEl>
                                        <p:attrNameLst>
                                          <p:attrName>style.visibility</p:attrName>
                                        </p:attrNameLst>
                                      </p:cBhvr>
                                      <p:to>
                                        <p:strVal val="visible"/>
                                      </p:to>
                                    </p:set>
                                    <p:anim calcmode="lin" valueType="num">
                                      <p:cBhvr additive="base">
                                        <p:cTn id="65" dur="500" fill="hold"/>
                                        <p:tgtEl>
                                          <p:spTgt spid="25"/>
                                        </p:tgtEl>
                                        <p:attrNameLst>
                                          <p:attrName>ppt_x</p:attrName>
                                        </p:attrNameLst>
                                      </p:cBhvr>
                                      <p:tavLst>
                                        <p:tav tm="0">
                                          <p:val>
                                            <p:strVal val="#ppt_x"/>
                                          </p:val>
                                        </p:tav>
                                        <p:tav tm="100000">
                                          <p:val>
                                            <p:strVal val="#ppt_x"/>
                                          </p:val>
                                        </p:tav>
                                      </p:tavLst>
                                    </p:anim>
                                    <p:anim calcmode="lin" valueType="num">
                                      <p:cBhvr additive="base">
                                        <p:cTn id="66"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9" grpId="0"/>
      <p:bldP spid="13" grpId="0"/>
      <p:bldP spid="16" grpId="0"/>
      <p:bldP spid="21" grpId="0" animBg="1"/>
      <p:bldP spid="22" grpId="0" animBg="1"/>
      <p:bldP spid="23" grpId="0" animBg="1"/>
      <p:bldP spid="24" grpId="0" animBg="1"/>
      <p:bldP spid="2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altLang="de-DE" sz="3200" dirty="0"/>
              <a:t>Open ID for Web Services</a:t>
            </a:r>
            <a:endParaRPr lang="en-SG" sz="3200" dirty="0"/>
          </a:p>
        </p:txBody>
      </p:sp>
      <p:sp>
        <p:nvSpPr>
          <p:cNvPr id="17" name="Text Placeholder 16">
            <a:extLst>
              <a:ext uri="{FF2B5EF4-FFF2-40B4-BE49-F238E27FC236}">
                <a16:creationId xmlns:a16="http://schemas.microsoft.com/office/drawing/2014/main" id="{F9DBBB0B-1D56-CA43-B9BE-4A40E0F109F2}"/>
              </a:ext>
            </a:extLst>
          </p:cNvPr>
          <p:cNvSpPr>
            <a:spLocks noGrp="1"/>
          </p:cNvSpPr>
          <p:nvPr>
            <p:ph type="body" idx="11"/>
          </p:nvPr>
        </p:nvSpPr>
        <p:spPr/>
        <p:txBody>
          <a:bodyPr/>
          <a:lstStyle/>
          <a:p>
            <a:endParaRPr lang="en-US"/>
          </a:p>
        </p:txBody>
      </p:sp>
      <p:grpSp>
        <p:nvGrpSpPr>
          <p:cNvPr id="4" name="Group 3"/>
          <p:cNvGrpSpPr/>
          <p:nvPr/>
        </p:nvGrpSpPr>
        <p:grpSpPr>
          <a:xfrm>
            <a:off x="2963069" y="1461148"/>
            <a:ext cx="8539120" cy="4249737"/>
            <a:chOff x="1258888" y="1700213"/>
            <a:chExt cx="8539120" cy="4249737"/>
          </a:xfrm>
        </p:grpSpPr>
        <p:grpSp>
          <p:nvGrpSpPr>
            <p:cNvPr id="5" name="Group 3">
              <a:extLst>
                <a:ext uri="{FF2B5EF4-FFF2-40B4-BE49-F238E27FC236}">
                  <a16:creationId xmlns:a16="http://schemas.microsoft.com/office/drawing/2014/main" id="{2B2E17C9-1E5D-6F41-8816-8B95DA7E5D84}"/>
                </a:ext>
              </a:extLst>
            </p:cNvPr>
            <p:cNvGrpSpPr>
              <a:grpSpLocks/>
            </p:cNvGrpSpPr>
            <p:nvPr/>
          </p:nvGrpSpPr>
          <p:grpSpPr bwMode="auto">
            <a:xfrm>
              <a:off x="1258888" y="4076700"/>
              <a:ext cx="1296987" cy="1174750"/>
              <a:chOff x="1020" y="1933"/>
              <a:chExt cx="817" cy="740"/>
            </a:xfrm>
          </p:grpSpPr>
          <p:sp>
            <p:nvSpPr>
              <p:cNvPr id="15" name="computr2">
                <a:extLst>
                  <a:ext uri="{FF2B5EF4-FFF2-40B4-BE49-F238E27FC236}">
                    <a16:creationId xmlns:a16="http://schemas.microsoft.com/office/drawing/2014/main" id="{F3542C75-875B-3B4B-9A72-67255FD474A0}"/>
                  </a:ext>
                </a:extLst>
              </p:cNvPr>
              <p:cNvSpPr>
                <a:spLocks noEditPoints="1" noChangeArrowheads="1"/>
              </p:cNvSpPr>
              <p:nvPr/>
            </p:nvSpPr>
            <p:spPr bwMode="auto">
              <a:xfrm>
                <a:off x="1111" y="1933"/>
                <a:ext cx="635" cy="49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6191 w 21600"/>
                  <a:gd name="T31" fmla="*/ 1912 h 21600"/>
                  <a:gd name="T32" fmla="*/ 15579 w 21600"/>
                  <a:gd name="T33" fmla="*/ 9735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21022" y="20295"/>
                    </a:moveTo>
                    <a:lnTo>
                      <a:pt x="18828" y="18396"/>
                    </a:lnTo>
                    <a:lnTo>
                      <a:pt x="18828" y="13174"/>
                    </a:lnTo>
                    <a:lnTo>
                      <a:pt x="15478" y="13174"/>
                    </a:lnTo>
                    <a:lnTo>
                      <a:pt x="15478" y="11631"/>
                    </a:lnTo>
                    <a:lnTo>
                      <a:pt x="17326" y="11631"/>
                    </a:lnTo>
                    <a:lnTo>
                      <a:pt x="17326" y="11156"/>
                    </a:lnTo>
                    <a:lnTo>
                      <a:pt x="17326" y="0"/>
                    </a:lnTo>
                    <a:lnTo>
                      <a:pt x="10858" y="0"/>
                    </a:lnTo>
                    <a:lnTo>
                      <a:pt x="4274" y="0"/>
                    </a:lnTo>
                    <a:lnTo>
                      <a:pt x="4274" y="11037"/>
                    </a:lnTo>
                    <a:lnTo>
                      <a:pt x="4274" y="11631"/>
                    </a:lnTo>
                    <a:lnTo>
                      <a:pt x="6122" y="11631"/>
                    </a:lnTo>
                    <a:lnTo>
                      <a:pt x="6122" y="13174"/>
                    </a:lnTo>
                    <a:lnTo>
                      <a:pt x="2772" y="13174"/>
                    </a:lnTo>
                    <a:lnTo>
                      <a:pt x="2772" y="18514"/>
                    </a:lnTo>
                    <a:lnTo>
                      <a:pt x="693" y="20295"/>
                    </a:lnTo>
                    <a:lnTo>
                      <a:pt x="462" y="20413"/>
                    </a:lnTo>
                    <a:lnTo>
                      <a:pt x="231" y="20651"/>
                    </a:lnTo>
                    <a:lnTo>
                      <a:pt x="116" y="20888"/>
                    </a:lnTo>
                    <a:lnTo>
                      <a:pt x="0" y="21125"/>
                    </a:lnTo>
                    <a:lnTo>
                      <a:pt x="0" y="21244"/>
                    </a:lnTo>
                    <a:lnTo>
                      <a:pt x="116" y="21363"/>
                    </a:lnTo>
                    <a:lnTo>
                      <a:pt x="116" y="21481"/>
                    </a:lnTo>
                    <a:lnTo>
                      <a:pt x="231" y="21481"/>
                    </a:lnTo>
                    <a:lnTo>
                      <a:pt x="347" y="21600"/>
                    </a:lnTo>
                    <a:lnTo>
                      <a:pt x="578" y="21600"/>
                    </a:lnTo>
                    <a:lnTo>
                      <a:pt x="693" y="21600"/>
                    </a:lnTo>
                    <a:lnTo>
                      <a:pt x="10858" y="21600"/>
                    </a:lnTo>
                    <a:lnTo>
                      <a:pt x="20907" y="21600"/>
                    </a:lnTo>
                    <a:lnTo>
                      <a:pt x="21138" y="21600"/>
                    </a:lnTo>
                    <a:lnTo>
                      <a:pt x="21253" y="21600"/>
                    </a:lnTo>
                    <a:lnTo>
                      <a:pt x="21369" y="21481"/>
                    </a:lnTo>
                    <a:lnTo>
                      <a:pt x="21484" y="21481"/>
                    </a:lnTo>
                    <a:lnTo>
                      <a:pt x="21600" y="21363"/>
                    </a:lnTo>
                    <a:lnTo>
                      <a:pt x="21600" y="21244"/>
                    </a:lnTo>
                    <a:lnTo>
                      <a:pt x="21600" y="21125"/>
                    </a:lnTo>
                    <a:lnTo>
                      <a:pt x="21484" y="20888"/>
                    </a:lnTo>
                    <a:lnTo>
                      <a:pt x="21369" y="20651"/>
                    </a:lnTo>
                    <a:lnTo>
                      <a:pt x="21253" y="20413"/>
                    </a:lnTo>
                    <a:lnTo>
                      <a:pt x="21022" y="20295"/>
                    </a:lnTo>
                    <a:close/>
                  </a:path>
                  <a:path w="21600" h="21600" extrusionOk="0">
                    <a:moveTo>
                      <a:pt x="18019" y="18514"/>
                    </a:moveTo>
                    <a:lnTo>
                      <a:pt x="17326" y="17921"/>
                    </a:lnTo>
                    <a:lnTo>
                      <a:pt x="4389" y="17921"/>
                    </a:lnTo>
                    <a:lnTo>
                      <a:pt x="3696" y="18514"/>
                    </a:lnTo>
                    <a:lnTo>
                      <a:pt x="18019" y="18514"/>
                    </a:lnTo>
                    <a:close/>
                  </a:path>
                  <a:path w="21600" h="21600" extrusionOk="0">
                    <a:moveTo>
                      <a:pt x="19174" y="19701"/>
                    </a:moveTo>
                    <a:lnTo>
                      <a:pt x="18481" y="19108"/>
                    </a:lnTo>
                    <a:lnTo>
                      <a:pt x="3119" y="19108"/>
                    </a:lnTo>
                    <a:lnTo>
                      <a:pt x="2426" y="19701"/>
                    </a:lnTo>
                    <a:lnTo>
                      <a:pt x="19174" y="19701"/>
                    </a:lnTo>
                    <a:close/>
                  </a:path>
                  <a:path w="21600" h="21600" extrusionOk="0">
                    <a:moveTo>
                      <a:pt x="20560" y="20769"/>
                    </a:moveTo>
                    <a:lnTo>
                      <a:pt x="19867" y="20176"/>
                    </a:lnTo>
                    <a:lnTo>
                      <a:pt x="1848" y="20176"/>
                    </a:lnTo>
                    <a:lnTo>
                      <a:pt x="1155" y="20769"/>
                    </a:lnTo>
                    <a:lnTo>
                      <a:pt x="20560" y="20769"/>
                    </a:lnTo>
                    <a:close/>
                  </a:path>
                  <a:path w="21600" h="21600" extrusionOk="0">
                    <a:moveTo>
                      <a:pt x="18828" y="18396"/>
                    </a:moveTo>
                    <a:lnTo>
                      <a:pt x="17442" y="17209"/>
                    </a:lnTo>
                    <a:lnTo>
                      <a:pt x="4158" y="17209"/>
                    </a:lnTo>
                    <a:lnTo>
                      <a:pt x="2772" y="18514"/>
                    </a:lnTo>
                    <a:moveTo>
                      <a:pt x="13168" y="14123"/>
                    </a:moveTo>
                    <a:lnTo>
                      <a:pt x="13168" y="14716"/>
                    </a:lnTo>
                    <a:lnTo>
                      <a:pt x="17788" y="14716"/>
                    </a:lnTo>
                    <a:lnTo>
                      <a:pt x="17788" y="14123"/>
                    </a:lnTo>
                    <a:lnTo>
                      <a:pt x="13168" y="14123"/>
                    </a:lnTo>
                    <a:close/>
                  </a:path>
                  <a:path w="21600" h="21600" extrusionOk="0">
                    <a:moveTo>
                      <a:pt x="6122" y="1899"/>
                    </a:moveTo>
                    <a:lnTo>
                      <a:pt x="6122" y="9732"/>
                    </a:lnTo>
                    <a:lnTo>
                      <a:pt x="15478" y="9732"/>
                    </a:lnTo>
                    <a:lnTo>
                      <a:pt x="15478" y="1899"/>
                    </a:lnTo>
                    <a:lnTo>
                      <a:pt x="6122" y="1899"/>
                    </a:lnTo>
                    <a:moveTo>
                      <a:pt x="6122" y="11631"/>
                    </a:moveTo>
                    <a:lnTo>
                      <a:pt x="15478" y="11631"/>
                    </a:lnTo>
                    <a:lnTo>
                      <a:pt x="15478" y="13174"/>
                    </a:lnTo>
                    <a:lnTo>
                      <a:pt x="6122" y="13174"/>
                    </a:lnTo>
                    <a:lnTo>
                      <a:pt x="6122" y="11631"/>
                    </a:lnTo>
                    <a:close/>
                  </a:path>
                </a:pathLst>
              </a:custGeom>
              <a:solidFill>
                <a:srgbClr val="FFFFCC"/>
              </a:solidFill>
              <a:ln w="9525">
                <a:solidFill>
                  <a:srgbClr val="000000"/>
                </a:solidFill>
                <a:miter lim="800000"/>
                <a:headEnd/>
                <a:tailEnd/>
              </a:ln>
            </p:spPr>
            <p:txBody>
              <a:bodyPr/>
              <a:lstStyle/>
              <a:p>
                <a:endParaRPr lang="en-US"/>
              </a:p>
            </p:txBody>
          </p:sp>
          <p:sp>
            <p:nvSpPr>
              <p:cNvPr id="16" name="Text Box 5">
                <a:extLst>
                  <a:ext uri="{FF2B5EF4-FFF2-40B4-BE49-F238E27FC236}">
                    <a16:creationId xmlns:a16="http://schemas.microsoft.com/office/drawing/2014/main" id="{A652C78C-9358-AA4F-B26B-8EE60B90089A}"/>
                  </a:ext>
                </a:extLst>
              </p:cNvPr>
              <p:cNvSpPr txBox="1">
                <a:spLocks noChangeArrowheads="1"/>
              </p:cNvSpPr>
              <p:nvPr/>
            </p:nvSpPr>
            <p:spPr bwMode="auto">
              <a:xfrm>
                <a:off x="1020" y="2505"/>
                <a:ext cx="817" cy="1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Helvetica Neue Light" panose="02000403000000020004" pitchFamily="2" charset="0"/>
                    <a:ea typeface="ＭＳ Ｐゴシック" panose="020B0600070205080204" pitchFamily="34" charset="-128"/>
                  </a:defRPr>
                </a:lvl1pPr>
                <a:lvl2pPr marL="742950" indent="-285750">
                  <a:spcBef>
                    <a:spcPct val="20000"/>
                  </a:spcBef>
                  <a:buChar char="–"/>
                  <a:defRPr sz="2800">
                    <a:solidFill>
                      <a:schemeClr val="tx1"/>
                    </a:solidFill>
                    <a:latin typeface="Helvetica Neue Light" panose="02000403000000020004" pitchFamily="2" charset="0"/>
                    <a:ea typeface="ＭＳ Ｐゴシック" panose="020B0600070205080204" pitchFamily="34" charset="-128"/>
                  </a:defRPr>
                </a:lvl2pPr>
                <a:lvl3pPr marL="1143000" indent="-228600">
                  <a:spcBef>
                    <a:spcPct val="20000"/>
                  </a:spcBef>
                  <a:buChar char="•"/>
                  <a:defRPr sz="2400">
                    <a:solidFill>
                      <a:schemeClr val="tx1"/>
                    </a:solidFill>
                    <a:latin typeface="Helvetica Neue Light" panose="02000403000000020004" pitchFamily="2" charset="0"/>
                    <a:ea typeface="ＭＳ Ｐゴシック" panose="020B0600070205080204" pitchFamily="34" charset="-128"/>
                  </a:defRPr>
                </a:lvl3pPr>
                <a:lvl4pPr marL="1600200" indent="-228600">
                  <a:spcBef>
                    <a:spcPct val="20000"/>
                  </a:spcBef>
                  <a:buChar char="–"/>
                  <a:defRPr sz="2000">
                    <a:solidFill>
                      <a:schemeClr val="tx1"/>
                    </a:solidFill>
                    <a:latin typeface="Helvetica Neue Light" panose="02000403000000020004" pitchFamily="2" charset="0"/>
                    <a:ea typeface="ＭＳ Ｐゴシック" panose="020B0600070205080204" pitchFamily="34" charset="-128"/>
                  </a:defRPr>
                </a:lvl4pPr>
                <a:lvl5pPr marL="2057400" indent="-228600">
                  <a:spcBef>
                    <a:spcPct val="20000"/>
                  </a:spcBef>
                  <a:buChar char="»"/>
                  <a:defRPr sz="2000">
                    <a:solidFill>
                      <a:schemeClr val="tx1"/>
                    </a:solidFill>
                    <a:latin typeface="Helvetica Neue Light" panose="02000403000000020004" pitchFamily="2"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9pPr>
              </a:lstStyle>
              <a:p>
                <a:pPr algn="ctr">
                  <a:lnSpc>
                    <a:spcPct val="50000"/>
                  </a:lnSpc>
                  <a:spcBef>
                    <a:spcPct val="50000"/>
                  </a:spcBef>
                  <a:buFontTx/>
                  <a:buNone/>
                </a:pPr>
                <a:r>
                  <a:rPr lang="en-GB" altLang="de-DE" sz="2000" dirty="0">
                    <a:solidFill>
                      <a:srgbClr val="C00000"/>
                    </a:solidFill>
                    <a:latin typeface="Arial" panose="020B0604020202020204" pitchFamily="34" charset="0"/>
                  </a:rPr>
                  <a:t>Web user</a:t>
                </a:r>
              </a:p>
            </p:txBody>
          </p:sp>
        </p:grpSp>
        <p:sp>
          <p:nvSpPr>
            <p:cNvPr id="6" name="tower">
              <a:extLst>
                <a:ext uri="{FF2B5EF4-FFF2-40B4-BE49-F238E27FC236}">
                  <a16:creationId xmlns:a16="http://schemas.microsoft.com/office/drawing/2014/main" id="{2ECFF7E7-38F8-E047-A008-7D8A2CB1A090}"/>
                </a:ext>
              </a:extLst>
            </p:cNvPr>
            <p:cNvSpPr>
              <a:spLocks noEditPoints="1" noChangeArrowheads="1"/>
            </p:cNvSpPr>
            <p:nvPr/>
          </p:nvSpPr>
          <p:spPr bwMode="auto">
            <a:xfrm>
              <a:off x="4140200" y="2563813"/>
              <a:ext cx="360363" cy="936625"/>
            </a:xfrm>
            <a:custGeom>
              <a:avLst/>
              <a:gdLst>
                <a:gd name="T0" fmla="*/ 0 w 21600"/>
                <a:gd name="T1" fmla="*/ 2147483646 h 21600"/>
                <a:gd name="T2" fmla="*/ 2147483646 w 21600"/>
                <a:gd name="T3" fmla="*/ 0 h 21600"/>
                <a:gd name="T4" fmla="*/ 2147483646 w 21600"/>
                <a:gd name="T5" fmla="*/ 0 h 21600"/>
                <a:gd name="T6" fmla="*/ 2147483646 w 21600"/>
                <a:gd name="T7" fmla="*/ 0 h 21600"/>
                <a:gd name="T8" fmla="*/ 2147483646 w 21600"/>
                <a:gd name="T9" fmla="*/ 2147483646 h 21600"/>
                <a:gd name="T10" fmla="*/ 2147483646 w 21600"/>
                <a:gd name="T11" fmla="*/ 2147483646 h 21600"/>
                <a:gd name="T12" fmla="*/ 2147483646 w 21600"/>
                <a:gd name="T13" fmla="*/ 2147483646 h 21600"/>
                <a:gd name="T14" fmla="*/ 2147483646 w 21600"/>
                <a:gd name="T15" fmla="*/ 2147483646 h 21600"/>
                <a:gd name="T16" fmla="*/ 0 w 21600"/>
                <a:gd name="T17" fmla="*/ 2147483646 h 21600"/>
                <a:gd name="T18" fmla="*/ 0 w 21600"/>
                <a:gd name="T19" fmla="*/ 2147483646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459 w 21600"/>
                <a:gd name="T31" fmla="*/ 22540 h 21600"/>
                <a:gd name="T32" fmla="*/ 21485 w 21600"/>
                <a:gd name="T33" fmla="*/ 27000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0" y="2184"/>
                  </a:moveTo>
                  <a:lnTo>
                    <a:pt x="6664" y="0"/>
                  </a:lnTo>
                  <a:lnTo>
                    <a:pt x="10800" y="0"/>
                  </a:lnTo>
                  <a:lnTo>
                    <a:pt x="21600" y="0"/>
                  </a:lnTo>
                  <a:lnTo>
                    <a:pt x="21600" y="11649"/>
                  </a:lnTo>
                  <a:lnTo>
                    <a:pt x="21600" y="19416"/>
                  </a:lnTo>
                  <a:lnTo>
                    <a:pt x="15166" y="21600"/>
                  </a:lnTo>
                  <a:lnTo>
                    <a:pt x="10570" y="21600"/>
                  </a:lnTo>
                  <a:lnTo>
                    <a:pt x="0" y="21600"/>
                  </a:lnTo>
                  <a:lnTo>
                    <a:pt x="0" y="11528"/>
                  </a:lnTo>
                  <a:lnTo>
                    <a:pt x="0" y="2184"/>
                  </a:lnTo>
                  <a:close/>
                </a:path>
                <a:path w="21600" h="21600" extrusionOk="0">
                  <a:moveTo>
                    <a:pt x="0" y="2184"/>
                  </a:moveTo>
                  <a:lnTo>
                    <a:pt x="0" y="2184"/>
                  </a:lnTo>
                  <a:lnTo>
                    <a:pt x="14706" y="2184"/>
                  </a:lnTo>
                  <a:lnTo>
                    <a:pt x="21600" y="0"/>
                  </a:lnTo>
                  <a:moveTo>
                    <a:pt x="0" y="2184"/>
                  </a:moveTo>
                  <a:lnTo>
                    <a:pt x="14706" y="2184"/>
                  </a:lnTo>
                  <a:lnTo>
                    <a:pt x="14706" y="5339"/>
                  </a:lnTo>
                  <a:lnTo>
                    <a:pt x="14706" y="17474"/>
                  </a:lnTo>
                  <a:lnTo>
                    <a:pt x="14706" y="21600"/>
                  </a:lnTo>
                  <a:moveTo>
                    <a:pt x="1149" y="3034"/>
                  </a:moveTo>
                  <a:lnTo>
                    <a:pt x="13328" y="3034"/>
                  </a:lnTo>
                  <a:lnTo>
                    <a:pt x="13328" y="3519"/>
                  </a:lnTo>
                  <a:lnTo>
                    <a:pt x="1149" y="3519"/>
                  </a:lnTo>
                  <a:lnTo>
                    <a:pt x="1149" y="3034"/>
                  </a:lnTo>
                  <a:moveTo>
                    <a:pt x="1149" y="4490"/>
                  </a:moveTo>
                  <a:lnTo>
                    <a:pt x="13328" y="4490"/>
                  </a:lnTo>
                  <a:lnTo>
                    <a:pt x="13328" y="4854"/>
                  </a:lnTo>
                  <a:lnTo>
                    <a:pt x="1149" y="4854"/>
                  </a:lnTo>
                  <a:lnTo>
                    <a:pt x="1149" y="4490"/>
                  </a:lnTo>
                  <a:moveTo>
                    <a:pt x="1149" y="5946"/>
                  </a:moveTo>
                  <a:lnTo>
                    <a:pt x="13328" y="5946"/>
                  </a:lnTo>
                  <a:lnTo>
                    <a:pt x="13328" y="6310"/>
                  </a:lnTo>
                  <a:lnTo>
                    <a:pt x="1149" y="6310"/>
                  </a:lnTo>
                  <a:lnTo>
                    <a:pt x="1149" y="5946"/>
                  </a:lnTo>
                </a:path>
              </a:pathLst>
            </a:custGeom>
            <a:solidFill>
              <a:srgbClr val="CCFF99"/>
            </a:solidFill>
            <a:ln w="9525">
              <a:solidFill>
                <a:srgbClr val="000000"/>
              </a:solidFill>
              <a:miter lim="800000"/>
              <a:headEnd/>
              <a:tailEnd/>
            </a:ln>
          </p:spPr>
          <p:txBody>
            <a:bodyPr/>
            <a:lstStyle/>
            <a:p>
              <a:endParaRPr lang="en-US"/>
            </a:p>
          </p:txBody>
        </p:sp>
        <p:sp>
          <p:nvSpPr>
            <p:cNvPr id="7" name="Text Box 7">
              <a:extLst>
                <a:ext uri="{FF2B5EF4-FFF2-40B4-BE49-F238E27FC236}">
                  <a16:creationId xmlns:a16="http://schemas.microsoft.com/office/drawing/2014/main" id="{7F58BBC3-8AB7-0747-B45A-EC4D5493601E}"/>
                </a:ext>
              </a:extLst>
            </p:cNvPr>
            <p:cNvSpPr txBox="1">
              <a:spLocks noChangeArrowheads="1"/>
            </p:cNvSpPr>
            <p:nvPr/>
          </p:nvSpPr>
          <p:spPr bwMode="auto">
            <a:xfrm>
              <a:off x="3190873" y="1700213"/>
              <a:ext cx="5380321"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Helvetica Neue Light" panose="02000403000000020004" pitchFamily="2" charset="0"/>
                  <a:ea typeface="ＭＳ Ｐゴシック" panose="020B0600070205080204" pitchFamily="34" charset="-128"/>
                </a:defRPr>
              </a:lvl1pPr>
              <a:lvl2pPr marL="742950" indent="-285750">
                <a:spcBef>
                  <a:spcPct val="20000"/>
                </a:spcBef>
                <a:buChar char="–"/>
                <a:defRPr sz="2800">
                  <a:solidFill>
                    <a:schemeClr val="tx1"/>
                  </a:solidFill>
                  <a:latin typeface="Helvetica Neue Light" panose="02000403000000020004" pitchFamily="2" charset="0"/>
                  <a:ea typeface="ＭＳ Ｐゴシック" panose="020B0600070205080204" pitchFamily="34" charset="-128"/>
                </a:defRPr>
              </a:lvl2pPr>
              <a:lvl3pPr marL="1143000" indent="-228600">
                <a:spcBef>
                  <a:spcPct val="20000"/>
                </a:spcBef>
                <a:buChar char="•"/>
                <a:defRPr sz="2400">
                  <a:solidFill>
                    <a:schemeClr val="tx1"/>
                  </a:solidFill>
                  <a:latin typeface="Helvetica Neue Light" panose="02000403000000020004" pitchFamily="2" charset="0"/>
                  <a:ea typeface="ＭＳ Ｐゴシック" panose="020B0600070205080204" pitchFamily="34" charset="-128"/>
                </a:defRPr>
              </a:lvl3pPr>
              <a:lvl4pPr marL="1600200" indent="-228600">
                <a:spcBef>
                  <a:spcPct val="20000"/>
                </a:spcBef>
                <a:buChar char="–"/>
                <a:defRPr sz="2000">
                  <a:solidFill>
                    <a:schemeClr val="tx1"/>
                  </a:solidFill>
                  <a:latin typeface="Helvetica Neue Light" panose="02000403000000020004" pitchFamily="2" charset="0"/>
                  <a:ea typeface="ＭＳ Ｐゴシック" panose="020B0600070205080204" pitchFamily="34" charset="-128"/>
                </a:defRPr>
              </a:lvl4pPr>
              <a:lvl5pPr marL="2057400" indent="-228600">
                <a:spcBef>
                  <a:spcPct val="20000"/>
                </a:spcBef>
                <a:buChar char="»"/>
                <a:defRPr sz="2000">
                  <a:solidFill>
                    <a:schemeClr val="tx1"/>
                  </a:solidFill>
                  <a:latin typeface="Helvetica Neue Light" panose="02000403000000020004" pitchFamily="2"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9pPr>
            </a:lstStyle>
            <a:p>
              <a:pPr algn="ctr">
                <a:spcBef>
                  <a:spcPct val="0"/>
                </a:spcBef>
                <a:buFontTx/>
                <a:buNone/>
              </a:pPr>
              <a:r>
                <a:rPr lang="en-GB" altLang="de-DE" sz="2000" dirty="0">
                  <a:latin typeface="Arial" panose="020B0604020202020204" pitchFamily="34" charset="0"/>
                </a:rPr>
                <a:t>source web site</a:t>
              </a:r>
            </a:p>
            <a:p>
              <a:pPr algn="ctr">
                <a:spcBef>
                  <a:spcPct val="0"/>
                </a:spcBef>
                <a:buFontTx/>
                <a:buNone/>
              </a:pPr>
              <a:r>
                <a:rPr lang="en-GB" altLang="de-DE" sz="2000" dirty="0">
                  <a:solidFill>
                    <a:srgbClr val="C00000"/>
                  </a:solidFill>
                  <a:latin typeface="Arial" panose="020B0604020202020204" pitchFamily="34" charset="0"/>
                </a:rPr>
                <a:t>asserting party – aka identity provider</a:t>
              </a:r>
            </a:p>
          </p:txBody>
        </p:sp>
        <p:sp>
          <p:nvSpPr>
            <p:cNvPr id="8" name="Rectangle 8">
              <a:extLst>
                <a:ext uri="{FF2B5EF4-FFF2-40B4-BE49-F238E27FC236}">
                  <a16:creationId xmlns:a16="http://schemas.microsoft.com/office/drawing/2014/main" id="{A97D1049-025C-2F4A-A911-92A2F619F3EC}"/>
                </a:ext>
              </a:extLst>
            </p:cNvPr>
            <p:cNvSpPr>
              <a:spLocks noChangeArrowheads="1"/>
            </p:cNvSpPr>
            <p:nvPr/>
          </p:nvSpPr>
          <p:spPr bwMode="auto">
            <a:xfrm>
              <a:off x="4105275" y="2060575"/>
              <a:ext cx="1223963" cy="1944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prstDash val="dash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Helvetica Neue Light" panose="02000403000000020004" pitchFamily="2" charset="0"/>
                  <a:ea typeface="ＭＳ Ｐゴシック" panose="020B0600070205080204" pitchFamily="34" charset="-128"/>
                </a:defRPr>
              </a:lvl1pPr>
              <a:lvl2pPr marL="742950" indent="-285750">
                <a:spcBef>
                  <a:spcPct val="20000"/>
                </a:spcBef>
                <a:buChar char="–"/>
                <a:defRPr sz="2800">
                  <a:solidFill>
                    <a:schemeClr val="tx1"/>
                  </a:solidFill>
                  <a:latin typeface="Helvetica Neue Light" panose="02000403000000020004" pitchFamily="2" charset="0"/>
                  <a:ea typeface="ＭＳ Ｐゴシック" panose="020B0600070205080204" pitchFamily="34" charset="-128"/>
                </a:defRPr>
              </a:lvl2pPr>
              <a:lvl3pPr marL="1143000" indent="-228600">
                <a:spcBef>
                  <a:spcPct val="20000"/>
                </a:spcBef>
                <a:buChar char="•"/>
                <a:defRPr sz="2400">
                  <a:solidFill>
                    <a:schemeClr val="tx1"/>
                  </a:solidFill>
                  <a:latin typeface="Helvetica Neue Light" panose="02000403000000020004" pitchFamily="2" charset="0"/>
                  <a:ea typeface="ＭＳ Ｐゴシック" panose="020B0600070205080204" pitchFamily="34" charset="-128"/>
                </a:defRPr>
              </a:lvl3pPr>
              <a:lvl4pPr marL="1600200" indent="-228600">
                <a:spcBef>
                  <a:spcPct val="20000"/>
                </a:spcBef>
                <a:buChar char="–"/>
                <a:defRPr sz="2000">
                  <a:solidFill>
                    <a:schemeClr val="tx1"/>
                  </a:solidFill>
                  <a:latin typeface="Helvetica Neue Light" panose="02000403000000020004" pitchFamily="2" charset="0"/>
                  <a:ea typeface="ＭＳ Ｐゴシック" panose="020B0600070205080204" pitchFamily="34" charset="-128"/>
                </a:defRPr>
              </a:lvl4pPr>
              <a:lvl5pPr marL="2057400" indent="-228600">
                <a:spcBef>
                  <a:spcPct val="20000"/>
                </a:spcBef>
                <a:buChar char="»"/>
                <a:defRPr sz="2000">
                  <a:solidFill>
                    <a:schemeClr val="tx1"/>
                  </a:solidFill>
                  <a:latin typeface="Helvetica Neue Light" panose="02000403000000020004" pitchFamily="2"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9pPr>
            </a:lstStyle>
            <a:p>
              <a:pPr>
                <a:spcBef>
                  <a:spcPct val="0"/>
                </a:spcBef>
                <a:buFontTx/>
                <a:buNone/>
              </a:pPr>
              <a:endParaRPr lang="de-DE" altLang="de-DE" sz="2800">
                <a:latin typeface="Times" pitchFamily="2" charset="0"/>
              </a:endParaRPr>
            </a:p>
          </p:txBody>
        </p:sp>
        <p:sp>
          <p:nvSpPr>
            <p:cNvPr id="9" name="tower">
              <a:extLst>
                <a:ext uri="{FF2B5EF4-FFF2-40B4-BE49-F238E27FC236}">
                  <a16:creationId xmlns:a16="http://schemas.microsoft.com/office/drawing/2014/main" id="{CF378465-4445-3A49-B5EC-CCA5203EC4FA}"/>
                </a:ext>
              </a:extLst>
            </p:cNvPr>
            <p:cNvSpPr>
              <a:spLocks noEditPoints="1" noChangeArrowheads="1"/>
            </p:cNvSpPr>
            <p:nvPr/>
          </p:nvSpPr>
          <p:spPr bwMode="auto">
            <a:xfrm>
              <a:off x="6011863" y="5013325"/>
              <a:ext cx="360362" cy="936625"/>
            </a:xfrm>
            <a:custGeom>
              <a:avLst/>
              <a:gdLst>
                <a:gd name="T0" fmla="*/ 0 w 21600"/>
                <a:gd name="T1" fmla="*/ 2147483646 h 21600"/>
                <a:gd name="T2" fmla="*/ 2147483646 w 21600"/>
                <a:gd name="T3" fmla="*/ 0 h 21600"/>
                <a:gd name="T4" fmla="*/ 2147483646 w 21600"/>
                <a:gd name="T5" fmla="*/ 0 h 21600"/>
                <a:gd name="T6" fmla="*/ 2147483646 w 21600"/>
                <a:gd name="T7" fmla="*/ 0 h 21600"/>
                <a:gd name="T8" fmla="*/ 2147483646 w 21600"/>
                <a:gd name="T9" fmla="*/ 2147483646 h 21600"/>
                <a:gd name="T10" fmla="*/ 2147483646 w 21600"/>
                <a:gd name="T11" fmla="*/ 2147483646 h 21600"/>
                <a:gd name="T12" fmla="*/ 2147483646 w 21600"/>
                <a:gd name="T13" fmla="*/ 2147483646 h 21600"/>
                <a:gd name="T14" fmla="*/ 2147483646 w 21600"/>
                <a:gd name="T15" fmla="*/ 2147483646 h 21600"/>
                <a:gd name="T16" fmla="*/ 0 w 21600"/>
                <a:gd name="T17" fmla="*/ 2147483646 h 21600"/>
                <a:gd name="T18" fmla="*/ 0 w 21600"/>
                <a:gd name="T19" fmla="*/ 2147483646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459 w 21600"/>
                <a:gd name="T31" fmla="*/ 22540 h 21600"/>
                <a:gd name="T32" fmla="*/ 21485 w 21600"/>
                <a:gd name="T33" fmla="*/ 27000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0" y="2184"/>
                  </a:moveTo>
                  <a:lnTo>
                    <a:pt x="6664" y="0"/>
                  </a:lnTo>
                  <a:lnTo>
                    <a:pt x="10800" y="0"/>
                  </a:lnTo>
                  <a:lnTo>
                    <a:pt x="21600" y="0"/>
                  </a:lnTo>
                  <a:lnTo>
                    <a:pt x="21600" y="11649"/>
                  </a:lnTo>
                  <a:lnTo>
                    <a:pt x="21600" y="19416"/>
                  </a:lnTo>
                  <a:lnTo>
                    <a:pt x="15166" y="21600"/>
                  </a:lnTo>
                  <a:lnTo>
                    <a:pt x="10570" y="21600"/>
                  </a:lnTo>
                  <a:lnTo>
                    <a:pt x="0" y="21600"/>
                  </a:lnTo>
                  <a:lnTo>
                    <a:pt x="0" y="11528"/>
                  </a:lnTo>
                  <a:lnTo>
                    <a:pt x="0" y="2184"/>
                  </a:lnTo>
                  <a:close/>
                </a:path>
                <a:path w="21600" h="21600" extrusionOk="0">
                  <a:moveTo>
                    <a:pt x="0" y="2184"/>
                  </a:moveTo>
                  <a:lnTo>
                    <a:pt x="0" y="2184"/>
                  </a:lnTo>
                  <a:lnTo>
                    <a:pt x="14706" y="2184"/>
                  </a:lnTo>
                  <a:lnTo>
                    <a:pt x="21600" y="0"/>
                  </a:lnTo>
                  <a:moveTo>
                    <a:pt x="0" y="2184"/>
                  </a:moveTo>
                  <a:lnTo>
                    <a:pt x="14706" y="2184"/>
                  </a:lnTo>
                  <a:lnTo>
                    <a:pt x="14706" y="5339"/>
                  </a:lnTo>
                  <a:lnTo>
                    <a:pt x="14706" y="17474"/>
                  </a:lnTo>
                  <a:lnTo>
                    <a:pt x="14706" y="21600"/>
                  </a:lnTo>
                  <a:moveTo>
                    <a:pt x="1149" y="3034"/>
                  </a:moveTo>
                  <a:lnTo>
                    <a:pt x="13328" y="3034"/>
                  </a:lnTo>
                  <a:lnTo>
                    <a:pt x="13328" y="3519"/>
                  </a:lnTo>
                  <a:lnTo>
                    <a:pt x="1149" y="3519"/>
                  </a:lnTo>
                  <a:lnTo>
                    <a:pt x="1149" y="3034"/>
                  </a:lnTo>
                  <a:moveTo>
                    <a:pt x="1149" y="4490"/>
                  </a:moveTo>
                  <a:lnTo>
                    <a:pt x="13328" y="4490"/>
                  </a:lnTo>
                  <a:lnTo>
                    <a:pt x="13328" y="4854"/>
                  </a:lnTo>
                  <a:lnTo>
                    <a:pt x="1149" y="4854"/>
                  </a:lnTo>
                  <a:lnTo>
                    <a:pt x="1149" y="4490"/>
                  </a:lnTo>
                  <a:moveTo>
                    <a:pt x="1149" y="5946"/>
                  </a:moveTo>
                  <a:lnTo>
                    <a:pt x="13328" y="5946"/>
                  </a:lnTo>
                  <a:lnTo>
                    <a:pt x="13328" y="6310"/>
                  </a:lnTo>
                  <a:lnTo>
                    <a:pt x="1149" y="6310"/>
                  </a:lnTo>
                  <a:lnTo>
                    <a:pt x="1149" y="5946"/>
                  </a:lnTo>
                </a:path>
              </a:pathLst>
            </a:custGeom>
            <a:solidFill>
              <a:srgbClr val="CCFF99"/>
            </a:solidFill>
            <a:ln w="9525">
              <a:solidFill>
                <a:srgbClr val="000000"/>
              </a:solidFill>
              <a:miter lim="800000"/>
              <a:headEnd/>
              <a:tailEnd/>
            </a:ln>
          </p:spPr>
          <p:txBody>
            <a:bodyPr/>
            <a:lstStyle/>
            <a:p>
              <a:endParaRPr lang="en-US"/>
            </a:p>
          </p:txBody>
        </p:sp>
        <p:sp>
          <p:nvSpPr>
            <p:cNvPr id="10" name="Text Box 10">
              <a:extLst>
                <a:ext uri="{FF2B5EF4-FFF2-40B4-BE49-F238E27FC236}">
                  <a16:creationId xmlns:a16="http://schemas.microsoft.com/office/drawing/2014/main" id="{F713F26A-9788-DE45-AFF9-FF997AC305D6}"/>
                </a:ext>
              </a:extLst>
            </p:cNvPr>
            <p:cNvSpPr txBox="1">
              <a:spLocks noChangeArrowheads="1"/>
            </p:cNvSpPr>
            <p:nvPr/>
          </p:nvSpPr>
          <p:spPr bwMode="auto">
            <a:xfrm>
              <a:off x="4932363" y="4221163"/>
              <a:ext cx="486564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Helvetica Neue Light" panose="02000403000000020004" pitchFamily="2" charset="0"/>
                  <a:ea typeface="ＭＳ Ｐゴシック" panose="020B0600070205080204" pitchFamily="34" charset="-128"/>
                </a:defRPr>
              </a:lvl1pPr>
              <a:lvl2pPr marL="742950" indent="-285750">
                <a:spcBef>
                  <a:spcPct val="20000"/>
                </a:spcBef>
                <a:buChar char="–"/>
                <a:defRPr sz="2800">
                  <a:solidFill>
                    <a:schemeClr val="tx1"/>
                  </a:solidFill>
                  <a:latin typeface="Helvetica Neue Light" panose="02000403000000020004" pitchFamily="2" charset="0"/>
                  <a:ea typeface="ＭＳ Ｐゴシック" panose="020B0600070205080204" pitchFamily="34" charset="-128"/>
                </a:defRPr>
              </a:lvl2pPr>
              <a:lvl3pPr marL="1143000" indent="-228600">
                <a:spcBef>
                  <a:spcPct val="20000"/>
                </a:spcBef>
                <a:buChar char="•"/>
                <a:defRPr sz="2400">
                  <a:solidFill>
                    <a:schemeClr val="tx1"/>
                  </a:solidFill>
                  <a:latin typeface="Helvetica Neue Light" panose="02000403000000020004" pitchFamily="2" charset="0"/>
                  <a:ea typeface="ＭＳ Ｐゴシック" panose="020B0600070205080204" pitchFamily="34" charset="-128"/>
                </a:defRPr>
              </a:lvl3pPr>
              <a:lvl4pPr marL="1600200" indent="-228600">
                <a:spcBef>
                  <a:spcPct val="20000"/>
                </a:spcBef>
                <a:buChar char="–"/>
                <a:defRPr sz="2000">
                  <a:solidFill>
                    <a:schemeClr val="tx1"/>
                  </a:solidFill>
                  <a:latin typeface="Helvetica Neue Light" panose="02000403000000020004" pitchFamily="2" charset="0"/>
                  <a:ea typeface="ＭＳ Ｐゴシック" panose="020B0600070205080204" pitchFamily="34" charset="-128"/>
                </a:defRPr>
              </a:lvl4pPr>
              <a:lvl5pPr marL="2057400" indent="-228600">
                <a:spcBef>
                  <a:spcPct val="20000"/>
                </a:spcBef>
                <a:buChar char="»"/>
                <a:defRPr sz="2000">
                  <a:solidFill>
                    <a:schemeClr val="tx1"/>
                  </a:solidFill>
                  <a:latin typeface="Helvetica Neue Light" panose="02000403000000020004" pitchFamily="2"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9pPr>
            </a:lstStyle>
            <a:p>
              <a:pPr algn="ctr">
                <a:spcBef>
                  <a:spcPct val="0"/>
                </a:spcBef>
                <a:buFontTx/>
                <a:buNone/>
              </a:pPr>
              <a:r>
                <a:rPr lang="en-GB" altLang="de-DE" sz="2000" dirty="0">
                  <a:latin typeface="Arial" panose="020B0604020202020204" pitchFamily="34" charset="0"/>
                </a:rPr>
                <a:t>destination web site</a:t>
              </a:r>
            </a:p>
            <a:p>
              <a:pPr algn="ctr">
                <a:spcBef>
                  <a:spcPct val="0"/>
                </a:spcBef>
                <a:buFontTx/>
                <a:buNone/>
              </a:pPr>
              <a:r>
                <a:rPr lang="en-GB" altLang="de-DE" sz="2000" dirty="0">
                  <a:solidFill>
                    <a:srgbClr val="C00000"/>
                  </a:solidFill>
                  <a:latin typeface="Arial" panose="020B0604020202020204" pitchFamily="34" charset="0"/>
                </a:rPr>
                <a:t>relying party – aka service provider</a:t>
              </a:r>
            </a:p>
          </p:txBody>
        </p:sp>
        <p:cxnSp>
          <p:nvCxnSpPr>
            <p:cNvPr id="11" name="AutoShape 14">
              <a:extLst>
                <a:ext uri="{FF2B5EF4-FFF2-40B4-BE49-F238E27FC236}">
                  <a16:creationId xmlns:a16="http://schemas.microsoft.com/office/drawing/2014/main" id="{EB26B0DE-155A-1F40-891F-7F4BB3EB2CBE}"/>
                </a:ext>
              </a:extLst>
            </p:cNvPr>
            <p:cNvCxnSpPr>
              <a:cxnSpLocks noChangeShapeType="1"/>
              <a:stCxn id="15" idx="7"/>
              <a:endCxn id="8" idx="1"/>
            </p:cNvCxnSpPr>
            <p:nvPr/>
          </p:nvCxnSpPr>
          <p:spPr bwMode="auto">
            <a:xfrm flipV="1">
              <a:off x="2211388" y="3033713"/>
              <a:ext cx="1893887" cy="1255712"/>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AutoShape 15">
              <a:extLst>
                <a:ext uri="{FF2B5EF4-FFF2-40B4-BE49-F238E27FC236}">
                  <a16:creationId xmlns:a16="http://schemas.microsoft.com/office/drawing/2014/main" id="{6845005C-1EF6-9042-BAB5-F295D0629689}"/>
                </a:ext>
              </a:extLst>
            </p:cNvPr>
            <p:cNvCxnSpPr>
              <a:cxnSpLocks noChangeShapeType="1"/>
              <a:stCxn id="15" idx="8"/>
            </p:cNvCxnSpPr>
            <p:nvPr/>
          </p:nvCxnSpPr>
          <p:spPr bwMode="auto">
            <a:xfrm>
              <a:off x="2282825" y="4652963"/>
              <a:ext cx="3694113" cy="828675"/>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Text Box 16">
              <a:extLst>
                <a:ext uri="{FF2B5EF4-FFF2-40B4-BE49-F238E27FC236}">
                  <a16:creationId xmlns:a16="http://schemas.microsoft.com/office/drawing/2014/main" id="{176B7F8E-D35D-104B-AF03-40B6171F9675}"/>
                </a:ext>
              </a:extLst>
            </p:cNvPr>
            <p:cNvSpPr txBox="1">
              <a:spLocks noChangeArrowheads="1"/>
            </p:cNvSpPr>
            <p:nvPr/>
          </p:nvSpPr>
          <p:spPr bwMode="auto">
            <a:xfrm rot="-2054343">
              <a:off x="2195513" y="3284538"/>
              <a:ext cx="1847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Helvetica Neue Light" panose="02000403000000020004" pitchFamily="2" charset="0"/>
                  <a:ea typeface="ＭＳ Ｐゴシック" panose="020B0600070205080204" pitchFamily="34" charset="-128"/>
                </a:defRPr>
              </a:lvl1pPr>
              <a:lvl2pPr marL="742950" indent="-285750">
                <a:spcBef>
                  <a:spcPct val="20000"/>
                </a:spcBef>
                <a:buChar char="–"/>
                <a:defRPr sz="2800">
                  <a:solidFill>
                    <a:schemeClr val="tx1"/>
                  </a:solidFill>
                  <a:latin typeface="Helvetica Neue Light" panose="02000403000000020004" pitchFamily="2" charset="0"/>
                  <a:ea typeface="ＭＳ Ｐゴシック" panose="020B0600070205080204" pitchFamily="34" charset="-128"/>
                </a:defRPr>
              </a:lvl2pPr>
              <a:lvl3pPr marL="1143000" indent="-228600">
                <a:spcBef>
                  <a:spcPct val="20000"/>
                </a:spcBef>
                <a:buChar char="•"/>
                <a:defRPr sz="2400">
                  <a:solidFill>
                    <a:schemeClr val="tx1"/>
                  </a:solidFill>
                  <a:latin typeface="Helvetica Neue Light" panose="02000403000000020004" pitchFamily="2" charset="0"/>
                  <a:ea typeface="ＭＳ Ｐゴシック" panose="020B0600070205080204" pitchFamily="34" charset="-128"/>
                </a:defRPr>
              </a:lvl3pPr>
              <a:lvl4pPr marL="1600200" indent="-228600">
                <a:spcBef>
                  <a:spcPct val="20000"/>
                </a:spcBef>
                <a:buChar char="–"/>
                <a:defRPr sz="2000">
                  <a:solidFill>
                    <a:schemeClr val="tx1"/>
                  </a:solidFill>
                  <a:latin typeface="Helvetica Neue Light" panose="02000403000000020004" pitchFamily="2" charset="0"/>
                  <a:ea typeface="ＭＳ Ｐゴシック" panose="020B0600070205080204" pitchFamily="34" charset="-128"/>
                </a:defRPr>
              </a:lvl4pPr>
              <a:lvl5pPr marL="2057400" indent="-228600">
                <a:spcBef>
                  <a:spcPct val="20000"/>
                </a:spcBef>
                <a:buChar char="»"/>
                <a:defRPr sz="2000">
                  <a:solidFill>
                    <a:schemeClr val="tx1"/>
                  </a:solidFill>
                  <a:latin typeface="Helvetica Neue Light" panose="02000403000000020004" pitchFamily="2"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9pPr>
            </a:lstStyle>
            <a:p>
              <a:pPr>
                <a:spcBef>
                  <a:spcPct val="0"/>
                </a:spcBef>
                <a:buFontTx/>
                <a:buNone/>
              </a:pPr>
              <a:r>
                <a:rPr lang="en-GB" altLang="de-DE" sz="2000" dirty="0">
                  <a:latin typeface="Arial" panose="020B0604020202020204" pitchFamily="34" charset="0"/>
                </a:rPr>
                <a:t>1. authenticate</a:t>
              </a:r>
            </a:p>
          </p:txBody>
        </p:sp>
        <p:sp>
          <p:nvSpPr>
            <p:cNvPr id="14" name="Text Box 17">
              <a:extLst>
                <a:ext uri="{FF2B5EF4-FFF2-40B4-BE49-F238E27FC236}">
                  <a16:creationId xmlns:a16="http://schemas.microsoft.com/office/drawing/2014/main" id="{254750E2-421B-5F46-AB25-23B708910E66}"/>
                </a:ext>
              </a:extLst>
            </p:cNvPr>
            <p:cNvSpPr txBox="1">
              <a:spLocks noChangeArrowheads="1"/>
            </p:cNvSpPr>
            <p:nvPr/>
          </p:nvSpPr>
          <p:spPr bwMode="auto">
            <a:xfrm rot="722916">
              <a:off x="2795588" y="5013325"/>
              <a:ext cx="23129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Helvetica Neue Light" panose="02000403000000020004" pitchFamily="2" charset="0"/>
                  <a:ea typeface="ＭＳ Ｐゴシック" panose="020B0600070205080204" pitchFamily="34" charset="-128"/>
                </a:defRPr>
              </a:lvl1pPr>
              <a:lvl2pPr marL="742950" indent="-285750">
                <a:spcBef>
                  <a:spcPct val="20000"/>
                </a:spcBef>
                <a:buChar char="–"/>
                <a:defRPr sz="2800">
                  <a:solidFill>
                    <a:schemeClr val="tx1"/>
                  </a:solidFill>
                  <a:latin typeface="Helvetica Neue Light" panose="02000403000000020004" pitchFamily="2" charset="0"/>
                  <a:ea typeface="ＭＳ Ｐゴシック" panose="020B0600070205080204" pitchFamily="34" charset="-128"/>
                </a:defRPr>
              </a:lvl2pPr>
              <a:lvl3pPr marL="1143000" indent="-228600">
                <a:spcBef>
                  <a:spcPct val="20000"/>
                </a:spcBef>
                <a:buChar char="•"/>
                <a:defRPr sz="2400">
                  <a:solidFill>
                    <a:schemeClr val="tx1"/>
                  </a:solidFill>
                  <a:latin typeface="Helvetica Neue Light" panose="02000403000000020004" pitchFamily="2" charset="0"/>
                  <a:ea typeface="ＭＳ Ｐゴシック" panose="020B0600070205080204" pitchFamily="34" charset="-128"/>
                </a:defRPr>
              </a:lvl3pPr>
              <a:lvl4pPr marL="1600200" indent="-228600">
                <a:spcBef>
                  <a:spcPct val="20000"/>
                </a:spcBef>
                <a:buChar char="–"/>
                <a:defRPr sz="2000">
                  <a:solidFill>
                    <a:schemeClr val="tx1"/>
                  </a:solidFill>
                  <a:latin typeface="Helvetica Neue Light" panose="02000403000000020004" pitchFamily="2" charset="0"/>
                  <a:ea typeface="ＭＳ Ｐゴシック" panose="020B0600070205080204" pitchFamily="34" charset="-128"/>
                </a:defRPr>
              </a:lvl4pPr>
              <a:lvl5pPr marL="2057400" indent="-228600">
                <a:spcBef>
                  <a:spcPct val="20000"/>
                </a:spcBef>
                <a:buChar char="»"/>
                <a:defRPr sz="2000">
                  <a:solidFill>
                    <a:schemeClr val="tx1"/>
                  </a:solidFill>
                  <a:latin typeface="Helvetica Neue Light" panose="02000403000000020004" pitchFamily="2"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9pPr>
            </a:lstStyle>
            <a:p>
              <a:pPr>
                <a:spcBef>
                  <a:spcPct val="0"/>
                </a:spcBef>
                <a:buFontTx/>
                <a:buNone/>
              </a:pPr>
              <a:r>
                <a:rPr lang="en-GB" altLang="de-DE" sz="2000" dirty="0">
                  <a:latin typeface="Arial" panose="020B0604020202020204" pitchFamily="34" charset="0"/>
                </a:rPr>
                <a:t>2. access resource</a:t>
              </a:r>
            </a:p>
          </p:txBody>
        </p:sp>
      </p:grpSp>
      <p:cxnSp>
        <p:nvCxnSpPr>
          <p:cNvPr id="18" name="Straight Arrow Connector 17">
            <a:extLst>
              <a:ext uri="{FF2B5EF4-FFF2-40B4-BE49-F238E27FC236}">
                <a16:creationId xmlns:a16="http://schemas.microsoft.com/office/drawing/2014/main" id="{074F4431-5208-9945-918C-EE5A750CC220}"/>
              </a:ext>
            </a:extLst>
          </p:cNvPr>
          <p:cNvCxnSpPr/>
          <p:nvPr/>
        </p:nvCxnSpPr>
        <p:spPr>
          <a:xfrm>
            <a:off x="6732396" y="3261373"/>
            <a:ext cx="864158" cy="788987"/>
          </a:xfrm>
          <a:prstGeom prst="straightConnector1">
            <a:avLst/>
          </a:prstGeom>
          <a:ln w="25400">
            <a:solidFill>
              <a:srgbClr val="92D05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31BA69CA-0B20-1B4E-A570-45BA13992A00}"/>
              </a:ext>
            </a:extLst>
          </p:cNvPr>
          <p:cNvSpPr txBox="1"/>
          <p:nvPr/>
        </p:nvSpPr>
        <p:spPr>
          <a:xfrm>
            <a:off x="7200105" y="3254026"/>
            <a:ext cx="3310240" cy="338554"/>
          </a:xfrm>
          <a:prstGeom prst="rect">
            <a:avLst/>
          </a:prstGeom>
          <a:noFill/>
        </p:spPr>
        <p:txBody>
          <a:bodyPr wrap="square" rtlCol="0">
            <a:spAutoFit/>
          </a:bodyPr>
          <a:lstStyle/>
          <a:p>
            <a:pPr algn="l"/>
            <a:r>
              <a:rPr lang="en-US" sz="1600" b="1" dirty="0">
                <a:latin typeface="Helvetica Neue" panose="02000503000000020004" pitchFamily="2" charset="0"/>
                <a:ea typeface="Helvetica Neue" panose="02000503000000020004" pitchFamily="2" charset="0"/>
                <a:cs typeface="Helvetica Neue" panose="02000503000000020004" pitchFamily="2" charset="0"/>
              </a:rPr>
              <a:t>Pre-existing trust relationship</a:t>
            </a:r>
          </a:p>
        </p:txBody>
      </p:sp>
      <mc:AlternateContent xmlns:mc="http://schemas.openxmlformats.org/markup-compatibility/2006" xmlns:p14="http://schemas.microsoft.com/office/powerpoint/2010/main">
        <mc:Choice Requires="p14">
          <p:contentPart p14:bwMode="auto" r:id="rId2">
            <p14:nvContentPartPr>
              <p14:cNvPr id="28" name="Ink 27">
                <a:extLst>
                  <a:ext uri="{FF2B5EF4-FFF2-40B4-BE49-F238E27FC236}">
                    <a16:creationId xmlns:a16="http://schemas.microsoft.com/office/drawing/2014/main" id="{41C31155-B637-A9FF-F5CF-A8D9B40AC103}"/>
                  </a:ext>
                </a:extLst>
              </p14:cNvPr>
              <p14:cNvContentPartPr/>
              <p14:nvPr/>
            </p14:nvContentPartPr>
            <p14:xfrm>
              <a:off x="5456487" y="1044158"/>
              <a:ext cx="768240" cy="366840"/>
            </p14:xfrm>
          </p:contentPart>
        </mc:Choice>
        <mc:Fallback xmlns="">
          <p:pic>
            <p:nvPicPr>
              <p:cNvPr id="28" name="Ink 27">
                <a:extLst>
                  <a:ext uri="{FF2B5EF4-FFF2-40B4-BE49-F238E27FC236}">
                    <a16:creationId xmlns:a16="http://schemas.microsoft.com/office/drawing/2014/main" id="{41C31155-B637-A9FF-F5CF-A8D9B40AC103}"/>
                  </a:ext>
                </a:extLst>
              </p:cNvPr>
              <p:cNvPicPr/>
              <p:nvPr/>
            </p:nvPicPr>
            <p:blipFill>
              <a:blip r:embed="rId3"/>
              <a:stretch>
                <a:fillRect/>
              </a:stretch>
            </p:blipFill>
            <p:spPr>
              <a:xfrm>
                <a:off x="5446047" y="1033358"/>
                <a:ext cx="789480" cy="3880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9" name="Ink 28">
                <a:extLst>
                  <a:ext uri="{FF2B5EF4-FFF2-40B4-BE49-F238E27FC236}">
                    <a16:creationId xmlns:a16="http://schemas.microsoft.com/office/drawing/2014/main" id="{277651DD-EAB8-99DD-E7EF-9268C70A46D3}"/>
                  </a:ext>
                </a:extLst>
              </p14:cNvPr>
              <p14:cNvContentPartPr/>
              <p14:nvPr/>
            </p14:nvContentPartPr>
            <p14:xfrm>
              <a:off x="5803167" y="1663718"/>
              <a:ext cx="153000" cy="193320"/>
            </p14:xfrm>
          </p:contentPart>
        </mc:Choice>
        <mc:Fallback xmlns="">
          <p:pic>
            <p:nvPicPr>
              <p:cNvPr id="29" name="Ink 28">
                <a:extLst>
                  <a:ext uri="{FF2B5EF4-FFF2-40B4-BE49-F238E27FC236}">
                    <a16:creationId xmlns:a16="http://schemas.microsoft.com/office/drawing/2014/main" id="{277651DD-EAB8-99DD-E7EF-9268C70A46D3}"/>
                  </a:ext>
                </a:extLst>
              </p:cNvPr>
              <p:cNvPicPr/>
              <p:nvPr/>
            </p:nvPicPr>
            <p:blipFill>
              <a:blip r:embed="rId5"/>
              <a:stretch>
                <a:fillRect/>
              </a:stretch>
            </p:blipFill>
            <p:spPr>
              <a:xfrm>
                <a:off x="5789127" y="1649318"/>
                <a:ext cx="181440" cy="2217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9" name="Ink 48">
                <a:extLst>
                  <a:ext uri="{FF2B5EF4-FFF2-40B4-BE49-F238E27FC236}">
                    <a16:creationId xmlns:a16="http://schemas.microsoft.com/office/drawing/2014/main" id="{29DE2E18-26C7-2467-5A6A-7EFDDB879AD8}"/>
                  </a:ext>
                </a:extLst>
              </p14:cNvPr>
              <p14:cNvContentPartPr/>
              <p14:nvPr/>
            </p14:nvContentPartPr>
            <p14:xfrm>
              <a:off x="7450167" y="1011038"/>
              <a:ext cx="726840" cy="255960"/>
            </p14:xfrm>
          </p:contentPart>
        </mc:Choice>
        <mc:Fallback xmlns="">
          <p:pic>
            <p:nvPicPr>
              <p:cNvPr id="49" name="Ink 48">
                <a:extLst>
                  <a:ext uri="{FF2B5EF4-FFF2-40B4-BE49-F238E27FC236}">
                    <a16:creationId xmlns:a16="http://schemas.microsoft.com/office/drawing/2014/main" id="{29DE2E18-26C7-2467-5A6A-7EFDDB879AD8}"/>
                  </a:ext>
                </a:extLst>
              </p:cNvPr>
              <p:cNvPicPr/>
              <p:nvPr/>
            </p:nvPicPr>
            <p:blipFill>
              <a:blip r:embed="rId7"/>
              <a:stretch>
                <a:fillRect/>
              </a:stretch>
            </p:blipFill>
            <p:spPr>
              <a:xfrm>
                <a:off x="7439727" y="1000598"/>
                <a:ext cx="748080" cy="2772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0" name="Ink 49">
                <a:extLst>
                  <a:ext uri="{FF2B5EF4-FFF2-40B4-BE49-F238E27FC236}">
                    <a16:creationId xmlns:a16="http://schemas.microsoft.com/office/drawing/2014/main" id="{E473EBF4-5E09-A40C-2855-33849F6BD1FB}"/>
                  </a:ext>
                </a:extLst>
              </p14:cNvPr>
              <p14:cNvContentPartPr/>
              <p14:nvPr/>
            </p14:nvContentPartPr>
            <p14:xfrm>
              <a:off x="6319407" y="1023638"/>
              <a:ext cx="961920" cy="297360"/>
            </p14:xfrm>
          </p:contentPart>
        </mc:Choice>
        <mc:Fallback xmlns="">
          <p:pic>
            <p:nvPicPr>
              <p:cNvPr id="50" name="Ink 49">
                <a:extLst>
                  <a:ext uri="{FF2B5EF4-FFF2-40B4-BE49-F238E27FC236}">
                    <a16:creationId xmlns:a16="http://schemas.microsoft.com/office/drawing/2014/main" id="{E473EBF4-5E09-A40C-2855-33849F6BD1FB}"/>
                  </a:ext>
                </a:extLst>
              </p:cNvPr>
              <p:cNvPicPr/>
              <p:nvPr/>
            </p:nvPicPr>
            <p:blipFill>
              <a:blip r:embed="rId9"/>
              <a:stretch>
                <a:fillRect/>
              </a:stretch>
            </p:blipFill>
            <p:spPr>
              <a:xfrm>
                <a:off x="6308607" y="1012851"/>
                <a:ext cx="983160" cy="318574"/>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9" name="Ink 68">
                <a:extLst>
                  <a:ext uri="{FF2B5EF4-FFF2-40B4-BE49-F238E27FC236}">
                    <a16:creationId xmlns:a16="http://schemas.microsoft.com/office/drawing/2014/main" id="{A5DA3840-82DA-0D12-5B05-B37CE99530E6}"/>
                  </a:ext>
                </a:extLst>
              </p14:cNvPr>
              <p14:cNvContentPartPr/>
              <p14:nvPr/>
            </p14:nvContentPartPr>
            <p14:xfrm>
              <a:off x="8259338" y="4721898"/>
              <a:ext cx="462240" cy="720360"/>
            </p14:xfrm>
          </p:contentPart>
        </mc:Choice>
        <mc:Fallback xmlns="">
          <p:pic>
            <p:nvPicPr>
              <p:cNvPr id="69" name="Ink 68">
                <a:extLst>
                  <a:ext uri="{FF2B5EF4-FFF2-40B4-BE49-F238E27FC236}">
                    <a16:creationId xmlns:a16="http://schemas.microsoft.com/office/drawing/2014/main" id="{A5DA3840-82DA-0D12-5B05-B37CE99530E6}"/>
                  </a:ext>
                </a:extLst>
              </p:cNvPr>
              <p:cNvPicPr/>
              <p:nvPr/>
            </p:nvPicPr>
            <p:blipFill>
              <a:blip r:embed="rId11"/>
              <a:stretch>
                <a:fillRect/>
              </a:stretch>
            </p:blipFill>
            <p:spPr>
              <a:xfrm>
                <a:off x="8248898" y="4711458"/>
                <a:ext cx="483480" cy="7416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2" name="Ink 81">
                <a:extLst>
                  <a:ext uri="{FF2B5EF4-FFF2-40B4-BE49-F238E27FC236}">
                    <a16:creationId xmlns:a16="http://schemas.microsoft.com/office/drawing/2014/main" id="{5C1F5B3C-FC9F-4870-3430-7AAA92054D17}"/>
                  </a:ext>
                </a:extLst>
              </p14:cNvPr>
              <p14:cNvContentPartPr/>
              <p14:nvPr/>
            </p14:nvContentPartPr>
            <p14:xfrm>
              <a:off x="6338267" y="2401714"/>
              <a:ext cx="933120" cy="281880"/>
            </p14:xfrm>
          </p:contentPart>
        </mc:Choice>
        <mc:Fallback xmlns="">
          <p:pic>
            <p:nvPicPr>
              <p:cNvPr id="82" name="Ink 81">
                <a:extLst>
                  <a:ext uri="{FF2B5EF4-FFF2-40B4-BE49-F238E27FC236}">
                    <a16:creationId xmlns:a16="http://schemas.microsoft.com/office/drawing/2014/main" id="{5C1F5B3C-FC9F-4870-3430-7AAA92054D17}"/>
                  </a:ext>
                </a:extLst>
              </p:cNvPr>
              <p:cNvPicPr/>
              <p:nvPr/>
            </p:nvPicPr>
            <p:blipFill>
              <a:blip r:embed="rId13"/>
              <a:stretch>
                <a:fillRect/>
              </a:stretch>
            </p:blipFill>
            <p:spPr>
              <a:xfrm>
                <a:off x="6327827" y="2391274"/>
                <a:ext cx="954360" cy="3031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1" name="Ink 110">
                <a:extLst>
                  <a:ext uri="{FF2B5EF4-FFF2-40B4-BE49-F238E27FC236}">
                    <a16:creationId xmlns:a16="http://schemas.microsoft.com/office/drawing/2014/main" id="{61A6BCC6-6802-25C5-66D1-ED3974889467}"/>
                  </a:ext>
                </a:extLst>
              </p14:cNvPr>
              <p14:cNvContentPartPr/>
              <p14:nvPr/>
            </p14:nvContentPartPr>
            <p14:xfrm>
              <a:off x="9406206" y="4671745"/>
              <a:ext cx="566280" cy="984240"/>
            </p14:xfrm>
          </p:contentPart>
        </mc:Choice>
        <mc:Fallback xmlns="">
          <p:pic>
            <p:nvPicPr>
              <p:cNvPr id="111" name="Ink 110">
                <a:extLst>
                  <a:ext uri="{FF2B5EF4-FFF2-40B4-BE49-F238E27FC236}">
                    <a16:creationId xmlns:a16="http://schemas.microsoft.com/office/drawing/2014/main" id="{61A6BCC6-6802-25C5-66D1-ED3974889467}"/>
                  </a:ext>
                </a:extLst>
              </p:cNvPr>
              <p:cNvPicPr/>
              <p:nvPr/>
            </p:nvPicPr>
            <p:blipFill>
              <a:blip r:embed="rId15"/>
              <a:stretch>
                <a:fillRect/>
              </a:stretch>
            </p:blipFill>
            <p:spPr>
              <a:xfrm>
                <a:off x="9395406" y="4661305"/>
                <a:ext cx="587520" cy="1005480"/>
              </a:xfrm>
              <a:prstGeom prst="rect">
                <a:avLst/>
              </a:prstGeom>
            </p:spPr>
          </p:pic>
        </mc:Fallback>
      </mc:AlternateContent>
    </p:spTree>
    <p:extLst>
      <p:ext uri="{BB962C8B-B14F-4D97-AF65-F5344CB8AC3E}">
        <p14:creationId xmlns:p14="http://schemas.microsoft.com/office/powerpoint/2010/main" val="2642635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ppt_x"/>
                                          </p:val>
                                        </p:tav>
                                        <p:tav tm="100000">
                                          <p:val>
                                            <p:strVal val="#ppt_x"/>
                                          </p:val>
                                        </p:tav>
                                      </p:tavLst>
                                    </p:anim>
                                    <p:anim calcmode="lin" valueType="num">
                                      <p:cBhvr additive="base">
                                        <p:cTn id="12"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Asserting Party</a:t>
            </a:r>
            <a:endParaRPr lang="en-SG" sz="3200" dirty="0"/>
          </a:p>
        </p:txBody>
      </p:sp>
      <p:sp>
        <p:nvSpPr>
          <p:cNvPr id="8" name="Text Placeholder 7">
            <a:extLst>
              <a:ext uri="{FF2B5EF4-FFF2-40B4-BE49-F238E27FC236}">
                <a16:creationId xmlns:a16="http://schemas.microsoft.com/office/drawing/2014/main" id="{1FA16C36-3885-3B48-B3D4-20E9688B3D53}"/>
              </a:ext>
            </a:extLst>
          </p:cNvPr>
          <p:cNvSpPr>
            <a:spLocks noGrp="1"/>
          </p:cNvSpPr>
          <p:nvPr>
            <p:ph type="body" idx="11"/>
          </p:nvPr>
        </p:nvSpPr>
        <p:spPr/>
        <p:txBody>
          <a:bodyPr/>
          <a:lstStyle/>
          <a:p>
            <a:endParaRPr lang="en-US"/>
          </a:p>
        </p:txBody>
      </p:sp>
      <p:sp>
        <p:nvSpPr>
          <p:cNvPr id="6" name="Content Placeholder 5">
            <a:extLst>
              <a:ext uri="{FF2B5EF4-FFF2-40B4-BE49-F238E27FC236}">
                <a16:creationId xmlns:a16="http://schemas.microsoft.com/office/drawing/2014/main" id="{08677DDE-AF9D-DF41-85F9-DC513BFA3D32}"/>
              </a:ext>
            </a:extLst>
          </p:cNvPr>
          <p:cNvSpPr>
            <a:spLocks noGrp="1"/>
          </p:cNvSpPr>
          <p:nvPr>
            <p:ph idx="1"/>
          </p:nvPr>
        </p:nvSpPr>
        <p:spPr/>
        <p:txBody>
          <a:bodyPr>
            <a:normAutofit/>
          </a:bodyPr>
          <a:lstStyle/>
          <a:p>
            <a:pPr marL="378900" indent="-342900">
              <a:spcBef>
                <a:spcPts val="600"/>
              </a:spcBef>
            </a:pPr>
            <a:r>
              <a:rPr lang="en-GB" altLang="de-DE" sz="2200" b="1" dirty="0"/>
              <a:t>Asserting party</a:t>
            </a:r>
            <a:r>
              <a:rPr lang="en-GB" altLang="de-DE" sz="2200" dirty="0"/>
              <a:t>: system or administrative domain that asserts information about a subject</a:t>
            </a:r>
          </a:p>
          <a:p>
            <a:pPr marL="378900" indent="-342900">
              <a:spcBef>
                <a:spcPts val="600"/>
              </a:spcBef>
            </a:pPr>
            <a:r>
              <a:rPr lang="en-GB" altLang="de-DE" sz="2200" dirty="0"/>
              <a:t>Asserts that a user has been authenticated and has been given associated attributes</a:t>
            </a:r>
          </a:p>
          <a:p>
            <a:pPr marL="893250" lvl="2" indent="-457200">
              <a:spcBef>
                <a:spcPts val="600"/>
              </a:spcBef>
            </a:pPr>
            <a:r>
              <a:rPr lang="en-GB" altLang="de-DE" sz="2200" dirty="0"/>
              <a:t>E.g. This user is </a:t>
            </a:r>
            <a:r>
              <a:rPr lang="en-GB" altLang="de-DE" sz="2200" b="1" i="1" dirty="0"/>
              <a:t>John Smith</a:t>
            </a:r>
            <a:r>
              <a:rPr lang="en-GB" altLang="de-DE" sz="2200" dirty="0"/>
              <a:t>, has the email address </a:t>
            </a:r>
            <a:r>
              <a:rPr lang="en-GB" altLang="de-DE" sz="2200" b="1" i="1" dirty="0" err="1"/>
              <a:t>john.smith@acompany.com</a:t>
            </a:r>
            <a:r>
              <a:rPr lang="en-GB" altLang="de-DE" sz="2200" dirty="0"/>
              <a:t>, was authenticated into this system using a </a:t>
            </a:r>
            <a:r>
              <a:rPr lang="en-GB" altLang="de-DE" sz="2200" b="1" i="1" dirty="0"/>
              <a:t>password </a:t>
            </a:r>
            <a:r>
              <a:rPr lang="en-GB" altLang="de-DE" sz="2200" dirty="0"/>
              <a:t>mechanism</a:t>
            </a:r>
          </a:p>
          <a:p>
            <a:endParaRPr lang="en-US" sz="2200" dirty="0"/>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E379543C-0F49-7F72-057E-3F3A90359B49}"/>
                  </a:ext>
                </a:extLst>
              </p14:cNvPr>
              <p14:cNvContentPartPr/>
              <p14:nvPr/>
            </p14:nvContentPartPr>
            <p14:xfrm>
              <a:off x="1478592" y="3462938"/>
              <a:ext cx="54360" cy="390240"/>
            </p14:xfrm>
          </p:contentPart>
        </mc:Choice>
        <mc:Fallback xmlns="">
          <p:pic>
            <p:nvPicPr>
              <p:cNvPr id="3" name="Ink 2">
                <a:extLst>
                  <a:ext uri="{FF2B5EF4-FFF2-40B4-BE49-F238E27FC236}">
                    <a16:creationId xmlns:a16="http://schemas.microsoft.com/office/drawing/2014/main" id="{E379543C-0F49-7F72-057E-3F3A90359B49}"/>
                  </a:ext>
                </a:extLst>
              </p:cNvPr>
              <p:cNvPicPr/>
              <p:nvPr/>
            </p:nvPicPr>
            <p:blipFill>
              <a:blip r:embed="rId3"/>
              <a:stretch>
                <a:fillRect/>
              </a:stretch>
            </p:blipFill>
            <p:spPr>
              <a:xfrm>
                <a:off x="1468152" y="3452138"/>
                <a:ext cx="75600" cy="4114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D2BF75FC-FB8C-19C1-1ADB-16E27AB4CB7E}"/>
                  </a:ext>
                </a:extLst>
              </p14:cNvPr>
              <p14:cNvContentPartPr/>
              <p14:nvPr/>
            </p14:nvContentPartPr>
            <p14:xfrm>
              <a:off x="1511352" y="3416498"/>
              <a:ext cx="206280" cy="320040"/>
            </p14:xfrm>
          </p:contentPart>
        </mc:Choice>
        <mc:Fallback xmlns="">
          <p:pic>
            <p:nvPicPr>
              <p:cNvPr id="4" name="Ink 3">
                <a:extLst>
                  <a:ext uri="{FF2B5EF4-FFF2-40B4-BE49-F238E27FC236}">
                    <a16:creationId xmlns:a16="http://schemas.microsoft.com/office/drawing/2014/main" id="{D2BF75FC-FB8C-19C1-1ADB-16E27AB4CB7E}"/>
                  </a:ext>
                </a:extLst>
              </p:cNvPr>
              <p:cNvPicPr/>
              <p:nvPr/>
            </p:nvPicPr>
            <p:blipFill>
              <a:blip r:embed="rId5"/>
              <a:stretch>
                <a:fillRect/>
              </a:stretch>
            </p:blipFill>
            <p:spPr>
              <a:xfrm>
                <a:off x="1500552" y="3405698"/>
                <a:ext cx="227520" cy="3412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ABEDE7FD-B25B-72DE-FCB7-422937E9300E}"/>
                  </a:ext>
                </a:extLst>
              </p14:cNvPr>
              <p14:cNvContentPartPr/>
              <p14:nvPr/>
            </p14:nvContentPartPr>
            <p14:xfrm>
              <a:off x="1738872" y="3508658"/>
              <a:ext cx="108720" cy="307440"/>
            </p14:xfrm>
          </p:contentPart>
        </mc:Choice>
        <mc:Fallback xmlns="">
          <p:pic>
            <p:nvPicPr>
              <p:cNvPr id="5" name="Ink 4">
                <a:extLst>
                  <a:ext uri="{FF2B5EF4-FFF2-40B4-BE49-F238E27FC236}">
                    <a16:creationId xmlns:a16="http://schemas.microsoft.com/office/drawing/2014/main" id="{ABEDE7FD-B25B-72DE-FCB7-422937E9300E}"/>
                  </a:ext>
                </a:extLst>
              </p:cNvPr>
              <p:cNvPicPr/>
              <p:nvPr/>
            </p:nvPicPr>
            <p:blipFill>
              <a:blip r:embed="rId7"/>
              <a:stretch>
                <a:fillRect/>
              </a:stretch>
            </p:blipFill>
            <p:spPr>
              <a:xfrm>
                <a:off x="1728072" y="3497858"/>
                <a:ext cx="129960" cy="3286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80918D97-2A49-5EB4-C30D-CFFF6D905EF8}"/>
                  </a:ext>
                </a:extLst>
              </p14:cNvPr>
              <p14:cNvContentPartPr/>
              <p14:nvPr/>
            </p14:nvContentPartPr>
            <p14:xfrm>
              <a:off x="1879632" y="3427298"/>
              <a:ext cx="21960" cy="309240"/>
            </p14:xfrm>
          </p:contentPart>
        </mc:Choice>
        <mc:Fallback xmlns="">
          <p:pic>
            <p:nvPicPr>
              <p:cNvPr id="7" name="Ink 6">
                <a:extLst>
                  <a:ext uri="{FF2B5EF4-FFF2-40B4-BE49-F238E27FC236}">
                    <a16:creationId xmlns:a16="http://schemas.microsoft.com/office/drawing/2014/main" id="{80918D97-2A49-5EB4-C30D-CFFF6D905EF8}"/>
                  </a:ext>
                </a:extLst>
              </p:cNvPr>
              <p:cNvPicPr/>
              <p:nvPr/>
            </p:nvPicPr>
            <p:blipFill>
              <a:blip r:embed="rId9"/>
              <a:stretch>
                <a:fillRect/>
              </a:stretch>
            </p:blipFill>
            <p:spPr>
              <a:xfrm>
                <a:off x="1868832" y="3416858"/>
                <a:ext cx="43200" cy="3304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0A928C2E-3EA4-3318-D349-3BD92806E5D6}"/>
                  </a:ext>
                </a:extLst>
              </p14:cNvPr>
              <p14:cNvContentPartPr/>
              <p14:nvPr/>
            </p14:nvContentPartPr>
            <p14:xfrm>
              <a:off x="1949832" y="3562658"/>
              <a:ext cx="119520" cy="60120"/>
            </p14:xfrm>
          </p:contentPart>
        </mc:Choice>
        <mc:Fallback xmlns="">
          <p:pic>
            <p:nvPicPr>
              <p:cNvPr id="9" name="Ink 8">
                <a:extLst>
                  <a:ext uri="{FF2B5EF4-FFF2-40B4-BE49-F238E27FC236}">
                    <a16:creationId xmlns:a16="http://schemas.microsoft.com/office/drawing/2014/main" id="{0A928C2E-3EA4-3318-D349-3BD92806E5D6}"/>
                  </a:ext>
                </a:extLst>
              </p:cNvPr>
              <p:cNvPicPr/>
              <p:nvPr/>
            </p:nvPicPr>
            <p:blipFill>
              <a:blip r:embed="rId11"/>
              <a:stretch>
                <a:fillRect/>
              </a:stretch>
            </p:blipFill>
            <p:spPr>
              <a:xfrm>
                <a:off x="1939392" y="3552218"/>
                <a:ext cx="140760" cy="813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DE2F1DD1-F179-E98D-07AF-644F8A13B912}"/>
                  </a:ext>
                </a:extLst>
              </p14:cNvPr>
              <p14:cNvContentPartPr/>
              <p14:nvPr/>
            </p14:nvContentPartPr>
            <p14:xfrm>
              <a:off x="2025792" y="3470498"/>
              <a:ext cx="43560" cy="287640"/>
            </p14:xfrm>
          </p:contentPart>
        </mc:Choice>
        <mc:Fallback xmlns="">
          <p:pic>
            <p:nvPicPr>
              <p:cNvPr id="10" name="Ink 9">
                <a:extLst>
                  <a:ext uri="{FF2B5EF4-FFF2-40B4-BE49-F238E27FC236}">
                    <a16:creationId xmlns:a16="http://schemas.microsoft.com/office/drawing/2014/main" id="{DE2F1DD1-F179-E98D-07AF-644F8A13B912}"/>
                  </a:ext>
                </a:extLst>
              </p:cNvPr>
              <p:cNvPicPr/>
              <p:nvPr/>
            </p:nvPicPr>
            <p:blipFill>
              <a:blip r:embed="rId13"/>
              <a:stretch>
                <a:fillRect/>
              </a:stretch>
            </p:blipFill>
            <p:spPr>
              <a:xfrm>
                <a:off x="2015352" y="3460058"/>
                <a:ext cx="64800" cy="3088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288D85E5-88F1-68EE-3469-1AEDCCFF9193}"/>
                  </a:ext>
                </a:extLst>
              </p14:cNvPr>
              <p14:cNvContentPartPr/>
              <p14:nvPr/>
            </p14:nvContentPartPr>
            <p14:xfrm>
              <a:off x="2117952" y="3557258"/>
              <a:ext cx="21960" cy="226800"/>
            </p14:xfrm>
          </p:contentPart>
        </mc:Choice>
        <mc:Fallback xmlns="">
          <p:pic>
            <p:nvPicPr>
              <p:cNvPr id="11" name="Ink 10">
                <a:extLst>
                  <a:ext uri="{FF2B5EF4-FFF2-40B4-BE49-F238E27FC236}">
                    <a16:creationId xmlns:a16="http://schemas.microsoft.com/office/drawing/2014/main" id="{288D85E5-88F1-68EE-3469-1AEDCCFF9193}"/>
                  </a:ext>
                </a:extLst>
              </p:cNvPr>
              <p:cNvPicPr/>
              <p:nvPr/>
            </p:nvPicPr>
            <p:blipFill>
              <a:blip r:embed="rId15"/>
              <a:stretch>
                <a:fillRect/>
              </a:stretch>
            </p:blipFill>
            <p:spPr>
              <a:xfrm>
                <a:off x="2107152" y="3546818"/>
                <a:ext cx="43200" cy="2480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2" name="Ink 11">
                <a:extLst>
                  <a:ext uri="{FF2B5EF4-FFF2-40B4-BE49-F238E27FC236}">
                    <a16:creationId xmlns:a16="http://schemas.microsoft.com/office/drawing/2014/main" id="{FE455577-1CD4-EA70-54FC-1450A6C9B42C}"/>
                  </a:ext>
                </a:extLst>
              </p14:cNvPr>
              <p14:cNvContentPartPr/>
              <p14:nvPr/>
            </p14:nvContentPartPr>
            <p14:xfrm>
              <a:off x="2123352" y="3503618"/>
              <a:ext cx="11160" cy="43200"/>
            </p14:xfrm>
          </p:contentPart>
        </mc:Choice>
        <mc:Fallback xmlns="">
          <p:pic>
            <p:nvPicPr>
              <p:cNvPr id="12" name="Ink 11">
                <a:extLst>
                  <a:ext uri="{FF2B5EF4-FFF2-40B4-BE49-F238E27FC236}">
                    <a16:creationId xmlns:a16="http://schemas.microsoft.com/office/drawing/2014/main" id="{FE455577-1CD4-EA70-54FC-1450A6C9B42C}"/>
                  </a:ext>
                </a:extLst>
              </p:cNvPr>
              <p:cNvPicPr/>
              <p:nvPr/>
            </p:nvPicPr>
            <p:blipFill>
              <a:blip r:embed="rId17"/>
              <a:stretch>
                <a:fillRect/>
              </a:stretch>
            </p:blipFill>
            <p:spPr>
              <a:xfrm>
                <a:off x="2112552" y="3493178"/>
                <a:ext cx="3240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3" name="Ink 12">
                <a:extLst>
                  <a:ext uri="{FF2B5EF4-FFF2-40B4-BE49-F238E27FC236}">
                    <a16:creationId xmlns:a16="http://schemas.microsoft.com/office/drawing/2014/main" id="{6A3D9D08-6C1F-4D20-7BD7-94C25163677E}"/>
                  </a:ext>
                </a:extLst>
              </p14:cNvPr>
              <p14:cNvContentPartPr/>
              <p14:nvPr/>
            </p14:nvContentPartPr>
            <p14:xfrm>
              <a:off x="2188512" y="3509018"/>
              <a:ext cx="141120" cy="188280"/>
            </p14:xfrm>
          </p:contentPart>
        </mc:Choice>
        <mc:Fallback xmlns="">
          <p:pic>
            <p:nvPicPr>
              <p:cNvPr id="13" name="Ink 12">
                <a:extLst>
                  <a:ext uri="{FF2B5EF4-FFF2-40B4-BE49-F238E27FC236}">
                    <a16:creationId xmlns:a16="http://schemas.microsoft.com/office/drawing/2014/main" id="{6A3D9D08-6C1F-4D20-7BD7-94C25163677E}"/>
                  </a:ext>
                </a:extLst>
              </p:cNvPr>
              <p:cNvPicPr/>
              <p:nvPr/>
            </p:nvPicPr>
            <p:blipFill>
              <a:blip r:embed="rId19"/>
              <a:stretch>
                <a:fillRect/>
              </a:stretch>
            </p:blipFill>
            <p:spPr>
              <a:xfrm>
                <a:off x="2177712" y="3498578"/>
                <a:ext cx="162360" cy="2095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4" name="Ink 13">
                <a:extLst>
                  <a:ext uri="{FF2B5EF4-FFF2-40B4-BE49-F238E27FC236}">
                    <a16:creationId xmlns:a16="http://schemas.microsoft.com/office/drawing/2014/main" id="{36E24BCD-AA34-D58B-5D73-92CCB04EA88F}"/>
                  </a:ext>
                </a:extLst>
              </p14:cNvPr>
              <p14:cNvContentPartPr/>
              <p14:nvPr/>
            </p14:nvContentPartPr>
            <p14:xfrm>
              <a:off x="2313072" y="3487418"/>
              <a:ext cx="168120" cy="393840"/>
            </p14:xfrm>
          </p:contentPart>
        </mc:Choice>
        <mc:Fallback xmlns="">
          <p:pic>
            <p:nvPicPr>
              <p:cNvPr id="14" name="Ink 13">
                <a:extLst>
                  <a:ext uri="{FF2B5EF4-FFF2-40B4-BE49-F238E27FC236}">
                    <a16:creationId xmlns:a16="http://schemas.microsoft.com/office/drawing/2014/main" id="{36E24BCD-AA34-D58B-5D73-92CCB04EA88F}"/>
                  </a:ext>
                </a:extLst>
              </p:cNvPr>
              <p:cNvPicPr/>
              <p:nvPr/>
            </p:nvPicPr>
            <p:blipFill>
              <a:blip r:embed="rId21"/>
              <a:stretch>
                <a:fillRect/>
              </a:stretch>
            </p:blipFill>
            <p:spPr>
              <a:xfrm>
                <a:off x="2302272" y="3476978"/>
                <a:ext cx="189360" cy="4150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5" name="Ink 14">
                <a:extLst>
                  <a:ext uri="{FF2B5EF4-FFF2-40B4-BE49-F238E27FC236}">
                    <a16:creationId xmlns:a16="http://schemas.microsoft.com/office/drawing/2014/main" id="{14F0FA31-C48E-A478-3B6B-FB4096839A3F}"/>
                  </a:ext>
                </a:extLst>
              </p14:cNvPr>
              <p14:cNvContentPartPr/>
              <p14:nvPr/>
            </p14:nvContentPartPr>
            <p14:xfrm>
              <a:off x="2702952" y="3544658"/>
              <a:ext cx="58680" cy="308520"/>
            </p14:xfrm>
          </p:contentPart>
        </mc:Choice>
        <mc:Fallback xmlns="">
          <p:pic>
            <p:nvPicPr>
              <p:cNvPr id="15" name="Ink 14">
                <a:extLst>
                  <a:ext uri="{FF2B5EF4-FFF2-40B4-BE49-F238E27FC236}">
                    <a16:creationId xmlns:a16="http://schemas.microsoft.com/office/drawing/2014/main" id="{14F0FA31-C48E-A478-3B6B-FB4096839A3F}"/>
                  </a:ext>
                </a:extLst>
              </p:cNvPr>
              <p:cNvPicPr/>
              <p:nvPr/>
            </p:nvPicPr>
            <p:blipFill>
              <a:blip r:embed="rId23"/>
              <a:stretch>
                <a:fillRect/>
              </a:stretch>
            </p:blipFill>
            <p:spPr>
              <a:xfrm>
                <a:off x="2692512" y="3534218"/>
                <a:ext cx="79920" cy="3297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6" name="Ink 15">
                <a:extLst>
                  <a:ext uri="{FF2B5EF4-FFF2-40B4-BE49-F238E27FC236}">
                    <a16:creationId xmlns:a16="http://schemas.microsoft.com/office/drawing/2014/main" id="{CC103D7D-0D4C-78B0-98B7-8B6A0E6EE230}"/>
                  </a:ext>
                </a:extLst>
              </p14:cNvPr>
              <p14:cNvContentPartPr/>
              <p14:nvPr/>
            </p14:nvContentPartPr>
            <p14:xfrm>
              <a:off x="2735352" y="3508658"/>
              <a:ext cx="86400" cy="225000"/>
            </p14:xfrm>
          </p:contentPart>
        </mc:Choice>
        <mc:Fallback xmlns="">
          <p:pic>
            <p:nvPicPr>
              <p:cNvPr id="16" name="Ink 15">
                <a:extLst>
                  <a:ext uri="{FF2B5EF4-FFF2-40B4-BE49-F238E27FC236}">
                    <a16:creationId xmlns:a16="http://schemas.microsoft.com/office/drawing/2014/main" id="{CC103D7D-0D4C-78B0-98B7-8B6A0E6EE230}"/>
                  </a:ext>
                </a:extLst>
              </p:cNvPr>
              <p:cNvPicPr/>
              <p:nvPr/>
            </p:nvPicPr>
            <p:blipFill>
              <a:blip r:embed="rId25"/>
              <a:stretch>
                <a:fillRect/>
              </a:stretch>
            </p:blipFill>
            <p:spPr>
              <a:xfrm>
                <a:off x="2724912" y="3497858"/>
                <a:ext cx="107640" cy="2462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7" name="Ink 16">
                <a:extLst>
                  <a:ext uri="{FF2B5EF4-FFF2-40B4-BE49-F238E27FC236}">
                    <a16:creationId xmlns:a16="http://schemas.microsoft.com/office/drawing/2014/main" id="{9A72B08C-0AB5-BF2B-E806-415CCF84B5C2}"/>
                  </a:ext>
                </a:extLst>
              </p14:cNvPr>
              <p14:cNvContentPartPr/>
              <p14:nvPr/>
            </p14:nvContentPartPr>
            <p14:xfrm>
              <a:off x="2827512" y="3543938"/>
              <a:ext cx="135720" cy="181080"/>
            </p14:xfrm>
          </p:contentPart>
        </mc:Choice>
        <mc:Fallback xmlns="">
          <p:pic>
            <p:nvPicPr>
              <p:cNvPr id="17" name="Ink 16">
                <a:extLst>
                  <a:ext uri="{FF2B5EF4-FFF2-40B4-BE49-F238E27FC236}">
                    <a16:creationId xmlns:a16="http://schemas.microsoft.com/office/drawing/2014/main" id="{9A72B08C-0AB5-BF2B-E806-415CCF84B5C2}"/>
                  </a:ext>
                </a:extLst>
              </p:cNvPr>
              <p:cNvPicPr/>
              <p:nvPr/>
            </p:nvPicPr>
            <p:blipFill>
              <a:blip r:embed="rId27"/>
              <a:stretch>
                <a:fillRect/>
              </a:stretch>
            </p:blipFill>
            <p:spPr>
              <a:xfrm>
                <a:off x="2817072" y="3533498"/>
                <a:ext cx="156960" cy="2023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8" name="Ink 17">
                <a:extLst>
                  <a:ext uri="{FF2B5EF4-FFF2-40B4-BE49-F238E27FC236}">
                    <a16:creationId xmlns:a16="http://schemas.microsoft.com/office/drawing/2014/main" id="{6DB429CE-C971-6361-AAC6-CD2330881110}"/>
                  </a:ext>
                </a:extLst>
              </p14:cNvPr>
              <p14:cNvContentPartPr/>
              <p14:nvPr/>
            </p14:nvContentPartPr>
            <p14:xfrm>
              <a:off x="2995632" y="3497858"/>
              <a:ext cx="130320" cy="295920"/>
            </p14:xfrm>
          </p:contentPart>
        </mc:Choice>
        <mc:Fallback xmlns="">
          <p:pic>
            <p:nvPicPr>
              <p:cNvPr id="18" name="Ink 17">
                <a:extLst>
                  <a:ext uri="{FF2B5EF4-FFF2-40B4-BE49-F238E27FC236}">
                    <a16:creationId xmlns:a16="http://schemas.microsoft.com/office/drawing/2014/main" id="{6DB429CE-C971-6361-AAC6-CD2330881110}"/>
                  </a:ext>
                </a:extLst>
              </p:cNvPr>
              <p:cNvPicPr/>
              <p:nvPr/>
            </p:nvPicPr>
            <p:blipFill>
              <a:blip r:embed="rId29"/>
              <a:stretch>
                <a:fillRect/>
              </a:stretch>
            </p:blipFill>
            <p:spPr>
              <a:xfrm>
                <a:off x="2984832" y="3487058"/>
                <a:ext cx="151560" cy="3171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9" name="Ink 18">
                <a:extLst>
                  <a:ext uri="{FF2B5EF4-FFF2-40B4-BE49-F238E27FC236}">
                    <a16:creationId xmlns:a16="http://schemas.microsoft.com/office/drawing/2014/main" id="{80C9C4AC-0E6E-00D0-F97F-EF49952CE226}"/>
                  </a:ext>
                </a:extLst>
              </p14:cNvPr>
              <p14:cNvContentPartPr/>
              <p14:nvPr/>
            </p14:nvContentPartPr>
            <p14:xfrm>
              <a:off x="3163392" y="3427298"/>
              <a:ext cx="27360" cy="363240"/>
            </p14:xfrm>
          </p:contentPart>
        </mc:Choice>
        <mc:Fallback xmlns="">
          <p:pic>
            <p:nvPicPr>
              <p:cNvPr id="19" name="Ink 18">
                <a:extLst>
                  <a:ext uri="{FF2B5EF4-FFF2-40B4-BE49-F238E27FC236}">
                    <a16:creationId xmlns:a16="http://schemas.microsoft.com/office/drawing/2014/main" id="{80C9C4AC-0E6E-00D0-F97F-EF49952CE226}"/>
                  </a:ext>
                </a:extLst>
              </p:cNvPr>
              <p:cNvPicPr/>
              <p:nvPr/>
            </p:nvPicPr>
            <p:blipFill>
              <a:blip r:embed="rId31"/>
              <a:stretch>
                <a:fillRect/>
              </a:stretch>
            </p:blipFill>
            <p:spPr>
              <a:xfrm>
                <a:off x="3152952" y="3416858"/>
                <a:ext cx="48600" cy="3844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0" name="Ink 19">
                <a:extLst>
                  <a:ext uri="{FF2B5EF4-FFF2-40B4-BE49-F238E27FC236}">
                    <a16:creationId xmlns:a16="http://schemas.microsoft.com/office/drawing/2014/main" id="{0C204B73-B5D6-2204-8615-09716E874985}"/>
                  </a:ext>
                </a:extLst>
              </p14:cNvPr>
              <p14:cNvContentPartPr/>
              <p14:nvPr/>
            </p14:nvContentPartPr>
            <p14:xfrm>
              <a:off x="3152592" y="3589658"/>
              <a:ext cx="114120" cy="60120"/>
            </p14:xfrm>
          </p:contentPart>
        </mc:Choice>
        <mc:Fallback xmlns="">
          <p:pic>
            <p:nvPicPr>
              <p:cNvPr id="20" name="Ink 19">
                <a:extLst>
                  <a:ext uri="{FF2B5EF4-FFF2-40B4-BE49-F238E27FC236}">
                    <a16:creationId xmlns:a16="http://schemas.microsoft.com/office/drawing/2014/main" id="{0C204B73-B5D6-2204-8615-09716E874985}"/>
                  </a:ext>
                </a:extLst>
              </p:cNvPr>
              <p:cNvPicPr/>
              <p:nvPr/>
            </p:nvPicPr>
            <p:blipFill>
              <a:blip r:embed="rId33"/>
              <a:stretch>
                <a:fillRect/>
              </a:stretch>
            </p:blipFill>
            <p:spPr>
              <a:xfrm>
                <a:off x="3142152" y="3579218"/>
                <a:ext cx="135360" cy="813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1" name="Ink 20">
                <a:extLst>
                  <a:ext uri="{FF2B5EF4-FFF2-40B4-BE49-F238E27FC236}">
                    <a16:creationId xmlns:a16="http://schemas.microsoft.com/office/drawing/2014/main" id="{7453F8DC-809D-5243-D673-B2C5FFF3C474}"/>
                  </a:ext>
                </a:extLst>
              </p14:cNvPr>
              <p14:cNvContentPartPr/>
              <p14:nvPr/>
            </p14:nvContentPartPr>
            <p14:xfrm>
              <a:off x="3271752" y="3595058"/>
              <a:ext cx="65520" cy="16560"/>
            </p14:xfrm>
          </p:contentPart>
        </mc:Choice>
        <mc:Fallback xmlns="">
          <p:pic>
            <p:nvPicPr>
              <p:cNvPr id="21" name="Ink 20">
                <a:extLst>
                  <a:ext uri="{FF2B5EF4-FFF2-40B4-BE49-F238E27FC236}">
                    <a16:creationId xmlns:a16="http://schemas.microsoft.com/office/drawing/2014/main" id="{7453F8DC-809D-5243-D673-B2C5FFF3C474}"/>
                  </a:ext>
                </a:extLst>
              </p:cNvPr>
              <p:cNvPicPr/>
              <p:nvPr/>
            </p:nvPicPr>
            <p:blipFill>
              <a:blip r:embed="rId35"/>
              <a:stretch>
                <a:fillRect/>
              </a:stretch>
            </p:blipFill>
            <p:spPr>
              <a:xfrm>
                <a:off x="3261312" y="3584618"/>
                <a:ext cx="8676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2" name="Ink 21">
                <a:extLst>
                  <a:ext uri="{FF2B5EF4-FFF2-40B4-BE49-F238E27FC236}">
                    <a16:creationId xmlns:a16="http://schemas.microsoft.com/office/drawing/2014/main" id="{D5CA9136-4849-7D11-0986-F54C4B7D3E1B}"/>
                  </a:ext>
                </a:extLst>
              </p14:cNvPr>
              <p14:cNvContentPartPr/>
              <p14:nvPr/>
            </p14:nvContentPartPr>
            <p14:xfrm>
              <a:off x="3342312" y="3524858"/>
              <a:ext cx="48960" cy="374040"/>
            </p14:xfrm>
          </p:contentPart>
        </mc:Choice>
        <mc:Fallback xmlns="">
          <p:pic>
            <p:nvPicPr>
              <p:cNvPr id="22" name="Ink 21">
                <a:extLst>
                  <a:ext uri="{FF2B5EF4-FFF2-40B4-BE49-F238E27FC236}">
                    <a16:creationId xmlns:a16="http://schemas.microsoft.com/office/drawing/2014/main" id="{D5CA9136-4849-7D11-0986-F54C4B7D3E1B}"/>
                  </a:ext>
                </a:extLst>
              </p:cNvPr>
              <p:cNvPicPr/>
              <p:nvPr/>
            </p:nvPicPr>
            <p:blipFill>
              <a:blip r:embed="rId37"/>
              <a:stretch>
                <a:fillRect/>
              </a:stretch>
            </p:blipFill>
            <p:spPr>
              <a:xfrm>
                <a:off x="3331512" y="3514058"/>
                <a:ext cx="70200" cy="3952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3" name="Ink 22">
                <a:extLst>
                  <a:ext uri="{FF2B5EF4-FFF2-40B4-BE49-F238E27FC236}">
                    <a16:creationId xmlns:a16="http://schemas.microsoft.com/office/drawing/2014/main" id="{3ED52D25-562D-CCA1-9977-A477E82C8BEF}"/>
                  </a:ext>
                </a:extLst>
              </p14:cNvPr>
              <p14:cNvContentPartPr/>
              <p14:nvPr/>
            </p14:nvContentPartPr>
            <p14:xfrm>
              <a:off x="3553632" y="3584258"/>
              <a:ext cx="81720" cy="281520"/>
            </p14:xfrm>
          </p:contentPart>
        </mc:Choice>
        <mc:Fallback xmlns="">
          <p:pic>
            <p:nvPicPr>
              <p:cNvPr id="23" name="Ink 22">
                <a:extLst>
                  <a:ext uri="{FF2B5EF4-FFF2-40B4-BE49-F238E27FC236}">
                    <a16:creationId xmlns:a16="http://schemas.microsoft.com/office/drawing/2014/main" id="{3ED52D25-562D-CCA1-9977-A477E82C8BEF}"/>
                  </a:ext>
                </a:extLst>
              </p:cNvPr>
              <p:cNvPicPr/>
              <p:nvPr/>
            </p:nvPicPr>
            <p:blipFill>
              <a:blip r:embed="rId39"/>
              <a:stretch>
                <a:fillRect/>
              </a:stretch>
            </p:blipFill>
            <p:spPr>
              <a:xfrm>
                <a:off x="3542832" y="3573818"/>
                <a:ext cx="102960" cy="3027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4" name="Ink 23">
                <a:extLst>
                  <a:ext uri="{FF2B5EF4-FFF2-40B4-BE49-F238E27FC236}">
                    <a16:creationId xmlns:a16="http://schemas.microsoft.com/office/drawing/2014/main" id="{C0794AA6-584F-C043-A3EA-8459A80F9CED}"/>
                  </a:ext>
                </a:extLst>
              </p14:cNvPr>
              <p14:cNvContentPartPr/>
              <p14:nvPr/>
            </p14:nvContentPartPr>
            <p14:xfrm>
              <a:off x="3575232" y="3519458"/>
              <a:ext cx="76320" cy="38160"/>
            </p14:xfrm>
          </p:contentPart>
        </mc:Choice>
        <mc:Fallback xmlns="">
          <p:pic>
            <p:nvPicPr>
              <p:cNvPr id="24" name="Ink 23">
                <a:extLst>
                  <a:ext uri="{FF2B5EF4-FFF2-40B4-BE49-F238E27FC236}">
                    <a16:creationId xmlns:a16="http://schemas.microsoft.com/office/drawing/2014/main" id="{C0794AA6-584F-C043-A3EA-8459A80F9CED}"/>
                  </a:ext>
                </a:extLst>
              </p:cNvPr>
              <p:cNvPicPr/>
              <p:nvPr/>
            </p:nvPicPr>
            <p:blipFill>
              <a:blip r:embed="rId41"/>
              <a:stretch>
                <a:fillRect/>
              </a:stretch>
            </p:blipFill>
            <p:spPr>
              <a:xfrm>
                <a:off x="3564432" y="3508658"/>
                <a:ext cx="9756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5" name="Ink 24">
                <a:extLst>
                  <a:ext uri="{FF2B5EF4-FFF2-40B4-BE49-F238E27FC236}">
                    <a16:creationId xmlns:a16="http://schemas.microsoft.com/office/drawing/2014/main" id="{2B60291A-2BD4-4432-11EF-4311874ED5F0}"/>
                  </a:ext>
                </a:extLst>
              </p14:cNvPr>
              <p14:cNvContentPartPr/>
              <p14:nvPr/>
            </p14:nvContentPartPr>
            <p14:xfrm>
              <a:off x="3683592" y="3546458"/>
              <a:ext cx="184680" cy="209160"/>
            </p14:xfrm>
          </p:contentPart>
        </mc:Choice>
        <mc:Fallback xmlns="">
          <p:pic>
            <p:nvPicPr>
              <p:cNvPr id="25" name="Ink 24">
                <a:extLst>
                  <a:ext uri="{FF2B5EF4-FFF2-40B4-BE49-F238E27FC236}">
                    <a16:creationId xmlns:a16="http://schemas.microsoft.com/office/drawing/2014/main" id="{2B60291A-2BD4-4432-11EF-4311874ED5F0}"/>
                  </a:ext>
                </a:extLst>
              </p:cNvPr>
              <p:cNvPicPr/>
              <p:nvPr/>
            </p:nvPicPr>
            <p:blipFill>
              <a:blip r:embed="rId43"/>
              <a:stretch>
                <a:fillRect/>
              </a:stretch>
            </p:blipFill>
            <p:spPr>
              <a:xfrm>
                <a:off x="3672792" y="3536018"/>
                <a:ext cx="205920" cy="2304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6" name="Ink 25">
                <a:extLst>
                  <a:ext uri="{FF2B5EF4-FFF2-40B4-BE49-F238E27FC236}">
                    <a16:creationId xmlns:a16="http://schemas.microsoft.com/office/drawing/2014/main" id="{CAB8416D-0937-881C-8E6C-6D5CA01208E4}"/>
                  </a:ext>
                </a:extLst>
              </p14:cNvPr>
              <p14:cNvContentPartPr/>
              <p14:nvPr/>
            </p14:nvContentPartPr>
            <p14:xfrm>
              <a:off x="3878352" y="3562658"/>
              <a:ext cx="81720" cy="243000"/>
            </p14:xfrm>
          </p:contentPart>
        </mc:Choice>
        <mc:Fallback xmlns="">
          <p:pic>
            <p:nvPicPr>
              <p:cNvPr id="26" name="Ink 25">
                <a:extLst>
                  <a:ext uri="{FF2B5EF4-FFF2-40B4-BE49-F238E27FC236}">
                    <a16:creationId xmlns:a16="http://schemas.microsoft.com/office/drawing/2014/main" id="{CAB8416D-0937-881C-8E6C-6D5CA01208E4}"/>
                  </a:ext>
                </a:extLst>
              </p:cNvPr>
              <p:cNvPicPr/>
              <p:nvPr/>
            </p:nvPicPr>
            <p:blipFill>
              <a:blip r:embed="rId45"/>
              <a:stretch>
                <a:fillRect/>
              </a:stretch>
            </p:blipFill>
            <p:spPr>
              <a:xfrm>
                <a:off x="3867912" y="3552218"/>
                <a:ext cx="102960" cy="2642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7" name="Ink 26">
                <a:extLst>
                  <a:ext uri="{FF2B5EF4-FFF2-40B4-BE49-F238E27FC236}">
                    <a16:creationId xmlns:a16="http://schemas.microsoft.com/office/drawing/2014/main" id="{19C62894-E76F-7776-3DE1-4A0D2EC119F3}"/>
                  </a:ext>
                </a:extLst>
              </p14:cNvPr>
              <p14:cNvContentPartPr/>
              <p14:nvPr/>
            </p14:nvContentPartPr>
            <p14:xfrm>
              <a:off x="4003272" y="3524858"/>
              <a:ext cx="38160" cy="265680"/>
            </p14:xfrm>
          </p:contentPart>
        </mc:Choice>
        <mc:Fallback xmlns="">
          <p:pic>
            <p:nvPicPr>
              <p:cNvPr id="27" name="Ink 26">
                <a:extLst>
                  <a:ext uri="{FF2B5EF4-FFF2-40B4-BE49-F238E27FC236}">
                    <a16:creationId xmlns:a16="http://schemas.microsoft.com/office/drawing/2014/main" id="{19C62894-E76F-7776-3DE1-4A0D2EC119F3}"/>
                  </a:ext>
                </a:extLst>
              </p:cNvPr>
              <p:cNvPicPr/>
              <p:nvPr/>
            </p:nvPicPr>
            <p:blipFill>
              <a:blip r:embed="rId47"/>
              <a:stretch>
                <a:fillRect/>
              </a:stretch>
            </p:blipFill>
            <p:spPr>
              <a:xfrm>
                <a:off x="3992472" y="3514058"/>
                <a:ext cx="59400" cy="2869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8" name="Ink 27">
                <a:extLst>
                  <a:ext uri="{FF2B5EF4-FFF2-40B4-BE49-F238E27FC236}">
                    <a16:creationId xmlns:a16="http://schemas.microsoft.com/office/drawing/2014/main" id="{6C7CB2F3-53F2-E9A4-AD85-558B27F84E2B}"/>
                  </a:ext>
                </a:extLst>
              </p14:cNvPr>
              <p14:cNvContentPartPr/>
              <p14:nvPr/>
            </p14:nvContentPartPr>
            <p14:xfrm>
              <a:off x="3986712" y="3589658"/>
              <a:ext cx="184680" cy="76320"/>
            </p14:xfrm>
          </p:contentPart>
        </mc:Choice>
        <mc:Fallback xmlns="">
          <p:pic>
            <p:nvPicPr>
              <p:cNvPr id="28" name="Ink 27">
                <a:extLst>
                  <a:ext uri="{FF2B5EF4-FFF2-40B4-BE49-F238E27FC236}">
                    <a16:creationId xmlns:a16="http://schemas.microsoft.com/office/drawing/2014/main" id="{6C7CB2F3-53F2-E9A4-AD85-558B27F84E2B}"/>
                  </a:ext>
                </a:extLst>
              </p:cNvPr>
              <p:cNvPicPr/>
              <p:nvPr/>
            </p:nvPicPr>
            <p:blipFill>
              <a:blip r:embed="rId49"/>
              <a:stretch>
                <a:fillRect/>
              </a:stretch>
            </p:blipFill>
            <p:spPr>
              <a:xfrm>
                <a:off x="3976272" y="3579218"/>
                <a:ext cx="205920" cy="975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9" name="Ink 28">
                <a:extLst>
                  <a:ext uri="{FF2B5EF4-FFF2-40B4-BE49-F238E27FC236}">
                    <a16:creationId xmlns:a16="http://schemas.microsoft.com/office/drawing/2014/main" id="{A48581E0-00A7-3BCB-EBD9-1D8B601B0EA9}"/>
                  </a:ext>
                </a:extLst>
              </p14:cNvPr>
              <p14:cNvContentPartPr/>
              <p14:nvPr/>
            </p14:nvContentPartPr>
            <p14:xfrm>
              <a:off x="4349952" y="3543938"/>
              <a:ext cx="298440" cy="232560"/>
            </p14:xfrm>
          </p:contentPart>
        </mc:Choice>
        <mc:Fallback xmlns="">
          <p:pic>
            <p:nvPicPr>
              <p:cNvPr id="29" name="Ink 28">
                <a:extLst>
                  <a:ext uri="{FF2B5EF4-FFF2-40B4-BE49-F238E27FC236}">
                    <a16:creationId xmlns:a16="http://schemas.microsoft.com/office/drawing/2014/main" id="{A48581E0-00A7-3BCB-EBD9-1D8B601B0EA9}"/>
                  </a:ext>
                </a:extLst>
              </p:cNvPr>
              <p:cNvPicPr/>
              <p:nvPr/>
            </p:nvPicPr>
            <p:blipFill>
              <a:blip r:embed="rId51"/>
              <a:stretch>
                <a:fillRect/>
              </a:stretch>
            </p:blipFill>
            <p:spPr>
              <a:xfrm>
                <a:off x="4339152" y="3533498"/>
                <a:ext cx="319680" cy="2538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0" name="Ink 29">
                <a:extLst>
                  <a:ext uri="{FF2B5EF4-FFF2-40B4-BE49-F238E27FC236}">
                    <a16:creationId xmlns:a16="http://schemas.microsoft.com/office/drawing/2014/main" id="{FEB07AA9-CCB6-0259-9D41-3EE716D38F50}"/>
                  </a:ext>
                </a:extLst>
              </p14:cNvPr>
              <p14:cNvContentPartPr/>
              <p14:nvPr/>
            </p14:nvContentPartPr>
            <p14:xfrm>
              <a:off x="4723632" y="3536738"/>
              <a:ext cx="124920" cy="230760"/>
            </p14:xfrm>
          </p:contentPart>
        </mc:Choice>
        <mc:Fallback xmlns="">
          <p:pic>
            <p:nvPicPr>
              <p:cNvPr id="30" name="Ink 29">
                <a:extLst>
                  <a:ext uri="{FF2B5EF4-FFF2-40B4-BE49-F238E27FC236}">
                    <a16:creationId xmlns:a16="http://schemas.microsoft.com/office/drawing/2014/main" id="{FEB07AA9-CCB6-0259-9D41-3EE716D38F50}"/>
                  </a:ext>
                </a:extLst>
              </p:cNvPr>
              <p:cNvPicPr/>
              <p:nvPr/>
            </p:nvPicPr>
            <p:blipFill>
              <a:blip r:embed="rId53"/>
              <a:stretch>
                <a:fillRect/>
              </a:stretch>
            </p:blipFill>
            <p:spPr>
              <a:xfrm>
                <a:off x="4712832" y="3526298"/>
                <a:ext cx="14616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1" name="Ink 30">
                <a:extLst>
                  <a:ext uri="{FF2B5EF4-FFF2-40B4-BE49-F238E27FC236}">
                    <a16:creationId xmlns:a16="http://schemas.microsoft.com/office/drawing/2014/main" id="{43607327-3CD3-4BAE-7271-EDA4DC0DBF53}"/>
                  </a:ext>
                </a:extLst>
              </p14:cNvPr>
              <p14:cNvContentPartPr/>
              <p14:nvPr/>
            </p14:nvContentPartPr>
            <p14:xfrm>
              <a:off x="4804992" y="3533138"/>
              <a:ext cx="141120" cy="279000"/>
            </p14:xfrm>
          </p:contentPart>
        </mc:Choice>
        <mc:Fallback xmlns="">
          <p:pic>
            <p:nvPicPr>
              <p:cNvPr id="31" name="Ink 30">
                <a:extLst>
                  <a:ext uri="{FF2B5EF4-FFF2-40B4-BE49-F238E27FC236}">
                    <a16:creationId xmlns:a16="http://schemas.microsoft.com/office/drawing/2014/main" id="{43607327-3CD3-4BAE-7271-EDA4DC0DBF53}"/>
                  </a:ext>
                </a:extLst>
              </p:cNvPr>
              <p:cNvPicPr/>
              <p:nvPr/>
            </p:nvPicPr>
            <p:blipFill>
              <a:blip r:embed="rId55"/>
              <a:stretch>
                <a:fillRect/>
              </a:stretch>
            </p:blipFill>
            <p:spPr>
              <a:xfrm>
                <a:off x="4794192" y="3522698"/>
                <a:ext cx="162360" cy="3002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2" name="Ink 31">
                <a:extLst>
                  <a:ext uri="{FF2B5EF4-FFF2-40B4-BE49-F238E27FC236}">
                    <a16:creationId xmlns:a16="http://schemas.microsoft.com/office/drawing/2014/main" id="{6C6D72CF-502A-F9D3-6510-533B37D91C86}"/>
                  </a:ext>
                </a:extLst>
              </p14:cNvPr>
              <p14:cNvContentPartPr/>
              <p14:nvPr/>
            </p14:nvContentPartPr>
            <p14:xfrm>
              <a:off x="5167872" y="3485258"/>
              <a:ext cx="43560" cy="316800"/>
            </p14:xfrm>
          </p:contentPart>
        </mc:Choice>
        <mc:Fallback xmlns="">
          <p:pic>
            <p:nvPicPr>
              <p:cNvPr id="32" name="Ink 31">
                <a:extLst>
                  <a:ext uri="{FF2B5EF4-FFF2-40B4-BE49-F238E27FC236}">
                    <a16:creationId xmlns:a16="http://schemas.microsoft.com/office/drawing/2014/main" id="{6C6D72CF-502A-F9D3-6510-533B37D91C86}"/>
                  </a:ext>
                </a:extLst>
              </p:cNvPr>
              <p:cNvPicPr/>
              <p:nvPr/>
            </p:nvPicPr>
            <p:blipFill>
              <a:blip r:embed="rId57"/>
              <a:stretch>
                <a:fillRect/>
              </a:stretch>
            </p:blipFill>
            <p:spPr>
              <a:xfrm>
                <a:off x="5157072" y="3474458"/>
                <a:ext cx="64800" cy="3380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3" name="Ink 32">
                <a:extLst>
                  <a:ext uri="{FF2B5EF4-FFF2-40B4-BE49-F238E27FC236}">
                    <a16:creationId xmlns:a16="http://schemas.microsoft.com/office/drawing/2014/main" id="{2D696A8E-5B9F-C3FB-0265-8C17157A06AF}"/>
                  </a:ext>
                </a:extLst>
              </p14:cNvPr>
              <p14:cNvContentPartPr/>
              <p14:nvPr/>
            </p14:nvContentPartPr>
            <p14:xfrm>
              <a:off x="5213592" y="3519458"/>
              <a:ext cx="79200" cy="127800"/>
            </p14:xfrm>
          </p:contentPart>
        </mc:Choice>
        <mc:Fallback xmlns="">
          <p:pic>
            <p:nvPicPr>
              <p:cNvPr id="33" name="Ink 32">
                <a:extLst>
                  <a:ext uri="{FF2B5EF4-FFF2-40B4-BE49-F238E27FC236}">
                    <a16:creationId xmlns:a16="http://schemas.microsoft.com/office/drawing/2014/main" id="{2D696A8E-5B9F-C3FB-0265-8C17157A06AF}"/>
                  </a:ext>
                </a:extLst>
              </p:cNvPr>
              <p:cNvPicPr/>
              <p:nvPr/>
            </p:nvPicPr>
            <p:blipFill>
              <a:blip r:embed="rId59"/>
              <a:stretch>
                <a:fillRect/>
              </a:stretch>
            </p:blipFill>
            <p:spPr>
              <a:xfrm>
                <a:off x="5202792" y="3508658"/>
                <a:ext cx="100440"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4" name="Ink 33">
                <a:extLst>
                  <a:ext uri="{FF2B5EF4-FFF2-40B4-BE49-F238E27FC236}">
                    <a16:creationId xmlns:a16="http://schemas.microsoft.com/office/drawing/2014/main" id="{2054C95C-14E3-8146-286A-B6E5C92A619D}"/>
                  </a:ext>
                </a:extLst>
              </p14:cNvPr>
              <p14:cNvContentPartPr/>
              <p14:nvPr/>
            </p14:nvContentPartPr>
            <p14:xfrm>
              <a:off x="5319432" y="3530258"/>
              <a:ext cx="222480" cy="195480"/>
            </p14:xfrm>
          </p:contentPart>
        </mc:Choice>
        <mc:Fallback xmlns="">
          <p:pic>
            <p:nvPicPr>
              <p:cNvPr id="34" name="Ink 33">
                <a:extLst>
                  <a:ext uri="{FF2B5EF4-FFF2-40B4-BE49-F238E27FC236}">
                    <a16:creationId xmlns:a16="http://schemas.microsoft.com/office/drawing/2014/main" id="{2054C95C-14E3-8146-286A-B6E5C92A619D}"/>
                  </a:ext>
                </a:extLst>
              </p:cNvPr>
              <p:cNvPicPr/>
              <p:nvPr/>
            </p:nvPicPr>
            <p:blipFill>
              <a:blip r:embed="rId61"/>
              <a:stretch>
                <a:fillRect/>
              </a:stretch>
            </p:blipFill>
            <p:spPr>
              <a:xfrm>
                <a:off x="5308992" y="3519458"/>
                <a:ext cx="243720" cy="21672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5" name="Ink 34">
                <a:extLst>
                  <a:ext uri="{FF2B5EF4-FFF2-40B4-BE49-F238E27FC236}">
                    <a16:creationId xmlns:a16="http://schemas.microsoft.com/office/drawing/2014/main" id="{B4E6303B-A1CA-949C-A9C2-93D18A349ABC}"/>
                  </a:ext>
                </a:extLst>
              </p14:cNvPr>
              <p14:cNvContentPartPr/>
              <p14:nvPr/>
            </p14:nvContentPartPr>
            <p14:xfrm>
              <a:off x="5606712" y="3541058"/>
              <a:ext cx="97920" cy="210600"/>
            </p14:xfrm>
          </p:contentPart>
        </mc:Choice>
        <mc:Fallback xmlns="">
          <p:pic>
            <p:nvPicPr>
              <p:cNvPr id="35" name="Ink 34">
                <a:extLst>
                  <a:ext uri="{FF2B5EF4-FFF2-40B4-BE49-F238E27FC236}">
                    <a16:creationId xmlns:a16="http://schemas.microsoft.com/office/drawing/2014/main" id="{B4E6303B-A1CA-949C-A9C2-93D18A349ABC}"/>
                  </a:ext>
                </a:extLst>
              </p:cNvPr>
              <p:cNvPicPr/>
              <p:nvPr/>
            </p:nvPicPr>
            <p:blipFill>
              <a:blip r:embed="rId63"/>
              <a:stretch>
                <a:fillRect/>
              </a:stretch>
            </p:blipFill>
            <p:spPr>
              <a:xfrm>
                <a:off x="5595912" y="3530618"/>
                <a:ext cx="119160" cy="2318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6" name="Ink 35">
                <a:extLst>
                  <a:ext uri="{FF2B5EF4-FFF2-40B4-BE49-F238E27FC236}">
                    <a16:creationId xmlns:a16="http://schemas.microsoft.com/office/drawing/2014/main" id="{38337F69-EACF-470F-9969-F09FBD0C2C24}"/>
                  </a:ext>
                </a:extLst>
              </p14:cNvPr>
              <p14:cNvContentPartPr/>
              <p14:nvPr/>
            </p14:nvContentPartPr>
            <p14:xfrm>
              <a:off x="5796072" y="3470498"/>
              <a:ext cx="38160" cy="298440"/>
            </p14:xfrm>
          </p:contentPart>
        </mc:Choice>
        <mc:Fallback xmlns="">
          <p:pic>
            <p:nvPicPr>
              <p:cNvPr id="36" name="Ink 35">
                <a:extLst>
                  <a:ext uri="{FF2B5EF4-FFF2-40B4-BE49-F238E27FC236}">
                    <a16:creationId xmlns:a16="http://schemas.microsoft.com/office/drawing/2014/main" id="{38337F69-EACF-470F-9969-F09FBD0C2C24}"/>
                  </a:ext>
                </a:extLst>
              </p:cNvPr>
              <p:cNvPicPr/>
              <p:nvPr/>
            </p:nvPicPr>
            <p:blipFill>
              <a:blip r:embed="rId65"/>
              <a:stretch>
                <a:fillRect/>
              </a:stretch>
            </p:blipFill>
            <p:spPr>
              <a:xfrm>
                <a:off x="5785632" y="3460058"/>
                <a:ext cx="59400" cy="31968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7" name="Ink 36">
                <a:extLst>
                  <a:ext uri="{FF2B5EF4-FFF2-40B4-BE49-F238E27FC236}">
                    <a16:creationId xmlns:a16="http://schemas.microsoft.com/office/drawing/2014/main" id="{69AD4CED-42B8-88C0-BF6B-CEBFB770E67E}"/>
                  </a:ext>
                </a:extLst>
              </p14:cNvPr>
              <p14:cNvContentPartPr/>
              <p14:nvPr/>
            </p14:nvContentPartPr>
            <p14:xfrm>
              <a:off x="5763672" y="3638618"/>
              <a:ext cx="119520" cy="38160"/>
            </p14:xfrm>
          </p:contentPart>
        </mc:Choice>
        <mc:Fallback xmlns="">
          <p:pic>
            <p:nvPicPr>
              <p:cNvPr id="37" name="Ink 36">
                <a:extLst>
                  <a:ext uri="{FF2B5EF4-FFF2-40B4-BE49-F238E27FC236}">
                    <a16:creationId xmlns:a16="http://schemas.microsoft.com/office/drawing/2014/main" id="{69AD4CED-42B8-88C0-BF6B-CEBFB770E67E}"/>
                  </a:ext>
                </a:extLst>
              </p:cNvPr>
              <p:cNvPicPr/>
              <p:nvPr/>
            </p:nvPicPr>
            <p:blipFill>
              <a:blip r:embed="rId67"/>
              <a:stretch>
                <a:fillRect/>
              </a:stretch>
            </p:blipFill>
            <p:spPr>
              <a:xfrm>
                <a:off x="5753232" y="3627818"/>
                <a:ext cx="14076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38" name="Ink 37">
                <a:extLst>
                  <a:ext uri="{FF2B5EF4-FFF2-40B4-BE49-F238E27FC236}">
                    <a16:creationId xmlns:a16="http://schemas.microsoft.com/office/drawing/2014/main" id="{FFB645AF-338B-3155-ABCA-667E6BAB7779}"/>
                  </a:ext>
                </a:extLst>
              </p14:cNvPr>
              <p14:cNvContentPartPr/>
              <p14:nvPr/>
            </p14:nvContentPartPr>
            <p14:xfrm>
              <a:off x="6240312" y="3465818"/>
              <a:ext cx="103320" cy="371160"/>
            </p14:xfrm>
          </p:contentPart>
        </mc:Choice>
        <mc:Fallback xmlns="">
          <p:pic>
            <p:nvPicPr>
              <p:cNvPr id="38" name="Ink 37">
                <a:extLst>
                  <a:ext uri="{FF2B5EF4-FFF2-40B4-BE49-F238E27FC236}">
                    <a16:creationId xmlns:a16="http://schemas.microsoft.com/office/drawing/2014/main" id="{FFB645AF-338B-3155-ABCA-667E6BAB7779}"/>
                  </a:ext>
                </a:extLst>
              </p:cNvPr>
              <p:cNvPicPr/>
              <p:nvPr/>
            </p:nvPicPr>
            <p:blipFill>
              <a:blip r:embed="rId69"/>
              <a:stretch>
                <a:fillRect/>
              </a:stretch>
            </p:blipFill>
            <p:spPr>
              <a:xfrm>
                <a:off x="6229872" y="3455378"/>
                <a:ext cx="124560" cy="3924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39" name="Ink 38">
                <a:extLst>
                  <a:ext uri="{FF2B5EF4-FFF2-40B4-BE49-F238E27FC236}">
                    <a16:creationId xmlns:a16="http://schemas.microsoft.com/office/drawing/2014/main" id="{CD316897-BCE1-9D85-05C0-E68AFE24E2AA}"/>
                  </a:ext>
                </a:extLst>
              </p14:cNvPr>
              <p14:cNvContentPartPr/>
              <p14:nvPr/>
            </p14:nvContentPartPr>
            <p14:xfrm>
              <a:off x="6240312" y="3654818"/>
              <a:ext cx="114120" cy="48960"/>
            </p14:xfrm>
          </p:contentPart>
        </mc:Choice>
        <mc:Fallback xmlns="">
          <p:pic>
            <p:nvPicPr>
              <p:cNvPr id="39" name="Ink 38">
                <a:extLst>
                  <a:ext uri="{FF2B5EF4-FFF2-40B4-BE49-F238E27FC236}">
                    <a16:creationId xmlns:a16="http://schemas.microsoft.com/office/drawing/2014/main" id="{CD316897-BCE1-9D85-05C0-E68AFE24E2AA}"/>
                  </a:ext>
                </a:extLst>
              </p:cNvPr>
              <p:cNvPicPr/>
              <p:nvPr/>
            </p:nvPicPr>
            <p:blipFill>
              <a:blip r:embed="rId71"/>
              <a:stretch>
                <a:fillRect/>
              </a:stretch>
            </p:blipFill>
            <p:spPr>
              <a:xfrm>
                <a:off x="6229872" y="3644378"/>
                <a:ext cx="135360" cy="702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0" name="Ink 39">
                <a:extLst>
                  <a:ext uri="{FF2B5EF4-FFF2-40B4-BE49-F238E27FC236}">
                    <a16:creationId xmlns:a16="http://schemas.microsoft.com/office/drawing/2014/main" id="{53E7D0F2-7EAF-904E-C9A9-F6EA41544E60}"/>
                  </a:ext>
                </a:extLst>
              </p14:cNvPr>
              <p14:cNvContentPartPr/>
              <p14:nvPr/>
            </p14:nvContentPartPr>
            <p14:xfrm>
              <a:off x="6359472" y="3600098"/>
              <a:ext cx="157320" cy="165960"/>
            </p14:xfrm>
          </p:contentPart>
        </mc:Choice>
        <mc:Fallback xmlns="">
          <p:pic>
            <p:nvPicPr>
              <p:cNvPr id="40" name="Ink 39">
                <a:extLst>
                  <a:ext uri="{FF2B5EF4-FFF2-40B4-BE49-F238E27FC236}">
                    <a16:creationId xmlns:a16="http://schemas.microsoft.com/office/drawing/2014/main" id="{53E7D0F2-7EAF-904E-C9A9-F6EA41544E60}"/>
                  </a:ext>
                </a:extLst>
              </p:cNvPr>
              <p:cNvPicPr/>
              <p:nvPr/>
            </p:nvPicPr>
            <p:blipFill>
              <a:blip r:embed="rId73"/>
              <a:stretch>
                <a:fillRect/>
              </a:stretch>
            </p:blipFill>
            <p:spPr>
              <a:xfrm>
                <a:off x="6349032" y="3589298"/>
                <a:ext cx="178560" cy="1872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1" name="Ink 40">
                <a:extLst>
                  <a:ext uri="{FF2B5EF4-FFF2-40B4-BE49-F238E27FC236}">
                    <a16:creationId xmlns:a16="http://schemas.microsoft.com/office/drawing/2014/main" id="{D30EC943-097A-C34B-972D-82759198EC41}"/>
                  </a:ext>
                </a:extLst>
              </p14:cNvPr>
              <p14:cNvContentPartPr/>
              <p14:nvPr/>
            </p14:nvContentPartPr>
            <p14:xfrm>
              <a:off x="6549192" y="3584978"/>
              <a:ext cx="260280" cy="191880"/>
            </p14:xfrm>
          </p:contentPart>
        </mc:Choice>
        <mc:Fallback xmlns="">
          <p:pic>
            <p:nvPicPr>
              <p:cNvPr id="41" name="Ink 40">
                <a:extLst>
                  <a:ext uri="{FF2B5EF4-FFF2-40B4-BE49-F238E27FC236}">
                    <a16:creationId xmlns:a16="http://schemas.microsoft.com/office/drawing/2014/main" id="{D30EC943-097A-C34B-972D-82759198EC41}"/>
                  </a:ext>
                </a:extLst>
              </p:cNvPr>
              <p:cNvPicPr/>
              <p:nvPr/>
            </p:nvPicPr>
            <p:blipFill>
              <a:blip r:embed="rId75"/>
              <a:stretch>
                <a:fillRect/>
              </a:stretch>
            </p:blipFill>
            <p:spPr>
              <a:xfrm>
                <a:off x="6538392" y="3574538"/>
                <a:ext cx="281520" cy="21312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2" name="Ink 41">
                <a:extLst>
                  <a:ext uri="{FF2B5EF4-FFF2-40B4-BE49-F238E27FC236}">
                    <a16:creationId xmlns:a16="http://schemas.microsoft.com/office/drawing/2014/main" id="{BDD86BAD-D995-476C-D4E4-CDCBB6C9826C}"/>
                  </a:ext>
                </a:extLst>
              </p14:cNvPr>
              <p14:cNvContentPartPr/>
              <p14:nvPr/>
            </p14:nvContentPartPr>
            <p14:xfrm>
              <a:off x="7026912" y="3565898"/>
              <a:ext cx="172440" cy="207360"/>
            </p14:xfrm>
          </p:contentPart>
        </mc:Choice>
        <mc:Fallback xmlns="">
          <p:pic>
            <p:nvPicPr>
              <p:cNvPr id="42" name="Ink 41">
                <a:extLst>
                  <a:ext uri="{FF2B5EF4-FFF2-40B4-BE49-F238E27FC236}">
                    <a16:creationId xmlns:a16="http://schemas.microsoft.com/office/drawing/2014/main" id="{BDD86BAD-D995-476C-D4E4-CDCBB6C9826C}"/>
                  </a:ext>
                </a:extLst>
              </p:cNvPr>
              <p:cNvPicPr/>
              <p:nvPr/>
            </p:nvPicPr>
            <p:blipFill>
              <a:blip r:embed="rId77"/>
              <a:stretch>
                <a:fillRect/>
              </a:stretch>
            </p:blipFill>
            <p:spPr>
              <a:xfrm>
                <a:off x="7016472" y="3555098"/>
                <a:ext cx="193680" cy="2286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3" name="Ink 42">
                <a:extLst>
                  <a:ext uri="{FF2B5EF4-FFF2-40B4-BE49-F238E27FC236}">
                    <a16:creationId xmlns:a16="http://schemas.microsoft.com/office/drawing/2014/main" id="{908505D6-2E6E-0F7C-17AA-F580D02A5356}"/>
                  </a:ext>
                </a:extLst>
              </p14:cNvPr>
              <p14:cNvContentPartPr/>
              <p14:nvPr/>
            </p14:nvContentPartPr>
            <p14:xfrm>
              <a:off x="7247952" y="3546458"/>
              <a:ext cx="114120" cy="287640"/>
            </p14:xfrm>
          </p:contentPart>
        </mc:Choice>
        <mc:Fallback xmlns="">
          <p:pic>
            <p:nvPicPr>
              <p:cNvPr id="43" name="Ink 42">
                <a:extLst>
                  <a:ext uri="{FF2B5EF4-FFF2-40B4-BE49-F238E27FC236}">
                    <a16:creationId xmlns:a16="http://schemas.microsoft.com/office/drawing/2014/main" id="{908505D6-2E6E-0F7C-17AA-F580D02A5356}"/>
                  </a:ext>
                </a:extLst>
              </p:cNvPr>
              <p:cNvPicPr/>
              <p:nvPr/>
            </p:nvPicPr>
            <p:blipFill>
              <a:blip r:embed="rId79"/>
              <a:stretch>
                <a:fillRect/>
              </a:stretch>
            </p:blipFill>
            <p:spPr>
              <a:xfrm>
                <a:off x="7237512" y="3536018"/>
                <a:ext cx="135360" cy="30888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4" name="Ink 43">
                <a:extLst>
                  <a:ext uri="{FF2B5EF4-FFF2-40B4-BE49-F238E27FC236}">
                    <a16:creationId xmlns:a16="http://schemas.microsoft.com/office/drawing/2014/main" id="{7EAF9266-8751-E1C2-AB8A-8299247E29B2}"/>
                  </a:ext>
                </a:extLst>
              </p14:cNvPr>
              <p14:cNvContentPartPr/>
              <p14:nvPr/>
            </p14:nvContentPartPr>
            <p14:xfrm>
              <a:off x="7361712" y="3541778"/>
              <a:ext cx="87120" cy="313200"/>
            </p14:xfrm>
          </p:contentPart>
        </mc:Choice>
        <mc:Fallback xmlns="">
          <p:pic>
            <p:nvPicPr>
              <p:cNvPr id="44" name="Ink 43">
                <a:extLst>
                  <a:ext uri="{FF2B5EF4-FFF2-40B4-BE49-F238E27FC236}">
                    <a16:creationId xmlns:a16="http://schemas.microsoft.com/office/drawing/2014/main" id="{7EAF9266-8751-E1C2-AB8A-8299247E29B2}"/>
                  </a:ext>
                </a:extLst>
              </p:cNvPr>
              <p:cNvPicPr/>
              <p:nvPr/>
            </p:nvPicPr>
            <p:blipFill>
              <a:blip r:embed="rId81"/>
              <a:stretch>
                <a:fillRect/>
              </a:stretch>
            </p:blipFill>
            <p:spPr>
              <a:xfrm>
                <a:off x="7351272" y="3530978"/>
                <a:ext cx="108360" cy="33444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5" name="Ink 44">
                <a:extLst>
                  <a:ext uri="{FF2B5EF4-FFF2-40B4-BE49-F238E27FC236}">
                    <a16:creationId xmlns:a16="http://schemas.microsoft.com/office/drawing/2014/main" id="{E11EEC93-8150-79E8-7CA6-C47492AEB805}"/>
                  </a:ext>
                </a:extLst>
              </p14:cNvPr>
              <p14:cNvContentPartPr/>
              <p14:nvPr/>
            </p14:nvContentPartPr>
            <p14:xfrm>
              <a:off x="7497072" y="3574178"/>
              <a:ext cx="111240" cy="189360"/>
            </p14:xfrm>
          </p:contentPart>
        </mc:Choice>
        <mc:Fallback xmlns="">
          <p:pic>
            <p:nvPicPr>
              <p:cNvPr id="45" name="Ink 44">
                <a:extLst>
                  <a:ext uri="{FF2B5EF4-FFF2-40B4-BE49-F238E27FC236}">
                    <a16:creationId xmlns:a16="http://schemas.microsoft.com/office/drawing/2014/main" id="{E11EEC93-8150-79E8-7CA6-C47492AEB805}"/>
                  </a:ext>
                </a:extLst>
              </p:cNvPr>
              <p:cNvPicPr/>
              <p:nvPr/>
            </p:nvPicPr>
            <p:blipFill>
              <a:blip r:embed="rId83"/>
              <a:stretch>
                <a:fillRect/>
              </a:stretch>
            </p:blipFill>
            <p:spPr>
              <a:xfrm>
                <a:off x="7486632" y="3563378"/>
                <a:ext cx="132480" cy="2106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46" name="Ink 45">
                <a:extLst>
                  <a:ext uri="{FF2B5EF4-FFF2-40B4-BE49-F238E27FC236}">
                    <a16:creationId xmlns:a16="http://schemas.microsoft.com/office/drawing/2014/main" id="{C3A6C062-4D31-279D-F4A7-2315E3E38B65}"/>
                  </a:ext>
                </a:extLst>
              </p14:cNvPr>
              <p14:cNvContentPartPr/>
              <p14:nvPr/>
            </p14:nvContentPartPr>
            <p14:xfrm>
              <a:off x="7616232" y="3492818"/>
              <a:ext cx="190080" cy="374040"/>
            </p14:xfrm>
          </p:contentPart>
        </mc:Choice>
        <mc:Fallback xmlns="">
          <p:pic>
            <p:nvPicPr>
              <p:cNvPr id="46" name="Ink 45">
                <a:extLst>
                  <a:ext uri="{FF2B5EF4-FFF2-40B4-BE49-F238E27FC236}">
                    <a16:creationId xmlns:a16="http://schemas.microsoft.com/office/drawing/2014/main" id="{C3A6C062-4D31-279D-F4A7-2315E3E38B65}"/>
                  </a:ext>
                </a:extLst>
              </p:cNvPr>
              <p:cNvPicPr/>
              <p:nvPr/>
            </p:nvPicPr>
            <p:blipFill>
              <a:blip r:embed="rId85"/>
              <a:stretch>
                <a:fillRect/>
              </a:stretch>
            </p:blipFill>
            <p:spPr>
              <a:xfrm>
                <a:off x="7605792" y="3482378"/>
                <a:ext cx="211320" cy="39528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47" name="Ink 46">
                <a:extLst>
                  <a:ext uri="{FF2B5EF4-FFF2-40B4-BE49-F238E27FC236}">
                    <a16:creationId xmlns:a16="http://schemas.microsoft.com/office/drawing/2014/main" id="{CB286119-FD0B-A51E-545B-AAB4292952A7}"/>
                  </a:ext>
                </a:extLst>
              </p14:cNvPr>
              <p14:cNvContentPartPr/>
              <p14:nvPr/>
            </p14:nvContentPartPr>
            <p14:xfrm>
              <a:off x="7735392" y="3649418"/>
              <a:ext cx="124920" cy="97920"/>
            </p14:xfrm>
          </p:contentPart>
        </mc:Choice>
        <mc:Fallback xmlns="">
          <p:pic>
            <p:nvPicPr>
              <p:cNvPr id="47" name="Ink 46">
                <a:extLst>
                  <a:ext uri="{FF2B5EF4-FFF2-40B4-BE49-F238E27FC236}">
                    <a16:creationId xmlns:a16="http://schemas.microsoft.com/office/drawing/2014/main" id="{CB286119-FD0B-A51E-545B-AAB4292952A7}"/>
                  </a:ext>
                </a:extLst>
              </p:cNvPr>
              <p:cNvPicPr/>
              <p:nvPr/>
            </p:nvPicPr>
            <p:blipFill>
              <a:blip r:embed="rId87"/>
              <a:stretch>
                <a:fillRect/>
              </a:stretch>
            </p:blipFill>
            <p:spPr>
              <a:xfrm>
                <a:off x="7724952" y="3638618"/>
                <a:ext cx="146160" cy="11916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48" name="Ink 47">
                <a:extLst>
                  <a:ext uri="{FF2B5EF4-FFF2-40B4-BE49-F238E27FC236}">
                    <a16:creationId xmlns:a16="http://schemas.microsoft.com/office/drawing/2014/main" id="{917137F4-6565-0109-E844-6557B66E2BED}"/>
                  </a:ext>
                </a:extLst>
              </p14:cNvPr>
              <p14:cNvContentPartPr/>
              <p14:nvPr/>
            </p14:nvContentPartPr>
            <p14:xfrm>
              <a:off x="7871112" y="3622418"/>
              <a:ext cx="11160" cy="162720"/>
            </p14:xfrm>
          </p:contentPart>
        </mc:Choice>
        <mc:Fallback xmlns="">
          <p:pic>
            <p:nvPicPr>
              <p:cNvPr id="48" name="Ink 47">
                <a:extLst>
                  <a:ext uri="{FF2B5EF4-FFF2-40B4-BE49-F238E27FC236}">
                    <a16:creationId xmlns:a16="http://schemas.microsoft.com/office/drawing/2014/main" id="{917137F4-6565-0109-E844-6557B66E2BED}"/>
                  </a:ext>
                </a:extLst>
              </p:cNvPr>
              <p:cNvPicPr/>
              <p:nvPr/>
            </p:nvPicPr>
            <p:blipFill>
              <a:blip r:embed="rId89"/>
              <a:stretch>
                <a:fillRect/>
              </a:stretch>
            </p:blipFill>
            <p:spPr>
              <a:xfrm>
                <a:off x="7860312" y="3611618"/>
                <a:ext cx="32400"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49" name="Ink 48">
                <a:extLst>
                  <a:ext uri="{FF2B5EF4-FFF2-40B4-BE49-F238E27FC236}">
                    <a16:creationId xmlns:a16="http://schemas.microsoft.com/office/drawing/2014/main" id="{A07303EB-56F7-C627-7A93-DD7ED256DA64}"/>
                  </a:ext>
                </a:extLst>
              </p14:cNvPr>
              <p14:cNvContentPartPr/>
              <p14:nvPr/>
            </p14:nvContentPartPr>
            <p14:xfrm>
              <a:off x="7892712" y="3622418"/>
              <a:ext cx="16560" cy="16560"/>
            </p14:xfrm>
          </p:contentPart>
        </mc:Choice>
        <mc:Fallback xmlns="">
          <p:pic>
            <p:nvPicPr>
              <p:cNvPr id="49" name="Ink 48">
                <a:extLst>
                  <a:ext uri="{FF2B5EF4-FFF2-40B4-BE49-F238E27FC236}">
                    <a16:creationId xmlns:a16="http://schemas.microsoft.com/office/drawing/2014/main" id="{A07303EB-56F7-C627-7A93-DD7ED256DA64}"/>
                  </a:ext>
                </a:extLst>
              </p:cNvPr>
              <p:cNvPicPr/>
              <p:nvPr/>
            </p:nvPicPr>
            <p:blipFill>
              <a:blip r:embed="rId91"/>
              <a:stretch>
                <a:fillRect/>
              </a:stretch>
            </p:blipFill>
            <p:spPr>
              <a:xfrm>
                <a:off x="7881912" y="3611618"/>
                <a:ext cx="3780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0" name="Ink 49">
                <a:extLst>
                  <a:ext uri="{FF2B5EF4-FFF2-40B4-BE49-F238E27FC236}">
                    <a16:creationId xmlns:a16="http://schemas.microsoft.com/office/drawing/2014/main" id="{9D56CB51-AD07-B6B8-7BFD-7084CAA99435}"/>
                  </a:ext>
                </a:extLst>
              </p14:cNvPr>
              <p14:cNvContentPartPr/>
              <p14:nvPr/>
            </p14:nvContentPartPr>
            <p14:xfrm>
              <a:off x="7957512" y="3575978"/>
              <a:ext cx="124920" cy="222480"/>
            </p14:xfrm>
          </p:contentPart>
        </mc:Choice>
        <mc:Fallback xmlns="">
          <p:pic>
            <p:nvPicPr>
              <p:cNvPr id="50" name="Ink 49">
                <a:extLst>
                  <a:ext uri="{FF2B5EF4-FFF2-40B4-BE49-F238E27FC236}">
                    <a16:creationId xmlns:a16="http://schemas.microsoft.com/office/drawing/2014/main" id="{9D56CB51-AD07-B6B8-7BFD-7084CAA99435}"/>
                  </a:ext>
                </a:extLst>
              </p:cNvPr>
              <p:cNvPicPr/>
              <p:nvPr/>
            </p:nvPicPr>
            <p:blipFill>
              <a:blip r:embed="rId93"/>
              <a:stretch>
                <a:fillRect/>
              </a:stretch>
            </p:blipFill>
            <p:spPr>
              <a:xfrm>
                <a:off x="7947072" y="3565178"/>
                <a:ext cx="146160" cy="24372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1" name="Ink 50">
                <a:extLst>
                  <a:ext uri="{FF2B5EF4-FFF2-40B4-BE49-F238E27FC236}">
                    <a16:creationId xmlns:a16="http://schemas.microsoft.com/office/drawing/2014/main" id="{D6437E43-8771-9B8A-87F7-8CB02DA38DBE}"/>
                  </a:ext>
                </a:extLst>
              </p14:cNvPr>
              <p14:cNvContentPartPr/>
              <p14:nvPr/>
            </p14:nvContentPartPr>
            <p14:xfrm>
              <a:off x="8006472" y="3589658"/>
              <a:ext cx="184680" cy="347040"/>
            </p14:xfrm>
          </p:contentPart>
        </mc:Choice>
        <mc:Fallback xmlns="">
          <p:pic>
            <p:nvPicPr>
              <p:cNvPr id="51" name="Ink 50">
                <a:extLst>
                  <a:ext uri="{FF2B5EF4-FFF2-40B4-BE49-F238E27FC236}">
                    <a16:creationId xmlns:a16="http://schemas.microsoft.com/office/drawing/2014/main" id="{D6437E43-8771-9B8A-87F7-8CB02DA38DBE}"/>
                  </a:ext>
                </a:extLst>
              </p:cNvPr>
              <p:cNvPicPr/>
              <p:nvPr/>
            </p:nvPicPr>
            <p:blipFill>
              <a:blip r:embed="rId95"/>
              <a:stretch>
                <a:fillRect/>
              </a:stretch>
            </p:blipFill>
            <p:spPr>
              <a:xfrm>
                <a:off x="7995672" y="3579218"/>
                <a:ext cx="205920" cy="3682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2" name="Ink 51">
                <a:extLst>
                  <a:ext uri="{FF2B5EF4-FFF2-40B4-BE49-F238E27FC236}">
                    <a16:creationId xmlns:a16="http://schemas.microsoft.com/office/drawing/2014/main" id="{D73E140C-26A6-EBDE-ED58-EDC81867FCAA}"/>
                  </a:ext>
                </a:extLst>
              </p14:cNvPr>
              <p14:cNvContentPartPr/>
              <p14:nvPr/>
            </p14:nvContentPartPr>
            <p14:xfrm>
              <a:off x="1490112" y="3996098"/>
              <a:ext cx="64800" cy="336240"/>
            </p14:xfrm>
          </p:contentPart>
        </mc:Choice>
        <mc:Fallback xmlns="">
          <p:pic>
            <p:nvPicPr>
              <p:cNvPr id="52" name="Ink 51">
                <a:extLst>
                  <a:ext uri="{FF2B5EF4-FFF2-40B4-BE49-F238E27FC236}">
                    <a16:creationId xmlns:a16="http://schemas.microsoft.com/office/drawing/2014/main" id="{D73E140C-26A6-EBDE-ED58-EDC81867FCAA}"/>
                  </a:ext>
                </a:extLst>
              </p:cNvPr>
              <p:cNvPicPr/>
              <p:nvPr/>
            </p:nvPicPr>
            <p:blipFill>
              <a:blip r:embed="rId97"/>
              <a:stretch>
                <a:fillRect/>
              </a:stretch>
            </p:blipFill>
            <p:spPr>
              <a:xfrm>
                <a:off x="1479672" y="3985658"/>
                <a:ext cx="86040" cy="3574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3" name="Ink 52">
                <a:extLst>
                  <a:ext uri="{FF2B5EF4-FFF2-40B4-BE49-F238E27FC236}">
                    <a16:creationId xmlns:a16="http://schemas.microsoft.com/office/drawing/2014/main" id="{B9B04B46-BC2B-37F9-B178-D1F6992F6ABF}"/>
                  </a:ext>
                </a:extLst>
              </p14:cNvPr>
              <p14:cNvContentPartPr/>
              <p14:nvPr/>
            </p14:nvContentPartPr>
            <p14:xfrm>
              <a:off x="1505952" y="3953978"/>
              <a:ext cx="146520" cy="225360"/>
            </p14:xfrm>
          </p:contentPart>
        </mc:Choice>
        <mc:Fallback xmlns="">
          <p:pic>
            <p:nvPicPr>
              <p:cNvPr id="53" name="Ink 52">
                <a:extLst>
                  <a:ext uri="{FF2B5EF4-FFF2-40B4-BE49-F238E27FC236}">
                    <a16:creationId xmlns:a16="http://schemas.microsoft.com/office/drawing/2014/main" id="{B9B04B46-BC2B-37F9-B178-D1F6992F6ABF}"/>
                  </a:ext>
                </a:extLst>
              </p:cNvPr>
              <p:cNvPicPr/>
              <p:nvPr/>
            </p:nvPicPr>
            <p:blipFill>
              <a:blip r:embed="rId99"/>
              <a:stretch>
                <a:fillRect/>
              </a:stretch>
            </p:blipFill>
            <p:spPr>
              <a:xfrm>
                <a:off x="1495152" y="3943178"/>
                <a:ext cx="167760" cy="24660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54" name="Ink 53">
                <a:extLst>
                  <a:ext uri="{FF2B5EF4-FFF2-40B4-BE49-F238E27FC236}">
                    <a16:creationId xmlns:a16="http://schemas.microsoft.com/office/drawing/2014/main" id="{04B8C794-7B8B-7A00-1036-0D808E1EB3E1}"/>
                  </a:ext>
                </a:extLst>
              </p14:cNvPr>
              <p14:cNvContentPartPr/>
              <p14:nvPr/>
            </p14:nvContentPartPr>
            <p14:xfrm>
              <a:off x="1652112" y="4005098"/>
              <a:ext cx="130320" cy="94320"/>
            </p14:xfrm>
          </p:contentPart>
        </mc:Choice>
        <mc:Fallback xmlns="">
          <p:pic>
            <p:nvPicPr>
              <p:cNvPr id="54" name="Ink 53">
                <a:extLst>
                  <a:ext uri="{FF2B5EF4-FFF2-40B4-BE49-F238E27FC236}">
                    <a16:creationId xmlns:a16="http://schemas.microsoft.com/office/drawing/2014/main" id="{04B8C794-7B8B-7A00-1036-0D808E1EB3E1}"/>
                  </a:ext>
                </a:extLst>
              </p:cNvPr>
              <p:cNvPicPr/>
              <p:nvPr/>
            </p:nvPicPr>
            <p:blipFill>
              <a:blip r:embed="rId101"/>
              <a:stretch>
                <a:fillRect/>
              </a:stretch>
            </p:blipFill>
            <p:spPr>
              <a:xfrm>
                <a:off x="1641312" y="3994658"/>
                <a:ext cx="151560" cy="11556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55" name="Ink 54">
                <a:extLst>
                  <a:ext uri="{FF2B5EF4-FFF2-40B4-BE49-F238E27FC236}">
                    <a16:creationId xmlns:a16="http://schemas.microsoft.com/office/drawing/2014/main" id="{CF3DF735-3926-7EA8-7EE7-A09C82B34C7B}"/>
                  </a:ext>
                </a:extLst>
              </p14:cNvPr>
              <p14:cNvContentPartPr/>
              <p14:nvPr/>
            </p14:nvContentPartPr>
            <p14:xfrm>
              <a:off x="1825272" y="3958298"/>
              <a:ext cx="81720" cy="192960"/>
            </p14:xfrm>
          </p:contentPart>
        </mc:Choice>
        <mc:Fallback xmlns="">
          <p:pic>
            <p:nvPicPr>
              <p:cNvPr id="55" name="Ink 54">
                <a:extLst>
                  <a:ext uri="{FF2B5EF4-FFF2-40B4-BE49-F238E27FC236}">
                    <a16:creationId xmlns:a16="http://schemas.microsoft.com/office/drawing/2014/main" id="{CF3DF735-3926-7EA8-7EE7-A09C82B34C7B}"/>
                  </a:ext>
                </a:extLst>
              </p:cNvPr>
              <p:cNvPicPr/>
              <p:nvPr/>
            </p:nvPicPr>
            <p:blipFill>
              <a:blip r:embed="rId103"/>
              <a:stretch>
                <a:fillRect/>
              </a:stretch>
            </p:blipFill>
            <p:spPr>
              <a:xfrm>
                <a:off x="1814832" y="3947498"/>
                <a:ext cx="102960" cy="21420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56" name="Ink 55">
                <a:extLst>
                  <a:ext uri="{FF2B5EF4-FFF2-40B4-BE49-F238E27FC236}">
                    <a16:creationId xmlns:a16="http://schemas.microsoft.com/office/drawing/2014/main" id="{51FF5508-C7C4-B1C4-2777-0CCDE61E2E7B}"/>
                  </a:ext>
                </a:extLst>
              </p14:cNvPr>
              <p14:cNvContentPartPr/>
              <p14:nvPr/>
            </p14:nvContentPartPr>
            <p14:xfrm>
              <a:off x="1917432" y="3969098"/>
              <a:ext cx="32760" cy="260280"/>
            </p14:xfrm>
          </p:contentPart>
        </mc:Choice>
        <mc:Fallback xmlns="">
          <p:pic>
            <p:nvPicPr>
              <p:cNvPr id="56" name="Ink 55">
                <a:extLst>
                  <a:ext uri="{FF2B5EF4-FFF2-40B4-BE49-F238E27FC236}">
                    <a16:creationId xmlns:a16="http://schemas.microsoft.com/office/drawing/2014/main" id="{51FF5508-C7C4-B1C4-2777-0CCDE61E2E7B}"/>
                  </a:ext>
                </a:extLst>
              </p:cNvPr>
              <p:cNvPicPr/>
              <p:nvPr/>
            </p:nvPicPr>
            <p:blipFill>
              <a:blip r:embed="rId105"/>
              <a:stretch>
                <a:fillRect/>
              </a:stretch>
            </p:blipFill>
            <p:spPr>
              <a:xfrm>
                <a:off x="1906992" y="3958298"/>
                <a:ext cx="54000" cy="28152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57" name="Ink 56">
                <a:extLst>
                  <a:ext uri="{FF2B5EF4-FFF2-40B4-BE49-F238E27FC236}">
                    <a16:creationId xmlns:a16="http://schemas.microsoft.com/office/drawing/2014/main" id="{E7760C0A-E8F4-A35B-3607-E8922992ACDA}"/>
                  </a:ext>
                </a:extLst>
              </p14:cNvPr>
              <p14:cNvContentPartPr/>
              <p14:nvPr/>
            </p14:nvContentPartPr>
            <p14:xfrm>
              <a:off x="1906632" y="4066658"/>
              <a:ext cx="81720" cy="76320"/>
            </p14:xfrm>
          </p:contentPart>
        </mc:Choice>
        <mc:Fallback xmlns="">
          <p:pic>
            <p:nvPicPr>
              <p:cNvPr id="57" name="Ink 56">
                <a:extLst>
                  <a:ext uri="{FF2B5EF4-FFF2-40B4-BE49-F238E27FC236}">
                    <a16:creationId xmlns:a16="http://schemas.microsoft.com/office/drawing/2014/main" id="{E7760C0A-E8F4-A35B-3607-E8922992ACDA}"/>
                  </a:ext>
                </a:extLst>
              </p:cNvPr>
              <p:cNvPicPr/>
              <p:nvPr/>
            </p:nvPicPr>
            <p:blipFill>
              <a:blip r:embed="rId107"/>
              <a:stretch>
                <a:fillRect/>
              </a:stretch>
            </p:blipFill>
            <p:spPr>
              <a:xfrm>
                <a:off x="1896192" y="4055858"/>
                <a:ext cx="102960" cy="9756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58" name="Ink 57">
                <a:extLst>
                  <a:ext uri="{FF2B5EF4-FFF2-40B4-BE49-F238E27FC236}">
                    <a16:creationId xmlns:a16="http://schemas.microsoft.com/office/drawing/2014/main" id="{8FC8C486-9D71-7DD7-B2E6-ADE82D8816AD}"/>
                  </a:ext>
                </a:extLst>
              </p14:cNvPr>
              <p14:cNvContentPartPr/>
              <p14:nvPr/>
            </p14:nvContentPartPr>
            <p14:xfrm>
              <a:off x="2014992" y="4050098"/>
              <a:ext cx="60120" cy="32760"/>
            </p14:xfrm>
          </p:contentPart>
        </mc:Choice>
        <mc:Fallback xmlns="">
          <p:pic>
            <p:nvPicPr>
              <p:cNvPr id="58" name="Ink 57">
                <a:extLst>
                  <a:ext uri="{FF2B5EF4-FFF2-40B4-BE49-F238E27FC236}">
                    <a16:creationId xmlns:a16="http://schemas.microsoft.com/office/drawing/2014/main" id="{8FC8C486-9D71-7DD7-B2E6-ADE82D8816AD}"/>
                  </a:ext>
                </a:extLst>
              </p:cNvPr>
              <p:cNvPicPr/>
              <p:nvPr/>
            </p:nvPicPr>
            <p:blipFill>
              <a:blip r:embed="rId109"/>
              <a:stretch>
                <a:fillRect/>
              </a:stretch>
            </p:blipFill>
            <p:spPr>
              <a:xfrm>
                <a:off x="2004552" y="4039658"/>
                <a:ext cx="81360" cy="5400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59" name="Ink 58">
                <a:extLst>
                  <a:ext uri="{FF2B5EF4-FFF2-40B4-BE49-F238E27FC236}">
                    <a16:creationId xmlns:a16="http://schemas.microsoft.com/office/drawing/2014/main" id="{7EAC3132-4CFD-6167-AB6C-4E218CE2E16E}"/>
                  </a:ext>
                </a:extLst>
              </p14:cNvPr>
              <p14:cNvContentPartPr/>
              <p14:nvPr/>
            </p14:nvContentPartPr>
            <p14:xfrm>
              <a:off x="2074752" y="4012298"/>
              <a:ext cx="21960" cy="244080"/>
            </p14:xfrm>
          </p:contentPart>
        </mc:Choice>
        <mc:Fallback xmlns="">
          <p:pic>
            <p:nvPicPr>
              <p:cNvPr id="59" name="Ink 58">
                <a:extLst>
                  <a:ext uri="{FF2B5EF4-FFF2-40B4-BE49-F238E27FC236}">
                    <a16:creationId xmlns:a16="http://schemas.microsoft.com/office/drawing/2014/main" id="{7EAC3132-4CFD-6167-AB6C-4E218CE2E16E}"/>
                  </a:ext>
                </a:extLst>
              </p:cNvPr>
              <p:cNvPicPr/>
              <p:nvPr/>
            </p:nvPicPr>
            <p:blipFill>
              <a:blip r:embed="rId111"/>
              <a:stretch>
                <a:fillRect/>
              </a:stretch>
            </p:blipFill>
            <p:spPr>
              <a:xfrm>
                <a:off x="2063952" y="4001858"/>
                <a:ext cx="43200" cy="26532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60" name="Ink 59">
                <a:extLst>
                  <a:ext uri="{FF2B5EF4-FFF2-40B4-BE49-F238E27FC236}">
                    <a16:creationId xmlns:a16="http://schemas.microsoft.com/office/drawing/2014/main" id="{77682AED-1F47-AD72-46D4-185A6FD909A5}"/>
                  </a:ext>
                </a:extLst>
              </p14:cNvPr>
              <p14:cNvContentPartPr/>
              <p14:nvPr/>
            </p14:nvContentPartPr>
            <p14:xfrm>
              <a:off x="2139552" y="4169618"/>
              <a:ext cx="11160" cy="5760"/>
            </p14:xfrm>
          </p:contentPart>
        </mc:Choice>
        <mc:Fallback xmlns="">
          <p:pic>
            <p:nvPicPr>
              <p:cNvPr id="60" name="Ink 59">
                <a:extLst>
                  <a:ext uri="{FF2B5EF4-FFF2-40B4-BE49-F238E27FC236}">
                    <a16:creationId xmlns:a16="http://schemas.microsoft.com/office/drawing/2014/main" id="{77682AED-1F47-AD72-46D4-185A6FD909A5}"/>
                  </a:ext>
                </a:extLst>
              </p:cNvPr>
              <p:cNvPicPr/>
              <p:nvPr/>
            </p:nvPicPr>
            <p:blipFill>
              <a:blip r:embed="rId113"/>
              <a:stretch>
                <a:fillRect/>
              </a:stretch>
            </p:blipFill>
            <p:spPr>
              <a:xfrm>
                <a:off x="2129112" y="4158818"/>
                <a:ext cx="32400" cy="27000"/>
              </a:xfrm>
              <a:prstGeom prst="rect">
                <a:avLst/>
              </a:prstGeom>
            </p:spPr>
          </p:pic>
        </mc:Fallback>
      </mc:AlternateContent>
    </p:spTree>
    <p:extLst>
      <p:ext uri="{BB962C8B-B14F-4D97-AF65-F5344CB8AC3E}">
        <p14:creationId xmlns:p14="http://schemas.microsoft.com/office/powerpoint/2010/main" val="40604475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Relying Party</a:t>
            </a:r>
            <a:endParaRPr lang="en-SG" sz="3200" dirty="0"/>
          </a:p>
        </p:txBody>
      </p:sp>
      <p:sp>
        <p:nvSpPr>
          <p:cNvPr id="8" name="Text Placeholder 7">
            <a:extLst>
              <a:ext uri="{FF2B5EF4-FFF2-40B4-BE49-F238E27FC236}">
                <a16:creationId xmlns:a16="http://schemas.microsoft.com/office/drawing/2014/main" id="{26D9B688-74B0-C843-BE8A-2CC0DCC04909}"/>
              </a:ext>
            </a:extLst>
          </p:cNvPr>
          <p:cNvSpPr>
            <a:spLocks noGrp="1"/>
          </p:cNvSpPr>
          <p:nvPr>
            <p:ph type="body" idx="11"/>
          </p:nvPr>
        </p:nvSpPr>
        <p:spPr/>
        <p:txBody>
          <a:bodyPr/>
          <a:lstStyle/>
          <a:p>
            <a:endParaRPr lang="en-US"/>
          </a:p>
        </p:txBody>
      </p:sp>
      <p:sp>
        <p:nvSpPr>
          <p:cNvPr id="6" name="Content Placeholder 5">
            <a:extLst>
              <a:ext uri="{FF2B5EF4-FFF2-40B4-BE49-F238E27FC236}">
                <a16:creationId xmlns:a16="http://schemas.microsoft.com/office/drawing/2014/main" id="{13A10360-49D0-C446-A5DB-C177D588E72A}"/>
              </a:ext>
            </a:extLst>
          </p:cNvPr>
          <p:cNvSpPr>
            <a:spLocks noGrp="1"/>
          </p:cNvSpPr>
          <p:nvPr>
            <p:ph idx="1"/>
          </p:nvPr>
        </p:nvSpPr>
        <p:spPr/>
        <p:txBody>
          <a:bodyPr>
            <a:normAutofit/>
          </a:bodyPr>
          <a:lstStyle/>
          <a:p>
            <a:pPr marL="378900" indent="-342900">
              <a:spcBef>
                <a:spcPts val="600"/>
              </a:spcBef>
              <a:buFont typeface="Wingdings" panose="05000000000000000000" pitchFamily="2" charset="2"/>
              <a:buChar char="§"/>
            </a:pPr>
            <a:r>
              <a:rPr lang="en-GB" altLang="de-DE" sz="2200" dirty="0"/>
              <a:t>Relying Party: system or administrative domain that relies on information supplied to it by the asserting party</a:t>
            </a:r>
          </a:p>
          <a:p>
            <a:pPr marL="36000" indent="0">
              <a:spcBef>
                <a:spcPts val="600"/>
              </a:spcBef>
              <a:buNone/>
            </a:pPr>
            <a:r>
              <a:rPr lang="en-GB" altLang="de-DE" sz="2200" dirty="0"/>
              <a:t> </a:t>
            </a:r>
          </a:p>
          <a:p>
            <a:pPr marL="378900" indent="-342900">
              <a:spcBef>
                <a:spcPts val="600"/>
              </a:spcBef>
              <a:buFont typeface="Wingdings" panose="05000000000000000000" pitchFamily="2" charset="2"/>
              <a:buChar char="§"/>
            </a:pPr>
            <a:r>
              <a:rPr lang="en-GB" altLang="de-DE" sz="2200" dirty="0"/>
              <a:t>It is up to the relying party as to whether it </a:t>
            </a:r>
            <a:r>
              <a:rPr lang="en-GB" altLang="de-DE" sz="2200" dirty="0">
                <a:solidFill>
                  <a:srgbClr val="C00000"/>
                </a:solidFill>
              </a:rPr>
              <a:t>trusts the assertions</a:t>
            </a:r>
            <a:r>
              <a:rPr lang="en-GB" altLang="de-DE" sz="2200" dirty="0"/>
              <a:t> provided to it</a:t>
            </a:r>
          </a:p>
          <a:p>
            <a:pPr marL="778950" lvl="2" indent="-342900">
              <a:spcBef>
                <a:spcPts val="600"/>
              </a:spcBef>
              <a:buFont typeface="Wingdings" panose="05000000000000000000" pitchFamily="2" charset="2"/>
              <a:buChar char="§"/>
            </a:pPr>
            <a:r>
              <a:rPr lang="en-GB" altLang="de-DE" sz="2200" dirty="0">
                <a:solidFill>
                  <a:srgbClr val="C00000"/>
                </a:solidFill>
              </a:rPr>
              <a:t>Trust: </a:t>
            </a:r>
            <a:r>
              <a:rPr lang="en-GB" altLang="de-DE" sz="2200" dirty="0"/>
              <a:t>assertion really comes from the asserting party </a:t>
            </a:r>
          </a:p>
          <a:p>
            <a:pPr marL="778950" lvl="2" indent="-342900">
              <a:spcBef>
                <a:spcPts val="600"/>
              </a:spcBef>
              <a:buFont typeface="Wingdings" panose="05000000000000000000" pitchFamily="2" charset="2"/>
              <a:buChar char="§"/>
            </a:pPr>
            <a:r>
              <a:rPr lang="en-GB" altLang="de-DE" sz="2200" dirty="0"/>
              <a:t>Local access policy defines whether a subject may access local resources</a:t>
            </a:r>
          </a:p>
          <a:p>
            <a:pPr marL="778950" lvl="2" indent="-342900">
              <a:spcBef>
                <a:spcPts val="600"/>
              </a:spcBef>
              <a:buFont typeface="Wingdings" panose="05000000000000000000" pitchFamily="2" charset="2"/>
              <a:buChar char="§"/>
            </a:pPr>
            <a:endParaRPr lang="en-GB" altLang="de-DE" sz="2200" dirty="0"/>
          </a:p>
          <a:p>
            <a:r>
              <a:rPr lang="en-US" sz="2200" dirty="0"/>
              <a:t>There is a pre-established trust between relying parties and asserting parties.</a:t>
            </a:r>
          </a:p>
        </p:txBody>
      </p:sp>
    </p:spTree>
    <p:extLst>
      <p:ext uri="{BB962C8B-B14F-4D97-AF65-F5344CB8AC3E}">
        <p14:creationId xmlns:p14="http://schemas.microsoft.com/office/powerpoint/2010/main" val="36791413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altLang="de-DE" sz="3200" dirty="0"/>
              <a:t>How it works</a:t>
            </a:r>
            <a:endParaRPr lang="en-SG" sz="3200" dirty="0"/>
          </a:p>
        </p:txBody>
      </p:sp>
      <p:sp>
        <p:nvSpPr>
          <p:cNvPr id="20" name="Content Placeholder 19">
            <a:extLst>
              <a:ext uri="{FF2B5EF4-FFF2-40B4-BE49-F238E27FC236}">
                <a16:creationId xmlns:a16="http://schemas.microsoft.com/office/drawing/2014/main" id="{7F4BEF6D-E806-2A44-ACDD-50B43D398EF0}"/>
              </a:ext>
            </a:extLst>
          </p:cNvPr>
          <p:cNvSpPr>
            <a:spLocks noGrp="1"/>
          </p:cNvSpPr>
          <p:nvPr>
            <p:ph idx="1"/>
          </p:nvPr>
        </p:nvSpPr>
        <p:spPr>
          <a:xfrm>
            <a:off x="39416" y="1031364"/>
            <a:ext cx="6246362" cy="4518939"/>
          </a:xfrm>
        </p:spPr>
        <p:txBody>
          <a:bodyPr>
            <a:normAutofit fontScale="77500" lnSpcReduction="20000"/>
          </a:bodyPr>
          <a:lstStyle/>
          <a:p>
            <a:pPr marL="493200" indent="-457200">
              <a:lnSpc>
                <a:spcPct val="120000"/>
              </a:lnSpc>
              <a:spcBef>
                <a:spcPts val="600"/>
              </a:spcBef>
              <a:spcAft>
                <a:spcPts val="600"/>
              </a:spcAft>
            </a:pPr>
            <a:r>
              <a:rPr lang="en-GB" altLang="de-DE" sz="2100" dirty="0">
                <a:latin typeface="Arial" panose="020B0604020202020204" pitchFamily="34" charset="0"/>
                <a:cs typeface="Arial" panose="020B0604020202020204" pitchFamily="34" charset="0"/>
              </a:rPr>
              <a:t>User is authenticated by the asserting party; wants to access a resource from relying party</a:t>
            </a:r>
          </a:p>
          <a:p>
            <a:pPr marL="493200" indent="-457200">
              <a:lnSpc>
                <a:spcPct val="120000"/>
              </a:lnSpc>
              <a:spcBef>
                <a:spcPts val="600"/>
              </a:spcBef>
              <a:spcAft>
                <a:spcPts val="600"/>
              </a:spcAft>
            </a:pPr>
            <a:r>
              <a:rPr lang="en-GB" altLang="de-DE" sz="2100" dirty="0">
                <a:latin typeface="Arial" panose="020B0604020202020204" pitchFamily="34" charset="0"/>
                <a:cs typeface="Arial" panose="020B0604020202020204" pitchFamily="34" charset="0"/>
              </a:rPr>
              <a:t>Asserting party sends an </a:t>
            </a:r>
            <a:r>
              <a:rPr lang="en-GB" altLang="de-DE" sz="2100" b="1" dirty="0">
                <a:latin typeface="Arial" panose="020B0604020202020204" pitchFamily="34" charset="0"/>
                <a:cs typeface="Arial" panose="020B0604020202020204" pitchFamily="34" charset="0"/>
              </a:rPr>
              <a:t>artifact</a:t>
            </a:r>
            <a:r>
              <a:rPr lang="en-GB" altLang="de-DE" sz="2100" dirty="0">
                <a:latin typeface="Arial" panose="020B0604020202020204" pitchFamily="34" charset="0"/>
                <a:cs typeface="Arial" panose="020B0604020202020204" pitchFamily="34" charset="0"/>
              </a:rPr>
              <a:t> to client via HTTP redirect</a:t>
            </a:r>
          </a:p>
          <a:p>
            <a:pPr marL="836100" lvl="1" indent="-457200">
              <a:lnSpc>
                <a:spcPct val="120000"/>
              </a:lnSpc>
              <a:spcBef>
                <a:spcPts val="600"/>
              </a:spcBef>
              <a:spcAft>
                <a:spcPts val="600"/>
              </a:spcAft>
            </a:pPr>
            <a:r>
              <a:rPr lang="en-GB" altLang="de-DE" sz="2100" b="1" dirty="0">
                <a:latin typeface="Arial" panose="020B0604020202020204" pitchFamily="34" charset="0"/>
                <a:cs typeface="Arial" panose="020B0604020202020204" pitchFamily="34" charset="0"/>
              </a:rPr>
              <a:t>Artifact</a:t>
            </a:r>
            <a:r>
              <a:rPr lang="en-GB" altLang="de-DE" sz="2100" dirty="0">
                <a:latin typeface="Arial" panose="020B0604020202020204" pitchFamily="34" charset="0"/>
                <a:cs typeface="Arial" panose="020B0604020202020204" pitchFamily="34" charset="0"/>
              </a:rPr>
              <a:t>: base-64 encoded string consisting of a unique identity of the source site (Source ID) and </a:t>
            </a:r>
            <a:r>
              <a:rPr lang="en-GB" altLang="de-DE" sz="2100" dirty="0">
                <a:solidFill>
                  <a:srgbClr val="C00000"/>
                </a:solidFill>
                <a:latin typeface="Arial" panose="020B0604020202020204" pitchFamily="34" charset="0"/>
                <a:cs typeface="Arial" panose="020B0604020202020204" pitchFamily="34" charset="0"/>
              </a:rPr>
              <a:t>a unique reference to the assertion </a:t>
            </a:r>
            <a:r>
              <a:rPr lang="en-GB" altLang="de-DE" sz="2100" dirty="0">
                <a:latin typeface="Arial" panose="020B0604020202020204" pitchFamily="34" charset="0"/>
                <a:cs typeface="Arial" panose="020B0604020202020204" pitchFamily="34" charset="0"/>
              </a:rPr>
              <a:t>(</a:t>
            </a:r>
            <a:r>
              <a:rPr lang="en-GB" altLang="de-DE" sz="2100" dirty="0" err="1">
                <a:latin typeface="Arial" panose="020B0604020202020204" pitchFamily="34" charset="0"/>
                <a:cs typeface="Arial" panose="020B0604020202020204" pitchFamily="34" charset="0"/>
              </a:rPr>
              <a:t>AssertionHandle</a:t>
            </a:r>
            <a:r>
              <a:rPr lang="en-GB" altLang="de-DE" sz="2100" dirty="0">
                <a:latin typeface="Arial" panose="020B0604020202020204" pitchFamily="34" charset="0"/>
                <a:cs typeface="Arial" panose="020B0604020202020204" pitchFamily="34" charset="0"/>
              </a:rPr>
              <a:t>)</a:t>
            </a:r>
          </a:p>
          <a:p>
            <a:pPr marL="493200" indent="-457200">
              <a:lnSpc>
                <a:spcPct val="120000"/>
              </a:lnSpc>
              <a:spcBef>
                <a:spcPts val="600"/>
              </a:spcBef>
              <a:spcAft>
                <a:spcPts val="600"/>
              </a:spcAft>
            </a:pPr>
            <a:r>
              <a:rPr lang="en-GB" altLang="de-DE" sz="2100" dirty="0">
                <a:latin typeface="Arial" panose="020B0604020202020204" pitchFamily="34" charset="0"/>
                <a:cs typeface="Arial" panose="020B0604020202020204" pitchFamily="34" charset="0"/>
              </a:rPr>
              <a:t>Client passes artifact as a HTTP query variable in HTTP message to destination site (relying party)</a:t>
            </a:r>
          </a:p>
          <a:p>
            <a:pPr marL="493200" indent="-457200">
              <a:lnSpc>
                <a:spcPct val="120000"/>
              </a:lnSpc>
              <a:spcBef>
                <a:spcPts val="600"/>
              </a:spcBef>
              <a:spcAft>
                <a:spcPts val="600"/>
              </a:spcAft>
            </a:pPr>
            <a:r>
              <a:rPr lang="en-GB" altLang="de-DE" sz="2100" dirty="0">
                <a:latin typeface="Arial" panose="020B0604020202020204" pitchFamily="34" charset="0"/>
                <a:cs typeface="Arial" panose="020B0604020202020204" pitchFamily="34" charset="0"/>
              </a:rPr>
              <a:t>Relying party sends a request with the artifact to the asserting party</a:t>
            </a:r>
          </a:p>
          <a:p>
            <a:pPr marL="493200" indent="-457200">
              <a:lnSpc>
                <a:spcPct val="120000"/>
              </a:lnSpc>
              <a:spcBef>
                <a:spcPts val="600"/>
              </a:spcBef>
              <a:spcAft>
                <a:spcPts val="600"/>
              </a:spcAft>
            </a:pPr>
            <a:r>
              <a:rPr lang="en-GB" altLang="de-DE" sz="2100" dirty="0">
                <a:latin typeface="Arial" panose="020B0604020202020204" pitchFamily="34" charset="0"/>
                <a:cs typeface="Arial" panose="020B0604020202020204" pitchFamily="34" charset="0"/>
              </a:rPr>
              <a:t>Assertions about the user are transferred back in response.</a:t>
            </a:r>
          </a:p>
          <a:p>
            <a:pPr marL="493200" indent="-457200">
              <a:lnSpc>
                <a:spcPct val="120000"/>
              </a:lnSpc>
              <a:spcBef>
                <a:spcPts val="600"/>
              </a:spcBef>
              <a:spcAft>
                <a:spcPts val="600"/>
              </a:spcAft>
            </a:pPr>
            <a:r>
              <a:rPr lang="en-GB" altLang="de-DE" sz="2100" dirty="0">
                <a:latin typeface="Arial" panose="020B0604020202020204" pitchFamily="34" charset="0"/>
                <a:cs typeface="Arial" panose="020B0604020202020204" pitchFamily="34" charset="0"/>
              </a:rPr>
              <a:t>The communications between the asserting party and the relying party use the </a:t>
            </a:r>
            <a:r>
              <a:rPr lang="en-GB" altLang="de-DE" sz="2100" b="1" dirty="0">
                <a:latin typeface="Arial" panose="020B0604020202020204" pitchFamily="34" charset="0"/>
                <a:cs typeface="Arial" panose="020B0604020202020204" pitchFamily="34" charset="0"/>
              </a:rPr>
              <a:t>Security Assertion Markup Language</a:t>
            </a:r>
            <a:r>
              <a:rPr lang="en-GB" altLang="de-DE" sz="2100" dirty="0">
                <a:latin typeface="Arial" panose="020B0604020202020204" pitchFamily="34" charset="0"/>
                <a:cs typeface="Arial" panose="020B0604020202020204" pitchFamily="34" charset="0"/>
              </a:rPr>
              <a:t> (</a:t>
            </a:r>
            <a:r>
              <a:rPr lang="en-GB" altLang="de-DE" sz="2100" b="1" dirty="0">
                <a:latin typeface="Arial" panose="020B0604020202020204" pitchFamily="34" charset="0"/>
                <a:cs typeface="Arial" panose="020B0604020202020204" pitchFamily="34" charset="0"/>
              </a:rPr>
              <a:t>SAML</a:t>
            </a:r>
            <a:r>
              <a:rPr lang="en-GB" altLang="de-DE" sz="2100" dirty="0">
                <a:latin typeface="Arial" panose="020B0604020202020204" pitchFamily="34" charset="0"/>
                <a:cs typeface="Arial" panose="020B0604020202020204" pitchFamily="34" charset="0"/>
              </a:rPr>
              <a:t>)</a:t>
            </a:r>
            <a:endParaRPr lang="en-US" altLang="en-US" sz="1800" dirty="0">
              <a:latin typeface="Arial" panose="020B0604020202020204" pitchFamily="34" charset="0"/>
              <a:cs typeface="Arial" panose="020B0604020202020204" pitchFamily="34" charset="0"/>
            </a:endParaRPr>
          </a:p>
          <a:p>
            <a:endParaRPr lang="en-US" sz="18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084675B2-2D55-A24D-B24E-917F15C263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88640" y="1701903"/>
            <a:ext cx="593366" cy="1315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a:extLst>
              <a:ext uri="{FF2B5EF4-FFF2-40B4-BE49-F238E27FC236}">
                <a16:creationId xmlns:a16="http://schemas.microsoft.com/office/drawing/2014/main" id="{8081B85C-9F8B-454F-8B8C-2F59741D50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16077" y="4051669"/>
            <a:ext cx="964376" cy="1055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
            <a:extLst>
              <a:ext uri="{FF2B5EF4-FFF2-40B4-BE49-F238E27FC236}">
                <a16:creationId xmlns:a16="http://schemas.microsoft.com/office/drawing/2014/main" id="{13FA39FC-0B52-4240-9D5C-D75217D425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86032" y="1701903"/>
            <a:ext cx="593366" cy="1315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 Box 6">
            <a:extLst>
              <a:ext uri="{FF2B5EF4-FFF2-40B4-BE49-F238E27FC236}">
                <a16:creationId xmlns:a16="http://schemas.microsoft.com/office/drawing/2014/main" id="{F5FCDC66-AB7F-4043-9730-28AE79A267BB}"/>
              </a:ext>
            </a:extLst>
          </p:cNvPr>
          <p:cNvSpPr txBox="1">
            <a:spLocks noChangeArrowheads="1"/>
          </p:cNvSpPr>
          <p:nvPr/>
        </p:nvSpPr>
        <p:spPr bwMode="auto">
          <a:xfrm>
            <a:off x="7941258" y="3742514"/>
            <a:ext cx="954107" cy="369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Helvetica Neue Light" panose="02000403000000020004" pitchFamily="2" charset="0"/>
                <a:ea typeface="ＭＳ Ｐゴシック" panose="020B0600070205080204" pitchFamily="34" charset="-128"/>
              </a:defRPr>
            </a:lvl1pPr>
            <a:lvl2pPr marL="742950" indent="-285750">
              <a:spcBef>
                <a:spcPct val="20000"/>
              </a:spcBef>
              <a:buChar char="–"/>
              <a:defRPr sz="2800">
                <a:solidFill>
                  <a:schemeClr val="tx1"/>
                </a:solidFill>
                <a:latin typeface="Helvetica Neue Light" panose="02000403000000020004" pitchFamily="2" charset="0"/>
                <a:ea typeface="ＭＳ Ｐゴシック" panose="020B0600070205080204" pitchFamily="34" charset="-128"/>
              </a:defRPr>
            </a:lvl2pPr>
            <a:lvl3pPr marL="1143000" indent="-228600">
              <a:spcBef>
                <a:spcPct val="20000"/>
              </a:spcBef>
              <a:buChar char="•"/>
              <a:defRPr sz="2400">
                <a:solidFill>
                  <a:schemeClr val="tx1"/>
                </a:solidFill>
                <a:latin typeface="Helvetica Neue Light" panose="02000403000000020004" pitchFamily="2" charset="0"/>
                <a:ea typeface="ＭＳ Ｐゴシック" panose="020B0600070205080204" pitchFamily="34" charset="-128"/>
              </a:defRPr>
            </a:lvl3pPr>
            <a:lvl4pPr marL="1600200" indent="-228600">
              <a:spcBef>
                <a:spcPct val="20000"/>
              </a:spcBef>
              <a:buChar char="–"/>
              <a:defRPr sz="2000">
                <a:solidFill>
                  <a:schemeClr val="tx1"/>
                </a:solidFill>
                <a:latin typeface="Helvetica Neue Light" panose="02000403000000020004" pitchFamily="2" charset="0"/>
                <a:ea typeface="ＭＳ Ｐゴシック" panose="020B0600070205080204" pitchFamily="34" charset="-128"/>
              </a:defRPr>
            </a:lvl4pPr>
            <a:lvl5pPr marL="2057400" indent="-228600">
              <a:spcBef>
                <a:spcPct val="20000"/>
              </a:spcBef>
              <a:buChar char="»"/>
              <a:defRPr sz="2000">
                <a:solidFill>
                  <a:schemeClr val="tx1"/>
                </a:solidFill>
                <a:latin typeface="Helvetica Neue Light" panose="02000403000000020004" pitchFamily="2"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9pPr>
          </a:lstStyle>
          <a:p>
            <a:pPr>
              <a:spcBef>
                <a:spcPct val="0"/>
              </a:spcBef>
              <a:buFontTx/>
              <a:buNone/>
            </a:pPr>
            <a:r>
              <a:rPr lang="en-GB" altLang="de-DE" sz="1800" dirty="0">
                <a:latin typeface="Arial" panose="020B0604020202020204" pitchFamily="34" charset="0"/>
              </a:rPr>
              <a:t>redirect</a:t>
            </a:r>
          </a:p>
        </p:txBody>
      </p:sp>
      <p:sp>
        <p:nvSpPr>
          <p:cNvPr id="8" name="Line 7">
            <a:extLst>
              <a:ext uri="{FF2B5EF4-FFF2-40B4-BE49-F238E27FC236}">
                <a16:creationId xmlns:a16="http://schemas.microsoft.com/office/drawing/2014/main" id="{FFDBB3B5-1472-7D47-BD42-0024E827D2EC}"/>
              </a:ext>
            </a:extLst>
          </p:cNvPr>
          <p:cNvSpPr>
            <a:spLocks noChangeShapeType="1"/>
          </p:cNvSpPr>
          <p:nvPr/>
        </p:nvSpPr>
        <p:spPr bwMode="auto">
          <a:xfrm flipV="1">
            <a:off x="9795832" y="3076812"/>
            <a:ext cx="0" cy="983523"/>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Text Box 8">
            <a:extLst>
              <a:ext uri="{FF2B5EF4-FFF2-40B4-BE49-F238E27FC236}">
                <a16:creationId xmlns:a16="http://schemas.microsoft.com/office/drawing/2014/main" id="{1BC64BF8-D41B-DB4F-A78A-914DCC1E9ED0}"/>
              </a:ext>
            </a:extLst>
          </p:cNvPr>
          <p:cNvSpPr txBox="1">
            <a:spLocks noChangeArrowheads="1"/>
          </p:cNvSpPr>
          <p:nvPr/>
        </p:nvSpPr>
        <p:spPr bwMode="auto">
          <a:xfrm>
            <a:off x="9771829" y="1005664"/>
            <a:ext cx="1697901" cy="6461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Helvetica Neue Light" panose="02000403000000020004" pitchFamily="2" charset="0"/>
                <a:ea typeface="ＭＳ Ｐゴシック" panose="020B0600070205080204" pitchFamily="34" charset="-128"/>
              </a:defRPr>
            </a:lvl1pPr>
            <a:lvl2pPr marL="742950" indent="-285750">
              <a:spcBef>
                <a:spcPct val="20000"/>
              </a:spcBef>
              <a:buChar char="–"/>
              <a:defRPr sz="2800">
                <a:solidFill>
                  <a:schemeClr val="tx1"/>
                </a:solidFill>
                <a:latin typeface="Helvetica Neue Light" panose="02000403000000020004" pitchFamily="2" charset="0"/>
                <a:ea typeface="ＭＳ Ｐゴシック" panose="020B0600070205080204" pitchFamily="34" charset="-128"/>
              </a:defRPr>
            </a:lvl2pPr>
            <a:lvl3pPr marL="1143000" indent="-228600">
              <a:spcBef>
                <a:spcPct val="20000"/>
              </a:spcBef>
              <a:buChar char="•"/>
              <a:defRPr sz="2400">
                <a:solidFill>
                  <a:schemeClr val="tx1"/>
                </a:solidFill>
                <a:latin typeface="Helvetica Neue Light" panose="02000403000000020004" pitchFamily="2" charset="0"/>
                <a:ea typeface="ＭＳ Ｐゴシック" panose="020B0600070205080204" pitchFamily="34" charset="-128"/>
              </a:defRPr>
            </a:lvl3pPr>
            <a:lvl4pPr marL="1600200" indent="-228600">
              <a:spcBef>
                <a:spcPct val="20000"/>
              </a:spcBef>
              <a:buChar char="–"/>
              <a:defRPr sz="2000">
                <a:solidFill>
                  <a:schemeClr val="tx1"/>
                </a:solidFill>
                <a:latin typeface="Helvetica Neue Light" panose="02000403000000020004" pitchFamily="2" charset="0"/>
                <a:ea typeface="ＭＳ Ｐゴシック" panose="020B0600070205080204" pitchFamily="34" charset="-128"/>
              </a:defRPr>
            </a:lvl4pPr>
            <a:lvl5pPr marL="2057400" indent="-228600">
              <a:spcBef>
                <a:spcPct val="20000"/>
              </a:spcBef>
              <a:buChar char="»"/>
              <a:defRPr sz="2000">
                <a:solidFill>
                  <a:schemeClr val="tx1"/>
                </a:solidFill>
                <a:latin typeface="Helvetica Neue Light" panose="02000403000000020004" pitchFamily="2"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9pPr>
          </a:lstStyle>
          <a:p>
            <a:pPr>
              <a:spcBef>
                <a:spcPct val="0"/>
              </a:spcBef>
              <a:buFontTx/>
              <a:buNone/>
            </a:pPr>
            <a:r>
              <a:rPr lang="en-GB" altLang="de-DE" sz="1800" dirty="0">
                <a:latin typeface="Arial" panose="020B0604020202020204" pitchFamily="34" charset="0"/>
              </a:rPr>
              <a:t>asserting party</a:t>
            </a:r>
          </a:p>
          <a:p>
            <a:pPr>
              <a:spcBef>
                <a:spcPct val="0"/>
              </a:spcBef>
              <a:buFontTx/>
              <a:buNone/>
            </a:pPr>
            <a:r>
              <a:rPr lang="en-GB" altLang="de-DE" sz="1800" dirty="0" err="1">
                <a:solidFill>
                  <a:srgbClr val="002060"/>
                </a:solidFill>
                <a:latin typeface="Arial" panose="020B0604020202020204" pitchFamily="34" charset="0"/>
              </a:rPr>
              <a:t>www.abc.com</a:t>
            </a:r>
            <a:endParaRPr lang="en-GB" altLang="de-DE" sz="1800" dirty="0">
              <a:solidFill>
                <a:srgbClr val="002060"/>
              </a:solidFill>
              <a:latin typeface="Arial" panose="020B0604020202020204" pitchFamily="34" charset="0"/>
            </a:endParaRPr>
          </a:p>
        </p:txBody>
      </p:sp>
      <p:sp>
        <p:nvSpPr>
          <p:cNvPr id="10" name="Text Box 9">
            <a:extLst>
              <a:ext uri="{FF2B5EF4-FFF2-40B4-BE49-F238E27FC236}">
                <a16:creationId xmlns:a16="http://schemas.microsoft.com/office/drawing/2014/main" id="{4546B225-90BF-7043-B400-763FEFD4BBE9}"/>
              </a:ext>
            </a:extLst>
          </p:cNvPr>
          <p:cNvSpPr txBox="1">
            <a:spLocks noChangeArrowheads="1"/>
          </p:cNvSpPr>
          <p:nvPr/>
        </p:nvSpPr>
        <p:spPr bwMode="auto">
          <a:xfrm>
            <a:off x="6399454" y="1106339"/>
            <a:ext cx="1582549" cy="6461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Helvetica Neue Light" panose="02000403000000020004" pitchFamily="2" charset="0"/>
                <a:ea typeface="ＭＳ Ｐゴシック" panose="020B0600070205080204" pitchFamily="34" charset="-128"/>
              </a:defRPr>
            </a:lvl1pPr>
            <a:lvl2pPr marL="742950" indent="-285750">
              <a:spcBef>
                <a:spcPct val="20000"/>
              </a:spcBef>
              <a:buChar char="–"/>
              <a:defRPr sz="2800">
                <a:solidFill>
                  <a:schemeClr val="tx1"/>
                </a:solidFill>
                <a:latin typeface="Helvetica Neue Light" panose="02000403000000020004" pitchFamily="2" charset="0"/>
                <a:ea typeface="ＭＳ Ｐゴシック" panose="020B0600070205080204" pitchFamily="34" charset="-128"/>
              </a:defRPr>
            </a:lvl2pPr>
            <a:lvl3pPr marL="1143000" indent="-228600">
              <a:spcBef>
                <a:spcPct val="20000"/>
              </a:spcBef>
              <a:buChar char="•"/>
              <a:defRPr sz="2400">
                <a:solidFill>
                  <a:schemeClr val="tx1"/>
                </a:solidFill>
                <a:latin typeface="Helvetica Neue Light" panose="02000403000000020004" pitchFamily="2" charset="0"/>
                <a:ea typeface="ＭＳ Ｐゴシック" panose="020B0600070205080204" pitchFamily="34" charset="-128"/>
              </a:defRPr>
            </a:lvl3pPr>
            <a:lvl4pPr marL="1600200" indent="-228600">
              <a:spcBef>
                <a:spcPct val="20000"/>
              </a:spcBef>
              <a:buChar char="–"/>
              <a:defRPr sz="2000">
                <a:solidFill>
                  <a:schemeClr val="tx1"/>
                </a:solidFill>
                <a:latin typeface="Helvetica Neue Light" panose="02000403000000020004" pitchFamily="2" charset="0"/>
                <a:ea typeface="ＭＳ Ｐゴシック" panose="020B0600070205080204" pitchFamily="34" charset="-128"/>
              </a:defRPr>
            </a:lvl4pPr>
            <a:lvl5pPr marL="2057400" indent="-228600">
              <a:spcBef>
                <a:spcPct val="20000"/>
              </a:spcBef>
              <a:buChar char="»"/>
              <a:defRPr sz="2000">
                <a:solidFill>
                  <a:schemeClr val="tx1"/>
                </a:solidFill>
                <a:latin typeface="Helvetica Neue Light" panose="02000403000000020004" pitchFamily="2"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9pPr>
          </a:lstStyle>
          <a:p>
            <a:pPr>
              <a:spcBef>
                <a:spcPct val="0"/>
              </a:spcBef>
              <a:buFontTx/>
              <a:buNone/>
            </a:pPr>
            <a:r>
              <a:rPr lang="en-GB" altLang="de-DE" sz="1800" dirty="0">
                <a:latin typeface="Arial" panose="020B0604020202020204" pitchFamily="34" charset="0"/>
              </a:rPr>
              <a:t>relying party</a:t>
            </a:r>
          </a:p>
          <a:p>
            <a:pPr>
              <a:spcBef>
                <a:spcPct val="0"/>
              </a:spcBef>
              <a:buFontTx/>
              <a:buNone/>
            </a:pPr>
            <a:r>
              <a:rPr lang="en-GB" altLang="de-DE" sz="1800" dirty="0" err="1">
                <a:solidFill>
                  <a:srgbClr val="002060"/>
                </a:solidFill>
                <a:latin typeface="Arial" panose="020B0604020202020204" pitchFamily="34" charset="0"/>
              </a:rPr>
              <a:t>www.xyz.com</a:t>
            </a:r>
            <a:endParaRPr lang="en-GB" altLang="de-DE" sz="1800" dirty="0">
              <a:solidFill>
                <a:srgbClr val="002060"/>
              </a:solidFill>
              <a:latin typeface="Arial" panose="020B0604020202020204" pitchFamily="34" charset="0"/>
            </a:endParaRPr>
          </a:p>
        </p:txBody>
      </p:sp>
      <p:sp>
        <p:nvSpPr>
          <p:cNvPr id="11" name="Line 10">
            <a:extLst>
              <a:ext uri="{FF2B5EF4-FFF2-40B4-BE49-F238E27FC236}">
                <a16:creationId xmlns:a16="http://schemas.microsoft.com/office/drawing/2014/main" id="{728172F2-26B9-164A-BC50-BB43B50D1F75}"/>
              </a:ext>
            </a:extLst>
          </p:cNvPr>
          <p:cNvSpPr>
            <a:spLocks noChangeShapeType="1"/>
          </p:cNvSpPr>
          <p:nvPr/>
        </p:nvSpPr>
        <p:spPr bwMode="auto">
          <a:xfrm flipH="1" flipV="1">
            <a:off x="7925791" y="3076812"/>
            <a:ext cx="1682651" cy="1054291"/>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 name="AutoShape 11">
            <a:extLst>
              <a:ext uri="{FF2B5EF4-FFF2-40B4-BE49-F238E27FC236}">
                <a16:creationId xmlns:a16="http://schemas.microsoft.com/office/drawing/2014/main" id="{007428DC-A062-3949-9861-F034BCC58FEF}"/>
              </a:ext>
            </a:extLst>
          </p:cNvPr>
          <p:cNvSpPr>
            <a:spLocks noChangeArrowheads="1"/>
          </p:cNvSpPr>
          <p:nvPr/>
        </p:nvSpPr>
        <p:spPr bwMode="auto">
          <a:xfrm>
            <a:off x="8095682" y="1963309"/>
            <a:ext cx="1246693" cy="719228"/>
          </a:xfrm>
          <a:prstGeom prst="leftArrow">
            <a:avLst>
              <a:gd name="adj1" fmla="val 50000"/>
              <a:gd name="adj2" fmla="val 50100"/>
            </a:avLst>
          </a:prstGeom>
          <a:solidFill>
            <a:schemeClr val="bg1">
              <a:lumMod val="85000"/>
            </a:schemeClr>
          </a:solidFill>
          <a:ln w="9525">
            <a:solidFill>
              <a:schemeClr val="tx1"/>
            </a:solidFill>
            <a:miter lim="800000"/>
            <a:headEnd/>
            <a:tailEnd/>
          </a:ln>
          <a:effectLst/>
        </p:spPr>
        <p:txBody>
          <a:bodyPr wrap="none" anchor="ctr"/>
          <a:lstStyle>
            <a:lvl1pPr>
              <a:spcBef>
                <a:spcPct val="20000"/>
              </a:spcBef>
              <a:buChar char="•"/>
              <a:defRPr sz="3200">
                <a:solidFill>
                  <a:schemeClr val="tx1"/>
                </a:solidFill>
                <a:latin typeface="Helvetica Neue Light"/>
                <a:ea typeface="ＭＳ Ｐゴシック" panose="020B0600070205080204" pitchFamily="34" charset="-128"/>
              </a:defRPr>
            </a:lvl1pPr>
            <a:lvl2pPr marL="742950" indent="-285750">
              <a:spcBef>
                <a:spcPct val="20000"/>
              </a:spcBef>
              <a:buChar char="–"/>
              <a:defRPr sz="2800">
                <a:solidFill>
                  <a:schemeClr val="tx1"/>
                </a:solidFill>
                <a:latin typeface="Helvetica Neue Light"/>
                <a:ea typeface="ＭＳ Ｐゴシック" panose="020B0600070205080204" pitchFamily="34" charset="-128"/>
              </a:defRPr>
            </a:lvl2pPr>
            <a:lvl3pPr marL="1143000" indent="-228600">
              <a:spcBef>
                <a:spcPct val="20000"/>
              </a:spcBef>
              <a:buChar char="•"/>
              <a:defRPr sz="2400">
                <a:solidFill>
                  <a:schemeClr val="tx1"/>
                </a:solidFill>
                <a:latin typeface="Helvetica Neue Light"/>
                <a:ea typeface="ＭＳ Ｐゴシック" panose="020B0600070205080204" pitchFamily="34" charset="-128"/>
              </a:defRPr>
            </a:lvl3pPr>
            <a:lvl4pPr marL="1600200" indent="-228600">
              <a:spcBef>
                <a:spcPct val="20000"/>
              </a:spcBef>
              <a:buChar char="–"/>
              <a:defRPr sz="2000">
                <a:solidFill>
                  <a:schemeClr val="tx1"/>
                </a:solidFill>
                <a:latin typeface="Helvetica Neue Light"/>
                <a:ea typeface="ＭＳ Ｐゴシック" panose="020B0600070205080204" pitchFamily="34" charset="-128"/>
              </a:defRPr>
            </a:lvl4pPr>
            <a:lvl5pPr marL="2057400" indent="-228600">
              <a:spcBef>
                <a:spcPct val="20000"/>
              </a:spcBef>
              <a:buChar char="»"/>
              <a:defRPr sz="2000">
                <a:solidFill>
                  <a:schemeClr val="tx1"/>
                </a:solidFill>
                <a:latin typeface="Helvetica Neue Light"/>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Helvetica Neue Light"/>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Helvetica Neue Light"/>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Helvetica Neue Light"/>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Helvetica Neue Light"/>
                <a:ea typeface="ＭＳ Ｐゴシック" panose="020B0600070205080204" pitchFamily="34" charset="-128"/>
              </a:defRPr>
            </a:lvl9pPr>
          </a:lstStyle>
          <a:p>
            <a:pPr algn="ctr">
              <a:spcBef>
                <a:spcPct val="0"/>
              </a:spcBef>
              <a:buFontTx/>
              <a:buNone/>
              <a:defRPr/>
            </a:pPr>
            <a:r>
              <a:rPr lang="en-GB" altLang="de-DE" sz="1800" dirty="0">
                <a:latin typeface="Arial" panose="020B0604020202020204" pitchFamily="34" charset="0"/>
                <a:cs typeface="Arial" panose="020B0604020202020204" pitchFamily="34" charset="0"/>
              </a:rPr>
              <a:t>assertion</a:t>
            </a:r>
          </a:p>
        </p:txBody>
      </p:sp>
      <p:sp>
        <p:nvSpPr>
          <p:cNvPr id="15" name="Text Box 14">
            <a:extLst>
              <a:ext uri="{FF2B5EF4-FFF2-40B4-BE49-F238E27FC236}">
                <a16:creationId xmlns:a16="http://schemas.microsoft.com/office/drawing/2014/main" id="{999FED02-4C78-2641-BC74-1B66DDD885C2}"/>
              </a:ext>
            </a:extLst>
          </p:cNvPr>
          <p:cNvSpPr txBox="1">
            <a:spLocks noChangeArrowheads="1"/>
          </p:cNvSpPr>
          <p:nvPr/>
        </p:nvSpPr>
        <p:spPr bwMode="auto">
          <a:xfrm>
            <a:off x="9852046" y="3273229"/>
            <a:ext cx="954107" cy="369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Helvetica Neue Light" panose="02000403000000020004" pitchFamily="2" charset="0"/>
                <a:ea typeface="ＭＳ Ｐゴシック" panose="020B0600070205080204" pitchFamily="34" charset="-128"/>
              </a:defRPr>
            </a:lvl1pPr>
            <a:lvl2pPr marL="742950" indent="-285750">
              <a:spcBef>
                <a:spcPct val="20000"/>
              </a:spcBef>
              <a:buChar char="–"/>
              <a:defRPr sz="2800">
                <a:solidFill>
                  <a:schemeClr val="tx1"/>
                </a:solidFill>
                <a:latin typeface="Helvetica Neue Light" panose="02000403000000020004" pitchFamily="2" charset="0"/>
                <a:ea typeface="ＭＳ Ｐゴシック" panose="020B0600070205080204" pitchFamily="34" charset="-128"/>
              </a:defRPr>
            </a:lvl2pPr>
            <a:lvl3pPr marL="1143000" indent="-228600">
              <a:spcBef>
                <a:spcPct val="20000"/>
              </a:spcBef>
              <a:buChar char="•"/>
              <a:defRPr sz="2400">
                <a:solidFill>
                  <a:schemeClr val="tx1"/>
                </a:solidFill>
                <a:latin typeface="Helvetica Neue Light" panose="02000403000000020004" pitchFamily="2" charset="0"/>
                <a:ea typeface="ＭＳ Ｐゴシック" panose="020B0600070205080204" pitchFamily="34" charset="-128"/>
              </a:defRPr>
            </a:lvl3pPr>
            <a:lvl4pPr marL="1600200" indent="-228600">
              <a:spcBef>
                <a:spcPct val="20000"/>
              </a:spcBef>
              <a:buChar char="–"/>
              <a:defRPr sz="2000">
                <a:solidFill>
                  <a:schemeClr val="tx1"/>
                </a:solidFill>
                <a:latin typeface="Helvetica Neue Light" panose="02000403000000020004" pitchFamily="2" charset="0"/>
                <a:ea typeface="ＭＳ Ｐゴシック" panose="020B0600070205080204" pitchFamily="34" charset="-128"/>
              </a:defRPr>
            </a:lvl4pPr>
            <a:lvl5pPr marL="2057400" indent="-228600">
              <a:spcBef>
                <a:spcPct val="20000"/>
              </a:spcBef>
              <a:buChar char="»"/>
              <a:defRPr sz="2000">
                <a:solidFill>
                  <a:schemeClr val="tx1"/>
                </a:solidFill>
                <a:latin typeface="Helvetica Neue Light" panose="02000403000000020004" pitchFamily="2"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9pPr>
          </a:lstStyle>
          <a:p>
            <a:pPr>
              <a:spcBef>
                <a:spcPct val="0"/>
              </a:spcBef>
              <a:buFontTx/>
              <a:buNone/>
            </a:pPr>
            <a:r>
              <a:rPr lang="en-GB" altLang="de-DE" sz="1800" dirty="0">
                <a:solidFill>
                  <a:srgbClr val="00B050"/>
                </a:solidFill>
                <a:latin typeface="Arial" panose="020B0604020202020204" pitchFamily="34" charset="0"/>
              </a:rPr>
              <a:t>request</a:t>
            </a:r>
          </a:p>
        </p:txBody>
      </p:sp>
      <p:sp>
        <p:nvSpPr>
          <p:cNvPr id="17" name="Text Box 6">
            <a:extLst>
              <a:ext uri="{FF2B5EF4-FFF2-40B4-BE49-F238E27FC236}">
                <a16:creationId xmlns:a16="http://schemas.microsoft.com/office/drawing/2014/main" id="{F5FCDC66-AB7F-4043-9730-28AE79A267BB}"/>
              </a:ext>
            </a:extLst>
          </p:cNvPr>
          <p:cNvSpPr txBox="1">
            <a:spLocks noChangeArrowheads="1"/>
          </p:cNvSpPr>
          <p:nvPr/>
        </p:nvSpPr>
        <p:spPr bwMode="auto">
          <a:xfrm>
            <a:off x="9518511" y="5181059"/>
            <a:ext cx="1005403" cy="369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Helvetica Neue Light" panose="02000403000000020004" pitchFamily="2" charset="0"/>
                <a:ea typeface="ＭＳ Ｐゴシック" panose="020B0600070205080204" pitchFamily="34" charset="-128"/>
              </a:defRPr>
            </a:lvl1pPr>
            <a:lvl2pPr marL="742950" indent="-285750">
              <a:spcBef>
                <a:spcPct val="20000"/>
              </a:spcBef>
              <a:buChar char="–"/>
              <a:defRPr sz="2800">
                <a:solidFill>
                  <a:schemeClr val="tx1"/>
                </a:solidFill>
                <a:latin typeface="Helvetica Neue Light" panose="02000403000000020004" pitchFamily="2" charset="0"/>
                <a:ea typeface="ＭＳ Ｐゴシック" panose="020B0600070205080204" pitchFamily="34" charset="-128"/>
              </a:defRPr>
            </a:lvl2pPr>
            <a:lvl3pPr marL="1143000" indent="-228600">
              <a:spcBef>
                <a:spcPct val="20000"/>
              </a:spcBef>
              <a:buChar char="•"/>
              <a:defRPr sz="2400">
                <a:solidFill>
                  <a:schemeClr val="tx1"/>
                </a:solidFill>
                <a:latin typeface="Helvetica Neue Light" panose="02000403000000020004" pitchFamily="2" charset="0"/>
                <a:ea typeface="ＭＳ Ｐゴシック" panose="020B0600070205080204" pitchFamily="34" charset="-128"/>
              </a:defRPr>
            </a:lvl3pPr>
            <a:lvl4pPr marL="1600200" indent="-228600">
              <a:spcBef>
                <a:spcPct val="20000"/>
              </a:spcBef>
              <a:buChar char="–"/>
              <a:defRPr sz="2000">
                <a:solidFill>
                  <a:schemeClr val="tx1"/>
                </a:solidFill>
                <a:latin typeface="Helvetica Neue Light" panose="02000403000000020004" pitchFamily="2" charset="0"/>
                <a:ea typeface="ＭＳ Ｐゴシック" panose="020B0600070205080204" pitchFamily="34" charset="-128"/>
              </a:defRPr>
            </a:lvl4pPr>
            <a:lvl5pPr marL="2057400" indent="-228600">
              <a:spcBef>
                <a:spcPct val="20000"/>
              </a:spcBef>
              <a:buChar char="»"/>
              <a:defRPr sz="2000">
                <a:solidFill>
                  <a:schemeClr val="tx1"/>
                </a:solidFill>
                <a:latin typeface="Helvetica Neue Light" panose="02000403000000020004" pitchFamily="2"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9pPr>
          </a:lstStyle>
          <a:p>
            <a:pPr>
              <a:spcBef>
                <a:spcPct val="0"/>
              </a:spcBef>
              <a:buFontTx/>
              <a:buNone/>
            </a:pPr>
            <a:r>
              <a:rPr lang="en-GB" altLang="de-DE" sz="1800" dirty="0">
                <a:latin typeface="Arial" panose="020B0604020202020204" pitchFamily="34" charset="0"/>
              </a:rPr>
              <a:t>browser</a:t>
            </a:r>
          </a:p>
        </p:txBody>
      </p:sp>
      <p:sp>
        <p:nvSpPr>
          <p:cNvPr id="22" name="Text Box 14">
            <a:extLst>
              <a:ext uri="{FF2B5EF4-FFF2-40B4-BE49-F238E27FC236}">
                <a16:creationId xmlns:a16="http://schemas.microsoft.com/office/drawing/2014/main" id="{7502E9C6-7811-2544-80D4-B1ADFDC5AA09}"/>
              </a:ext>
            </a:extLst>
          </p:cNvPr>
          <p:cNvSpPr txBox="1">
            <a:spLocks noChangeArrowheads="1"/>
          </p:cNvSpPr>
          <p:nvPr/>
        </p:nvSpPr>
        <p:spPr bwMode="auto">
          <a:xfrm>
            <a:off x="8785140" y="3273229"/>
            <a:ext cx="877163" cy="369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Helvetica Neue Light" panose="02000403000000020004" pitchFamily="2" charset="0"/>
                <a:ea typeface="ＭＳ Ｐゴシック" panose="020B0600070205080204" pitchFamily="34" charset="-128"/>
              </a:defRPr>
            </a:lvl1pPr>
            <a:lvl2pPr marL="742950" indent="-285750">
              <a:spcBef>
                <a:spcPct val="20000"/>
              </a:spcBef>
              <a:buChar char="–"/>
              <a:defRPr sz="2800">
                <a:solidFill>
                  <a:schemeClr val="tx1"/>
                </a:solidFill>
                <a:latin typeface="Helvetica Neue Light" panose="02000403000000020004" pitchFamily="2" charset="0"/>
                <a:ea typeface="ＭＳ Ｐゴシック" panose="020B0600070205080204" pitchFamily="34" charset="-128"/>
              </a:defRPr>
            </a:lvl2pPr>
            <a:lvl3pPr marL="1143000" indent="-228600">
              <a:spcBef>
                <a:spcPct val="20000"/>
              </a:spcBef>
              <a:buChar char="•"/>
              <a:defRPr sz="2400">
                <a:solidFill>
                  <a:schemeClr val="tx1"/>
                </a:solidFill>
                <a:latin typeface="Helvetica Neue Light" panose="02000403000000020004" pitchFamily="2" charset="0"/>
                <a:ea typeface="ＭＳ Ｐゴシック" panose="020B0600070205080204" pitchFamily="34" charset="-128"/>
              </a:defRPr>
            </a:lvl3pPr>
            <a:lvl4pPr marL="1600200" indent="-228600">
              <a:spcBef>
                <a:spcPct val="20000"/>
              </a:spcBef>
              <a:buChar char="–"/>
              <a:defRPr sz="2000">
                <a:solidFill>
                  <a:schemeClr val="tx1"/>
                </a:solidFill>
                <a:latin typeface="Helvetica Neue Light" panose="02000403000000020004" pitchFamily="2" charset="0"/>
                <a:ea typeface="ＭＳ Ｐゴシック" panose="020B0600070205080204" pitchFamily="34" charset="-128"/>
              </a:defRPr>
            </a:lvl4pPr>
            <a:lvl5pPr marL="2057400" indent="-228600">
              <a:spcBef>
                <a:spcPct val="20000"/>
              </a:spcBef>
              <a:buChar char="»"/>
              <a:defRPr sz="2000">
                <a:solidFill>
                  <a:schemeClr val="tx1"/>
                </a:solidFill>
                <a:latin typeface="Helvetica Neue Light" panose="02000403000000020004" pitchFamily="2"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9pPr>
          </a:lstStyle>
          <a:p>
            <a:pPr>
              <a:spcBef>
                <a:spcPct val="0"/>
              </a:spcBef>
              <a:buFontTx/>
              <a:buNone/>
            </a:pPr>
            <a:r>
              <a:rPr lang="en-GB" altLang="de-DE" sz="1800" dirty="0">
                <a:solidFill>
                  <a:srgbClr val="C00000"/>
                </a:solidFill>
                <a:latin typeface="Arial" panose="020B0604020202020204" pitchFamily="34" charset="0"/>
              </a:rPr>
              <a:t>artifact</a:t>
            </a:r>
          </a:p>
        </p:txBody>
      </p:sp>
      <p:sp>
        <p:nvSpPr>
          <p:cNvPr id="23" name="Line 10">
            <a:extLst>
              <a:ext uri="{FF2B5EF4-FFF2-40B4-BE49-F238E27FC236}">
                <a16:creationId xmlns:a16="http://schemas.microsoft.com/office/drawing/2014/main" id="{43F094F7-86C7-A642-80A1-B4BAAFE8BF15}"/>
              </a:ext>
            </a:extLst>
          </p:cNvPr>
          <p:cNvSpPr>
            <a:spLocks noChangeShapeType="1"/>
          </p:cNvSpPr>
          <p:nvPr/>
        </p:nvSpPr>
        <p:spPr bwMode="auto">
          <a:xfrm>
            <a:off x="9596192" y="3161085"/>
            <a:ext cx="12249" cy="97001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Line 10">
            <a:extLst>
              <a:ext uri="{FF2B5EF4-FFF2-40B4-BE49-F238E27FC236}">
                <a16:creationId xmlns:a16="http://schemas.microsoft.com/office/drawing/2014/main" id="{C51D7CA2-50B3-464A-915B-8BEF53D65669}"/>
              </a:ext>
            </a:extLst>
          </p:cNvPr>
          <p:cNvSpPr>
            <a:spLocks noChangeShapeType="1"/>
          </p:cNvSpPr>
          <p:nvPr/>
        </p:nvSpPr>
        <p:spPr bwMode="auto">
          <a:xfrm flipV="1">
            <a:off x="8088878" y="2855903"/>
            <a:ext cx="136037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 name="TextBox 24">
            <a:extLst>
              <a:ext uri="{FF2B5EF4-FFF2-40B4-BE49-F238E27FC236}">
                <a16:creationId xmlns:a16="http://schemas.microsoft.com/office/drawing/2014/main" id="{F74972EB-35C3-E443-955F-C93D6FDB0824}"/>
              </a:ext>
            </a:extLst>
          </p:cNvPr>
          <p:cNvSpPr txBox="1"/>
          <p:nvPr/>
        </p:nvSpPr>
        <p:spPr>
          <a:xfrm>
            <a:off x="2247905" y="5973814"/>
            <a:ext cx="8413750" cy="338554"/>
          </a:xfrm>
          <a:prstGeom prst="rect">
            <a:avLst/>
          </a:prstGeom>
          <a:noFill/>
        </p:spPr>
        <p:txBody>
          <a:bodyPr>
            <a:spAutoFit/>
          </a:bodyPr>
          <a:lstStyle/>
          <a:p>
            <a:pPr>
              <a:defRPr/>
            </a:pPr>
            <a:r>
              <a:rPr lang="en-US" sz="1600" dirty="0">
                <a:solidFill>
                  <a:srgbClr val="C00000"/>
                </a:solidFill>
                <a:latin typeface="Tahoma" panose="020B0604030504040204" pitchFamily="34" charset="0"/>
                <a:ea typeface="Tahoma" panose="020B0604030504040204" pitchFamily="34" charset="0"/>
                <a:cs typeface="Tahoma" panose="020B0604030504040204" pitchFamily="34" charset="0"/>
              </a:rPr>
              <a:t>E.g. artifact: AAQAAMh48/1oXIM+sDo7Dh2qMp1HM4IF5DaRNmDj6RdUmllwn9jJHyEgIi8=</a:t>
            </a:r>
          </a:p>
        </p:txBody>
      </p:sp>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6CBFB2B8-3008-76C7-BFF4-36E24B2E0A13}"/>
                  </a:ext>
                </a:extLst>
              </p14:cNvPr>
              <p14:cNvContentPartPr/>
              <p14:nvPr/>
            </p14:nvContentPartPr>
            <p14:xfrm>
              <a:off x="10411198" y="1729002"/>
              <a:ext cx="958320" cy="262440"/>
            </p14:xfrm>
          </p:contentPart>
        </mc:Choice>
        <mc:Fallback xmlns="">
          <p:pic>
            <p:nvPicPr>
              <p:cNvPr id="29" name="Ink 28">
                <a:extLst>
                  <a:ext uri="{FF2B5EF4-FFF2-40B4-BE49-F238E27FC236}">
                    <a16:creationId xmlns:a16="http://schemas.microsoft.com/office/drawing/2014/main" id="{6CBFB2B8-3008-76C7-BFF4-36E24B2E0A13}"/>
                  </a:ext>
                </a:extLst>
              </p:cNvPr>
              <p:cNvPicPr/>
              <p:nvPr/>
            </p:nvPicPr>
            <p:blipFill>
              <a:blip r:embed="rId6"/>
              <a:stretch>
                <a:fillRect/>
              </a:stretch>
            </p:blipFill>
            <p:spPr>
              <a:xfrm>
                <a:off x="10400402" y="1718202"/>
                <a:ext cx="979552" cy="2836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0" name="Ink 69">
                <a:extLst>
                  <a:ext uri="{FF2B5EF4-FFF2-40B4-BE49-F238E27FC236}">
                    <a16:creationId xmlns:a16="http://schemas.microsoft.com/office/drawing/2014/main" id="{DE3736AD-8DE6-3016-3423-11FB32CDDED3}"/>
                  </a:ext>
                </a:extLst>
              </p14:cNvPr>
              <p14:cNvContentPartPr/>
              <p14:nvPr/>
            </p14:nvContentPartPr>
            <p14:xfrm>
              <a:off x="10960198" y="433362"/>
              <a:ext cx="307080" cy="209880"/>
            </p14:xfrm>
          </p:contentPart>
        </mc:Choice>
        <mc:Fallback xmlns="">
          <p:pic>
            <p:nvPicPr>
              <p:cNvPr id="70" name="Ink 69">
                <a:extLst>
                  <a:ext uri="{FF2B5EF4-FFF2-40B4-BE49-F238E27FC236}">
                    <a16:creationId xmlns:a16="http://schemas.microsoft.com/office/drawing/2014/main" id="{DE3736AD-8DE6-3016-3423-11FB32CDDED3}"/>
                  </a:ext>
                </a:extLst>
              </p:cNvPr>
              <p:cNvPicPr/>
              <p:nvPr/>
            </p:nvPicPr>
            <p:blipFill>
              <a:blip r:embed="rId8"/>
              <a:stretch>
                <a:fillRect/>
              </a:stretch>
            </p:blipFill>
            <p:spPr>
              <a:xfrm>
                <a:off x="10949758" y="422562"/>
                <a:ext cx="328320" cy="2311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71" name="Ink 70">
                <a:extLst>
                  <a:ext uri="{FF2B5EF4-FFF2-40B4-BE49-F238E27FC236}">
                    <a16:creationId xmlns:a16="http://schemas.microsoft.com/office/drawing/2014/main" id="{BE4C8C27-3742-CB51-0A9C-2369DDCBBA48}"/>
                  </a:ext>
                </a:extLst>
              </p14:cNvPr>
              <p14:cNvContentPartPr/>
              <p14:nvPr/>
            </p14:nvContentPartPr>
            <p14:xfrm>
              <a:off x="10361878" y="443082"/>
              <a:ext cx="435960" cy="261720"/>
            </p14:xfrm>
          </p:contentPart>
        </mc:Choice>
        <mc:Fallback xmlns="">
          <p:pic>
            <p:nvPicPr>
              <p:cNvPr id="71" name="Ink 70">
                <a:extLst>
                  <a:ext uri="{FF2B5EF4-FFF2-40B4-BE49-F238E27FC236}">
                    <a16:creationId xmlns:a16="http://schemas.microsoft.com/office/drawing/2014/main" id="{BE4C8C27-3742-CB51-0A9C-2369DDCBBA48}"/>
                  </a:ext>
                </a:extLst>
              </p:cNvPr>
              <p:cNvPicPr/>
              <p:nvPr/>
            </p:nvPicPr>
            <p:blipFill>
              <a:blip r:embed="rId10"/>
              <a:stretch>
                <a:fillRect/>
              </a:stretch>
            </p:blipFill>
            <p:spPr>
              <a:xfrm>
                <a:off x="10351438" y="432282"/>
                <a:ext cx="457200" cy="2829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72" name="Ink 71">
                <a:extLst>
                  <a:ext uri="{FF2B5EF4-FFF2-40B4-BE49-F238E27FC236}">
                    <a16:creationId xmlns:a16="http://schemas.microsoft.com/office/drawing/2014/main" id="{8C6C9E56-18A2-B9DB-FB87-B33DE302EA7E}"/>
                  </a:ext>
                </a:extLst>
              </p14:cNvPr>
              <p14:cNvContentPartPr/>
              <p14:nvPr/>
            </p14:nvContentPartPr>
            <p14:xfrm>
              <a:off x="9619558" y="443082"/>
              <a:ext cx="614160" cy="282960"/>
            </p14:xfrm>
          </p:contentPart>
        </mc:Choice>
        <mc:Fallback xmlns="">
          <p:pic>
            <p:nvPicPr>
              <p:cNvPr id="72" name="Ink 71">
                <a:extLst>
                  <a:ext uri="{FF2B5EF4-FFF2-40B4-BE49-F238E27FC236}">
                    <a16:creationId xmlns:a16="http://schemas.microsoft.com/office/drawing/2014/main" id="{8C6C9E56-18A2-B9DB-FB87-B33DE302EA7E}"/>
                  </a:ext>
                </a:extLst>
              </p:cNvPr>
              <p:cNvPicPr/>
              <p:nvPr/>
            </p:nvPicPr>
            <p:blipFill>
              <a:blip r:embed="rId12"/>
              <a:stretch>
                <a:fillRect/>
              </a:stretch>
            </p:blipFill>
            <p:spPr>
              <a:xfrm>
                <a:off x="9609112" y="432296"/>
                <a:ext cx="635412" cy="304173"/>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73" name="Ink 72">
                <a:extLst>
                  <a:ext uri="{FF2B5EF4-FFF2-40B4-BE49-F238E27FC236}">
                    <a16:creationId xmlns:a16="http://schemas.microsoft.com/office/drawing/2014/main" id="{D0E59CC0-E414-1053-3C6E-AE6093673C2B}"/>
                  </a:ext>
                </a:extLst>
              </p14:cNvPr>
              <p14:cNvContentPartPr/>
              <p14:nvPr/>
            </p14:nvContentPartPr>
            <p14:xfrm>
              <a:off x="9187918" y="443802"/>
              <a:ext cx="269280" cy="214560"/>
            </p14:xfrm>
          </p:contentPart>
        </mc:Choice>
        <mc:Fallback xmlns="">
          <p:pic>
            <p:nvPicPr>
              <p:cNvPr id="73" name="Ink 72">
                <a:extLst>
                  <a:ext uri="{FF2B5EF4-FFF2-40B4-BE49-F238E27FC236}">
                    <a16:creationId xmlns:a16="http://schemas.microsoft.com/office/drawing/2014/main" id="{D0E59CC0-E414-1053-3C6E-AE6093673C2B}"/>
                  </a:ext>
                </a:extLst>
              </p:cNvPr>
              <p:cNvPicPr/>
              <p:nvPr/>
            </p:nvPicPr>
            <p:blipFill>
              <a:blip r:embed="rId14"/>
              <a:stretch>
                <a:fillRect/>
              </a:stretch>
            </p:blipFill>
            <p:spPr>
              <a:xfrm>
                <a:off x="9177118" y="433002"/>
                <a:ext cx="290520" cy="2358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74" name="Ink 73">
                <a:extLst>
                  <a:ext uri="{FF2B5EF4-FFF2-40B4-BE49-F238E27FC236}">
                    <a16:creationId xmlns:a16="http://schemas.microsoft.com/office/drawing/2014/main" id="{829E83AF-D7A4-8DE9-F0E9-E0B1DC2DD61B}"/>
                  </a:ext>
                </a:extLst>
              </p14:cNvPr>
              <p14:cNvContentPartPr/>
              <p14:nvPr/>
            </p14:nvContentPartPr>
            <p14:xfrm>
              <a:off x="8869678" y="461802"/>
              <a:ext cx="163440" cy="174600"/>
            </p14:xfrm>
          </p:contentPart>
        </mc:Choice>
        <mc:Fallback xmlns="">
          <p:pic>
            <p:nvPicPr>
              <p:cNvPr id="74" name="Ink 73">
                <a:extLst>
                  <a:ext uri="{FF2B5EF4-FFF2-40B4-BE49-F238E27FC236}">
                    <a16:creationId xmlns:a16="http://schemas.microsoft.com/office/drawing/2014/main" id="{829E83AF-D7A4-8DE9-F0E9-E0B1DC2DD61B}"/>
                  </a:ext>
                </a:extLst>
              </p:cNvPr>
              <p:cNvPicPr/>
              <p:nvPr/>
            </p:nvPicPr>
            <p:blipFill>
              <a:blip r:embed="rId16"/>
              <a:stretch>
                <a:fillRect/>
              </a:stretch>
            </p:blipFill>
            <p:spPr>
              <a:xfrm>
                <a:off x="8859215" y="451362"/>
                <a:ext cx="184727" cy="1958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75" name="Ink 74">
                <a:extLst>
                  <a:ext uri="{FF2B5EF4-FFF2-40B4-BE49-F238E27FC236}">
                    <a16:creationId xmlns:a16="http://schemas.microsoft.com/office/drawing/2014/main" id="{582AAA23-015D-B14E-EBCA-289629B8A661}"/>
                  </a:ext>
                </a:extLst>
              </p14:cNvPr>
              <p14:cNvContentPartPr/>
              <p14:nvPr/>
            </p14:nvContentPartPr>
            <p14:xfrm>
              <a:off x="7870318" y="416442"/>
              <a:ext cx="863640" cy="263160"/>
            </p14:xfrm>
          </p:contentPart>
        </mc:Choice>
        <mc:Fallback xmlns="">
          <p:pic>
            <p:nvPicPr>
              <p:cNvPr id="75" name="Ink 74">
                <a:extLst>
                  <a:ext uri="{FF2B5EF4-FFF2-40B4-BE49-F238E27FC236}">
                    <a16:creationId xmlns:a16="http://schemas.microsoft.com/office/drawing/2014/main" id="{582AAA23-015D-B14E-EBCA-289629B8A661}"/>
                  </a:ext>
                </a:extLst>
              </p:cNvPr>
              <p:cNvPicPr/>
              <p:nvPr/>
            </p:nvPicPr>
            <p:blipFill>
              <a:blip r:embed="rId18"/>
              <a:stretch>
                <a:fillRect/>
              </a:stretch>
            </p:blipFill>
            <p:spPr>
              <a:xfrm>
                <a:off x="7859513" y="405657"/>
                <a:ext cx="884889" cy="284371"/>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85" name="Ink 84">
                <a:extLst>
                  <a:ext uri="{FF2B5EF4-FFF2-40B4-BE49-F238E27FC236}">
                    <a16:creationId xmlns:a16="http://schemas.microsoft.com/office/drawing/2014/main" id="{455A7BC6-9C6A-3E22-8040-5DEAC14AA3B6}"/>
                  </a:ext>
                </a:extLst>
              </p14:cNvPr>
              <p14:cNvContentPartPr/>
              <p14:nvPr/>
            </p14:nvContentPartPr>
            <p14:xfrm>
              <a:off x="7900198" y="878322"/>
              <a:ext cx="666720" cy="288360"/>
            </p14:xfrm>
          </p:contentPart>
        </mc:Choice>
        <mc:Fallback xmlns="">
          <p:pic>
            <p:nvPicPr>
              <p:cNvPr id="85" name="Ink 84">
                <a:extLst>
                  <a:ext uri="{FF2B5EF4-FFF2-40B4-BE49-F238E27FC236}">
                    <a16:creationId xmlns:a16="http://schemas.microsoft.com/office/drawing/2014/main" id="{455A7BC6-9C6A-3E22-8040-5DEAC14AA3B6}"/>
                  </a:ext>
                </a:extLst>
              </p:cNvPr>
              <p:cNvPicPr/>
              <p:nvPr/>
            </p:nvPicPr>
            <p:blipFill>
              <a:blip r:embed="rId20"/>
              <a:stretch>
                <a:fillRect/>
              </a:stretch>
            </p:blipFill>
            <p:spPr>
              <a:xfrm>
                <a:off x="7889404" y="867882"/>
                <a:ext cx="687949" cy="3096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13" name="Ink 112">
                <a:extLst>
                  <a:ext uri="{FF2B5EF4-FFF2-40B4-BE49-F238E27FC236}">
                    <a16:creationId xmlns:a16="http://schemas.microsoft.com/office/drawing/2014/main" id="{F4AD2A22-6890-D74B-0B99-5BFBBB6DD7B2}"/>
                  </a:ext>
                </a:extLst>
              </p14:cNvPr>
              <p14:cNvContentPartPr/>
              <p14:nvPr/>
            </p14:nvContentPartPr>
            <p14:xfrm>
              <a:off x="10990798" y="874722"/>
              <a:ext cx="615600" cy="280800"/>
            </p14:xfrm>
          </p:contentPart>
        </mc:Choice>
        <mc:Fallback xmlns="">
          <p:pic>
            <p:nvPicPr>
              <p:cNvPr id="113" name="Ink 112">
                <a:extLst>
                  <a:ext uri="{FF2B5EF4-FFF2-40B4-BE49-F238E27FC236}">
                    <a16:creationId xmlns:a16="http://schemas.microsoft.com/office/drawing/2014/main" id="{F4AD2A22-6890-D74B-0B99-5BFBBB6DD7B2}"/>
                  </a:ext>
                </a:extLst>
              </p:cNvPr>
              <p:cNvPicPr/>
              <p:nvPr/>
            </p:nvPicPr>
            <p:blipFill>
              <a:blip r:embed="rId22"/>
              <a:stretch>
                <a:fillRect/>
              </a:stretch>
            </p:blipFill>
            <p:spPr>
              <a:xfrm>
                <a:off x="10979998" y="863922"/>
                <a:ext cx="636840" cy="3020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14" name="Ink 113">
                <a:extLst>
                  <a:ext uri="{FF2B5EF4-FFF2-40B4-BE49-F238E27FC236}">
                    <a16:creationId xmlns:a16="http://schemas.microsoft.com/office/drawing/2014/main" id="{D310161B-C354-DE89-65CF-37288C173D6E}"/>
                  </a:ext>
                </a:extLst>
              </p14:cNvPr>
              <p14:cNvContentPartPr/>
              <p14:nvPr/>
            </p14:nvContentPartPr>
            <p14:xfrm>
              <a:off x="9961198" y="874722"/>
              <a:ext cx="836640" cy="212040"/>
            </p14:xfrm>
          </p:contentPart>
        </mc:Choice>
        <mc:Fallback xmlns="">
          <p:pic>
            <p:nvPicPr>
              <p:cNvPr id="114" name="Ink 113">
                <a:extLst>
                  <a:ext uri="{FF2B5EF4-FFF2-40B4-BE49-F238E27FC236}">
                    <a16:creationId xmlns:a16="http://schemas.microsoft.com/office/drawing/2014/main" id="{D310161B-C354-DE89-65CF-37288C173D6E}"/>
                  </a:ext>
                </a:extLst>
              </p:cNvPr>
              <p:cNvPicPr/>
              <p:nvPr/>
            </p:nvPicPr>
            <p:blipFill>
              <a:blip r:embed="rId24"/>
              <a:stretch>
                <a:fillRect/>
              </a:stretch>
            </p:blipFill>
            <p:spPr>
              <a:xfrm>
                <a:off x="9950758" y="863922"/>
                <a:ext cx="857880" cy="23328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15" name="Ink 114">
                <a:extLst>
                  <a:ext uri="{FF2B5EF4-FFF2-40B4-BE49-F238E27FC236}">
                    <a16:creationId xmlns:a16="http://schemas.microsoft.com/office/drawing/2014/main" id="{7F185B54-349F-D1CF-EB8B-CBC54CEB0B40}"/>
                  </a:ext>
                </a:extLst>
              </p14:cNvPr>
              <p14:cNvContentPartPr/>
              <p14:nvPr/>
            </p14:nvContentPartPr>
            <p14:xfrm>
              <a:off x="8646118" y="844482"/>
              <a:ext cx="1140480" cy="236880"/>
            </p14:xfrm>
          </p:contentPart>
        </mc:Choice>
        <mc:Fallback xmlns="">
          <p:pic>
            <p:nvPicPr>
              <p:cNvPr id="115" name="Ink 114">
                <a:extLst>
                  <a:ext uri="{FF2B5EF4-FFF2-40B4-BE49-F238E27FC236}">
                    <a16:creationId xmlns:a16="http://schemas.microsoft.com/office/drawing/2014/main" id="{7F185B54-349F-D1CF-EB8B-CBC54CEB0B40}"/>
                  </a:ext>
                </a:extLst>
              </p:cNvPr>
              <p:cNvPicPr/>
              <p:nvPr/>
            </p:nvPicPr>
            <p:blipFill>
              <a:blip r:embed="rId26"/>
              <a:stretch>
                <a:fillRect/>
              </a:stretch>
            </p:blipFill>
            <p:spPr>
              <a:xfrm>
                <a:off x="8635678" y="833682"/>
                <a:ext cx="1161720" cy="25812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18" name="Ink 117">
                <a:extLst>
                  <a:ext uri="{FF2B5EF4-FFF2-40B4-BE49-F238E27FC236}">
                    <a16:creationId xmlns:a16="http://schemas.microsoft.com/office/drawing/2014/main" id="{3760DF3E-DF51-5F76-DA8E-078185EFC88D}"/>
                  </a:ext>
                </a:extLst>
              </p14:cNvPr>
              <p14:cNvContentPartPr/>
              <p14:nvPr/>
            </p14:nvContentPartPr>
            <p14:xfrm>
              <a:off x="10230269" y="3104338"/>
              <a:ext cx="196560" cy="231840"/>
            </p14:xfrm>
          </p:contentPart>
        </mc:Choice>
        <mc:Fallback xmlns="">
          <p:pic>
            <p:nvPicPr>
              <p:cNvPr id="118" name="Ink 117">
                <a:extLst>
                  <a:ext uri="{FF2B5EF4-FFF2-40B4-BE49-F238E27FC236}">
                    <a16:creationId xmlns:a16="http://schemas.microsoft.com/office/drawing/2014/main" id="{3760DF3E-DF51-5F76-DA8E-078185EFC88D}"/>
                  </a:ext>
                </a:extLst>
              </p:cNvPr>
              <p:cNvPicPr/>
              <p:nvPr/>
            </p:nvPicPr>
            <p:blipFill>
              <a:blip r:embed="rId28"/>
              <a:stretch>
                <a:fillRect/>
              </a:stretch>
            </p:blipFill>
            <p:spPr>
              <a:xfrm>
                <a:off x="10219469" y="3093538"/>
                <a:ext cx="217800" cy="25308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21" name="Ink 120">
                <a:extLst>
                  <a:ext uri="{FF2B5EF4-FFF2-40B4-BE49-F238E27FC236}">
                    <a16:creationId xmlns:a16="http://schemas.microsoft.com/office/drawing/2014/main" id="{DF57A186-CCAF-50DE-1F2A-6010FB3C323A}"/>
                  </a:ext>
                </a:extLst>
              </p14:cNvPr>
              <p14:cNvContentPartPr/>
              <p14:nvPr/>
            </p14:nvContentPartPr>
            <p14:xfrm>
              <a:off x="9246029" y="3136018"/>
              <a:ext cx="186480" cy="207720"/>
            </p14:xfrm>
          </p:contentPart>
        </mc:Choice>
        <mc:Fallback xmlns="">
          <p:pic>
            <p:nvPicPr>
              <p:cNvPr id="121" name="Ink 120">
                <a:extLst>
                  <a:ext uri="{FF2B5EF4-FFF2-40B4-BE49-F238E27FC236}">
                    <a16:creationId xmlns:a16="http://schemas.microsoft.com/office/drawing/2014/main" id="{DF57A186-CCAF-50DE-1F2A-6010FB3C323A}"/>
                  </a:ext>
                </a:extLst>
              </p:cNvPr>
              <p:cNvPicPr/>
              <p:nvPr/>
            </p:nvPicPr>
            <p:blipFill>
              <a:blip r:embed="rId30"/>
              <a:stretch>
                <a:fillRect/>
              </a:stretch>
            </p:blipFill>
            <p:spPr>
              <a:xfrm>
                <a:off x="9235229" y="3125578"/>
                <a:ext cx="207720" cy="22896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24" name="Ink 123">
                <a:extLst>
                  <a:ext uri="{FF2B5EF4-FFF2-40B4-BE49-F238E27FC236}">
                    <a16:creationId xmlns:a16="http://schemas.microsoft.com/office/drawing/2014/main" id="{2AA7A4D8-BA8F-0F24-8C0F-7A27A53FFA65}"/>
                  </a:ext>
                </a:extLst>
              </p14:cNvPr>
              <p14:cNvContentPartPr/>
              <p14:nvPr/>
            </p14:nvContentPartPr>
            <p14:xfrm>
              <a:off x="8018429" y="3513658"/>
              <a:ext cx="233280" cy="298080"/>
            </p14:xfrm>
          </p:contentPart>
        </mc:Choice>
        <mc:Fallback xmlns="">
          <p:pic>
            <p:nvPicPr>
              <p:cNvPr id="124" name="Ink 123">
                <a:extLst>
                  <a:ext uri="{FF2B5EF4-FFF2-40B4-BE49-F238E27FC236}">
                    <a16:creationId xmlns:a16="http://schemas.microsoft.com/office/drawing/2014/main" id="{2AA7A4D8-BA8F-0F24-8C0F-7A27A53FFA65}"/>
                  </a:ext>
                </a:extLst>
              </p:cNvPr>
              <p:cNvPicPr/>
              <p:nvPr/>
            </p:nvPicPr>
            <p:blipFill>
              <a:blip r:embed="rId32"/>
              <a:stretch>
                <a:fillRect/>
              </a:stretch>
            </p:blipFill>
            <p:spPr>
              <a:xfrm>
                <a:off x="8007629" y="3502858"/>
                <a:ext cx="254520" cy="3193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128" name="Ink 127">
                <a:extLst>
                  <a:ext uri="{FF2B5EF4-FFF2-40B4-BE49-F238E27FC236}">
                    <a16:creationId xmlns:a16="http://schemas.microsoft.com/office/drawing/2014/main" id="{00438D44-6D58-C4B3-0465-38F760914405}"/>
                  </a:ext>
                </a:extLst>
              </p14:cNvPr>
              <p14:cNvContentPartPr/>
              <p14:nvPr/>
            </p14:nvContentPartPr>
            <p14:xfrm>
              <a:off x="8758589" y="1657858"/>
              <a:ext cx="253080" cy="372600"/>
            </p14:xfrm>
          </p:contentPart>
        </mc:Choice>
        <mc:Fallback xmlns="">
          <p:pic>
            <p:nvPicPr>
              <p:cNvPr id="128" name="Ink 127">
                <a:extLst>
                  <a:ext uri="{FF2B5EF4-FFF2-40B4-BE49-F238E27FC236}">
                    <a16:creationId xmlns:a16="http://schemas.microsoft.com/office/drawing/2014/main" id="{00438D44-6D58-C4B3-0465-38F760914405}"/>
                  </a:ext>
                </a:extLst>
              </p:cNvPr>
              <p:cNvPicPr/>
              <p:nvPr/>
            </p:nvPicPr>
            <p:blipFill>
              <a:blip r:embed="rId34"/>
              <a:stretch>
                <a:fillRect/>
              </a:stretch>
            </p:blipFill>
            <p:spPr>
              <a:xfrm>
                <a:off x="8747789" y="1647418"/>
                <a:ext cx="274320" cy="39384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129" name="Ink 128">
                <a:extLst>
                  <a:ext uri="{FF2B5EF4-FFF2-40B4-BE49-F238E27FC236}">
                    <a16:creationId xmlns:a16="http://schemas.microsoft.com/office/drawing/2014/main" id="{4DE0992D-78E2-3668-EDB5-B60C24E53589}"/>
                  </a:ext>
                </a:extLst>
              </p14:cNvPr>
              <p14:cNvContentPartPr/>
              <p14:nvPr/>
            </p14:nvContentPartPr>
            <p14:xfrm>
              <a:off x="7890715" y="3798439"/>
              <a:ext cx="57600" cy="363960"/>
            </p14:xfrm>
          </p:contentPart>
        </mc:Choice>
        <mc:Fallback xmlns="">
          <p:pic>
            <p:nvPicPr>
              <p:cNvPr id="129" name="Ink 128">
                <a:extLst>
                  <a:ext uri="{FF2B5EF4-FFF2-40B4-BE49-F238E27FC236}">
                    <a16:creationId xmlns:a16="http://schemas.microsoft.com/office/drawing/2014/main" id="{4DE0992D-78E2-3668-EDB5-B60C24E53589}"/>
                  </a:ext>
                </a:extLst>
              </p:cNvPr>
              <p:cNvPicPr/>
              <p:nvPr/>
            </p:nvPicPr>
            <p:blipFill>
              <a:blip r:embed="rId36"/>
              <a:stretch>
                <a:fillRect/>
              </a:stretch>
            </p:blipFill>
            <p:spPr>
              <a:xfrm>
                <a:off x="7880275" y="3787639"/>
                <a:ext cx="78840" cy="3852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139" name="Ink 138">
                <a:extLst>
                  <a:ext uri="{FF2B5EF4-FFF2-40B4-BE49-F238E27FC236}">
                    <a16:creationId xmlns:a16="http://schemas.microsoft.com/office/drawing/2014/main" id="{CAF84F23-A90D-B1D7-BF8A-30C1382D365D}"/>
                  </a:ext>
                </a:extLst>
              </p14:cNvPr>
              <p14:cNvContentPartPr/>
              <p14:nvPr/>
            </p14:nvContentPartPr>
            <p14:xfrm>
              <a:off x="7591195" y="4359679"/>
              <a:ext cx="784800" cy="331920"/>
            </p14:xfrm>
          </p:contentPart>
        </mc:Choice>
        <mc:Fallback xmlns="">
          <p:pic>
            <p:nvPicPr>
              <p:cNvPr id="139" name="Ink 138">
                <a:extLst>
                  <a:ext uri="{FF2B5EF4-FFF2-40B4-BE49-F238E27FC236}">
                    <a16:creationId xmlns:a16="http://schemas.microsoft.com/office/drawing/2014/main" id="{CAF84F23-A90D-B1D7-BF8A-30C1382D365D}"/>
                  </a:ext>
                </a:extLst>
              </p:cNvPr>
              <p:cNvPicPr/>
              <p:nvPr/>
            </p:nvPicPr>
            <p:blipFill>
              <a:blip r:embed="rId38"/>
              <a:stretch>
                <a:fillRect/>
              </a:stretch>
            </p:blipFill>
            <p:spPr>
              <a:xfrm>
                <a:off x="7580400" y="4349239"/>
                <a:ext cx="806030" cy="353160"/>
              </a:xfrm>
              <a:prstGeom prst="rect">
                <a:avLst/>
              </a:prstGeom>
            </p:spPr>
          </p:pic>
        </mc:Fallback>
      </mc:AlternateContent>
    </p:spTree>
    <p:extLst>
      <p:ext uri="{BB962C8B-B14F-4D97-AF65-F5344CB8AC3E}">
        <p14:creationId xmlns:p14="http://schemas.microsoft.com/office/powerpoint/2010/main" val="668558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0">
                                            <p:txEl>
                                              <p:pRg st="3" end="3"/>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0">
                                            <p:txEl>
                                              <p:pRg st="4" end="4"/>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0">
                                            <p:txEl>
                                              <p:pRg st="5" end="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0">
                                            <p:txEl>
                                              <p:pRg st="6" end="6"/>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11" grpId="0" animBg="1"/>
      <p:bldP spid="12" grpId="0" animBg="1"/>
      <p:bldP spid="15" grpId="0"/>
      <p:bldP spid="22" grpId="0"/>
      <p:bldP spid="23" grpId="0" animBg="1"/>
      <p:bldP spid="24" grpId="0" animBg="1"/>
      <p:bldP spid="2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04A43-D2D8-C990-B73C-53A465851537}"/>
              </a:ext>
            </a:extLst>
          </p:cNvPr>
          <p:cNvSpPr>
            <a:spLocks noGrp="1"/>
          </p:cNvSpPr>
          <p:nvPr>
            <p:ph type="title"/>
          </p:nvPr>
        </p:nvSpPr>
        <p:spPr/>
        <p:txBody>
          <a:bodyPr/>
          <a:lstStyle/>
          <a:p>
            <a:r>
              <a:rPr lang="en-US" dirty="0"/>
              <a:t>Take Away</a:t>
            </a:r>
          </a:p>
        </p:txBody>
      </p:sp>
      <p:sp>
        <p:nvSpPr>
          <p:cNvPr id="3" name="Text Placeholder 2">
            <a:extLst>
              <a:ext uri="{FF2B5EF4-FFF2-40B4-BE49-F238E27FC236}">
                <a16:creationId xmlns:a16="http://schemas.microsoft.com/office/drawing/2014/main" id="{64AEA076-6741-9F61-80FA-8EA0B4A97DB9}"/>
              </a:ext>
            </a:extLst>
          </p:cNvPr>
          <p:cNvSpPr>
            <a:spLocks noGrp="1"/>
          </p:cNvSpPr>
          <p:nvPr>
            <p:ph type="body" idx="11"/>
          </p:nvPr>
        </p:nvSpPr>
        <p:spPr/>
        <p:txBody>
          <a:bodyPr/>
          <a:lstStyle/>
          <a:p>
            <a:endParaRPr lang="en-US"/>
          </a:p>
        </p:txBody>
      </p:sp>
      <p:sp>
        <p:nvSpPr>
          <p:cNvPr id="4" name="Content Placeholder 3">
            <a:extLst>
              <a:ext uri="{FF2B5EF4-FFF2-40B4-BE49-F238E27FC236}">
                <a16:creationId xmlns:a16="http://schemas.microsoft.com/office/drawing/2014/main" id="{0411F401-D323-CC51-E2A4-80655FB23D80}"/>
              </a:ext>
            </a:extLst>
          </p:cNvPr>
          <p:cNvSpPr>
            <a:spLocks noGrp="1"/>
          </p:cNvSpPr>
          <p:nvPr>
            <p:ph idx="1"/>
          </p:nvPr>
        </p:nvSpPr>
        <p:spPr>
          <a:xfrm>
            <a:off x="186059" y="1281844"/>
            <a:ext cx="5948411" cy="4723318"/>
          </a:xfrm>
        </p:spPr>
        <p:txBody>
          <a:bodyPr/>
          <a:lstStyle/>
          <a:p>
            <a:r>
              <a:rPr lang="en-US" dirty="0"/>
              <a:t>Weak authentication </a:t>
            </a:r>
          </a:p>
          <a:p>
            <a:pPr lvl="1"/>
            <a:r>
              <a:rPr lang="en-US" dirty="0"/>
              <a:t>reveals secret over the channel</a:t>
            </a:r>
          </a:p>
          <a:p>
            <a:pPr lvl="1"/>
            <a:r>
              <a:rPr lang="en-US" dirty="0"/>
              <a:t>subject to replay attack</a:t>
            </a:r>
          </a:p>
          <a:p>
            <a:pPr lvl="1"/>
            <a:endParaRPr lang="en-US" dirty="0"/>
          </a:p>
          <a:p>
            <a:r>
              <a:rPr lang="en-US" dirty="0"/>
              <a:t>Strong authentication</a:t>
            </a:r>
          </a:p>
          <a:p>
            <a:pPr lvl="1"/>
            <a:r>
              <a:rPr lang="en-US" dirty="0"/>
              <a:t>Secret is not revealed but user shows that he knows the secret</a:t>
            </a:r>
          </a:p>
          <a:p>
            <a:pPr lvl="1"/>
            <a:r>
              <a:rPr lang="en-US" dirty="0"/>
              <a:t>Challenge-response or Timestamp is used to defend against replay attack</a:t>
            </a:r>
          </a:p>
          <a:p>
            <a:pPr lvl="1"/>
            <a:endParaRPr lang="en-US" dirty="0"/>
          </a:p>
        </p:txBody>
      </p:sp>
      <p:sp>
        <p:nvSpPr>
          <p:cNvPr id="5" name="Content Placeholder 3">
            <a:extLst>
              <a:ext uri="{FF2B5EF4-FFF2-40B4-BE49-F238E27FC236}">
                <a16:creationId xmlns:a16="http://schemas.microsoft.com/office/drawing/2014/main" id="{93D282D6-41F0-2F5F-1D91-5A5679F9B1FC}"/>
              </a:ext>
            </a:extLst>
          </p:cNvPr>
          <p:cNvSpPr txBox="1">
            <a:spLocks/>
          </p:cNvSpPr>
          <p:nvPr/>
        </p:nvSpPr>
        <p:spPr>
          <a:xfrm>
            <a:off x="6134470" y="1268243"/>
            <a:ext cx="5948411" cy="4723318"/>
          </a:xfrm>
          <a:prstGeom prst="rect">
            <a:avLst/>
          </a:prstGeom>
        </p:spPr>
        <p:txBody>
          <a:bodyPr vert="horz" lIns="91440" tIns="45720" rIns="91440" bIns="45720" rtlCol="0">
            <a:normAutofit/>
          </a:bodyPr>
          <a:lstStyle>
            <a:lvl1pPr marL="171450" indent="-171450" algn="l" defTabSz="685800" rtl="0" eaLnBrk="1" latinLnBrk="0" hangingPunct="1">
              <a:lnSpc>
                <a:spcPct val="100000"/>
              </a:lnSpc>
              <a:spcBef>
                <a:spcPts val="450"/>
              </a:spcBef>
              <a:spcAft>
                <a:spcPts val="450"/>
              </a:spcAft>
              <a:buFont typeface="Arial" panose="020B0604020202020204" pitchFamily="34" charset="0"/>
              <a:buChar char="•"/>
              <a:defRPr sz="2400" b="0" i="0" kern="1200">
                <a:solidFill>
                  <a:schemeClr val="tx1"/>
                </a:solidFill>
                <a:latin typeface="Arial Nova" panose="020B0504020202020204" pitchFamily="34" charset="0"/>
                <a:ea typeface="Arial Nova" panose="020B0504020202020204" pitchFamily="34" charset="0"/>
                <a:cs typeface="Arial Nova" panose="020B0504020202020204" pitchFamily="34" charset="0"/>
              </a:defRPr>
            </a:lvl1pPr>
            <a:lvl2pPr marL="514350" indent="-171450" algn="l" defTabSz="685800" rtl="0" eaLnBrk="1" latinLnBrk="0" hangingPunct="1">
              <a:lnSpc>
                <a:spcPct val="100000"/>
              </a:lnSpc>
              <a:spcBef>
                <a:spcPts val="450"/>
              </a:spcBef>
              <a:spcAft>
                <a:spcPts val="450"/>
              </a:spcAft>
              <a:buFont typeface="Arial" panose="020B0604020202020204" pitchFamily="34" charset="0"/>
              <a:buChar char="•"/>
              <a:defRPr sz="2200" kern="1200">
                <a:solidFill>
                  <a:schemeClr val="tx1"/>
                </a:solidFill>
                <a:latin typeface="Arial Nova" panose="020B0504020202020204" pitchFamily="34" charset="0"/>
                <a:ea typeface="Arial Nova" panose="020B0504020202020204" pitchFamily="34" charset="0"/>
                <a:cs typeface="Arial Nova" panose="020B0504020202020204" pitchFamily="34" charset="0"/>
              </a:defRPr>
            </a:lvl2pPr>
            <a:lvl3pPr marL="857250" indent="-171450" algn="l" defTabSz="685800" rtl="0" eaLnBrk="1" latinLnBrk="0" hangingPunct="1">
              <a:lnSpc>
                <a:spcPct val="100000"/>
              </a:lnSpc>
              <a:spcBef>
                <a:spcPts val="450"/>
              </a:spcBef>
              <a:spcAft>
                <a:spcPts val="450"/>
              </a:spcAft>
              <a:buFont typeface="Arial" panose="020B0604020202020204" pitchFamily="34" charset="0"/>
              <a:buChar char="•"/>
              <a:defRPr sz="2000" kern="1200">
                <a:solidFill>
                  <a:schemeClr val="tx1"/>
                </a:solidFill>
                <a:latin typeface="Arial Nova Light" panose="020B0304020202020204" pitchFamily="34" charset="0"/>
                <a:ea typeface="Arial Nova Light" panose="020B0304020202020204" pitchFamily="34" charset="0"/>
                <a:cs typeface="Arial Nova Light" panose="020B0304020202020204" pitchFamily="34" charset="0"/>
              </a:defRPr>
            </a:lvl3pPr>
            <a:lvl4pPr marL="1200150" indent="-171450" algn="l" defTabSz="685800" rtl="0" eaLnBrk="1" latinLnBrk="0" hangingPunct="1">
              <a:lnSpc>
                <a:spcPct val="100000"/>
              </a:lnSpc>
              <a:spcBef>
                <a:spcPts val="450"/>
              </a:spcBef>
              <a:spcAft>
                <a:spcPts val="450"/>
              </a:spcAft>
              <a:buFont typeface="Arial" panose="020B0604020202020204" pitchFamily="34" charset="0"/>
              <a:buChar char="•"/>
              <a:defRPr sz="1800" b="0" i="0" kern="1200">
                <a:solidFill>
                  <a:schemeClr val="tx1"/>
                </a:solidFill>
                <a:latin typeface="Arial Nova Light" panose="020B0304020202020204" pitchFamily="34" charset="0"/>
                <a:ea typeface="Arial Nova Light" panose="020B0304020202020204" pitchFamily="34" charset="0"/>
                <a:cs typeface="Arial Nova Light" panose="020B0304020202020204" pitchFamily="34" charset="0"/>
              </a:defRPr>
            </a:lvl4pPr>
            <a:lvl5pPr marL="1543050" indent="-171450" algn="l" defTabSz="685800" rtl="0" eaLnBrk="1" latinLnBrk="0" hangingPunct="1">
              <a:lnSpc>
                <a:spcPct val="100000"/>
              </a:lnSpc>
              <a:spcBef>
                <a:spcPts val="450"/>
              </a:spcBef>
              <a:spcAft>
                <a:spcPts val="450"/>
              </a:spcAft>
              <a:buFont typeface="Arial" panose="020B0604020202020204" pitchFamily="34" charset="0"/>
              <a:buChar char="•"/>
              <a:defRPr sz="1600" b="0" i="0" kern="1200">
                <a:solidFill>
                  <a:schemeClr val="tx1"/>
                </a:solidFill>
                <a:latin typeface="Arial Nova Light" panose="020B0304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latin typeface="Aptos" panose="020B0004020202020204" pitchFamily="34" charset="0"/>
              </a:rPr>
              <a:t>Password Attacks</a:t>
            </a:r>
          </a:p>
          <a:p>
            <a:pPr lvl="1"/>
            <a:r>
              <a:rPr lang="en-US" dirty="0">
                <a:latin typeface="Aptos" panose="020B0004020202020204" pitchFamily="34" charset="0"/>
              </a:rPr>
              <a:t>Online vs Offline attack</a:t>
            </a:r>
          </a:p>
          <a:p>
            <a:pPr lvl="1"/>
            <a:r>
              <a:rPr lang="en-US" dirty="0">
                <a:latin typeface="Aptos" panose="020B0004020202020204" pitchFamily="34" charset="0"/>
              </a:rPr>
              <a:t>Brute-forcing and Dictionary attack</a:t>
            </a:r>
          </a:p>
          <a:p>
            <a:pPr lvl="1"/>
            <a:endParaRPr lang="en-US" dirty="0">
              <a:latin typeface="Aptos" panose="020B0004020202020204" pitchFamily="34" charset="0"/>
            </a:endParaRPr>
          </a:p>
          <a:p>
            <a:r>
              <a:rPr lang="en-US" dirty="0">
                <a:latin typeface="Aptos" panose="020B0004020202020204" pitchFamily="34" charset="0"/>
              </a:rPr>
              <a:t>Identity Management &amp; Open ID</a:t>
            </a:r>
          </a:p>
          <a:p>
            <a:pPr lvl="1"/>
            <a:r>
              <a:rPr lang="en-US" dirty="0">
                <a:latin typeface="Aptos" panose="020B0004020202020204" pitchFamily="34" charset="0"/>
              </a:rPr>
              <a:t>Based on a dedicated authentication server</a:t>
            </a:r>
          </a:p>
          <a:p>
            <a:pPr lvl="1"/>
            <a:r>
              <a:rPr lang="en-US" dirty="0">
                <a:latin typeface="Aptos" panose="020B0004020202020204" pitchFamily="34" charset="0"/>
              </a:rPr>
              <a:t>User only needs to log in to the authentication server (asserting party)</a:t>
            </a:r>
          </a:p>
          <a:p>
            <a:pPr lvl="1"/>
            <a:r>
              <a:rPr lang="en-US" dirty="0">
                <a:latin typeface="Aptos" panose="020B0004020202020204" pitchFamily="34" charset="0"/>
              </a:rPr>
              <a:t>Needs to establish trust relationship between asserting party and relying parties</a:t>
            </a:r>
          </a:p>
          <a:p>
            <a:pPr lvl="1"/>
            <a:endParaRPr lang="en-US" dirty="0">
              <a:latin typeface="Aptos" panose="020B0004020202020204" pitchFamily="34" charset="0"/>
            </a:endParaRPr>
          </a:p>
        </p:txBody>
      </p:sp>
    </p:spTree>
    <p:extLst>
      <p:ext uri="{BB962C8B-B14F-4D97-AF65-F5344CB8AC3E}">
        <p14:creationId xmlns:p14="http://schemas.microsoft.com/office/powerpoint/2010/main" val="2552948368"/>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000000"/>
      </a:dk2>
      <a:lt2>
        <a:srgbClr val="F8F8F8"/>
      </a:lt2>
      <a:accent1>
        <a:srgbClr val="DDDDDD"/>
      </a:accent1>
      <a:accent2>
        <a:srgbClr val="B2A694"/>
      </a:accent2>
      <a:accent3>
        <a:srgbClr val="969696"/>
      </a:accent3>
      <a:accent4>
        <a:srgbClr val="808080"/>
      </a:accent4>
      <a:accent5>
        <a:srgbClr val="5F5F5F"/>
      </a:accent5>
      <a:accent6>
        <a:srgbClr val="4D4D4D"/>
      </a:accent6>
      <a:hlink>
        <a:srgbClr val="5F5F5F"/>
      </a:hlink>
      <a:folHlink>
        <a:srgbClr val="919191"/>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sz="1400" dirty="0" smtClean="0">
            <a:latin typeface="Helvetica Neue" panose="02000503000000020004" pitchFamily="2" charset="0"/>
            <a:ea typeface="Helvetica Neue" panose="02000503000000020004" pitchFamily="2" charset="0"/>
            <a:cs typeface="Helvetica Neue" panose="02000503000000020004" pitchFamily="2" charset="0"/>
          </a:defRPr>
        </a:defPPr>
      </a:lstStyle>
    </a:txDef>
  </a:objectDefaults>
  <a:extraClrSchemeLst/>
  <a:extLst>
    <a:ext uri="{05A4C25C-085E-4340-85A3-A5531E510DB2}">
      <thm15:themeFamily xmlns:thm15="http://schemas.microsoft.com/office/thememl/2012/main" name="Presentation1" id="{31295CED-DD91-154F-A28B-658E647D80F4}" vid="{29E40D5C-155D-D94C-822C-4AB35D3CC232}"/>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C6AD1B51FFACD45B62528B91A79C429" ma:contentTypeVersion="18" ma:contentTypeDescription="Create a new document." ma:contentTypeScope="" ma:versionID="9672dfb9ec3908af57a6b314afe3680d">
  <xsd:schema xmlns:xsd="http://www.w3.org/2001/XMLSchema" xmlns:xs="http://www.w3.org/2001/XMLSchema" xmlns:p="http://schemas.microsoft.com/office/2006/metadata/properties" xmlns:ns2="1b6a39ee-1380-4096-9882-8248104ba7f7" xmlns:ns3="4604cec2-e769-4190-9d56-5d48f74b6442" targetNamespace="http://schemas.microsoft.com/office/2006/metadata/properties" ma:root="true" ma:fieldsID="12d78462d111bb2baa1b9a3ac61ee40a" ns2:_="" ns3:_="">
    <xsd:import namespace="1b6a39ee-1380-4096-9882-8248104ba7f7"/>
    <xsd:import namespace="4604cec2-e769-4190-9d56-5d48f74b6442"/>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3:SharedWithUsers" minOccurs="0"/>
                <xsd:element ref="ns3:SharedWithDetails"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2:Comment" minOccurs="0"/>
                <xsd:element ref="ns2:lcf76f155ced4ddcb4097134ff3c332f" minOccurs="0"/>
                <xsd:element ref="ns3:TaxCatchAll" minOccurs="0"/>
                <xsd:element ref="ns2:_Flow_Signoff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b6a39ee-1380-4096-9882-8248104ba7f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Comment" ma:index="21" nillable="true" ma:displayName="Comment" ma:description="What was the last change about" ma:format="Dropdown" ma:internalName="Comment">
      <xsd:simpleType>
        <xsd:restriction base="dms:Text">
          <xsd:maxLength value="255"/>
        </xsd:restrictio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deec61d7-21c4-46ea-8069-5c692c33a4c8" ma:termSetId="09814cd3-568e-fe90-9814-8d621ff8fb84" ma:anchorId="fba54fb3-c3e1-fe81-a776-ca4b69148c4d" ma:open="true" ma:isKeyword="false">
      <xsd:complexType>
        <xsd:sequence>
          <xsd:element ref="pc:Terms" minOccurs="0" maxOccurs="1"/>
        </xsd:sequence>
      </xsd:complexType>
    </xsd:element>
    <xsd:element name="_Flow_SignoffStatus" ma:index="25" nillable="true" ma:displayName="Sign-off status" ma:internalName="Sign_x002d_off_x0020_status">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604cec2-e769-4190-9d56-5d48f74b6442"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9943aed9-ec56-40d8-95cb-c4327e5e8870}" ma:internalName="TaxCatchAll" ma:showField="CatchAllData" ma:web="4604cec2-e769-4190-9d56-5d48f74b644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Comment xmlns="1b6a39ee-1380-4096-9882-8248104ba7f7" xsi:nil="true"/>
    <TaxCatchAll xmlns="4604cec2-e769-4190-9d56-5d48f74b6442" xsi:nil="true"/>
    <lcf76f155ced4ddcb4097134ff3c332f xmlns="1b6a39ee-1380-4096-9882-8248104ba7f7">
      <Terms xmlns="http://schemas.microsoft.com/office/infopath/2007/PartnerControls"/>
    </lcf76f155ced4ddcb4097134ff3c332f>
    <_Flow_SignoffStatus xmlns="1b6a39ee-1380-4096-9882-8248104ba7f7" xsi:nil="true"/>
  </documentManagement>
</p:properties>
</file>

<file path=customXml/itemProps1.xml><?xml version="1.0" encoding="utf-8"?>
<ds:datastoreItem xmlns:ds="http://schemas.openxmlformats.org/officeDocument/2006/customXml" ds:itemID="{72AEEEEC-758A-40D4-8FEA-E3DC794E2684}">
  <ds:schemaRefs>
    <ds:schemaRef ds:uri="http://schemas.microsoft.com/sharepoint/v3/contenttype/forms"/>
  </ds:schemaRefs>
</ds:datastoreItem>
</file>

<file path=customXml/itemProps2.xml><?xml version="1.0" encoding="utf-8"?>
<ds:datastoreItem xmlns:ds="http://schemas.openxmlformats.org/officeDocument/2006/customXml" ds:itemID="{479CD34D-7589-48A5-90CD-7293EE10B25B}">
  <ds:schemaRefs>
    <ds:schemaRef ds:uri="http://schemas.microsoft.com/office/2006/metadata/contentType"/>
    <ds:schemaRef ds:uri="http://schemas.microsoft.com/office/2006/metadata/properties/metaAttributes"/>
    <ds:schemaRef ds:uri="http://www.w3.org/2000/xmlns/"/>
    <ds:schemaRef ds:uri="http://www.w3.org/2001/XMLSchema"/>
    <ds:schemaRef ds:uri="1b6a39ee-1380-4096-9882-8248104ba7f7"/>
    <ds:schemaRef ds:uri="4604cec2-e769-4190-9d56-5d48f74b6442"/>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724B0D7-F661-4F81-8443-3C7F4C8A04B1}">
  <ds:schemaRefs>
    <ds:schemaRef ds:uri="http://schemas.microsoft.com/office/2006/metadata/properties"/>
    <ds:schemaRef ds:uri="http://www.w3.org/2000/xmlns/"/>
    <ds:schemaRef ds:uri="1b6a39ee-1380-4096-9882-8248104ba7f7"/>
    <ds:schemaRef ds:uri="http://www.w3.org/2001/XMLSchema-instance"/>
    <ds:schemaRef ds:uri="4604cec2-e769-4190-9d56-5d48f74b6442"/>
    <ds:schemaRef ds:uri="http://schemas.microsoft.com/office/infopath/2007/PartnerControls"/>
  </ds:schemaRefs>
</ds:datastoreItem>
</file>

<file path=docMetadata/LabelInfo.xml><?xml version="1.0" encoding="utf-8"?>
<clbl:labelList xmlns:clbl="http://schemas.microsoft.com/office/2020/mipLabelMetadata">
  <clbl:label id="{6951d41b-6b8e-4636-984f-012bff14ba18}" enabled="1" method="Standard" siteId="{c98a79ca-5a9a-4791-a243-f06afd67464d}" removed="0"/>
</clbl:labelList>
</file>

<file path=docProps/app.xml><?xml version="1.0" encoding="utf-8"?>
<Properties xmlns="http://schemas.openxmlformats.org/officeDocument/2006/extended-properties" xmlns:vt="http://schemas.openxmlformats.org/officeDocument/2006/docPropsVTypes">
  <Template/>
  <TotalTime>3497</TotalTime>
  <Words>2329</Words>
  <Application>Microsoft Macintosh PowerPoint</Application>
  <PresentationFormat>Widescreen</PresentationFormat>
  <Paragraphs>341</Paragraphs>
  <Slides>38</Slides>
  <Notes>8</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38</vt:i4>
      </vt:variant>
    </vt:vector>
  </HeadingPairs>
  <TitlesOfParts>
    <vt:vector size="52" baseType="lpstr">
      <vt:lpstr>Times</vt:lpstr>
      <vt:lpstr>Aptos</vt:lpstr>
      <vt:lpstr>Aptos Display</vt:lpstr>
      <vt:lpstr>Arial</vt:lpstr>
      <vt:lpstr>Arial Nova</vt:lpstr>
      <vt:lpstr>Arial Nova Light</vt:lpstr>
      <vt:lpstr>Calibri</vt:lpstr>
      <vt:lpstr>Comic Sans MS</vt:lpstr>
      <vt:lpstr>Helvetica Neue</vt:lpstr>
      <vt:lpstr>Tahoma</vt:lpstr>
      <vt:lpstr>Times New Roman</vt:lpstr>
      <vt:lpstr>Wingdings</vt:lpstr>
      <vt:lpstr>Office Theme</vt:lpstr>
      <vt:lpstr>1_Office Theme</vt:lpstr>
      <vt:lpstr>PowerPoint Presentation</vt:lpstr>
      <vt:lpstr>Recap of Week 5</vt:lpstr>
      <vt:lpstr>Overview</vt:lpstr>
      <vt:lpstr>Concept of User authentication</vt:lpstr>
      <vt:lpstr>Who Are You?</vt:lpstr>
      <vt:lpstr>User Authentication in Real Life</vt:lpstr>
      <vt:lpstr>User Authentication in Cyberspace</vt:lpstr>
      <vt:lpstr>Weak and Strong Authentication</vt:lpstr>
      <vt:lpstr>Two types of user authentication schemes</vt:lpstr>
      <vt:lpstr>Why Password?</vt:lpstr>
      <vt:lpstr>Password File Stored in Server</vt:lpstr>
      <vt:lpstr>Weak Authentication</vt:lpstr>
      <vt:lpstr>Weak Authentication</vt:lpstr>
      <vt:lpstr>Weak Authentication</vt:lpstr>
      <vt:lpstr>Password File Stored in Server (A better approach)</vt:lpstr>
      <vt:lpstr>Weak Authentication</vt:lpstr>
      <vt:lpstr>Attack on passwords</vt:lpstr>
      <vt:lpstr>Online/Offline Attacks</vt:lpstr>
      <vt:lpstr>Password Search Space</vt:lpstr>
      <vt:lpstr>Dictionary Attack</vt:lpstr>
      <vt:lpstr>How to Choose High-Quality Password</vt:lpstr>
      <vt:lpstr>Drawbacks of Weak Authentication</vt:lpstr>
      <vt:lpstr>Two types of user authentication schemes</vt:lpstr>
      <vt:lpstr>Strong Authentication</vt:lpstr>
      <vt:lpstr>Challenge-Response protocol  </vt:lpstr>
      <vt:lpstr>Time Stamp Authentication Protocol</vt:lpstr>
      <vt:lpstr>Time Stamp Authentication Protocol</vt:lpstr>
      <vt:lpstr>Comparisons</vt:lpstr>
      <vt:lpstr>Hardware/Software Based Implementations</vt:lpstr>
      <vt:lpstr>Two Factor Authentication</vt:lpstr>
      <vt:lpstr>Identity Management</vt:lpstr>
      <vt:lpstr>The Challenge of User Authentication</vt:lpstr>
      <vt:lpstr>Authentication in the Web</vt:lpstr>
      <vt:lpstr>Open ID for Web Services</vt:lpstr>
      <vt:lpstr>Asserting Party</vt:lpstr>
      <vt:lpstr>Relying Party</vt:lpstr>
      <vt:lpstr>How it works</vt:lpstr>
      <vt:lpstr>Take Away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Application Development</dc:title>
  <dc:creator>Shar Lwin Khin (Dr)</dc:creator>
  <cp:lastModifiedBy>Nicholas SOH De Lin</cp:lastModifiedBy>
  <cp:revision>246</cp:revision>
  <dcterms:created xsi:type="dcterms:W3CDTF">2019-12-21T16:17:09Z</dcterms:created>
  <dcterms:modified xsi:type="dcterms:W3CDTF">2025-11-20T03:10:39Z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0x0101000C6AD1B51FFACD45B62528B91A79C429</vt:lpwstr>
  </property>
  <property fmtid="{D5CDD505-2E9C-101B-9397-08002B2CF9AE}" pid="3" name="MSIP_Label_6951d41b-6b8e-4636-984f-012bff14ba18_Enabled">
    <vt:lpwstr>true</vt:lpwstr>
  </property>
  <property fmtid="{D5CDD505-2E9C-101B-9397-08002B2CF9AE}" pid="4" name="MSIP_Label_6951d41b-6b8e-4636-984f-012bff14ba18_SetDate">
    <vt:lpwstr>2023-02-08T03:10:16Z</vt:lpwstr>
  </property>
  <property fmtid="{D5CDD505-2E9C-101B-9397-08002B2CF9AE}" pid="5" name="MSIP_Label_6951d41b-6b8e-4636-984f-012bff14ba18_Method">
    <vt:lpwstr>Standard</vt:lpwstr>
  </property>
  <property fmtid="{D5CDD505-2E9C-101B-9397-08002B2CF9AE}" pid="6" name="MSIP_Label_6951d41b-6b8e-4636-984f-012bff14ba18_Name">
    <vt:lpwstr>6951d41b-6b8e-4636-984f-012bff14ba18</vt:lpwstr>
  </property>
  <property fmtid="{D5CDD505-2E9C-101B-9397-08002B2CF9AE}" pid="7" name="MSIP_Label_6951d41b-6b8e-4636-984f-012bff14ba18_SiteId">
    <vt:lpwstr>c98a79ca-5a9a-4791-a243-f06afd67464d</vt:lpwstr>
  </property>
  <property fmtid="{D5CDD505-2E9C-101B-9397-08002B2CF9AE}" pid="8" name="MSIP_Label_6951d41b-6b8e-4636-984f-012bff14ba18_ActionId">
    <vt:lpwstr>fcaae4aa-fbbd-465c-bf4f-fb48c2fc8ec8</vt:lpwstr>
  </property>
  <property fmtid="{D5CDD505-2E9C-101B-9397-08002B2CF9AE}" pid="9" name="MSIP_Label_6951d41b-6b8e-4636-984f-012bff14ba18_ContentBits">
    <vt:lpwstr>1</vt:lpwstr>
  </property>
  <property fmtid="{D5CDD505-2E9C-101B-9397-08002B2CF9AE}" pid="10" name="ClassificationContentMarkingHeaderLocations">
    <vt:lpwstr>Office Theme:6</vt:lpwstr>
  </property>
  <property fmtid="{D5CDD505-2E9C-101B-9397-08002B2CF9AE}" pid="11" name="ClassificationContentMarkingHeaderText">
    <vt:lpwstr>SMU Classification: Restricted</vt:lpwstr>
  </property>
</Properties>
</file>