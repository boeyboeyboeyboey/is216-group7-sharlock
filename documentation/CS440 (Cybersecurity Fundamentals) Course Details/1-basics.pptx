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notesSlides/notesSlide3.xml" ContentType="application/vnd.openxmlformats-officedocument.presentationml.notesSlide+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notesSlides/notesSlide8.xml" ContentType="application/vnd.openxmlformats-officedocument.presentationml.notesSlide+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notesSlides/notesSlide9.xml" ContentType="application/vnd.openxmlformats-officedocument.presentationml.notesSlide+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notesSlides/notesSlide13.xml" ContentType="application/vnd.openxmlformats-officedocument.presentationml.notesSlide+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92" r:id="rId4"/>
  </p:sldMasterIdLst>
  <p:notesMasterIdLst>
    <p:notesMasterId r:id="rId35"/>
  </p:notesMasterIdLst>
  <p:handoutMasterIdLst>
    <p:handoutMasterId r:id="rId36"/>
  </p:handoutMasterIdLst>
  <p:sldIdLst>
    <p:sldId id="451" r:id="rId5"/>
    <p:sldId id="593" r:id="rId6"/>
    <p:sldId id="340" r:id="rId7"/>
    <p:sldId id="336" r:id="rId8"/>
    <p:sldId id="337" r:id="rId9"/>
    <p:sldId id="338" r:id="rId10"/>
    <p:sldId id="357" r:id="rId11"/>
    <p:sldId id="353" r:id="rId12"/>
    <p:sldId id="354" r:id="rId13"/>
    <p:sldId id="352" r:id="rId14"/>
    <p:sldId id="356" r:id="rId15"/>
    <p:sldId id="358" r:id="rId16"/>
    <p:sldId id="359" r:id="rId17"/>
    <p:sldId id="392" r:id="rId18"/>
    <p:sldId id="772" r:id="rId19"/>
    <p:sldId id="773" r:id="rId20"/>
    <p:sldId id="281" r:id="rId21"/>
    <p:sldId id="276" r:id="rId22"/>
    <p:sldId id="333" r:id="rId23"/>
    <p:sldId id="774" r:id="rId24"/>
    <p:sldId id="789" r:id="rId25"/>
    <p:sldId id="292" r:id="rId26"/>
    <p:sldId id="779" r:id="rId27"/>
    <p:sldId id="329" r:id="rId28"/>
    <p:sldId id="334" r:id="rId29"/>
    <p:sldId id="302" r:id="rId30"/>
    <p:sldId id="304" r:id="rId31"/>
    <p:sldId id="305" r:id="rId32"/>
    <p:sldId id="307" r:id="rId33"/>
    <p:sldId id="454"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B823F91-DCCD-AA42-815E-E8733353A076}">
          <p14:sldIdLst>
            <p14:sldId id="451"/>
            <p14:sldId id="593"/>
            <p14:sldId id="340"/>
            <p14:sldId id="336"/>
            <p14:sldId id="337"/>
            <p14:sldId id="338"/>
          </p14:sldIdLst>
        </p14:section>
        <p14:section name="Computing Background" id="{11621D4D-A029-9448-9AD9-9157859C85EF}">
          <p14:sldIdLst>
            <p14:sldId id="357"/>
            <p14:sldId id="353"/>
            <p14:sldId id="354"/>
            <p14:sldId id="352"/>
            <p14:sldId id="356"/>
            <p14:sldId id="358"/>
            <p14:sldId id="359"/>
            <p14:sldId id="392"/>
            <p14:sldId id="772"/>
            <p14:sldId id="773"/>
            <p14:sldId id="281"/>
            <p14:sldId id="276"/>
            <p14:sldId id="333"/>
          </p14:sldIdLst>
        </p14:section>
        <p14:section name="Security Fundamentals" id="{5F2FE3B2-4A11-6043-9CC4-893C851FED02}">
          <p14:sldIdLst>
            <p14:sldId id="774"/>
            <p14:sldId id="789"/>
            <p14:sldId id="292"/>
            <p14:sldId id="779"/>
            <p14:sldId id="329"/>
            <p14:sldId id="334"/>
            <p14:sldId id="302"/>
            <p14:sldId id="304"/>
            <p14:sldId id="305"/>
            <p14:sldId id="307"/>
            <p14:sldId id="454"/>
          </p14:sldIdLst>
        </p14:section>
      </p14:sectionLst>
    </p:ex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FFE285"/>
    <a:srgbClr val="FFFFFF"/>
    <a:srgbClr val="F1185C"/>
    <a:srgbClr val="F7F7F7"/>
    <a:srgbClr val="FBFBFB"/>
    <a:srgbClr val="1A47B6"/>
    <a:srgbClr val="102B72"/>
    <a:srgbClr val="DBA70B"/>
    <a:srgbClr val="F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32" autoAdjust="0"/>
    <p:restoredTop sz="82918" autoAdjust="0"/>
  </p:normalViewPr>
  <p:slideViewPr>
    <p:cSldViewPr snapToGrid="0" snapToObjects="1">
      <p:cViewPr varScale="1">
        <p:scale>
          <a:sx n="122" d="100"/>
          <a:sy n="122" d="100"/>
        </p:scale>
        <p:origin x="1400" y="184"/>
      </p:cViewPr>
      <p:guideLst>
        <p:guide orient="horz" pos="2160"/>
        <p:guide pos="3840"/>
      </p:guideLst>
    </p:cSldViewPr>
  </p:slideViewPr>
  <p:notesTextViewPr>
    <p:cViewPr>
      <p:scale>
        <a:sx n="1" d="1"/>
        <a:sy n="1" d="1"/>
      </p:scale>
      <p:origin x="0" y="0"/>
    </p:cViewPr>
  </p:notesTextViewPr>
  <p:sorterViewPr>
    <p:cViewPr>
      <p:scale>
        <a:sx n="195" d="100"/>
        <a:sy n="195" d="100"/>
      </p:scale>
      <p:origin x="0" y="0"/>
    </p:cViewPr>
  </p:sorterViewPr>
  <p:notesViewPr>
    <p:cSldViewPr snapToGrid="0" snapToObjects="1" showGuides="1">
      <p:cViewPr varScale="1">
        <p:scale>
          <a:sx n="65" d="100"/>
          <a:sy n="65" d="100"/>
        </p:scale>
        <p:origin x="3154"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NG Xuhua" userId="b37d5cc1-442c-4c2d-a466-9ec3d4d1696b" providerId="ADAL" clId="{8A37B91D-A79E-6141-B457-1FBCC91AE548}"/>
    <pc:docChg chg="undo custSel modSld">
      <pc:chgData name="DING Xuhua" userId="b37d5cc1-442c-4c2d-a466-9ec3d4d1696b" providerId="ADAL" clId="{8A37B91D-A79E-6141-B457-1FBCC91AE548}" dt="2025-08-06T02:30:14.684" v="57" actId="20577"/>
      <pc:docMkLst>
        <pc:docMk/>
      </pc:docMkLst>
      <pc:sldChg chg="delSp mod">
        <pc:chgData name="DING Xuhua" userId="b37d5cc1-442c-4c2d-a466-9ec3d4d1696b" providerId="ADAL" clId="{8A37B91D-A79E-6141-B457-1FBCC91AE548}" dt="2025-08-06T02:25:47.422" v="0" actId="478"/>
        <pc:sldMkLst>
          <pc:docMk/>
          <pc:sldMk cId="2392350870" sldId="774"/>
        </pc:sldMkLst>
      </pc:sldChg>
      <pc:sldChg chg="modSp mod">
        <pc:chgData name="DING Xuhua" userId="b37d5cc1-442c-4c2d-a466-9ec3d4d1696b" providerId="ADAL" clId="{8A37B91D-A79E-6141-B457-1FBCC91AE548}" dt="2025-08-06T02:30:14.684" v="57" actId="20577"/>
        <pc:sldMkLst>
          <pc:docMk/>
          <pc:sldMk cId="1002603428" sldId="779"/>
        </pc:sldMkLst>
        <pc:spChg chg="mod">
          <ac:chgData name="DING Xuhua" userId="b37d5cc1-442c-4c2d-a466-9ec3d4d1696b" providerId="ADAL" clId="{8A37B91D-A79E-6141-B457-1FBCC91AE548}" dt="2025-08-06T02:27:49.680" v="46" actId="20577"/>
          <ac:spMkLst>
            <pc:docMk/>
            <pc:sldMk cId="1002603428" sldId="779"/>
            <ac:spMk id="2" creationId="{2A552BDF-829B-0D35-B705-D40A34F7D8EB}"/>
          </ac:spMkLst>
        </pc:spChg>
        <pc:spChg chg="mod">
          <ac:chgData name="DING Xuhua" userId="b37d5cc1-442c-4c2d-a466-9ec3d4d1696b" providerId="ADAL" clId="{8A37B91D-A79E-6141-B457-1FBCC91AE548}" dt="2025-08-06T02:30:14.684" v="57" actId="20577"/>
          <ac:spMkLst>
            <pc:docMk/>
            <pc:sldMk cId="1002603428" sldId="779"/>
            <ac:spMk id="4" creationId="{4A76C40A-E414-0E3C-CAFE-2909B446C273}"/>
          </ac:spMkLst>
        </pc:spChg>
      </pc:sldChg>
      <pc:sldChg chg="delSp mod">
        <pc:chgData name="DING Xuhua" userId="b37d5cc1-442c-4c2d-a466-9ec3d4d1696b" providerId="ADAL" clId="{8A37B91D-A79E-6141-B457-1FBCC91AE548}" dt="2025-08-06T02:25:57.392" v="1" actId="478"/>
        <pc:sldMkLst>
          <pc:docMk/>
          <pc:sldMk cId="1296651122" sldId="789"/>
        </pc:sldMkLst>
      </pc:sldChg>
    </pc:docChg>
  </pc:docChgLst>
  <pc:docChgLst>
    <pc:chgData name="YANG Guomin" userId="dccf0981-1625-43db-a7d9-40d73e3f3472" providerId="ADAL" clId="{1B90C897-CD1F-4216-A53E-A8C45AA0C987}"/>
    <pc:docChg chg="undo custSel addSld modSld">
      <pc:chgData name="YANG Guomin" userId="dccf0981-1625-43db-a7d9-40d73e3f3472" providerId="ADAL" clId="{1B90C897-CD1F-4216-A53E-A8C45AA0C987}" dt="2024-08-09T04:31:21.358" v="167"/>
      <pc:docMkLst>
        <pc:docMk/>
      </pc:docMkLst>
      <pc:sldChg chg="addSp delSp modSp mod">
        <pc:chgData name="YANG Guomin" userId="dccf0981-1625-43db-a7d9-40d73e3f3472" providerId="ADAL" clId="{1B90C897-CD1F-4216-A53E-A8C45AA0C987}" dt="2024-08-09T04:23:05.402" v="131"/>
        <pc:sldMkLst>
          <pc:docMk/>
          <pc:sldMk cId="163793165" sldId="281"/>
        </pc:sldMkLst>
      </pc:sldChg>
      <pc:sldChg chg="addSp delSp modSp mod">
        <pc:chgData name="YANG Guomin" userId="dccf0981-1625-43db-a7d9-40d73e3f3472" providerId="ADAL" clId="{1B90C897-CD1F-4216-A53E-A8C45AA0C987}" dt="2024-08-09T04:22:52.042" v="128"/>
        <pc:sldMkLst>
          <pc:docMk/>
          <pc:sldMk cId="2641384788" sldId="333"/>
        </pc:sldMkLst>
      </pc:sldChg>
      <pc:sldChg chg="modSp mod">
        <pc:chgData name="YANG Guomin" userId="dccf0981-1625-43db-a7d9-40d73e3f3472" providerId="ADAL" clId="{1B90C897-CD1F-4216-A53E-A8C45AA0C987}" dt="2024-08-09T04:19:28.469" v="120" actId="20577"/>
        <pc:sldMkLst>
          <pc:docMk/>
          <pc:sldMk cId="2758607538" sldId="336"/>
        </pc:sldMkLst>
      </pc:sldChg>
      <pc:sldChg chg="addSp delSp modSp mod">
        <pc:chgData name="YANG Guomin" userId="dccf0981-1625-43db-a7d9-40d73e3f3472" providerId="ADAL" clId="{1B90C897-CD1F-4216-A53E-A8C45AA0C987}" dt="2024-08-09T04:19:20.533" v="119" actId="20577"/>
        <pc:sldMkLst>
          <pc:docMk/>
          <pc:sldMk cId="570212665" sldId="340"/>
        </pc:sldMkLst>
      </pc:sldChg>
      <pc:sldChg chg="addSp delSp modSp mod">
        <pc:chgData name="YANG Guomin" userId="dccf0981-1625-43db-a7d9-40d73e3f3472" providerId="ADAL" clId="{1B90C897-CD1F-4216-A53E-A8C45AA0C987}" dt="2024-08-09T04:24:08.343" v="143"/>
        <pc:sldMkLst>
          <pc:docMk/>
          <pc:sldMk cId="4010509305" sldId="353"/>
        </pc:sldMkLst>
      </pc:sldChg>
      <pc:sldChg chg="addSp delSp modSp mod">
        <pc:chgData name="YANG Guomin" userId="dccf0981-1625-43db-a7d9-40d73e3f3472" providerId="ADAL" clId="{1B90C897-CD1F-4216-A53E-A8C45AA0C987}" dt="2024-08-09T04:21:55.064" v="122"/>
        <pc:sldMkLst>
          <pc:docMk/>
          <pc:sldMk cId="89795984" sldId="356"/>
        </pc:sldMkLst>
      </pc:sldChg>
      <pc:sldChg chg="addSp delSp modSp mod">
        <pc:chgData name="YANG Guomin" userId="dccf0981-1625-43db-a7d9-40d73e3f3472" providerId="ADAL" clId="{1B90C897-CD1F-4216-A53E-A8C45AA0C987}" dt="2024-08-09T04:23:57.968" v="140"/>
        <pc:sldMkLst>
          <pc:docMk/>
          <pc:sldMk cId="3471664038" sldId="357"/>
        </pc:sldMkLst>
      </pc:sldChg>
      <pc:sldChg chg="addSp delSp modSp mod">
        <pc:chgData name="YANG Guomin" userId="dccf0981-1625-43db-a7d9-40d73e3f3472" providerId="ADAL" clId="{1B90C897-CD1F-4216-A53E-A8C45AA0C987}" dt="2024-08-09T04:22:17.792" v="125"/>
        <pc:sldMkLst>
          <pc:docMk/>
          <pc:sldMk cId="3753982859" sldId="358"/>
        </pc:sldMkLst>
      </pc:sldChg>
      <pc:sldChg chg="addSp delSp modSp mod">
        <pc:chgData name="YANG Guomin" userId="dccf0981-1625-43db-a7d9-40d73e3f3472" providerId="ADAL" clId="{1B90C897-CD1F-4216-A53E-A8C45AA0C987}" dt="2024-08-09T04:23:28.005" v="137"/>
        <pc:sldMkLst>
          <pc:docMk/>
          <pc:sldMk cId="2119202267" sldId="392"/>
        </pc:sldMkLst>
      </pc:sldChg>
      <pc:sldChg chg="add">
        <pc:chgData name="YANG Guomin" userId="dccf0981-1625-43db-a7d9-40d73e3f3472" providerId="ADAL" clId="{1B90C897-CD1F-4216-A53E-A8C45AA0C987}" dt="2024-08-09T03:53:18.540" v="0"/>
        <pc:sldMkLst>
          <pc:docMk/>
          <pc:sldMk cId="2596392505" sldId="454"/>
        </pc:sldMkLst>
      </pc:sldChg>
      <pc:sldChg chg="addSp delSp modSp mod">
        <pc:chgData name="YANG Guomin" userId="dccf0981-1625-43db-a7d9-40d73e3f3472" providerId="ADAL" clId="{1B90C897-CD1F-4216-A53E-A8C45AA0C987}" dt="2024-08-09T04:23:17.844" v="134"/>
        <pc:sldMkLst>
          <pc:docMk/>
          <pc:sldMk cId="215825223" sldId="772"/>
        </pc:sldMkLst>
      </pc:sldChg>
      <pc:sldChg chg="addSp delSp modSp mod">
        <pc:chgData name="YANG Guomin" userId="dccf0981-1625-43db-a7d9-40d73e3f3472" providerId="ADAL" clId="{1B90C897-CD1F-4216-A53E-A8C45AA0C987}" dt="2024-08-09T04:31:21.358" v="167"/>
        <pc:sldMkLst>
          <pc:docMk/>
          <pc:sldMk cId="3451432174" sldId="773"/>
        </pc:sldMkLst>
      </pc:sldChg>
    </pc:docChg>
  </pc:docChgLst>
  <pc:docChgLst>
    <pc:chgData name="YANG Guomin" userId="dccf0981-1625-43db-a7d9-40d73e3f3472" providerId="ADAL" clId="{2FEE33A2-CFA6-4A18-8004-583E67B79725}"/>
    <pc:docChg chg="undo custSel addSld delSld modSld modSection">
      <pc:chgData name="YANG Guomin" userId="dccf0981-1625-43db-a7d9-40d73e3f3472" providerId="ADAL" clId="{2FEE33A2-CFA6-4A18-8004-583E67B79725}" dt="2023-01-05T03:21:23.526" v="5" actId="478"/>
      <pc:docMkLst>
        <pc:docMk/>
      </pc:docMkLst>
      <pc:sldChg chg="delSp mod">
        <pc:chgData name="YANG Guomin" userId="dccf0981-1625-43db-a7d9-40d73e3f3472" providerId="ADAL" clId="{2FEE33A2-CFA6-4A18-8004-583E67B79725}" dt="2023-01-05T03:21:23.526" v="5" actId="478"/>
        <pc:sldMkLst>
          <pc:docMk/>
          <pc:sldMk cId="0" sldId="302"/>
        </pc:sldMkLst>
      </pc:sldChg>
      <pc:sldChg chg="add del">
        <pc:chgData name="YANG Guomin" userId="dccf0981-1625-43db-a7d9-40d73e3f3472" providerId="ADAL" clId="{2FEE33A2-CFA6-4A18-8004-583E67B79725}" dt="2023-01-04T08:52:12.380" v="2" actId="2696"/>
        <pc:sldMkLst>
          <pc:docMk/>
          <pc:sldMk cId="2119202267" sldId="392"/>
        </pc:sldMkLst>
      </pc:sldChg>
      <pc:sldChg chg="add del">
        <pc:chgData name="YANG Guomin" userId="dccf0981-1625-43db-a7d9-40d73e3f3472" providerId="ADAL" clId="{2FEE33A2-CFA6-4A18-8004-583E67B79725}" dt="2023-01-04T08:52:12.380" v="2" actId="2696"/>
        <pc:sldMkLst>
          <pc:docMk/>
          <pc:sldMk cId="215825223" sldId="772"/>
        </pc:sldMkLst>
      </pc:sldChg>
      <pc:sldChg chg="addSp modSp add del mod">
        <pc:chgData name="YANG Guomin" userId="dccf0981-1625-43db-a7d9-40d73e3f3472" providerId="ADAL" clId="{2FEE33A2-CFA6-4A18-8004-583E67B79725}" dt="2023-01-04T09:02:37.540" v="4" actId="1076"/>
        <pc:sldMkLst>
          <pc:docMk/>
          <pc:sldMk cId="3451432174" sldId="773"/>
        </pc:sldMkLst>
      </pc:sldChg>
      <pc:sldChg chg="del">
        <pc:chgData name="YANG Guomin" userId="dccf0981-1625-43db-a7d9-40d73e3f3472" providerId="ADAL" clId="{2FEE33A2-CFA6-4A18-8004-583E67B79725}" dt="2023-01-04T08:51:45.162" v="0" actId="47"/>
        <pc:sldMkLst>
          <pc:docMk/>
          <pc:sldMk cId="67510666" sldId="780"/>
        </pc:sldMkLst>
      </pc:sldChg>
    </pc:docChg>
  </pc:docChgLst>
  <pc:docChgLst>
    <pc:chgData name="YANG Guomin" userId="dccf0981-1625-43db-a7d9-40d73e3f3472" providerId="ADAL" clId="{E4DF9DF5-11B3-4FC7-9D00-EC3F59A97E4F}"/>
    <pc:docChg chg="modSld">
      <pc:chgData name="YANG Guomin" userId="dccf0981-1625-43db-a7d9-40d73e3f3472" providerId="ADAL" clId="{E4DF9DF5-11B3-4FC7-9D00-EC3F59A97E4F}" dt="2025-08-14T03:51:29.691" v="3" actId="20577"/>
      <pc:docMkLst>
        <pc:docMk/>
      </pc:docMkLst>
      <pc:sldChg chg="modNotesTx">
        <pc:chgData name="YANG Guomin" userId="dccf0981-1625-43db-a7d9-40d73e3f3472" providerId="ADAL" clId="{E4DF9DF5-11B3-4FC7-9D00-EC3F59A97E4F}" dt="2025-08-14T03:51:24.238" v="2" actId="20577"/>
        <pc:sldMkLst>
          <pc:docMk/>
          <pc:sldMk cId="0" sldId="302"/>
        </pc:sldMkLst>
      </pc:sldChg>
      <pc:sldChg chg="modNotesTx">
        <pc:chgData name="YANG Guomin" userId="dccf0981-1625-43db-a7d9-40d73e3f3472" providerId="ADAL" clId="{E4DF9DF5-11B3-4FC7-9D00-EC3F59A97E4F}" dt="2025-08-14T03:51:29.691" v="3" actId="20577"/>
        <pc:sldMkLst>
          <pc:docMk/>
          <pc:sldMk cId="0" sldId="305"/>
        </pc:sldMkLst>
      </pc:sldChg>
      <pc:sldChg chg="modNotesTx">
        <pc:chgData name="YANG Guomin" userId="dccf0981-1625-43db-a7d9-40d73e3f3472" providerId="ADAL" clId="{E4DF9DF5-11B3-4FC7-9D00-EC3F59A97E4F}" dt="2025-08-14T03:51:17.419" v="1" actId="20577"/>
        <pc:sldMkLst>
          <pc:docMk/>
          <pc:sldMk cId="438218560" sldId="329"/>
        </pc:sldMkLst>
      </pc:sldChg>
      <pc:sldChg chg="modNotesTx">
        <pc:chgData name="YANG Guomin" userId="dccf0981-1625-43db-a7d9-40d73e3f3472" providerId="ADAL" clId="{E4DF9DF5-11B3-4FC7-9D00-EC3F59A97E4F}" dt="2025-08-14T03:49:14.969" v="0" actId="20577"/>
        <pc:sldMkLst>
          <pc:docMk/>
          <pc:sldMk cId="2758607538" sldId="336"/>
        </pc:sldMkLst>
      </pc:sldChg>
    </pc:docChg>
  </pc:docChgLst>
  <pc:docChgLst>
    <pc:chgData name="YANG Guomin" userId="dccf0981-1625-43db-a7d9-40d73e3f3472" providerId="ADAL" clId="{90B02F8E-6EDE-6A43-B4C3-072430D8A2BB}"/>
    <pc:docChg chg="undo custSel addSld delSld modSld modMainMaster modSection">
      <pc:chgData name="YANG Guomin" userId="dccf0981-1625-43db-a7d9-40d73e3f3472" providerId="ADAL" clId="{90B02F8E-6EDE-6A43-B4C3-072430D8A2BB}" dt="2023-01-07T03:54:10.209" v="130" actId="729"/>
      <pc:docMkLst>
        <pc:docMk/>
      </pc:docMkLst>
      <pc:sldChg chg="addSp modSp add mod modAnim">
        <pc:chgData name="YANG Guomin" userId="dccf0981-1625-43db-a7d9-40d73e3f3472" providerId="ADAL" clId="{90B02F8E-6EDE-6A43-B4C3-072430D8A2BB}" dt="2023-01-07T03:53:50.635" v="129"/>
        <pc:sldMkLst>
          <pc:docMk/>
          <pc:sldMk cId="1540393618" sldId="258"/>
        </pc:sldMkLst>
      </pc:sldChg>
      <pc:sldChg chg="addSp delSp modSp mod">
        <pc:chgData name="YANG Guomin" userId="dccf0981-1625-43db-a7d9-40d73e3f3472" providerId="ADAL" clId="{90B02F8E-6EDE-6A43-B4C3-072430D8A2BB}" dt="2023-01-03T07:03:54.153" v="36" actId="478"/>
        <pc:sldMkLst>
          <pc:docMk/>
          <pc:sldMk cId="0" sldId="292"/>
        </pc:sldMkLst>
      </pc:sldChg>
      <pc:sldChg chg="delSp mod modShow">
        <pc:chgData name="YANG Guomin" userId="dccf0981-1625-43db-a7d9-40d73e3f3472" providerId="ADAL" clId="{90B02F8E-6EDE-6A43-B4C3-072430D8A2BB}" dt="2023-01-07T03:54:10.209" v="130" actId="729"/>
        <pc:sldMkLst>
          <pc:docMk/>
          <pc:sldMk cId="0" sldId="294"/>
        </pc:sldMkLst>
      </pc:sldChg>
      <pc:sldChg chg="modSp mod">
        <pc:chgData name="YANG Guomin" userId="dccf0981-1625-43db-a7d9-40d73e3f3472" providerId="ADAL" clId="{90B02F8E-6EDE-6A43-B4C3-072430D8A2BB}" dt="2023-01-03T07:06:16.579" v="64" actId="20577"/>
        <pc:sldMkLst>
          <pc:docMk/>
          <pc:sldMk cId="0" sldId="305"/>
        </pc:sldMkLst>
      </pc:sldChg>
      <pc:sldChg chg="modSp mod">
        <pc:chgData name="YANG Guomin" userId="dccf0981-1625-43db-a7d9-40d73e3f3472" providerId="ADAL" clId="{90B02F8E-6EDE-6A43-B4C3-072430D8A2BB}" dt="2023-01-03T07:06:46.630" v="66"/>
        <pc:sldMkLst>
          <pc:docMk/>
          <pc:sldMk cId="0" sldId="307"/>
        </pc:sldMkLst>
      </pc:sldChg>
      <pc:sldChg chg="del">
        <pc:chgData name="YANG Guomin" userId="dccf0981-1625-43db-a7d9-40d73e3f3472" providerId="ADAL" clId="{90B02F8E-6EDE-6A43-B4C3-072430D8A2BB}" dt="2023-01-03T07:04:28.495" v="37" actId="2696"/>
        <pc:sldMkLst>
          <pc:docMk/>
          <pc:sldMk cId="954996724" sldId="328"/>
        </pc:sldMkLst>
      </pc:sldChg>
      <pc:sldChg chg="delSp mod">
        <pc:chgData name="YANG Guomin" userId="dccf0981-1625-43db-a7d9-40d73e3f3472" providerId="ADAL" clId="{90B02F8E-6EDE-6A43-B4C3-072430D8A2BB}" dt="2023-01-03T06:58:48.882" v="21" actId="478"/>
        <pc:sldMkLst>
          <pc:docMk/>
          <pc:sldMk cId="2758607538" sldId="336"/>
        </pc:sldMkLst>
      </pc:sldChg>
      <pc:sldChg chg="modSp">
        <pc:chgData name="YANG Guomin" userId="dccf0981-1625-43db-a7d9-40d73e3f3472" providerId="ADAL" clId="{90B02F8E-6EDE-6A43-B4C3-072430D8A2BB}" dt="2023-01-03T06:27:22.910" v="0" actId="20577"/>
        <pc:sldMkLst>
          <pc:docMk/>
          <pc:sldMk cId="3474596416" sldId="338"/>
        </pc:sldMkLst>
      </pc:sldChg>
      <pc:sldChg chg="delSp mod">
        <pc:chgData name="YANG Guomin" userId="dccf0981-1625-43db-a7d9-40d73e3f3472" providerId="ADAL" clId="{90B02F8E-6EDE-6A43-B4C3-072430D8A2BB}" dt="2023-01-03T06:58:45.204" v="20" actId="478"/>
        <pc:sldMkLst>
          <pc:docMk/>
          <pc:sldMk cId="570212665" sldId="340"/>
        </pc:sldMkLst>
      </pc:sldChg>
      <pc:sldChg chg="del">
        <pc:chgData name="YANG Guomin" userId="dccf0981-1625-43db-a7d9-40d73e3f3472" providerId="ADAL" clId="{90B02F8E-6EDE-6A43-B4C3-072430D8A2BB}" dt="2023-01-03T06:37:35.023" v="2" actId="2696"/>
        <pc:sldMkLst>
          <pc:docMk/>
          <pc:sldMk cId="3484180623" sldId="355"/>
        </pc:sldMkLst>
      </pc:sldChg>
      <pc:sldChg chg="modSp mod">
        <pc:chgData name="YANG Guomin" userId="dccf0981-1625-43db-a7d9-40d73e3f3472" providerId="ADAL" clId="{90B02F8E-6EDE-6A43-B4C3-072430D8A2BB}" dt="2023-01-03T06:44:21.541" v="17" actId="20577"/>
        <pc:sldMkLst>
          <pc:docMk/>
          <pc:sldMk cId="3753982859" sldId="358"/>
        </pc:sldMkLst>
      </pc:sldChg>
      <pc:sldChg chg="modSp add mod">
        <pc:chgData name="YANG Guomin" userId="dccf0981-1625-43db-a7d9-40d73e3f3472" providerId="ADAL" clId="{90B02F8E-6EDE-6A43-B4C3-072430D8A2BB}" dt="2023-01-03T06:59:15.205" v="23" actId="20577"/>
        <pc:sldMkLst>
          <pc:docMk/>
          <pc:sldMk cId="2119202267" sldId="392"/>
        </pc:sldMkLst>
      </pc:sldChg>
      <pc:sldChg chg="delSp mod">
        <pc:chgData name="YANG Guomin" userId="dccf0981-1625-43db-a7d9-40d73e3f3472" providerId="ADAL" clId="{90B02F8E-6EDE-6A43-B4C3-072430D8A2BB}" dt="2023-01-03T06:58:41.176" v="19" actId="478"/>
        <pc:sldMkLst>
          <pc:docMk/>
          <pc:sldMk cId="3302806002" sldId="593"/>
        </pc:sldMkLst>
      </pc:sldChg>
      <pc:sldChg chg="modSp add mod">
        <pc:chgData name="YANG Guomin" userId="dccf0981-1625-43db-a7d9-40d73e3f3472" providerId="ADAL" clId="{90B02F8E-6EDE-6A43-B4C3-072430D8A2BB}" dt="2023-01-03T06:59:22.450" v="25" actId="20577"/>
        <pc:sldMkLst>
          <pc:docMk/>
          <pc:sldMk cId="215825223" sldId="772"/>
        </pc:sldMkLst>
      </pc:sldChg>
      <pc:sldChg chg="add">
        <pc:chgData name="YANG Guomin" userId="dccf0981-1625-43db-a7d9-40d73e3f3472" providerId="ADAL" clId="{90B02F8E-6EDE-6A43-B4C3-072430D8A2BB}" dt="2023-01-03T06:44:11.133" v="12"/>
        <pc:sldMkLst>
          <pc:docMk/>
          <pc:sldMk cId="3451432174" sldId="773"/>
        </pc:sldMkLst>
      </pc:sldChg>
      <pc:sldChg chg="add">
        <pc:chgData name="YANG Guomin" userId="dccf0981-1625-43db-a7d9-40d73e3f3472" providerId="ADAL" clId="{90B02F8E-6EDE-6A43-B4C3-072430D8A2BB}" dt="2023-01-03T06:56:55.471" v="18"/>
        <pc:sldMkLst>
          <pc:docMk/>
          <pc:sldMk cId="2392350870" sldId="774"/>
        </pc:sldMkLst>
      </pc:sldChg>
      <pc:sldChg chg="delSp modSp add mod">
        <pc:chgData name="YANG Guomin" userId="dccf0981-1625-43db-a7d9-40d73e3f3472" providerId="ADAL" clId="{90B02F8E-6EDE-6A43-B4C3-072430D8A2BB}" dt="2023-01-03T07:09:57.792" v="92" actId="20577"/>
        <pc:sldMkLst>
          <pc:docMk/>
          <pc:sldMk cId="1002603428" sldId="779"/>
        </pc:sldMkLst>
      </pc:sldChg>
      <pc:sldChg chg="modSp new mod">
        <pc:chgData name="YANG Guomin" userId="dccf0981-1625-43db-a7d9-40d73e3f3472" providerId="ADAL" clId="{90B02F8E-6EDE-6A43-B4C3-072430D8A2BB}" dt="2023-01-03T07:58:51.285" v="127" actId="20577"/>
        <pc:sldMkLst>
          <pc:docMk/>
          <pc:sldMk cId="67510666" sldId="780"/>
        </pc:sldMkLst>
      </pc:sldChg>
      <pc:sldMasterChg chg="delSp mod">
        <pc:chgData name="YANG Guomin" userId="dccf0981-1625-43db-a7d9-40d73e3f3472" providerId="ADAL" clId="{90B02F8E-6EDE-6A43-B4C3-072430D8A2BB}" dt="2023-01-03T06:28:12.376" v="1" actId="478"/>
        <pc:sldMasterMkLst>
          <pc:docMk/>
          <pc:sldMasterMk cId="3286693295" sldId="2147483792"/>
        </pc:sldMasterMkLst>
      </pc:sldMasterChg>
    </pc:docChg>
  </pc:docChgLst>
  <pc:docChgLst>
    <pc:chgData name="YANG Guomin" userId="dccf0981-1625-43db-a7d9-40d73e3f3472" providerId="ADAL" clId="{6AE2730B-9723-422F-A087-F7F553855F72}"/>
    <pc:docChg chg="modSld">
      <pc:chgData name="YANG Guomin" userId="dccf0981-1625-43db-a7d9-40d73e3f3472" providerId="ADAL" clId="{6AE2730B-9723-422F-A087-F7F553855F72}" dt="2024-08-21T00:00:00.456" v="8"/>
      <pc:docMkLst>
        <pc:docMk/>
      </pc:docMkLst>
      <pc:sldChg chg="modAnim">
        <pc:chgData name="YANG Guomin" userId="dccf0981-1625-43db-a7d9-40d73e3f3472" providerId="ADAL" clId="{6AE2730B-9723-422F-A087-F7F553855F72}" dt="2024-08-20T23:59:45.758" v="7"/>
        <pc:sldMkLst>
          <pc:docMk/>
          <pc:sldMk cId="0" sldId="305"/>
        </pc:sldMkLst>
      </pc:sldChg>
      <pc:sldChg chg="modAnim">
        <pc:chgData name="YANG Guomin" userId="dccf0981-1625-43db-a7d9-40d73e3f3472" providerId="ADAL" clId="{6AE2730B-9723-422F-A087-F7F553855F72}" dt="2024-08-21T00:00:00.456" v="8"/>
        <pc:sldMkLst>
          <pc:docMk/>
          <pc:sldMk cId="0" sldId="307"/>
        </pc:sldMkLst>
      </pc:sldChg>
      <pc:sldChg chg="modSp mod">
        <pc:chgData name="YANG Guomin" userId="dccf0981-1625-43db-a7d9-40d73e3f3472" providerId="ADAL" clId="{6AE2730B-9723-422F-A087-F7F553855F72}" dt="2024-08-13T08:31:31.282" v="4" actId="1076"/>
        <pc:sldMkLst>
          <pc:docMk/>
          <pc:sldMk cId="570212665" sldId="340"/>
        </pc:sldMkLst>
      </pc:sldChg>
    </pc:docChg>
  </pc:docChgLst>
  <pc:docChgLst>
    <pc:chgData name="YANG Guomin" userId="dccf0981-1625-43db-a7d9-40d73e3f3472" providerId="ADAL" clId="{4B602D0C-1DA1-471C-B37D-3F28A10881A9}"/>
    <pc:docChg chg="undo custSel addSld delSld modSld modSection">
      <pc:chgData name="YANG Guomin" userId="dccf0981-1625-43db-a7d9-40d73e3f3472" providerId="ADAL" clId="{4B602D0C-1DA1-471C-B37D-3F28A10881A9}" dt="2023-08-10T09:01:08.492" v="37" actId="47"/>
      <pc:docMkLst>
        <pc:docMk/>
      </pc:docMkLst>
      <pc:sldChg chg="del">
        <pc:chgData name="YANG Guomin" userId="dccf0981-1625-43db-a7d9-40d73e3f3472" providerId="ADAL" clId="{4B602D0C-1DA1-471C-B37D-3F28A10881A9}" dt="2023-08-09T06:37:16.504" v="25" actId="47"/>
        <pc:sldMkLst>
          <pc:docMk/>
          <pc:sldMk cId="1540393618" sldId="258"/>
        </pc:sldMkLst>
      </pc:sldChg>
      <pc:sldChg chg="del">
        <pc:chgData name="YANG Guomin" userId="dccf0981-1625-43db-a7d9-40d73e3f3472" providerId="ADAL" clId="{4B602D0C-1DA1-471C-B37D-3F28A10881A9}" dt="2023-08-09T06:35:18.514" v="21" actId="47"/>
        <pc:sldMkLst>
          <pc:docMk/>
          <pc:sldMk cId="0" sldId="294"/>
        </pc:sldMkLst>
      </pc:sldChg>
      <pc:sldChg chg="modSp add del mod">
        <pc:chgData name="YANG Guomin" userId="dccf0981-1625-43db-a7d9-40d73e3f3472" providerId="ADAL" clId="{4B602D0C-1DA1-471C-B37D-3F28A10881A9}" dt="2023-08-09T06:14:15.267" v="3" actId="27636"/>
        <pc:sldMkLst>
          <pc:docMk/>
          <pc:sldMk cId="570212665" sldId="340"/>
        </pc:sldMkLst>
      </pc:sldChg>
      <pc:sldChg chg="modSp mod">
        <pc:chgData name="YANG Guomin" userId="dccf0981-1625-43db-a7d9-40d73e3f3472" providerId="ADAL" clId="{4B602D0C-1DA1-471C-B37D-3F28A10881A9}" dt="2023-08-09T06:21:00.599" v="11" actId="113"/>
        <pc:sldMkLst>
          <pc:docMk/>
          <pc:sldMk cId="4010509305" sldId="353"/>
        </pc:sldMkLst>
      </pc:sldChg>
      <pc:sldChg chg="modSp mod">
        <pc:chgData name="YANG Guomin" userId="dccf0981-1625-43db-a7d9-40d73e3f3472" providerId="ADAL" clId="{4B602D0C-1DA1-471C-B37D-3F28A10881A9}" dt="2023-08-10T08:49:04.274" v="34" actId="404"/>
        <pc:sldMkLst>
          <pc:docMk/>
          <pc:sldMk cId="2505574229" sldId="354"/>
        </pc:sldMkLst>
      </pc:sldChg>
      <pc:sldChg chg="add del">
        <pc:chgData name="YANG Guomin" userId="dccf0981-1625-43db-a7d9-40d73e3f3472" providerId="ADAL" clId="{4B602D0C-1DA1-471C-B37D-3F28A10881A9}" dt="2023-08-09T06:48:38.148" v="29"/>
        <pc:sldMkLst>
          <pc:docMk/>
          <pc:sldMk cId="89795984" sldId="356"/>
        </pc:sldMkLst>
      </pc:sldChg>
      <pc:sldChg chg="modSp mod">
        <pc:chgData name="YANG Guomin" userId="dccf0981-1625-43db-a7d9-40d73e3f3472" providerId="ADAL" clId="{4B602D0C-1DA1-471C-B37D-3F28A10881A9}" dt="2023-08-09T06:21:22.250" v="15" actId="113"/>
        <pc:sldMkLst>
          <pc:docMk/>
          <pc:sldMk cId="3471664038" sldId="357"/>
        </pc:sldMkLst>
      </pc:sldChg>
      <pc:sldChg chg="modSp add del">
        <pc:chgData name="YANG Guomin" userId="dccf0981-1625-43db-a7d9-40d73e3f3472" providerId="ADAL" clId="{4B602D0C-1DA1-471C-B37D-3F28A10881A9}" dt="2023-08-10T09:01:08.492" v="37" actId="47"/>
        <pc:sldMkLst>
          <pc:docMk/>
          <pc:sldMk cId="2596392505" sldId="454"/>
        </pc:sldMkLst>
      </pc:sldChg>
      <pc:sldChg chg="modSp mod">
        <pc:chgData name="YANG Guomin" userId="dccf0981-1625-43db-a7d9-40d73e3f3472" providerId="ADAL" clId="{4B602D0C-1DA1-471C-B37D-3F28A10881A9}" dt="2023-08-09T06:30:02.475" v="20" actId="14100"/>
        <pc:sldMkLst>
          <pc:docMk/>
          <pc:sldMk cId="3451432174" sldId="773"/>
        </pc:sldMkLst>
      </pc:sldChg>
      <pc:sldChg chg="addSp modSp add mod modAnim">
        <pc:chgData name="YANG Guomin" userId="dccf0981-1625-43db-a7d9-40d73e3f3472" providerId="ADAL" clId="{4B602D0C-1DA1-471C-B37D-3F28A10881A9}" dt="2023-08-09T06:37:48.328" v="26"/>
        <pc:sldMkLst>
          <pc:docMk/>
          <pc:sldMk cId="1296651122" sldId="789"/>
        </pc:sldMkLst>
      </pc:sldChg>
    </pc:docChg>
  </pc:docChgLst>
</pc:chgInfo>
</file>

<file path=ppt/diagrams/_rels/data3.xml.rels><?xml version="1.0" encoding="UTF-8" standalone="yes"?>
<Relationships xmlns="http://schemas.openxmlformats.org/package/2006/relationships"><Relationship Id="rId8" Type="http://schemas.openxmlformats.org/officeDocument/2006/relationships/image" Target="../media/image343.svg"/><Relationship Id="rId3" Type="http://schemas.openxmlformats.org/officeDocument/2006/relationships/image" Target="../media/image338.png"/><Relationship Id="rId7" Type="http://schemas.openxmlformats.org/officeDocument/2006/relationships/image" Target="../media/image342.png"/><Relationship Id="rId2" Type="http://schemas.openxmlformats.org/officeDocument/2006/relationships/image" Target="../media/image337.svg"/><Relationship Id="rId1" Type="http://schemas.openxmlformats.org/officeDocument/2006/relationships/image" Target="../media/image336.png"/><Relationship Id="rId6" Type="http://schemas.openxmlformats.org/officeDocument/2006/relationships/image" Target="../media/image341.svg"/><Relationship Id="rId5" Type="http://schemas.openxmlformats.org/officeDocument/2006/relationships/image" Target="../media/image340.png"/><Relationship Id="rId4" Type="http://schemas.openxmlformats.org/officeDocument/2006/relationships/image" Target="../media/image339.svg"/></Relationships>
</file>

<file path=ppt/diagrams/_rels/drawing3.xml.rels><?xml version="1.0" encoding="UTF-8" standalone="yes"?>
<Relationships xmlns="http://schemas.openxmlformats.org/package/2006/relationships"><Relationship Id="rId8" Type="http://schemas.openxmlformats.org/officeDocument/2006/relationships/image" Target="../media/image343.svg"/><Relationship Id="rId3" Type="http://schemas.openxmlformats.org/officeDocument/2006/relationships/image" Target="../media/image338.png"/><Relationship Id="rId7" Type="http://schemas.openxmlformats.org/officeDocument/2006/relationships/image" Target="../media/image342.png"/><Relationship Id="rId2" Type="http://schemas.openxmlformats.org/officeDocument/2006/relationships/image" Target="../media/image337.svg"/><Relationship Id="rId1" Type="http://schemas.openxmlformats.org/officeDocument/2006/relationships/image" Target="../media/image336.png"/><Relationship Id="rId6" Type="http://schemas.openxmlformats.org/officeDocument/2006/relationships/image" Target="../media/image341.svg"/><Relationship Id="rId5" Type="http://schemas.openxmlformats.org/officeDocument/2006/relationships/image" Target="../media/image340.png"/><Relationship Id="rId4" Type="http://schemas.openxmlformats.org/officeDocument/2006/relationships/image" Target="../media/image339.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1EC995-EA50-40D7-A422-61A3E7C8CFC3}" type="doc">
      <dgm:prSet loTypeId="urn:microsoft.com/office/officeart/2005/8/layout/list1" loCatId="list" qsTypeId="urn:microsoft.com/office/officeart/2005/8/quickstyle/simple4" qsCatId="simple" csTypeId="urn:microsoft.com/office/officeart/2005/8/colors/accent3_2" csCatId="accent3" phldr="1"/>
      <dgm:spPr/>
      <dgm:t>
        <a:bodyPr/>
        <a:lstStyle/>
        <a:p>
          <a:endParaRPr lang="en-US"/>
        </a:p>
      </dgm:t>
    </dgm:pt>
    <dgm:pt modelId="{4D6B8D46-A21E-40C7-B268-17726F48838C}">
      <dgm:prSet/>
      <dgm:spPr/>
      <dgm:t>
        <a:bodyPr/>
        <a:lstStyle/>
        <a:p>
          <a:r>
            <a:rPr lang="en-US"/>
            <a:t>Content</a:t>
          </a:r>
        </a:p>
      </dgm:t>
    </dgm:pt>
    <dgm:pt modelId="{A03EC829-6E06-4773-A9F9-9FEFE393E81D}" type="parTrans" cxnId="{BEB7100C-C99A-4E3D-9C1F-C43301DC998E}">
      <dgm:prSet/>
      <dgm:spPr/>
      <dgm:t>
        <a:bodyPr/>
        <a:lstStyle/>
        <a:p>
          <a:endParaRPr lang="en-US"/>
        </a:p>
      </dgm:t>
    </dgm:pt>
    <dgm:pt modelId="{778F382C-E7C4-4459-8E91-E8F85E466CCD}" type="sibTrans" cxnId="{BEB7100C-C99A-4E3D-9C1F-C43301DC998E}">
      <dgm:prSet/>
      <dgm:spPr/>
      <dgm:t>
        <a:bodyPr/>
        <a:lstStyle/>
        <a:p>
          <a:endParaRPr lang="en-US"/>
        </a:p>
      </dgm:t>
    </dgm:pt>
    <dgm:pt modelId="{89BE2632-8545-43C9-8114-12912144D406}">
      <dgm:prSet/>
      <dgm:spPr/>
      <dgm:t>
        <a:bodyPr/>
        <a:lstStyle/>
        <a:p>
          <a:r>
            <a:rPr lang="en-US" dirty="0"/>
            <a:t>Security threats</a:t>
          </a:r>
        </a:p>
      </dgm:t>
    </dgm:pt>
    <dgm:pt modelId="{B9B12863-1ED3-4DDC-B03A-66925E496FBF}" type="parTrans" cxnId="{1F91B56C-4B53-4190-963A-FCCDC5985502}">
      <dgm:prSet/>
      <dgm:spPr/>
      <dgm:t>
        <a:bodyPr/>
        <a:lstStyle/>
        <a:p>
          <a:endParaRPr lang="en-US"/>
        </a:p>
      </dgm:t>
    </dgm:pt>
    <dgm:pt modelId="{DEA98700-F536-4764-B594-56E22099A2A3}" type="sibTrans" cxnId="{1F91B56C-4B53-4190-963A-FCCDC5985502}">
      <dgm:prSet/>
      <dgm:spPr/>
      <dgm:t>
        <a:bodyPr/>
        <a:lstStyle/>
        <a:p>
          <a:endParaRPr lang="en-US"/>
        </a:p>
      </dgm:t>
    </dgm:pt>
    <dgm:pt modelId="{8FD981C1-96C1-4D9D-8BF8-C29281F76968}">
      <dgm:prSet/>
      <dgm:spPr/>
      <dgm:t>
        <a:bodyPr/>
        <a:lstStyle/>
        <a:p>
          <a:r>
            <a:rPr lang="en-US" dirty="0"/>
            <a:t>Basics of Computers and Networking</a:t>
          </a:r>
        </a:p>
      </dgm:t>
    </dgm:pt>
    <dgm:pt modelId="{3602C8FD-529D-42E5-AA02-7C9F74E1831E}" type="parTrans" cxnId="{4E57C822-DC50-4487-994C-77D685569575}">
      <dgm:prSet/>
      <dgm:spPr/>
      <dgm:t>
        <a:bodyPr/>
        <a:lstStyle/>
        <a:p>
          <a:endParaRPr lang="en-US"/>
        </a:p>
      </dgm:t>
    </dgm:pt>
    <dgm:pt modelId="{D5B3B3A5-184B-43B8-9817-20CDF7BE82C9}" type="sibTrans" cxnId="{4E57C822-DC50-4487-994C-77D685569575}">
      <dgm:prSet/>
      <dgm:spPr/>
      <dgm:t>
        <a:bodyPr/>
        <a:lstStyle/>
        <a:p>
          <a:endParaRPr lang="en-US"/>
        </a:p>
      </dgm:t>
    </dgm:pt>
    <dgm:pt modelId="{3BA5B719-EFAE-42C7-8A59-2662A4088336}">
      <dgm:prSet/>
      <dgm:spPr/>
      <dgm:t>
        <a:bodyPr/>
        <a:lstStyle/>
        <a:p>
          <a:r>
            <a:rPr lang="en-US" dirty="0"/>
            <a:t>Security Objectives</a:t>
          </a:r>
        </a:p>
      </dgm:t>
    </dgm:pt>
    <dgm:pt modelId="{23ACB809-A58D-4714-8409-4027A7C7CE2F}" type="parTrans" cxnId="{CC1B4A9F-0C19-4AEE-8836-3C58C000CFE0}">
      <dgm:prSet/>
      <dgm:spPr/>
      <dgm:t>
        <a:bodyPr/>
        <a:lstStyle/>
        <a:p>
          <a:endParaRPr lang="en-US"/>
        </a:p>
      </dgm:t>
    </dgm:pt>
    <dgm:pt modelId="{09B959AF-DFE1-454E-AC40-BBA59304C9A2}" type="sibTrans" cxnId="{CC1B4A9F-0C19-4AEE-8836-3C58C000CFE0}">
      <dgm:prSet/>
      <dgm:spPr/>
      <dgm:t>
        <a:bodyPr/>
        <a:lstStyle/>
        <a:p>
          <a:endParaRPr lang="en-US"/>
        </a:p>
      </dgm:t>
    </dgm:pt>
    <dgm:pt modelId="{3F372F1E-7BCE-426B-9E47-B78E411F0D1E}">
      <dgm:prSet/>
      <dgm:spPr/>
      <dgm:t>
        <a:bodyPr/>
        <a:lstStyle/>
        <a:p>
          <a:r>
            <a:rPr lang="en-US" dirty="0"/>
            <a:t>After this module, you should be able to</a:t>
          </a:r>
        </a:p>
      </dgm:t>
    </dgm:pt>
    <dgm:pt modelId="{F62F397D-0407-463D-937C-F241B70FC27E}" type="parTrans" cxnId="{2D0CC145-384A-4CDC-BA1C-11BB9B60B42B}">
      <dgm:prSet/>
      <dgm:spPr/>
      <dgm:t>
        <a:bodyPr/>
        <a:lstStyle/>
        <a:p>
          <a:endParaRPr lang="en-US"/>
        </a:p>
      </dgm:t>
    </dgm:pt>
    <dgm:pt modelId="{A208A7CD-15FE-4C66-80E2-0DFDCF7DB315}" type="sibTrans" cxnId="{2D0CC145-384A-4CDC-BA1C-11BB9B60B42B}">
      <dgm:prSet/>
      <dgm:spPr/>
      <dgm:t>
        <a:bodyPr/>
        <a:lstStyle/>
        <a:p>
          <a:endParaRPr lang="en-US"/>
        </a:p>
      </dgm:t>
    </dgm:pt>
    <dgm:pt modelId="{231A09B4-7631-4CB6-B123-C735E0750E50}">
      <dgm:prSet/>
      <dgm:spPr/>
      <dgm:t>
        <a:bodyPr/>
        <a:lstStyle/>
        <a:p>
          <a:r>
            <a:rPr lang="en-US" dirty="0"/>
            <a:t>Describe various security threats and objectives</a:t>
          </a:r>
        </a:p>
      </dgm:t>
    </dgm:pt>
    <dgm:pt modelId="{ABC39385-77CC-4F75-BB6C-68FBBC7B8C5D}" type="parTrans" cxnId="{98CE1F71-9BDB-4D04-997F-BE9DCB292E9B}">
      <dgm:prSet/>
      <dgm:spPr/>
      <dgm:t>
        <a:bodyPr/>
        <a:lstStyle/>
        <a:p>
          <a:endParaRPr lang="en-US"/>
        </a:p>
      </dgm:t>
    </dgm:pt>
    <dgm:pt modelId="{47D30697-2002-44DC-AB88-DE3B2A2E87A8}" type="sibTrans" cxnId="{98CE1F71-9BDB-4D04-997F-BE9DCB292E9B}">
      <dgm:prSet/>
      <dgm:spPr/>
      <dgm:t>
        <a:bodyPr/>
        <a:lstStyle/>
        <a:p>
          <a:endParaRPr lang="en-US"/>
        </a:p>
      </dgm:t>
    </dgm:pt>
    <dgm:pt modelId="{DBD92C85-10D2-44C1-8497-84955E429641}">
      <dgm:prSet/>
      <dgm:spPr/>
      <dgm:t>
        <a:bodyPr/>
        <a:lstStyle/>
        <a:p>
          <a:r>
            <a:rPr lang="en-US"/>
            <a:t>Understand confidentiality, integrity, availability properties</a:t>
          </a:r>
        </a:p>
      </dgm:t>
    </dgm:pt>
    <dgm:pt modelId="{389DC0E1-AF3C-4D3B-A7CA-716AB4B46566}" type="parTrans" cxnId="{3EEB1BEE-37D7-4402-ACDC-788310E007B3}">
      <dgm:prSet/>
      <dgm:spPr/>
      <dgm:t>
        <a:bodyPr/>
        <a:lstStyle/>
        <a:p>
          <a:endParaRPr lang="en-US"/>
        </a:p>
      </dgm:t>
    </dgm:pt>
    <dgm:pt modelId="{8FC23E0F-6892-45BC-A99E-09D35D8C3425}" type="sibTrans" cxnId="{3EEB1BEE-37D7-4402-ACDC-788310E007B3}">
      <dgm:prSet/>
      <dgm:spPr/>
      <dgm:t>
        <a:bodyPr/>
        <a:lstStyle/>
        <a:p>
          <a:endParaRPr lang="en-US"/>
        </a:p>
      </dgm:t>
    </dgm:pt>
    <dgm:pt modelId="{87CB8D1E-A99D-C44A-B25C-480A374908D7}">
      <dgm:prSet/>
      <dgm:spPr/>
      <dgm:t>
        <a:bodyPr/>
        <a:lstStyle/>
        <a:p>
          <a:r>
            <a:rPr lang="en-US" dirty="0"/>
            <a:t>Security Challenges</a:t>
          </a:r>
        </a:p>
      </dgm:t>
    </dgm:pt>
    <dgm:pt modelId="{61C6C3BB-B809-C249-A4DD-78ECC54B3631}" type="parTrans" cxnId="{B407262F-C072-6B43-9931-5FA9083A6A76}">
      <dgm:prSet/>
      <dgm:spPr/>
      <dgm:t>
        <a:bodyPr/>
        <a:lstStyle/>
        <a:p>
          <a:endParaRPr lang="en-GB"/>
        </a:p>
      </dgm:t>
    </dgm:pt>
    <dgm:pt modelId="{D1C260FB-B5A3-4D49-8647-98D36897D096}" type="sibTrans" cxnId="{B407262F-C072-6B43-9931-5FA9083A6A76}">
      <dgm:prSet/>
      <dgm:spPr/>
      <dgm:t>
        <a:bodyPr/>
        <a:lstStyle/>
        <a:p>
          <a:endParaRPr lang="en-GB"/>
        </a:p>
      </dgm:t>
    </dgm:pt>
    <dgm:pt modelId="{9181F597-2875-3848-AE58-969828C26321}" type="pres">
      <dgm:prSet presAssocID="{DA1EC995-EA50-40D7-A422-61A3E7C8CFC3}" presName="linear" presStyleCnt="0">
        <dgm:presLayoutVars>
          <dgm:dir/>
          <dgm:animLvl val="lvl"/>
          <dgm:resizeHandles val="exact"/>
        </dgm:presLayoutVars>
      </dgm:prSet>
      <dgm:spPr/>
    </dgm:pt>
    <dgm:pt modelId="{74706300-0DF1-7647-AEE2-6AAE6AE2BEDF}" type="pres">
      <dgm:prSet presAssocID="{4D6B8D46-A21E-40C7-B268-17726F48838C}" presName="parentLin" presStyleCnt="0"/>
      <dgm:spPr/>
    </dgm:pt>
    <dgm:pt modelId="{EBF9FF76-DCE0-2346-AC63-EE2D4DC5F7CA}" type="pres">
      <dgm:prSet presAssocID="{4D6B8D46-A21E-40C7-B268-17726F48838C}" presName="parentLeftMargin" presStyleLbl="node1" presStyleIdx="0" presStyleCnt="2"/>
      <dgm:spPr/>
    </dgm:pt>
    <dgm:pt modelId="{4C4BC028-7F27-FD48-969A-36F972AC0C7B}" type="pres">
      <dgm:prSet presAssocID="{4D6B8D46-A21E-40C7-B268-17726F48838C}" presName="parentText" presStyleLbl="node1" presStyleIdx="0" presStyleCnt="2">
        <dgm:presLayoutVars>
          <dgm:chMax val="0"/>
          <dgm:bulletEnabled val="1"/>
        </dgm:presLayoutVars>
      </dgm:prSet>
      <dgm:spPr/>
    </dgm:pt>
    <dgm:pt modelId="{5678E493-B11A-F843-B0CD-33BE8077B4EE}" type="pres">
      <dgm:prSet presAssocID="{4D6B8D46-A21E-40C7-B268-17726F48838C}" presName="negativeSpace" presStyleCnt="0"/>
      <dgm:spPr/>
    </dgm:pt>
    <dgm:pt modelId="{8AE521A0-188A-3C45-9F6A-C452D5CFC6A7}" type="pres">
      <dgm:prSet presAssocID="{4D6B8D46-A21E-40C7-B268-17726F48838C}" presName="childText" presStyleLbl="conFgAcc1" presStyleIdx="0" presStyleCnt="2">
        <dgm:presLayoutVars>
          <dgm:bulletEnabled val="1"/>
        </dgm:presLayoutVars>
      </dgm:prSet>
      <dgm:spPr/>
    </dgm:pt>
    <dgm:pt modelId="{653D29D8-FB00-7744-97CD-91E3DB3DB8D8}" type="pres">
      <dgm:prSet presAssocID="{778F382C-E7C4-4459-8E91-E8F85E466CCD}" presName="spaceBetweenRectangles" presStyleCnt="0"/>
      <dgm:spPr/>
    </dgm:pt>
    <dgm:pt modelId="{2B3911CD-B2AF-5E48-B4E6-CF4E60AD28DB}" type="pres">
      <dgm:prSet presAssocID="{3F372F1E-7BCE-426B-9E47-B78E411F0D1E}" presName="parentLin" presStyleCnt="0"/>
      <dgm:spPr/>
    </dgm:pt>
    <dgm:pt modelId="{2DF2F4C1-E89E-1041-8FCC-CDF89489A648}" type="pres">
      <dgm:prSet presAssocID="{3F372F1E-7BCE-426B-9E47-B78E411F0D1E}" presName="parentLeftMargin" presStyleLbl="node1" presStyleIdx="0" presStyleCnt="2"/>
      <dgm:spPr/>
    </dgm:pt>
    <dgm:pt modelId="{0FE94670-8B99-4F41-9CD0-675C58B79223}" type="pres">
      <dgm:prSet presAssocID="{3F372F1E-7BCE-426B-9E47-B78E411F0D1E}" presName="parentText" presStyleLbl="node1" presStyleIdx="1" presStyleCnt="2">
        <dgm:presLayoutVars>
          <dgm:chMax val="0"/>
          <dgm:bulletEnabled val="1"/>
        </dgm:presLayoutVars>
      </dgm:prSet>
      <dgm:spPr/>
    </dgm:pt>
    <dgm:pt modelId="{70D80678-DAB9-3B4F-85E0-3D67CAECDE4F}" type="pres">
      <dgm:prSet presAssocID="{3F372F1E-7BCE-426B-9E47-B78E411F0D1E}" presName="negativeSpace" presStyleCnt="0"/>
      <dgm:spPr/>
    </dgm:pt>
    <dgm:pt modelId="{D3086B77-CE6B-DA40-A376-35FCD9AF3B50}" type="pres">
      <dgm:prSet presAssocID="{3F372F1E-7BCE-426B-9E47-B78E411F0D1E}" presName="childText" presStyleLbl="conFgAcc1" presStyleIdx="1" presStyleCnt="2">
        <dgm:presLayoutVars>
          <dgm:bulletEnabled val="1"/>
        </dgm:presLayoutVars>
      </dgm:prSet>
      <dgm:spPr/>
    </dgm:pt>
  </dgm:ptLst>
  <dgm:cxnLst>
    <dgm:cxn modelId="{BEB7100C-C99A-4E3D-9C1F-C43301DC998E}" srcId="{DA1EC995-EA50-40D7-A422-61A3E7C8CFC3}" destId="{4D6B8D46-A21E-40C7-B268-17726F48838C}" srcOrd="0" destOrd="0" parTransId="{A03EC829-6E06-4773-A9F9-9FEFE393E81D}" sibTransId="{778F382C-E7C4-4459-8E91-E8F85E466CCD}"/>
    <dgm:cxn modelId="{726ABF1B-0493-004A-8793-12F29B8C434B}" type="presOf" srcId="{3F372F1E-7BCE-426B-9E47-B78E411F0D1E}" destId="{2DF2F4C1-E89E-1041-8FCC-CDF89489A648}" srcOrd="0" destOrd="0" presId="urn:microsoft.com/office/officeart/2005/8/layout/list1"/>
    <dgm:cxn modelId="{53606320-B391-A742-8637-4EDF956538F4}" type="presOf" srcId="{DA1EC995-EA50-40D7-A422-61A3E7C8CFC3}" destId="{9181F597-2875-3848-AE58-969828C26321}" srcOrd="0" destOrd="0" presId="urn:microsoft.com/office/officeart/2005/8/layout/list1"/>
    <dgm:cxn modelId="{4E57C822-DC50-4487-994C-77D685569575}" srcId="{4D6B8D46-A21E-40C7-B268-17726F48838C}" destId="{8FD981C1-96C1-4D9D-8BF8-C29281F76968}" srcOrd="1" destOrd="0" parTransId="{3602C8FD-529D-42E5-AA02-7C9F74E1831E}" sibTransId="{D5B3B3A5-184B-43B8-9817-20CDF7BE82C9}"/>
    <dgm:cxn modelId="{B407262F-C072-6B43-9931-5FA9083A6A76}" srcId="{4D6B8D46-A21E-40C7-B268-17726F48838C}" destId="{87CB8D1E-A99D-C44A-B25C-480A374908D7}" srcOrd="3" destOrd="0" parTransId="{61C6C3BB-B809-C249-A4DD-78ECC54B3631}" sibTransId="{D1C260FB-B5A3-4D49-8647-98D36897D096}"/>
    <dgm:cxn modelId="{7E8D6135-E267-7C4B-8A03-01F0465EBD89}" type="presOf" srcId="{4D6B8D46-A21E-40C7-B268-17726F48838C}" destId="{EBF9FF76-DCE0-2346-AC63-EE2D4DC5F7CA}" srcOrd="0" destOrd="0" presId="urn:microsoft.com/office/officeart/2005/8/layout/list1"/>
    <dgm:cxn modelId="{5AD71338-F786-404B-B800-52C074A39273}" type="presOf" srcId="{4D6B8D46-A21E-40C7-B268-17726F48838C}" destId="{4C4BC028-7F27-FD48-969A-36F972AC0C7B}" srcOrd="1" destOrd="0" presId="urn:microsoft.com/office/officeart/2005/8/layout/list1"/>
    <dgm:cxn modelId="{2D0CC145-384A-4CDC-BA1C-11BB9B60B42B}" srcId="{DA1EC995-EA50-40D7-A422-61A3E7C8CFC3}" destId="{3F372F1E-7BCE-426B-9E47-B78E411F0D1E}" srcOrd="1" destOrd="0" parTransId="{F62F397D-0407-463D-937C-F241B70FC27E}" sibTransId="{A208A7CD-15FE-4C66-80E2-0DFDCF7DB315}"/>
    <dgm:cxn modelId="{1F91B56C-4B53-4190-963A-FCCDC5985502}" srcId="{4D6B8D46-A21E-40C7-B268-17726F48838C}" destId="{89BE2632-8545-43C9-8114-12912144D406}" srcOrd="0" destOrd="0" parTransId="{B9B12863-1ED3-4DDC-B03A-66925E496FBF}" sibTransId="{DEA98700-F536-4764-B594-56E22099A2A3}"/>
    <dgm:cxn modelId="{98CE1F71-9BDB-4D04-997F-BE9DCB292E9B}" srcId="{3F372F1E-7BCE-426B-9E47-B78E411F0D1E}" destId="{231A09B4-7631-4CB6-B123-C735E0750E50}" srcOrd="0" destOrd="0" parTransId="{ABC39385-77CC-4F75-BB6C-68FBBC7B8C5D}" sibTransId="{47D30697-2002-44DC-AB88-DE3B2A2E87A8}"/>
    <dgm:cxn modelId="{870E9B78-BF36-604C-AD8E-CC2DA8C2E67F}" type="presOf" srcId="{89BE2632-8545-43C9-8114-12912144D406}" destId="{8AE521A0-188A-3C45-9F6A-C452D5CFC6A7}" srcOrd="0" destOrd="0" presId="urn:microsoft.com/office/officeart/2005/8/layout/list1"/>
    <dgm:cxn modelId="{0EBD4183-CFDE-B449-A5F1-522BBA6D389E}" type="presOf" srcId="{3F372F1E-7BCE-426B-9E47-B78E411F0D1E}" destId="{0FE94670-8B99-4F41-9CD0-675C58B79223}" srcOrd="1" destOrd="0" presId="urn:microsoft.com/office/officeart/2005/8/layout/list1"/>
    <dgm:cxn modelId="{08EEA384-3952-DD4F-8C52-71CA6743DBFC}" type="presOf" srcId="{8FD981C1-96C1-4D9D-8BF8-C29281F76968}" destId="{8AE521A0-188A-3C45-9F6A-C452D5CFC6A7}" srcOrd="0" destOrd="1" presId="urn:microsoft.com/office/officeart/2005/8/layout/list1"/>
    <dgm:cxn modelId="{D0899B85-AB76-624B-92D1-7BEB17822314}" type="presOf" srcId="{DBD92C85-10D2-44C1-8497-84955E429641}" destId="{D3086B77-CE6B-DA40-A376-35FCD9AF3B50}" srcOrd="0" destOrd="1" presId="urn:microsoft.com/office/officeart/2005/8/layout/list1"/>
    <dgm:cxn modelId="{2808EF8D-AC71-1645-AD95-1CF8FB47C778}" type="presOf" srcId="{231A09B4-7631-4CB6-B123-C735E0750E50}" destId="{D3086B77-CE6B-DA40-A376-35FCD9AF3B50}" srcOrd="0" destOrd="0" presId="urn:microsoft.com/office/officeart/2005/8/layout/list1"/>
    <dgm:cxn modelId="{CC1B4A9F-0C19-4AEE-8836-3C58C000CFE0}" srcId="{4D6B8D46-A21E-40C7-B268-17726F48838C}" destId="{3BA5B719-EFAE-42C7-8A59-2662A4088336}" srcOrd="2" destOrd="0" parTransId="{23ACB809-A58D-4714-8409-4027A7C7CE2F}" sibTransId="{09B959AF-DFE1-454E-AC40-BBA59304C9A2}"/>
    <dgm:cxn modelId="{E9AA07DE-F16F-464F-AD91-7B3889CC9B66}" type="presOf" srcId="{87CB8D1E-A99D-C44A-B25C-480A374908D7}" destId="{8AE521A0-188A-3C45-9F6A-C452D5CFC6A7}" srcOrd="0" destOrd="3" presId="urn:microsoft.com/office/officeart/2005/8/layout/list1"/>
    <dgm:cxn modelId="{EB6075E3-48D3-7D42-BCEA-E17D8675F046}" type="presOf" srcId="{3BA5B719-EFAE-42C7-8A59-2662A4088336}" destId="{8AE521A0-188A-3C45-9F6A-C452D5CFC6A7}" srcOrd="0" destOrd="2" presId="urn:microsoft.com/office/officeart/2005/8/layout/list1"/>
    <dgm:cxn modelId="{3EEB1BEE-37D7-4402-ACDC-788310E007B3}" srcId="{3F372F1E-7BCE-426B-9E47-B78E411F0D1E}" destId="{DBD92C85-10D2-44C1-8497-84955E429641}" srcOrd="1" destOrd="0" parTransId="{389DC0E1-AF3C-4D3B-A7CA-716AB4B46566}" sibTransId="{8FC23E0F-6892-45BC-A99E-09D35D8C3425}"/>
    <dgm:cxn modelId="{463648A0-961B-824A-B2BA-58DA4705A4CF}" type="presParOf" srcId="{9181F597-2875-3848-AE58-969828C26321}" destId="{74706300-0DF1-7647-AEE2-6AAE6AE2BEDF}" srcOrd="0" destOrd="0" presId="urn:microsoft.com/office/officeart/2005/8/layout/list1"/>
    <dgm:cxn modelId="{6646E3B1-BE21-F142-BC2E-23D5A2C52BD4}" type="presParOf" srcId="{74706300-0DF1-7647-AEE2-6AAE6AE2BEDF}" destId="{EBF9FF76-DCE0-2346-AC63-EE2D4DC5F7CA}" srcOrd="0" destOrd="0" presId="urn:microsoft.com/office/officeart/2005/8/layout/list1"/>
    <dgm:cxn modelId="{351A61EB-C079-6149-AFA8-D80B16663C56}" type="presParOf" srcId="{74706300-0DF1-7647-AEE2-6AAE6AE2BEDF}" destId="{4C4BC028-7F27-FD48-969A-36F972AC0C7B}" srcOrd="1" destOrd="0" presId="urn:microsoft.com/office/officeart/2005/8/layout/list1"/>
    <dgm:cxn modelId="{62013457-9A29-9947-99D4-DA5BFE887B78}" type="presParOf" srcId="{9181F597-2875-3848-AE58-969828C26321}" destId="{5678E493-B11A-F843-B0CD-33BE8077B4EE}" srcOrd="1" destOrd="0" presId="urn:microsoft.com/office/officeart/2005/8/layout/list1"/>
    <dgm:cxn modelId="{5DA97B7A-8835-6349-8B43-5D41B372F041}" type="presParOf" srcId="{9181F597-2875-3848-AE58-969828C26321}" destId="{8AE521A0-188A-3C45-9F6A-C452D5CFC6A7}" srcOrd="2" destOrd="0" presId="urn:microsoft.com/office/officeart/2005/8/layout/list1"/>
    <dgm:cxn modelId="{654E5D22-0B4A-A846-B8FC-9C93BF8505B9}" type="presParOf" srcId="{9181F597-2875-3848-AE58-969828C26321}" destId="{653D29D8-FB00-7744-97CD-91E3DB3DB8D8}" srcOrd="3" destOrd="0" presId="urn:microsoft.com/office/officeart/2005/8/layout/list1"/>
    <dgm:cxn modelId="{857EDFAC-5B74-2949-A53E-F6837C8E9C9F}" type="presParOf" srcId="{9181F597-2875-3848-AE58-969828C26321}" destId="{2B3911CD-B2AF-5E48-B4E6-CF4E60AD28DB}" srcOrd="4" destOrd="0" presId="urn:microsoft.com/office/officeart/2005/8/layout/list1"/>
    <dgm:cxn modelId="{EB59B3D3-C52D-8646-8DBD-C3C460ED6B12}" type="presParOf" srcId="{2B3911CD-B2AF-5E48-B4E6-CF4E60AD28DB}" destId="{2DF2F4C1-E89E-1041-8FCC-CDF89489A648}" srcOrd="0" destOrd="0" presId="urn:microsoft.com/office/officeart/2005/8/layout/list1"/>
    <dgm:cxn modelId="{0B3A50D4-5AF6-FD4D-891D-1616B2733B52}" type="presParOf" srcId="{2B3911CD-B2AF-5E48-B4E6-CF4E60AD28DB}" destId="{0FE94670-8B99-4F41-9CD0-675C58B79223}" srcOrd="1" destOrd="0" presId="urn:microsoft.com/office/officeart/2005/8/layout/list1"/>
    <dgm:cxn modelId="{B81B3933-70B2-7345-AFEF-E80D42CAC946}" type="presParOf" srcId="{9181F597-2875-3848-AE58-969828C26321}" destId="{70D80678-DAB9-3B4F-85E0-3D67CAECDE4F}" srcOrd="5" destOrd="0" presId="urn:microsoft.com/office/officeart/2005/8/layout/list1"/>
    <dgm:cxn modelId="{4FA02D9F-1B71-F24B-995B-7746A88D8584}" type="presParOf" srcId="{9181F597-2875-3848-AE58-969828C26321}" destId="{D3086B77-CE6B-DA40-A376-35FCD9AF3B50}"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AF174F6-9233-43A1-A402-48534AD6F60B}" type="doc">
      <dgm:prSet loTypeId="urn:microsoft.com/office/officeart/2005/8/layout/list1" loCatId="list" qsTypeId="urn:microsoft.com/office/officeart/2005/8/quickstyle/simple1" qsCatId="simple" csTypeId="urn:microsoft.com/office/officeart/2005/8/colors/accent2_2" csCatId="accent2" phldr="1"/>
      <dgm:spPr/>
      <dgm:t>
        <a:bodyPr/>
        <a:lstStyle/>
        <a:p>
          <a:endParaRPr lang="en-US"/>
        </a:p>
      </dgm:t>
    </dgm:pt>
    <dgm:pt modelId="{E7E89EF7-EB4B-4767-A67A-336CB1B57E3D}">
      <dgm:prSet/>
      <dgm:spPr/>
      <dgm:t>
        <a:bodyPr/>
        <a:lstStyle/>
        <a:p>
          <a:r>
            <a:rPr lang="en-US" dirty="0"/>
            <a:t>Threats on the “road”</a:t>
          </a:r>
        </a:p>
      </dgm:t>
    </dgm:pt>
    <dgm:pt modelId="{323906BE-1BFD-4B27-80C4-B23B50A2D86C}" type="parTrans" cxnId="{686F9B48-B8BF-4541-A888-34328CF4B220}">
      <dgm:prSet/>
      <dgm:spPr/>
      <dgm:t>
        <a:bodyPr/>
        <a:lstStyle/>
        <a:p>
          <a:endParaRPr lang="en-US"/>
        </a:p>
      </dgm:t>
    </dgm:pt>
    <dgm:pt modelId="{F92618B8-E4C9-4A27-ADEB-A76C15BAD5BB}" type="sibTrans" cxnId="{686F9B48-B8BF-4541-A888-34328CF4B220}">
      <dgm:prSet/>
      <dgm:spPr/>
      <dgm:t>
        <a:bodyPr/>
        <a:lstStyle/>
        <a:p>
          <a:endParaRPr lang="en-US"/>
        </a:p>
      </dgm:t>
    </dgm:pt>
    <dgm:pt modelId="{083BEF90-E904-4AB0-9667-A6E6BEC314A7}">
      <dgm:prSet/>
      <dgm:spPr/>
      <dgm:t>
        <a:bodyPr/>
        <a:lstStyle/>
        <a:p>
          <a:r>
            <a:rPr lang="en-US" dirty="0"/>
            <a:t>eavesdropping, tampering, phishing, rogue routing, </a:t>
          </a:r>
          <a:r>
            <a:rPr lang="is-IS" dirty="0"/>
            <a:t>…</a:t>
          </a:r>
          <a:endParaRPr lang="en-US" dirty="0"/>
        </a:p>
      </dgm:t>
    </dgm:pt>
    <dgm:pt modelId="{7A334945-211F-4DCC-AAAE-9591B29C5723}" type="parTrans" cxnId="{0F66BD1F-B54D-46F1-8363-692C36AE0ADC}">
      <dgm:prSet/>
      <dgm:spPr/>
      <dgm:t>
        <a:bodyPr/>
        <a:lstStyle/>
        <a:p>
          <a:endParaRPr lang="en-US"/>
        </a:p>
      </dgm:t>
    </dgm:pt>
    <dgm:pt modelId="{EF18FA99-6A24-47D2-8E2C-C32DB1BA92BA}" type="sibTrans" cxnId="{0F66BD1F-B54D-46F1-8363-692C36AE0ADC}">
      <dgm:prSet/>
      <dgm:spPr/>
      <dgm:t>
        <a:bodyPr/>
        <a:lstStyle/>
        <a:p>
          <a:endParaRPr lang="en-US"/>
        </a:p>
      </dgm:t>
    </dgm:pt>
    <dgm:pt modelId="{D8761A61-75DC-43E7-9F5B-90D4FE480598}">
      <dgm:prSet/>
      <dgm:spPr/>
      <dgm:t>
        <a:bodyPr/>
        <a:lstStyle/>
        <a:p>
          <a:r>
            <a:rPr lang="en-US"/>
            <a:t>Threats at “home”</a:t>
          </a:r>
        </a:p>
      </dgm:t>
    </dgm:pt>
    <dgm:pt modelId="{557BF4C8-F5CB-4024-846F-6D28944589FD}" type="parTrans" cxnId="{AF6C5CC7-4200-4072-ABF0-8FD4F032EB06}">
      <dgm:prSet/>
      <dgm:spPr/>
      <dgm:t>
        <a:bodyPr/>
        <a:lstStyle/>
        <a:p>
          <a:endParaRPr lang="en-US"/>
        </a:p>
      </dgm:t>
    </dgm:pt>
    <dgm:pt modelId="{F6317AA4-C527-4500-86A3-CD49CF8DC0F6}" type="sibTrans" cxnId="{AF6C5CC7-4200-4072-ABF0-8FD4F032EB06}">
      <dgm:prSet/>
      <dgm:spPr/>
      <dgm:t>
        <a:bodyPr/>
        <a:lstStyle/>
        <a:p>
          <a:endParaRPr lang="en-US"/>
        </a:p>
      </dgm:t>
    </dgm:pt>
    <dgm:pt modelId="{0200DE67-F793-4B0E-AB05-EA1429D3F887}">
      <dgm:prSet/>
      <dgm:spPr/>
      <dgm:t>
        <a:bodyPr/>
        <a:lstStyle/>
        <a:p>
          <a:r>
            <a:rPr lang="en-US"/>
            <a:t>spyware, ransom-ware, trojan horse, worm</a:t>
          </a:r>
        </a:p>
      </dgm:t>
    </dgm:pt>
    <dgm:pt modelId="{34DFD0BD-6DB1-4ABE-9267-D4C8B2A1CB5A}" type="parTrans" cxnId="{817D1D6E-C794-4ED7-AAFE-D0D16A8C529F}">
      <dgm:prSet/>
      <dgm:spPr/>
      <dgm:t>
        <a:bodyPr/>
        <a:lstStyle/>
        <a:p>
          <a:endParaRPr lang="en-US"/>
        </a:p>
      </dgm:t>
    </dgm:pt>
    <dgm:pt modelId="{6991C784-5192-40D3-9AA6-C329B880C285}" type="sibTrans" cxnId="{817D1D6E-C794-4ED7-AAFE-D0D16A8C529F}">
      <dgm:prSet/>
      <dgm:spPr/>
      <dgm:t>
        <a:bodyPr/>
        <a:lstStyle/>
        <a:p>
          <a:endParaRPr lang="en-US"/>
        </a:p>
      </dgm:t>
    </dgm:pt>
    <dgm:pt modelId="{7DAFDEDC-77ED-46A2-AC0E-E4F136BA61D1}">
      <dgm:prSet/>
      <dgm:spPr/>
      <dgm:t>
        <a:bodyPr/>
        <a:lstStyle/>
        <a:p>
          <a:r>
            <a:rPr lang="en-US"/>
            <a:t>Threats at “guest house”</a:t>
          </a:r>
        </a:p>
      </dgm:t>
    </dgm:pt>
    <dgm:pt modelId="{128A558D-FE0F-4B5B-97CA-011DE956E426}" type="parTrans" cxnId="{2D504FE1-8F5C-4DCD-AAD7-9ABF6D89C2A8}">
      <dgm:prSet/>
      <dgm:spPr/>
      <dgm:t>
        <a:bodyPr/>
        <a:lstStyle/>
        <a:p>
          <a:endParaRPr lang="en-US"/>
        </a:p>
      </dgm:t>
    </dgm:pt>
    <dgm:pt modelId="{FB43A38E-44C8-4ECB-808A-7E0A8F8EF704}" type="sibTrans" cxnId="{2D504FE1-8F5C-4DCD-AAD7-9ABF6D89C2A8}">
      <dgm:prSet/>
      <dgm:spPr/>
      <dgm:t>
        <a:bodyPr/>
        <a:lstStyle/>
        <a:p>
          <a:endParaRPr lang="en-US"/>
        </a:p>
      </dgm:t>
    </dgm:pt>
    <dgm:pt modelId="{B5CEEE45-E34E-4031-A5F1-46E1D4AE8652}">
      <dgm:prSet/>
      <dgm:spPr/>
      <dgm:t>
        <a:bodyPr/>
        <a:lstStyle/>
        <a:p>
          <a:r>
            <a:rPr lang="en-US" dirty="0"/>
            <a:t>leakage from the server </a:t>
          </a:r>
        </a:p>
      </dgm:t>
    </dgm:pt>
    <dgm:pt modelId="{17A3F261-378A-4DFC-8345-0EC6066CE7E1}" type="parTrans" cxnId="{E8FBDF90-F559-4700-8134-0F9CE6329A65}">
      <dgm:prSet/>
      <dgm:spPr/>
      <dgm:t>
        <a:bodyPr/>
        <a:lstStyle/>
        <a:p>
          <a:endParaRPr lang="en-US"/>
        </a:p>
      </dgm:t>
    </dgm:pt>
    <dgm:pt modelId="{D48A37B5-D56E-4E74-9189-905A9D053225}" type="sibTrans" cxnId="{E8FBDF90-F559-4700-8134-0F9CE6329A65}">
      <dgm:prSet/>
      <dgm:spPr/>
      <dgm:t>
        <a:bodyPr/>
        <a:lstStyle/>
        <a:p>
          <a:endParaRPr lang="en-US"/>
        </a:p>
      </dgm:t>
    </dgm:pt>
    <dgm:pt modelId="{71C7CBBE-9E3C-B44E-8A01-F6CA78A49E4C}" type="pres">
      <dgm:prSet presAssocID="{EAF174F6-9233-43A1-A402-48534AD6F60B}" presName="linear" presStyleCnt="0">
        <dgm:presLayoutVars>
          <dgm:dir/>
          <dgm:animLvl val="lvl"/>
          <dgm:resizeHandles val="exact"/>
        </dgm:presLayoutVars>
      </dgm:prSet>
      <dgm:spPr/>
    </dgm:pt>
    <dgm:pt modelId="{DB12966C-73A4-2848-BDCD-E95EAD2D9BEE}" type="pres">
      <dgm:prSet presAssocID="{E7E89EF7-EB4B-4767-A67A-336CB1B57E3D}" presName="parentLin" presStyleCnt="0"/>
      <dgm:spPr/>
    </dgm:pt>
    <dgm:pt modelId="{AD40257E-ADF8-9D4F-A48A-E6C8613F1481}" type="pres">
      <dgm:prSet presAssocID="{E7E89EF7-EB4B-4767-A67A-336CB1B57E3D}" presName="parentLeftMargin" presStyleLbl="node1" presStyleIdx="0" presStyleCnt="3"/>
      <dgm:spPr/>
    </dgm:pt>
    <dgm:pt modelId="{98244F25-19EB-3A43-84F2-2540DC899E7F}" type="pres">
      <dgm:prSet presAssocID="{E7E89EF7-EB4B-4767-A67A-336CB1B57E3D}" presName="parentText" presStyleLbl="node1" presStyleIdx="0" presStyleCnt="3">
        <dgm:presLayoutVars>
          <dgm:chMax val="0"/>
          <dgm:bulletEnabled val="1"/>
        </dgm:presLayoutVars>
      </dgm:prSet>
      <dgm:spPr/>
    </dgm:pt>
    <dgm:pt modelId="{8DEFC0D3-57AE-264E-8084-72A3F84984CA}" type="pres">
      <dgm:prSet presAssocID="{E7E89EF7-EB4B-4767-A67A-336CB1B57E3D}" presName="negativeSpace" presStyleCnt="0"/>
      <dgm:spPr/>
    </dgm:pt>
    <dgm:pt modelId="{C5E05F64-3B61-984D-9F65-0FC70CCB9FE4}" type="pres">
      <dgm:prSet presAssocID="{E7E89EF7-EB4B-4767-A67A-336CB1B57E3D}" presName="childText" presStyleLbl="conFgAcc1" presStyleIdx="0" presStyleCnt="3">
        <dgm:presLayoutVars>
          <dgm:bulletEnabled val="1"/>
        </dgm:presLayoutVars>
      </dgm:prSet>
      <dgm:spPr/>
    </dgm:pt>
    <dgm:pt modelId="{C010DC5C-F765-9C40-96F6-C8EAB7642917}" type="pres">
      <dgm:prSet presAssocID="{F92618B8-E4C9-4A27-ADEB-A76C15BAD5BB}" presName="spaceBetweenRectangles" presStyleCnt="0"/>
      <dgm:spPr/>
    </dgm:pt>
    <dgm:pt modelId="{C80E02D3-22F3-0543-826C-77223ACB329E}" type="pres">
      <dgm:prSet presAssocID="{D8761A61-75DC-43E7-9F5B-90D4FE480598}" presName="parentLin" presStyleCnt="0"/>
      <dgm:spPr/>
    </dgm:pt>
    <dgm:pt modelId="{2115DF21-8975-B441-B95C-A634EEA29F60}" type="pres">
      <dgm:prSet presAssocID="{D8761A61-75DC-43E7-9F5B-90D4FE480598}" presName="parentLeftMargin" presStyleLbl="node1" presStyleIdx="0" presStyleCnt="3"/>
      <dgm:spPr/>
    </dgm:pt>
    <dgm:pt modelId="{C2E1340F-B2E3-C346-BF25-1D64595CBE58}" type="pres">
      <dgm:prSet presAssocID="{D8761A61-75DC-43E7-9F5B-90D4FE480598}" presName="parentText" presStyleLbl="node1" presStyleIdx="1" presStyleCnt="3">
        <dgm:presLayoutVars>
          <dgm:chMax val="0"/>
          <dgm:bulletEnabled val="1"/>
        </dgm:presLayoutVars>
      </dgm:prSet>
      <dgm:spPr/>
    </dgm:pt>
    <dgm:pt modelId="{AD26672A-60D2-0D45-ADBD-494675B0624E}" type="pres">
      <dgm:prSet presAssocID="{D8761A61-75DC-43E7-9F5B-90D4FE480598}" presName="negativeSpace" presStyleCnt="0"/>
      <dgm:spPr/>
    </dgm:pt>
    <dgm:pt modelId="{0E79690D-730F-AF43-A859-FD1DDACAD54E}" type="pres">
      <dgm:prSet presAssocID="{D8761A61-75DC-43E7-9F5B-90D4FE480598}" presName="childText" presStyleLbl="conFgAcc1" presStyleIdx="1" presStyleCnt="3">
        <dgm:presLayoutVars>
          <dgm:bulletEnabled val="1"/>
        </dgm:presLayoutVars>
      </dgm:prSet>
      <dgm:spPr/>
    </dgm:pt>
    <dgm:pt modelId="{00C42070-DD4E-CB48-91B2-A0D1004553C8}" type="pres">
      <dgm:prSet presAssocID="{F6317AA4-C527-4500-86A3-CD49CF8DC0F6}" presName="spaceBetweenRectangles" presStyleCnt="0"/>
      <dgm:spPr/>
    </dgm:pt>
    <dgm:pt modelId="{46A50E70-9C13-3649-800E-72503321B18B}" type="pres">
      <dgm:prSet presAssocID="{7DAFDEDC-77ED-46A2-AC0E-E4F136BA61D1}" presName="parentLin" presStyleCnt="0"/>
      <dgm:spPr/>
    </dgm:pt>
    <dgm:pt modelId="{C30E0F4E-1F51-CA43-97D3-B942E7C172E6}" type="pres">
      <dgm:prSet presAssocID="{7DAFDEDC-77ED-46A2-AC0E-E4F136BA61D1}" presName="parentLeftMargin" presStyleLbl="node1" presStyleIdx="1" presStyleCnt="3"/>
      <dgm:spPr/>
    </dgm:pt>
    <dgm:pt modelId="{9ACF0E09-62EC-B34A-B42F-6DDC01785C83}" type="pres">
      <dgm:prSet presAssocID="{7DAFDEDC-77ED-46A2-AC0E-E4F136BA61D1}" presName="parentText" presStyleLbl="node1" presStyleIdx="2" presStyleCnt="3">
        <dgm:presLayoutVars>
          <dgm:chMax val="0"/>
          <dgm:bulletEnabled val="1"/>
        </dgm:presLayoutVars>
      </dgm:prSet>
      <dgm:spPr/>
    </dgm:pt>
    <dgm:pt modelId="{7CEB8EEA-B5AE-3C41-A999-B437406649DB}" type="pres">
      <dgm:prSet presAssocID="{7DAFDEDC-77ED-46A2-AC0E-E4F136BA61D1}" presName="negativeSpace" presStyleCnt="0"/>
      <dgm:spPr/>
    </dgm:pt>
    <dgm:pt modelId="{0FE65974-C7AB-8A4B-8BA1-4B631E4E3A6A}" type="pres">
      <dgm:prSet presAssocID="{7DAFDEDC-77ED-46A2-AC0E-E4F136BA61D1}" presName="childText" presStyleLbl="conFgAcc1" presStyleIdx="2" presStyleCnt="3">
        <dgm:presLayoutVars>
          <dgm:bulletEnabled val="1"/>
        </dgm:presLayoutVars>
      </dgm:prSet>
      <dgm:spPr/>
    </dgm:pt>
  </dgm:ptLst>
  <dgm:cxnLst>
    <dgm:cxn modelId="{0F66BD1F-B54D-46F1-8363-692C36AE0ADC}" srcId="{E7E89EF7-EB4B-4767-A67A-336CB1B57E3D}" destId="{083BEF90-E904-4AB0-9667-A6E6BEC314A7}" srcOrd="0" destOrd="0" parTransId="{7A334945-211F-4DCC-AAAE-9591B29C5723}" sibTransId="{EF18FA99-6A24-47D2-8E2C-C32DB1BA92BA}"/>
    <dgm:cxn modelId="{D4F6B022-18F7-164A-AAD1-E11966EF2ED1}" type="presOf" srcId="{E7E89EF7-EB4B-4767-A67A-336CB1B57E3D}" destId="{AD40257E-ADF8-9D4F-A48A-E6C8613F1481}" srcOrd="0" destOrd="0" presId="urn:microsoft.com/office/officeart/2005/8/layout/list1"/>
    <dgm:cxn modelId="{7301B837-A9EF-3F43-AFD3-89C7D1D1EFB6}" type="presOf" srcId="{7DAFDEDC-77ED-46A2-AC0E-E4F136BA61D1}" destId="{C30E0F4E-1F51-CA43-97D3-B942E7C172E6}" srcOrd="0" destOrd="0" presId="urn:microsoft.com/office/officeart/2005/8/layout/list1"/>
    <dgm:cxn modelId="{686F9B48-B8BF-4541-A888-34328CF4B220}" srcId="{EAF174F6-9233-43A1-A402-48534AD6F60B}" destId="{E7E89EF7-EB4B-4767-A67A-336CB1B57E3D}" srcOrd="0" destOrd="0" parTransId="{323906BE-1BFD-4B27-80C4-B23B50A2D86C}" sibTransId="{F92618B8-E4C9-4A27-ADEB-A76C15BAD5BB}"/>
    <dgm:cxn modelId="{817D1D6E-C794-4ED7-AAFE-D0D16A8C529F}" srcId="{D8761A61-75DC-43E7-9F5B-90D4FE480598}" destId="{0200DE67-F793-4B0E-AB05-EA1429D3F887}" srcOrd="0" destOrd="0" parTransId="{34DFD0BD-6DB1-4ABE-9267-D4C8B2A1CB5A}" sibTransId="{6991C784-5192-40D3-9AA6-C329B880C285}"/>
    <dgm:cxn modelId="{6BC0876E-A668-8B42-963D-5989B7C1B2EA}" type="presOf" srcId="{D8761A61-75DC-43E7-9F5B-90D4FE480598}" destId="{C2E1340F-B2E3-C346-BF25-1D64595CBE58}" srcOrd="1" destOrd="0" presId="urn:microsoft.com/office/officeart/2005/8/layout/list1"/>
    <dgm:cxn modelId="{8F4FAD74-47E0-4A45-B5BE-08D4F73DD601}" type="presOf" srcId="{D8761A61-75DC-43E7-9F5B-90D4FE480598}" destId="{2115DF21-8975-B441-B95C-A634EEA29F60}" srcOrd="0" destOrd="0" presId="urn:microsoft.com/office/officeart/2005/8/layout/list1"/>
    <dgm:cxn modelId="{E8FBDF90-F559-4700-8134-0F9CE6329A65}" srcId="{7DAFDEDC-77ED-46A2-AC0E-E4F136BA61D1}" destId="{B5CEEE45-E34E-4031-A5F1-46E1D4AE8652}" srcOrd="0" destOrd="0" parTransId="{17A3F261-378A-4DFC-8345-0EC6066CE7E1}" sibTransId="{D48A37B5-D56E-4E74-9189-905A9D053225}"/>
    <dgm:cxn modelId="{01B0299A-5E1A-5E44-A8CF-43826FA420E6}" type="presOf" srcId="{7DAFDEDC-77ED-46A2-AC0E-E4F136BA61D1}" destId="{9ACF0E09-62EC-B34A-B42F-6DDC01785C83}" srcOrd="1" destOrd="0" presId="urn:microsoft.com/office/officeart/2005/8/layout/list1"/>
    <dgm:cxn modelId="{1E9E129B-FB3A-0043-92D6-3B126EF85F7E}" type="presOf" srcId="{B5CEEE45-E34E-4031-A5F1-46E1D4AE8652}" destId="{0FE65974-C7AB-8A4B-8BA1-4B631E4E3A6A}" srcOrd="0" destOrd="0" presId="urn:microsoft.com/office/officeart/2005/8/layout/list1"/>
    <dgm:cxn modelId="{4261BCA9-2E16-E24F-ABFD-9C5966A427DD}" type="presOf" srcId="{083BEF90-E904-4AB0-9667-A6E6BEC314A7}" destId="{C5E05F64-3B61-984D-9F65-0FC70CCB9FE4}" srcOrd="0" destOrd="0" presId="urn:microsoft.com/office/officeart/2005/8/layout/list1"/>
    <dgm:cxn modelId="{AF6C5CC7-4200-4072-ABF0-8FD4F032EB06}" srcId="{EAF174F6-9233-43A1-A402-48534AD6F60B}" destId="{D8761A61-75DC-43E7-9F5B-90D4FE480598}" srcOrd="1" destOrd="0" parTransId="{557BF4C8-F5CB-4024-846F-6D28944589FD}" sibTransId="{F6317AA4-C527-4500-86A3-CD49CF8DC0F6}"/>
    <dgm:cxn modelId="{4053AFCA-4F40-5A48-8EBB-B448FED3FCA4}" type="presOf" srcId="{0200DE67-F793-4B0E-AB05-EA1429D3F887}" destId="{0E79690D-730F-AF43-A859-FD1DDACAD54E}" srcOrd="0" destOrd="0" presId="urn:microsoft.com/office/officeart/2005/8/layout/list1"/>
    <dgm:cxn modelId="{844D01D8-8305-5F40-9AA3-7BAAEAC38466}" type="presOf" srcId="{EAF174F6-9233-43A1-A402-48534AD6F60B}" destId="{71C7CBBE-9E3C-B44E-8A01-F6CA78A49E4C}" srcOrd="0" destOrd="0" presId="urn:microsoft.com/office/officeart/2005/8/layout/list1"/>
    <dgm:cxn modelId="{2D504FE1-8F5C-4DCD-AAD7-9ABF6D89C2A8}" srcId="{EAF174F6-9233-43A1-A402-48534AD6F60B}" destId="{7DAFDEDC-77ED-46A2-AC0E-E4F136BA61D1}" srcOrd="2" destOrd="0" parTransId="{128A558D-FE0F-4B5B-97CA-011DE956E426}" sibTransId="{FB43A38E-44C8-4ECB-808A-7E0A8F8EF704}"/>
    <dgm:cxn modelId="{0F024CEC-633C-F041-8622-E701FA9B9B4B}" type="presOf" srcId="{E7E89EF7-EB4B-4767-A67A-336CB1B57E3D}" destId="{98244F25-19EB-3A43-84F2-2540DC899E7F}" srcOrd="1" destOrd="0" presId="urn:microsoft.com/office/officeart/2005/8/layout/list1"/>
    <dgm:cxn modelId="{AA700A91-D2F8-5645-A3AF-1DA0749C7314}" type="presParOf" srcId="{71C7CBBE-9E3C-B44E-8A01-F6CA78A49E4C}" destId="{DB12966C-73A4-2848-BDCD-E95EAD2D9BEE}" srcOrd="0" destOrd="0" presId="urn:microsoft.com/office/officeart/2005/8/layout/list1"/>
    <dgm:cxn modelId="{E9F149FF-85B6-1149-9B59-A8F95AF1F5AE}" type="presParOf" srcId="{DB12966C-73A4-2848-BDCD-E95EAD2D9BEE}" destId="{AD40257E-ADF8-9D4F-A48A-E6C8613F1481}" srcOrd="0" destOrd="0" presId="urn:microsoft.com/office/officeart/2005/8/layout/list1"/>
    <dgm:cxn modelId="{9A7B3421-EDF8-4B4D-A50D-7D053475CDC9}" type="presParOf" srcId="{DB12966C-73A4-2848-BDCD-E95EAD2D9BEE}" destId="{98244F25-19EB-3A43-84F2-2540DC899E7F}" srcOrd="1" destOrd="0" presId="urn:microsoft.com/office/officeart/2005/8/layout/list1"/>
    <dgm:cxn modelId="{2921C3C2-F9E1-6842-A971-8B2B3E9CEC44}" type="presParOf" srcId="{71C7CBBE-9E3C-B44E-8A01-F6CA78A49E4C}" destId="{8DEFC0D3-57AE-264E-8084-72A3F84984CA}" srcOrd="1" destOrd="0" presId="urn:microsoft.com/office/officeart/2005/8/layout/list1"/>
    <dgm:cxn modelId="{B0309AF5-C37A-3145-A428-8B5EE4A68BB9}" type="presParOf" srcId="{71C7CBBE-9E3C-B44E-8A01-F6CA78A49E4C}" destId="{C5E05F64-3B61-984D-9F65-0FC70CCB9FE4}" srcOrd="2" destOrd="0" presId="urn:microsoft.com/office/officeart/2005/8/layout/list1"/>
    <dgm:cxn modelId="{D6E4C66D-EDA8-304B-AC65-189CE2261890}" type="presParOf" srcId="{71C7CBBE-9E3C-B44E-8A01-F6CA78A49E4C}" destId="{C010DC5C-F765-9C40-96F6-C8EAB7642917}" srcOrd="3" destOrd="0" presId="urn:microsoft.com/office/officeart/2005/8/layout/list1"/>
    <dgm:cxn modelId="{2AA652EB-8E29-C243-8B4C-CFB6D40B2A61}" type="presParOf" srcId="{71C7CBBE-9E3C-B44E-8A01-F6CA78A49E4C}" destId="{C80E02D3-22F3-0543-826C-77223ACB329E}" srcOrd="4" destOrd="0" presId="urn:microsoft.com/office/officeart/2005/8/layout/list1"/>
    <dgm:cxn modelId="{518CDD74-D863-7644-9D4C-541A1CE0494C}" type="presParOf" srcId="{C80E02D3-22F3-0543-826C-77223ACB329E}" destId="{2115DF21-8975-B441-B95C-A634EEA29F60}" srcOrd="0" destOrd="0" presId="urn:microsoft.com/office/officeart/2005/8/layout/list1"/>
    <dgm:cxn modelId="{AE274BC4-A055-A64C-AA61-B61A3DB59B85}" type="presParOf" srcId="{C80E02D3-22F3-0543-826C-77223ACB329E}" destId="{C2E1340F-B2E3-C346-BF25-1D64595CBE58}" srcOrd="1" destOrd="0" presId="urn:microsoft.com/office/officeart/2005/8/layout/list1"/>
    <dgm:cxn modelId="{01CB5F6E-3EAF-5848-A727-F674ECE27F9A}" type="presParOf" srcId="{71C7CBBE-9E3C-B44E-8A01-F6CA78A49E4C}" destId="{AD26672A-60D2-0D45-ADBD-494675B0624E}" srcOrd="5" destOrd="0" presId="urn:microsoft.com/office/officeart/2005/8/layout/list1"/>
    <dgm:cxn modelId="{5C614DB2-F953-A947-ABBD-E6C43DC3B767}" type="presParOf" srcId="{71C7CBBE-9E3C-B44E-8A01-F6CA78A49E4C}" destId="{0E79690D-730F-AF43-A859-FD1DDACAD54E}" srcOrd="6" destOrd="0" presId="urn:microsoft.com/office/officeart/2005/8/layout/list1"/>
    <dgm:cxn modelId="{69F3E467-FCB0-A242-8503-E7C5198BBCA4}" type="presParOf" srcId="{71C7CBBE-9E3C-B44E-8A01-F6CA78A49E4C}" destId="{00C42070-DD4E-CB48-91B2-A0D1004553C8}" srcOrd="7" destOrd="0" presId="urn:microsoft.com/office/officeart/2005/8/layout/list1"/>
    <dgm:cxn modelId="{2416F374-7BFA-E441-BB1E-18BA1F27B964}" type="presParOf" srcId="{71C7CBBE-9E3C-B44E-8A01-F6CA78A49E4C}" destId="{46A50E70-9C13-3649-800E-72503321B18B}" srcOrd="8" destOrd="0" presId="urn:microsoft.com/office/officeart/2005/8/layout/list1"/>
    <dgm:cxn modelId="{547F8B13-65B0-944F-A815-82ACD63C2418}" type="presParOf" srcId="{46A50E70-9C13-3649-800E-72503321B18B}" destId="{C30E0F4E-1F51-CA43-97D3-B942E7C172E6}" srcOrd="0" destOrd="0" presId="urn:microsoft.com/office/officeart/2005/8/layout/list1"/>
    <dgm:cxn modelId="{4C51646A-2991-E64B-A75F-7B280C113EA0}" type="presParOf" srcId="{46A50E70-9C13-3649-800E-72503321B18B}" destId="{9ACF0E09-62EC-B34A-B42F-6DDC01785C83}" srcOrd="1" destOrd="0" presId="urn:microsoft.com/office/officeart/2005/8/layout/list1"/>
    <dgm:cxn modelId="{6C6CB8B8-2FBF-A642-A627-B4AEF128BAFF}" type="presParOf" srcId="{71C7CBBE-9E3C-B44E-8A01-F6CA78A49E4C}" destId="{7CEB8EEA-B5AE-3C41-A999-B437406649DB}" srcOrd="9" destOrd="0" presId="urn:microsoft.com/office/officeart/2005/8/layout/list1"/>
    <dgm:cxn modelId="{E56DA576-28EB-F041-A0AA-6D16936AE865}" type="presParOf" srcId="{71C7CBBE-9E3C-B44E-8A01-F6CA78A49E4C}" destId="{0FE65974-C7AB-8A4B-8BA1-4B631E4E3A6A}"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C20605A-0D2B-4F37-A83E-C3C8D1C2675E}" type="doc">
      <dgm:prSet loTypeId="urn:microsoft.com/office/officeart/2018/2/layout/IconCircleList" loCatId="icon" qsTypeId="urn:microsoft.com/office/officeart/2005/8/quickstyle/simple1" qsCatId="simple" csTypeId="urn:microsoft.com/office/officeart/2005/8/colors/accent3_2" csCatId="accent3" phldr="1"/>
      <dgm:spPr/>
      <dgm:t>
        <a:bodyPr/>
        <a:lstStyle/>
        <a:p>
          <a:endParaRPr lang="en-US"/>
        </a:p>
      </dgm:t>
    </dgm:pt>
    <dgm:pt modelId="{47059AC5-B049-43DE-A7FC-89C1CC1F8190}">
      <dgm:prSet/>
      <dgm:spPr/>
      <dgm:t>
        <a:bodyPr/>
        <a:lstStyle/>
        <a:p>
          <a:r>
            <a:rPr lang="en-US" b="0" i="0" dirty="0"/>
            <a:t>Three types of threats</a:t>
          </a:r>
          <a:endParaRPr lang="en-US" dirty="0"/>
        </a:p>
      </dgm:t>
    </dgm:pt>
    <dgm:pt modelId="{89A00F00-EDE8-4ECC-9207-003CF6B723BE}" type="parTrans" cxnId="{8AFB21D8-AA8C-4E34-B618-49ED819F608C}">
      <dgm:prSet/>
      <dgm:spPr/>
      <dgm:t>
        <a:bodyPr/>
        <a:lstStyle/>
        <a:p>
          <a:endParaRPr lang="en-US"/>
        </a:p>
      </dgm:t>
    </dgm:pt>
    <dgm:pt modelId="{5EC9F535-D171-49E6-BBFF-3890146BFEE9}" type="sibTrans" cxnId="{8AFB21D8-AA8C-4E34-B618-49ED819F608C}">
      <dgm:prSet/>
      <dgm:spPr/>
      <dgm:t>
        <a:bodyPr/>
        <a:lstStyle/>
        <a:p>
          <a:endParaRPr lang="en-US"/>
        </a:p>
      </dgm:t>
    </dgm:pt>
    <dgm:pt modelId="{9BFEE829-FA0A-4BDB-BF1F-61A1CDD6595A}">
      <dgm:prSet/>
      <dgm:spPr/>
      <dgm:t>
        <a:bodyPr/>
        <a:lstStyle/>
        <a:p>
          <a:r>
            <a:rPr lang="en-US" b="0" i="0" dirty="0"/>
            <a:t>Confidentiality, integrity, availability definitions and other security definitions</a:t>
          </a:r>
          <a:endParaRPr lang="en-US" dirty="0"/>
        </a:p>
      </dgm:t>
    </dgm:pt>
    <dgm:pt modelId="{7AA84F33-4A34-4272-A98D-8D949A86A269}" type="parTrans" cxnId="{BC69275C-EEB3-4C9A-9082-F4959D8CD20C}">
      <dgm:prSet/>
      <dgm:spPr/>
      <dgm:t>
        <a:bodyPr/>
        <a:lstStyle/>
        <a:p>
          <a:endParaRPr lang="en-US"/>
        </a:p>
      </dgm:t>
    </dgm:pt>
    <dgm:pt modelId="{1A872CF9-EBA2-43CF-94AF-D66C1FE7AA96}" type="sibTrans" cxnId="{BC69275C-EEB3-4C9A-9082-F4959D8CD20C}">
      <dgm:prSet/>
      <dgm:spPr/>
      <dgm:t>
        <a:bodyPr/>
        <a:lstStyle/>
        <a:p>
          <a:endParaRPr lang="en-US"/>
        </a:p>
      </dgm:t>
    </dgm:pt>
    <dgm:pt modelId="{A398F992-7DF5-46B9-8BE1-B8FBA470C081}">
      <dgm:prSet/>
      <dgm:spPr/>
      <dgm:t>
        <a:bodyPr/>
        <a:lstStyle/>
        <a:p>
          <a:r>
            <a:rPr lang="en-US" b="0" i="0" dirty="0"/>
            <a:t>Computers &amp; Networking</a:t>
          </a:r>
          <a:endParaRPr lang="en-US" dirty="0"/>
        </a:p>
      </dgm:t>
    </dgm:pt>
    <dgm:pt modelId="{3FA6341E-27A1-46A8-B114-29D816BB041C}" type="parTrans" cxnId="{DD7A723A-7B16-49F2-88C7-666225AD5EAC}">
      <dgm:prSet/>
      <dgm:spPr/>
      <dgm:t>
        <a:bodyPr/>
        <a:lstStyle/>
        <a:p>
          <a:endParaRPr lang="en-US"/>
        </a:p>
      </dgm:t>
    </dgm:pt>
    <dgm:pt modelId="{CBA14B97-93A8-4FD7-88AA-849590BA28BE}" type="sibTrans" cxnId="{DD7A723A-7B16-49F2-88C7-666225AD5EAC}">
      <dgm:prSet/>
      <dgm:spPr/>
      <dgm:t>
        <a:bodyPr/>
        <a:lstStyle/>
        <a:p>
          <a:endParaRPr lang="en-US"/>
        </a:p>
      </dgm:t>
    </dgm:pt>
    <dgm:pt modelId="{B59E0265-3994-48A7-945F-D4C95F7797C7}">
      <dgm:prSet/>
      <dgm:spPr/>
      <dgm:t>
        <a:bodyPr/>
        <a:lstStyle/>
        <a:p>
          <a:r>
            <a:rPr lang="en-US" b="0" i="0"/>
            <a:t>Trade-off of implementing security </a:t>
          </a:r>
          <a:endParaRPr lang="en-US"/>
        </a:p>
      </dgm:t>
    </dgm:pt>
    <dgm:pt modelId="{3B27D645-011B-4023-AE52-0AE64CA24812}" type="parTrans" cxnId="{18CB5DB2-E209-44FF-AFAA-E6C96F80FACE}">
      <dgm:prSet/>
      <dgm:spPr/>
      <dgm:t>
        <a:bodyPr/>
        <a:lstStyle/>
        <a:p>
          <a:endParaRPr lang="en-US"/>
        </a:p>
      </dgm:t>
    </dgm:pt>
    <dgm:pt modelId="{EBC26D9A-FFB4-48ED-9610-C31FA6D4D926}" type="sibTrans" cxnId="{18CB5DB2-E209-44FF-AFAA-E6C96F80FACE}">
      <dgm:prSet/>
      <dgm:spPr/>
      <dgm:t>
        <a:bodyPr/>
        <a:lstStyle/>
        <a:p>
          <a:endParaRPr lang="en-US"/>
        </a:p>
      </dgm:t>
    </dgm:pt>
    <dgm:pt modelId="{FE4227CC-2000-430E-8079-2DA4691229D3}" type="pres">
      <dgm:prSet presAssocID="{8C20605A-0D2B-4F37-A83E-C3C8D1C2675E}" presName="root" presStyleCnt="0">
        <dgm:presLayoutVars>
          <dgm:dir/>
          <dgm:resizeHandles val="exact"/>
        </dgm:presLayoutVars>
      </dgm:prSet>
      <dgm:spPr/>
    </dgm:pt>
    <dgm:pt modelId="{F5D07601-356C-46F3-8F33-A5990D96182A}" type="pres">
      <dgm:prSet presAssocID="{8C20605A-0D2B-4F37-A83E-C3C8D1C2675E}" presName="container" presStyleCnt="0">
        <dgm:presLayoutVars>
          <dgm:dir/>
          <dgm:resizeHandles val="exact"/>
        </dgm:presLayoutVars>
      </dgm:prSet>
      <dgm:spPr/>
    </dgm:pt>
    <dgm:pt modelId="{E021FAC1-BD2B-4708-8E3A-7C8444F190A2}" type="pres">
      <dgm:prSet presAssocID="{47059AC5-B049-43DE-A7FC-89C1CC1F8190}" presName="compNode" presStyleCnt="0"/>
      <dgm:spPr/>
    </dgm:pt>
    <dgm:pt modelId="{577B7744-F293-4A93-A4BC-10FE4FD28E4A}" type="pres">
      <dgm:prSet presAssocID="{47059AC5-B049-43DE-A7FC-89C1CC1F8190}" presName="iconBgRect" presStyleLbl="bgShp" presStyleIdx="0" presStyleCnt="4"/>
      <dgm:spPr/>
    </dgm:pt>
    <dgm:pt modelId="{C52249AD-2177-489D-BEA7-1ACD49F1AF10}" type="pres">
      <dgm:prSet presAssocID="{47059AC5-B049-43DE-A7FC-89C1CC1F819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tecting Hand"/>
        </a:ext>
      </dgm:extLst>
    </dgm:pt>
    <dgm:pt modelId="{DB8480ED-E9DB-4E61-8ADC-B4E9AC42DCCA}" type="pres">
      <dgm:prSet presAssocID="{47059AC5-B049-43DE-A7FC-89C1CC1F8190}" presName="spaceRect" presStyleCnt="0"/>
      <dgm:spPr/>
    </dgm:pt>
    <dgm:pt modelId="{DCB542C8-0BE2-43AF-B025-3C1CB65EC371}" type="pres">
      <dgm:prSet presAssocID="{47059AC5-B049-43DE-A7FC-89C1CC1F8190}" presName="textRect" presStyleLbl="revTx" presStyleIdx="0" presStyleCnt="4">
        <dgm:presLayoutVars>
          <dgm:chMax val="1"/>
          <dgm:chPref val="1"/>
        </dgm:presLayoutVars>
      </dgm:prSet>
      <dgm:spPr/>
    </dgm:pt>
    <dgm:pt modelId="{786C17CA-1BCC-48EF-BC92-D8FCC1D80B12}" type="pres">
      <dgm:prSet presAssocID="{5EC9F535-D171-49E6-BBFF-3890146BFEE9}" presName="sibTrans" presStyleLbl="sibTrans2D1" presStyleIdx="0" presStyleCnt="0"/>
      <dgm:spPr/>
    </dgm:pt>
    <dgm:pt modelId="{BF67C4CF-A1AE-49F2-AEF3-34C1732E31DF}" type="pres">
      <dgm:prSet presAssocID="{9BFEE829-FA0A-4BDB-BF1F-61A1CDD6595A}" presName="compNode" presStyleCnt="0"/>
      <dgm:spPr/>
    </dgm:pt>
    <dgm:pt modelId="{EC2B4DE2-DDE4-4FB2-ABC6-0233A865359D}" type="pres">
      <dgm:prSet presAssocID="{9BFEE829-FA0A-4BDB-BF1F-61A1CDD6595A}" presName="iconBgRect" presStyleLbl="bgShp" presStyleIdx="1" presStyleCnt="4"/>
      <dgm:spPr/>
    </dgm:pt>
    <dgm:pt modelId="{F43B8EF1-4DD6-4BD8-A25E-F7200FE529F9}" type="pres">
      <dgm:prSet presAssocID="{9BFEE829-FA0A-4BDB-BF1F-61A1CDD6595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7624FB9B-EC7F-4E6E-A2F9-246FFEEBBFD5}" type="pres">
      <dgm:prSet presAssocID="{9BFEE829-FA0A-4BDB-BF1F-61A1CDD6595A}" presName="spaceRect" presStyleCnt="0"/>
      <dgm:spPr/>
    </dgm:pt>
    <dgm:pt modelId="{A70CDA50-8C76-4A62-9219-FFF73FB62FAB}" type="pres">
      <dgm:prSet presAssocID="{9BFEE829-FA0A-4BDB-BF1F-61A1CDD6595A}" presName="textRect" presStyleLbl="revTx" presStyleIdx="1" presStyleCnt="4">
        <dgm:presLayoutVars>
          <dgm:chMax val="1"/>
          <dgm:chPref val="1"/>
        </dgm:presLayoutVars>
      </dgm:prSet>
      <dgm:spPr/>
    </dgm:pt>
    <dgm:pt modelId="{645BBBC0-E890-41E3-9345-5A339629FCF4}" type="pres">
      <dgm:prSet presAssocID="{1A872CF9-EBA2-43CF-94AF-D66C1FE7AA96}" presName="sibTrans" presStyleLbl="sibTrans2D1" presStyleIdx="0" presStyleCnt="0"/>
      <dgm:spPr/>
    </dgm:pt>
    <dgm:pt modelId="{BCC88AB2-2B8F-4451-8ED4-B90C5423DF5C}" type="pres">
      <dgm:prSet presAssocID="{A398F992-7DF5-46B9-8BE1-B8FBA470C081}" presName="compNode" presStyleCnt="0"/>
      <dgm:spPr/>
    </dgm:pt>
    <dgm:pt modelId="{541FA400-2142-437C-8C37-B529AAEE0539}" type="pres">
      <dgm:prSet presAssocID="{A398F992-7DF5-46B9-8BE1-B8FBA470C081}" presName="iconBgRect" presStyleLbl="bgShp" presStyleIdx="2" presStyleCnt="4"/>
      <dgm:spPr/>
    </dgm:pt>
    <dgm:pt modelId="{7E30B901-C337-4902-8994-CF2D204B89E0}" type="pres">
      <dgm:prSet presAssocID="{A398F992-7DF5-46B9-8BE1-B8FBA470C08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sers"/>
        </a:ext>
      </dgm:extLst>
    </dgm:pt>
    <dgm:pt modelId="{4D53D589-2043-4960-9FF5-63B92181DFCD}" type="pres">
      <dgm:prSet presAssocID="{A398F992-7DF5-46B9-8BE1-B8FBA470C081}" presName="spaceRect" presStyleCnt="0"/>
      <dgm:spPr/>
    </dgm:pt>
    <dgm:pt modelId="{BB9E7271-B514-4C64-9F6A-D87A4558A15D}" type="pres">
      <dgm:prSet presAssocID="{A398F992-7DF5-46B9-8BE1-B8FBA470C081}" presName="textRect" presStyleLbl="revTx" presStyleIdx="2" presStyleCnt="4">
        <dgm:presLayoutVars>
          <dgm:chMax val="1"/>
          <dgm:chPref val="1"/>
        </dgm:presLayoutVars>
      </dgm:prSet>
      <dgm:spPr/>
    </dgm:pt>
    <dgm:pt modelId="{16FA8AC5-A720-48C1-9495-EBA243E56043}" type="pres">
      <dgm:prSet presAssocID="{CBA14B97-93A8-4FD7-88AA-849590BA28BE}" presName="sibTrans" presStyleLbl="sibTrans2D1" presStyleIdx="0" presStyleCnt="0"/>
      <dgm:spPr/>
    </dgm:pt>
    <dgm:pt modelId="{814E84CA-9C3C-40CC-B2D7-8AB3F22F376B}" type="pres">
      <dgm:prSet presAssocID="{B59E0265-3994-48A7-945F-D4C95F7797C7}" presName="compNode" presStyleCnt="0"/>
      <dgm:spPr/>
    </dgm:pt>
    <dgm:pt modelId="{2192E3F4-EE69-4422-91D2-ACB078BD6FEB}" type="pres">
      <dgm:prSet presAssocID="{B59E0265-3994-48A7-945F-D4C95F7797C7}" presName="iconBgRect" presStyleLbl="bgShp" presStyleIdx="3" presStyleCnt="4"/>
      <dgm:spPr/>
    </dgm:pt>
    <dgm:pt modelId="{26A67FFA-3F76-4BD9-8FFE-8CE7D985AEE6}" type="pres">
      <dgm:prSet presAssocID="{B59E0265-3994-48A7-945F-D4C95F7797C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cessor"/>
        </a:ext>
      </dgm:extLst>
    </dgm:pt>
    <dgm:pt modelId="{7783D5E8-AEE2-4A1C-A4DD-436D16F948C7}" type="pres">
      <dgm:prSet presAssocID="{B59E0265-3994-48A7-945F-D4C95F7797C7}" presName="spaceRect" presStyleCnt="0"/>
      <dgm:spPr/>
    </dgm:pt>
    <dgm:pt modelId="{E904B561-7073-44CA-99EA-CE5E79173518}" type="pres">
      <dgm:prSet presAssocID="{B59E0265-3994-48A7-945F-D4C95F7797C7}" presName="textRect" presStyleLbl="revTx" presStyleIdx="3" presStyleCnt="4">
        <dgm:presLayoutVars>
          <dgm:chMax val="1"/>
          <dgm:chPref val="1"/>
        </dgm:presLayoutVars>
      </dgm:prSet>
      <dgm:spPr/>
    </dgm:pt>
  </dgm:ptLst>
  <dgm:cxnLst>
    <dgm:cxn modelId="{82B0C000-33B0-4832-9025-5EFE1DCAD464}" type="presOf" srcId="{A398F992-7DF5-46B9-8BE1-B8FBA470C081}" destId="{BB9E7271-B514-4C64-9F6A-D87A4558A15D}" srcOrd="0" destOrd="0" presId="urn:microsoft.com/office/officeart/2018/2/layout/IconCircleList"/>
    <dgm:cxn modelId="{79741639-9F21-426C-BE71-95E4F9D2A867}" type="presOf" srcId="{5EC9F535-D171-49E6-BBFF-3890146BFEE9}" destId="{786C17CA-1BCC-48EF-BC92-D8FCC1D80B12}" srcOrd="0" destOrd="0" presId="urn:microsoft.com/office/officeart/2018/2/layout/IconCircleList"/>
    <dgm:cxn modelId="{DD7A723A-7B16-49F2-88C7-666225AD5EAC}" srcId="{8C20605A-0D2B-4F37-A83E-C3C8D1C2675E}" destId="{A398F992-7DF5-46B9-8BE1-B8FBA470C081}" srcOrd="2" destOrd="0" parTransId="{3FA6341E-27A1-46A8-B114-29D816BB041C}" sibTransId="{CBA14B97-93A8-4FD7-88AA-849590BA28BE}"/>
    <dgm:cxn modelId="{EDBEDE41-0241-45AD-A854-06B1BF2B803D}" type="presOf" srcId="{9BFEE829-FA0A-4BDB-BF1F-61A1CDD6595A}" destId="{A70CDA50-8C76-4A62-9219-FFF73FB62FAB}" srcOrd="0" destOrd="0" presId="urn:microsoft.com/office/officeart/2018/2/layout/IconCircleList"/>
    <dgm:cxn modelId="{F3DE9F43-9E7C-4B32-9D5A-D3C8580E776A}" type="presOf" srcId="{1A872CF9-EBA2-43CF-94AF-D66C1FE7AA96}" destId="{645BBBC0-E890-41E3-9345-5A339629FCF4}" srcOrd="0" destOrd="0" presId="urn:microsoft.com/office/officeart/2018/2/layout/IconCircleList"/>
    <dgm:cxn modelId="{BC69275C-EEB3-4C9A-9082-F4959D8CD20C}" srcId="{8C20605A-0D2B-4F37-A83E-C3C8D1C2675E}" destId="{9BFEE829-FA0A-4BDB-BF1F-61A1CDD6595A}" srcOrd="1" destOrd="0" parTransId="{7AA84F33-4A34-4272-A98D-8D949A86A269}" sibTransId="{1A872CF9-EBA2-43CF-94AF-D66C1FE7AA96}"/>
    <dgm:cxn modelId="{18CB5DB2-E209-44FF-AFAA-E6C96F80FACE}" srcId="{8C20605A-0D2B-4F37-A83E-C3C8D1C2675E}" destId="{B59E0265-3994-48A7-945F-D4C95F7797C7}" srcOrd="3" destOrd="0" parTransId="{3B27D645-011B-4023-AE52-0AE64CA24812}" sibTransId="{EBC26D9A-FFB4-48ED-9610-C31FA6D4D926}"/>
    <dgm:cxn modelId="{F7AF06B8-7F03-45B4-B137-45E973D0BD0F}" type="presOf" srcId="{47059AC5-B049-43DE-A7FC-89C1CC1F8190}" destId="{DCB542C8-0BE2-43AF-B025-3C1CB65EC371}" srcOrd="0" destOrd="0" presId="urn:microsoft.com/office/officeart/2018/2/layout/IconCircleList"/>
    <dgm:cxn modelId="{8AFB21D8-AA8C-4E34-B618-49ED819F608C}" srcId="{8C20605A-0D2B-4F37-A83E-C3C8D1C2675E}" destId="{47059AC5-B049-43DE-A7FC-89C1CC1F8190}" srcOrd="0" destOrd="0" parTransId="{89A00F00-EDE8-4ECC-9207-003CF6B723BE}" sibTransId="{5EC9F535-D171-49E6-BBFF-3890146BFEE9}"/>
    <dgm:cxn modelId="{7E311BF1-847E-4125-8EE1-289A8B43687F}" type="presOf" srcId="{B59E0265-3994-48A7-945F-D4C95F7797C7}" destId="{E904B561-7073-44CA-99EA-CE5E79173518}" srcOrd="0" destOrd="0" presId="urn:microsoft.com/office/officeart/2018/2/layout/IconCircleList"/>
    <dgm:cxn modelId="{3D3845F8-4761-4620-8C6E-E73CDA2952E5}" type="presOf" srcId="{CBA14B97-93A8-4FD7-88AA-849590BA28BE}" destId="{16FA8AC5-A720-48C1-9495-EBA243E56043}" srcOrd="0" destOrd="0" presId="urn:microsoft.com/office/officeart/2018/2/layout/IconCircleList"/>
    <dgm:cxn modelId="{8F644EFA-A3C8-4A71-8A3B-435263218A6E}" type="presOf" srcId="{8C20605A-0D2B-4F37-A83E-C3C8D1C2675E}" destId="{FE4227CC-2000-430E-8079-2DA4691229D3}" srcOrd="0" destOrd="0" presId="urn:microsoft.com/office/officeart/2018/2/layout/IconCircleList"/>
    <dgm:cxn modelId="{087CD383-E149-4FB5-9572-3554343F34A4}" type="presParOf" srcId="{FE4227CC-2000-430E-8079-2DA4691229D3}" destId="{F5D07601-356C-46F3-8F33-A5990D96182A}" srcOrd="0" destOrd="0" presId="urn:microsoft.com/office/officeart/2018/2/layout/IconCircleList"/>
    <dgm:cxn modelId="{C28B8520-34DF-41BC-8F15-6A3F9566345D}" type="presParOf" srcId="{F5D07601-356C-46F3-8F33-A5990D96182A}" destId="{E021FAC1-BD2B-4708-8E3A-7C8444F190A2}" srcOrd="0" destOrd="0" presId="urn:microsoft.com/office/officeart/2018/2/layout/IconCircleList"/>
    <dgm:cxn modelId="{ED51EE2D-BB47-4EC0-91FE-66482FB411C5}" type="presParOf" srcId="{E021FAC1-BD2B-4708-8E3A-7C8444F190A2}" destId="{577B7744-F293-4A93-A4BC-10FE4FD28E4A}" srcOrd="0" destOrd="0" presId="urn:microsoft.com/office/officeart/2018/2/layout/IconCircleList"/>
    <dgm:cxn modelId="{E1BDEABB-F6B9-45A9-BA6D-7287920438A6}" type="presParOf" srcId="{E021FAC1-BD2B-4708-8E3A-7C8444F190A2}" destId="{C52249AD-2177-489D-BEA7-1ACD49F1AF10}" srcOrd="1" destOrd="0" presId="urn:microsoft.com/office/officeart/2018/2/layout/IconCircleList"/>
    <dgm:cxn modelId="{FE81A452-37A4-4E84-8C37-23FA92E78396}" type="presParOf" srcId="{E021FAC1-BD2B-4708-8E3A-7C8444F190A2}" destId="{DB8480ED-E9DB-4E61-8ADC-B4E9AC42DCCA}" srcOrd="2" destOrd="0" presId="urn:microsoft.com/office/officeart/2018/2/layout/IconCircleList"/>
    <dgm:cxn modelId="{6ABC1C3A-88F7-4F30-BFDB-31954EF276D5}" type="presParOf" srcId="{E021FAC1-BD2B-4708-8E3A-7C8444F190A2}" destId="{DCB542C8-0BE2-43AF-B025-3C1CB65EC371}" srcOrd="3" destOrd="0" presId="urn:microsoft.com/office/officeart/2018/2/layout/IconCircleList"/>
    <dgm:cxn modelId="{B113F6FD-4612-4EAC-BC1D-E409F134FD15}" type="presParOf" srcId="{F5D07601-356C-46F3-8F33-A5990D96182A}" destId="{786C17CA-1BCC-48EF-BC92-D8FCC1D80B12}" srcOrd="1" destOrd="0" presId="urn:microsoft.com/office/officeart/2018/2/layout/IconCircleList"/>
    <dgm:cxn modelId="{88F69113-EA34-47BB-A552-AB490925027E}" type="presParOf" srcId="{F5D07601-356C-46F3-8F33-A5990D96182A}" destId="{BF67C4CF-A1AE-49F2-AEF3-34C1732E31DF}" srcOrd="2" destOrd="0" presId="urn:microsoft.com/office/officeart/2018/2/layout/IconCircleList"/>
    <dgm:cxn modelId="{53856EBC-0176-45FA-9278-7433F44371BA}" type="presParOf" srcId="{BF67C4CF-A1AE-49F2-AEF3-34C1732E31DF}" destId="{EC2B4DE2-DDE4-4FB2-ABC6-0233A865359D}" srcOrd="0" destOrd="0" presId="urn:microsoft.com/office/officeart/2018/2/layout/IconCircleList"/>
    <dgm:cxn modelId="{BEAF24A9-E8BE-4B41-AA2F-28325F78770D}" type="presParOf" srcId="{BF67C4CF-A1AE-49F2-AEF3-34C1732E31DF}" destId="{F43B8EF1-4DD6-4BD8-A25E-F7200FE529F9}" srcOrd="1" destOrd="0" presId="urn:microsoft.com/office/officeart/2018/2/layout/IconCircleList"/>
    <dgm:cxn modelId="{D6B6B760-2B07-4D35-ABC1-FF64D15DC201}" type="presParOf" srcId="{BF67C4CF-A1AE-49F2-AEF3-34C1732E31DF}" destId="{7624FB9B-EC7F-4E6E-A2F9-246FFEEBBFD5}" srcOrd="2" destOrd="0" presId="urn:microsoft.com/office/officeart/2018/2/layout/IconCircleList"/>
    <dgm:cxn modelId="{F9EA1847-74F2-4B1E-B607-286D6A4134DE}" type="presParOf" srcId="{BF67C4CF-A1AE-49F2-AEF3-34C1732E31DF}" destId="{A70CDA50-8C76-4A62-9219-FFF73FB62FAB}" srcOrd="3" destOrd="0" presId="urn:microsoft.com/office/officeart/2018/2/layout/IconCircleList"/>
    <dgm:cxn modelId="{083F75D5-3B56-4637-9EEC-D2B515E783AC}" type="presParOf" srcId="{F5D07601-356C-46F3-8F33-A5990D96182A}" destId="{645BBBC0-E890-41E3-9345-5A339629FCF4}" srcOrd="3" destOrd="0" presId="urn:microsoft.com/office/officeart/2018/2/layout/IconCircleList"/>
    <dgm:cxn modelId="{EA6F5682-637D-4E31-A593-85A474C6B8C8}" type="presParOf" srcId="{F5D07601-356C-46F3-8F33-A5990D96182A}" destId="{BCC88AB2-2B8F-4451-8ED4-B90C5423DF5C}" srcOrd="4" destOrd="0" presId="urn:microsoft.com/office/officeart/2018/2/layout/IconCircleList"/>
    <dgm:cxn modelId="{E5809227-898A-4068-A7D2-E7DD9EA9C4A8}" type="presParOf" srcId="{BCC88AB2-2B8F-4451-8ED4-B90C5423DF5C}" destId="{541FA400-2142-437C-8C37-B529AAEE0539}" srcOrd="0" destOrd="0" presId="urn:microsoft.com/office/officeart/2018/2/layout/IconCircleList"/>
    <dgm:cxn modelId="{26E19E80-4379-42AB-822D-BFAD7EC24878}" type="presParOf" srcId="{BCC88AB2-2B8F-4451-8ED4-B90C5423DF5C}" destId="{7E30B901-C337-4902-8994-CF2D204B89E0}" srcOrd="1" destOrd="0" presId="urn:microsoft.com/office/officeart/2018/2/layout/IconCircleList"/>
    <dgm:cxn modelId="{44CC269A-49CA-443A-B6ED-056E2CA39C6A}" type="presParOf" srcId="{BCC88AB2-2B8F-4451-8ED4-B90C5423DF5C}" destId="{4D53D589-2043-4960-9FF5-63B92181DFCD}" srcOrd="2" destOrd="0" presId="urn:microsoft.com/office/officeart/2018/2/layout/IconCircleList"/>
    <dgm:cxn modelId="{33B448D0-A5A4-4EED-A055-6C8E4E948A96}" type="presParOf" srcId="{BCC88AB2-2B8F-4451-8ED4-B90C5423DF5C}" destId="{BB9E7271-B514-4C64-9F6A-D87A4558A15D}" srcOrd="3" destOrd="0" presId="urn:microsoft.com/office/officeart/2018/2/layout/IconCircleList"/>
    <dgm:cxn modelId="{58DC5D9A-F676-434C-AA2B-0B31778F0760}" type="presParOf" srcId="{F5D07601-356C-46F3-8F33-A5990D96182A}" destId="{16FA8AC5-A720-48C1-9495-EBA243E56043}" srcOrd="5" destOrd="0" presId="urn:microsoft.com/office/officeart/2018/2/layout/IconCircleList"/>
    <dgm:cxn modelId="{00C05878-E1A8-4779-97B5-B20C49429D68}" type="presParOf" srcId="{F5D07601-356C-46F3-8F33-A5990D96182A}" destId="{814E84CA-9C3C-40CC-B2D7-8AB3F22F376B}" srcOrd="6" destOrd="0" presId="urn:microsoft.com/office/officeart/2018/2/layout/IconCircleList"/>
    <dgm:cxn modelId="{495F7D65-A1FD-4D4F-97A0-D2A2FF45A29D}" type="presParOf" srcId="{814E84CA-9C3C-40CC-B2D7-8AB3F22F376B}" destId="{2192E3F4-EE69-4422-91D2-ACB078BD6FEB}" srcOrd="0" destOrd="0" presId="urn:microsoft.com/office/officeart/2018/2/layout/IconCircleList"/>
    <dgm:cxn modelId="{519558AC-2CCF-4990-BE5A-8872D5905342}" type="presParOf" srcId="{814E84CA-9C3C-40CC-B2D7-8AB3F22F376B}" destId="{26A67FFA-3F76-4BD9-8FFE-8CE7D985AEE6}" srcOrd="1" destOrd="0" presId="urn:microsoft.com/office/officeart/2018/2/layout/IconCircleList"/>
    <dgm:cxn modelId="{E2A919BF-1B6C-4040-A61C-52539EFD029E}" type="presParOf" srcId="{814E84CA-9C3C-40CC-B2D7-8AB3F22F376B}" destId="{7783D5E8-AEE2-4A1C-A4DD-436D16F948C7}" srcOrd="2" destOrd="0" presId="urn:microsoft.com/office/officeart/2018/2/layout/IconCircleList"/>
    <dgm:cxn modelId="{30784212-A6B0-4B47-873B-86BF3D6ED117}" type="presParOf" srcId="{814E84CA-9C3C-40CC-B2D7-8AB3F22F376B}" destId="{E904B561-7073-44CA-99EA-CE5E79173518}"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E521A0-188A-3C45-9F6A-C452D5CFC6A7}">
      <dsp:nvSpPr>
        <dsp:cNvPr id="0" name=""/>
        <dsp:cNvSpPr/>
      </dsp:nvSpPr>
      <dsp:spPr>
        <a:xfrm>
          <a:off x="0" y="423593"/>
          <a:ext cx="10841037" cy="228375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41385" tIns="520700" rIns="841385" bIns="177800"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Security threats</a:t>
          </a:r>
        </a:p>
        <a:p>
          <a:pPr marL="228600" lvl="1" indent="-228600" algn="l" defTabSz="1111250">
            <a:lnSpc>
              <a:spcPct val="90000"/>
            </a:lnSpc>
            <a:spcBef>
              <a:spcPct val="0"/>
            </a:spcBef>
            <a:spcAft>
              <a:spcPct val="15000"/>
            </a:spcAft>
            <a:buChar char="•"/>
          </a:pPr>
          <a:r>
            <a:rPr lang="en-US" sz="2500" kern="1200" dirty="0"/>
            <a:t>Basics of Computers and Networking</a:t>
          </a:r>
        </a:p>
        <a:p>
          <a:pPr marL="228600" lvl="1" indent="-228600" algn="l" defTabSz="1111250">
            <a:lnSpc>
              <a:spcPct val="90000"/>
            </a:lnSpc>
            <a:spcBef>
              <a:spcPct val="0"/>
            </a:spcBef>
            <a:spcAft>
              <a:spcPct val="15000"/>
            </a:spcAft>
            <a:buChar char="•"/>
          </a:pPr>
          <a:r>
            <a:rPr lang="en-US" sz="2500" kern="1200" dirty="0"/>
            <a:t>Security Objectives</a:t>
          </a:r>
        </a:p>
        <a:p>
          <a:pPr marL="228600" lvl="1" indent="-228600" algn="l" defTabSz="1111250">
            <a:lnSpc>
              <a:spcPct val="90000"/>
            </a:lnSpc>
            <a:spcBef>
              <a:spcPct val="0"/>
            </a:spcBef>
            <a:spcAft>
              <a:spcPct val="15000"/>
            </a:spcAft>
            <a:buChar char="•"/>
          </a:pPr>
          <a:r>
            <a:rPr lang="en-US" sz="2500" kern="1200" dirty="0"/>
            <a:t>Security Challenges</a:t>
          </a:r>
        </a:p>
      </dsp:txBody>
      <dsp:txXfrm>
        <a:off x="0" y="423593"/>
        <a:ext cx="10841037" cy="2283750"/>
      </dsp:txXfrm>
    </dsp:sp>
    <dsp:sp modelId="{4C4BC028-7F27-FD48-969A-36F972AC0C7B}">
      <dsp:nvSpPr>
        <dsp:cNvPr id="0" name=""/>
        <dsp:cNvSpPr/>
      </dsp:nvSpPr>
      <dsp:spPr>
        <a:xfrm>
          <a:off x="542051" y="54593"/>
          <a:ext cx="7588725" cy="73800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86836" tIns="0" rIns="286836" bIns="0" numCol="1" spcCol="1270" anchor="ctr" anchorCtr="0">
          <a:noAutofit/>
        </a:bodyPr>
        <a:lstStyle/>
        <a:p>
          <a:pPr marL="0" lvl="0" indent="0" algn="l" defTabSz="1111250">
            <a:lnSpc>
              <a:spcPct val="90000"/>
            </a:lnSpc>
            <a:spcBef>
              <a:spcPct val="0"/>
            </a:spcBef>
            <a:spcAft>
              <a:spcPct val="35000"/>
            </a:spcAft>
            <a:buNone/>
          </a:pPr>
          <a:r>
            <a:rPr lang="en-US" sz="2500" kern="1200"/>
            <a:t>Content</a:t>
          </a:r>
        </a:p>
      </dsp:txBody>
      <dsp:txXfrm>
        <a:off x="578077" y="90619"/>
        <a:ext cx="7516673" cy="665948"/>
      </dsp:txXfrm>
    </dsp:sp>
    <dsp:sp modelId="{D3086B77-CE6B-DA40-A376-35FCD9AF3B50}">
      <dsp:nvSpPr>
        <dsp:cNvPr id="0" name=""/>
        <dsp:cNvSpPr/>
      </dsp:nvSpPr>
      <dsp:spPr>
        <a:xfrm>
          <a:off x="0" y="3211343"/>
          <a:ext cx="10841037" cy="1456875"/>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41385" tIns="520700" rIns="841385" bIns="177800"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Describe various security threats and objectives</a:t>
          </a:r>
        </a:p>
        <a:p>
          <a:pPr marL="228600" lvl="1" indent="-228600" algn="l" defTabSz="1111250">
            <a:lnSpc>
              <a:spcPct val="90000"/>
            </a:lnSpc>
            <a:spcBef>
              <a:spcPct val="0"/>
            </a:spcBef>
            <a:spcAft>
              <a:spcPct val="15000"/>
            </a:spcAft>
            <a:buChar char="•"/>
          </a:pPr>
          <a:r>
            <a:rPr lang="en-US" sz="2500" kern="1200"/>
            <a:t>Understand confidentiality, integrity, availability properties</a:t>
          </a:r>
        </a:p>
      </dsp:txBody>
      <dsp:txXfrm>
        <a:off x="0" y="3211343"/>
        <a:ext cx="10841037" cy="1456875"/>
      </dsp:txXfrm>
    </dsp:sp>
    <dsp:sp modelId="{0FE94670-8B99-4F41-9CD0-675C58B79223}">
      <dsp:nvSpPr>
        <dsp:cNvPr id="0" name=""/>
        <dsp:cNvSpPr/>
      </dsp:nvSpPr>
      <dsp:spPr>
        <a:xfrm>
          <a:off x="542051" y="2842343"/>
          <a:ext cx="7588725" cy="73800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86836" tIns="0" rIns="286836" bIns="0" numCol="1" spcCol="1270" anchor="ctr" anchorCtr="0">
          <a:noAutofit/>
        </a:bodyPr>
        <a:lstStyle/>
        <a:p>
          <a:pPr marL="0" lvl="0" indent="0" algn="l" defTabSz="1111250">
            <a:lnSpc>
              <a:spcPct val="90000"/>
            </a:lnSpc>
            <a:spcBef>
              <a:spcPct val="0"/>
            </a:spcBef>
            <a:spcAft>
              <a:spcPct val="35000"/>
            </a:spcAft>
            <a:buNone/>
          </a:pPr>
          <a:r>
            <a:rPr lang="en-US" sz="2500" kern="1200" dirty="0"/>
            <a:t>After this module, you should be able to</a:t>
          </a:r>
        </a:p>
      </dsp:txBody>
      <dsp:txXfrm>
        <a:off x="578077" y="2878369"/>
        <a:ext cx="7516673" cy="6659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E05F64-3B61-984D-9F65-0FC70CCB9FE4}">
      <dsp:nvSpPr>
        <dsp:cNvPr id="0" name=""/>
        <dsp:cNvSpPr/>
      </dsp:nvSpPr>
      <dsp:spPr>
        <a:xfrm>
          <a:off x="0" y="447471"/>
          <a:ext cx="10840451" cy="1063125"/>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1339" tIns="520700" rIns="841339" bIns="177800"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eavesdropping, tampering, phishing, rogue routing, </a:t>
          </a:r>
          <a:r>
            <a:rPr lang="is-IS" sz="2500" kern="1200" dirty="0"/>
            <a:t>…</a:t>
          </a:r>
          <a:endParaRPr lang="en-US" sz="2500" kern="1200" dirty="0"/>
        </a:p>
      </dsp:txBody>
      <dsp:txXfrm>
        <a:off x="0" y="447471"/>
        <a:ext cx="10840451" cy="1063125"/>
      </dsp:txXfrm>
    </dsp:sp>
    <dsp:sp modelId="{98244F25-19EB-3A43-84F2-2540DC899E7F}">
      <dsp:nvSpPr>
        <dsp:cNvPr id="0" name=""/>
        <dsp:cNvSpPr/>
      </dsp:nvSpPr>
      <dsp:spPr>
        <a:xfrm>
          <a:off x="542022" y="78471"/>
          <a:ext cx="7588315" cy="738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820" tIns="0" rIns="286820" bIns="0" numCol="1" spcCol="1270" anchor="ctr" anchorCtr="0">
          <a:noAutofit/>
        </a:bodyPr>
        <a:lstStyle/>
        <a:p>
          <a:pPr marL="0" lvl="0" indent="0" algn="l" defTabSz="1111250">
            <a:lnSpc>
              <a:spcPct val="90000"/>
            </a:lnSpc>
            <a:spcBef>
              <a:spcPct val="0"/>
            </a:spcBef>
            <a:spcAft>
              <a:spcPct val="35000"/>
            </a:spcAft>
            <a:buNone/>
          </a:pPr>
          <a:r>
            <a:rPr lang="en-US" sz="2500" kern="1200" dirty="0"/>
            <a:t>Threats on the “road”</a:t>
          </a:r>
        </a:p>
      </dsp:txBody>
      <dsp:txXfrm>
        <a:off x="578048" y="114497"/>
        <a:ext cx="7516263" cy="665948"/>
      </dsp:txXfrm>
    </dsp:sp>
    <dsp:sp modelId="{0E79690D-730F-AF43-A859-FD1DDACAD54E}">
      <dsp:nvSpPr>
        <dsp:cNvPr id="0" name=""/>
        <dsp:cNvSpPr/>
      </dsp:nvSpPr>
      <dsp:spPr>
        <a:xfrm>
          <a:off x="0" y="2014596"/>
          <a:ext cx="10840451" cy="1063125"/>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1339" tIns="520700" rIns="841339" bIns="177800" numCol="1" spcCol="1270" anchor="t" anchorCtr="0">
          <a:noAutofit/>
        </a:bodyPr>
        <a:lstStyle/>
        <a:p>
          <a:pPr marL="228600" lvl="1" indent="-228600" algn="l" defTabSz="1111250">
            <a:lnSpc>
              <a:spcPct val="90000"/>
            </a:lnSpc>
            <a:spcBef>
              <a:spcPct val="0"/>
            </a:spcBef>
            <a:spcAft>
              <a:spcPct val="15000"/>
            </a:spcAft>
            <a:buChar char="•"/>
          </a:pPr>
          <a:r>
            <a:rPr lang="en-US" sz="2500" kern="1200"/>
            <a:t>spyware, ransom-ware, trojan horse, worm</a:t>
          </a:r>
        </a:p>
      </dsp:txBody>
      <dsp:txXfrm>
        <a:off x="0" y="2014596"/>
        <a:ext cx="10840451" cy="1063125"/>
      </dsp:txXfrm>
    </dsp:sp>
    <dsp:sp modelId="{C2E1340F-B2E3-C346-BF25-1D64595CBE58}">
      <dsp:nvSpPr>
        <dsp:cNvPr id="0" name=""/>
        <dsp:cNvSpPr/>
      </dsp:nvSpPr>
      <dsp:spPr>
        <a:xfrm>
          <a:off x="542022" y="1645596"/>
          <a:ext cx="7588315" cy="738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820" tIns="0" rIns="286820" bIns="0" numCol="1" spcCol="1270" anchor="ctr" anchorCtr="0">
          <a:noAutofit/>
        </a:bodyPr>
        <a:lstStyle/>
        <a:p>
          <a:pPr marL="0" lvl="0" indent="0" algn="l" defTabSz="1111250">
            <a:lnSpc>
              <a:spcPct val="90000"/>
            </a:lnSpc>
            <a:spcBef>
              <a:spcPct val="0"/>
            </a:spcBef>
            <a:spcAft>
              <a:spcPct val="35000"/>
            </a:spcAft>
            <a:buNone/>
          </a:pPr>
          <a:r>
            <a:rPr lang="en-US" sz="2500" kern="1200"/>
            <a:t>Threats at “home”</a:t>
          </a:r>
        </a:p>
      </dsp:txBody>
      <dsp:txXfrm>
        <a:off x="578048" y="1681622"/>
        <a:ext cx="7516263" cy="665948"/>
      </dsp:txXfrm>
    </dsp:sp>
    <dsp:sp modelId="{0FE65974-C7AB-8A4B-8BA1-4B631E4E3A6A}">
      <dsp:nvSpPr>
        <dsp:cNvPr id="0" name=""/>
        <dsp:cNvSpPr/>
      </dsp:nvSpPr>
      <dsp:spPr>
        <a:xfrm>
          <a:off x="0" y="3581721"/>
          <a:ext cx="10840451" cy="1063125"/>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1339" tIns="520700" rIns="841339" bIns="177800"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leakage from the server </a:t>
          </a:r>
        </a:p>
      </dsp:txBody>
      <dsp:txXfrm>
        <a:off x="0" y="3581721"/>
        <a:ext cx="10840451" cy="1063125"/>
      </dsp:txXfrm>
    </dsp:sp>
    <dsp:sp modelId="{9ACF0E09-62EC-B34A-B42F-6DDC01785C83}">
      <dsp:nvSpPr>
        <dsp:cNvPr id="0" name=""/>
        <dsp:cNvSpPr/>
      </dsp:nvSpPr>
      <dsp:spPr>
        <a:xfrm>
          <a:off x="542022" y="3212721"/>
          <a:ext cx="7588315" cy="7380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6820" tIns="0" rIns="286820" bIns="0" numCol="1" spcCol="1270" anchor="ctr" anchorCtr="0">
          <a:noAutofit/>
        </a:bodyPr>
        <a:lstStyle/>
        <a:p>
          <a:pPr marL="0" lvl="0" indent="0" algn="l" defTabSz="1111250">
            <a:lnSpc>
              <a:spcPct val="90000"/>
            </a:lnSpc>
            <a:spcBef>
              <a:spcPct val="0"/>
            </a:spcBef>
            <a:spcAft>
              <a:spcPct val="35000"/>
            </a:spcAft>
            <a:buNone/>
          </a:pPr>
          <a:r>
            <a:rPr lang="en-US" sz="2500" kern="1200"/>
            <a:t>Threats at “guest house”</a:t>
          </a:r>
        </a:p>
      </dsp:txBody>
      <dsp:txXfrm>
        <a:off x="578048" y="3248747"/>
        <a:ext cx="7516263" cy="6659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7B7744-F293-4A93-A4BC-10FE4FD28E4A}">
      <dsp:nvSpPr>
        <dsp:cNvPr id="0" name=""/>
        <dsp:cNvSpPr/>
      </dsp:nvSpPr>
      <dsp:spPr>
        <a:xfrm>
          <a:off x="267407" y="595837"/>
          <a:ext cx="1364339" cy="1364339"/>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2249AD-2177-489D-BEA7-1ACD49F1AF10}">
      <dsp:nvSpPr>
        <dsp:cNvPr id="0" name=""/>
        <dsp:cNvSpPr/>
      </dsp:nvSpPr>
      <dsp:spPr>
        <a:xfrm>
          <a:off x="553918" y="882348"/>
          <a:ext cx="791316" cy="79131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B542C8-0BE2-43AF-B025-3C1CB65EC371}">
      <dsp:nvSpPr>
        <dsp:cNvPr id="0" name=""/>
        <dsp:cNvSpPr/>
      </dsp:nvSpPr>
      <dsp:spPr>
        <a:xfrm>
          <a:off x="1924105" y="595837"/>
          <a:ext cx="3215943" cy="1364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b="0" i="0" kern="1200" dirty="0"/>
            <a:t>Three types of threats</a:t>
          </a:r>
          <a:endParaRPr lang="en-US" sz="2400" kern="1200" dirty="0"/>
        </a:p>
      </dsp:txBody>
      <dsp:txXfrm>
        <a:off x="1924105" y="595837"/>
        <a:ext cx="3215943" cy="1364339"/>
      </dsp:txXfrm>
    </dsp:sp>
    <dsp:sp modelId="{EC2B4DE2-DDE4-4FB2-ABC6-0233A865359D}">
      <dsp:nvSpPr>
        <dsp:cNvPr id="0" name=""/>
        <dsp:cNvSpPr/>
      </dsp:nvSpPr>
      <dsp:spPr>
        <a:xfrm>
          <a:off x="5700402" y="595837"/>
          <a:ext cx="1364339" cy="1364339"/>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3B8EF1-4DD6-4BD8-A25E-F7200FE529F9}">
      <dsp:nvSpPr>
        <dsp:cNvPr id="0" name=""/>
        <dsp:cNvSpPr/>
      </dsp:nvSpPr>
      <dsp:spPr>
        <a:xfrm>
          <a:off x="5986913" y="882348"/>
          <a:ext cx="791316" cy="79131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70CDA50-8C76-4A62-9219-FFF73FB62FAB}">
      <dsp:nvSpPr>
        <dsp:cNvPr id="0" name=""/>
        <dsp:cNvSpPr/>
      </dsp:nvSpPr>
      <dsp:spPr>
        <a:xfrm>
          <a:off x="7357100" y="595837"/>
          <a:ext cx="3215943" cy="1364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b="0" i="0" kern="1200" dirty="0"/>
            <a:t>Confidentiality, integrity, availability definitions and other security definitions</a:t>
          </a:r>
          <a:endParaRPr lang="en-US" sz="2400" kern="1200" dirty="0"/>
        </a:p>
      </dsp:txBody>
      <dsp:txXfrm>
        <a:off x="7357100" y="595837"/>
        <a:ext cx="3215943" cy="1364339"/>
      </dsp:txXfrm>
    </dsp:sp>
    <dsp:sp modelId="{541FA400-2142-437C-8C37-B529AAEE0539}">
      <dsp:nvSpPr>
        <dsp:cNvPr id="0" name=""/>
        <dsp:cNvSpPr/>
      </dsp:nvSpPr>
      <dsp:spPr>
        <a:xfrm>
          <a:off x="267407" y="2763141"/>
          <a:ext cx="1364339" cy="1364339"/>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30B901-C337-4902-8994-CF2D204B89E0}">
      <dsp:nvSpPr>
        <dsp:cNvPr id="0" name=""/>
        <dsp:cNvSpPr/>
      </dsp:nvSpPr>
      <dsp:spPr>
        <a:xfrm>
          <a:off x="553918" y="3049652"/>
          <a:ext cx="791316" cy="79131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9E7271-B514-4C64-9F6A-D87A4558A15D}">
      <dsp:nvSpPr>
        <dsp:cNvPr id="0" name=""/>
        <dsp:cNvSpPr/>
      </dsp:nvSpPr>
      <dsp:spPr>
        <a:xfrm>
          <a:off x="1924105" y="2763141"/>
          <a:ext cx="3215943" cy="1364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b="0" i="0" kern="1200" dirty="0"/>
            <a:t>Computers &amp; Networking</a:t>
          </a:r>
          <a:endParaRPr lang="en-US" sz="2400" kern="1200" dirty="0"/>
        </a:p>
      </dsp:txBody>
      <dsp:txXfrm>
        <a:off x="1924105" y="2763141"/>
        <a:ext cx="3215943" cy="1364339"/>
      </dsp:txXfrm>
    </dsp:sp>
    <dsp:sp modelId="{2192E3F4-EE69-4422-91D2-ACB078BD6FEB}">
      <dsp:nvSpPr>
        <dsp:cNvPr id="0" name=""/>
        <dsp:cNvSpPr/>
      </dsp:nvSpPr>
      <dsp:spPr>
        <a:xfrm>
          <a:off x="5700402" y="2763141"/>
          <a:ext cx="1364339" cy="1364339"/>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A67FFA-3F76-4BD9-8FFE-8CE7D985AEE6}">
      <dsp:nvSpPr>
        <dsp:cNvPr id="0" name=""/>
        <dsp:cNvSpPr/>
      </dsp:nvSpPr>
      <dsp:spPr>
        <a:xfrm>
          <a:off x="5986913" y="3049652"/>
          <a:ext cx="791316" cy="79131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904B561-7073-44CA-99EA-CE5E79173518}">
      <dsp:nvSpPr>
        <dsp:cNvPr id="0" name=""/>
        <dsp:cNvSpPr/>
      </dsp:nvSpPr>
      <dsp:spPr>
        <a:xfrm>
          <a:off x="7357100" y="2763141"/>
          <a:ext cx="3215943" cy="13643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90000"/>
            </a:lnSpc>
            <a:spcBef>
              <a:spcPct val="0"/>
            </a:spcBef>
            <a:spcAft>
              <a:spcPct val="35000"/>
            </a:spcAft>
            <a:buNone/>
          </a:pPr>
          <a:r>
            <a:rPr lang="en-US" sz="2400" b="0" i="0" kern="1200"/>
            <a:t>Trade-off of implementing security </a:t>
          </a:r>
          <a:endParaRPr lang="en-US" sz="2400" kern="1200"/>
        </a:p>
      </dsp:txBody>
      <dsp:txXfrm>
        <a:off x="7357100" y="2763141"/>
        <a:ext cx="3215943" cy="1364339"/>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2610B3-7AD2-443D-9EED-D272A55646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a:extLst>
              <a:ext uri="{FF2B5EF4-FFF2-40B4-BE49-F238E27FC236}">
                <a16:creationId xmlns:a16="http://schemas.microsoft.com/office/drawing/2014/main" id="{26924C13-04C5-44FB-B034-640B84AC7AA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FD5BE7-7004-4067-ADFA-7CFE35CEFC19}" type="datetimeFigureOut">
              <a:rPr lang="en-SG" smtClean="0"/>
              <a:t>18/8/25</a:t>
            </a:fld>
            <a:endParaRPr lang="en-SG"/>
          </a:p>
        </p:txBody>
      </p:sp>
      <p:sp>
        <p:nvSpPr>
          <p:cNvPr id="4" name="Footer Placeholder 3">
            <a:extLst>
              <a:ext uri="{FF2B5EF4-FFF2-40B4-BE49-F238E27FC236}">
                <a16:creationId xmlns:a16="http://schemas.microsoft.com/office/drawing/2014/main" id="{881BDE46-AEBF-4095-B341-E86B41267AA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5" name="Slide Number Placeholder 4">
            <a:extLst>
              <a:ext uri="{FF2B5EF4-FFF2-40B4-BE49-F238E27FC236}">
                <a16:creationId xmlns:a16="http://schemas.microsoft.com/office/drawing/2014/main" id="{802A93F1-2B31-47D7-9523-E01662595AB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5CB8634-C501-4364-B041-147E7E897803}" type="slidenum">
              <a:rPr lang="en-SG" smtClean="0"/>
              <a:t>‹#›</a:t>
            </a:fld>
            <a:endParaRPr lang="en-SG"/>
          </a:p>
        </p:txBody>
      </p:sp>
    </p:spTree>
    <p:extLst>
      <p:ext uri="{BB962C8B-B14F-4D97-AF65-F5344CB8AC3E}">
        <p14:creationId xmlns:p14="http://schemas.microsoft.com/office/powerpoint/2010/main" val="1539267884"/>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33.641"/>
    </inkml:context>
    <inkml:brush xml:id="br0">
      <inkml:brushProperty name="width" value="0.06" units="cm"/>
      <inkml:brushProperty name="height" value="0.06" units="cm"/>
    </inkml:brush>
  </inkml:definitions>
  <inkml:trace contextRef="#ctx0" brushRef="#br0">309 121 8070,'-11'-12'36,"0"1"0,-3-3 249,-1-1 0,-2 6 0,-2 3 0,-2 4 155,-2 2 1,-2 2-1,4 4 1,-4 9-166,-2 12 1,6 3 0,-2 14-1,6 0-143,6 0 0,3-4 0,8 4 0,0-2-258,0-4 1,10-4 0,5-5 0,8-6-11,4-4 0,1-9 0,8-6 1,3-8 32,1-8 0,-4-11 1,-5-5-1,1-7-361,-1-5 1,-8-2-1,-2-4 1,-6 4 309,-4 0 0,-5 12 0,4-3 1,-3 7 1055,-3 5 1,-4 9 0,-6 8-701,-5 8 1,1 13 0,1 12 0,1 3-539,4 3 0,2 1 0,2 2 0,2 2-1969,4-1 2305,4-11 0,7 5 0,0-7 0</inkml:trace>
  <inkml:trace contextRef="#ctx0" brushRef="#br0" timeOffset="184">688 172 8070,'-16'12'195,"3"-1"0,3 3 489,3 1 1,-1 4-1,4 4 1,-1 7-300,1 9 1,2-1 0,2 6 0,0 1-302,0 5 1,6-8 0,1 8 0,1-4-598,-1-2 1,5-10-1,-6 2 1,-1-3-893,3-8 1,-4-4 1404,7-4 0,-7 0 0,4 0 0</inkml:trace>
  <inkml:trace contextRef="#ctx0" brushRef="#br0" timeOffset="400">705 310 8047,'0'-35'0,"5"1"0,3 2 0,0 1 217,-1 2 0,7 8 0,-3-4 0,5 3 260,1-1 0,0 7 0,0 11 0,0 3-349,0 2 0,1 0 0,-3 2 0,-2 5 15,-1 10 0,-8 3 1,1 8-1,-3 3 18,-2 1 1,-7 5 0,-5 1-1,-5 2-331,-6-2 0,4-2 0,-6-1 1,2-1-661,0 0 1,0-7 0,6-4-325,0-4 0,5-4 1154,1-3 0,0 3 0,-7-5 0</inkml:trace>
  <inkml:trace contextRef="#ctx0" brushRef="#br0" timeOffset="584">1031 172 7841,'0'17'-31,"0"-5"0,0-1 967,0 3 0,0 3 1,0 4-1,0 4-376,0 1 1,0 5 0,0 7-721,0 2 0,0 8 0,0-2 0,0 2 0,0-1-474,0-1 0,0-2 1,0 0-1,2-8 132,4-5 502,-4-10 0,6 4 0,-8-8 0</inkml:trace>
  <inkml:trace contextRef="#ctx0" brushRef="#br0" timeOffset="817">997 327 8027,'0'-34'-80,"0"-1"1,2 3 0,2-1 511,1-1 0,9 11 1,-3-8-1,5 7-199,1 1 1,0 0 0,0 7 0,2 5-88,4 5 1,-4 4 0,4 4 0,-4 4-28,-2 5 1,1 5 0,-3 3 0,-4 2-236,-5 2 1,-4 7 0,-2-1 0,0 3 110,0 3 1,-2 1 0,-4 2-20,-5 2 1,-8-1 0,-2-9 0,2-3-52,-2-2 1,0-2 0,3-6 0,1-2 0,0-3-2443,0-7 2517,7-3 0,-5-2 0,6 0 0</inkml:trace>
  <inkml:trace contextRef="#ctx0" brushRef="#br0" timeOffset="1084">1547 52 8027,'-13'0'220,"-3"2"1,-3 2-110,0 1 0,0 3 0,2-4 0,-2 3 474,-4 3 0,9 0 0,-1 3 1,4-4-366,1-1 1,6 5 0,-1-1 0,5 3-253,5 2 0,-1 3 0,8 1 0,1 5 73,2 7 1,2-7-1,-1 11 1,-3-1-24,-1 0 1,-9-3 0,3 7 0,-4-4 89,-2-1 0,-8-7 0,-5-3 0,-6-2-180,-4-2 1,-6-12-1,6 7 1,1-5-853,-3-1 0,6-6 1,-4 1 923,4-3 0,1-9 0,1-3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32.792"/>
    </inkml:context>
    <inkml:brush xml:id="br0">
      <inkml:brushProperty name="width" value="0.06" units="cm"/>
      <inkml:brushProperty name="height" value="0.06" units="cm"/>
    </inkml:brush>
  </inkml:definitions>
  <inkml:trace contextRef="#ctx0" brushRef="#br0">120 77 7969,'0'-17'2,"0"5"1,-1 3 0,-3-1 487,-2 0 0,0 5-49,6-7 0,0 10 0,0 2-233,0 10 0,0 9 1,0 8-1,0 11-75,0 10 0,0 3 1,0 16-1,0 6-645,0 3 1,0-1 0,0 3 0,0-2 24,0-3 487,0-10 0,-7 4 0,-3-6 0</inkml:trace>
  <inkml:trace contextRef="#ctx0" brushRef="#br0" timeOffset="166">35 575 8018,'-18'-17'356,"9"0"1,3 0-1,4-1-21,2 1 0,8 6 0,3-1 0,6-1-553,6-2 1,6 3 0,11 3-1,6-1-518,4 1 0,3-1 0,4-3 0,4 1 736,1-1 0,4-2 0,-4-3 0</inkml:trace>
  <inkml:trace contextRef="#ctx0" brushRef="#br0" timeOffset="383">653 249 8018,'-28'23'259,"-1"1"0,-2 3 209,-1 4 0,5 3 1,4 4-1,4 4-80,2 2 1,8-6-1,3 2 1,6-5-255,6-6 1,11 1-1,11-9 1,7-6 18,5-7 0,-2-6 0,6-6 1,0-5-467,0-9 0,-6-10 1,2-1-1,-6-5 98,-5-6 0,-4 3 1,-10-3-1,-3 4 133,-7 2 1,-5 5-1,-5 2 1,-9 2 239,-7 4 0,2 8 1,-6 3-510,1 3 1,4-1-1,-2 4 1,2-1 0,3 1-1895,0 2 2245,7-6 0,3-1 0,7-9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30.275"/>
    </inkml:context>
    <inkml:brush xml:id="br0">
      <inkml:brushProperty name="width" value="0.06" units="cm"/>
      <inkml:brushProperty name="height" value="0.06" units="cm"/>
    </inkml:brush>
  </inkml:definitions>
  <inkml:trace contextRef="#ctx0" brushRef="#br0">18 121 8071,'0'-17'291,"0"-1"0,-6 7 159,0 0 1,0 9-1,6 2-178,0 9 0,0 8 0,2 6 1,2 6-49,2 3 0,7 10 0,-3 4 0,1 4-222,1 1 0,-9 3 0,5 1 1,-2 5-270,0 1 0,-1-10 1,-5 3-1,0-5 66,0-7 1,0-11-1,-2-8-98,-3-4 0,1-11 0,-6-8 0,1-12-92,-1-9 1,1-8 0,-3-11 343,6-5 0,-1-5 0,1-4 0,2 1 0,2-2 70,2-1 1,8 7 0,3-9 110,5 5 1,1 3-1,2 2 1,4 6 0,4 4 60,-1 6 1,7 7 0,-5 0 0,5 6-10,1 9 1,-7 7-1,-6 4 1,-6 5 66,-3 6 0,-8 9 1,1 3-45,-3 3 0,-4 0 1,-3 4-1,-7-3 0,-3 3-35,-2 1 1,-1-5 0,1-2 0,0-2-551,0 0 0,2-1 1,1-6-1,3-3-2585,-3-1 2961,7-9 0,-1 5 0,8-8 0</inkml:trace>
  <inkml:trace contextRef="#ctx0" brushRef="#br0" timeOffset="269">516 190 8071,'11'0'229,"1"0"1,-6 2-1,3 3 244,-1 7 1,-3-3-1,-5 5 1,0 3-96,0 4 0,0 7 0,0-3 0,0 2-199,0 4 1,-1 1 0,-3 1-128,-2-5 0,-7 5 0,3-7 1,-1 3-89,-1 0 1,1-10 0,-5 0-1,3-8 1,2-3-13,-3-4 1,5-2 0,-1-4 0,3-4-8,3-5 0,2-12 0,2-8 0,2-5 0,3-4 0,-1-2 0,8 5 0,1-1-103,2 0 1,8 11 0,0-5 0,-2 3-424,-2 2 1,0 6 0,2 0-1,4 6 196,2 4 0,-4 7 0,4-2 385,-3 4 0,7 2 0,-4 0 0</inkml:trace>
  <inkml:trace contextRef="#ctx0" brushRef="#br0" timeOffset="402">911 293 8071,'-5'25'0,"-3"3"9,-2 5 1,7-5 0,-3-1 0,2 0 140,-2 0 1,4-5 0,-3 5-665,3-2 1,2-8-1,2-7 514,3-3 0,5-16 0,7-10 0</inkml:trace>
  <inkml:trace contextRef="#ctx0" brushRef="#br0" timeOffset="518">1032 155 8071,'0'-17'22,"0"6"1,0-1 272,0-1 1,0 3-580,0-1 1,0 9-95,0 2 0,1 2 0,3 9 378,2 3 0,15 1 0,-2 2 0</inkml:trace>
  <inkml:trace contextRef="#ctx0" brushRef="#br0" timeOffset="751">1221 190 8007,'-19'19'-3,"-4"4"0,7-2 1,-5 5-1,0 1 613,2 0 1,6-4-1,3 3 1,3 1-298,3 0 1,2-6-1,4 0 1,4-6-405,5-3 0,6-8 0,4-1 1,4-6 103,2-9 1,-4-11-1,3-4-40,-1 1 1,4-7 0,-6 5 0,-4-3 0,-4 0-358,-3 3 1,-9 7-1,3-2 257,-4 4 1,-2 2 0,-2 1 0,-4 3-93,-5 2 1,1 7-1,-1-2-2151,-2 4 2370,-3 2 0,-1 8 0,0 1 0</inkml:trace>
  <inkml:trace contextRef="#ctx0" brushRef="#br0" timeOffset="1069">1478 172 7875,'12'12'561,"-3"-1"-9,-1 3 0,0-5 0,-4 3 0,1 1 119,-1 2 0,-2 3 0,-2 1-621,0 4 1,0-2 0,0 7 0,0 1 0,0 0-64,0-1 1,0 1-1,0 3 103,0-3 0,0 1 0,0-5 0,0 0 1,0 0-274,0-4 0,-2-8 338,-4-1 0,3-8 1,-7-1-1,2-6-96,5-9 1,1-5-1,2-6 43,0-6 0,0-5 0,2-4 0,3-2 0,5 0 54,-1-2 0,7 5 0,-5-3-172,4 4 1,3 2 0,-1-1-1,0 3 1,0 1-496,0 3 0,2 7 1,2-2-628,2 3 1,2 5 0,-4 4-1782,2 5 2919,0 4 0,-6 17 0,0 4 0</inkml:trace>
  <inkml:trace contextRef="#ctx0" brushRef="#br0" timeOffset="1218">1977 207 8071,'-2'17'0,"-2"0"0,-2 0 479,3 1 1,-5-1-1,0 0 1,1 2-71,-1 4 0,0-4 0,5 6 0,-3-2-686,2 0 1,2 0 0,2-6 0,0 0-960,0 0 1,2-7 1235,4-5 0,3-10 0,8-5 0</inkml:trace>
  <inkml:trace contextRef="#ctx0" brushRef="#br0" timeOffset="1335">2011 172 8071,'0'-17'300,"0"0"0,0 0 214,0 0 0,0 5-548,0 1-840,0-1 0,8 3 874,3 3 0,5 4 0,1 2 0</inkml:trace>
  <inkml:trace contextRef="#ctx0" brushRef="#br0" timeOffset="1517">2183 35 9142,'10'2'715,"-5"4"1,-3 9-1,-2 8 1,0 0-712,0 2 1,0 1-1,0 11 1,0 1-553,0 2 0,0 2 0,0-4 0,0 2 548,0-2 0,0-1 0,0-3 0</inkml:trace>
  <inkml:trace contextRef="#ctx0" brushRef="#br0" timeOffset="1667">2132 361 8071,'0'-17'1809,"0"0"1,7 6-1998,5-1 1,3 8 0,2-1 0,0 3-157,0 2 0,1 0 1,-1 0 343,0 0 0,8-8 0,2-1 0</inkml:trace>
  <inkml:trace contextRef="#ctx0" brushRef="#br0" timeOffset="1768">2424 293 10086,'2'-10'-429,"3"4"1,13 5-1,8 1 1</inkml:trace>
  <inkml:trace contextRef="#ctx0" brushRef="#br0" timeOffset="1918">2716 172 8071,'-17'0'495,"0"6"1,-1 2 0,1 3 177,0 8 0,0 2 0,0 14 0,-1 9-315,1 9 0,0 4 0,0 12 0,0 6-491,-1 1 1,9 0-1,3-11 1,4-7-2476,2-13 2608,0-6 0,8-13 0,1-1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27.577"/>
    </inkml:context>
    <inkml:brush xml:id="br0">
      <inkml:brushProperty name="width" value="0.06" units="cm"/>
      <inkml:brushProperty name="height" value="0.06" units="cm"/>
    </inkml:brush>
  </inkml:definitions>
  <inkml:trace contextRef="#ctx0" brushRef="#br0">308 509 7813,'-17'0'1229,"5"-6"-498,1 0 0,9 0-676,2 6 1,9-5 0,16-1 0,8 2-477,5 2 0,8 2 0,-4 0 0,2 0-192,3 0 1,-3-5 0,0-1 0,0 2 612,0 2 0,-6-6 0,4-1 0</inkml:trace>
  <inkml:trace contextRef="#ctx0" brushRef="#br0" timeOffset="617">411 96 7293,'0'-11'-998,"0"-1"1432,0-1 0,-2 0 1,-4-1-1,-5 5-179,-5 1 1,-3 0 0,-4 5-1,-5-1 36,-5 6 1,5 7 0,-1 14 0,-1 8 31,-3 7 1,-1 8 0,1 9-1,5 4-150,5 2 0,9-3 0,5 5 0,1 0-52,4-2 1,16-10 0,7-12 0,6-7-253,5-3 0,5-10 1,3-2-1,4-9-319,2-7 1,-4-2 0,6-3 0,1-4-191,3-1 0,-6-5 0,-4-7 1,-4-4-1088,-1-1 1727,-1 5 0,0-4 0,1 8 0</inkml:trace>
  <inkml:trace contextRef="#ctx0" brushRef="#br0" timeOffset="1001">651 491 6298,'-9'8'-302,"-1"-6"1539,5 4-730,3-4 0,-6 0 0,6 1-241,-4 3 1,5 8-1,-5-3 1,4 4-14,2 2 1,0 6 0,0 2 0,0 4-423,0 7 0,0 0 0,0 8 0,0 0-956,0 0 1,2-6 0,4 2 1124,5-3 0,12 5 0,4 2 0</inkml:trace>
  <inkml:trace contextRef="#ctx0" brushRef="#br0" timeOffset="1183">1030 560 6968,'-18'-9'440,"7"1"0,0 10 107,-3 4 0,6 3 0,3 8 0,1 3-872,-2 2 0,4-1 0,-3 8 1,3 0-897,2-3 1,0 5 1220,0-8 0,7 0 0,3-6 0</inkml:trace>
  <inkml:trace contextRef="#ctx0" brushRef="#br0" timeOffset="1333">1116 457 8037,'0'-17'309,"0"0"-200,0 0 0,-6 5 1,-2 3 384,-1 1-1676,5 2 1,-2 14 1181,12 3 0,-4 5 0,5 1 0</inkml:trace>
  <inkml:trace contextRef="#ctx0" brushRef="#br0" timeOffset="1599">1236 440 8061,'0'11'1124,"0"1"-815,0 1 1,2 4 0,2 4 0,1 4-223,-1 2 1,4 4-1,-1 7 1,1 2-310,0-2 1,3-2-1,-3-1 1,1-1 29,5 0 0,-5-9 0,1-6 1,-1-7 91,1-5 0,-4-1 1,5-10 246,2-7 1,1-2-1,-1-16 1,-1-2 0,1-1-52,2-3 0,2-1 0,-1-2 0,-3-4-205,-1-2 1,-1 6 0,6 0-436,0 7 0,1 1 0,-1 7 0,0 4 544,0 5 0,-5 7 0,-3 8 0,-1 5 0,5 11 0,-3 10 0</inkml:trace>
  <inkml:trace contextRef="#ctx0" brushRef="#br0" timeOffset="1833">1717 595 7515,'0'17'-546,"6"-6"0,1 1 1070,3 1 0,-4-3 1,5-1-1,3-1 15,1-4 0,2-2 0,0-4 0,2-4-219,4-6 0,-2-5 0,6-6 0,-2-5-64,-4-5 0,-2 5 0,-4-1 0,-1-2-284,-3-1 0,-7 3 1,2 3-1,-6 1-150,-6 4 0,-4 4 1,-9 5 47,-4 6 0,-3 14 1,-9 9-1,1 10 1,-1 9 81,1 10 0,5-4 0,3 13 222,1 1 0,2-1 0,8-1 0,3-1 0,6 1-62,5-5 1,14-3-1,6-2-662,6-10 0,11-9 0,12-13 0,7-9 550,8-6 0,12-15 0,3-8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36.941"/>
    </inkml:context>
    <inkml:brush xml:id="br0">
      <inkml:brushProperty name="width" value="0.06" units="cm"/>
      <inkml:brushProperty name="height" value="0.06" units="cm"/>
    </inkml:brush>
  </inkml:definitions>
  <inkml:trace contextRef="#ctx0" brushRef="#br0">35 238 8008,'0'-29'-72,"0"0"132,0-1 0,-5 5 1,-1 2 779,2 4-477,-5 9 1,7 6 0,-4 16-187,4 11 1,8 9-1,1 8 1,1 8-78,0 8 0,5-3 0,-3 4 0,1-1-242,0 1 0,-5-4 0,4 3-184,-3-8 0,5-1 1,-6-7-1,-1-1 0,1-5-625,0-5 1,-1-14 665,-5-15 1,0-15 0,0-16 0,-1-7 264,-5-8 0,4 2 1,-4-2-1,4-1 111,2-3 1,0 2 0,0 0 0,2-1 185,4 1 0,3 0 0,9-1-60,-1 3 1,6-2 0,2 8 0,1 2 12,5 1 0,-1 13 1,1 6-1,-4 13 60,-2 9 1,-10 9-1,-9 14 1,-5 7-36,-1 2 0,-9 8 0,-6 0 0,-6 2-209,0 0 1,-4-14-1,0 3-98,-2-3 1,6-1-1,-2-3 1,4-5-1,2-4-1301,0-2 1,7-5-789,5-1 2141,10-7 0,13 4 0,8-8 0</inkml:trace>
  <inkml:trace contextRef="#ctx0" brushRef="#br0" timeOffset="250">568 289 8008,'17'-9'308,"1"3"0,-7 12 1,-1 5-1,-3 4 109,-3 2 1,-2 8 0,-2 4 0,0 3-308,0 3 1,0-1 0,0-1-1,-2-3 15,-4-1 1,4-6 0,-5 3 0,1-1-187,0-4 1,1-7 0,3-5 46,-4-1 1,4-6 0,-4-12 43,4-7 1,2-12 0,2-1 0,4-6 52,5-5 1,-1-1 0,1 4 0,5-4-352,5-2 0,-2 6 0,4 0-342,-4 7 1,4 1-1,2 7 1,1 4-1,3 5-449,-2 9 1,3 3 1058,-7 2 0,0 7 0,-6 3 0</inkml:trace>
  <inkml:trace contextRef="#ctx0" brushRef="#br0" timeOffset="517">1032 444 6800,'6'25'273,"0"3"1,1-9 0,-1-3 510,6-7 1,3-3 0,2-8-324,0-4 1,0-5-1,-1-10 1,-3-4-219,-2-2 1,-1-1 0,1-7 0,-5-1-210,-4-4 1,4 9 0,0-1 0,-3 5-67,-1 6 1,-7 2 0,-3 4 0,-2 3 56,-3 6 1,-2 5-1,-2 4 1,-1 9 41,1 11 0,0 7 0,2 5 1,1 1-12,3 4 1,1-4-1,-3 4 1,3-3-304,3-3 0,1 0 0,6-1 0,2-2-422,4-3 1,3-13-1,10 3 1,2-5-155,2-3 0,8-3 1,-4-9-1,1-3 823,1-7 0,-8-3 0,11-10 0,-5-2 0</inkml:trace>
  <inkml:trace contextRef="#ctx0" brushRef="#br0" timeOffset="700">1324 392 7864,'0'-17'1016,"0"9"0,0 10-697,0 14 1,0 3 0,0 9 0,0 1-168,0-2 1,6 3 0,0-7 0,0-2-5,1-2 0,-3-2 0,8-1-64,1-5 0,-4-3 0,3-8 0,1-2-96,3-4 1,-1-5 0,-2-12-335,-1-6 0,-1-3 0,6-3 1,0 1-1,-1 1-257,-5 5 0,4-5 0,-3 7 603,3-1 0,2 2 0,1 8 0</inkml:trace>
  <inkml:trace contextRef="#ctx0" brushRef="#br0" timeOffset="931">1771 392 8008,'10'8'1151,"-1"-4"-409,-3 7 1,-2-7 0,7 2-303,3-4 1,-1-10-1,0-4 1,-3-3-297,-2-2 1,3-2-1,-5-2 1,-2-4 52,-2-2 1,-2 6 0,0-2-1,0 4-326,0 2 1,-8 8 0,-4 3 0,-3 4-1,-2 2 1,0 15 0,0 8 0,-1 8-39,1 3 0,0 6 0,2 0 0,1 0-338,3 2 0,7-9 0,-2 3 0,6-1-330,6-5 0,4-7 1,7-2 834,0-8 0,16-5 0,3-8 0</inkml:trace>
  <inkml:trace contextRef="#ctx0" brushRef="#br0" timeOffset="1297">2012 323 8008,'-12'0'555,"1"0"58,7 0 0,-5 2 1,5 4-414,-2 6 0,0 5 1,6 4-1,0 2 122,0-2 1,0 5 0,0 1 0,0 2-195,0-1 1,0-5 0,0 4-1,0 0 63,0 0 1,0-6-1046,0 1 0,2-10 678,4-6 1,-2-20 0,5-9 0,1-9 44,-1-8 1,3-4-1,5-8 1,0-1 28,0-4 0,6 3 0,0-1 0,0 5 235,2 4 1,-4 8 0,6 0 0,-2 9 89,-4 12 0,-2 7 0,-2 14 1,0 8-47,0 11 0,-5 9 0,-3 8 0,-1 6-102,-4 4 1,-2 1 0,-2 1-1,0 1-537,0 5 1,0-13 0,0 1 0,0-8-1090,0-3 0,0-8 1551,0-5 0,7-10 0,3-4 0</inkml:trace>
  <inkml:trace contextRef="#ctx0" brushRef="#br0" timeOffset="1483">2562 100 8335,'0'-17'1128,"0"0"1,0 15 0,0 9 0,0 12-787,0 10 1,6 5 0,1 7-1,1 4-339,0 5 1,-1-4 0,-3 0-1,2 1-509,-2 3 0,3-6 0,-1-4 0,-2-4-1201,-2-1 1,3-3 1706,1-3 0,0-4 0,-6-8 0</inkml:trace>
  <inkml:trace contextRef="#ctx0" brushRef="#br0" timeOffset="1615">2528 495 7983,'-12'-11'960,"2"-1"-357,3-1 0,1 3 1,6-1 18,0-2 0,0-3 0,0-1 1,2 0-547,4 0 0,3 0 0,9-1 0,-1 1-964,0 0 1,6 8 0,2 1 887,1 0 0,3 6 0,5-5 0</inkml:trace>
  <inkml:trace contextRef="#ctx0" brushRef="#br0" timeOffset="1715">2888 427 7983,'-17'7'0,"8"-5"0,-7 6 0,7-8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35.857"/>
    </inkml:context>
    <inkml:brush xml:id="br0">
      <inkml:brushProperty name="width" value="0.06" units="cm"/>
      <inkml:brushProperty name="height" value="0.06" units="cm"/>
    </inkml:brush>
  </inkml:definitions>
  <inkml:trace contextRef="#ctx0" brushRef="#br0">138 102 8008,'0'-17'-642,"0"0"0,0 5 1254,0 1 27,0-1 830,0-5-1063,0 7 0,0 5 0,0 12 0,0 11-307,0 8 1,0 9 0,0 3 0,0 4-465,0 2 0,-6 2 1,-2 5-1,1 1-2035,-1-1 2400,-5-7 0,3 6 0,-7-6 0</inkml:trace>
  <inkml:trace contextRef="#ctx0" brushRef="#br0" timeOffset="152">0 274 8354,'0'-12'202,"0"1"1,8 5 0,5-3-1,6 1-663,4 4 0,10-3 0,-1-1 0,8 0-186,4 1 1,-4-5 646,6 6 0,-8-7 0,4 4 0</inkml:trace>
  <inkml:trace contextRef="#ctx0" brushRef="#br0" timeOffset="334">447 136 8111,'-10'8'685,"-5"3"1,4 10-326,-5 2 0,-1 10 0,2-1 1,2 8 113,1 4 0,8-4 0,-1 4 0,5-2-241,5-3 1,7-5 0,11-5 0,7-8-257,8-8 0,-1-5 0,3-8 1,-4-2-100,-2-4 1,-1-11-1,-4-12 1,-8-3-145,-8-3 0,-5-1 0,-8-2 0,-2-2-98,-4 1 1,-6 5 0,-9 4 0,-3 3-1464,-3 2 1827,6 2 0,-12-2 0,7-1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39.673"/>
    </inkml:context>
    <inkml:brush xml:id="br0">
      <inkml:brushProperty name="width" value="0.06" units="cm"/>
      <inkml:brushProperty name="height" value="0.06" units="cm"/>
    </inkml:brush>
  </inkml:definitions>
  <inkml:trace contextRef="#ctx0" brushRef="#br0">207 69 7915,'0'-11'0,"0"-1"197,0-1 1,-6 3-1,-2 1 211,-1 1 0,3 2 0,-5 6 0,-3 0-221,-1 0 1,-2 4 0,0 6 0,0 11-98,-1 9 1,1 9 0,2 12 0,1 4-122,3 8 1,7-3 0,-2 12-1,5 3-579,1 1 0,7-3 0,7-3 1,7-9 609,7-9 0,12-12 0,4 2 0</inkml:trace>
  <inkml:trace contextRef="#ctx0" brushRef="#br0" timeOffset="299">430 361 7915,'0'-24'58,"-7"-1"0,-5-2 0,-5 8 305,-6 5 0,4 11 0,-4-1 1,4 8-60,2 7 1,0 6-1,1 6 1,5 6-82,5 3 0,-2 3 0,3-1 0,3 0-289,6 1 1,-1-8-1,11-5 1,3-2-188,4-3 1,4-8 0,-4-3 0,4-4-7,1-2 0,3-10 1,4-7-1,-5-10 66,-5-5 1,-4-8 0,-2-2 0,1 0 217,-1 0 0,-8 2 0,-3 7 481,-4 5 0,-2-3 0,-2 10-80,-4 6 0,-1 15 0,-7 17 1,5 12-549,1 9 0,2 6 0,6 7 1,0 1-824,0-1 0,2-5 1,4-4-1,5-3 945,5-7 0,1-9 0,0 2 0</inkml:trace>
  <inkml:trace contextRef="#ctx0" brushRef="#br0" timeOffset="583">808 413 7915,'-11'0'257,"-1"0"259,-1 0 0,-2 6 0,0 1 0,3 3-90,6 3 0,-1 2 0,1 5 0,2 2-301,2 7 1,2 4-1,0 1 1,0 0-255,0 1 0,0-3 0,2-3 0,2-6 69,2-4 1,-1-8 0,-3-1-56,4-3 0,-2-5 1,5-13-1,1-12-28,0-8 1,-5-11-1,5-3 1,-1-5 4,1-2 1,1 1-1,7-1 204,-1 1 0,0 1 1,2 2-1,2 6 30,2 6 0,0 2 1,-4 16-1,2 9-11,2 5 1,0 21 0,-6 12 0,-2 15 0,-1 11-304,-3 8 1,-5-2 0,5-1 0,1-5-2016,-3-5 2233,7-10 0,-7 9 0,8-5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48.552"/>
    </inkml:context>
    <inkml:brush xml:id="br0">
      <inkml:brushProperty name="width" value="0.06" units="cm"/>
      <inkml:brushProperty name="height" value="0.06" units="cm"/>
    </inkml:brush>
  </inkml:definitions>
  <inkml:trace contextRef="#ctx0" brushRef="#br0">137 0 8264,'-18'0'2089,"7"0"-1700,-1 0 1,9 14-1,-3 7 1,4 9-113,2 12 0,2 8 0,2 7-260,1 6 1,9-2-1,-5 2 1,3-1 0,-3-3-323,-1-2 0,-2-15 0,-6 4 0,0-10-1492,0-7 1,0-10 1286,0-8 0,-6-14 0,-2-5 0,-1-11 510,-5-10 0,5-3 0,-3-1 0,1 3 43,1 1 1,-5 8 0,6-2 0,-3 4 781,1 2 0,7 5 0,-4 1 169,1-2 1,5-3-862,-4-1 0,12 6 0,5 1 1,4 1-234,3-1 1,4 4 0,3-3 0,2-1-431,4 1 1,1 3 0,2-4 0,1 1-46,-1-1 1,-5-1 0,-1-5-1,1 5 605,-2 5 0,-2-1-54,-8 1 0,-8 2 0,-3 10 491,-4 5 1,-10 5 0,-1 3-1,-3 2 317,1 2 0,7 5 0,-2-3 1,5 2-567,1 3 1,0-5 0,1-2 0,5-2-152,6 2 1,5-10 0,4 3 0,2-7-72,-2-5 0,4-4 0,-3-6 0,-1-5-55,-1-4 1,-11-8-1,-3 0 1,-4 2-169,-2 2 1,-8 1-1,-3 1 1,-7 2-146,-4 4 1,1-5 0,-6 7 0,2-1-12,4 4 1,-4-1-1,4-1 1,4 0-374,4 1 756,9-7 0,-12-3 0,7-9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49.085"/>
    </inkml:context>
    <inkml:brush xml:id="br0">
      <inkml:brushProperty name="width" value="0.06" units="cm"/>
      <inkml:brushProperty name="height" value="0.06" units="cm"/>
    </inkml:brush>
  </inkml:definitions>
  <inkml:trace contextRef="#ctx0" brushRef="#br0">172 8 8765,'0'-8'672,"0"8"1,0 10-1,0 13 1,0 7-569,0 8 0,0 8 0,0 12 0,0 7-263,0 7 0,-2 1 1,-2 1-1,-1-5-674,1-8 0,2-15 0,2 2 833,0-10 0,-8-8 0,-1-13 0</inkml:trace>
  <inkml:trace contextRef="#ctx0" brushRef="#br0" timeOffset="152">0 506 7898,'0'-17'0,"2"0"-34,4 0 1,-2 0 0,5-1 0,1 1 368,-1 0 0,5 0 0,7 2 1,4 1-435,1 3 1,1 5 0,4-4 0,-1 1-416,6-1 1,-1 7 0,5-5 513,-4 0 0,6-1 0,2-9 0</inkml:trace>
  <inkml:trace contextRef="#ctx0" brushRef="#br0" timeOffset="652">619 42 9529,'0'17'363,"0"3"0,0 2-208,0 7 0,0 11 0,0 6 0,0 4-19,0 1 1,0 1 0,0-1 0,2 1-71,4-1 1,-4-12 0,3-7-1,-1-5-47,2-6 0,-4-8 0,5-3-340,1-3 0,2-10 0,5-13 1,-2-7 221,-1-3 1,-1 3 0,6-6 0,0 0 85,1 3 1,-1-5-1,0 8 1,-2 2 4,-3 2 0,3 2 0,-3 0 0,3 2 32,2 3 1,0-1 0,0 7 0,1 0-9,-1-1 0,-6 5 0,1-4 0,1 2 70,2-2 1,2 5-1,1-7 1,-1 2 48,0 0 0,-6-5 1,-1 3-13,-2-1 0,-3-3-86,-5-5 0,-7 8 1,-5 3-37,-3 4 0,-8 2 0,0 2 0,0 4 0,0 7 119,0 8 1,1 6 0,4 7-1,1 0 267,0 1 0,6 1 0,1 0-346,2-1 0,5 7 0,8-12 0,9-1 0,7-2-873,7-6 1,7-10-1,3-5 832,2-4 0,15-10 0,-1-1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46.370"/>
    </inkml:context>
    <inkml:brush xml:id="br0">
      <inkml:brushProperty name="width" value="0.06" units="cm"/>
      <inkml:brushProperty name="height" value="0.06" units="cm"/>
    </inkml:brush>
  </inkml:definitions>
  <inkml:trace contextRef="#ctx0" brushRef="#br0">310 82 7869,'-8'-17'6,"-1"6"1,-8-1-1,-1 1 131,1 1 1,-6-3 0,-1 7 0,-3 4 189,-4 6 1,6 8 0,2 9-1,4 5-157,2 7 0,2-6 1,3 11-1,7 0-54,3-2 0,4 2 1,3-1-1,9-1-162,7-4 0,4-1 0,5 3 1,-1 1-18,1-1 0,-5-5 1,-2-1-1,-4 3 18,-2 1 1,-5 5 0,-3 1 23,-1 2 0,-4 0 1,-12-7-1,-7-5 0,-8-5-251,-4-4 1,-1-9 0,-5-4 0,3-5-272,1-1 0,8-7 1,-2-7-1,6-5 543,5-4 0,-3-15 0,6 2 0</inkml:trace>
  <inkml:trace contextRef="#ctx0" brushRef="#br0" timeOffset="168">499 117 8073,'0'17'0,"0"0"30,0 0 1,-6 8 0,1 4 0,1 3 522,2 3 0,2 7 1,0 4-1,0 5-342,0 6 0,0-3 1,0 3-1,2-3-1025,4-3 1,-3-7 0,7-4 0,-2-5-963,-5-7 1776,-1-3 0,-2-8 0,0 0 0</inkml:trace>
  <inkml:trace contextRef="#ctx0" brushRef="#br0" timeOffset="300">379 581 7869,'0'-17'273,"0"-1"1,0 1-38,0 0 1,7 6 0,5-1 0,3-1-284,2-2 0,2 5 1,4 2-1,6 3-430,3-1 1,5-6 0,1 7 0,2-1-138,-2-2 1,-2 5 613,-1-9 0,-1 1 0,1-7 0</inkml:trace>
  <inkml:trace contextRef="#ctx0" brushRef="#br0" timeOffset="683">860 323 6765,'0'17'101,"0"0"1,0 1 388,0-1 1,0 6 0,0 0 0,0 0 0,0 1-117,0 5 0,0 3 0,0 3 0,2 1-421,4 4 1,-4-3-1,3 3 1,-3-4-38,-2-2 0,0-5 0,0-2 319,0-2-149,0-10 0,-6-17 0,1-15 0,1-10-30,2-6 1,2-9 0,0-1 0,2-5-36,4-4 1,-3 5-1,9-11 1,1 5-213,3 1 0,1 8 0,2 4 1,2 4-306,2 2 1,5 7-1,-3 6 1,0 7-232,0 9 0,0 3 0,-4 4 727,2 3 0,0 5 0,-6 7 0,-2 0 0,-2 1 0,-1-1 0,-6-2 0,3-2 0,-1-1 0,3-1 0,-3 6 0,-1 1 0,1 1 18,-4 4 0,0 3 0,0 7 0,1-1 205,-1 3 1,-2-5-1,-2 10 1,0-1 61,0 1 0,-6-10 1,1 5-1,1-5-561,2-3 1,0-4 275,-4-12 0,-3-3 0,-9-8 0</inkml:trace>
  <inkml:trace contextRef="#ctx0" brushRef="#br0" timeOffset="800">1307 323 7984,'-8'-17'303,"6"5"-1543,-3 1 140,3 7 1100,2-3 0,7 7 0,3 0 0</inkml:trace>
  <inkml:trace contextRef="#ctx0" brushRef="#br0" timeOffset="1133">1565 375 7958,'0'24'67,"-2"-4"1,-2 4 0,-4-1 416,-1 0 0,5 8 0,-2-5 1,4 3-105,2 0 1,0-2-1,0 3 1,0-1-323,0 1 1,2 3 0,2-1 0,2-1-198,-2-3 1,3-7 68,-1 2 0,2-11 0,-5-10 0,3-10-97,-2-9 0,0-12 0,0 1 1,1-7-29,-1-5 0,4 2 1,-1-6-1,1 2 85,0 4 0,3 1 0,-3 3 1,1 0 167,5-1 1,-5 9 0,1 3-33,-3 4 1,7 13-1,-5 10 44,1 11 1,-2 16 0,-8 1-423,0 6 1,5 8 0,1-6 0,-2-4 0,0-3-564,1-4 1,-1-8 914,8 1 0,7-2 0,7-3 0</inkml:trace>
  <inkml:trace contextRef="#ctx0" brushRef="#br0" timeOffset="1467">1977 340 8032,'-7'-9'494,"-3"1"0,-7 10-128,0 4 0,5 3 1,3 8-1,1 3-72,4 2 1,0-1 0,0 6 0,-1 0-242,1 0 1,2-6 0,4 2 0,2-4-243,1-2 0,9-6 1,-3-1-1,5-2-65,1-5 0,0-8 1,0-7-1,0-5 66,1-6 1,-1 4-1,-2-4 1,-2 4 281,-1 2 0,-1 1 0,6 3 254,1 2 1,-7 9 0,-1 2-1,-1 11 62,1 10 0,-6 2 0,1 11 0,-3 9-40,-2 4 0,0 7 0,0 1-109,0 2 1,-7 6 0,-7-3-1,-7-3 1,-7 0-234,-5-1 0,-1-14 1,-1 2-1,1-14-664,0-13 1,-3-7 0,1-12 0,0-4-1141,3-5 1,10-18 0,2-7 1775,8-6 0,-2-4 0,5-6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43.805"/>
    </inkml:context>
    <inkml:brush xml:id="br0">
      <inkml:brushProperty name="width" value="0.06" units="cm"/>
      <inkml:brushProperty name="height" value="0.06" units="cm"/>
    </inkml:brush>
  </inkml:definitions>
  <inkml:trace contextRef="#ctx0" brushRef="#br0">0 132 7704,'0'-17'0,"2"0"30,4 0 0,-4 5 683,4 1-518,-4 7 1,-2 4-1,0 11 1,0 7 0,0 5 50,0 5 1,0 7 0,0 3-165,0 2 0,0 6 0,0-4 0,0-2 0,0 0-159,0-2 0,0-11 0,0 7-21,0-1 0,0-8 0,0-3-147,0-2 1,0-13 0,0-9 158,0-13 0,2-12 1,1-11-1,5-6-3,2-6 1,1 1 0,4-10 0,-1 1 50,-3 3 0,1 7 1,5-3-1,0 9-10,0 5 0,-5 16 1,-1 6 125,2 6 1,1 12 0,-3 15 0,-5 10 121,-4 10 0,4 6 1,-1 6-1,-1-2-47,-2-2 0,-2-6 0,0 4-106,0-2 0,0 1 0,0-6 0,0-7 1,0-3 88,0-6 0,2-8-242,4-1 1,-4-16-1,3-2 1,-3-9 72,-2-8 0,6-9 0,2-10 0,-1-2-3,1-4 0,3 6 1,-3 2-1,2 2 31,3-2 0,-4 11 0,3 0 0,-1 8-39,-1 4 0,-1 8 0,-3 7-5,6 11 0,-3 5 1,1 14-1,-1 5-206,1 5 0,-6-2 0,3 4 0,1-3-171,3-3 0,5-5 1,1-3-1,0-1 426,0-4 0,0-9 0,1-7 0,6-10 0,3-5 0</inkml:trace>
  <inkml:trace contextRef="#ctx0" brushRef="#br0" timeOffset="300">671 287 7869,'9'-29'9,"-3"1"0,-4 7 1,-2-2-1,-2 4 222,-4 1 0,2 3 1,-7 4-1,0 3 41,1 0 0,-5 7 1,5-3-1,-1 9-180,-1 13 1,7 1 0,-5 7 0,2 1 95,5 0 0,1-4 0,2 4 0,0-1-89,0 1 1,0-6 0,0 2 0,0-4-367,0-2 1,0 0-1,2-1-33,3-5 1,5-3 0,5-12 0,-2-6 120,-1-7 0,-1-11 0,7-1 156,-1-3 1,0-1 0,-2 4-1,-1 5 1,-5 1 563,-1 0 0,3 6-203,-5 5 1,2 8 0,-5 0-158,3 8 0,0 6 0,-6 7-114,0 0 0,2 6 1,2 2-1,1 0 1,1 0-1297,2-4 1,-6-2 0,5-4 1228,1-4 0,1-3 0,9-8 0</inkml:trace>
  <inkml:trace contextRef="#ctx0" brushRef="#br0" timeOffset="450">929 29 7869,'0'-11'2106,"0"-1"-1926,0 8 1,-6 4 0,0 14 0,2 7 9,2 7 0,2 5 0,0 1 0,2 3-540,4 3 1,-4-2 0,6 4-1,-3-2-1944,1-2 2294,7-13 0,-3 23 0,7-12 0</inkml:trace>
  <inkml:trace contextRef="#ctx0" brushRef="#br0" timeOffset="584">1083 356 7944,'-6'17'36,"1"0"0,-3-5 0,4-1 1,-1 2-8,1 3 1,2 1 0,2 0 0,0 0-392,0 0 0,0-5 0,2-3 362,3-1 0,5 5 0,7-3 0</inkml:trace>
  <inkml:trace contextRef="#ctx0" brushRef="#br0" timeOffset="734">1169 184 7869,'0'-27'75,"0"4"0,0 10 0,0 1 0,0-1 780,0-2-971,0 5 1,0 4 0,2 10-65,4 2 1,3 7 0,9-1 0,-1 1-839,0-1 1018,-8 3 0,14-6 0,-4 9 0</inkml:trace>
  <inkml:trace contextRef="#ctx0" brushRef="#br0" timeOffset="883">1410 132 7869,'-2'-9'115,"-4"3"0,2 4 1,-7 2-1,-3 2 248,-1 4 0,4 5 0,-1 10 0,-1 4-80,-2 2 0,3 1 0,3 7 0,1-1-142,4 1 1,2-1-1,2-2 1,2-1-9,4-2 0,3-8 0,9 1 0,1-4-2929,4-7 2796,-4-3 0,13-8 0,-5 0 0</inkml:trace>
  <inkml:trace contextRef="#ctx0" brushRef="#br0" timeOffset="1017">1599 304 8209,'-2'17'282,"-4"1"0,-3-1 0,-7 0 0,5 2-137,5 4 1,4-4-1,2 4 1,0-4-314,0-2 0,0-5 1,2-3-364,4-1 531,3-2 0,9-6 0,-1 0 0</inkml:trace>
  <inkml:trace contextRef="#ctx0" brushRef="#br0" timeOffset="1149">1685 218 7775,'-8'-9'-432,"4"-5"608,-7 9 1,5-7-178,-5 6-443,7 1 0,4 5 0,11 0-23,5 0 467,1 0 0,8 0 0,1 0 0</inkml:trace>
  <inkml:trace contextRef="#ctx0" brushRef="#br0" timeOffset="1382">1822 132 6557,'10'-7'792,"-6"7"0,-6 9-506,-4 6 1,-5 8 0,3 2 0,-2 2 128,-3 3 0,3 9 1,1 1-1,1-2-262,4-2 0,3-7 1,1-2-1,1-3-258,5-3 1,4-9 0,9-6 0,2-6 0,2-6 1,5-6-1,-5-12 1,-2-9-26,-2-5 1,-1-8-1,-3 4 1,-2 0 42,-1 0 1,-9 8 0,3 7 0,-4 2-486,-2 4 0,-2 4 0,-4 6 27,-5 5 1,1 4 0,1 4 316,1 4 0,3 3 0,6 8 227,5 0 0,-4 1 0,6-1 0</inkml:trace>
  <inkml:trace contextRef="#ctx0" brushRef="#br0" timeOffset="1616">2046 184 8035,'-12'17'825,"1"2"-539,-3 4 1,5-4 0,-1 4 0,3-4-121,3-2 1,2 1-1,2-1-189,0 0 1,0 0 0,2-2-79,4-3 0,3-5 0,8-7 0,1-1-47,-1-5 1,0-6 0,0-9 0,-2-2 53,-3 2 1,3 2 0,-5 2 0,1 2-138,1 3 1,-7-3-1,5 4-110,-3-5 0,1 7-108,-2 3 1,3 4-148,9 2 596,-1 0 0,0 8 0,0 1 0</inkml:trace>
  <inkml:trace contextRef="#ctx0" brushRef="#br0" timeOffset="1799">2389 184 7869,'-7'9'262,"5"7"1,-6-7 255,1 1 0,5 5 0,-4-4 0,4 7-124,2 5 1,0-2-1,0 7 1,0 5-83,0 5 0,-2-6 0,-4 7 1,-5-1-56,-4-2 1,-2 0 0,-1-3 0,-1-3-1011,-4-1 1,4-8 0,-6 0 752,1-8 0,-11-5 0,-9-8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41.539"/>
    </inkml:context>
    <inkml:brush xml:id="br0">
      <inkml:brushProperty name="width" value="0.06" units="cm"/>
      <inkml:brushProperty name="height" value="0.06" units="cm"/>
    </inkml:brush>
  </inkml:definitions>
  <inkml:trace contextRef="#ctx0" brushRef="#br0">52 231 8054,'-6'-11'-1064,"0"-1"544,2-1 0,2-2 467,2-2 0,0-1 53,0 1 0,0 0 0,0 0 0,0 0 0,-2 7 0,-3 4 0,3-3 0,-6-1 0</inkml:trace>
  <inkml:trace contextRef="#ctx0" brushRef="#br0" timeOffset="333">17 25 8054,'0'-9'677,"0"-1"-162,0 4 1,0 6-271,0 0 1,0 16 0,0 12 0,0 7 52,0 5 0,0 6 1,0 11-1,0 4-156,0 0 0,0 6 1,0-6-1,0 0-151,0-4 0,-2-5 0,-2-6 0,-1-6-152,1-4 1,2-9-185,2-4 0,0-14 172,0-9 0,0-9 0,0-12 0,2-6 6,4-5 0,-3-3 0,9-14 127,1-5 0,3-1 0,1 1 0,0 1 1,0-1 118,0 5 0,1 9 0,-1 1 0,0 11 19,0 11 0,-7 11 0,-3 17 146,1 12 0,-6 15 1,4 8-1,-5 4-305,-1 1 0,0 1 0,0 0 0,0-3-455,0-3 1,0-2 0,2-8-1,4 1-1645,6-5 2161,3-17 0,10 8 0,1-13 0</inkml:trace>
  <inkml:trace contextRef="#ctx0" brushRef="#br0" timeOffset="633">516 455 8054,'-2'-17'357,"-2"-1"0,-4 1 53,-1 0 0,3 6 0,-5 1 245,-3 2 0,-1 5 1,0 8-468,3 7 1,-1 5 0,7 6 0,0 6-150,-1 3 0,5-3 0,-4-1 1,4 1-163,2-2 1,0 3 0,0-7 0,2 0-127,4 2 0,1-12 0,7 3 1,-3-7-355,3-5 0,1-4 0,2-8 0,0-7 325,0-6 1,1-10-1,-1 5 1,0-3 437,0 0 1,-7 8-1,-3 0 1,-1 6 852,0 4 0,1 1-922,-1-1 1,-4 5-239,4 12 1,-4 5-1,0 10 1,1 4-453,3 2 1,8-6-1,-5 2 1,3-4-1044,-1-2 1642,1 0 0,12 0 0,3 0 0</inkml:trace>
  <inkml:trace contextRef="#ctx0" brushRef="#br0" timeOffset="867">842 541 8054,'6'-33'0,"0"5"44,-3 5 1,-1 4 0,-2 1-1,-2 3 464,-3 4 0,3 1 0,-6 6-36,1-1 1,5 1-1,-4 10-360,4 5 1,2 6-1,2 4 1,2 2 65,1-2 0,3-2 1,-4-2-1,4 1-187,1-1 0,-3 0 0,3 0 0,-1 0-100,-4 1 1,3-1 0,1-2 181,2-4 1,1-3 0,6-10 34,1-4 1,-7-5-1,0-12 1,3-7-240,1-9 0,0 1 1,-1-6-1,-3 0-359,3 0 0,-5 12 0,3-1 0,-1 7-1207,-1 5 1,5 9 1696,-4 7 0,5 3 0,1 2 0</inkml:trace>
  <inkml:trace contextRef="#ctx0" brushRef="#br0" timeOffset="1100">1220 369 7959,'18'17'-64,"-1"0"0,-6-5 0,1-3 0,1 1 790,2-1 1,2-5-1,1 2 1,1-4-242,4-2 1,-4-2-1,4-4 1,-4-5-307,-2-5 1,0-6-1,-2-3 1,-3 0-85,-6 0 0,-5-5 0,-1 3 1,0 0-138,0 4 1,-9 6 0,-6 5-1,-8 7-167,-4 3 0,4 4 0,-6 5 0,-1 11 195,-3 8 1,1 14 0,1 6 0,5 4 538,1 1 1,4 3 0,9 1-1,7 5-444,3 1 0,4-12 0,5-1 0,10-10-583,10-11 0,13-8 0,6-7-2446,4-7 2948,1-18 0,9-6 0,1-16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52.102"/>
    </inkml:context>
    <inkml:brush xml:id="br0">
      <inkml:brushProperty name="width" value="0.06" units="cm"/>
      <inkml:brushProperty name="height" value="0.06" units="cm"/>
    </inkml:brush>
  </inkml:definitions>
  <inkml:trace contextRef="#ctx0" brushRef="#br0">103 1 7471,'-11'0'-150,"-1"0"398,9 0 476,-5 0 122,8 0-391,0 0 0,0 7 1,0 5-425,0 3 1,0 2-1,0 2 1,0 4-15,0 6 0,0 5 1,0 4-49,0 3 1,0 6-1,-2-1 1,-2 4 0,-1 1-178,1 1 0,0-1 0,0-1 88,-2-4 1,1-6 0,3-9 0,-2-5 0,-2 1-92,2 0 1,1-14 3,-3-1 146,4-9 0,-6-4 0,8-5 0,0-6-40,0-3 0,0 2 0,0-5 88,0-6 1,0 1-1,0-2 1,0 2 86,0 0 0,0 0 0,0 6 39,0 0 1,8 0 0,1-1 128,1 1 1,5 8-103,-3 3 1,-3 6-1,3 6 1,-1 5-1,1 6-1,-1 6 0,-5 2 1,5 6-1,1-5-47,-3-1 1,7 4-1,-7-6 1,1-2-227,-5-2 1,5-2 133,1 0 0,5 0 0,1 1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7:05.648"/>
    </inkml:context>
    <inkml:brush xml:id="br0">
      <inkml:brushProperty name="width" value="0.06" units="cm"/>
      <inkml:brushProperty name="height" value="0.06" units="cm"/>
    </inkml:brush>
  </inkml:definitions>
  <inkml:trace contextRef="#ctx0" brushRef="#br0">343 69 8266,'-25'0'70,"4"0"0,-8 0 0,-1 0-53,-3 0 1,5 8 0,1 7 0,0 12 804,0 13 1,1 17 0,-1 10 0,8 7-413,6 5 1,9-14-1,-2-2 1,6-10-242,6-7 1,5-12 0,12-13 0,6-7-290,3-9 0,3-5 0,-1-5 0,2-9-54,4-7 1,-3-7 0,1-11 0,-6-4-375,-3-7 1,-8 0 0,2-11 0,-6 2 544,-6 4 1,3 1 0,-8 4 0,-3 5 156,-1 4 0,-9 15 0,-5 9 130,-3 9 1,0 17 0,3 12 0,6 16-82,5 10 1,1 3 0,0 11 0,1 0-771,5 0 1,4-11 0,7 0-145,0-6 1,8-8-1,4-11 1,3-10-1,2-5 711,1-7 0,-1-8 0,1-5 0</inkml:trace>
  <inkml:trace contextRef="#ctx0" brushRef="#br0" timeOffset="149">807 138 8266,'-17'0'0,"7"7"0,4 5 0,4 5 146,2 6 1,0 8 0,0 12 0,0 11 754,0 5 0,8 4 0,2 4 1,1-2-1258,1-2 1,-7-13-1,7-1 1,-1-5-735,-1-6 0,-3-3 0,-7-7 1090,0-5 0,0-4 0,0-1 0</inkml:trace>
  <inkml:trace contextRef="#ctx0" brushRef="#br0" timeOffset="299">687 653 8266,'1'-15'130,"5"2"1,6 3 53,3 3 1,2-7 0,2 5 0,4-3-677,6 1 1,3-1-1,5-5 1,1-2-837,2-4 1328,8 4 0,-5-14 0,9 7 0</inkml:trace>
  <inkml:trace contextRef="#ctx0" brushRef="#br0" timeOffset="466">1305 0 8206,'0'17'-5,"0"1"0,-5 1 0,-1 2 1,2 5 917,2 7 0,2-1 0,0 14 0,0 4-416,0 5 0,6 6 1,1 8-1,1 0-409,0 0 0,-3-12 1,-5-4-1,2-1-923,4-4 0,-4-14 0,4-1 0,-4-7 835,-2-5 0,-16-9 0,-3-5 0</inkml:trace>
  <inkml:trace contextRef="#ctx0" brushRef="#br0" timeOffset="615">1099 636 8266,'-2'-11'553,"-4"-1"0,5 7 0,-3-7 1,6-1-5,3-3 1,11 5 0,-1 1 0,8 1-767,4-1 0,1 7 0,7-3 1,-1 4-435,0 2 1,3 0 0,1 0 0,2 0 650,-2 0 0,-2 8 0,-1 1 0</inkml:trace>
  <inkml:trace contextRef="#ctx0" brushRef="#br0" timeOffset="1118">1701 361 8266,'-18'0'620,"1"8"0,0 3 0,0 5-331,0 1 1,5 0 0,1 2 0,-1 2 252,3 2 0,-5 2 0,9-4 0,1 4-452,2 1 1,2-5 0,2 4 0,2-2-9,1 0 0,9-6 0,-3-7 1,4-3-76,3-3 1,1-2 0,2-2 0,2-2-306,-2-4 1,-2-5 0,-4-12-1,-2-6 31,-1-3 0,-3-2 0,5-1 1,-5 1 210,-1-1 0,3 1 1,-5 2-1,0 3 963,2 6-783,-7 4 0,7 11 0,-8 10 0,0 14-267,0 10 1,0 12-1,0 3 1,0-1-599,0 2 0,0-12 1,2 3-1,4-5-44,5-1 0,4-12 0,3 1 0,1-7 785,4-5 0,3-6 0,9-7 0,-1-11 0,1-4 0,-1-5 0,-2-7 0,-3-2 0,-6-3 0,-4 1 0,-4 8 0,-3 3 273,-7 6 1,-5 4-1,-7 4 1,-8 2 654,-6 1 0,-4 8 1,4 0-1,-2 8-153,2 8 1,2 5 0,2 6 0,-1 5-402,1 5 1,2 1-1,3 1-188,7-1 0,3 0 1,2 1-1,0-1 1,2 2-531,3 5 0,5-13 0,9 1 0,4-10-898,6-8 1,3 3 0,2-8 0,1-5 99,-1-4 0,1-15 0,-3-8 1142,-3-1 0,3-13 0,-5 4 0,7-16 0</inkml:trace>
  <inkml:trace contextRef="#ctx0" brushRef="#br0" timeOffset="1282">2508 275 8134,'-2'-9'513,"-3"3"361,-7 4 1,3 2 0,-1 2 0,1 4-260,-1 5 0,1 12 0,-5 6 0,5 5-436,1 6 0,-3-2 0,3 8 0,0 2-723,1 2 1,1 1 0,6-1-1,0-4-313,0-6 1,2-12-1,4-5 1,5-5 124,4-7 0,8-3 0,0-8 0,0-2 732,2-4 0,-6-11 0,6-10 0</inkml:trace>
  <inkml:trace contextRef="#ctx0" brushRef="#br0" timeOffset="1449">2697 447 8184,'0'-17'144,"0"0"0,-1 5 1,-5 3-1,-6-1 138,-3 1 1,-2 5-1,0 0 1,0 8 265,-1 7 1,-1 12 0,0 4 0,-2 2-141,0-1 1,12 1 0,-7 5 0,5 1-79,1-1 0,6-7 0,-1-4 0,5-4-204,5-2 0,7-2 0,9-3-741,2-7 0,7-3 0,1-4 615,7-3 0,6-5 0,8-7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7:04.515"/>
    </inkml:context>
    <inkml:brush xml:id="br0">
      <inkml:brushProperty name="width" value="0.06" units="cm"/>
      <inkml:brushProperty name="height" value="0.06" units="cm"/>
    </inkml:brush>
  </inkml:definitions>
  <inkml:trace contextRef="#ctx0" brushRef="#br0">70 0 8298,'-18'18'1053,"7"-7"-449,0 1 0,5-3 0,-4 6 0,3 1 1,3 5-384,2 4 1,8 3 0,1 8 0,3 5-280,3 4 0,1 7 0,-1 3 0,-2 5-567,3 1 0,-5-8 1,1-1-1,-3-10-2534,-3-6 3159,-2-9 0,-2-18 0,0-11 0</inkml:trace>
  <inkml:trace contextRef="#ctx0" brushRef="#br0" timeOffset="316">35 499 8128,'-5'-27'58,"-3"4"1,0 4 267,1 2 1,1 0 0,6 0-37,0-1 1,0 7-1,2 1 1,4 1 207,5-1 1,4 6 0,2-3-1,3 1-509,2 0 1,-2 1 0,4 3 0,-1-2-819,0-2 0,6 0 0,-6 5 0,0-3 224,2-2 1,-12 0-1,4 6 1,-2 0 553,1 0-7,-7 0 1,-1 2 0,-10 4-1,-2 7 1159,-2 8 1,-5 6 0,3 7-1,1 1-282,-1-1 1,2 2-1,6 1 1,0 1-559,0 0 1,8-9 0,3 7 0,5-2-282,1-3 0,2-14 0,2-2 1,4-3-51,1-3 1,-5-7 0,2-2 0,-5-11-391,-7-10 1,-3-2-1,-8-10 1,-2-3 72,-4 0 1,-9 0-1,-10 1 1,0 1-349,0 0 1,-3 5 0,5 2 734,2 2 0,-6-5 0,0 3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7:03.465"/>
    </inkml:context>
    <inkml:brush xml:id="br0">
      <inkml:brushProperty name="width" value="0.06" units="cm"/>
      <inkml:brushProperty name="height" value="0.06" units="cm"/>
    </inkml:brush>
  </inkml:definitions>
  <inkml:trace contextRef="#ctx0" brushRef="#br0">273 18 7821,'-17'-10'-122,"0"4"0,0 4 497,0 2 0,0 0 1,-1 0-1,1 2 78,0 4 1,-2 5-1,0 12 1,0 6-218,3 3 0,3 10 0,-2 4 1,1 4-213,3 2 0,7-1 1,-2 1-1,6-3-458,6-3 1,4-10 0,7-11 0,2-4-437,4-5 0,4-11 1,9-1 869,4-8 0,4-5 0,7-8 0</inkml:trace>
  <inkml:trace contextRef="#ctx0" brushRef="#br0" timeOffset="233">463 310 8162,'-18'25'229,"1"-3"0,0 9 1,0 3 263,0 3 1,5-5 0,3 6-1,1-5-94,4-5 0,2-7 0,4 0 0,6-7-536,9-8 1,0-5 0,8-2 0,-2-7-169,0-9 0,0-2 0,-6-10 0,0-2 106,0-1 1,-5-2 0,-3-1 0,-1 1 128,-4-1 1,-2 3-1,-2 1 1,-2 5 59,-4 1 0,-4 2 1,-7 6-1,0 0-223,0-1 0,4 9 1,-3 3-1587,-3 4 1819,-2-5 0,12 5 0,1-6 0</inkml:trace>
  <inkml:trace contextRef="#ctx0" brushRef="#br0" timeOffset="550">772 18 8034,'0'17'89,"0"0"0,-2 0 304,-4 0 1,4 8 0,-3 2 0,5 3 27,5 5 1,3-3-1,5 10 1,-1-2-299,1-1 1,2-7-1,3 6 1,-1-5-51,0-5 1,-2-10-1,-1 1 1,-5-2-236,-1-4 1,-2-5-1,-8 1-175,-4-1 1,-4 0-1,-7-5 1,-2 5 350,-4 2 0,-2-5 0,-5 5 0,1-1 317,-1 1 0,5 1 0,2 7 1,4-1 66,2 0 0,-1 0 0,3 0-236,4 1 1,3-1 0,10-2-516,4-3 1,3-5 0,8-7 0,3 0-370,2 0 1,-1 0 0,6-2-561,-2-3 1,4 1 1281,-6-8 0,7 1 0,-3-6 0</inkml:trace>
  <inkml:trace contextRef="#ctx0" brushRef="#br0" timeOffset="802">1013 636 8114,'17'0'952,"0"0"1,0 0-1,-2-2-660,-3-3 0,1-5 1,-5-7-1,-1 0-139,1 0 0,4-6 0,-7-2 0,-1-2-124,-2-4 0,-2 7 0,-2 1 0,-4 4 25,-5 1 1,-4 9-1,-3 3 1,-1 6 142,-4 6 1,2 5 0,-5 12 0,1 8 94,4 7 0,4 6 1,3 6-1,5-3-31,1-1 1,2-6 0,6 2 0,0-4-594,0-5 1,14-10-1,5-2 1,8-8-647,9-7 1,0-8-1,8-7 1,0-11-2574,0-4 3551,2-5 0,5-13 0,1-2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7:01.999"/>
    </inkml:context>
    <inkml:brush xml:id="br0">
      <inkml:brushProperty name="width" value="0.06" units="cm"/>
      <inkml:brushProperty name="height" value="0.06" units="cm"/>
    </inkml:brush>
  </inkml:definitions>
  <inkml:trace contextRef="#ctx0" brushRef="#br0">34 155 7977,'-5'17'644,"-3"0"-507,-1 1 0,5-1 0,-2 2 0,4 2 0,2 4 84,0 2 1,0 3 0,0 10 0,0 4-212,0 0 0,6 4 0,1-10 0,3-6 52,3-7 0,-3-13 0,1-7 0,5-6-181,5-11 1,-6-11-1,6-21 1,0-7-72,-2-3 0,0 1 1,-2 3-1,1 4-86,-1 6 1,-6 15-1,1 6 343,1 4 0,-3 5 0,-1 18 0,1 9 96,-1 10 1,3 13 0,3 4-67,-4 0 0,9 9 0,-5-5 0,2-2 0,4 0 146,-2-2 1,-4-12 0,1 1-63,3-7 1,2-10-1,-6-13 1,-2-8-82,-1-12 1,-6-8 0,5-10-1,0-1-70,-1-4 1,3-4 0,-7-6 0,0 3-376,1 1 0,1 6 0,6-2 0,-3 3-362,2 7 0,-3 3 1,1 1-225,3 5 0,1 6 931,2 5 0,0-3 0,1 5 0</inkml:trace>
  <inkml:trace contextRef="#ctx0" brushRef="#br0" timeOffset="301">997 155 8084,'0'17'0,"0"0"217,0 1 0,0 5 0,0-1 0,0-1 240,0-1 1,0-1 0,0 2-1,0 4-282,0 1 0,0-3 0,0 6 0,2 1-106,4 3 0,-4-3 0,3 1 1,-3 1-152,-2-1 1,0-2-1,0 1 1,0-3-133,0-2 0,0-8 219,0-6 1,0-14 0,-2-5 0,-2-13 130,-1-13 1,-1-8 0,6-12-1,0-1-9,0-3 0,0 1 0,0 7 0,2 3-45,4 1 0,-3 8 0,9-1-56,1 9 1,3-3 0,1 7 0,0-1-404,0 4 0,6 6 0,2 5 0,2 7 0,3 3-1397,3 2 0,-1 0 1774,-3 0 0,3 15 0,-5 4 0</inkml:trace>
  <inkml:trace contextRef="#ctx0" brushRef="#br0" timeOffset="433">1581 293 7980,'-5'24'297,"-3"5"1,0 4-29,1 1 1,-5-5 0,7-3 0,1-1-348,2-4 1,2-2 77,0-2 0,15-7 0,4-2 0</inkml:trace>
  <inkml:trace contextRef="#ctx0" brushRef="#br0" timeOffset="549">1667 121 7344,'0'-12'-240,"0"1"0,8-1 0,1-5 0</inkml:trace>
  <inkml:trace contextRef="#ctx0" brushRef="#br0" timeOffset="749">1908 0 7996,'-17'27'0,"1"-4"0,3-2 394,2 2 0,5-4 1,-4 6-1,3 0-4,3 3 1,2 1 0,4 3 0,4 7-522,5 3 1,-1-2 0,-1 6-1,1 1-344,-1 3 1,-3 2-1,4-3 1,-3-3 474,-3-6 0,-2-4 0,-2-1 0</inkml:trace>
  <inkml:trace contextRef="#ctx0" brushRef="#br0" timeOffset="899">1822 482 7996,'-6'-23'383,"-1"2"34,-3 0 0,6 0 0,-2 4-74,5-1 1,8 1 0,7 2-442,7 3 1,-6 3 0,6 5 0,0-2-439,-2 2 0,2 3 0,0 1 1,2 0 535,-2 0 0,6 7 0,-1 3 0</inkml:trace>
  <inkml:trace contextRef="#ctx0" brushRef="#br0" timeOffset="1149">2166 361 7935,'7'10'261,"-3"-2"1,6-7 120,-3 5 0,7-4 0,-5 2-162,1-8 0,3 0 1,-7-7-1,0-3-157,1-1 1,-5-2 0,6 0-1,-2 0-119,-1-1 1,1 7 0,-8-1 16,-4-1 0,-3 4 1,-8-1-1,-1 2 89,1 5 1,0 8 0,0 7 0,0 5 37,0 6 1,-1 2-1,3 5 1,2-1 167,1 1 1,8 5 0,-1 1 0,3 2-628,2 0 1,9-11-1,9 6 1,8-8-261,7-10 0,9-6 0,4-9 0,3-2 631,3-3 0,7-12 0,2-10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7:00.666"/>
    </inkml:context>
    <inkml:brush xml:id="br0">
      <inkml:brushProperty name="width" value="0.06" units="cm"/>
      <inkml:brushProperty name="height" value="0.06" units="cm"/>
    </inkml:brush>
  </inkml:definitions>
  <inkml:trace contextRef="#ctx0" brushRef="#br0">378 104 7977,'0'-18'-46,"-2"1"1,-3 0 0,-5 0 231,1 0 1,-7 7-1,5 4 1,-4 5 144,-3 1 1,1 3-1,-2 9 1,-2 13-255,-2 11 1,-7 10 0,3 9-1,-2 2 0,1-1 1,5-3 0,-2-3-52,6-4 0,0 0 0,13-10 0,2-6 1,2-3-584,2-6 1,15-7 0,8-5 0,8-1 556,3-4 0,8-18 0,2-5 0</inkml:trace>
  <inkml:trace contextRef="#ctx0" brushRef="#br0" timeOffset="267">533 155 8301,'-23'0'0,"0"0"48,2 0 1,0 2-1,0 4 1,-4 5-49,-1 5 0,8 1 0,-1 2 0,2 4 769,4 5 1,7-1 0,0 0 0,4 0-668,2-1 1,8-5-1,3 0 1,7-7-317,5-8 0,-2-5 0,5-2 0,1-5 122,0-6 0,-1-3 0,3-2 0,-4-2-118,0-4 0,-12 4 1,4-4-1,-1 6 936,-1 5 0,-4-3-295,1 3 1,-8 7-566,1 5 1,-5 9-1,-3 12 1,-3 4-11,2 2 1,2-4 0,2 3-1,0 1-2563,0 0 2707,8-14 0,1 18 0,8-12 0</inkml:trace>
  <inkml:trace contextRef="#ctx0" brushRef="#br0" timeOffset="566">911 190 9415,'-11'15'621,"-1"-4"0,3 5 0,-3-3 1,5 6-380,-1 4 1,4 8 0,-5-5 0,1 5-102,4 3 0,0-3 1,0 9-1,-1-4-70,1-1 0,-4-3 0,3-3 0,1-6-359,2-4-3,2-2 1,0-23-1,0-11 1,2-14 27,3-9 1,5-4-1,7-5 1,0 1 171,1 2 1,-7 8 0,0-2 0,3 5 279,1 7 0,2 3 1,0 8-1,1 2 288,-1 3 1,0 6-1,0 12-228,0 6 1,1 12 0,-1 11 0,0 7 0,0 4 18,0-1 0,-5-6 1,-1 1-269,3-4 0,1-2 0,2 1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58.350"/>
    </inkml:context>
    <inkml:brush xml:id="br0">
      <inkml:brushProperty name="width" value="0.06" units="cm"/>
      <inkml:brushProperty name="height" value="0.06" units="cm"/>
    </inkml:brush>
  </inkml:definitions>
  <inkml:trace contextRef="#ctx0" brushRef="#br0">103 170 8099,'-17'-7'270,"0"-5"1,2 3 0,1-1 139,3 2 1,5 3 0,-3 7-275,1 3 1,2 13-1,6 12 1,2 10 125,4 12 1,-2 1 0,5 12-285,-1 6 0,3 1 1,-3 7-1,0-7 1,-1-1-416,-3-6 1,0-4 0,0-13-95,2-8 0,-1-8 1,-5-18-195,0-9 0,0-20 591,0-19 0,-5-10 1,-1 2-1,2-2 1,2-4 59,2-2 1,0-1 0,0-3 0,0-3 252,0-6 1,8 2 0,3 0 0,4 0 152,3 0 0,1 5 0,4 1-178,5 7 1,5 8 0,1 11-1,-1 8 1,-3 8-62,-1 7 1,-14 8 0,0 8 76,-5 7 0,-4 10 1,-6-1-1,-2 5 1,-4 7-40,-5 4 0,-7-2 0,-3 6 0,-4 2-244,-1 2 1,5-12-1,-2-4 1,2-3-373,-2-5 0,10 5 0,-5-8-832,3-2 1317,7-10 0,16-11 0,11-9 0</inkml:trace>
  <inkml:trace contextRef="#ctx0" brushRef="#br0" timeOffset="484">653 239 8082,'0'17'106,"0"0"0,0 1 1,0-1-1,0 2 346,0 4 1,0-2 0,0 6 0,0-1-272,0 1 0,-5 4 1,-1 5-1,0 2-237,-1 0 1,-1-11 0,-5 7 0,3-3 105,2-4 1,-3-3 0,3-8 1,-1-5 1,3-3 0,-4-10 0,3-6-74,3-9 0,2-8 1,2-9-1,0-2 34,0-4 0,2-4 0,4-4 1,5 4-187,4 4 0,5 7 1,1-5-1,2 6-48,-2 3 1,5 8-1,3-2 1,3 4-407,3 2 0,1 5 0,0 3 1,1 1 248,-5 4 0,-9 3 0,0 1 468,-4 0 0,-9 7 0,-5 5 192,-3 3 1,-4 2 0,-2 2-1,-3 4 23,-3 6 1,-1 3-1,-6 3 1,1-1 32,5 0 1,-2 1-1,5 1 1,0 2-164,1 2 0,1-2 1,6-7-1,2-4-261,3-2 1,5-3 0,9-6-1,2-5-24,2-5 0,6-8 0,-4-9 0,-1-12 1,3-10 26,0-7 1,-12 0 0,0-8 0,-3-3-1,-3-3 1,-5 10-1,2-3 29,-4 8 1,-4-1-1,-4 14 1,-5 3-446,-5 0 298,-1 9 0,8 9-360,3 10 0,12 3 0,5 5 561,4-1 0,10-1 0,2 6 0</inkml:trace>
  <inkml:trace contextRef="#ctx0" brushRef="#br0" timeOffset="815">1461 188 8099,'-17'5'0,"-2"3"257,-4 1 0,2 3 1,-8 3-1,-1 0 266,-3 3 1,-1-3-1,2 14 1,1 1-283,2 3 0,14-5 1,0-1-1,5 0-518,6-1 0,4-5 0,8 0 0,9-5 256,10-5 1,5-9-1,5-2 1,1-11-496,2-10 0,2-12 0,-4-9 0,2-2 170,-2-4 0,-1 5 0,-5-1 1,-1 2 461,-3 3 0,-7 11 0,2 5 315,-4 4 1,-9 26 0,-4 18 0,-4 21-93,-2 15 1,0 14-1,-2 3 1,-4 2 117,-5 0 0,-1-11 0,-1 2 0,-4-4-19,-3-8 0,5-4 0,-8-5 0,2-2-399,-2-3 0,-1-12 0,-7 1 1,2-3-376,-1-4 1,-3-8-1,1-10 1,1-1-131,3-4 1,5-10 0,-2-6 0,4-5-536,6-6 1,3-5 0,1-10 1000,5-3 0,12-6 0,3 3 0</inkml:trace>
  <inkml:trace contextRef="#ctx0" brushRef="#br0" timeOffset="1115">1874 394 8099,'0'17'485,"0"2"0,0 2 1,0 4-192,0 2 0,-6 1 0,0 7 0,1-1 56,-3 0 1,6 1-1,-4-1 1,4 2-299,2 5 1,0-11 0,0 3-1,0-7-61,0-5 0,-2-2-195,-3-1 1,1-9 0,-8-5 54,-1-8 1,5-13 0,3-12-1,3-5 71,2-6 1,0 2 0,0-6 0,0 0 54,0 0 0,7 4 1,5-4-1,3 2-253,2 4 1,1 1 0,1 5 0,4 1-188,5 3 0,1 5 0,3-2 0,5 6-47,-1 9 510,0 6 0,14-3 0,3-3 0</inkml:trace>
  <inkml:trace contextRef="#ctx0" brushRef="#br0" timeOffset="1415">2424 428 8099,'-17'0'0,"-1"0"10,1 0 0,-2 2 1,-2 2-1,-4 3 684,-2 3 1,5 3 0,-5 8 0,2 4-353,4 2 0,2 2 0,4 3 0,3-1-291,6-3 0,5-7 1,2 2-1,5-2-43,6 2 0,5-11 0,4-1 0,4-7-394,1-4 1,3-2-1,5-4 1,1-7-301,-1-8 1,-5-8-1,-2-9 1,-3-4 693,-3-2 0,-2 6 0,-3 0 0,-5 5 130,-5 5 0,2 7 531,-3-2 0,-7 13 0,-7 10 0,-3 12-370,1 9 1,1 5 0,-1 9 0,5 1-718,4 4 1,2-4-1,0 4 1,0-3-919,0-3 0,2-5 1336,4-1 0,3-7 0,9 4 0</inkml:trace>
  <inkml:trace contextRef="#ctx0" brushRef="#br0" timeOffset="1917">2750 445 8099,'-15'2'423,"4"4"1,1 3-1,6 9 1,-3-1 42,-3 0 0,6 8 1,-2 4-1,5 3-498,1 2 0,0 3 1,0 1-1,0 2-159,0-2 1,0-2-1,0-3 1,0-3 72,0-1 0,0-8 0,0 2-480,0-4 1,5-11 458,1-8 1,5-14 0,-5-10 0,0-5 127,2-7 0,-1-1 0,7-8 1,-3-3-37,2-2 0,3 6 1,1 4-1,0 4 132,0 1 0,0 7 1,1 3 162,-1 6 0,0 7 1,-2 18 72,-3 6 1,-5 11 0,-7 5 0,0 5-93,0 1 1,0 2 0,0 2 0,-2 3 46,-3-3 0,3-2 1,-4-2-1,2 1-222,-2-1 0,5-7 0,-5-4 0,4-4-445,2-2 1,2-9 115,4-8 1,-3-14 0,9-10 0,1-5 129,2-7 0,-3 1 0,1-5 0,5 2-67,3-2 1,1 2-1,-4-4 205,-1 5 1,0-5 0,0 12 0,0 3 0,1 4 140,-1 8 1,0 9 0,-2 2 0,-1 10 105,-3 11 0,-5 14 0,3 11 0,-1 2-285,-4 3 1,0-3 0,-1 0 0,3 0-602,-2 0 1,4-13 0,-1-3 645,3-7 0,1-3 0,6-1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56.734"/>
    </inkml:context>
    <inkml:brush xml:id="br0">
      <inkml:brushProperty name="width" value="0.06" units="cm"/>
      <inkml:brushProperty name="height" value="0.06" units="cm"/>
    </inkml:brush>
  </inkml:definitions>
  <inkml:trace contextRef="#ctx0" brushRef="#br0">241 293 8156,'0'-17'0,"0"5"1,0 1 0,0-3 500,0-1 1,-1 4-167,-5-1 1,-4 6-1,-7-3 1,0 1-1,0 6-4,0 6 1,-3 8 0,-1 10 0,-1 7-69,1 4 0,1 9 0,3 3 0,2 7-53,4 5 0,3 4 0,8 6-223,0-4 1,13 2 0,8-8 0,8-3-21,7-6 1,8-10 0,0-13 0,2-10-386,2-5 1,11-20 0,-10-17-1,-1-13 1,-6-13 133,-6-7 0,-11 1 1,-7-6-1,-11-1 138,-5 1 0,-10 13 0,-5 2 0,-10 6 355,-11 6 1,-6 4 0,-8 5 0,2 4 522,-2 1 0,6 10-224,2-3 0,10 11-528,1 1 1,14 3 0,-1 4-760,7 3 1,5-1 0,12 8 0,9 1-235,10 2 1,1 8 0,5 0 1012,3-2 0,2-2 0,4 6 0,2 2 0</inkml:trace>
  <inkml:trace contextRef="#ctx0" brushRef="#br0" timeOffset="249">963 18 9048,'-17'-6'0,"-2"0"275,-4 3 0,2 1 0,-6 2 0,3 0 142,3 0 0,-4 7 0,2 5 0,2 5-107,2 6 0,9 9 1,4 10-1,6 2-250,6 4 1,4-2 0,9 3 0,4 3-71,5-4 1,-1 3 0,0-7 0,0 2 96,-1 0 1,-10-8 0,-1 2 0,-6-4-197,-5-1 1,-4-7 0,-7 1 0,-9 0 74,-5-2 0,-9-3 0,1-8 0,-3-5-422,-3-5 1,1-4 0,0-2 0,-1-2-399,1-4 0,13-5 0,4-10 0,3-4 854,5-2 0,1-2 0,8-5 0</inkml:trace>
  <inkml:trace contextRef="#ctx0" brushRef="#br0" timeOffset="567">1221 705 9492,'-17'0'943,"0"0"-1906,0 0 963,7 0 0,2 8 0,8 1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7:08.031"/>
    </inkml:context>
    <inkml:brush xml:id="br0">
      <inkml:brushProperty name="width" value="0.06" units="cm"/>
      <inkml:brushProperty name="height" value="0.06" units="cm"/>
    </inkml:brush>
  </inkml:definitions>
  <inkml:trace contextRef="#ctx0" brushRef="#br0">4141 161 8253,'-17'0'-51,"-1"-2"0,1-1 0,0-3 512,0 2 1,0 2-1,-2 2 1,-2 2-27,-2 4 1,-2 5-1,4 12 1,-2 6-223,2 3 1,4 3 0,5-1 0,6 0-210,5 1 0,1-7 1,0-1-1,1-2-178,5-4 1,9-10 0,10-5 0,2-4-186,4-2 0,-5-10 1,1-7-1,0-9 42,0-7 1,-1-7-1,5-2 1,-4-2 247,-3-4 1,-1 4 0,-7 2 0,-3 4 507,-2 6 25,-7 9 1,4 13 0,-8 18-337,0 11 1,0 6 0,0 7 0,0-1 0,0 3-399,0 2 1,0-9 0,2 8 0,2-5-533,1-3 1,9 0 0,-3-8 801,4-2 0,10 4 0,2-12 0</inkml:trace>
  <inkml:trace contextRef="#ctx0" brushRef="#br0" timeOffset="300">4519 110 8224,'-12'2'538,"1"3"-37,-2 7 1,3 3 0,0 2-1,3 2-228,3 4 0,0-2 0,0 8 0,-1 1-200,1 3 1,2 1 0,2-1 0,0-3-195,0-1 1,2-8-14,4 2 0,3-12 1,8-9-1,0-11-234,1-14 0,-1-10 0,2-7 0,2-8-26,2-7 0,6 7 0,-5-1 0,1 3 326,0 2 1,0 8-1,-4 1 45,2 10 0,-2 18 1,-10 13-1,-5 15 354,-4 9 1,-2 12 0,0 4 0,0 6-236,0 5 1,0-9 0,0 1-1066,0-5 0,2 2 969,4-6 0,3-15 0,8-10 0</inkml:trace>
  <inkml:trace contextRef="#ctx0" brushRef="#br0" timeOffset="600">5034 41 8224,'0'17'707,"-1"0"0,-3 0 1,-2 1-113,2-1 1,2 6 0,4 2 0,2 1-386,2 5 0,1 1 1,-3 3-1,4-1-215,1 0 1,-5-7 0,2-4-1,-2-2-425,1 2 1,-3-10-1,2 3 1,-6-5-76,-3-1 0,-11-6 0,1 1 0,-6-1 148,0 2 1,-4 1 0,0 7 412,-1-3 1,5 1 0,-2 5-1,6 0 1,3 0 215,3 0 0,7 1 1,-2-1 376,4 0 1,12-7 0,5-5-301,6-3 0,4-11 0,-4-7 0,4-7-800,1-3 1,1 3 0,4-4 0,-3 0-879,3 1 1,-6 5 1328,-2-2 0,3-4 0,1 0 0</inkml:trace>
  <inkml:trace contextRef="#ctx0" brushRef="#br0" timeOffset="1832">5911 350 8116,'-2'-11'257,"-4"-1"1,3 3 0,-7-5-1,0 5 420,1 1 0,3 3 0,-3 6-451,1 5 0,-3 6 1,5 11-1,0 7-125,-2 8 1,5 1 0,-7 6 0,2 3-124,5 2 0,1 1 1,2-1-1,0-2-45,0-2 0,0-14 0,0 0 1,0-5-307,0-6 1,0-11-18,0-10 0,7-17 0,3-18 0,1-11 199,1-9 0,-3 0 0,5-7 0,-3 3 111,3 4 0,-5 7 0,1 6 1,-1 4 139,1 5 1,-5 11 148,7-1 1,-6 19 0,3 10 0,-1 9 19,-4 8 1,-2 9-1,-1 8 1,3-1-87,2-3 1,0 4 0,-6 0-64,0-2 0,0-3 0,0-5 0,0-3 72,0-2-317,0-2 1,6-21-1,1-10 1,1-11 13,-1-10 0,7-9 0,-5-4 0,3 0 78,-1 0 1,1-4 0,3 6-1,-2 2 53,-1 1 0,-6 11 460,5 3 0,-1 13 0,1 10-335,-5 10 1,-4 13-1,-2 5 1,2 5-528,3 1 1,-3 6-1,6 0 1,-1-1-1998,5-3 2419,-4-2 0,14 1 0,-2-1 0</inkml:trace>
  <inkml:trace contextRef="#ctx0" brushRef="#br0" timeOffset="2131">6461 402 8116,'-17'0'0,"0"-6"0,-1 0 0,1 3 897,0 1 1,0 2-1,0 2-369,0 3 1,5-1 0,3 8 0,1 1-507,4 2 1,2 8-1,2 0 1,0-2-143,0-2 1,8-4 0,3-1-205,5-3 1,1-7 0,0 2 0,0-6-260,0-6 0,0-5 0,1-10 1,-1-4 317,0-2 1,-6 6-1,1-2 1,-1 4 731,-1 2 0,-1 2 1,-3 3 25,6 6 1,-3 4 0,1 4 34,-3 4 0,-1 6 0,-4 9 0,2 3-435,2 3 0,-1 2 1,-5 3-1,0-1-598,0-3 0,2-5 0,2 4 0,4 0-2277,1 0 2782,-5-14 0,11 10 0,-5-14 0</inkml:trace>
  <inkml:trace contextRef="#ctx0" brushRef="#br0" timeOffset="2330">6788 264 8383,'-18'8'2045,"3"3"-1338,4 5 0,3 1 1,8 0-1,-2 4-450,-4 8 0,4-1 0,-3 14 0,3 0-491,2 4 0,0-2 1,2-2-1,2-2-837,1-1 1,3-15 0,-2 5-1,5-10-8,4-7 0,-3-5 1079,-1-7 0,8-7 0,8-3 0</inkml:trace>
  <inkml:trace contextRef="#ctx0" brushRef="#br0" timeOffset="2698">7028 385 8116,'0'-18'662,"-2"9"-85,-3 3 1,1 6 0,-6 6 0,1 5-274,-1 5 1,-1 3 0,-7 2 0,1 4-165,0 1 0,6 1 0,1 2 1,1-4-96,-1-1 0,6-5 0,-2 4-58,5-4 0,2-9 0,5-4 0,6-4-771,3-2 1,2 0 0,0 0 0,2 0 496,4 0 1,-2-2-1,6-2 1,-2-4 340,-4-1 1,-2 5 0,-2-4 0,0 1-60,1-5 1,-1 3-1,-2-3 281,-4-1 1,-3 3-1,-8-1-236,0-3 0,-2 7 1,-5 1 13,-11 4 1,1 2 0,-6 0 0,4 2 301,2 4 0,0 5 1,0 10-1,-1 2-32,1-2 1,8-2-1,3-2 1,4 1-439,2-1 0,2-6 1,4-1-1,9-2-2419,12-5 2533,1-16 0,22-6 0,-6-16 0</inkml:trace>
  <inkml:trace contextRef="#ctx0" brushRef="#br0" timeOffset="3449">342 814 8116,'-17'0'599,"0"2"-340,0 4 1,2 5-1,1 12 1,3 8-21,-3 7 1,7 8 0,1 9-1,4 5 147,2 1 0,2-6 1,4 0-1,5-7-165,4-8 0,10-9 0,2-6 0,4-6-390,3-10 1,-7-9-1,9-11 1,0-12-14,1-8 1,-5-13 0,6-5-1,-7-10 66,-8-8 0,-10 6 0,-3-10 0,-3 2 119,-3 4 1,-10 8 0,-7 2 138,-8 7 0,-6 10 0,-7 13 1,1 10-1,3 5-71,1 6 0,8 12 0,-2 7-33,4 6 0,4 15 1,3-1-1,9 1 1,6 2-1185,9 2 0,11-1 0,5 3 0,7-4-735,5-6 1881,4-9 0,15 10 0,2-7 0</inkml:trace>
  <inkml:trace contextRef="#ctx0" brushRef="#br0" timeOffset="3681">1116 694 8116,'-19'0'543,"-4"0"0,-6 0-136,-3 0 0,3 0 0,2 2 1,1 4 10,-1 5 1,12 6 0,-1 6 0,7 6-139,5 3 1,6 5 0,7 1 0,10 4-174,6 2 1,6-4 0,7 4-1,2-2 0,-2-4 1,-7 0 0,-4 0-1,-3 2-70,-3-1 0,-3-1 1,-7 0-1,-5 4-121,-4 2 1,-16-4 0,-5 2-1,-6-6-206,-5-9 0,-4-6 1,-5-6-1,-1-3-492,2-6 1,7-12 0,5-7-1,3-8-505,8-8 1,5-4 1286,10-1 0,0-8 0,0-2 0</inkml:trace>
  <inkml:trace contextRef="#ctx0" brushRef="#br0" timeOffset="4100">1924 1141 8123,'-2'-10'968,"-4"5"-604,4 3 0,-6 4 1,8 3-1,0 9-151,0 7 0,0 0 1,0 9-84,0 7 0,0-1 0,0 10 0,0 1 1,0 1-258,0-2 0,-1 2 1,-3-8-18,-2-2 1,0-4 161,6-5 0,0-14 1,0-17-1,0-15 30,0-15 1,8-10 0,1-10-101,1 1 0,5-1 1,-3 2-1,3 3-167,2 1 0,6 2 1,2-4-1,0 4 125,0 2 0,5 2 0,-1 6 1,1 3-462,-1 8 0,3 2 0,-5 16 0,2 1 1,-2 4 554,-3 5 0,-1 13 0,-6 8 0</inkml:trace>
  <inkml:trace contextRef="#ctx0" brushRef="#br0" timeOffset="4398">2422 1124 8123,'-19'23'103,"-2"0"0,-2-1 354,2 3 0,4-4 0,3 8 0,5 0 39,1-3 0,3 5 0,5-8 0,0 0-542,0 2 1,7-6 0,7 4 0,5-4 8,4-2 0,7-6 0,-3-1 1,1-3-170,1-3 0,0-2 0,3-4 0,-1-3-298,-3-7 0,-5-5 0,4-4 0,-2-4 189,-4-2 1,-4 4-1,-5-5 1,-5-1 545,1 2 1,-6-3-1,3 7 951,-3 2 0,-4 9-839,-3 7 1,3 10 0,-4 7 0,4 5-297,2 6 0,0-2 0,0 8 1,0-1-652,0-1 1,6 4-1,2-8 1,1-1-1505,5 3 2108,1-13 0,2 11 0,0-14 0</inkml:trace>
  <inkml:trace contextRef="#ctx0" brushRef="#br0" timeOffset="4698">2920 1261 9174,'-5'12'297,"-1"-1"1,0 1 0,6 5-1,0 0 173,0 0 0,0 8 1,0 2-1,0 3-285,0 5 1,0-5-1,0 12 1,0-2-79,0 0 0,0-5 1,0-8-1,0-3-1217,0-3 918,0-2 0,2-24 0,2-12 0,4-14 72,1-9 1,-3-4 0,5-8 0,1 1-55,-3-1 1,7 6 0,-5 4 0,4 4 255,3 6 1,-1 9 0,0 0 0,0 6 155,0 5 0,1 8 1,-1 16-1,0 11-65,0 7 1,-2 12 0,-1 2-285,-3 0 1,-7 6 0,4-6-1,-3 0 1,3-4 110,2-4 0,1-9 0,6-2 0</inkml:trace>
  <inkml:trace contextRef="#ctx0" brushRef="#br0" timeOffset="5382">4330 1227 8083,'-25'0'-90,"6"0"1,-6 0-1,2 0 293,0 0 1,-2 2 0,4 3-1,-2 7 194,2 3 1,2 10-1,2 4-233,0 3 1,7 8 0,5 2-1,3 0 1,2 2-115,0 0 0,2-6 0,3 2-200,7-3 1,3-11 0,2-5 0,1-7 0,-1-8-73,0-5 1,6-4 0,0-9 0,0-11 43,2-7 0,-10-12 0,6-2 0,0-2 56,-2 0 1,-6 0 0,-1-3 0,-1 1 113,-1 2 0,3 14 1,-7-1-1,-2 6 369,-2 6 0,-2 12-319,0 9 1,0 9 0,0 14 0,0 8-267,0 7 1,1 0 0,3 6 0,4 0-236,1 0 1,3-4 458,5 6 0,0-8 0,0 4 0</inkml:trace>
  <inkml:trace contextRef="#ctx0" brushRef="#br0" timeOffset="5714">4691 1364 8516,'-12'8'1100,"3"3"-892,1 5 1,2 3 0,6 4-1,-2 5-88,-3 5 1,3 1-1,-4 1 1,4 1 33,2 4 1,0-4 0,0 2 0,0-7-535,0-8 1,2-12 0,4-9 47,5-11 0,5-12 0,1-19 0,0-6 76,0-4 0,2-3 0,0-1 1,2 1 250,0 3 1,-11 10 0,7 2 0,-2 7 188,1 8 0,1 12 1,-2 7 178,-3 8 0,-5 13 0,-7 12 0,0 5-64,0 6 0,0-4 0,0 5-408,0-5 1,0 2 0,0-2 0,2-3 0,2-3-117,2-3 0,7-2 0,-2-10 0,5-3 225,1-7 0,8-3 0,1-2 0</inkml:trace>
  <inkml:trace contextRef="#ctx0" brushRef="#br0" timeOffset="5947">5172 1382 8249,'-17'7'336,"0"3"1,-1 7 0,1 0 144,0 0 0,0 2 1,2 4-1,3 8-118,6 7 1,4-5 0,2 5-1,2 0-364,4-2 0,6-1 1,9-9-1,3-7-112,3-5 0,2-10 0,3-1 0,-1-6-31,-3-9 0,-5-11 0,4-4 0,-4-1-145,-8-1 0,-3 1 0,-8-5 0,-1 3 106,-5 1 0,1 8 0,-13 0 0,-3 6-58,-4 3 0,-2 3 0,6-3 0,0 4-490,0 1 1,-1 5 730,1-4 0,8-3 0,1-1 0</inkml:trace>
  <inkml:trace contextRef="#ctx0" brushRef="#br0" timeOffset="6114">5481 1296 9341,'0'17'736,"0"0"0,2 8 1,2 5-1,2 9-807,-2 6 1,3 7 0,1 3 0,0 3-320,-1-3 0,5-2 0,-7-3 0,-1-4-1192,-2-6 0,4-11 1582,0-6 0,-1-4 0,-5-2 0</inkml:trace>
  <inkml:trace contextRef="#ctx0" brushRef="#br0" timeOffset="6246">5413 1742 8249,'-10'-17'132,"2"0"1,8 0 105,0 0 0,0 0 0,2-1 0,2 1 73,2 0 1,13 6 0,-2-1 0,2 1-698,0 1 0,4-3 1,0 7-1,0 0-391,2-1 1,-6 5 776,4-4 0,4-4 0,-1 1 0</inkml:trace>
  <inkml:trace contextRef="#ctx0" brushRef="#br0" timeOffset="6831">5825 1278 8206,'-6'18'132,"1"-1"1,-3 0-1,4 2 1,-2 2 404,3 2 0,1 2 0,2-2 0,0 5-225,0 5 0,0 3 1,0 2-1,0 2-68,0-1 0,2-1 1,1-2-1,5 0-188,2-3 1,-7-10 0,5-2-1,-2-6-345,0-3 0,5-11 1,-3-1 65,1-9 1,-3-12 0,3-4 0,1-4 85,0-7 1,-5 2-1,5-6 1,-1 1 141,1-1 1,-4 10-1,3-5 1,1 5 209,-1 3 0,-3 2 0,4 8-39,-3 0 0,5 5 1,-7 5-53,-1 5 0,-2 6 1,-2 15-200,0 4 1,6 2 0,0 5 0,-3-1-1,-1 1-473,-2 3 0,0-1 0,2-3 1,2-4-694,2 0 0,1-6 728,-1 4 1,-2-12 0,7-7 501,3-8 1,-7-6-1,1-5 44,0 4 1,-4-5 0,5 5 0,1-2 0,-1-1 346,5 3 0,-5 7 1,3-4-1,1 3 212,2-1 1,2-2 0,1 4 0,-1-3-2,0-3 0,0-1 0,0-6 0,-1-1-312,-5 1 0,2 0 0,-7 0 1,-2 0-125,-2-1 0,-2 1 1,-2 0-1,-4 2-274,-5 3 0,-6-1 0,-4 7 0,-4 2 152,-2 3 0,4 2 0,-4 5 0,3 8 331,3 7 1,1 5 0,5 9 0,2-1-420,1 0 1,9 1 0,-3 1 0,4 2-384,2 2 1,8-5 0,3-9 0,6-1-553,6-4 0,-2-9 0,8-7 990,1-3 0,3-2 0,1 0 0</inkml:trace>
  <inkml:trace contextRef="#ctx0" brushRef="#br0" timeOffset="7098">6427 1588 8249,'-12'0'261,"3"2"472,1 3 0,2-1 0,6 8-96,0 1 0,0 4 0,0 4 0,0 4-509,0 2 0,0 1 0,0 7 0,2-1-34,4 1 1,-4-1-1,4 0 1,-5 1-198,-1-1 0,-5 0 0,-3-1 0,-1-3-131,-5-1 0,5-14 1,-3 1-1,-1-7-147,-2-5 1,5-10 0,4-7 0,4-8 152,2-8 1,0-9 0,0-2 284,0 2 0,6-4 1,2 2-1,1 1 1,5 3 90,1 2 0,4-1 0,2 1 0,4 0 88,2-1 1,-5 7 0,7 1-1,2 0-1515,1 0 1279,3 6 0,7-11 0,1 5 0</inkml:trace>
  <inkml:trace contextRef="#ctx0" brushRef="#br0" timeOffset="7765">67 2103 8231,'-11'8'0,"-1"3"0,1 5 159,1 1 1,1 8 0,5 3 0,-2 7 164,3 5 1,3 4 0,5 9 0,7 3-571,3 1 0,-4-4 0,1-7 0,1-2 246,3-8 0,8-11 0,3 0 0</inkml:trace>
  <inkml:trace contextRef="#ctx0" brushRef="#br0" timeOffset="7896">119 2017 8430,'-17'-34'320,"0"0"0,5 5 0,3 2 0,1 3-83,4 2 1,2 9 0,4 4-552,4 1 1,0 10-1,9 9 1,4 6-538,0 6 851,0-3 0,6 20 0,2-4 0</inkml:trace>
  <inkml:trace contextRef="#ctx0" brushRef="#br0" timeOffset="8246">446 2172 8231,'0'17'0,"0"1"0,-2-1 186,-4 0 1,4 0-1,-4 2 1,4 4 343,2 6 1,-2-3-1,-1 3 1,-3 0-399,2-3 1,2 7-1,2-6 1,0-1-231,0-3 1,0-4 0,2-3-28,4-5 1,-4-5 0,3-14-349,-3-9 1,0-8 0,2-9-1,2-2 216,-2-5 0,-1-1 0,1-3 0,4 3 258,1 0 0,-3 11 0,4-3 0,-1 3 161,1 4 1,1 3 0,6 8 0,1 5 93,-1 5 0,0 6 1,0 6-1,0 7 409,1 8 1,-7 8-1,0 9-583,3 2 1,-7 8 0,1-2 0,-2 1-1,0 1-433,-3-2 1,1-8 0,0 2-1,4-3-79,1-3 1,-3-7-1,4-4 430,-3-4 0,7-10 0,-5-1 0</inkml:trace>
  <inkml:trace contextRef="#ctx0" brushRef="#br0" timeOffset="8513">1185 2224 9350,'-8'-10'335,"-4"4"0,3 5 0,-3 2-81,-1 5 1,-2-2-238,-2 7 0,1 1 1,5 5-38,5 0 1,4-5-1,2-1 1,0 4 41,0 6 1,2 0 0,2 8 0,4 0-24,1-3 1,-5 9-1,4-5 1,-3 5 109,1-3 0,0-1 1,-8 3-1,-2-1-62,-2-5 0,-7-1 0,2-8 0,-5-2-166,-1-7 1,0-1-1,2-5 119,3-6 0,-3-5 0,5-10 0</inkml:trace>
  <inkml:trace contextRef="#ctx0" brushRef="#br0" timeOffset="8713">1528 2069 8231,'-2'17'398,"-1"0"0,-5 1 121,-2-1 0,5 8 1,-5 1-1,2 5-115,5 3 0,1-1 0,2 13 1,0 3-160,0 7 0,0-7 0,0 7 0,0-1-1287,0-2 0,0 1 0,0-4 0,0-5-1948,0-4 2990,0-13 0,0 5 0,0-7 0</inkml:trace>
  <inkml:trace contextRef="#ctx0" brushRef="#br0" timeOffset="8845">1322 2567 8231,'0'-17'114,"0"0"1,0 0 54,0 0 1,0 0 0,2-1 0,2 1-214,2 0 0,7 5 0,-2 3 0,7-1-445,4 1 1,-1 3 0,6-3 0,0 1 488,0 4 0,1-5 0,7-1 0</inkml:trace>
  <inkml:trace contextRef="#ctx0" brushRef="#br0" timeOffset="9130">1786 2292 8231,'-2'12'98,"-2"-1"0,-1 3 414,1 1 0,2 2 0,2 2 0,0 4-34,0 6 0,6 3 0,-1 5 0,1 1-307,2 2 0,-6 2 0,3-4 0,-3 4-307,-2 2 1,0-6-1,0 0 1,0-5-125,0-4 1,-7-16 250,-5-2 1,5-11 0,-1-11 0,2-12 61,0-8 0,1-5 0,5-2 1,0-6-20,0-6 0,2 8 1,3-7-1,7 5-280,3 6 1,2 1-1,0 5 1,1 1-366,-1 3 1,8 5 0,1-2-1,3 4-170,0 6 0,-6 9 1,5 0 780,3 4 0,-6 2 0,-1 0 0,-6 0 0</inkml:trace>
  <inkml:trace contextRef="#ctx0" brushRef="#br0" timeOffset="9382">2147 2310 8231,'-15'11'144,"1"-1"1,5-1 500,1 1 0,-5 1 0,3 6 0,-1 2-117,-1 4 1,7 4 0,-5 8 0,2-1-449,5 0 0,3 6 1,3-1-1,7-5-335,5-4 1,1-10 0,12-3 0,3-10-263,1-5 0,-1-9 0,-1-9 0,3-8-92,-3-11 0,-5-11 1,2 1-1,-2-5 603,-4-2 0,-4 8 1,-6 4-1,-3 6 385,0 5 1,-8 6 132,0 12 0,-2 5 1,-8 14-1,1 7-498,-1 6 0,6 10 1,-1-3-1,3 5-466,2 1 1,0 1 0,2-3 0,3-1-389,7-3 1,9-7-1,2 2 840,-2-4 0,13-2 0,2 1 0</inkml:trace>
  <inkml:trace contextRef="#ctx0" brushRef="#br0" timeOffset="9563">2749 2224 8337,'-23'0'0,"-2"2"392,-2 3 0,6-1 1,-2 8-1,4 3 383,2 6 0,0 0 0,1 8 0,3 1-488,2 3 0,7 1 1,-2 0-1,6 1-148,6-1 1,3 0-1,10-1 1,4-4-689,6-7 0,3-4 0,1-7 0,-1-5-1792,3-4 2341,-5-2 0,20-16 0,-6-3 0</inkml:trace>
  <inkml:trace contextRef="#ctx0" brushRef="#br0" timeOffset="9730">3178 2069 9172,'-17'8'790,"0"3"0,5-1 1,3 1-1,-1 4-263,1 6 1,-1 6 0,-1 8 0,3 1-287,1 4 0,5 6 0,-4 9 0,4 4-445,2 2 1,0-9 0,0 3 0,0 1-1936,0-3 0,0-1 2139,0-6 0,0-4 0,0-8 0</inkml:trace>
  <inkml:trace contextRef="#ctx0" brushRef="#br0" timeOffset="9863">2989 2499 8692,'0'-17'1796,"0"5"-1950,0 1 0,8 1 0,3-1 0,5 3-515,1 0 0,6 6 669,0-3 0,7-5 0,-3 1 0</inkml:trace>
  <inkml:trace contextRef="#ctx0" brushRef="#br0" timeOffset="9996">3367 2396 8152,'0'11'0,"0"0"0,-2 3 270,-3 1 0,3 2 0,-4 1 0,2 1 311,-1 4 0,3 3 0,-4 7 0,4-3-984,2-1 0,0-8 0,2 0 1,4-6-534,5-3 0,-1-10 936,1-2 0,1-16 0,5-10 0</inkml:trace>
  <inkml:trace contextRef="#ctx0" brushRef="#br0" timeOffset="10095">3436 2327 6248,'0'9'0,"0"-1"0</inkml:trace>
  <inkml:trace contextRef="#ctx0" brushRef="#br0" timeOffset="10330">3625 2396 7758,'-17'17'-51,"0"0"0,0 6 0,1 0 1,3 2 1213,1 5 1,9 1-1,-3 13 1,4 0-555,2-1 0,2-2 0,4 1 0,7-6-762,8-9 0,0-8 1,6-8-1,0-5-105,-1-4 1,-5-12 0,2-5 0,-4-8 114,-2-4 1,-7-7 0,-4-6 0,-4 2-145,-2 1 0,-6 3 1,-2 0-1,-1-1 256,-5 1 0,-1 5 0,-2 3 1,0 1-542,0 4 0,5 2 3,1 1 0,7 7 569,-2-1 0,12 9 0,3-5 0</inkml:trace>
  <inkml:trace contextRef="#ctx0" brushRef="#br0" timeOffset="10646">3935 2396 8176,'0'17'14,"0"0"1,0 0 0,0 0 600,0 1 0,0 1 1,-2 2-1,-2 3 207,-2 3 0,0 2 0,6 5 0,0 2-568,0 5 1,-5-3 0,-1 6 0,2-2-164,2-4 0,2-4 0,0-5 0,-2-6-529,-4-4 0,6-11 144,0-8 1,2-16 0,8-14 0,-1-8-194,1-8 0,2-4 1,5 0-1,0 3 255,0 1 1,-5 6-1,-1-4 1,2 2 250,3 4 0,-5 7 0,1 6 0,1 4 263,2 6 1,-3 9-1,-3 2 1,1 10-78,-1 11 1,-5 8 0,2 11 0,-2 5-188,1 4 0,-3 5 0,4 2 1,-4-3-615,-2-3 1,0 2 0,0-10 0,2-4-1973,4-3 2568,-5-18 0,15 10 0,-7-13 0</inkml:trace>
  <inkml:trace contextRef="#ctx0" brushRef="#br0" timeOffset="10829">4570 2653 7903,'-15'18'0,"2"-1"405,1 0 0,7-8 0,-5-1 213,2 0-618,3-6 0,20 5 0,4-7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7:30.590"/>
    </inkml:context>
    <inkml:brush xml:id="br0">
      <inkml:brushProperty name="width" value="0.06" units="cm"/>
      <inkml:brushProperty name="height" value="0.06" units="cm"/>
    </inkml:brush>
  </inkml:definitions>
  <inkml:trace contextRef="#ctx0" brushRef="#br0">222 413 7820,'0'-11'295,"-2"-1"453,-4-1 1,3 5-233,-9 2 0,6 4 0,-5 2 0,-2 0 1,-3 0 94,-1 0 0,0 8 0,0 6-542,0 7 1,-1 5 0,1 11 0,2 1-1,2 4-12,1 2 0,8-4 0,-1 6 0,5-1-1040,5-1 1,7 4 0,11-12 0,5-7 47,5-10 0,3-13 1,2-2-1,4-10 935,2-11 0,-6-16 0,12-11 0,-6-7 0</inkml:trace>
  <inkml:trace contextRef="#ctx0" brushRef="#br0" timeOffset="285">531 361 7898,'-7'-17'314,"-5"2"126,-3 4 1,4-3 0,-1 8 0,-1 3 53,-3 1 1,5 9 0,0 5 0,-1 5-172,3 6 1,-1 4 0,6 7 0,-2 0-104,3 1 0,3-1 0,5-1 0,5-3-266,-1-1 0,9-8 0,-3 2 1,6-6-233,0-6 1,-2-3-1,0-10 1,2-4-107,2-5 0,0-6 1,-8-6-1,-1-6 74,-3-3 0,-5-3 0,3 3 0,-1 1 165,-4 3 1,-2 7 0,-2-2 715,0 4 1,-2 3-358,-4 5 1,4 11 0,-4 11 0,5 7-357,1 5 0,0 3 0,0 9 1,1-3-68,5-3 1,-2 3-1,7-7 1,1 0-1530,-3-2 1,7-16 1737,-5 5 0,4-8 0,3-4 0</inkml:trace>
  <inkml:trace contextRef="#ctx0" brushRef="#br0" timeOffset="616">806 413 7898,'0'-9'1381,"0"1"1,0 10-1,0 4-1056,0 5 0,0 10 0,2 2 1,2 0-94,2 2 0,1 1 0,-3 7 0,2-3-154,-2-1 1,0-2 0,0 1 0,1-5-456,-1-4 0,0-3 138,2-5 0,-3-11 1,7-13-1,-2-8 70,-5-8 0,5-9 1,0-4-1,-1 0-102,1 0 1,5 0 0,-1 6 0,3-1 305,2 5 1,0 7 0,1 0 191,-1 6 0,0 6 0,0 17 0,-2 7 75,-3 12 0,3 7 0,-5 5 0,1 1-137,1 4 1,-7-2-1,5 4 1,-2-3-1594,-5-7 0,5-7 1,0 2-1586,1-2 3013,3-10 0,13-23 0,1-11 0</inkml:trace>
  <inkml:trace contextRef="#ctx0" brushRef="#br0" timeOffset="1266">1580 344 9308,'0'17'1557,"0"1"-1190,0-1 0,2 0 0,2 0 0,3 2-120,3 4 0,-5-2 0,7 6 0,1-2-202,3-4 1,1 2-1,0-4 1,0-6-251,0-3 1,1-5 0,-1-5 0,-2-1 85,-4-5 1,-1-9 0,-6-10 0,2 0-42,-3 0 1,1-5 0,0 1 0,2-2-10,-2 3 1,-3-3 0,-1 8-1,0 2-301,0 2 0,2 8 212,4-1 0,-2 8 451,7-1 0,-1 12 0,3 9 0,-1 6 0,1 5 250,2 4 1,-3 1 0,-1 3-1,3-1-80,1 0 0,2-5-374,0 0 0,4-8 0,-2 0 0,-3-8 0,-1-9-42,0-8 0,1-7 0,-3-12-185,-2-6 0,-1-3 0,3-5 0,-1-1 1,-1-2-236,-1 2 1,5 3-1,-4 5-40,5 1 1,-1 8 0,-2-2-1,-3 4 1,-1 4 512,1 3 0,-6 3 0,3 5-395,1-2 0,-6 3 1,4 8-1,-6 7 460,-6 3 0,2 2 0,-5 0 1,-1 2 810,1 4 0,3-2 0,-4 6 0,3 0 578,3 0 1,2-4 0,2 3-1226,0-1 0,2 4 0,4-4 0,5-3 1,4-1-80,2-5 1,6-5-1,2 1-147,2-7 0,-6-5 0,4-5 1,-2-9-1,0-7-698,-2-7 1,-10-5-1,-5-1 1,-4-1 509,-2 1 1,-2 5-1,-4 3 1,-5-1 198,-5 0 0,-3 6 1,-2 0-1,-2 6-344,2 3 0,2 3 0,2-3-1262,0 7-1234,0 3 2826,7 2 0,2 7 0,8 3 0</inkml:trace>
  <inkml:trace contextRef="#ctx0" brushRef="#br0" timeOffset="1688">2559 241 7898,'10'12'296,"-2"-1"316,-1 2 1,-3 3 0,6 1 0,-3 2 48,-3 4 0,-2-2 0,0 6 1,2-1-383,2 1 0,-1-4 0,-5 4 0,0 0-134,0-1 0,0-3 0,0 4 1,0 0-240,0-1 1,0-5-1,0 2 51,0-4 1,-2-9 0,-1-6-1,-3-8-65,2-7 0,-4-10 1,3-4-1,-1-4 82,-2-7 0,6 1 0,-3-7 0,3 2-287,2 0 1,2-2 0,1 6 0,3-2-176,-2-1 1,6 7 0,-1-6 0,3 5-188,-1 5 0,2 1 0,8-4 0,2 5 280,-2 1 0,6 8 0,0 7 0,1 1 242,1-1 1,-8 6-1,2-2 1,-2 5 150,2 1 0,-10 7 0,3 5 1,-5 3 461,-1 2 0,-7 8 0,3 2 0,-4 3 659,-2 5 0,0-5 0,0 10-538,0-3 0,-2-3 0,-2 2 0,-1 2 0,1 3-187,2-3 1,2-2 0,-2-4-1075,-4-3 0,4 2 0,-3-8 1,5-4-553,5-6 1,-1-5-1,8-10 1,-1-6 1231,-1-9 0,12 0 0,-2-8 0</inkml:trace>
  <inkml:trace contextRef="#ctx0" brushRef="#br0" timeOffset="1899">3281 172 7898,'0'-17'1416,"-2"8"1,-1 1-778,-3 0 1,-7 7 0,1-3 55,-3 8 1,-2 7-1,-1 10 1,-1 4-396,-4 2 1,4-5-1,-4 7 1,6 0 7,6-3 0,-5 5 0,7-6 1,-1 0-167,5 0 1,3-3 0,2-4 0,0-1-146,0 0 1,2-6 0,3-1-938,7-2 0,9-3 0,2-7 0,0-3-1537,1-7 0,1 3 2477,4-3 0,3 1 0,-5-6 0</inkml:trace>
  <inkml:trace contextRef="#ctx0" brushRef="#br0" timeOffset="1997">3453 396 13212,'0'17'0,"0"0"0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7:25.425"/>
    </inkml:context>
    <inkml:brush xml:id="br0">
      <inkml:brushProperty name="width" value="0.06" units="cm"/>
      <inkml:brushProperty name="height" value="0.06" units="cm"/>
    </inkml:brush>
  </inkml:definitions>
  <inkml:trace contextRef="#ctx0" brushRef="#br0">344 112 7735,'-6'-12'71,"0"1"0,-1-1 0,3-5 486,-2 0 0,-7 7 0,3 3 2,1-1 0,-6 6 1,3-2-1,-5 8-167,-6 8 1,4 7-1,-6 8 1,2 9-48,0 6 1,-5 6 0,5 7-1,2 4-148,2 2 0,3 4 1,5 6-1,5 1-55,4 1 0,4-18 0,6 5-175,9-9 1,8-9 0,11-19 0,2-11 0,4-11-713,2-6 1,2-7 0,4-11-1,-3-5-282,-1-5 1,-6-3 0,4-2 0,-2-2-1047,-4 1 2073,-17 3 0,10-6 0,-12-2 0</inkml:trace>
  <inkml:trace contextRef="#ctx0" brushRef="#br0" timeOffset="300">567 335 7898,'-9'0'1246,"3"0"1,12 0-1620,5 0 1,6-6-1,4-1 1,2-1 57,-2 1 1,-2-5-1,-1 4 1,-1 1-19,0-1 1,0-3 0,-1 3 0,-3 0 303,-2 1 1,-5 1 490,6 6 0,-9 2 0,3 4 1,-4 7 253,-2 8 1,-8 6 0,-1 9 0,-3 4-229,1 6 1,1 6 0,-3 3 0,2 6-372,-3 6 1,7-8 0,1 8-1,4-4-743,2-2 1,0-11-1,2-3-248,4-8 0,5-16 1,10-20-1,4-8-1141,2-13 2015,-6-6 0,19-18 0,-4-2 0</inkml:trace>
  <inkml:trace contextRef="#ctx0" brushRef="#br0" timeOffset="599">1100 421 8385,'-28'2'608,"-1"4"0,12-2 1,-4 7-1,0 2-212,2 3 0,-1 7 0,3 1 0,2 1 106,4 0 1,-3 4 0,8-6 0,3 0-441,1 1 1,4-10 0,3 3 0,7-4-254,3-3 1,4-3-1,2-8 1,4-5 57,2-6 1,-4-5-1,3-6 1,-1-3-434,-4-1 1,-2-6 0,-1 7 0,-1-1 274,0 4 0,-6-2 1,-1 2 1459,-2 2-914,5 2 0,-13 11 0,2 8 0,-6 12-289,0 9 1,2 6 0,2 5-1,0-1-669,0-3 0,0-1 1,0 2-1,2-6-207,4-4 0,3-10 1,9-3 909,-1-4 0,0-10 0,0-1 0</inkml:trace>
  <inkml:trace contextRef="#ctx0" brushRef="#br0" timeOffset="1233">1375 387 12795,'0'17'385,"0"2"0,0 4 0,2 7-167,4 9 1,-4-1 0,3 8 0,-1 1-95,2 3 1,-4-6 0,4-4-1,-4-5-26,-2-7 0,1-3-85,5-8 1,-4-15 0,4-11 0,-4-14 0,-2-14-297,0-5 1,0-5 0,0-7 0,2 1 55,3 3 1,-1 10-1,6 0 1,-1 3-606,1 3 0,-4 7 0,3 4 0,1 4 142,-1 2 0,-3 2 1,5 2-1,3 3 412,1 2 0,-4-5 0,1 3 1,1-3 277,3-4 0,1 4 0,0-10 0,0 2 0,0-2 0,1 2 0,-3-6 0,-2 2 0,-1 4 0,-1 2 0,6 2 873,-7 0 1,-3 9 0,-7 8-248,0 10 1,0 5-1,0 4 1,0 2 0,0 4-261,0 1 1,0 3 0,0 5 0,0 1-189,0-1 1,-1 3 0,-3-1 0,-2 2-37,2 0 1,0-5 0,1 5 0,-3-6-230,2-3 0,0-2 1,0 3-1,-3-3 37,-3-2 1,6-8-139,-1-6 0,3-9 0,2-2 0,0-9-98,0-6 0,0-5 0,2-1 0,3-1-152,7 1 0,5 0 0,4 1 0,2 1 230,-2 4 0,4 7 0,0-1 368,1 1 0,-5 2 1,4 8-1,-2 4 0,0 6 187,-2 3 1,-8 4 0,-3 2-65,-2 2 0,-3 7 1,-5-1-1,-2 2 1,-3-1 262,-7-1 1,-11-8-1,-3 2 1,-3-4-936,0-2 1,6-7-1,-3-5 1,-1-3-486,0-2 0,6 0 1,0-2 216,8-3 1,5-7-1,10-9 657,4-2 0,3-7 0,8 3 0</inkml:trace>
  <inkml:trace contextRef="#ctx0" brushRef="#br0" timeOffset="1549">2183 370 8207,'-17'0'680,"5"0"0,3 1 1,-1 3 97,1 2 1,-3 7 0,-3-1-436,3 3 0,-1 2 0,7 0 0,3 1-46,1-1 1,2 0 0,0 0-532,0 0 0,2-7 0,3-4 0,7-4-190,3-2 1,2-8 0,0-3 0,-1-7 30,-5-5 0,4-3 0,-3-9 0,1 3 142,-1 3 1,1-1 0,-5 7 302,1 2 1,-5 7-1,2 7 434,-4 5 0,-2 6 0,0 15 0,0 4-454,0 5 1,0 5-1,0-1 1,0-1-456,0-3 0,5-5 1,3 4-1,0-2-25,-1-4 1,7-4 0,-3-5 0,4-7-334,3-3 1,1-2 0,2-2 780,2-3 0,7-13 0,-3-8 0</inkml:trace>
  <inkml:trace contextRef="#ctx0" brushRef="#br0" timeOffset="1817">2578 318 7898,'-11'0'832,"-1"0"-110,-1 0 1,3 2-1,-1 2 1,0 3-236,1 3 1,-5 1 0,5 7 0,-1-1-220,-1 0 0,8 0 0,-1 0 0,3 0-240,2 1 0,0-7 0,2-1 0,3-3-568,7-3 1,3-4 0,2-4 0,1-3 27,-1-3 1,2-1 0,2-5 0,2 5 468,-2 5 0,-8-1 1,-1 1-1,-1 4 729,-1 6 1,3 7 0,-7 12 0,-3 6 40,-1 3 1,-2 10 0,-2 4 0,-3 4-419,-7 1 1,-3 1 0,-2-2 0,2-5-679,3-5 0,-3-3 1,3-5-1929,-3-3 0,6-14-85,3-15 1,6-13 2381,6-10 0,3-15 0,8 1 0</inkml:trace>
  <inkml:trace contextRef="#ctx0" brushRef="#br0" timeOffset="2049">2785 610 7898,'17'0'248,"0"0"0,0 0 0,0 0 345,0 0 0,-5 0 1,-1-2-1,3-3-175,1-7 1,-5-3 0,-3-2-1,-1-1-282,0 1 1,-1 0-1,-5 0 1,-2 0 46,-3-1 1,-5 3-1,-7 2 1,0 3 57,0 3 0,-2 3 1,-2 10-1,-2 7 108,2 8 1,2 2-1,3 9 1,3 5-124,1-1 0,9 6 1,-3 0-1,4 2-313,2 4 0,9-10 0,9-2 0,10-3-1187,11-9 0,4-10 1,9-12-1,1-14 1274,5-16 0,3-13 0,8-10 0</inkml:trace>
  <inkml:trace contextRef="#ctx0" brushRef="#br0" timeOffset="2716">774 1590 8163,'-16'-12'2135,"3"3"-1608,2 1 0,-1 4 0,-3 12 1,1 9-283,3 10 0,5 13 1,-3 8-1,-1 7-157,1 8 0,5 6 0,-2 2 0,4-1-551,2-3 1,2-15 0,4-5-1,7-8-340,8-13 1,6-12 0,7-9-1,1-5 231,-1-5 1,2-12-1,2-14 1,3-7 571,-3-8 0,-2-4 0,-2-9 0,1-2 0</inkml:trace>
  <inkml:trace contextRef="#ctx0" brushRef="#br0" timeOffset="2932">1135 1745 8197,'-18'7'580,"1"5"0,0 3 0,0 2 0,0 2-212,-1 4 1,1 4 0,2 9 0,3 2-69,7 2 0,3 1 1,2-7-1,2-2-40,3-3 0,11-2 1,9-8-1,1-2-343,5-7 0,1-7 1,3-6-1,-1-7-173,0-7 1,-5-12-1,-2 1 1,-4-5-5,-8-1 0,0-1 0,-9 1 0,-2 0 23,-2-1 1,-2 3-1,-2 3 1,-4 4-57,-5 0 0,-5 12 0,-1-4 0,0 4-441,0 3 1,0-3 0,-1 7-793,1 2 1526,8 2 0,1-5 0,8-3 0</inkml:trace>
  <inkml:trace contextRef="#ctx0" brushRef="#br0" timeOffset="3132">1581 1349 10238,'0'17'721,"0"-3"0,0 3 0,-2 8-302,-3 5 0,1 14 0,-6 6 0,3 11-433,3 12 1,-4-3 0,3 20 0,-1 0-369,-2-2 1,6-14 0,-3-11-1,3-11-763,2-14 1,2-15 0,3-6 139,7-9 1,3-22 1004,2-9 0,0-7 0,1-5 0</inkml:trace>
  <inkml:trace contextRef="#ctx0" brushRef="#br0" timeOffset="3316">1822 1452 8886,'0'19'1542,"0"4"1,0 8-1100,0 7 0,0 2 0,-2 10 0,-2 5-612,-1 4 1,-1-1 0,6 1 0,0-4-158,0-5 0,6-10 1,1-2-1,1-7-730,-1-8 0,7-12 0,-3-7-1445,5-8 2501,-7-13 0,6-10 0,-5-7 0</inkml:trace>
  <inkml:trace contextRef="#ctx0" brushRef="#br0" timeOffset="3565">2011 1882 7898,'12'-10'144,"-1"3"221,2-1 1,3 4 0,1-5 0,0-1-10,0 1 0,2-8 0,2-8 0,4-2-207,2-4 0,-4-1 1,4-2-1,-5-1 25,-6 1 0,-1 5 0,-9 2 0,-2 3 11,-3 3 1,-8 7-1,-7 5-123,-7 1 0,0 10 0,-7 9 0,-1 7 0,0 6 1,1 11 1,5 7-1,-4 9 1,2 1-104,4 0 1,8-1 0,3-1 0,1-3-323,-1-1 0,7-6 0,-1 2 0,9-5-354,13-11 0,1-6 1,11-9-1,5-5 58,3-4 1,10-12-1,-4-7 1,1-12 657,1-9 0,0-6 0,6-15 0,-1-2 0</inkml:trace>
  <inkml:trace contextRef="#ctx0" brushRef="#br0" timeOffset="3882">2578 1521 7898,'-17'0'190,"0"-6"0,0 1 1,0 1 542,-1 2 0,1 2 0,-2 2 0,-2 5-285,-2 11 1,0 6-1,6 11 1,2 1 77,3 4 0,-1-2 1,7 8-1,2 2-373,2 2 0,12-1 0,5-3 0,8-6-796,4-3 0,-2-16 0,5-6 0,5-6-592,1-5 1,-4-6 0,9-9 0,-5-14 695,-2-11 0,1-10 0,-1-11 0,-2-6 539,-3-4 0,-4 0 0,-8 4 0,-2 6 0,-3 3 0,1 10 0,-7 6 0,-4 7 452,-6 9 0,0 10 0,-7 8 475,-3 8 1,5 8 0,-1 10 0,3 7-442,3 4 1,2 7 0,2 2 0,0 3-501,0 9 0,0-6 1,0 7-196,0 0 0,0 1 0,0-5 0,0-1 0,0-4-2069,0-6 0,0-6 2278,0-5 0,-8-12 0,-1-17 0,-8-9 0</inkml:trace>
  <inkml:trace contextRef="#ctx0" brushRef="#br0" timeOffset="3997">2716 1882 7898,'0'-17'542,"0"0"1,0-1-283,0 1 0,0 0 1,2 0-190,3 0 0,-1 1 0,10 3 1,3 4-436,4 1 1,2 0 0,-4 3 0,2-5 391,2 0-28,7-5 0,-3 6 0,7-9 0</inkml:trace>
  <inkml:trace contextRef="#ctx0" brushRef="#br0" timeOffset="4131">3077 1641 6797,'0'18'0,"-2"1"524,-4 4 0,2-2 1,-5 7-1,-1 3-3,1 1 0,5 3 0,-4-1 0,2-2-636,1-3 0,-1 2 1,6-8-601,0-2 1,2-10 0,2-9 0,3-12-858,3-12 1572,1-9 0,7-11 0,-1-2 0</inkml:trace>
  <inkml:trace contextRef="#ctx0" brushRef="#br0" timeOffset="4247">3145 1607 8738,'-17'0'843,"6"0"-1486,-1 0 1,9 2 632,-3 4 0,6-4 10,6 3 0,3 5 0,8-1 0</inkml:trace>
  <inkml:trace contextRef="#ctx0" brushRef="#br0" timeOffset="4465">3283 1607 7898,'-12'19'442,"1"4"1,-2 6 242,-3 3 0,5 4 0,1 3 0,1 3-242,-1 2 1,6-6-1,1 0 1,6-6-284,9-3 0,3-14 0,2 1 1,2-7-433,4-5 0,4-15 0,6-9 0,-3-6 62,-1-11 0,-8 1 1,2-8-1,-4 0 34,-2 0 0,-7 4 0,-5-2 0,-3 4-204,-2 6 0,-6 7 0,-1-2 0,-3 2 7,-3 4 0,-2 10 0,-3 5 0,1 4-443,0 2 1,0 0 815,0 0 0,7 8 0,2-6 0,8 5 0</inkml:trace>
  <inkml:trace contextRef="#ctx0" brushRef="#br0" timeOffset="4733">3472 1555 7898,'11'12'701,"-1"-1"0,-2 3-157,-5 1 1,5 2 0,-2 2 0,-2 4 93,-2 6 1,-2 5 0,0 4 0,0 4-340,0 2 1,-6 2-1,0 4 1,0-2-208,-1-3 1,5-6 0,-4-1-274,4-8 0,4-16-231,4-20 1,-2-15 0,7-23 0,2-11-29,3-10 0,-5 4 0,1-10 0,1 4 80,2 8 1,2 4-1,1 7 1,-1 8 408,0 11 0,0 16 0,0 11 0,3 13 343,2 18 1,-2 13 0,2 15 0,-2 6-259,-3 4 1,0 2 0,0-4 0,0-6-864,0-7 1,-7-20-1,-2-3-1390,-1-8 2119,-5-12 0,-2-1 0,-9-8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04.701"/>
    </inkml:context>
    <inkml:brush xml:id="br0">
      <inkml:brushProperty name="width" value="0.06" units="cm"/>
      <inkml:brushProperty name="height" value="0.06" units="cm"/>
    </inkml:brush>
  </inkml:definitions>
  <inkml:trace contextRef="#ctx0" brushRef="#br0">140 210 8287,'-6'-8'-66,"-3"4"1,1-2-1,-2-1 209,0 0 1,-3 4-1,1-4 1,1 3-1,2-3 314,-2 0 1,3 2 0,0-4 0,1-1 247,-1 3 0,5-6 0,-2 4-15,4-3 0,1-2 0,0 0 0,1 0-124,4 0 1,4 5 0,8 1-1,5 2-168,4 2 0,-4 3 1,9 1-1,0 0-229,-2 0 1,1 1-1,-2 3 1,0 2-304,-1 2 1,-3 1 0,-4 5-246,-5 0 0,1 0 0,-10 0 0,0 0 57,0 0 1,-1-1 0,-5 3 0,0 1 164,0 2 0,0 1 0,0-3 0,0 3 0,0 2 54,0 2 1,0 3 0,2 1 0,2 1 350,6 4 1,2-7 0,2 4-1,0-1 162,0 0 0,-5-2 0,-1 5-26,-2-2 0,-3 1 0,-9 0 0,-8 0 0,-8 3 63,-4 0 0,-8 0 0,-2-8 0,-3-1-936,-2-1 0,7-12 0,-7 0 0,4-4-1212,1-5 1,10-14 0,1-7 1700,8-7 0,0-15 0,9-4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08.699"/>
    </inkml:context>
    <inkml:brush xml:id="br0">
      <inkml:brushProperty name="width" value="0.06" units="cm"/>
      <inkml:brushProperty name="height" value="0.06" units="cm"/>
    </inkml:brush>
  </inkml:definitions>
  <inkml:trace contextRef="#ctx0" brushRef="#br0">278 112 8382,'0'-14'0,"0"0"0,0 0 677,0 0 1,0 0-1,-2 2 1,-1 1 152,-2 2 1,-5 5 0,-1 0 0,-5 2-386,-2 2 1,-7 13 0,3 5-1,-1 9-111,0 5 1,4 5-1,-3 8 1,1 2-356,-1-2 1,10 0 0,-1 0 0,5 1-1093,5-1 1,3-6-1,6-3 1,8-2-130,8-3 1,5-13-1,2-5 1,4-6 1241,4-3 0,3-9 0,2-3 0</inkml:trace>
  <inkml:trace contextRef="#ctx0" brushRef="#br0" timeOffset="283">501 265 8890,'-14'-7'477,"-1"-1"1,-4 5 0,-3-2-224,1 2 0,-1 1 1,5 2-1,-3 2 172,-2 3 0,10 2 0,-2 7 0,3 0 202,3 0 1,2 2 0,6 1 0,0 3-832,0 2 1,6-5 0,5 0-1,6-5 51,6-3 0,3-5 0,2-1 1,0-6-327,0-7 1,-5-4-1,1-4 1,-1-6 147,-1-2 0,-2-2 1,-6 2-1,0 1 1172,0 2 1,-7 6-1,-2-2 600,-3 4 0,-2 10-1217,0 10 1,-2 9 0,-1 13 0,-2 1 0,2 2-326,2 2 0,1-1 0,0 4 1,0-3-1482,0-1 0,1-11 0,4 3 1,4-5 1580,4-5 0,7-5 0,1-2 0</inkml:trace>
  <inkml:trace contextRef="#ctx0" brushRef="#br0" timeOffset="467">850 112 8382,'-2'-8'0,"-2"3"511,-6 4 0,3 7 0,-1 3 0,2 7 842,2 7 1,-2 4 0,2 13 0,0 5-1104,3 3 0,-4-2 1,1 6-1,1-1-1148,1-2 1,2-1 0,0-9 0,2-5-627,2-6 1,4-14 0,6-2 1523,0-4 0,0-9 0,0-7 0</inkml:trace>
  <inkml:trace contextRef="#ctx0" brushRef="#br0" timeOffset="601">1045 251 13747,'-1'14'611,"-4"0"1,3 8 0,-2 6-1,2 8-694,2 4 1,0 2 0,2-2 0,2-1-1191,6-2 1273,-4 0 0,6-1 0,-4-2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06.617"/>
    </inkml:context>
    <inkml:brush xml:id="br0">
      <inkml:brushProperty name="width" value="0.06" units="cm"/>
      <inkml:brushProperty name="height" value="0.06" units="cm"/>
    </inkml:brush>
  </inkml:definitions>
  <inkml:trace contextRef="#ctx0" brushRef="#br0">278 138 8382,'8'-1'0,"-2"-4"418,1-4 0,-6 1 1,4-1-1,-4-2 424,-1-1 1,0-2 0,0 0 0,-1 1 170,-4 4 1,0-3 0,-7 4-664,-3 0 1,-4 3 0,0 10 0,-4 6 0,-3 8-242,-2 8 0,0 14 0,2 10 1,1 5-759,2 4 1,5-1 0,1 5-1,7-2-13,5-3 0,11-13 0,8-7-148,8-8 1,10-8-1,7-14 1,4-4-1,6-7-500,0-7 1,-7-11-1,3-14 1310,0-2 0,6-7 0,-1-7 0</inkml:trace>
  <inkml:trace contextRef="#ctx0" brushRef="#br0" timeOffset="250">543 250 8541,'-12'-20'188,"6"7"1,-11-2-1,0 1 592,1 3 0,-1 6 1,0 1-1,-1 2-27,0 2 1,3 8-1,3 4 1,1 7-307,1 3 0,7 3 1,-1 6-1,2 3-396,2 1 0,2-7 0,2 2 0,6-2-199,2-4 1,8-5 0,2-2 0,1-6 16,0-6 1,1-7 0,4-6 0,-2-7-246,-3-5 0,-3-4 0,-6-4 1,0-1 460,0-4 1,-6 9-1,-3-3 1,-2 4 788,1 1 1,-2 10-758,3-2 1,-9 12 0,0 5 0,1 13-498,1 9 0,2 1 0,0 10 1,0-2-477,0-3 0,0 0 0,0-2-3455,0-1 4311,0 3 0,6-9 0,2 6 0</inkml:trace>
  <inkml:trace contextRef="#ctx0" brushRef="#br0" timeOffset="567">836 250 12172,'0'20'1741,"0"3"1,0 4-1273,0 1 0,0 6 0,0 3 1,0 3-95,0 2 0,0-5 0,-1-1 1,-2-2-258,-2-3 1,0-8-1,5-4-524,0-4 1,0-10-1,0-10 284,0-12 1,2-14-1,3-6-359,4-3 0,3-7 0,2-1 0,2 0 0,1-1-2,1-1 0,1 10 0,-5-1 543,0 6 1,0 10 0,0 11-1,-2 9 133,-2 8 1,-3 11-1,-4 10-169,2 2 0,0 8 0,-5 3 1,0 4-1,0-1-716,0-3 0,0-1 0,0-7 1,0 2-1880,0 0 2571,0-11 0,0 7 0,0-13 0</inkml:trace>
  <inkml:trace contextRef="#ctx0" brushRef="#br0" timeOffset="1133">1213 236 8382,'0'-9'489,"2"1"1403,2 2 1,-2 3-1228,2 7 1,0 6 0,-1 8-1,1 5-125,-1 4 1,-1 2 0,-2 2 0,0 2-250,0-2 1,0 0 0,0 0 0,0 1-94,0-1 0,-2-1 0,-1-2 0,-1-2 184,1-3 0,1-7-768,2-7 0,0-12 0,0-3 0,2-10 192,2-7 1,2-9 0,5-4 0,-1-1-298,0 0 1,3-1-1,1 0 369,0 5 0,0-3 0,0 13 1,-2 3-1,-1 3 299,-2 3 0,-4 6 1,3 5-1,-2 8-50,-3 9 1,3 6 0,-1 9 0,-2 4-71,-2 4 1,-1-1-1,0-1-682,0-1 1,-4 4 0,-1-6 0,2-1 0,3-3-133,5-5 0,-2-7 0,8-8 0,3-4-368,3-5 0,7-12 1,-2-10-1,1-3 1125,1-2 0,-7-5 0,1 1 0,-2 1 0,-2 1 0,-2 2 0,-3 2 85,-4 3 0,-5 4 0,-5 10 1466,-4 4 0,1 10 0,1 6 0,-1 6 184,0 6 0,5 3 0,-2 2 0,4 2-1346,1 2 1,1-5-1,2 2 1,5-1-412,5-3 1,-3-11-1,9-2 1,-2-4 127,2-5 0,-2-5 1,3-7-1,-3-9-493,-5-7 1,-7-5-1,0-1 1,-4-3-10,-1-1 0,-1 7 1,-4-2-1,-6 2-335,-6 3 0,0 2 1,-5 0-1,2 4-134,3 4 0,2 2 1,2 3-520,4 0 0,3 6 1384,6-6 0,12 1 0,4-5 0</inkml:trace>
  <inkml:trace contextRef="#ctx0" brushRef="#br0" timeOffset="1316">1897 83 8382,'14'0'1908,"-5"0"1,-1 1-690,-2 4 1,0-1 0,-3 10 0,2 8-472,-2 8 1,-2 7-1,-1 8 1,0 3-632,0 1 0,0 2 0,0 4-281,0-4 0,-1 0 0,-2-8 0,-2-5 0,2-7-2725,2-10 0,1-4 1,-2-4-990,-3-4 3878,-2-3 0,-14-18 0,0-4 0</inkml:trace>
  <inkml:trace contextRef="#ctx0" brushRef="#br0" timeOffset="1432">1771 543 8382,'0'-14'613,"0"0"476,0 0 1,0 5-1,2 1 1,2 0-347,6 1 0,4-1 0,4-3 0,5 3-868,4 2 1,2-3 0,2 2 0,3 1 124,2 0 0,1 1 0,5 5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05.284"/>
    </inkml:context>
    <inkml:brush xml:id="br0">
      <inkml:brushProperty name="width" value="0.06" units="cm"/>
      <inkml:brushProperty name="height" value="0.06" units="cm"/>
    </inkml:brush>
  </inkml:definitions>
  <inkml:trace contextRef="#ctx0" brushRef="#br0">322 236 8382,'7'-11'533,"-2"-1"-93,-3-4 1,-4-1 0,-3 5 0,-5 1 257,-8 2 0,1 4 1,-6-3-1,-2 2 84,-1 3 1,-2 3-1,0 5 1,0 6-308,0 6 1,5 4 0,3 9 0,3 1-334,5 1 0,2 6 0,1-4 1,4 0-346,4 0 0,4-2 1,5-5-1,7-6 10,5-7 1,3-6-1,5-9 1,2-4-358,2-4 0,4-16 1,4-8-1,-1-7 127,-2-6 1,-6-4-1,2-6 1,-5 2 744,-5 3 1,-3 9 49,-6 9 0,-6 13 1,-5 12-1,-6 18 101,-6 15 1,1 10-1,0 10 1,0 3-426,1 2 0,3-5 0,0 0 0,2-5-1325,2-3 1,0-6 0,2 0 0,4-8-1605,8-9 1,1-6 2880,9-8 0,-1-6 0,5-2 0</inkml:trace>
  <inkml:trace contextRef="#ctx0" brushRef="#br0" timeOffset="183">712 194 8382,'0'10'896,"-1"-1"1,-2 3-4,-2 5 0,-1 2 0,3 7 0,-2 5-302,2 3 0,1 5 1,2 8-1,0 4-434,0 3 1,0 2 0,0-2 0,0-3-748,0-4 0,5-4 1,0-2-1,-2-4-4212,-2-5 3970,-1-8 0,0-18 0,0-16 0,0-13 832,0-12 0,-6-3 0,-2-10 0</inkml:trace>
  <inkml:trace contextRef="#ctx0" brushRef="#br0" timeOffset="384">656 501 8382,'10'-37'47,"-3"1"0,1-1 293,0-3 0,3 6 1,6-8-1,3 2 164,2-1 1,1 6 0,5 2 0,1 4 13,4 1 0,-2 6 0,3 5 0,-1 5-64,-2 2 1,-10 7-1,4 2 1,-8 8-133,-9 12 0,-5 7 0,-6 7 0,-6 6-102,-10 6 1,-6 3-1,-3 3 1,-1-5-751,-4-2 1,2-7 0,-4-1 0,0-2-318,4-3 0,7-8 0,2-6 1,2-6-829,3-6 1,7-12-1,6-8 1675,2-12 0,15-7 0,2-8 0</inkml:trace>
  <inkml:trace contextRef="#ctx0" brushRef="#br0" timeOffset="733">1103 97 8846,'5'15'0,"1"2"904,1 2 1,-3 7 0,0 1 0,-2 5 133,-2 4 0,0 2 1,0 7-1,-2 3-615,-2 2 1,2-8 0,-4 3 0,1 0-383,1-2 1,-3-9 0,4-4 0,-1-2-955,0-3 1,3-7-988,1 1 0,-5-12 0,1-7 0,-1-9 1151,-1-8 0,3-6 0,-5-10 0,0-4 749,0-3 0,5 1 0,-1 0 0,2-1 0,2 1 0,0 0 0,0-2 0,0-1 86,0 0 1,6 3-1,4 0 599,2 1 1,8-4-1,3 8 1,2 1-1,2 4 563,0 7 1,-2 7 0,8 5-517,-4 6 0,-2 5 1,-3 8-1,-3 10 1,-6 7-49,-7 7 0,-5 4 0,-5 8-284,-2 2 1,-6 4 0,-8-3-1,-5-2 1,-4-1-711,-1-4 0,-1-9 1,-2-1-1,-2-6-1699,2-6 0,3-10 0,5-8-284,5-8 2293,2-9 0,2-18 0,0-2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02.619"/>
    </inkml:context>
    <inkml:brush xml:id="br0">
      <inkml:brushProperty name="width" value="0.06" units="cm"/>
      <inkml:brushProperty name="height" value="0.06" units="cm"/>
    </inkml:brush>
  </inkml:definitions>
  <inkml:trace contextRef="#ctx0" brushRef="#br0">70 98 8382,'0'14'446,"-4"0"0,-1 0 0,2 2 224,1 2 1,2 6 0,0 8 0,0 8-170,0 10 1,0 3-1,0 12-301,0 2 0,5 4 0,0 0 0,-2-6 0,-2-4-653,-1-7 0,0-17 1,0-3-1,0-6-3294,0-8 2726,0-9 0,0-12 0,-1-12 1021,-4-4 0,-3-14 0,-6 2 0</inkml:trace>
  <inkml:trace contextRef="#ctx0" brushRef="#br0" timeOffset="317">1 461 8382,'1'-51'182,"4"0"0,-2 4 0,6-2 1,2 1 370,1 3 1,9 8 0,0 6-1,4 4-70,3 4 1,-2 7 0,10 1 0,1 6 152,4 2 0,-7 3 0,6 4 1,-3 0-145,-1 0 0,-10 6 0,-1 5 0,-6 6-360,-7 6 0,-7 0 1,-1 4-1,-4 2-125,-4 1 1,-6 1 0,-7 0-1,-3 3-18,-2 1 1,-6-7 0,-4 2-1,-1-2-473,-1-4 0,5-5 0,-5 0 0,1-4 539,1-1 0,-1-6 0,7-4 0,1-2 1955,2-2-1378,6 0 0,6-5 0,14 2-315,9 5 1,12 4 0,-1 8 0,5 1-144,4 4 1,-1-2-1,5 5-719,-2-2 1,3-1-1,-4-4 1,-2 1 0,-2-1-1404,-1-3 0,0-2 1,-2-1 1096,-2-4 0,0-4 851,-5-1 0,6-12 0,-4-4 0</inkml:trace>
  <inkml:trace contextRef="#ctx0" brushRef="#br0" timeOffset="466">670 363 8382,'0'14'559,"-6"0"1,-2 2 0,-1 1-1,1 3 91,2 2 1,0 3 0,3 6 0,-2 1-475,2-1 0,1-1 0,2-4 0,2-3-182,3-4 0,-2-8 0,6-4 6,2 0 0,1-9 0,2-6 0</inkml:trace>
  <inkml:trace contextRef="#ctx0" brushRef="#br0" timeOffset="582">768 140 8382,'-9'-4'0,"1"-3"922,2 0-1755,-5 4 663,9-4 170,-4 14 0,12 0 0,2 7 0</inkml:trace>
  <inkml:trace contextRef="#ctx0" brushRef="#br0" timeOffset="915">907 182 8382,'0'14'0,"0"2"0,0 1 0,0 1 1008,0-1 1,0 0 0,0 2 0,0 4-78,0 4 1,0 2 0,0 2 0,0 3-537,0 2 0,0-4 0,0 4 0,0 0-160,0-1 0,0-8 0,0-1 0,0-4-241,0-5-505,0-8 0,0-11 0,0-12 0,2-7 14,3-6 0,-2-8 0,6-4 1,2-4 126,1-2 0,2 4 0,0-2 1,0 7 61,0 8 1,-5 8 0,1 0 569,1 5 1,-4 1 0,1 17 0,-2 11 71,-3 11 1,-1 13-1,-2 3-728,0 4 1,0 6 0,0-3 0,0 0 0,0 0-640,0-3 1,6-13 0,3-7 0,4-6 1032,1-7 0,6-7 0,2 1 0</inkml:trace>
  <inkml:trace contextRef="#ctx0" brushRef="#br0" timeOffset="1265">1326 377 8382,'-2'-12'0,"-2"1"0,-6 3 1087,-2 2 1,-2 2 0,0 4 0,0 1 165,0 4 0,0 9 1,2 7-1,1 4-535,2 3 0,6-3 0,-2 7-619,3-2 0,2-4 0,2-1 1,3-2-1,5 1-163,8-3 0,2-2 0,4-10 0,0-4-830,1-4 0,2-1 1,4-3-1,2-6 245,-2-10 1,0-7 0,0-7 0,2-4 307,-2-3 0,-2 4 0,-3 5 216,-2 7 0,-4 5 1,-6 11-1,-2 11 925,-3 14 1,-2 11 0,-7 14 0,0 3 252,0 6 1,0-4 0,0 8-1,0 0-312,0-1 1,-7-3 0,-3 0 0,-6 0-148,-3-1 0,-5 3 0,0-7-396,-2-1 1,-8-3 0,-3-5-1,-4-6 1,0-6-1092,-1-6 1,0-10 0,0-7 0,0-9-1123,0-7 1,7-10 0,4-4 0,4-8 2014,4-4 0,0-8 0,-5-2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17.179"/>
    </inkml:context>
    <inkml:brush xml:id="br0">
      <inkml:brushProperty name="width" value="0.06" units="cm"/>
      <inkml:brushProperty name="height" value="0.06" units="cm"/>
    </inkml:brush>
  </inkml:definitions>
  <inkml:trace contextRef="#ctx0" brushRef="#br0">318 152 8421,'0'-13'0,"0"-1"228,0 0 1,0-2 0,0-1 319,0-2 1,0 6-1,0 3 1,-2-1-73,-2-1 0,-6 4 0,-7 4 0,-1 4 224,1 4 1,-5 10-1,-1 9 1,-2 5-321,2 5 1,-4-1-1,6 7 1,-3 3-550,1 1 1,6-2-1,0 5-337,6-2 1,0 1-1,7 0 1,2-4-1,5 0-1057,7-7 1,10-3 0,6-6 0,7-5 1562,2-6 0,9-10 0,5 3 0</inkml:trace>
  <inkml:trace contextRef="#ctx0" brushRef="#br0" timeOffset="301">513 306 8382,'-26'0'0,"0"0"475,-2 0 1,6 0 0,-8 1 0,3 3 611,2 0 0,6 7 0,1-2 0,2 4-651,2 1 1,6 1 0,4 2 0,4 3-469,4 2 1,1-5 0,7 2 0,5-4 70,4-1 1,-1-6-1,5-3 1,1-4-801,-1-1 0,0-8 0,1-4 1,-1-7 453,-2-2 1,-4 2 0,1-3 0,-3 2 675,-5 3 0,-1 0 0,3 0 801,0-1 0,-6 4-631,-4 4 0,-2 9 0,-2 2-744,0 12 0,0 2 1,0 8-1,0 2-1086,0 2 1,0-1 0,0-3-904,0-4 0,1 1 2194,4-1 0,3-7 0,6-6 0</inkml:trace>
  <inkml:trace contextRef="#ctx0" brushRef="#br0" timeOffset="1034">722 292 8382,'0'-14'1642,"0"6"0,2 8 1,1 11-1,2 8-1077,-2 9 0,-2 1 1,-1 8-1,0 2-441,0 1 0,0-1 0,0 0 1,0 0-155,0-5 0,0-3 0,0-5 0,0-3-323,0-4 1,0-11-1,2-10 134,3-10 0,2-10 0,7-11 0,0-5-93,0-7 0,5 0 0,1-5 0,0 2 99,0 3 1,0 8 0,-2 4 0,2 4 173,1 1 1,-4 8 0,2 6-31,-3 8 0,-9 6 0,-2 4 0,-4 7 835,-1 6 1,0 2 0,-1 7-411,-4 4 1,2 1-1,-5-2 1,2 1-1,2-1-84,-3-3 0,6-5 0,-5 0-661,-1-1-110,6-1 1,-4-13 0,10-7 320,4-12 0,4-2 0,1-10 0,-1-3 0,1-3 243,0 0 0,2 2 0,1 2 0,2 3 489,-2 0 1,-2 7 0,-3-1-1,-1 4 782,-1 4 1,-1 6-855,5 8 1,-6 10-1,-4 10 1,-2 2-1,-2 3-668,0 4 0,-2-4 0,-1 4-1044,-1-4 1,-1-1 0,5 0-1,0-1-1267,0-4 0,1-5 0,4-8 1557,4-6 0,4-5 1,-1-7-1,-1-6 940,-2-1 0,1-2 0,4-1 0,0-2 34,-1-1 0,-2 4 0,0-2 1,2 3 446,-3 3 0,1-1 1,3 0-1,0 1 718,0 4 0,2-3 0,1 2 0,1-2-423,-1-2 1,0 0-1,0 0 1,4-2-135,0-2 0,1 1 0,1-5 0,-3 0-536,1 1 0,-11 2 0,3-3 0,-5 2-110,-5 3 1,-3 3-1,-7 5 1,-5 4 152,-5 4 0,-8 8 0,2 7 0,-3 8-98,-2 4 1,0 9 0,1 0 0,3 2 40,0 1 0,7-6 1,-1 4-1,2 0-493,2-1 1,7-4 0,2 0 0,3-4-841,2-4 1,8-11 0,4 1-1,7-6 326,3-4 1,-1-1 0,4-4 0,-1-2 914,0-6 0,3-8 0,1-4 0</inkml:trace>
  <inkml:trace contextRef="#ctx0" brushRef="#br0" timeOffset="1301">1685 292 8382,'0'-9'2377,"0"-1"-898,0 7 0,0-1 1,0 8-1,0 6-984,0 2 1,5 8 0,-1 3-1,0 4-350,-3 1 1,-1 0-1,0-1 1,0 1 38,0 0 0,0 0 0,-1 0 0,-3 0-72,0 0 0,-6-6 0,6-4 0,-1-4-17,-1-5 1,4-4-98,-2-10 0,2-9 0,4-10 50,2-7 0,4-3 0,6-5 1,0 3-1,2 1-502,2-1 1,-1 5-1,5 0 1,-2 5-979,-3 2 1,3 6-1,-1-3 1,-1 4 414,3 5 0,-4 6 0,6-2 0,2 0-896,1 1 1913,2 3 0,0-2 0,0 6 0</inkml:trace>
  <inkml:trace contextRef="#ctx0" brushRef="#br0" timeOffset="1601">2118 250 7981,'-2'-8'998,"-3"4"0,-2 2 1,-7 4-156,0 2 0,0-1 0,0 5 1,0 2-375,0 2 1,0 0 0,0 10 0,2 0 93,2-1 0,-1 3 0,7 2 0,-1-1-318,-1-2 1,4-4 0,-1 2 0,5 0-315,3-4 1,5-7-1,0-2-36,2-2 1,2-2-1,0-9 1,0-4 0,0-5-610,0-5 1,0 2-1,0-6 1,0-2 452,0-1 1,-2-1-1,-1 2 1,-2 4 649,2 1 1,-3-1 0,0 4 6,-2-1 0,0 5 0,-3 10-30,2 6 1,-1 5 0,-4 8 0,2 2-458,3 5 0,-4-1 0,5 1 0,-1 2-1336,0 2 1,1-4 0,-2-1-497,6-2 1,2 1 1922,2-7 0,0 3 0,0-9 0</inkml:trace>
  <inkml:trace contextRef="#ctx0" brushRef="#br0" timeOffset="1699">2397 501 8528,'-10'2'2544,"1"2"-778,6-2-1766,-3 4 0,6-6 0,0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15.597"/>
    </inkml:context>
    <inkml:brush xml:id="br0">
      <inkml:brushProperty name="width" value="0.06" units="cm"/>
      <inkml:brushProperty name="height" value="0.06" units="cm"/>
    </inkml:brush>
  </inkml:definitions>
  <inkml:trace contextRef="#ctx0" brushRef="#br0">42 39 8382,'0'-9'0,"0"-1"1582,0 0-542,0 3 1,0 4-1,-2 13-786,-2 8 0,2 9 0,-3 5 0,2 5-50,-1 4 1,2 0 0,-2 3 0,0 1-1158,0 1 1,2 1 0,-2-7 0,2-3 952,2-4 0,0-4 0,0-1 0</inkml:trace>
  <inkml:trace contextRef="#ctx0" brushRef="#br0" timeOffset="133">209 374 7787,'-4'14'0,"-1"1"617,2 4 1,0-2 0,0 5 0,-2-1-486,2 1 0,1-3 1,2 2-1,0 0-1008,0-4 0,0-2 1,2-2 875,3-4 0,2-3 0,7-6 0</inkml:trace>
  <inkml:trace contextRef="#ctx0" brushRef="#br0" timeOffset="267">293 234 8608,'-6'-7'1790,"3"0"-2839,-7 7-18,7 0 1,-1 7 1066,8 2 0,4 3 0,6 2 0</inkml:trace>
  <inkml:trace contextRef="#ctx0" brushRef="#br0" timeOffset="467">502 137 14412,'0'14'511,"0"0"0,0 1 1,0 5-1,0 7-450,0 4 0,0 7 0,0 0 0,0 2-198,0 2 0,0 0 0,0-2 0,0-1-1020,0-2 0,0-12 0,0-2 0,2-8 1157,2-5 0,4-4 0,6-6 0</inkml:trace>
  <inkml:trace contextRef="#ctx0" brushRef="#br0" timeOffset="750">809 206 8382,'8'-13'333,"0"3"0,-5 1 2315,1-2-1872,1-1 0,-11 5 1,-3 7-390,-4 8 0,-2 11 1,-2 4-1,-4 3-3,0 2 1,2 2 0,-3 1 0,2 1 36,3-1 1,2-1 0,1-2-1,0 0-89,0 0 1,6-5 0,3-2-1,4 0-139,1-4 0,2-2 0,2-2 1,5-4-916,4-4 0,7-4 0,2-2 1,1-4-610,0-4 0,0-4 0,4-1 0,-2-1 34,-2-4 1,0 2-1,3-5 1,-1 2 1296,-1 3 0,-1 2 0,5 1 0</inkml:trace>
  <inkml:trace contextRef="#ctx0" brushRef="#br0" timeOffset="1000">991 388 8382,'7'6'1227,"1"-4"-509,-3 2 1,2-2 0,7-2-236,0 0 0,0-2 0,0-2 0,0-6-197,0-2 0,0-2 0,0-2 0,0-1-101,0-1 1,-6-2 0,-4 3 0,-2-2-75,-2 2 0,-2 1 0,-2 2 1,-6 2 119,-2 3 1,-2 3 0,-1 6-1,-3 1 170,0 4 0,-2 4 0,4 10 0,1 5 292,2 7 1,2 0 0,-1 5-507,3-2 0,3 3 0,6-2 0,1-3 0,4-1-556,4-5 0,5-5 0,3-1 0,3-5 8,2-7 1,1-5 0,5-4 0,0-6 360,0-7 0,0-6 0,0-8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13.463"/>
    </inkml:context>
    <inkml:brush xml:id="br0">
      <inkml:brushProperty name="width" value="0.06" units="cm"/>
      <inkml:brushProperty name="height" value="0.06" units="cm"/>
    </inkml:brush>
  </inkml:definitions>
  <inkml:trace contextRef="#ctx0" brushRef="#br0">194 64 8382,'0'-9'168,"0"0"0,-2 1 1282,-2-1 0,2 6 1,-2 12-666,2 9 1,2 15 0,0 7 0,0 8-185,0 7 1,5-3 0,1 7 0,0-6-285,0-7 0,0-7 0,-2-5 0,0-4-528,-1-9 0,0-8-587,2-4 1,-5-12 0,0-2 0,-8-5 283,-4-4 0,-7-5 0,-1 0 0,0 4 194,0 4 0,0 3 1,3 5-1,-2-1 187,2 0 1,1 9 0,4 6 0,1 4 894,2 4 1,6 4 0,-2-3-1,5 1-455,5-1 0,3 0 1,6-3-1,1 2-1073,4-2 1,-2-3 0,6-5 0,2-4-413,1-4 0,2-1 0,0-3 0,0-5 1178,0-6 0,0-9 0,0 1 0</inkml:trace>
  <inkml:trace contextRef="#ctx0" brushRef="#br0" timeOffset="117">389 455 8382,'-14'14'0,"5"0"0,0 0 0,-1 0 502,3 0 1,-1 0-1,5 0 1,-2 0-553,2 0 1,2-5 0,2-1 254,4-2-205,2-2 0,7-10 0,0-2 0</inkml:trace>
  <inkml:trace contextRef="#ctx0" brushRef="#br0" timeOffset="484">473 301 8382,'0'-9'-352,"0"0"958,0-2 1,0 3 1379,0-1-2674,0 6 1,2 3-452,2 9 0,4-3 1,6-1 1138,0-3 0,0-2 0,0 0 0,0 0 0,0 1 0,0 2 134,0 2 1,-2 1 0,-1-3-1,-3 3 499,-2 2 0,0 1 0,-3 5 0,2 0 65,-2 0 0,-2 6 0,-1 2 1,0 1-213,0 1 0,0 0 1,-1 6-1,-2-1-206,-2-2 0,-4-4 0,4 0 1,2-4-89,1-4 0,2-8 195,0-7 1,0-8 0,2-12 0,3-8-130,4-8 1,-1 0-1,1-1 1,2-2-277,1-1 0,-1 8 1,0 1-1,1 1-537,-1 5 0,2 2 0,4 8 0,1-1-1111,-1 4 1,0 7 0,0 0 0,4 5 1665,0 5 0,-4 9 0,3 8 0</inkml:trace>
  <inkml:trace contextRef="#ctx0" brushRef="#br0" timeOffset="1185">1073 441 7909,'9'-6'1512,"0"-4"0,-4 3 0,3-4 1,-2-5-1163,-3-5 0,3-6 0,-1-1 0,-2 1-25,-1-1 0,-4 0 0,-1 1 0,-5 4 192,-4 5 0,1 7 0,-8 3 0,2 3-130,-1 7 0,1 10 1,-5 13-1,2 6-99,3 6 1,1 10-1,4 2 0,1 2-580,2 1 1,6-10 0,-2 1 0,5-1-844,5-3 1,4-7 0,10-2 0,4-9-247,3-7 0,4-9 0,2-2 1,7-8 815,6-9 0,-5-7 0,5-12 0,0-6 107,-2-6 0,-1 0 1,-4-3-1,-6 2 491,-2 1 0,-13 8 0,-5-7 0,-4 4 538,-5 6 1,-3 9 0,-6 8 0,-7 5 580,-4 2 1,-6 7 0,3-1 0,0 4-414,-1 4 1,1 9-1,3 7 1,-1 1-302,1 4 0,1 3 1,4 3-1,1 3 474,2 2 1,4 0-1,-3 1 1,2-3-1348,3 0 1,8-9-1,5 1 1,6-4 145,2-5 0,9-8 0,-1-4 1,7-7-1462,2-7 0,3-6 0,2-15 1,-1-4 415,-2-8 1,-5-3 0,4-9 0,0-3 1333,-1-1 0,-13 5 0,-2 4 0,-4 1 292,-5 3 1,-7 14 0,-1 9 686,-6 10 1,-3 12-1,-5 9 109,2 3 0,4 7 0,-3 3 0,2 3 0,3 6 85,2 3 1,1 3 0,0 3-1,0-1-1079,0-2 0,0 0 1,0 4-684,0-4 1,0 2-1,0-7 1,0-2-1,0-6-2806,0-5 1533,0-3 0,-2-10 0,-1-6 0,-3-10 1862,-2-7 0,-1 2 0,-4-5 0,2 1 0,2 1 0,1-1 0,-2 5 0,2 0 41,2 0 1,-1 5 0,4-1 1796,-1 0 0,1 2 1,9-1-1297,8-2 0,0 0 0,6 0 0,0 2-1154,3-2 1,-1-2 0,1-1 0,2-1-1441,1-4 1,2 2 2051,0-6 0,0 0 0,0-5 0</inkml:trace>
  <inkml:trace contextRef="#ctx0" brushRef="#br0" timeOffset="1334">2035 9 8484,'0'9'1328,"0"0"1,-1 2-110,-4 1 0,2 4 1,-5 1-1,2 5-797,3 4 1,-3 0-1,1 10 1,1 1-677,-3 3 1,6-5 0,-4 5 0,4-3-1104,1-1 1,0-10 0,0 0-1400,0-4 0,1-9 2756,4-9 0,-4-2 0,6-2 0</inkml:trace>
  <inkml:trace contextRef="#ctx0" brushRef="#br0" timeOffset="1450">2049 399 8382,'7'-8'742,"2"4"1,-1 1 0,1 0-595,2-2 0,1-1 0,4 3 0,1-4-775,1 0 1,1 2 0,-4-3 0,3 0-427,0 1 1,2 2 1052,-1-4 0,3-7 0,5-5 0</inkml:trace>
  <inkml:trace contextRef="#ctx0" brushRef="#br0" timeOffset="1601">2412 50 8382,'-9'5'0,"0"1"889,-2 2 0,-2 3 0,-1 7 0,0 7 423,0 6 0,0 11 1,1 9-1,-1 5-690,0 4 1,0-1 0,1 5 0,2-4-1459,2-5 0,6-6 0,-2-10 0,4-5-2207,1-6 1,0-14 3042,0 0 0,0-16 0,0 1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16:11.282"/>
    </inkml:context>
    <inkml:brush xml:id="br0">
      <inkml:brushProperty name="width" value="0.06" units="cm"/>
      <inkml:brushProperty name="height" value="0.06" units="cm"/>
    </inkml:brush>
  </inkml:definitions>
  <inkml:trace contextRef="#ctx0" brushRef="#br0">14 84 8501,'-1'-13'637,"-4"4"1,4-3 606,-4 2 1,3 7-776,2 8 0,0 4 1,0 16-1,0 6 153,0 9 1,0 4 0,0 7 0,2 3-552,3 5 1,-4-5-1,4 5 1,-4 2-623,-1 1 1,0-13 0,0-1 0,0-6-2710,0-8 0,2-12 3260,3-13 0,2-21 0,7-17 0</inkml:trace>
  <inkml:trace contextRef="#ctx0" brushRef="#br0" timeOffset="251">433 0 9605,'-14'14'676,"5"-5"0,-1 1 1,-2 1-57,-5 1 1,0 3 0,-6 4 0,-2 4-52,-2 4 1,0 5 0,-1 2 0,1 0-40,4 1 1,-2 2 0,7-5 0,2-1-147,5-1 0,5-9 0,6-2 1,0-3-446,0-2 1,6-5 0,4-1-1,4-2-505,4-3 1,-1-2-1,6-1 1,1 0-993,-3 0 0,6 0 1,-4-1 418,3-4 1,1-3-1,-3-5 1139,0-1 0,-1-7 0,5 0 0</inkml:trace>
  <inkml:trace contextRef="#ctx0" brushRef="#br0" timeOffset="534">558 265 8781,'8'0'2598,"5"0"1,-4-1-2161,3-4 1,-1-3-1,2-6 1,2-1-430,1-4 1,-1 2 0,-1-5 0,-2 1-91,-2-1 1,-4 3-1,-6-2 25,0 1 1,-2 3-1,-4 7 1,-6 6 178,-5 2 0,-3 8 1,3 5-1,-2 6 222,2 6 1,1 5 0,2 3 0,2 3-120,3 2 1,2 1 0,7 4 0,0-3-299,0 0 1,7-3 0,2 2-1,5-4-1279,5-4 0,2-12 1,7-4-47,0-5 0,0-4 0,0-7 1,-2-5 1396,-3-6 0,10-15 0,-4 0 0</inkml:trace>
  <inkml:trace contextRef="#ctx0" brushRef="#br0" timeOffset="767">893 154 8382,'-14'0'1311,"7"1"1,0 4-451,1 4 1,5 5 0,-4 3-1,3 5-447,2 4 1,0 1 0,0 10 0,0 1-197,0 3 1,5-4 0,0-1 0,-2-2 93,-2-3 0,-1-8 1,2-6-107,3-6 0,-4-6 1,5-12-422,1-7 0,-4-7 1,4-10-1,1-3 97,0-2 1,1-1-1,4-5 1,-3 0-889,0 0 0,-1 7 0,5 2 0,0 4-889,0 1 1,-5 4 0,0 4 350,2 5 1544,2 4 0,1 5 0,0-2 0</inkml:trace>
  <inkml:trace contextRef="#ctx0" brushRef="#br0" timeOffset="1083">1130 154 8382,'5'9'-29,"1"-1"1,0-1 441,1 1 1,-1 1 0,-3 7 455,2 3 0,-1-4 0,-4 5 1,0 0-253,0 4 1,-1 2 0,-2 2-1,-4 1-328,0 4 1,2-8-1,-3 3 1,2-4 101,3-2 1,-3-2-584,1-6 0,0-8 0,5-6 0,0-9-61,0-8 1,2-5 0,1-7 0,3-4-35,2-4 1,1 2-1,4-1 1,-2 0 229,-2 1 0,0 4 0,5-2 0,0 5 468,0 5 0,-5 4 0,1 10 147,1 4 0,-1 7 1,0 7-1,-4 11-376,0 10 1,-4 5 0,2 6-1,-2-3-1203,-2 0 1,0-6 0,0 4 0,1-2-576,4-3 1,-2-8 690,6-4 1,7-5 0,4-6 0,0-8 904,-1-8 0,-13-11 0,19 4 0,-10-5 0</inkml:trace>
  <inkml:trace contextRef="#ctx0" brushRef="#br0" timeOffset="1300">1465 405 8447,'14'-13'1033,"0"3"-442,0 0 1,-5 7 0,-1-3 0,0 1 216,0 1 1,1-7 0,5 1-1,0-4-377,0-4 0,-5 1 0,-1-6 1,-2-2-190,-3-2 1,-1 0-1,-2 0 1,0 4 146,0 4 1,-6 5 0,-4 5 0,-2 6 45,-2 6 0,-2 8 0,-1 11 0,-1 7-129,1 5 0,1 5 0,4 6 1,1 0-242,2-5 1,4 2-1,-3-6 1,2-1-590,3-2 1,3-5-1,5-5 1,4-4-1016,3-4 1,7-6-1,1-1 1,2-3-4336,3-7 5874,7-4 0,-2-14 0,4-2 0</inkml:trace>
  <inkml:trace contextRef="#ctx0" brushRef="#br0" timeOffset="1481">1856 112 9032,'-6'-8'4835,"3"2"-3659,-7 6 0,6 0 1,-4 1-1,2 6-640,3 7 1,1 6 0,2 9 0,0 5-125,0 8 0,2 8 1,1 9-1,1 1-877,-1-1 1,4-2 0,-3-4-1,1-5-2346,1-6 0,-3-16 2811,7-2 0,-1-20 0,5-5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0:12.039"/>
    </inkml:context>
    <inkml:brush xml:id="br0">
      <inkml:brushProperty name="width" value="0.06" units="cm"/>
      <inkml:brushProperty name="height" value="0.06" units="cm"/>
    </inkml:brush>
  </inkml:definitions>
  <inkml:trace contextRef="#ctx0" brushRef="#br0">1 14 8299,'0'-8'3536,"0"2"0,1 17-3055,4 2 1,2 10-1,6 0 1,2 6 0,3 4-72,5 1 1,-1 6 0,3 6 0,4 2-403,-1 3 1,0-8 0,-1 0 0,0 1-851,0-3 1,-6-5 0,-3-6-655,-3-6 1,-2-6 1495,0-9 0,-5-9 0,-2-8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0:12.890"/>
    </inkml:context>
    <inkml:brush xml:id="br0">
      <inkml:brushProperty name="width" value="0.06" units="cm"/>
      <inkml:brushProperty name="height" value="0.06" units="cm"/>
    </inkml:brush>
  </inkml:definitions>
  <inkml:trace contextRef="#ctx0" brushRef="#br0">14 202 8299,'0'-13'2243,"0"4"-1716,0 9 1,0 6 0,0 19 0,0 7 206,0 5 1,0 2 0,0 10 0,0 3-397,0 5 0,2-1 0,1 4 0,1-3-527,-1-5 1,-1-7 0,-2-4 0,0-8-122,0-10 0,4-15-4778,1-8 5088,-1-11 0,-10-16 0,-1-8 0</inkml:trace>
  <inkml:trace contextRef="#ctx0" brushRef="#br0" timeOffset="198">1 108 8299,'0'-9'1424,"0"0"0,1 6 1,4-1-1,5 1-716,7-1 1,5 1 0,8-5 0,3 1-413,1-1 1,2 4 0,4-4 0,0 1-599,1-1 0,-6 4 0,-2-4 0,-3 2-2587,-5 3 1,-7 2 2888,0 1 0,-9 6 0,-3 1 0</inkml:trace>
  <inkml:trace contextRef="#ctx0" brushRef="#br0" timeOffset="382">202 390 8299,'-4'9'1561,"-1"0"0,1-4-712,4 4 1,1-7 0,5 3-405,8-4 0,1-7 0,7-2 0,2-4-422,1-2 0,8-4 0,1 0 0,1 0-769,-4-1 1,2 9 0,-4-4 0,-2 4-2751,-3 2 3496,-13 2 0,13 12 0,-10 2 0</inkml:trace>
  <inkml:trace contextRef="#ctx0" brushRef="#br0" timeOffset="566">149 739 8299,'-2'17'316,"-1"-4"0,-1-1 1889,1 0 1,1-3-1689,2 0 0,6-6 0,3 1 0,4-4-562,5-4 0,-1-4 1,5-5-1,2-1-845,1 1 0,2-2 1,0-1-1,0-2-599,0 1 0,0-2 1489,-1 1 0,1-6 0,0 3 0</inkml:trace>
  <inkml:trace contextRef="#ctx0" brushRef="#br0" timeOffset="898">591 430 8299,'0'14'493,"0"-1"0,-1 1 160,-4-1 0,4 1 0,-4 0 0,4 4-33,1 5 0,0 2 0,1 2 0,2 1-153,2 4 1,4-7-1,-3 5 1,0 0-313,0-2 0,0-6 0,-3-4-381,1-3 1,7-9-119,-2-6 1,-3-12 0,-2-10-1,-1-5-97,1-4 1,-1-4 0,5-5 0,-1 0 115,1 0 0,1-1 0,3 2 0,-2 4 240,-1 3 1,0 4 0,4 3 0,1 2 637,-1 5 0,1 9 0,-1 8-190,1 8 1,-5 8 0,-2 12-1,-1 2-224,-3 2 1,3 2-1,-2 4 1,1-3-52,1-1 1,-5-6-1,4-6 1,-4-2-5354,-1-2 5265,0-3 0,0-6 0,0-2 0</inkml:trace>
  <inkml:trace contextRef="#ctx0" brushRef="#br0" timeOffset="1248">1169 216 8299,'-14'-9'0,"1"1"528,-1 2 1,1-3 0,-2 5 0,-3 1 249,-4 1 0,7 4 1,3 2-1,4 5-197,5 3 1,2 3 0,1 2-375,0 0 1,6 7 0,3-1 0,4 2-1,5 3 24,4 4 0,-1-4 0,0 3 1,0-2-61,0-2 0,-3 1 0,1 2 0,-2 3-7,-5 1 1,-8-7 0,1 1 0,-4 0-397,-1 1 0,-6-8 1,-4 4-185,-7-4 0,-2-5 0,-5-5 0,2-4 0,-2-1-1072,-2-3 1,6-6-1,2-4 140,3-5 1,6 0 0,1-11 1347,2-1 0,2-7 0,4-3 0</inkml:trace>
  <inkml:trace contextRef="#ctx0" brushRef="#br0" timeOffset="1565">1262 390 8299,'-7'9'909,"3"0"1,-2 0-1,1 4 1,2 2-1,2 2-71,1 1 1,1 4-1,4-3 1,4 2-777,2 3 0,3-3 1,-1 0-1,2-2-310,3-2 1,-3-7-1,4-2 1,-1-2-324,0-3 0,0-9 0,-4-8 261,-1-7 1,-4-4 0,-2-3 0,-1-2-1,-3-2 318,-1 3 1,-2 2-1,0 3 1,0 3 1438,0 2 1,0 5-670,0 5 0,0 8 1,0 2-780,0 11 1,4 3 0,2 8-1,2 0-348,2 3 0,-2-1 0,1-1 0,-1-3-1398,0-2 0,4-2 0,-5-7-247,1-1 0,4-6 1994,-3 1 0,3-14 0,1-5 0</inkml:trace>
  <inkml:trace contextRef="#ctx0" brushRef="#br0" timeOffset="1814">1571 377 8299,'0'-14'2720,"2"7"0,1 4-1705,1 6 1,2 9 0,-3 7 0,3 2-725,1 3 1,-2 1 0,2 2 0,1 1-207,-1 4 1,-2-4 0,2 3 0,-1-2-471,-3-2 1,3-5-1,-1-1-206,-2-2 1,3-10 517,-2-13 1,1-5 0,-5-15 59,0-4 0,4-1 0,0-5 0,-1 1 0,0 2-490,2-2 1,-2 5-1,4-4 1,1 4-702,-1 1 0,-2 5 0,2 1 0,1 2-2120,-1 2 3324,2 8 0,4 3 0,1 6 0</inkml:trace>
  <inkml:trace contextRef="#ctx0" brushRef="#br0" timeOffset="2064">1947 484 8883,'6'9'0,"3"-1"482,3-2 1,-3-2-1,0-4 1,1 0 127,2 0 0,2-2 1,-3-2-1,0-5-252,-2-3 1,-6-6 0,1 0-1,-2 0-72,-2-1 1,-2 4 0,-2-3 0,-7 3 4,-5 2 1,0 1 0,-5 3-1,0 5 91,0 2 1,0 4-1,-1 2 1,4 6 101,3 7 0,6 4 1,1 6-1,3-1-154,2 1 1,3 2-1,4-1 1,6 2-594,7 0 0,4-10 0,6 4-714,-1-7 1,6-2-1,1-12 1,1-6 0,3-11 976,2-11 0,-5-8 0,-1-7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0:21.936"/>
    </inkml:context>
    <inkml:brush xml:id="br0">
      <inkml:brushProperty name="width" value="0.06" units="cm"/>
      <inkml:brushProperty name="height" value="0.06" units="cm"/>
    </inkml:brush>
  </inkml:definitions>
  <inkml:trace contextRef="#ctx0" brushRef="#br0">39 342 7975,'-9'5'-17,"1"-1"0,5 2 1,-3-3 277,0 2 0,4 5 1,-2 0-1,4 5-15,4 3 0,-1 6 0,5 0 0,-1 4-133,0 4 0,1 5 0,2-3 0,-2 1-55,-2-4 1,3-3 0,-5-2 0,-1-4 43,-1-4-323,-2-9 0,0-5 0,0-8 0,0-7 27,0-5 1,0-6 0,0-10 146,0-4 1,-5-1 0,1-2 0,1 1-1,1-4 1,2-1 0,0 2-1,0 1 1,2 0 84,2 0 1,4 5 0,5 4 0,1 4 2,-1 5 0,0 7 0,1 7 0,1 2 24,3 3 1,-3 8-1,2 4 1,-2 3 60,-1 1 1,-1 2 0,1 2-1,-1 2 65,0 2 0,1 1 1,-1 5-1,1 0 156,-1 0 1,1 4 0,-3 0-283,-2-1 1,2-2 0,-7-2-1,-1-2 1,0-3-635,2-2 0,-4-6 378,4-4 0,-4-9-410,-1-4 0,0-10 0,0-12 0,0-3-1385,0-2 1986,0 3 0,0-11 0,0 5 0</inkml:trace>
  <inkml:trace contextRef="#ctx0" brushRef="#br0" timeOffset="464">523 101 7865,'0'13'0,"0"2"230,0 3 1,0-2 0,0 5 0,0 2 344,0 2 0,4-4 0,1 9 0,-1 1-227,2 2 1,-3 3 0,6 2-98,1-2 0,2 1 0,2-5 0,-1-4 0,1-4-118,-1-6 1,0-9 0,1-5-1,-1-5-452,1-8 0,-5-8 1,-2-12-1,-1-4 22,-3-2 1,3 0 0,-2-6-1,-2 1 117,-5 0 0,-3 6 0,-4 2 0,1 4 71,-2 1 1,-1 6 0,-1 3 0,-1 3 299,1 2 0,0 5 0,-1 4-65,1 3 0,1 2 0,3 3-179,4 5 1,5 3-1,5 0 1,4-1-857,3-2 1,6-6 0,1 1 0,0-2 545,1-2 1,2 0 0,-4-2 0,0-2 362,1-5 0,-4-5 0,3-2 0,-3-4 0,-2 0 0,-4 2 0,-1-3 0,-2 1 269,-3 4 1,-2 1 956,-1 2 0,0 7-695,0 6 0,2 10 0,1 10 0,3 0-230,1 4 1,2 3 0,5 3 0,-1 3-76,0 1 0,5-3 1,0 2-1,-1-1-134,-3-3 0,0-6 0,-1 5 1,1-1-766,-1-3 1,-5-6 0,-4 0 0,-2-4-116,-2 0 788,0-7 0,-12 5 0,-3-4 0</inkml:trace>
  <inkml:trace contextRef="#ctx0" brushRef="#br0" timeOffset="581">885 396 7865,'0'-13'381,"0"-1"1,4 5-1,2 0 1,2-1 116,2-2 0,4-2 1,4 1-1,4 0-237,3-1 0,4-4 1,0 0-1,4 2-1151,2 1 0,-4 6 1,3 2 889,-1 1 0,4 1 0,-2 5 0</inkml:trace>
  <inkml:trace contextRef="#ctx0" brushRef="#br0" timeOffset="1169">912 825 8228,'-14'0'835,"1"0"1,6 6 0,2 5-611,4 5 0,2 1 1,4 5-1,3 3 27,4 5 1,2-1 0,-1 3 0,1 1-183,-1 3 1,0-6 0,1 0 0,-2-2-205,-3-4 1,1 1-1,-5-7 37,-2-2 0,-2-8 1,-2-8-1,-4-9-325,-4-7 0,0-11 1,-1-9-1,-2-4 173,2-5 0,-1 2 0,-1-5 0,2 0 276,1 0 0,6 5 1,-2-2-1,4 5 73,1 4 1,6 10 0,3 9 0,3 7-32,1 5 0,2 11 1,1 8-1,4 8 181,1 8 1,-3 4 0,2 6 0,1 1-48,0-1 1,-4-4-1,0-2 1,-3-3-88,-5-5 1,1 1 0,-5-7 0,-1 1 385,2-3-598,-4-3 1,2-9 0,-7-6 0,-3-9-151,-1-7 0,2-7 0,-4-6 0,0-4 65,2-2 1,-1 1 0,5-3-1,-1 1 159,1-1 1,2 4 0,1 2 0,1 4 49,4 4 0,-3 4 0,7 7 0,2 3 311,1 5 0,-2 13 1,1 6-1,2 5-141,2 9 1,-3 4 0,7 7 0,-1 0-802,0 0 1,2-4 0,-3-3 0,6-3-1104,2-5 1706,-4-7 0,4 1 0,-4-5 0</inkml:trace>
  <inkml:trace contextRef="#ctx0" brushRef="#br0" timeOffset="1482">1516 691 7946,'-14'-6'0,"1"-1"228,0-1 0,-1 2 0,1 6 1,-1 2 680,1 2 1,-1 8-1,1 8 1,1 1-231,3 2 0,3 4 1,6 2-544,0-3 0,0 4 0,0-7 0,2 0 0,4 0 0,7-5 1,0-3 0,5-3 0,-1-2-921,1-1 0,-2-8 0,5-1 0,-2-7 278,-2-5 1,-2-9 0,-3-6 0,-2-7 295,-1-5 1,-6-2 0,1-4-1,-2-3 241,-2 0 0,0 8 0,0 10 1,0 6 745,0 6 0,0 7-140,0 6 0,0 13 1,0 15-1,1 7-563,4 6 0,-2 3 0,6 1-393,1 0 0,-2-1 0,1-2 0,1-4 0,2-3-986,1-5 0,1-8 0,-1-2 1,1-6 1304,-1-3 0,1-8 0,-1-5 0</inkml:trace>
  <inkml:trace contextRef="#ctx0" brushRef="#br0" timeOffset="1649">1744 450 8616,'-6'-8'1058,"4"-4"1,-3 17 0,5-1 0,0 8-728,0 6 1,5 4 0,4 10 0,3 5-479,2 6 1,1 0-1,3 5 1,2 0-436,1 0 0,0-8 0,-4 0 1,2-4 138,2-8 0,-5-8 443,2-2 0,-3-9 0,-1-4 0</inkml:trace>
  <inkml:trace contextRef="#ctx0" brushRef="#br0" timeOffset="1782">1999 705 7946,'0'13'265,"0"0"1,0 1 0,0-1-1,0 1-206,0-1 0,4 1 0,1-1 1,-1 0-1729,2 1 1669,-4-7 0,10 11 0,-5-3 0</inkml:trace>
  <inkml:trace contextRef="#ctx0" brushRef="#br0" timeOffset="1916">1972 490 7925,'-9'-8'451,"2"2"1,-1 2 7,1 0-946,4-1 0,-2 5-1147,10 0 1634,2 0 0,13 0 0,1 0 0</inkml:trace>
  <inkml:trace contextRef="#ctx0" brushRef="#br0" timeOffset="2136">2321 369 7914,'-13'2'522,"-1"1"1,1 1 284,-1-1 1,1 0-1,0 1-197,-1 5 1,2 3 0,2 2-1,2 1-152,2 3 1,2-2-1,4 6 1,0 2-357,0 2 1,0 6 0,1 3-1,4-1-401,4-3 1,3-2 0,1-3-1,1 0-720,-1-4 0,2-4 0,1-9 1,2-4-359,-1-4 0,-3-7 1,0-4 1376,-1-7 0,1-4 0,-1-6 0</inkml:trace>
  <inkml:trace contextRef="#ctx0" brushRef="#br0" timeOffset="2266">2469 503 6795,'1'14'0,"2"-1"-245,2 1 0,-1 0 0,-4 3 0,0 2 1025,0 2 1,5-3 0,-1 3 0,-1 0-903,-1 0 0,-1-6-717,3-2 1,-2-7 0,2-12 838,-2-7 0,-8-13 0,-1-8 0</inkml:trace>
  <inkml:trace contextRef="#ctx0" brushRef="#br0" timeOffset="2398">2455 383 7905,'-6'-14'1033,"3"7"147,-6 2-832,6 4 1,-1 1-1459,8 0 1,4 0-1,5 1 1110,1 4 0,5-4 0,2 5 0</inkml:trace>
  <inkml:trace contextRef="#ctx0" brushRef="#br0" timeOffset="2615">2630 369 7905,'0'18'0,"0"1"344,0 2 0,0-3 0,0 5 0,0 0 231,0 3 0,1 1 0,2-1 1,3 1-217,2 0 1,1-5 0,4-1-1,0-1-476,1-4 0,1-7 0,1-7-63,2-10 1,0-8 0,-6-14 0,-3-3 9,-5-1 0,-2-1 1,-2-2-1,-2 3-56,-2 1 1,1 6-1,-5 6 1,1 0-178,-1 1 1,1 6 0,-3-1-1143,1 3 242,0 3 1303,1 9 0,2 6 0,6 2 0</inkml:trace>
  <inkml:trace contextRef="#ctx0" brushRef="#br0" timeOffset="3115">2831 302 7900,'0'13'165,"0"1"0,0 1 469,0 3 1,0-3 0,0 2 0,0 0-69,0 1 0,2 1 0,1 4 0,3-4-398,1 0 0,-3-7 0,5 3 0,2-1-316,1-4 1,1-4 0,1 1 0,-1-1 85,0-3 0,5-3 0,0-6-150,-1-7 1,-4-2 0,-4-7-1,-3-2 20,0-2 0,-5 3 0,4-1 0,-5-2 360,-5 3 1,4 0-1,-5 1 1,1 4 405,1 3 1,0 6-455,4 0 1,0 8-1,0 1 1,0 7-350,0 5 1,6 7 0,1 2 0,2 2-422,0-1 0,0-6 0,3 4-179,-3-1 0,3-8 1,-3 1-1,2-5 829,3-4 0,-5-3 0,-2-5 0,1-3 0,-1-4 0,-4-3 0,2-2 0,-4-2 0,-1-2 0,0 3-84,0-4 1,-1 1 1402,-4-1 0,5 10-823,0 12 1,6 6 0,8 7 0,-1 2-130,0 3 1,2-2 0,2 5 0,1 0-32,-2 0 0,-1-3 1,-3 4-1,-2 0 129,-1-1 1,-6 5 0,2-5 0,-4 1-837,-1 0 1,-6-1 0,-3 2 0,-3-6-128,-1-2 1,0-3 0,-1-1-1284,1-2 1,-1-6 1780,1 1 0,-1-8 0,1-4 0</inkml:trace>
  <inkml:trace contextRef="#ctx0" brushRef="#br0" timeOffset="3232">3408 503 7230,'0'8'0,"0"-2"0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0:18.337"/>
    </inkml:context>
    <inkml:brush xml:id="br0">
      <inkml:brushProperty name="width" value="0.06" units="cm"/>
      <inkml:brushProperty name="height" value="0.06" units="cm"/>
    </inkml:brush>
  </inkml:definitions>
  <inkml:trace contextRef="#ctx0" brushRef="#br0">28 456 7822,'-9'0'955,"0"0"1,6 2-1,-2 2-578,4 5 1,1 6 0,0 6 0,0 9-147,0 7 1,6 2-1,3 12 1,3 2-188,1 4 0,-4 1 0,0-6 1,0-2-293,-1-6 1,-1-8-1,-4-6-216,1-6 0,1-12 254,-5-12 1,0-8 0,0-11 0,0-6-1,0-8 56,0-6 0,0 0 1,0-8-1,0-1 100,0 0 0,0 5 0,0-2 0,1 3 76,4 2 0,-2 4 1,6 3-1,1 5 2,2 7 1,2 6-1,-1 6-40,0 5 0,-1 8 0,-1 8 0,-2 8 1,1 8 392,2 5 0,0 3 1,-1 4-1,-4 0-91,-1 0 1,0 1 0,-3-4-1,1-3 50,-1-2 1,-1-13-408,-2 3 0,0-14-51,0-13 1,0-8-1,0-15 1,-2-4 0,-1-4 4,-1-2 1,-1-3-1,5 3 1,0 0-12,0 3 0,2 5 0,1 0 0,1 5 174,-1 2 1,5 11-1,1 2 100,3 7 1,-3 7 0,0 16-328,1 7 0,0 4 0,1 8 1,-2-2-1,1 3-796,2 2 0,2-8 0,-1 4 419,0-9 0,5-2 1,0-12 557,-1-3 0,4-7 0,-1 0 0</inkml:trace>
  <inkml:trace contextRef="#ctx0" brushRef="#br0" timeOffset="299">551 497 7822,'-21'0'343,"4"0"0,2 1 0,1 2 0,1 3 606,-1 2 1,1 2 0,-1 6-1,3 4-559,2 1 0,3 1 0,6 3 0,0-1-441,0-1 1,6-2-1,3 1 1,2-4-15,3-3 0,4-8 0,0-2 1,0-7-602,1-7 0,-4-1 0,3-13 0,-3 0 252,-2-3 1,-1-1-1,-3 0 1,-3 1 505,0-1 1,-5 0-1,4 2 1,-4 2 747,-1 5 1,0 3-444,0 2 1,0 7-1,0 6 1,0 9-373,0 7 0,0 1 0,0 5 0,0 2-667,0 1 0,2 2 0,1-1 0,3-4-702,1-4 1,2-5 0,5-4 1343,-1-4 0,0-10 0,1-2 0</inkml:trace>
  <inkml:trace contextRef="#ctx0" brushRef="#br0" timeOffset="466">739 349 8958,'-7'2'1365,"2"2"-659,4 5 0,2 3 0,2 3 0,3 3-486,2 4 1,1 9-1,4 4 1,0 2-537,1 3 1,-1-2 0,1 6 0,-1-2-830,1-2 1,-6-5 0,0-6-1655,-2-5 2799,-2-4 0,-10-13 0,-1-1 0</inkml:trace>
  <inkml:trace contextRef="#ctx0" brushRef="#br0" timeOffset="632">712 604 7822,'-4'-13'0,"-2"1"1324,-2 3 0,5-3-648,-1 3 1,2-3 0,4-1-799,2-1 0,4 1 1,5 1-1,1 1-611,-1 2 0,2 2 0,1-4 0,4 3-187,1-3 1,-3 4 0,3-2 919,-2-2 0,11-1 0,-2-1 0</inkml:trace>
  <inkml:trace contextRef="#ctx0" brushRef="#br0" timeOffset="799">1048 295 7822,'-9'-1'385,"0"-2"0,-1-2-92,-2 2 1,0 3 0,1 3 0,2 3 436,-1 2 1,2 2 0,1 7 0,1 2-199,3 2 0,1 1 0,2 4 1,0-2-385,0-2 0,2 0 1,2 4-1,5-4-512,3-4 1,3-3 0,2-3 0,2-3-184,2-5 0,-3-2 0,3-4 0,0-4-4168,-1-7 4715,-3-1 0,2-17 0,-5 3 0</inkml:trace>
  <inkml:trace contextRef="#ctx0" brushRef="#br0" timeOffset="1099">1222 282 8108,'-7'13'761,"-1"-4"1,5 0 0,-1 3-200,1 5 0,2-5 0,1 4 0,0 2-323,0 1 1,0-1 0,0 3 0,1 0-161,3 0 0,-1-5 0,6 2 1,0-3-154,-1-2 0,2-4 1,-4-1-84,2-2 1,-1-3 0,4-8 0,-4-4-103,-1-3 0,-2-7 1,-2-3-1,1-4 186,1-1 0,2 2 0,-3 3 51,2 4 1,-1-2 0,-2 4 0,1 3 0,3 4-71,1 3 1,-2 1-201,4 5 1,0 6-1,2 3 1,0 5-384,-2 3 0,-5 0 0,5 4 0,2-2 131,1-2 0,-3-3 0,-2 0 544,-1-1 0,4 1 0,-2-1 0</inkml:trace>
  <inkml:trace contextRef="#ctx0" brushRef="#br0" timeOffset="1349">1518 443 7822,'12'-1'1686,"-2"-2"-424,-1-2 1,0-5-996,4 1 0,-1-3 0,-1-2 0,-4 1-156,-1-1 0,-1 0 0,-5-3 0,0-1-28,0 2 1,0-1-1,-2 3 1,-1-1 30,-1 3 0,-7 3 0,2 0 0,-3 4-88,-1 4 0,-1 2 1,1 5-1,0 8 96,-1 7 0,5-1 0,2 4 0,1 3-104,3 3 1,1 1 0,2-4 0,0 0-569,0 0 1,5-2 0,1-1-329,1-2 0,4-7 0,5-1 1,3-8-1,1-6 878,-1-5 0,5-8 0,-3-8 0</inkml:trace>
  <inkml:trace contextRef="#ctx0" brushRef="#br0" timeOffset="1549">1746 175 7822,'-9'9'838,"1"-1"1,2 3-185,3 1 1,2 3 0,1 3-1,0 3-29,0-1 1,3 6-1,4-4 1,8 3-368,5 2 1,-2-4 0,2-1 0,1 2-130,0 1 0,-4 2 1,1 0-150,-4 0 1,-6 0 0,-4-1-1,-2 0 1,-4-2-539,-2-2 1,-5-6 0,-7 1 0,-4-5-659,-1-3 1,0-6-1,-2 0-1712,0-6 2928,1-5 0,-5-17 0,0-3 0</inkml:trace>
  <inkml:trace contextRef="#ctx0" brushRef="#br0" timeOffset="1999">2403 161 7749,'-14'-7'197,"-3"2"1,-1 4 550,2 1 1,1 0 0,1 1-1,0 5 36,-4 8 0,3 1 0,-2 7 0,5 2-337,3 1 1,7 2-1,-3 0 1,5 0-222,5-1 1,-3-5-1,9-3 1,2-3-156,4-1 0,5-1 1,-2-1-1,0-3-315,4-5 1,-3-2 0,0-2 0,0-2-198,0-2 0,-5-4 0,2-6 0,-3-4 75,-2-5 1,-4-2 0,-1-2 0,-2 0 399,-3 0 0,-2 2 1,-1 3 747,0 4 1,0 3-527,0 1 1,0 8-1,-1 6-951,-4 8 1,4 10 0,-4 4-1,4 2 1,2 0-732,4-2 0,-2-5 0,6 1-174,1-4 1600,-4 0 0,12-7 0,-3-1 0</inkml:trace>
  <inkml:trace contextRef="#ctx0" brushRef="#br0" timeOffset="2315">2672 215 6321,'0'-14'3260,"-2"7"-2500,-2 2 1,2 5 0,-2 5 0,2 4-305,2 3 0,0 3 1,0 1-1,2 4-320,2 0 0,-2-2 1,4 3-1,-2 0-34,1 0 1,1-3-1,-3 3 1,3-2-131,1-2 1,-2-3 0,2 0-418,-1-1 1,0-7 0,-3-6 0,1-7-48,-1-5 0,-1-9 1,-2-4 210,0-5 1,1-12 0,2 2 0,2 0 0,-1 1 252,2 3 0,-3 11 1,5-1-1,-1 5 232,1 5 0,1 7 0,3 6 0,-2 7-121,-1 10 1,0 7 0,3 10-1,-2 5 392,-1 3 1,-6-2 0,2 0 0,-4 1-716,-1-6 0,0-3 1,0-7-1,0-4-1117,0-3 1,2-8-1,1-4-402,1-6 1759,1-4 0,-5-19 0,0-2 0</inkml:trace>
  <inkml:trace contextRef="#ctx0" brushRef="#br0" timeOffset="2599">2927 0 8003,'7'6'543,"-2"3"0,-4-2 1,1 4-1,2 2 141,5 4 0,-1 7 0,1-2 0,1 3-377,2 2 1,-3 0 0,0 0-1,0 0-270,-2 0 0,4-7 1,-7-2-1,-1-3-29,-1-1 1,-2-5-1,-2-2 1,-2-1-152,-5-3 0,-3 3 1,-3-2-1,-1 1-69,-2 1 0,-2-3 0,4 6 1,-2 1 411,2 2 0,5 3 0,4 1 0,1 2 311,3-1 1,3-1-1,4 1 1,7-1-170,5-4 1,3 0-1,5-8 1,-1-1-605,0-1 0,3-10 0,-1-4 1,-2-7-744,-6-6 0,-2 1 0,-3-9-1293,-3 0 1,-3 5 2297,-6-3 0,-6-4 0,-1 1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0:16.637"/>
    </inkml:context>
    <inkml:brush xml:id="br0">
      <inkml:brushProperty name="width" value="0.06" units="cm"/>
      <inkml:brushProperty name="height" value="0.06" units="cm"/>
    </inkml:brush>
  </inkml:definitions>
  <inkml:trace contextRef="#ctx0" brushRef="#br0">174 25 7821,'-7'-6'-69,"0"4"0,4-4 1987,-2 0-1495,-5 5 0,8-2 0,-2 10 0,2 8-115,2 5 0,2 3 0,1 10 1,3 6 12,1 4 1,2 8 0,4-2 0,1 5-138,-1 4 1,1-9 0,-2 0-1,-3-7-352,-5-6 1,2-8 201,-1-5 1,-2-13 0,-8-1 0,-4-7 0,-3-5-544,-1-2 1,-2-5-1,-2 2 1,-2-1 32,-2 0 1,3 6 0,-3-1 462,2 2 0,1 4 1,3 4-1,0 7 1,2 8 147,5 4 0,1 2 1,2 0-1,2 0 60,2 0 0,5-6 0,2-3 1,2-5 130,2-4 1,-1 1 0,3-5 0,3-2-481,0-2 0,4-1 0,1 0-507,1 0 1,1-6-1,5-3 1,0-3 0,1-2-114,3-4 0,-2-3 0,1-8 774,-7-2 0,9-3 0,-4-6 0</inkml:trace>
  <inkml:trace contextRef="#ctx0" brushRef="#br0" timeOffset="300">470 293 7937,'-14'8'223,"1"5"1,-1-3 0,1 7 0,1 1 677,3 1 0,-1 5 0,5 6 0,1 3-340,-2 1 1,4-4-1,-2 1 1,4-3-500,4-1 1,4-10 0,5-4 0,1-3 43,-1-2 0,0-2 0,1-8 1,-1-4-861,1-7 1,-1-6 0,-1-8 0,-1-2 346,-3-2 1,-3-3 0,2-5-1,-1 2 298,-3 1 1,-1 5-1,-2-2 1,0 3 657,0 5 0,0 11-208,0 1 0,0 10 1,0 3-1,0 9-159,0 7 1,0 7-1,1 6 1,2 4-624,2 1 1,5-4 0,-1 0 0,3-5-692,2-2 1,-6-11-1,1 0 1,2-5 1131,1-4 0,-3-9 0,0-7 0,-6-7 0,3-6 0</inkml:trace>
  <inkml:trace contextRef="#ctx0" brushRef="#br0" timeOffset="466">644 186 8077,'0'-14'1222,"-4"5"-568,-1 0 1,1 8 0,4 1-113,0 7 1,1 13 0,4 5 0,5 8-381,7 6 1,-2-1-1,2 10 1,0 0 23,1 0 1,-3-4-1,3 4 1,-4-2-477,0-2 1,-1-9 0,-1-5 0,-3-6-5568,-4-6 5857,-4-9 0,-7-3 0,-1-6 0</inkml:trace>
  <inkml:trace contextRef="#ctx0" brushRef="#br0" timeOffset="616">671 508 7937,'0'-14'332,"-4"5"0,-2 0 488,-2-1 1,5 3-1,-1-2-309,2-2 0,8 4 0,5-1-653,5 2 1,0-3-1,5 5 1,0-1 57,0-1 0,1 3 0,4-4 0,-2 0 84,-2-1 0,0-1 0,5-4 0</inkml:trace>
  <inkml:trace contextRef="#ctx0" brushRef="#br0" timeOffset="867">926 306 7937,'-13'14'0,"1"1"0,1 1 343,2 2 1,5 6 0,-4-2 0,2 4 508,3 1 1,-2-1-1,0 1 1,4-1-846,4-4 0,0-4 1,5-9-1,3-5-187,1-2 0,1-4 1,1-2-1,1-7 168,2-5 1,-6-5-1,2-6 1,-1 0-482,0 1 1,-3 3 0,-1 1 0,-2-1 479,-3 3 0,0 0 1,0 7 634,1-1 0,0 1-364,-4-1 1,0 9-1,2 6 45,2 11 0,1 3 1,7 7-1,3 2 81,0 1 0,0 1 1,-2-4-712,0-4 0,1 0 1,-1-3 326,1-3 0,-1-2 0,1 4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1:53.341"/>
    </inkml:context>
    <inkml:brush xml:id="br0">
      <inkml:brushProperty name="width" value="0.06" units="cm"/>
      <inkml:brushProperty name="height" value="0.06" units="cm"/>
    </inkml:brush>
  </inkml:definitions>
  <inkml:trace contextRef="#ctx0" brushRef="#br0">114 281 6946,'0'11'357,"0"-5"248,0 1 0,5-4 0,2-1 0,3-4-59,4-5 1,-1-4 0,4-3-460,2-3 0,-3-3 0,0-2 0,-1-2 0,-2-3-246,-1 1 1,-3-3-1,-2 5 1,-5 0-47,-4 2 0,-9 6 1,-6 3-1,-4 5 380,-3 5 0,-3 6 0,-3 5 1,1 6 264,1 7 0,5 5 0,0 5-184,5 0 0,4 4 1,6 1-1,2 0 1,1 1-457,3 0 1,10-7 0,6 0 0,4-3-846,3-4 0,1-2 1,1-5-1,3-6 256,0-5 1,-2-5 788,0-3 0,3-13 0,-1-6 0</inkml:trace>
  <inkml:trace contextRef="#ctx0" brushRef="#br0" timeOffset="348">302 198 7979,'-5'-6'1009,"3"1"-474,-5 5 1,5 1-1,-2 3 1,3 3-151,1 2 1,0 6 0,0 3-1,0 2-242,0 5 1,0 5-1,0 5 1,0-1-98,0 2 1,0-3-1,0 1 1,0-2-29,0-4 0,0-6-306,0-5 1,0-10 0,0-5 0,1-11-101,3-11 0,2-8 0,4-9 0,2-4 57,1-2 1,0 0-1,3 2 1,1 3 137,-1 3 1,-2 4 0,2 3-1,-1 4 378,-2 2 0,-2 10 1,0 5-1,-1 6 388,1 5 0,-6 3 1,-1 7-1,-2 4 76,2 5 0,-3 4 0,2 3-635,-2-2 0,-1 4 0,0-3 0,0 0-854,0 1 0,0-4 0,0-2 0,0-3-127,0-4 0,5 1 0,2-8 967,2-4 0,2-4 0,-1-2 0</inkml:trace>
  <inkml:trace contextRef="#ctx0" brushRef="#br0" timeOffset="566">750 166 7914,'-10'-1'0,"-2"-1"421,-2-2 0,3 1 0,-4 3 0,1 0 312,0 0 1,-5 5 0,3 2 0,-1 3-391,-1 4 1,6 2-1,-2 5 1,2 1 168,2 2 1,0 3 0,4 4 0,2 1-478,3-1 0,2 0 0,3-1 1,4-2-874,4-4 1,1-3 0,4-3 0,2-6-271,1-4 0,2-3 0,1-6 0,1-3 17,-1-3 1,-1-6 1090,-1-5 0,-5-2 0,0 0 0</inkml:trace>
  <inkml:trace contextRef="#ctx0" brushRef="#br0" timeOffset="832">834 281 8455,'-6'1'2061,"2"3"-1562,3 3 1,0 3 0,-1 4-1,-2 5-400,2 4 0,0 1 0,-1 6 0,-1 4-33,-2 2 0,2-3 0,-3 1 0,1-5 269,0-5 1,-2-3-156,4-4 0,1-7 1,3-12-146,0-7 0,0-6 0,1-7 0,2-2 27,4-4 0,4-3 1,1-2-1,2 0-124,-1-1 0,0 7 0,0-4 0,2 2-199,1 3 0,-2 0 0,2 6 0,0 2-216,0 1 1,-2 0-1,2 0 1,0 3-1043,-4 2 1,1 2 1518,1 0 0,-2-1 0,3 1 0</inkml:trace>
  <inkml:trace contextRef="#ctx0" brushRef="#br0" timeOffset="1165">1021 250 11287,'-6'4'435,"5"2"0,6 5 1,1-1-309,2 1 0,6-1 0,3 2 0,3 0 0,1 2-692,0-1 1,1-1 0,1-3 0,1-1 564,-1-1 0,4 0 0,-1 3 0</inkml:trace>
  <inkml:trace contextRef="#ctx0" brushRef="#br0" timeOffset="1348">1334 219 8121,'-16'5'604,"-3"5"1,4-3-1,0 3 221,0 4 0,-2 2 0,3 6 0,1 4-314,2 5 1,0 4-1,1 7 1,-1 7-276,1 3 1,3-1 0,1 4 0,0-4-693,0-3 0,4-9 0,-1-5 0,2-7-1142,1-5 0,1-9 0,3-4 1598,7-3 0,-1-3 0,5-3 0</inkml:trace>
  <inkml:trace contextRef="#ctx0" brushRef="#br0" timeOffset="1515">1449 312 7943,'-1'11'575,"-3"-1"0,-1 2 0,-3 1 0,1 3 353,-1 3 1,2 2-1,1 9 1,0 4-653,3 2 1,1 2-1,1 3-658,0-3 0,0 1 0,0-4 0,0-3 0,1-3 146,2-4 1,-2-4 0,4-4 235,0-3 0,-4 2 0,3 0 0</inkml:trace>
  <inkml:trace contextRef="#ctx0" brushRef="#br0" timeOffset="1749">1397 469 7943,'0'-23'178,"0"2"1,0 1-110,0 0 1,4 0-1,3 0 1,4 2 735,3 5 1,2 1 0,5 3-1,-1 2-367,1 3 1,1 3 0,1 1 0,2 1-336,-2 3 1,-6 3 0,-4 5 0,-4 3-60,-2 2 0,-4-2 0,-1 3 1,-4 3-81,-5 1 0,-3-4 0,-1 4 0,-2-2-324,-1-1 1,-1-4 0,2 0 0,-2-2-323,-1-4 1,3-5 0,-1-1 681,3-2 0,0-5 0,1-2 0</inkml:trace>
  <inkml:trace contextRef="#ctx0" brushRef="#br0" timeOffset="1932">1709 198 9730,'0'10'2106,"0"2"0,0 3-2046,0 6 0,2 6 0,0 10 1,1 6-426,0 4 1,-2-2-1,-1 4 1,0-1-933,0 0 1,-4-10-1,1-9 1297,1-6 0,-4 0 0,0-7 0</inkml:trace>
  <inkml:trace contextRef="#ctx0" brushRef="#br0" timeOffset="2064">1647 521 7975,'0'-11'285,"0"1"0,0 0 1,0-1 505,0 1 1,1-1 0,2 1-1,4-1-592,3 1 1,0 0 0,2 0 0,2 2-1091,3 1 0,0 4 1,3-3 890,2 1 0,1-3 0,-2 3 0</inkml:trace>
  <inkml:trace contextRef="#ctx0" brushRef="#br0" timeOffset="2197">1897 385 7975,'-5'18'203,"-2"-2"1,-1 0 439,1 0 0,-1-2 1,5 4-1,0 0-656,2 2 0,1-4 0,1-2-1066,3-2 1079,2-7 0,9 5 0,1-5 0</inkml:trace>
  <inkml:trace contextRef="#ctx0" brushRef="#br0" timeOffset="2314">1960 312 8119,'-7'-3'369,"0"-1"1,4 0 0,-1 1-723,-1 0 1,5 0 352,0 3 0,5 4 0,5 2 0</inkml:trace>
  <inkml:trace contextRef="#ctx0" brushRef="#br0" timeOffset="2548">2022 365 8202,'-14'13'0,"0"2"576,2 2 1,0 0-1,3 4 1,1 0 172,1 0 1,4-4 0,0 0 0,3 1-563,3-2 0,4-4 0,6-7 0,2 0-302,1-3 1,-2-5 0,2-5 0,1-4-34,-1-2 0,-7-4 0,2 0 1,-3-3 13,-3-3 1,4 2 0,-6-2 0,-1 2-199,0 1 0,-2 0 0,-2 1 0,0 2-164,-1 0 0,-4 8 0,2-2 0,0 2-889,1 2 0,-1 3 1385,2-2 0,1 0 0,-2-3 0</inkml:trace>
  <inkml:trace contextRef="#ctx0" brushRef="#br0" timeOffset="2865">2106 281 8297,'0'11'367,"0"-1"1,0-3-1,0 0 416,0 1 0,0 1 0,1 2-44,2-1 0,-2 1 1,3-1-1,-2 0-363,2 1 1,-3-1-1,2 2 1,-2 1-259,-1 0 0,0 6 0,0-3 0,0 2-187,0-1 1,0-4-1,0 1 1,0-3-233,0 0 0,0-4-180,0-1 1,2-4-1,1-4 1,3-7 194,0-7 1,3-8-1,-2-4 1,3-2 108,4-2 0,-2 5 0,3 0 0,-1 2 171,0 1 1,1 4-1,-4 2 1,2 5 455,0 5 0,-8 4 1,6 5-1,-3 5 140,-2 8 1,-2 3 0,-4 11-1,0 2-758,0 3 1,0 0-1,0 2 1,0-3-848,0-1 1,0-6 0,0-3 0,0-3-302,0-4 1316,0-6 0,0 0 0,0-3 0</inkml:trace>
  <inkml:trace contextRef="#ctx0" brushRef="#br0" timeOffset="3033">2491 427 10057,'-10'10'1328,"3"6"1,1 1-1,0 5-731,0 6 1,0 1-1,-5 8 1,1 0-1158,-1 0 0,1-2 0,-1 1 1,1-3 163,0-3 396,-1-5 0,1 0 0,-1-4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1:52.589"/>
    </inkml:context>
    <inkml:brush xml:id="br0">
      <inkml:brushProperty name="width" value="0.06" units="cm"/>
      <inkml:brushProperty name="height" value="0.06" units="cm"/>
    </inkml:brush>
  </inkml:definitions>
  <inkml:trace contextRef="#ctx0" brushRef="#br0">42 1 9871,'0'10'259,"0"0"0,0 6 0,0 1 0,0 4-49,0 3 0,-3 4 0,-1 5 1,1 3-32,-2 1 1,4-5 0,-4 0 0,2-2 234,-1-4 1,-3-4-869,4-5 1,-1-9-1,4-11 183,0-10 0,5-7 0,2-4 0,3-5 105,4-5 1,-2 4 0,2-2 0,-1 2 99,1 4 1,-3 3 0,2 3 0,-4 2 267,-2 1 0,0 8 322,3 2 0,-3 10 0,-1 4 1,-1 3-302,-3 4 0,0 2 1,1 5-1,1 0-478,2 0 1,-4 0 0,3 0 0,-1-1-199,-1 1 0,5-3 1,-1-3 452,2-4 0,2 2 0,-1-7 0</inkml:trace>
  <inkml:trace contextRef="#ctx0" brushRef="#br0" timeOffset="234">365 147 7812,'-19'20'468,"1"1"0,2 0 1,4 0-1,2 0 77,4 0 0,4 0 0,2-1 0,1 1-112,3 0 1,3-5 0,6-3 0,5-5-33,2-4 1,2-3-1,0-1 1,1-1-967,0-3 1,-5-6 0,4-8 0,-4-3 149,-3-3 0,-6 1 0,-5-5 1,-3 0 368,-1 2 1,-6 0-1,-3 7 1,-5 0-53,-2 2 1,-5 5 0,-4 1-1,2 2-3,1 1 0,1 4 0,2 0 0,1 3-1068,4 1 0,4 1 1169,3 3 0,2 1 0,5 6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1:51.193"/>
    </inkml:context>
    <inkml:brush xml:id="br0">
      <inkml:brushProperty name="width" value="0.06" units="cm"/>
      <inkml:brushProperty name="height" value="0.06" units="cm"/>
    </inkml:brush>
  </inkml:definitions>
  <inkml:trace contextRef="#ctx0" brushRef="#br0">30 94 7812,'-11'0'3150,"1"0"-2671,4 0 1,4-1-141,9-3 0,1 3 0,11-3 1,1 0-1,5 0-22,1-2 1,2 2 0,3-1 0,2-1-504,2 0 0,-5 2 0,2-1 0,-1 0-976,-2 3 0,-4-3 1,-1 2-1,-3-1-1087,-4 0 2249,-2 2 0,-4-7 0,-1 3 0</inkml:trace>
  <inkml:trace contextRef="#ctx0" brushRef="#br0" timeOffset="130">426 32 6773,'-3'26'-325,"-1"-1"0,1-2 610,-2 1 1,4 0-1,-4 6 1,2 3 490,-1-1 1,1 2-1,3 0 1,0 0-886,0 0 0,0-3 0,-1-2 0,-2-2-2195,0-2 2304,-1 0 0,-5 0 0,-2 2 0</inkml:trace>
  <inkml:trace contextRef="#ctx0" brushRef="#br0" timeOffset="315">72 626 8406,'-12'3'1386,"-2"1"1,6-1-1096,-2-3 0,7 0 1,4-1 95,9-2 1,5 0-1,6-4 1,-1-1-594,1-1 1,4 2-1,0 1 1,2 0-625,2 1 0,1-2 0,0-3 0,0 1-1280,1-1 2110,-2 2 0,7-12 0,-4 4 0</inkml:trace>
  <inkml:trace contextRef="#ctx0" brushRef="#br0" timeOffset="580">947 157 7812,'0'-11'211,"1"2"1,2 0 86,0-2 1,1 5-1,-4-6 1,-1 0 89,-3 4 0,2-2 1,-5 4-1,-1-1 141,-2 0 1,0 5-1,-2-1 1,0 6-194,-2 4 1,-1 8-1,2 5 1,-2 8 109,-1 6 0,3 3 1,-1 5-1,3-1-267,0 1 1,4 0 0,1-2 0,2 0-512,1-2 1,2-8 0,1 0-1,0-3-851,0-4 0,5-5 0,2-2-191,2-5 1,-3-4 1373,-3-10 0,-1-8 0,-2-5 0</inkml:trace>
  <inkml:trace contextRef="#ctx0" brushRef="#br0" timeOffset="697">666 469 7812,'-5'-10'0,"3"3"572,-5 0 0,1 0 1,-1-3-1,4-1 434,2 1 1,6 3 0,5 1-1,4 0-854,2 1 0,2-1 0,5-2 0,3 2-709,1 1 0,-3-2 1,4 4 556,1 0 0,1 2 0,1 1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1:57.204"/>
    </inkml:context>
    <inkml:brush xml:id="br0">
      <inkml:brushProperty name="width" value="0.06" units="cm"/>
      <inkml:brushProperty name="height" value="0.06" units="cm"/>
    </inkml:brush>
  </inkml:definitions>
  <inkml:trace contextRef="#ctx0" brushRef="#br0">313 84 8467,'-1'-9'0,"-2"1"263,0 1 0,-5 0 0,1-4 0,-2 1-22,-2-1 1,0 5 0,-2 0 0,-2 1 397,-1 3 0,-3 1 0,-4 3 0,-2 5-199,2 7 0,-2 5 0,2 7 1,2 6-370,2 9 1,7-2 0,-1 5 0,5 0-204,4-1 1,3-1 0,2-5 0,4-5-262,5-3 0,7-10 0,7-2 1,4-5-1002,2-5 0,2-3 1,2-6-1,2-4 1394,1-4 0,-4-7 0,3-4 0,-4-6 0</inkml:trace>
  <inkml:trace contextRef="#ctx0" brushRef="#br0" timeOffset="285">448 188 8151,'0'-19'0,"0"1"321,0 4 1,-4 3 0,-3 1 0,-2 4 88,-2 2 0,1 4 1,-1 4-1,1 4-38,-1 4 1,4 6 0,2 5 0,-1 2-165,0 2 0,4-3 1,-2 3-1,4 0-245,4-1 0,-2-6 1,5-1-1,2-6-250,4-3 0,0-7 0,3-1 1,0-5-88,0-7 1,-3-7 0,1-7 0,-2-4-10,-2-2 1,-1 1-1,-2 0 394,-3 0 1,-3-1-1,-1 8 1,0 4-1,0 1 958,0 5 1,-5 6 0,-1 6-710,1 6 1,0 8 0,5 4 0,0 5-282,0 5 0,1 2 1,2 0-1,1-2-472,2-4 0,1 0 0,3-2 0,1 0-1928,-1-3 0,1-8 2421,-1-1 0,0-2 0,1 3 0</inkml:trace>
  <inkml:trace contextRef="#ctx0" brushRef="#br0" timeOffset="584">626 209 8248,'-6'11'620,"1"-1"0,5 0 1,0 2-128,0 2 0,0-1 0,0 4 0,0 3-302,0 3 0,0-1 0,0 2 0,1-2-92,3-1 1,-3-1-1,4-3 1,-2-3-317,1-2 1,4-7 0,-1-2-161,2-6 1,0-7 0,-1-9 0,-1-4 119,1-5 0,-2-3 1,1-2-1,0-2 165,-1 1 1,3 0-1,-2 1 1,1 3 56,-1 0 1,2 4 0,-2 3 0,3 6 455,0 6 0,0 6 0,0 7 1,-2 5-120,-1 7 1,0 10 0,2 7 0,-1 6-445,-1 4 0,-4-3 1,4-1-1,2-1-1520,0-2 0,1-5 1662,1-1 0,-1-10 0,0 2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1:59.271"/>
    </inkml:context>
    <inkml:brush xml:id="br0">
      <inkml:brushProperty name="width" value="0.06" units="cm"/>
      <inkml:brushProperty name="height" value="0.06" units="cm"/>
    </inkml:brush>
  </inkml:definitions>
  <inkml:trace contextRef="#ctx0" brushRef="#br0">1439 147 8022,'9'-12'-61,"-2"0"233,-3-2 0,-3-4 0,-1 4 0,0 1 191,0-3 1,-5 5 0,-2-3-1,-2 4 71,-2 3 0,-2 2 0,-3 5 1,1 1-51,0 3 1,-2 3 0,2 6 0,-1 6-242,-3 4 0,4 4 0,1 4 0,4 0-482,3 1 1,-1 0 0,4 1-1,2-1 111,1-2 0,5-6 0,4 1 0,6-4-921,7-4 0,1-5 1,6-8-1,0-3 1149,-2-5 0,5-9 0,-5-3 0</inkml:trace>
  <inkml:trace contextRef="#ctx0" brushRef="#br0" timeOffset="250">1554 147 8022,'-7'-9'-599,"0"2"1,-3 3 334,-2 3 0,-1 2 0,-3 3 0,1 4 1553,2 5 0,2 3 1,3 5-1,3 1-788,0 2 0,1-1 0,6 3 0,2-3-552,7-4 0,1-5 0,8 0 1,3-3-107,3-4 0,-3-3 0,1-5 0,-1-3-144,2-7 0,-7-4 0,2-6 1,-4 0 178,-3 0 1,-6-1-1,-4-1 1,-3-1 145,-3 1 1,-4 1 0,-6 2-1,-2 2 12,-1 0 1,-2 5 0,-1 0 0,0 2-529,2 4 1,3 1 0,-2 4-356,1-1 0,5 7 1,7 7 846,2 0 0,1 10 0,0 1 0</inkml:trace>
  <inkml:trace contextRef="#ctx0" brushRef="#br0" timeOffset="734">1772 84 8022,'-3'7'283,"-1"0"0,-2 1 0,1 5 0,0 2 305,1 1 1,-1 3-1,3 4 1,-2 3-371,2 0 1,0 2-1,-1 2 1,0-1-141,0-1 1,2-4 0,1 2 0,0-3-47,0-3 0,0-7-129,0 1 1,0-11 0,0-7 0,0-5-332,0-5 1,4-6 0,0-5-1,2-2 213,2-2 1,2 1 0,0 0 0,0-3 152,1 2 1,0 4-1,2-2 1,1 2 73,-1 2 0,-2 5 0,0 4 22,-1 3 0,0 6 0,-2 5 1,-3 7-1,0 6 275,-3 4 0,0 8 0,-2 2 0,0 5-50,0 2 0,-2-5 0,0 1 0,-3-2-110,0-1 1,2-4 0,-1 0-566,-1-4 158,4-4 0,-3-19 1,7-7-1,1-10 49,2-7 1,2-3 0,5-3 0,1 0 28,-1 0 1,-1-2 0,1 2 270,1 4 0,3 1 0,-3 7 0,-1 5 0,-1 4 390,-2 7 0,-3 5 0,-1 5 0,-2 4-181,-1 5 1,1 7 0,0 7 0,-2 2-325,-1 2 1,-1-5 0,0 5 0,2-1-684,1 0 1,-1-5 0,4-3 0,0-3-1047,0-4 0,1-2 1753,3-2 0,0-6 0,1 0 0</inkml:trace>
  <inkml:trace contextRef="#ctx0" brushRef="#br0" timeOffset="933">2231 168 8022,'-1'-6'842,"-2"3"0,0 1 1,-3 4-1,2 2-513,1 7 0,2 4 0,1 7 0,0 2-171,0 4 0,0 0 0,1 2 0,2 3-492,0 3 0,4-1 1,-2 2-1,-1-1-392,1-2 0,0-3 0,-3-3 1,2-4-554,-2-2 1,-1-9 1278,-1-3 0,0-11 0,0-5 0,0-10 0</inkml:trace>
  <inkml:trace contextRef="#ctx0" brushRef="#br0" timeOffset="1133">2221 314 8022,'7'-25'0,"-2"0"56,0-2 0,3 4 1,-1-1-1,2 2 400,2 1 0,0 4 0,2 0 0,1 3 90,-1 5 0,2 3 0,-1 6-306,-1 0 1,-3 9-1,-3 1 1,-4 3-57,-1 2 0,-2 2 1,-2 6-1,-1 2-231,-4-2 1,-2-1-1,-2-3 1,1 0-310,-1-2 1,1-3 0,0 1 0,-1-1-860,1-1 1,0-7-1,2 3-100,1-3 1315,5-3 0,-7-3 0,3 0 0</inkml:trace>
  <inkml:trace contextRef="#ctx0" brushRef="#br0" timeOffset="1434">2481 157 7963,'-4'11'148,"-3"-1"0,1 1 1,0-1-1,0 1 285,1-1 1,2 2 0,0 0 0,2 3-112,1 2 1,0-4 0,0 5-1,0 0-206,0 2 0,0 1 0,0 0 0,0 0 22,0-1 1,0 1 0,-2-2 0,0-4 162,-1-5 1,-5-3-251,1 0 1,2-8 0,2-9-1,1-8-150,2-5 0,0 0 1,0-5-1,2-1-91,1-1 1,3 2 0,4 2-1,1-1-125,-1 0 1,1 6 0,-1-1-1,0 2-276,1 1 1,0 5 0,2 0 0,2 4-48,1 3 0,-2 2 638,4 5 0,-1 0 0,4 0 0</inkml:trace>
  <inkml:trace contextRef="#ctx0" brushRef="#br0" timeOffset="1699">2690 241 7963,'-5'6'144,"-1"3"0,-4-3 1,0 1 341,-1 0 1,1-1 0,0 5 0,2 0-221,1 3 1,2-2 0,-2 3-1,3-1-119,3 0 0,1 1 1,1-4-1,3 1-152,3-3 1,5-2 0,2 0-1,0-3-21,1-3 0,0-7 1,3-3-1,-3-5 50,0-2 0,-7-2 1,1-1-1,-3 0 37,-4 2 0,-1 0 0,-1 0 0,0 3-79,0 3 0,-4 0 0,-3 2 0,-2 1-406,-2 1 1,0 5 0,-2-2 0,-1 3-365,1 1 1,5 1 0,2 3 787,2 3 0,-4 2 0,2 1 0</inkml:trace>
  <inkml:trace contextRef="#ctx0" brushRef="#br0" timeOffset="2481">2930 293 8247,'-2'7'1234,"0"0"-907,-1 1 0,-1-1 0,4 2 0,-1 3-59,-2-1 0,1 6 0,-1 0 0,1 3-174,-2 0 1,3 1-1,-4 0 1,2 0-167,-1 0 0,0-4 0,1-1 46,0-1 0,0-3-308,3-8 1,0-8 0,0-13 0,1-8 129,2-4 1,3-3 0,4-2 0,1 0 152,-1 0 1,2 5-1,1 2 1,0 2 75,0 2 1,0 5 0,1 6 43,3 4 1,-2 8 0,-2 8 0,-4 4 241,-2 6 1,-3 3 0,1 2 0,1 2-141,0 2 1,-4 1-1,2 2 1,-3-1-30,-1-1 1,0-1 0,-1 2-1,-1-3-44,-2-5 1,-1-7 0,3-1-1,-3-2-225,0-4 0,2-4 1,0-6-1,2-5 11,1-5 1,0-8-1,1-7 1,2-2-76,4-1 1,-1-1 0,1-1 0,1 0 67,1-1 1,2 7 0,-1-2-1,1 4 321,-1 2 0,2 8 0,0-2 151,2 8 1,0 5-1,-4 5 1,-2 3-192,-1 7 0,-5 1 0,1 8 0,-1 2-277,-2 0 1,0 5 0,0-1 0,0 1-134,0-3 0,0-2 0,0-1 252,0 0 0,4 0 0,2 0 0</inkml:trace>
  <inkml:trace contextRef="#ctx0" brushRef="#br0" timeOffset="2631">3347 314 7900,'-7'7'459,"1"0"0,0 1-131,0 1 0,3 1 1,-3 1-1,1-1-326,3 1 0,1 0 0,1 2 0,1 1-2,3-1 0,1-2 0,6 0 0</inkml:trace>
  <inkml:trace contextRef="#ctx0" brushRef="#br0" timeOffset="2763">3420 189 7900,'-10'-5'263,"3"-2"0,-2 1 1,3-1 95,1-1 1,0-1-694,5-1 0,1 4 1,3 2 333,3 3 0,2 10 0,1 3 0</inkml:trace>
  <inkml:trace contextRef="#ctx0" brushRef="#br0" timeOffset="2964">3534 189 7900,'-9'1'602,"2"2"152,4 4 0,1-1 0,2 1-268,0 1 0,0 1 0,0 2 0,0 0-136,0 3 0,0 2 1,0 5-1,-1 0-142,-2 0 1,-3 1 0,-4 2 0,-1 3-713,1 0 1,-1 2 0,1-6 0,-1-2-1466,1-3 1,4-5 1968,3 1 0,6-7 0,3-3 0</inkml:trace>
  <inkml:trace contextRef="#ctx0" brushRef="#br0" timeOffset="3214">3628 366 7900,'7'0'1183,"0"0"-773,1 0 0,-2-1 0,1-2 1,1-1 168,1-2 0,-1-1 0,0-3 0,2-2-384,-2-2 1,0 1 0,1-3 0,-2 1-214,-3 2 1,-3-2 0,-2 3 0,-3 1-5,-3 3 1,-3 6 0,-3-2-1,-2 4 72,-1 4 0,2 3 0,-2 7 0,1 3 90,2 3 0,2 0 0,3 2 1,3 3-49,0 3 1,1-5 0,6 0 0,2-1-684,7-4 0,4-1 1,7-8-1,3-2-1105,6-4 1696,1-6 0,8-8 0,-3-5 0</inkml:trace>
  <inkml:trace contextRef="#ctx0" brushRef="#br0" timeOffset="3916">240 866 7933,'-10'-6'-206,"-1"2"362,1-1 1,-1 5-1,2 0 1,1 7 94,1 6 0,5 4 1,-2 6-1,3 4-111,1 3 0,5 0 0,2 7 0,2 0-121,1 1 1,1-8 0,0 0 0,2-4-151,1-2 1,0-12-1,-4-5-40,1-4 1,3-10 0,-1-7 0,0-9 0,-1-9 6,-2-6 0,-3-1 1,0-9-1,0 2 89,-1 2 1,2 9 0,-5 5 96,0 3 1,-1 13 0,0 12 0,3 11 143,1 11 0,1 8 1,3 9-1,2 5 7,2 1 1,2-1-1,4-2 1,-2-4 170,-1-5 1,1-11-1,2-3-140,-3-4 0,3-9 0,-5-5 0,-1-8-147,-4-7 1,-5-4 0,0-1-399,0 0 1,-1-4 0,-3-3-1,1-1 1,1-1-763,0-1 1,-2 5 1102,-1-5 0,5 2 0,0-2 0</inkml:trace>
  <inkml:trace contextRef="#ctx0" brushRef="#br0" timeOffset="4400">751 627 7933,'0'15'78,"0"-3"0,0 5 1,0-1-1,0-1 0,0 1 296,0 0 1,0 2 0,0 2-1,1 2-83,2 3 0,-1-3 1,1 1-1,-1-2-220,2 0 1,-3-6-1,4 6 1,-2-2-149,1 1 1,-1-3-1,-3 0 1,1-2-13,3-3 1,-2-1-105,5-4 0,-5-4 1,3-6-1,-2-5 18,1-5 1,0 0-1,-1-4 1,1-2 184,2 0 1,0-2 0,2 1-1,-1 1 0,1 2 1,1 4 30,2-1 1,-1 4 0,1 2 0,-1 2 102,1 1 1,-1 3-1,0 6 1,0 3-27,-3 2 1,2 1 0,-3 1-1,1-1-175,0 1 0,-4-1-112,4 0 0,-1-5 83,1-5 0,-3-5 1,-4-5 30,0 0 1,0-4-1,-1 0 1,-2 1-1,-4 1 195,-2 2 1,-2 1 0,1 2-1,-1 3 22,1 3 0,3 1 1,0 1-104,-1 3 0,2 5 0,0 6 1,2 1-1,1 3-40,2 1 1,1 0 0,1 2-402,3 3 1,3-3 0,5 2-1,4-3 1,0-3-301,2 0 0,-2-7 1,2 0-1,0-8 682,2-5 0,1-8 0,0-7 0</inkml:trace>
  <inkml:trace contextRef="#ctx0" brushRef="#br0" timeOffset="4683">1147 856 8028,'-11'0'417,"5"0"0,0 1-117,1 2 0,2 3 1,3 5-159,0-1 1,0 2 0,0 2 0,0 3 0,0 4 34,0 3 1,1-1 0,1 4 0,3 0-191,1-1 0,-3-1 0,3 0 0,-2-3-241,-1-6 0,-2-3 0,0-4 51,3-2 1,-3-8-1,3-10 1,0-10 77,-1-9 0,4-3 1,-2-4-1,1 0-92,2 0 0,-2 3 0,1 1 0,1 4 248,1 4 0,-2 7 0,0 3 0,1 3 203,1 6 1,-2 6-1,0 7 1,0 8 48,-1 7 1,2 6 0,-3 7 0,-1 3-334,1 3 0,3-6 0,-2-3 0,1-1-1021,0-2 1,0-6 1070,3-2 0,5-5 0,1-5 0</inkml:trace>
  <inkml:trace contextRef="#ctx0" brushRef="#br0" timeOffset="5148">1804 971 8010,'-5'-6'317,"-2"2"0,1 0 111,-1 0 1,4 1-175,-4 3 0,5 4 0,-2 4 0,3 6-95,1 7 0,1 2 0,1 7 0,3 4-63,1 2 1,-4-1 0,2 2-1,-3 0-182,-1 0 1,0-8-1,0-2 1,0-8-5,0-5 0,0-6 0,0-3 75,0-4 1,0-6-1,0-11 1,0-7-12,0-6 0,1-5 0,1-7 16,2-1 0,4 2 0,-1 0 1,2 3-1,2 2-396,-1 5 0,2 2 0,0 8 0,3 1-163,2 6 1,-4 5 0,4 1-1,-2 4-81,-2 2 650,-2 5 0,4 2 0,1 4 0</inkml:trace>
  <inkml:trace contextRef="#ctx0" brushRef="#br0" timeOffset="5381">2002 991 7933,'-5'21'315,"1"-2"0,-5 0 0,2 3 121,-1 0 1,3 2 0,-1-1 0,1 2-52,3 2 0,1-4 0,2 0 0,2-4-387,4-5 1,4-4 0,3-3 0,3-3-44,3-3 0,-2-7 1,1-4-1,0-8-133,0-5 0,-2-4 1,1-5-1,-4-3-158,-3-3 0,-5 1 0,-3 1 0,-1 2 169,-2 4 1,0 8 0,-2 1 0,-1 4 35,-4 5 1,-2 8 0,-2 0-1,1 3-74,-1 1 1,5 5 0,0 2 0,1 2-227,3 1 0,1 1 1,1-1-1,0 1 431,0-1 0,4 1 0,2-1 0</inkml:trace>
  <inkml:trace contextRef="#ctx0" brushRef="#br0" timeOffset="5665">2231 981 7933,'-1'10'274,"-1"1"1,-3 0-29,-1 3 0,4-1 1,-2 3-1,3 0 89,1 1 1,0 0 0,0 4 0,0 0-297,0 0 1,5-4 0,2-1 0,2-1-216,2-2 1,0-3 0,2-3-1,2-3 1,1-3 1,-3-3 0,2-4 0,-1-7 78,0-5 1,0-6 0,-4-7 0,1-1 74,-1-3 1,-1 1 0,-1-1 0,-2 1 238,-1 4 0,-1 9 0,-1 1-133,0 4 0,1 8 0,-4 9-25,0 8 0,3 8 0,1 6 0,-2 2-168,-1 2 1,3 1 0,0 3-1,1 0-469,-1 0 1,3-4-1,-2-4-294,1-4 0,1-5 871,3-7 0,1-3 0,-1-4 0</inkml:trace>
  <inkml:trace contextRef="#ctx0" brushRef="#br0" timeOffset="6398">2575 898 7969,'-10'0'659,"3"0"1,0 1-178,-1 2 1,3 3 0,2 6-1,1 3-288,2 5 1,0 4 0,2 6 0,0 3-246,1 3 1,6-1 0,-4 2-1,2 0-319,0 0 1,-4-7-1,0-1 1,-1-4-825,2-6 1,-3-8 773,2-1 0,-3-11 0,-3-4 1,-3-5 419,0-4 0,-3-4 0,2 0 0,-1-2 15,1 0 1,-1 3 0,3 2 0,1 1 294,-1 1 1,2-1 0,3 3-1,0 1 311,0-1 1,0 1 0,1-1-263,2 1 0,0 1 0,4 2 0,1 3-526,1 3 1,1 1-1,1 0 1,0 0-187,3 0 0,-2 0 1,2 1 203,-3 3 0,3-3 0,0 4 0,0-2 0,0 1 140,0-2 0,0-1 1,-4-1 147,1 0 1,-1-5 0,-1-2 0,-1-2 81,-1-1 0,-4-1 0,0 1-83,-2 0 0,-5 0 0,-2 2 0,-1 2 1,0 2 245,-1 1 1,-5 2 0,-1 2 0,1 4-87,2 5 0,4 3 1,0 7-1,0 3-153,1 3 0,0-2 0,4 1-566,-1-3 1,0 5-1,7-6 1,3 0-1,2-2-662,1-1 1,4-10-1,1-1 722,2-5 1,-1-3 0,2-2 0,-1-6 0,-2-3 360,-3-6 0,-1-1 0,-3-2 0,-2 0-25,-2 0 0,0 4 0,-4 0 0,0 2 516,0 3 1,0 4 2046,0 1-1741,0 4 0,0 8 0,1 8-539,2 2 0,-1 4 0,1-1 0,-1 1-245,2 2 1,-3 0-1,3 0 1,-3 0-174,-1 0 0,0-4 1,-1-1-1,-2-1 25,0-2 1,-4-1-1,2-3 92,-1-2 0,1-4 1,-2-6 13,3-4 1,3-7 0,1-3 0,0-3 65,0-1 1,3-3-1,2-2 1,1 1-83,2-1 0,5-1 1,2 1-264,1-1 1,-2 2 0,4-2 0,3 4 0,2 0-1123,1 1 0,2 3 1430,2 2 0,-2 0 0,-1-4 0</inkml:trace>
  <inkml:trace contextRef="#ctx0" brushRef="#br0" timeOffset="6615">3315 1033 7944,'-7'0'754,"2"1"1,0 3-364,3 3 1,-1 2 0,1 3-1,-1 1-625,0 5 0,2 5 0,1 1 0,0 1-1137,0 0 1371,5-8 0,1 12 0,4-7 0</inkml:trace>
  <inkml:trace contextRef="#ctx0" brushRef="#br0" timeOffset="6747">3367 971 7944,'-4'-10'-230,"-2"2"0,-1 2 840,0 2 0,4-3 0,-3 2-335,1-1 0,3 4 0,5-1-2157,4 1 1882,3 7 0,5 1 0,1 4 0</inkml:trace>
  <inkml:trace contextRef="#ctx0" brushRef="#br0" timeOffset="6947">3524 918 7944,'-9'9'563,"2"1"0,-1-2 0,4 7-124,2 0 0,1-7 0,1 3 0,1-2-273,2 0 0,0 3 0,3 1 0,3 2 21,0 1 1,0 2 0,-2 6 0,-3 0 54,-3-1 0,-1 0 0,-1 2 1,-3 1-405,-3 1 1,-3-5 0,-3-6 0,-2-1-1397,-1-2 1,-2-6 1557,-3-4 0,5-6 0,1-3 0</inkml:trace>
  <inkml:trace contextRef="#ctx0" brushRef="#br0" timeOffset="7564">219 1481 7998,'-12'-5'0,"0"0"0,-3 1 396,-2 1 0,4 0 0,-4 4 40,2 2 1,-2 8 0,2 6 0,0 4-247,0 3 1,-3 7 0,4 8 0,3 2-1,3 5-123,4 2 0,3-5 0,2-2 0,3-4-183,3-4 1,7-5-1,3-5 1,5-4-826,6-5 1,0-7-1,6-4 1,-1-3 388,-2-3 0,-2-4 1,0-7 551,0-4 0,-1-6 0,-7-3 0</inkml:trace>
  <inkml:trace contextRef="#ctx0" brushRef="#br0" timeOffset="7814">375 1711 7998,'-6'-10'212,"-1"4"0,-2 1 1,-3 5-1,-2 1 0,1 3 1,1 4 230,2 4 1,1 6-1,2 5 1,3 1-237,3-1 1,1-1 0,3-2-1,3-1-58,8-2 0,1-4 0,3-1 0,1-3-503,5-6 0,-2-2 0,2-2 1,-2-2-19,-1-4 1,-5-6-1,-3-2 1,-4-3 213,-2-4 0,-5 2 0,1-5 0,-6 3 67,-4 1 1,-3 1 0,-4 0 0,-2 3 61,0 3 0,-4 2 0,4 3 1,0 2-431,2 3 1,2 3-231,2 1 1,4 5 688,2 2 0,8 2 0,2 1 0</inkml:trace>
  <inkml:trace contextRef="#ctx0" brushRef="#br0" timeOffset="8264">563 1648 7998,'0'11'0,"0"-3"0,0 1 0,-1 3 453,-3-1 1,3 5 0,-2 2 0,2 3-137,1 3 1,0-1-1,0 4 1,0-1-169,0 1 1,0-4 0,0 2-127,0-3 0,3-6 0,1-2 0,-1-4-63,2-3 0,-3-4 0,4-7-310,-2-7 1,1-5 0,-3-7 0,3-2 173,1-2 1,0 3 0,2-3 0,-1 0 93,1 1 1,-2 1 0,1 0 0,1 2 34,1 3 0,-2 6 1,0 1-1,1 5 284,1 5 1,-2 4 0,-1 6 0,0 8-20,0 7 0,-1 2 0,3 5 0,-2 1-126,-1-1 1,-1 0-1,-1 1 1,0-2 3,0-3 1,-1-7-1,0-2-188,2-1 0,0-5 0,-1-8 0,0-6-236,-1-6 0,1-5 0,-1-7 0,3-2 189,1-4 1,-3 1 0,3 1 0,0 0 199,-1 3 1,-1 2 0,2 4 0,-2 3 34,-1 2 1,-1 6 0,0 4 323,2 4 0,0 9 0,-1 6 1,0 4-333,-1 3 1,3-2-1,0 4 1,-1-2-221,1 0 0,3 1 1,-2-5-1,1-3-1828,0-3 0,0-3 1960,3 0 0,1-5 0,-1-2 0</inkml:trace>
  <inkml:trace contextRef="#ctx0" brushRef="#br0" timeOffset="8631">970 1815 7998,'0'-10'1623,"0"5"-1236,0 5 1,1 9 0,1 9 0,3 2-214,1 5 1,-1-2 0,3 4-1,-2-1-164,-1 1 0,2 2 0,-2 4 1,-1 2-140,1-1 0,-1-5 0,-1-3 0,0-1-1174,0-6 562,-2-2 0,-6-19 1,-2-7-1,-1-11 567,1-5 0,-2-3 1,2-3-1,-2 0 85,-2-1 0,5 1 0,2 1 0,0 1 176,1 1 0,-1 4 0,5-4 1,3 0 546,3 2 0,2-5 1,3 6-1,0 0-202,2 0 0,4 11 1,-4-1-1,-2 7-218,0 4 0,-3 5 1,-1 7-1,-2 5 120,-1 4 1,-2 4 0,-4 2 0,-2 2-222,-4 2 1,1 0 0,-1 0-1,-1-2-572,-1-3 1,2-5 0,0-2-1,0-2-2704,1-4 2064,-3-1 1,7-3 1098,-1-5 0,6-5 0,3-5 0</inkml:trace>
  <inkml:trace contextRef="#ctx0" brushRef="#br0" timeOffset="9097">1168 1815 7649,'10'0'519,"1"0"0,-1 0 1,-1 1-178,-2 3 0,1 1 1,-4 7-1,-2 1-71,-1 1 1,-1 4 0,0 0 0,0 1-213,0 2 1,0 0-1,-1-1 1,-1-3 60,-2-3 0,-4-3 0,1-1-36,-2-3 1,2-4 0,1-7-1,2-7-156,1-5 1,2-1-1,1-2 1,0-2-77,0-1 0,0 6 1,1-5-1,3 1-347,3 1 1,2 1 0,1 2 0,2 1-387,2 2 0,-1 2 0,3 0 661,-1 1 1,4 1 0,-2 0 0,1 4 0,1 0 219,-2 3 0,-4 1 18,1 1 1,-4 1 0,-3 2 0,-3 5-1,-3 5-7,-1 4 1,-5 4-1,0 2 1,-2 3 867,0 1 0,3-3 1,-2 1-1,2 0 159,1-2 1,2-3-1,2 3-825,3-5 0,2-3 0,4-5 0,2-3-249,2-4 0,1-3 0,2-5 0,-3-5 1,-2-6-51,-2-4 1,-3-1 0,-1 0 0,-2 1 7,-1-1 1,-6 3 0,-1 1 0,-2 0-65,-2 0 0,-3 1 0,-1 5-257,-2 0 0,0-2 1,3 8-1,1-1-1214,0 2 1,3 3-32,0 1 1644,4 0 0,3 5 0,6 1 0</inkml:trace>
  <inkml:trace contextRef="#ctx0" brushRef="#br0" timeOffset="9596">1585 1846 7998,'7'1'398,"-1"3"1,-2 3-1,0 2 160,0 2 1,-3 0 0,4 2-215,0 1 0,-4 3 0,2-1 0,-2 2 1,-1 3-171,0 1 0,0-6 0,0 5 0,-1-3-167,-2-2 1,2 1-1,-4-6-237,0 0 0,3-4 1,-4-11 88,2-3 0,0-10 1,4-5-1,0-4-245,0-3 1,0-1 0,1 0 0,3 1 278,3 1 1,1 5 0,0-1 0,-1 2 112,1 1 0,2 5 1,3 2-1,1 3 180,-1 4 0,-2 4 0,0 8 0,-1 5 30,1 6 1,-4 9 0,-2 2 0,0 4 31,-3 0 1,3-3 0,-1-2 0,-2 1 114,-1 0 1,-1-4 0,0 1 0,-1-3 116,-3-4 0,2-3-207,-5-7 1,5-3-1,-2-9-579,3-5 0,1-6 0,0-6 0,0-1 0,0-2-30,0-2 1,1 1 0,2-3-1,1 1 234,2-1 1,-2 3 0,2 2 0,3 2 355,0 1 0,1 5 0,2 3-100,2 5 1,-3 3-1,2 7-11,-5 1 0,4 7 1,-4 9-1,-1 4 0,0 5-313,-1 2 1,-3 1 0,3 0 0,0-3-863,-1 0 0,-1-6 1,2 0-269,-2-3 1,4-8 0,-1 1 1299,3-4 0,0-10 0,1 1 0</inkml:trace>
  <inkml:trace contextRef="#ctx0" brushRef="#br0" timeOffset="9714">2012 1909 7998,'0'-7'1153,"0"0"0,0 6-930,0 1 0,0 9 1,-1 7-1,-1 2-361,-2-1 1,1 0 0,3 3 0,0-1-785,0-2 1,1-4-1,1 1 922,2-3 0,-1 0 0,-3-1 0</inkml:trace>
  <inkml:trace contextRef="#ctx0" brushRef="#br0" timeOffset="9847">2023 1836 8081,'-2'-9'0,"-1"-1"326,-4 0 1,1 5 0,0-5-432,2 1-133,0 4 1,9 0 0,2 6 0,1 3 237,-1 3 0,7 2 0,-3 2 0</inkml:trace>
  <inkml:trace contextRef="#ctx0" brushRef="#br0" timeOffset="10164">2346 1805 7998,'-5'-6'0,"3"-4"0,-5 5 0,0-2 416,1 0 1,-3 1 0,3-2 0,-1 1 201,0-1 0,0 3 1,-3 2-230,-1 2 0,1 2 1,1 2-199,2 4 0,2 2 0,5 2 0,0 0-78,0 3 1,0-1-1,0 3 1,1 1-30,3-1 1,-2 0-1,4 2 1,-1-1-248,-3-2 1,2 3 0,0-1 0,-2 0 84,-1 0 1,-1 1-1,-1 1 1,-1 0-335,-2-2 0,-4-3 1,3 2-1,-2-1-108,0-2 0,1-5 0,-2-2-1865,1-1 2385,5-2 0,-3-7 0,5-2 0</inkml:trace>
  <inkml:trace contextRef="#ctx0" brushRef="#br0" timeOffset="10431">2325 1982 7998,'7'0'466,"0"0"85,1 0 0,1-4 1,2 0-1,-1-2-130,1-2 1,-1-1-1,0-3 1,2-2-291,2-3 0,-3 0 0,2 0 0,-5-1-141,-4-2 1,0 2-1,0 2 1,-3 1 179,-3 2 1,-4 5 0,-6 3-1,0 0-152,-2 3 0,-4 3 1,4 5-1,1 5 59,-3 4 0,5 6 0,-2 5 0,4-1-85,2 0 0,5 3 1,-2-3-1,3-1-310,1 1 1,0-3-1,1 2 1,4-6-396,5-4 0,2-4 1,5-3-1,2-3 33,0-3 0,0-6 1,-1-3-1,2-4 680,-1-6 0,-4-2 0,2 0 0,0-6 0,4 0 0</inkml:trace>
  <inkml:trace contextRef="#ctx0" brushRef="#br0" timeOffset="10714">2627 1784 7998,'0'-7'132,"0"0"1291,0-1-842,0 3 1,1 5 0,2 7 0,0 3-197,0 4 0,1-1 1,0 3-1,-1-1-138,2-2 0,-4-1 1,4-2-1,-2 1-24,1-1 0,-1 0-321,-3 1 1,-1-2 0,-3-2-1,-3-2-171,-2-1 0,-2-3 0,-2 3 0,-2-2 333,-1 2 1,-2-2 0,-2 4 0,2 0 326,1-1 1,4 2-1,-1 4-93,2-1 0,7 1 1,1-1-142,3 0 1,3-3 0,4-1-1,6-1-151,3-3 1,-1-1 0,3-1 0,1 0-659,2 0 0,-2-4 0,-1-2 1,1-1-427,2 0 0,-2 0 1,-2-3 1077,-1-1 0,3 1 0,-1-1 0</inkml:trace>
  <inkml:trace contextRef="#ctx0" brushRef="#br0" timeOffset="10813">2763 1982 7774,'0'6'-326,"0"-2"1,0-4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3:16.912"/>
    </inkml:context>
    <inkml:brush xml:id="br0">
      <inkml:brushProperty name="width" value="0.06" units="cm"/>
      <inkml:brushProperty name="height" value="0.06" units="cm"/>
    </inkml:brush>
  </inkml:definitions>
  <inkml:trace contextRef="#ctx0" brushRef="#br0">155 70 7910,'-10'-13'106,"3"3"0,-2 0 0,0 0 636,-2 0 0,1 4 0,-1 0 0,0 3-53,-1 1 1,1 5 0,2 4-1,1 4-282,2 5 1,4 4-1,0 7 1,1 0-187,1 3 0,5 0 1,2 1-1,3 0-103,4-3 0,-1-1 1,4-3-217,-2-2 0,0 1 1,-2-6-1,-1-2 1,-1 0-113,-2 0 1,-5-3 0,-2 0-1,-3-3 62,-3-3 1,-3 0 0,-6-2 0,0-1-273,-2 0 1,0-3-1,-1 0 1,0-3-342,-1-1 0,3-2 0,0 0 1,2-1-107,4-2 0,3 1 0,3-2 867,2-2 0,2-3 0,2-1 0</inkml:trace>
  <inkml:trace contextRef="#ctx0" brushRef="#br0" timeOffset="351">251 166 8235,'0'7'627,"0"-1"0,-2 1 0,-1 1 0,2 2 375,0 2 1,1 0 0,0 5-1,0 2-724,0 2 0,0-3 1,0 4-1,0 0-145,0 0 0,0 0 1,0-4-1,0-3-9,0-2-540,0-4 0,0-6 0,0-8 0,0-5 116,0-4 1,2-3 0,1-4 0,-1-1 114,1-1 0,0 1 0,4-1 1,0-1 232,1 2 0,0 4 1,3-2-1,0 0 170,1 2 1,-1 4-1,-1 4 1,0 3 132,0 4 0,-2 5 0,0 5 1,-3 6-162,0 5 0,-4 2 1,1 4-406,-1 0 0,-1 0 1,0-2-1,0-2 1,0 0-1517,0-3 1,0-2-134,0 0 1864,0-4 0,3-7 0,0-5 0</inkml:trace>
  <inkml:trace contextRef="#ctx0" brushRef="#br0" timeOffset="483">488 192 7910,'0'11'508,"0"-1"0,0 2-93,0 0 1,-2 1 0,0 2-1,0 3-774,2 0 1,0-3 0,0-1-1,0-2-1210,0 0 1569,0-4 0,2-1 0,2-4 0</inkml:trace>
  <inkml:trace contextRef="#ctx0" brushRef="#br0" timeOffset="600">514 160 8159,'-1'-9'0,"0"1"492,-2 0 1,-1 3 0,2 1-667,1-1 0,0 1-511,1 0 1,3 2 0,1 0 684,2 2 0,3 2 0,1 2 0</inkml:trace>
  <inkml:trace contextRef="#ctx0" brushRef="#br0" timeOffset="834">777 38 7910,'-11'0'440,"1"0"1,0 1 271,0 1 1,2-1 0,0 4 0,0 0 227,-1 0 1,4 3-1,-1 2 1,0 4-154,0 4 0,2 1 0,1 6 0,0 2-367,1 2 1,2 1 0,0 1-1,0 0-1300,0-1 0,2-5 0,0 2 1,0-2-515,1-3 0,0-4 0,4-5-3591,-1-3 4985,-2-5 0,2-8 0,-3 0 0</inkml:trace>
  <inkml:trace contextRef="#ctx0" brushRef="#br0" timeOffset="983">642 320 7910,'-4'-6'1163,"-1"-1"0,3 1-448,1 0 1,3 1 0,3 2 0,3-1-912,3 1 1,1-1 0,1-1 0,2 1-963,2-1 0,5-2 1,0 0-1,2-3 1158,-1 0 0,1 0 0,2-3 0</inkml:trace>
  <inkml:trace contextRef="#ctx0" brushRef="#br0" timeOffset="1167">976 12 8830,'-3'-3'810,"-2"1"0,0-1 0,-2 1-131,1 0 0,-1 2 0,1 2 0,0 3 198,-1 3 0,2 3 1,0 4-1,1 3-225,1 2 1,1 6 0,2 4 0,0 2-672,0 2 0,0 0 1,0 1-1,0-2-102,0-1 1,1-5 0,0 0 0,1-2-3335,0-1 1,-2-9 847,0-2 0,-2-8 2607,-3-5 0,0-6 0,-2-4 0</inkml:trace>
  <inkml:trace contextRef="#ctx0" brushRef="#br0" timeOffset="1300">841 327 7910,'0'-7'0,"0"1"474,0-1 0,0 1 0,0 0 0,1-1 560,1 1 0,1-1 1,4 1-1,-1 0-898,0-1 1,4 3 0,0 0 0,3 1-798,-1-1 0,1 2 1,1-2-1,0 1 664,1-1-3,0 3 0,1-5 0,0 3 0</inkml:trace>
  <inkml:trace contextRef="#ctx0" brushRef="#br0" timeOffset="1433">1091 218 7910,'-4'10'0,"0"2"604,1-1 0,-2 1 0,2 3 0,-1-1 230,2 1 0,-1-2 1,1-1-1,1 0-1566,0-2 0,1-4-1349,0 1 1,3-11 2080,1-2 0,2-8 0,0-2 0</inkml:trace>
  <inkml:trace contextRef="#ctx0" brushRef="#br0" timeOffset="1566">1104 109 7910,'-4'-5'1077,"0"1"353,1-1 0,-2 2-1044,1 1-1468,1 1 1,1 4 0,4 2 1081,2 0 0,2 2 0,0-1 0</inkml:trace>
  <inkml:trace contextRef="#ctx0" brushRef="#br0" timeOffset="1901">1181 115 7910,'0'6'311,"0"1"0,0-1 0,0 1 587,0-1 1,0 1 0,0 1 0,1 1-247,1 1 1,-2 2 0,2 2-1,0 1-189,0-1 1,-1 0-1,1 1 1,-1 0-225,-1 2 0,2-2 0,0 0 0,-1 0-135,0-3 0,-1-4 0,0 1-481,0-2 1,0-5-45,0-4 1,1-5-1,0-8 1,2-3 118,1-3 0,0-1 0,2-4 0,1 1 66,-1 2 1,1-2-1,1 2 1,1 3 472,1 3 0,-2 3 1,1 4-1,-2 4 197,-1 3 0,-1 9 0,-2 4 0,0 7-49,-2 3 1,0 3 0,-1 3 0,0-1-712,0 1 0,0-1 0,0-1 0,0-3-892,0-1 0,1-7 1,1-2-1,3-4-1201,3-2 1,0-6 2418,2-6 0,-2-5 0,1-4 0</inkml:trace>
  <inkml:trace contextRef="#ctx0" brushRef="#br0" timeOffset="2217">1469 51 7910,'-6'0'661,"0"0"1,-1 1 0,1 1-1,-1 2 659,1 2 0,0 3 0,-1 2 0,1 4-914,-1 2 0,2-1 0,0 1 0,3 0-104,1 0 0,1-1 0,0-2 1,1-2-496,1-2 0,2-2 0,3-2 0,1-2-467,0-2 0,2-4 1,-3-2-1,3-2-215,0-3 0,-2-2 0,2-3 538,0-1 1,-2 2 0,-2 3 0,1 1 743,-1 1 0,1 5 1,-2 3-1,0 7 434,0 5 0,-4 4 1,2 6-1,-1 4 151,0 3 1,0 1 0,-4 1 0,-3 1-332,-3 1 0,0-5 0,-3 2 0,-1-3-613,-2-4 1,0-3-1,-4-4 1,1-4-993,-2-4 0,-3-3 0,0-6 0,-1-2-2308,0-3 1,3-6 3251,-3-6 0,-1-3 0,2-2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3:14.198"/>
    </inkml:context>
    <inkml:brush xml:id="br0">
      <inkml:brushProperty name="width" value="0.06" units="cm"/>
      <inkml:brushProperty name="height" value="0.06" units="cm"/>
    </inkml:brush>
  </inkml:definitions>
  <inkml:trace contextRef="#ctx0" brushRef="#br0">1 64 8360,'0'-8'0,"2"-1"347,0 1 0,3 1 1,-1 1-1,2 0-62,0-1 1,1 4 0,2 0 0,2 1 8,1-1 1,1 1 0,1 2-1,0 0-180,0 0 0,1 3 1,2 1-1,-2 2 32,1 1 1,-5 3 0,2 2 0,-4 3-110,-4 1 0,1 0 0,-4 1 1,0 2-106,-2-1 0,-2 0 0,-3 3 1,-3 1-25,-3 1 0,-1-2 1,-2 2-269,-1-1 0,2 0 1,-3-4-1,2-4 1,0-4-355,2-5 714,4-1 0,-4-7 0,2-1 0</inkml:trace>
  <inkml:trace contextRef="#ctx0" brushRef="#br0" timeOffset="483">52 58 7881,'-3'-4'820,"-1"2"0,0 1-110,0-1 1,0 4-1,0 1 1,2 5-428,1 4 0,3 6 1,1 5-1,1 6 167,1 6 1,1 8 0,2 7-370,1 0 1,-1 2 0,-2-5 0,-1-3 0,-2-2-657,0-1 0,2-8 0,-3-1 0,1-4-530,0-7 1,1-4 0,-1-7 1104,1-3 0,3-6 0,3-5 0</inkml:trace>
  <inkml:trace contextRef="#ctx0" brushRef="#br0" timeOffset="898">373 238 7910,'-1'-4'0,"-1"2"0,-3 1 415,0 1 0,-2 2 0,-1 1 0,-2 4 425,-2 3 0,2 3 0,-5 4 0,1 2-63,1 3 1,1-1 0,2 1 0,2 1-358,2 0 1,2-2-1,4 0 1,1-2-390,1-2 0,5-2 0,3-4 0,1-3-244,2-3 1,-2-2-1,4-5 1,0-2-40,0-5 0,-2-5 0,2-4 0,-1-2-514,-2-4 1,-1-2 0,-1-3 0,0-1 548,0-1 1,-2 0-1,0 1 1,-3 4 553,-3 5 0,-2 11 0,-2 5-89,-3 7 1,0 9 0,-1 7-1,1 4 145,1 3 0,0 0 1,0 4-632,2-3 1,-1 0 0,1-6-1,0-1 1,2 0-822,3-3 0,0-6 0,4-3 280,2-4 1,1-3 0,3-3 0,-1-4 0,2-5 778,1-5 0,-2-1 0,3-2 0</inkml:trace>
  <inkml:trace contextRef="#ctx0" brushRef="#br0" timeOffset="1082">610 193 7910,'-3'-10'336,"-1"5"1,-2-1-1,-1 1 108,-2 1 1,2 2 0,-3 3 422,0 3 0,-1 3 0,0 7 0,1 1 1,0 3 54,1 2 1,5 4-1,-1 3 1,1 2-667,3 0 1,0-4 0,2 0 0,1-2-239,2 0 0,3-2 0,0-1 0,3-4-445,0-3 0,1-7 1,3 0-1,2-2-1517,0-3 1,-1-4-1,2-3 1,-1-5-928,1-3 2871,-3-3 0,4-5 0,-1-1 0</inkml:trace>
  <inkml:trace contextRef="#ctx0" brushRef="#br0" timeOffset="1267">770 154 8467,'-3'-3'2030,"0"1"1,-3 4-1123,2 2 0,-2 4 0,2 4 0,-1 3-490,1 4 0,-2 6 1,2 6-1,0 1-129,0 3 0,2 0 1,-2-3-1,1 1-759,2-1 1,0-5 0,1 0-397,0-5 1,1-2 0,1-7-1,2-4 1,3-3-557,1-4 1,0-4 0,2-3 1421,-1 0 0,0-5 0,-3 0 0</inkml:trace>
  <inkml:trace contextRef="#ctx0" brushRef="#br0" timeOffset="1515">886 257 7910,'-10'0'503,"3"0"1,-1 0 0,0 1 394,-1 1 1,2-1-1,-3 3 1,0 2-259,2 2 1,-1 0 0,1 2-1,0 2 191,1 0 0,1 1 0,2 0 0,2 0-459,1 2 1,1-1 0,0 1-1,1-2-325,1 0 0,1-2 0,4-2 0,0-1-721,1-2 1,0-4 0,2 0 0,0-1-278,0-1 1,1-5 0,2-3 0,-1 0-474,1-1 0,0-3 1,-1 2 1423,-1 0 0,4-5 0,-2 2 0</inkml:trace>
  <inkml:trace contextRef="#ctx0" brushRef="#br0" timeOffset="1782">969 340 7910,'4'3'1013,"1"1"1,-2 2-268,0 0 0,1-2 0,3-2 0,0-2-412,1-2 1,0-2-1,2-5 1,0-2 40,0-3 1,0-1 0,1-2 0,-3-1-357,0 0 1,-5 1 0,-1 3-1,-2 1-12,-2 2 0,-3 2 1,-5 3-1,-3 2 230,0 2 1,-3 4-1,1 5 1,1 4 69,0 3 0,4 3 0,0 4 1,1 1 152,3 0 1,1 2 0,3 1 0,0 0-568,1 1 1,5-5 0,2 2-1,4-2-826,3-2 1,-1-5 0,1-4 0,1-4-846,1-1 1,1-5 0,3 0 390,-2-6 0,0-6 1387,-4-3 0,4-5 0,-4 0 0</inkml:trace>
  <inkml:trace contextRef="#ctx0" brushRef="#br0" timeOffset="1948">1194 206 7910,'0'-15'533,"0"2"1,0 4 0,-1 0 0,-1 3 721,-3 4 1,3 7-1,-1 6 1,3 4-528,0 5 0,0 0 1,0 5-1,0 2-666,0 2 1,0-3-1,2 0 1,1 0-665,0 1 0,-1-5 1,2 3-1,0-3-514,-1-2 0,-1-6 0,2 0 0,-1-2-627,-2-2 1743,0-5 0,-7-3 0,-1-5 0</inkml:trace>
  <inkml:trace contextRef="#ctx0" brushRef="#br0" timeOffset="2082">1123 449 7910,'0'-6'538,"0"-1"519,0 1 0,0 0 0,1-1 1,2 1-54,3-1 0,1 3 0,4 0 0,1-1-1121,2-1 0,0 0 1,4 0-1,-1 1-2101,2 1 1,-2-1 2217,0-1 0,0 0 0,2-1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3:37.440"/>
    </inkml:context>
    <inkml:brush xml:id="br0">
      <inkml:brushProperty name="width" value="0.06" units="cm"/>
      <inkml:brushProperty name="height" value="0.06" units="cm"/>
    </inkml:brush>
  </inkml:definitions>
  <inkml:trace contextRef="#ctx0" brushRef="#br0">174 76 7712,'-6'-3'31,"-1"-1"0,1 0 0,-1 0 0,1-1 160,0-1 1,-2 0 0,1-1 0,-3 1 217,0 0 1,0-1-1,-2 2 1,-1 0-68,1 0 0,2 4 1,-2-1-1,2 4-175,2 2 1,2 3 0,2 3 0,2 4-159,1 1 0,2 3 1,1 1-1,3 0-126,3 0 1,-1 1 0,4-1 0,1 0-15,0 0 0,0-2 0,-2 0 0,-1 1 157,-2-2 0,-1 0 0,-2-2 0,-2-1 11,-1 0 0,-2-5 0,-3 1 0,-3-2-118,-2-1 0,0-2 0,-2-2 0,1-1-422,0-1 0,-2 0 1,4 0-1,0 0-369,1 0 0,3-3 1,2-2 871,1 0 0,1-2 0,0 1 0</inkml:trace>
  <inkml:trace contextRef="#ctx0" brushRef="#br0" timeOffset="233">257 95 9207,'0'7'567,"0"-1"1,0 3-1,-2 2 1,0 3-178,1 3 1,-1 4 0,1 8 0,-1 4-295,0 2 1,2-3 0,0 0-1,0-2-143,0-4 0,0-1 1,0-3-1,0-4-1415,0-5 1,0-4 411,2-1 1,0-4-1,1-5 1050,0-5 0,-1-6 0,-2-4 0</inkml:trace>
  <inkml:trace contextRef="#ctx0" brushRef="#br0" timeOffset="449">225 249 7833,'0'-21'-521,"0"1"1,1 0 836,1 0 1,0 5 0,2-3-1,2 1 118,1 2 0,1 4 0,2 2 0,0 3-117,0 1 0,-1 0 0,1 3 0,0 1-79,0 0 1,-5 4 0,1 2 0,-2 2 43,0 2 0,-3 2 0,2 0 1,-3 4-136,-3 2 0,0-1 0,-4 1 0,0 1-276,-1 1 1,1-2 0,-2-1-122,2 0 1,1 0 0,-1-2 0,1-1 0,0-1-1816,2-2 0,-1-2 2065,3-2 0,2-5 0,4-2 0</inkml:trace>
  <inkml:trace contextRef="#ctx0" brushRef="#br0" timeOffset="717">495 127 7833,'-7'7'656,"-1"-1"1,-1 1-140,1 2 1,1 1 0,-1 5 0,-1 3-67,1 3 1,3 0 0,2 1-182,0-2 0,1 2 1,2-5-1,1-3 1,1-3-324,2-5 0,2-4 1,2 0-1,1-2-149,1-4 0,-1-2 0,1-6 0,-1-3-77,-1-3 0,-1 0 0,-1-4 0,-2 1 153,-2-1 1,-1 3 0,-1 2 0,-1 0 122,-1 3 1,1-1-1,-4 6 1,-2 0-103,0 3 1,-4 2-1,2-1 1,-1 3-425,1 2 0,3 2 1,2 3-1,1 1-188,2 3 0,1-2 0,4 1 717,2 0 0,5-2 0,-1 0 0</inkml:trace>
  <inkml:trace contextRef="#ctx0" brushRef="#br0" timeOffset="1016">649 147 7833,'-7'10'277,"1"2"0,0-2 1,1 4 439,1 3 0,0-2 0,0 4 0,2 0-290,1 2 1,1-5-1,0-1 1,1-1-360,1-3 0,4-4 1,2-1-1,1-3 9,0-2 0,0-1 0,3-2 1,-2-3-295,-1-2 0,0-2 0,-3-3 1,0-2 44,-2-2 1,-1 1 0,-4-1 0,0 0 150,-1 2 1,-4 0 0,0 2 0,-2 1-112,1 0 0,-1 3 0,2-1 0,0 3-215,-1 2 1,1-1 0,-1 3-1714,1 0 1273,2 2 1,2 0 0,4 0 786,3 2 0,3-1 0,2 2 0</inkml:trace>
  <inkml:trace contextRef="#ctx0" brushRef="#br0" timeOffset="1283">931 70 7934,'3'-7'1050,"-2"3"-431,1 0 0,-2 2-296,-2 0 1,0-1-1,-2 1 1,-1 1-67,-1 0 1,0 1-1,-1 0 1,1 0-31,-1 0 1,0 0 0,0 0 0,-2 1 143,1 1 0,0 2 0,0 4 0,0 2-122,0 2 0,0 3 0,1 6 0,0 4-87,1 2 0,3 3 1,0 3-1,0 1-118,2 0 1,3-4-1,1-3 1,2-3-515,-1-3 1,0-3-1,3-3 1,-1-3-5066,0-4 5535,1-5 0,2 0 0,1-3 0</inkml:trace>
  <inkml:trace contextRef="#ctx0" brushRef="#br0" timeOffset="1465">764 320 8170,'-6'-7'1246,"0"1"0,2-1-553,2 1 1,2 0 0,2 0-422,2 2 1,4-1-1,1 3 1,1 0-779,2 1 0,-2 1 0,2-2 0,2 0 219,-1 1 1,1 0 0,-1 1 0,0 0 43,2 0 243,-4 0 0,7-3 0,-5 0 0</inkml:trace>
  <inkml:trace contextRef="#ctx0" brushRef="#br0" timeOffset="1624">976 230 8306,'0'13'414,"0"-2"0,-1 1 0,0 0-290,-1 2 1,-1-3-1,3 2 1,0 0 240,0-2 1,0 1-1,1 0 1,1-1-1152,0-3 0,1-3 1,-1-1-622,2-1 0,0-5 1407,0-4 0,-3-4 0,2-2 0</inkml:trace>
  <inkml:trace contextRef="#ctx0" brushRef="#br0" timeOffset="1714">1002 179 8068,'-3'-4'715,"1"-1"-396,-2 3 0,2-1-422,-2 1 0,2 2 0,1-1-1152,2 3 0,1 2 1255,2-2 0,0 3 0,3-1 0</inkml:trace>
  <inkml:trace contextRef="#ctx0" brushRef="#br0" timeOffset="2047">1117 191 7833,'-1'11'221,"0"0"238,-1 0 0,0-2 0,2 0 1,0-1 4,0 0 0,0 0 0,0 3 0,0 0-192,0-1 0,0 2 1,0-2-1,0 3-90,0-1 1,0 0 0,0 0 0,0-2 36,0-1 0,0 0 0,0-3-237,0 1 0,0-5-215,0-2 1,0-5 0,0-6 0,0-2 79,0-2 1,2 1 0,1-3 0,0-1-92,2-1 1,-1 0 0,0 1 0,1 1 318,1 2 1,0 2 0,0 2-1,-1 3 240,-1 0 0,0 5 0,3 2 0,-2 5-358,0 4 0,0 7 1,-2 4-1,-1 2-148,1 2 1,0 0 0,-2 0 0,2-1-401,1-2 0,0-5 1,3-2-1,0-4 591,1-4 0,-1-2 0,3-3 0</inkml:trace>
  <inkml:trace contextRef="#ctx0" brushRef="#br0" timeOffset="2364">1329 198 7641,'-3'-8'11,"1"2"1887,-2 0 1,0 3-1164,-3 1 1,2 5 0,0 2 0,1 4-470,1 1 0,1 1 0,2 1 1,0-1-173,0 0 1,0-1-1,0 1 1,0-3-339,0-1 0,2 0 1,1-2-1,1 0-137,1 0 0,-2-4 0,2 0 1,0-2 55,0-3 0,-1-4 0,1-1 0,0-1 168,0 1 0,2-2 0,-1 3 0,-1 1 67,-1 2 0,0 0 0,3 3 791,-1 3 1,0 5 0,0 5 0,-2 3 10,-2 4 0,-1 3 0,-1 2 1,-1 3-156,-1 2 1,-3-1 0,-5 2 0,0 0-324,-1 1 0,-2-8 0,-1 1 0,-2-4-640,0-1 1,1-6-1,-2-4 1,1-4-1347,0-3 0,1-7 1752,-2-3 0,0-5 0,-3-2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3:36.107"/>
    </inkml:context>
    <inkml:brush xml:id="br0">
      <inkml:brushProperty name="width" value="0.06" units="cm"/>
      <inkml:brushProperty name="height" value="0.06" units="cm"/>
    </inkml:brush>
  </inkml:definitions>
  <inkml:trace contextRef="#ctx0" brushRef="#br0">1 102 7712,'0'-4'851,"0"0"-17,0-1 1,0 1-475,0 0 1,3 2 0,1-2-1,2 1-99,3 2 0,2-1 0,4 1 0,2-1-60,4 0 0,0 2 1,2 0-318,-1 0 0,1 0 1,-1 0-1,-2 0 1,-3 0-1448,-2 0 0,-2 0 0,-2 2 635,-3 0 0,-4 0 928,-4-2 0,-4-2 0,-3 0 0,-2 0 136,1-1 0,-1 2 1,0-1-1,2 1 439,-1 1 0,4 1 1,1 1-210,0 2 1,1 3-1,2 2 1,0 3-1,0 4-56,0 2 0,0 1 0,2 5 0,3 2-174,0 4 0,0-2 0,-1 0 0,0-2-1116,0-3 1,-1-1-1,-3-4 1,0-2-1051,0-3 2030,0-5 0,-6 1 0,-1-2 0</inkml:trace>
  <inkml:trace contextRef="#ctx0" brushRef="#br0" timeOffset="165">116 384 7712,'-6'-3'843,"0"1"0,2-2-229,2 0 0,4-2 1,3 0-1,3 1-281,3 1 0,3 0 0,3-2 0,0 1-944,0 1 0,2 0 1,3-1-1,-1 1-285,1-1 0,-2-1 1,2 0-1,-2 0-329,2-1 1225,-5-2 0,7-1 0,-4-3 0</inkml:trace>
  <inkml:trace contextRef="#ctx0" brushRef="#br0" timeOffset="567">488 89 7582,'-3'7'365,"1"-1"1,1 3 0,1 2 0,0 3 93,0 3 0,0 1 1,1 7-1,0 2-143,1 2 0,3-2 0,0 0 0,0-2-458,-1-2 0,1-5 0,-1-1 0,0-2 97,1-3 0,-4-4 1,2-2-1024,0-2 1,-3-5 0,2-4 0,-4-3 750,-2-3 0,0-1 0,-2-1 0,-1 1 317,0-1 0,0-1 0,1 0 0,2-1 0,-2-2 0,2 1 0,-1 0 0,0 0 130,1 0 0,2 1 1,0-2-1,1-1 104,1-1 0,1 0 0,2 0 0,3-1 464,1-2 1,5 5 0,-1-1-1,1 3-340,0 3 1,1 3-1,0 1 1,0 3-162,0 3 1,0 2-1,-2 2 1,-1 3 58,-1 3 0,-6 3 1,3 3-1,-3 1-13,-1-1 0,-1 3 1,-1-1-1,-1 1-159,-1 0 1,-2-2 0,-2 0-298,-1-2 1,-1-1 0,-2-1 0,0-3 0,-1 0-236,-1-2 0,1-2 0,1-2-440,1-2 0,0-1 0,3-3 888,0-2 0,-1-8 0,1 1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3:31.724"/>
    </inkml:context>
    <inkml:brush xml:id="br0">
      <inkml:brushProperty name="width" value="0.06" units="cm"/>
      <inkml:brushProperty name="height" value="0.06" units="cm"/>
    </inkml:brush>
  </inkml:definitions>
  <inkml:trace contextRef="#ctx0" brushRef="#br0">19 232 9852,'8'-2'615,"0"-1"1,3 1-438,1-1 1,1 0-1,0-4 1,-1 0-1,1-1-74,0 0 0,-1-3 0,-1 0 0,-3-1-124,-3-1 1,-2 1-1,-4 1 1,-1-1 98,-3 1 0,-3 2 1,-3 1-1,-1 3 24,-1 3 0,-2 2 0,0 3 0,1 4 100,0 5 1,4 5 0,0 3 0,1 2-35,1 1 1,1 1 0,3 3-443,2-2 0,1 2 0,2-5 0,2 0 1,3 0-347,4-1 0,1-6 1,2-2-76,2-3 0,2-1 0,2-7 0,-1-4 694,0-6 0,4-5 0,-2-6 0</inkml:trace>
  <inkml:trace contextRef="#ctx0" brushRef="#br0" timeOffset="300">308 148 8014,'-3'-4'0,"-2"0"187,-3 2 0,1 0 1,-3 4-1,0 3 513,0 3 1,1 3 0,-1 3-1,0 2-232,0 0 0,3 1 0,0 2 0,3-2-360,1-2 0,1-2 0,2-3 0,3-2 22,4-3 1,0-2 0,3-3 0,2-1-641,0-4 1,1 0-1,0-7 1,-1-3-20,1 0 0,-1-2 0,0-3 1,-2 1 326,-1 0 1,0 0-1,-4 1 1,0 2 444,-3 3 1,1 7-118,-1-1 1,-3 7-1,-3 2 1,1 6 356,1 3 1,-1 3-1,1 0 1,0 2-577,2 0 1,0-1-1,0 1 1,2 0-509,0-2 1,3 0 0,-1-1-1,2-1-171,0-2 0,1-1 0,-1-5 1,0-2 771,1-1 0,2-7 0,1-1 0</inkml:trace>
  <inkml:trace contextRef="#ctx0" brushRef="#br0" timeOffset="533">443 155 7798,'0'-7'-287,"0"1"738,0-1 1,0 5 0,0 2-1,0 5-113,0 3 0,0 6 0,0-1 0,2 1-177,0 1 0,1 0 0,-1 2 0,2 1-56,-1 0 0,3-3 0,-3-1-162,1 1 1,2-1 0,-2-1-60,2 0 1,0-4 0,0-3-1,1-3 1,0-4 15,2-3 0,-4-3 0,3-7 0,0-1 26,-1-2 1,0-1 0,0-1 0,-2 1-288,0 1 1,0 2 0,-1-1 0,0 0-567,0 2 0,-1 3 927,1 3 0,-3 4 0,5 4 0,-2 3 0</inkml:trace>
  <inkml:trace contextRef="#ctx0" brushRef="#br0" timeOffset="800">635 289 7998,'1'5'-192,"0"-1"1,1 1 853,0 1 1,1-3-1,2-1-203,0-1 0,2-2 0,-1-1 1,1-3-251,-1-3 0,0-2 1,1-3-1,-1-2-150,1-2 0,-2 0 1,0-1-1,-3-1 60,-1 2 0,-1 1 0,-1 0 0,-1 3 35,-3 3 0,-1 5 1,-2 3-1,-1 4-74,-1 5 1,1 3 0,-1 5 0,1 3 44,1 2 0,1 3 1,1 2-1,1-1-199,1 0 1,3-3 0,-1 2 0,1-1-466,1-1 0,3-4 0,3-3 0,3-3 209,1-2 1,1-5 0,3-3 0,2-5 329,0-4 0,-1-6 0,0-3 0</inkml:trace>
  <inkml:trace contextRef="#ctx0" brushRef="#br0" timeOffset="1000">834 148 7978,'-4'7'579,"-1"2"0,2-1 0,-2 3 0,1 0 50,1 1 1,1 1-1,2 0 1,0 2-351,0 2 1,1 0-1,1-1 1,2 1-244,2-1 1,-2-1-1,0 1 1,0 1-60,-1-1 0,-1-3 1,0 1-1,-2 0-176,-2-3 1,-2 1 0,-3-4 0,-1-2-597,-1-3 1,-1-3 0,1-2-1,1-3-1718,-2 0 2513,6-5 0,-4-2 0,4-5 0</inkml:trace>
  <inkml:trace contextRef="#ctx0" brushRef="#br0" timeOffset="2184">1033 1 11021,'0'8'1055,"0"2"1,1 2-650,1 1 1,-1 7-1,3 1 1,-1 2-137,1 0 1,-2 1 0,2 1 0,-1-1-316,1-1 0,-3-5 1,2-1-1,-1-3-318,0-3 0,0-3 1,-5-4 46,-1-1 1,-1-3 0,-3 0 0,0-2 20,-3 0 1,0-2 0,-1 2-1,-1 0 213,-1 1 0,1 1 0,1 1 1,1 2 405,2 3 0,2 1 0,2 2 0,0 0-85,3 2 1,1-2 0,2 0 0,2-3-277,3-1 1,1 0 0,4-3 0,1-1-73,0 0 0,1-5 0,-1-1 0,1-3-985,0 0 1,-2-1-1,2-1 1,0 0 372,1-1 1,-1-1 0,0 0 0,0 0 720,0 2 0,-3 0 0,-2-1 0,-1 2 92,0 2 1,-4 3 263,-1 0 0,-1 3 261,-1 1 1,-1 4 0,0 3 0,-1 2 382,0-1 0,2 2 1,0 0-1,-1 0-719,-1 1 0,0 0 0,-1 2 0,-1-1-136,1 1 1,-2 0-1,-1 0 1,0-1-393,2-1 1,-2-2 111,2-3 0,-1-3 35,1-6 0,1-3 1,4-7-1,1-2 1,2 0-225,2-2 0,1 3 0,1-1-11,0 1 0,3 2 0,-2-1 0,1 0 0,2 0-173,0 0 0,1 0 0,2 1 0,0-1 32,-1 0 0,-1 3 0,-1 1 0,-1 2 368,-2 1 1,-3 3-1,-2 3 792,-1 4 0,-6 4 0,-1 3 0,-2 1 234,0 1 1,0 2 0,-1 2-1,1 0-296,2 0 0,-2-2 0,3 1 1,-1-2-361,2-2 1,2-3 0,2-1 0,1-1-583,0-3 1,4-2 0,3-4 0,1-3 22,0-3 1,-4-3-1,2-3 1,-2-2-164,-1 0 0,-2 2 0,-2-1 210,-1 1 1,-1 0 0,-1 1 0,-1 3 0,-2 2-337,-2 2 1,0 0-409,-1-1 0,1 4 428,-1 0 1,5 3 0,2 0-1,3 0 566,3 0 0,0 0 0,1 2 0,0 0 0,1-1 0,0 0 0,3-2 0,0 0 0,-1-1 0,-1 0 0,-3 2 0,1 0 253,-1 3 1,0-2-1,-1 3 1,-2 2 739,0 2 0,0 0 1,-2 2-1,2 2-439,-2 3 1,0-1 0,-1 3 0,0 1-317,0 0 1,0 2 0,0 0-1,0 1-369,0 0 1,0-5 0,0 3 0,0-1-600,0-1 0,0-4 0,0-3-178,0-1 0,-2-4 1,-1-8 537,-1-4 1,1-6 0,-2-3-1,0-2 186,0-2 0,2 2 0,1-2 260,2-1 0,-3 0 1,1 2-1,1 1 0,0 0 285,1 1 0,3 2 0,1-2 0,2 0 45,0 0 1,1 2 0,0 2-138,2 3 1,-2-2 0,4 5 0,0 0 0,-1 3 53,1 1 1,-2 1 0,1 3-1,-2 1-173,-2 2 1,0 2-1,-4 3 89,-1 2 0,-1 1 0,-2 3 0,-2 0 0,-2 0-239,0 0 0,-1-3 1,1 1-1,-1-2-540,1-1 1,0-1 0,-1-3-1440,1-2 0,2-2 503,2-4 1,4-2 1475,2-5 0,2-1 0,1-2 0</inkml:trace>
  <inkml:trace contextRef="#ctx0" brushRef="#br0" timeOffset="2366">1565 161 7865,'3'7'501,"-2"-3"1,1 0-1,-1 2 131,-1 2 1,0-1 0,0 4 0,0 1-186,0 0 1,0 3-1,0 2 1,0 2-375,0 0 0,0 0 0,0 0 1,2-1-262,0-1 0,0-3 0,-2 0 1,0-2-813,0-4 0,1-3 0,0-4 58,1-2 0,0-6 0,-2-6 1,0-2 941,0-1 0,-2-1 0,-2-2 0,-2-1 0</inkml:trace>
  <inkml:trace contextRef="#ctx0" brushRef="#br0" timeOffset="2583">1565 212 7870,'0'-12'99,"0"-1"0,2 0 0,0 0 0,1 0 306,-1 0 0,0 4 0,2 0 1,1 1 35,1 0 0,0 0 1,1 1-1,-1 1-114,1 2 0,1 2 1,1 0-1,1 1 34,-1 1 0,0 1 0,-1 1 0,0 2-181,-2 2 1,-1 1-1,-3 0 1,0 1-164,-1 3 1,-2 1 0,-2 2-1,-3 0-37,-2 1 0,-1 0 0,1-2 0,-2-1-864,0-2 0,0 0 1,4-4-1,0 0-1122,-1-2 0,1-1 399,-1-3 1607,4-3 0,0 0 0,3-4 0</inkml:trace>
  <inkml:trace contextRef="#ctx0" brushRef="#br0" timeOffset="2732">1694 155 7865,'4'0'777,"0"0"1,-3 0-1,2 3 1,-3 2-478,0 2 0,2 1 0,1 3 0,-2 0-220,0 1 1,-1 3-1,0 0 1,0 0-1061,0-2 0,0-3 1,0-1 979,0-2 0,0-4 0,0 0 0</inkml:trace>
  <inkml:trace contextRef="#ctx0" brushRef="#br0" timeOffset="2849">1732 103 8661,'-3'-4'1227,"-1"0"-1832,1 2 792,0 0 1,3 2-188,0 2 0,3 2 0,1 2 0</inkml:trace>
  <inkml:trace contextRef="#ctx0" brushRef="#br0" timeOffset="3450">1796 78 7470,'0'6'199,"0"1"0,0-1 808,0 0 1,0 1 0,0 0-611,0 2 1,0-2-1,0 4 1,1 0-173,1 2 0,-1-2 0,1 1 0,-1 2-125,-1-1 1,0 1 0,0 0-1,0-1 85,0 0 0,0-4 0,0 1-1077,0-1 528,0-3 1,0-7 0,0-5 0,0-5 55,2-3 0,0-1 0,2-3 0,0-1 226,0 2 0,2 2 0,-3 0 0,1 2 358,1 2 1,-3 2-1,2 3 80,1 2 0,-2 4 0,-1 5 0,-1 3-143,-1 5 1,1 1 0,0 3 0,1 0-57,0-1 1,-1 0 0,0-4 0,2 0-1400,1-2 0,0-5 0,3 0 0,0-4 541,1-1 0,2-4 1,3-3-1,0-5 701,0-4 0,-1-1 0,-1 0 0,-1-1 0,-1 0 0,0-1 0,-3 1 0,-1 2 110,-1 3 0,-3 7 1,1 0 338,-4 3 1,-1 1 0,-4 4 0,1 3-1,0 0 399,-1 2 0,1 1 0,-1 2-195,1 0 0,2-3 0,1 3 0,1-2-437,0 1 1,0-1 0,3-2 0,1-2-815,2-1 0,2-3 1,0 0-1,1 0 79,-1 0 0,3-3 1,-1 0-1,1-1 326,0-1 0,-2 4 0,2-1 0,-2 1 546,-1 1 1,0 4 0,-1 2 109,-1 4 1,-2 4-1,0 3 1,-2 0 0,-2 4 604,-3 1 1,0-1 0,-2 1 0,0 0-958,-1 2 0,-2-5 0,-3 0 0,0-3-558,0-1 0,-3-5 0,-1-2 0,-3-3-1029,-3-3 1476,-1-1 0,-7-1 0,2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3:29.876"/>
    </inkml:context>
    <inkml:brush xml:id="br0">
      <inkml:brushProperty name="width" value="0.06" units="cm"/>
      <inkml:brushProperty name="height" value="0.06" units="cm"/>
    </inkml:brush>
  </inkml:definitions>
  <inkml:trace contextRef="#ctx0" brushRef="#br0">13 6 8101,'0'-3'440,"-3"1"1,3 2-79,-2 5 1,1 2-1,1 9 1,0 3-247,0 4 0,0 3 0,0 2 0,-1 2-618,-1 1 1,1 0 0,-1-1-1,1-3-328,1-2 1,0-6 829,0-1 0,3-7 0,1 1 0</inkml:trace>
  <inkml:trace contextRef="#ctx0" brushRef="#br0" timeOffset="132">109 218 8101,'-6'13'0,"0"-3"0,-1 0 0,2 0 0,0 0 0,0 0 0,3 1 0,1-2 116,0 1 1,1-5-1,1 0-116,1-1 0,1 1 0,4-2 0</inkml:trace>
  <inkml:trace contextRef="#ctx0" brushRef="#br0" timeOffset="282">161 90 8101,'-7'-2'-284,"1"-1"-902,0-1 1041,2 3 0,2 1 0,4 4 145,2 2 0,2 0 0,0 1 0</inkml:trace>
  <inkml:trace contextRef="#ctx0" brushRef="#br0" timeOffset="482">263 32 8251,'-4'2'356,"0"0"0,2 1 0,0-1 1,-1 3 83,1 3 0,0 1 0,2 3 0,0 3-208,0 3 0,0 0 0,0 6 1,0 0-327,0 1 1,-1-2-1,0 0 1,-1-1-458,0-1 0,2-3 0,0-2 1,0 0-122,0-2 1,0-3-1,0-4 672,3-2 0,0-5 0,4-3 0</inkml:trace>
  <inkml:trace contextRef="#ctx0" brushRef="#br0" timeOffset="732">372 160 8101,'0'-6'928,"0"-1"-447,0 4 0,-2 0 0,-3 4-335,0 1 0,-2 2 0,1 4 0,-1 1-21,1 1 1,0 1 0,-1 1-1,1-1 287,-1 0 0,1-1 1,0 1-1,1 0-169,1 1 1,3-3-1,-2-1 1,3 0-230,0 1 0,0-4 0,0 0 0,3-1-271,1-3 0,2 0 0,2-1 1,1 0-159,1 0 0,1-3 0,2-1 0,0-2-2602,-1 0 3017,-2 0 0,5-1 0,-1 1 0</inkml:trace>
  <inkml:trace contextRef="#ctx0" brushRef="#br0" timeOffset="982">507 250 11413,'2'-4'333,"0"-1"1,3 1-1,-1-2 1,0-1-191,1-2 1,-3 1 0,1-2 0,0 0-300,-1 0 1,-2 3 0,-3 0 31,-1 2 0,-4 4 1,-3-1-1,-1 4 0,-2 5 195,-1 3 0,1 5 1,-2 2-1,0 2 101,2 2 1,5-1 0,3 2 0,3-2 143,1-1 1,5-3-1,4-2 1,6-4-752,3-4 1,5-4 0,3 0-1,1-4 435,3-5 0,1-2 0,4-4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3:28.994"/>
    </inkml:context>
    <inkml:brush xml:id="br0">
      <inkml:brushProperty name="width" value="0.06" units="cm"/>
      <inkml:brushProperty name="height" value="0.06" units="cm"/>
    </inkml:brush>
  </inkml:definitions>
  <inkml:trace contextRef="#ctx0" brushRef="#br0">14 122 7591,'0'-6'-33,"-3"-1"2012,1 1-1770,0 2 1,2 2-1,0 4 1,0 3-239,0 3 1,0 2-1,0 4 1,-1 1-598,-1 2 1,2-1 625,-3 1 0,3 0 0,0 3 0</inkml:trace>
  <inkml:trace contextRef="#ctx0" brushRef="#br0" timeOffset="149">46 26 8052,'-7'-6'0,"1"1"-101,-1 1 1,3 2-321,0-2 0,3 2 224,1 0 0,4 2 0,4 2 197,0 2 0,1 5 0,-3 1 0</inkml:trace>
  <inkml:trace contextRef="#ctx0" brushRef="#br0" timeOffset="399">174 26 7910,'-6'0'255,"-1"0"1,1 0 32,-1 0 1,4 1 0,1 1-155,1 2 1,4 2 0,1 3 0,2 2-42,3 1 0,-1 3 1,2 0-1,-1 2 43,-1 1 1,-2-2 0,-1 1-1,-1 1-23,-1 1 0,-1-5 0,-4 0 0,-1-1-149,-4-2 1,-1-2 0,-1-1 0,-1-3-455,-2-3 1,-1-2 0,1 0 0,0-3-762,1-3 1251,4-1 0,-5-8 0,2 2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3:50.151"/>
    </inkml:context>
    <inkml:brush xml:id="br0">
      <inkml:brushProperty name="width" value="0.06" units="cm"/>
      <inkml:brushProperty name="height" value="0.06" units="cm"/>
    </inkml:brush>
  </inkml:definitions>
  <inkml:trace contextRef="#ctx0" brushRef="#br0">23 244 7793,'-6'0'1212,"-1"0"0,3 0-312,0 0-581,2 0 0,5 0 0,6 0-252,2 0 0,2 0 1,0 0-1,-1 0-549,1 0 0,1-1 0,0 0 482,1-1 0,0 0 0,-2 2 0</inkml:trace>
  <inkml:trace contextRef="#ctx0" brushRef="#br0" timeOffset="1335">613 65 8104,'-3'-11'205,"0"0"0,1 3 0,-1-2 0,-1 2 433,-1 0 1,-1 5-1,0-1 1,-1 2-324,-2 2 0,2 5 1,-4 3-1,0 7-73,1 2 1,-2 8-1,2 2 1,0 3-5,2 0 0,1-3 0,3 0 0,2 0-408,1-2 1,2-2 0,1-2-1,3-3-613,3-3 0,2-2 1,2-4-1,2-2-118,1-4 0,1-3 1,1-3-1,-2-4-222,1-5 1123,-5-1 0,7-9 0,-5 2 0</inkml:trace>
  <inkml:trace contextRef="#ctx0" brushRef="#br0" timeOffset="1585">677 122 8104,'0'-5'389,"-3"0"1,2 2-1,-3 4 1,2 2 0,0 3-79,1 4 1,1 3 0,0 0 0,0 2-183,0 2 0,0 0 0,0 1 0,0 1-126,0 1 0,0-3 0,0 1 0,0-1 85,0-3 0,3-3 89,-1-3 1,0-5 0,-2-5-22,0-6 1,2-7 0,1-4 0,0-2-92,0-2 0,2 4 0,-1-2 0,1 1 25,2 0 1,-1 0-1,1 1 1,0 2-317,1 2 1,0 2 0,3 3 0,0 1-1126,1 2 1,0 3 0,-1 2 1350,1 2 0,1 5 0,-3 2 0</inkml:trace>
  <inkml:trace contextRef="#ctx0" brushRef="#br0" timeOffset="1884">921 199 8047,'0'4'1577,"1"-1"0,1-4-1252,2-1 1,3-5 0,0-3-1,2-2-242,-1-1 1,1-1-1,-1-2 1,-2-2-74,-1 0 0,-3 1 0,2 0 0,-2 2 37,-3 2 0,-1 5 0,-6 4 0,1 3 10,-2 1 1,-2 3-1,2 4 1,-1 5 63,-1 5 1,1 1-1,0 2 1,0 0 91,3 1 1,2 0-1,1 1 1,1 1-482,2 0 0,1-2 0,2-1 1,3-1-526,3-2 1,4-3 0,4-2 0,0-5 111,2-4 0,1-4 0,2-3 0,1-6-682,1-3 1363,-6-4 0,8-5 0,-5 0 0</inkml:trace>
  <inkml:trace contextRef="#ctx0" brushRef="#br0" timeOffset="2167">1126 142 8047,'-10'-3'0,"0"0"0,2-1 0,-1 1 376,-1 0 1,2 2 0,-1 0 0,1 2 507,-1 3 1,0 3-1,4 1 1,0 2-650,3 0 1,2 2 0,0-2 0,0 1-211,0 0 1,2-1 0,3 1 0,1-3 33,3-1 1,1-3-1,3-2 1,-1-2-881,1-2 1,0-3 0,0-3 0,0-3 366,-1-1 1,-2-1-1,-1 0 1,-2-2 394,0 1 1,-3 1 0,-1 3-1,0 0 1262,-1 3 1,-2 0-793,-2 3 1,-1 7 0,-2 5 0,3 4-660,2 1 1,0 2-1,0 2 1,0-1-248,0-1 1,1-1 0,3-2 0,2-1-339,1 0 1,1-6-1,0-1 833,0-3 0,4-6 0,-2-2 0</inkml:trace>
  <inkml:trace contextRef="#ctx0" brushRef="#br0" timeOffset="2467">1293 33 8047,'-1'-4'949,"-1"2"1,1 5-1,-1 2 1,2 5-475,0 2 0,0 3 0,0 6 0,0 3-240,0 1 0,0 0 1,2 0-1,1-1-411,0 0 0,-1-3 0,2-1 1,-1-1-1277,1-2 0,-3-6 0,2 0 643,-3-3 1,0-5-1,-2-3 1,-1-5 808,0-2 0,-2-3 0,0-3 0,0 0-5,0 0 0,2 2 0,-1 1 0,1 1 270,0 1 0,2 0 1,-1 1-1,1-2 572,1 1 0,0 1 0,0 1 0,0-1-404,0 1 1,3-1 0,1 2 0,2 0-764,1 0 0,0 4 0,1-1 1,0 1-241,0 1 0,1 0 0,0 1 0,1 1 570,-1 2 0,0 2 0,-3 0 0</inkml:trace>
  <inkml:trace contextRef="#ctx0" brushRef="#br0" timeOffset="2683">1421 219 8337,'7'-3'2188,"-2"-2"-1846,0 0 0,0 0 1,0-1-1,0-2-101,2-1 1,-3 0 0,0-1 0,-2-2-194,0 0 0,-1 2 1,-2 2-1,-1 1 83,-3 3 1,-2 1-1,-3 3 1,0 1-69,-1 4 0,1 0 0,0 5 0,1 3 427,1 1 1,4 0-1,2 3 1,1 1-61,1 1 0,3-2 1,4 1-1,3 1-827,2-1 0,4-6 0,3-2 0,3-5-1305,3-3 1,-2-2 0,3-2 1701,-1-5 0,1-5 0,-3-4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3:57.251"/>
    </inkml:context>
    <inkml:brush xml:id="br0">
      <inkml:brushProperty name="width" value="0.06" units="cm"/>
      <inkml:brushProperty name="height" value="0.06" units="cm"/>
    </inkml:brush>
  </inkml:definitions>
  <inkml:trace contextRef="#ctx0" brushRef="#br0">97 97 7810,'4'-7'0,"-1"1"-18,0-1 1,-1 3 0,-2 0 0,0-1 282,0-1 1,0 2-1,-2 0 1,-3 1 196,-3 2 1,1 0-1,-3 2 1,2 1-95,-1 2 0,-2 5 0,1 2 0,0 4 175,1 2 1,3 2-1,1 2 1,1 4-235,1 2 0,1 0 0,2 4 0,1 0-308,1 0 1,5-7 0,3-3 0,3-8 22,2-5 0,-1-8 0,3-8 0,1-6-573,1-7 1,-3-4-1,-2-3 1,-2-2 77,-4-1 1,-1 1 0,-3 2 0,-2 3 333,-1 4 1,-7 8 0,-2 1 0,-4 3 69,-1 3 1,0 2 0,-1 4 0,-1 1 176,0 1 0,4 1 0,2 2 0,1-1-749,2 1 1,4 1-1,0 0-74,1 1 1,4-2 0,2 0 712,3-3 0,2 1 0,3 1 0</inkml:trace>
  <inkml:trace contextRef="#ctx0" brushRef="#br0" timeOffset="166">289 0 8265,'-2'11'659,"0"0"1,-3-3-1,1 3 1,0 1-282,0 2 1,2 3-1,0 2 1,1 0 71,1 0 1,0 1-1,0 1 1,0 1-584,0 1 1,2-2-1,1 2 1,1 0-847,1 0 1,-2-5 978,2 2 0,-1-6 0,2 2 0</inkml:trace>
  <inkml:trace contextRef="#ctx0" brushRef="#br0" timeOffset="315">250 238 8341,'0'-7'519,"0"1"0,0-1 0,1 1-143,1 0 0,2-1 0,3 1 0,1 0-820,0 2 0,4-2 0,-2 2 0,3 0-1365,-1 0 1809,1 0 0,3-3 0,0 1 0</inkml:trace>
  <inkml:trace contextRef="#ctx0" brushRef="#br0" timeOffset="649">424 58 8658,'-4'6'785,"-1"-1"1,3-1 0,0 2-70,-1 2 0,2-1 1,-1 4-1,1 1-328,1 2 1,3 4 0,-1 2-1,0 2-217,1 1 1,-2-2 0,3 2-1,-1-1-122,1-1 1,-3-6-1,2-3 1,-1-2-440,0-2 0,1-4 0,-1-2 0,0-4-59,2-2 1,-2-5 0,2-4 0,1-5 123,1-5 1,-1 1 0,1-4 0,1 0 280,0 2 0,0 3 1,-1 2-1,-1 3 580,-1 3 0,0 4-187,3 2 1,-3 6 0,0 6 0,-1 3-203,-2 3 1,0 3 0,1 2-1,1 0-507,0 2 0,-1-2 1,1 1-1,-1-1-1233,3 1 1,-2-5 0,1 0 971,1-2 0,1-2 1,1-4 620,2-2 0,-2-4 0,2-2 0</inkml:trace>
  <inkml:trace contextRef="#ctx0" brushRef="#br0" timeOffset="1132">661 218 7896,'6'-2'0,"1"0"0,-1 0 388,1-1 0,-1 0 0,0-5 1,-1 1 589,-1-2 0,-2-2 0,2 0 0,-1-1-702,-2-1 0,0-1 0,-1 0 1,-1-1-140,-1 1 1,-2 3 0,-4 1 0,-2 3 149,0 4 1,3 1 0,-3 4-1,2 2-200,-1 4 1,1 7-1,2 2 1,1 2-90,1 2 0,2 0 0,0 2 0,1 0-428,1 0 0,3-2 0,2 2 0,1-1-521,3-2 0,-2-3 0,4-5 0,1-5-64,2-4 1,1-4-1,2-5 1,1-6 1014,0-5 0,-1-4 0,-2-4 0,-2 1 0,0 0 0,-2 4 0,-2 1 0,-1 3 0,-3 3 0,-2 5 0,-1 2 0,-2 3 0,-2 2 0,-1 2 1501,0 4 1,1-1 0,0 2-1,2 2-595,0 1 1,-1 1-1,-1 3 1,0 2-660,1 2 0,0-2 1,1 4-1,-1 0-303,-1 2 0,2-1 0,-3 0 0,1-1-93,-1-2 0,1-6-131,-1 0 0,2-7 1,-3-5 224,2-7 0,-1-5 1,3-7-1,1 0 0,1-2 249,0-1 1,3 1 0,-1 0-138,2 0 1,0 2 0,1 3 0,2 4 0,2 0-799,1 1 0,0 3 0,1 0-692,0 2 1,2-3 0,1 6-1,-1-1 1433,1-1 0,2 0 0,-2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4:03.330"/>
    </inkml:context>
    <inkml:brush xml:id="br0">
      <inkml:brushProperty name="width" value="0.06" units="cm"/>
      <inkml:brushProperty name="height" value="0.06" units="cm"/>
    </inkml:brush>
  </inkml:definitions>
  <inkml:trace contextRef="#ctx0" brushRef="#br0">0 131 9886,'0'8'684,"0"1"0,0 4-477,0 6 0,0 3 1,0 4-1,1 1-480,1 1 1,-1-2 0,1-3 0,-1-3-2790,2-3 3062,-3-4 0,3-18 0,-3-3 0</inkml:trace>
  <inkml:trace contextRef="#ctx0" brushRef="#br0" timeOffset="117">20 35 7834,'0'-6'389,"-1"2"1,-1 0 215,-3 1 0,2 1-749,-1 2 1,2 3-1,0 1-708,1 2 1,2-2 0,0 0 851,2 1 0,4 1 0,1 0 0</inkml:trace>
  <inkml:trace contextRef="#ctx0" brushRef="#br0" timeOffset="585">122 54 7948,'0'8'262,"0"0"1,0-2 0,0 2 0,0 0 433,0 2 1,0 0 0,0 4 0,0 1-297,0 2 1,0 4 0,0 3 0,1 1-224,1 0 1,-1 1 0,2-1 0,-1-2-108,0-1 1,1-7-1,-1-4-354,2-3 0,0-3 0,-1-6 0,1-4-87,-1-6 0,0-5 1,1-5-1,1-4 17,1-4 0,0 1 1,0-3-1,1 1 137,-1 0 0,1 5 1,-1 1-1,0 4 118,1 3 0,0 6 0,1 3 105,0 3 0,0 5 0,-3 5 0,-1 3 347,-1 5 1,1 1 0,-2 3-1,-1 1 168,0 0 0,-1 2 1,1 1-1,0 1-208,1 1 0,1-4 1,-3 1-1,0-1 13,0-1 1,0-4-524,0-1 1,0-6 0,2-5-1,0-5 1,0-6-138,1-5 0,0-7 0,2-4 1,-1-2-37,1 0-1,1 0 1,0 2 0,1 2 286,2 1 1,-4 7-1,3 3 1,0 2 409,-1 2 1,0 5 0,-1 4 0,-1 4 30,-1 5 1,-2 3 0,2 2 0,-1 2-229,-2 2 0,1 1 0,-1 0-158,1 2 0,1-2 1,-1-2-1,2-2 1,0-2-3742,0-2 3770,1-6 0,1 2 0,0-4 0</inkml:trace>
  <inkml:trace contextRef="#ctx0" brushRef="#br0" timeOffset="766">558 67 8617,'-5'9'0,"0"0"606,0 1 0,3 1 1,-1 2-1,0 3 158,1 3 1,1 3 0,0 4 0,-2 4-307,2 2 0,0 0 0,2 3 0,0-1-775,2-3 1,-1-5 0,0-2 0,1-3-940,0-2 1,-1-7 0,3 0-595,0-4 0,-2-4 1850,2-6 0,-4-7 0,2-5 0</inkml:trace>
  <inkml:trace contextRef="#ctx0" brushRef="#br0" timeOffset="984">539 241 7834,'2'-23'0,"1"1"157,1 2 0,-2 3 1,2 1-1,1 0 104,1 2 0,1 3 0,1 1 0,0 2 329,0 3 1,-1 3 0,0 0-211,-1 4 0,-2 2 1,0 4-1,-1 3 50,-2 1 0,-1 4 0,-2 1 1,-2 2-272,-2 0 0,0 0 1,-1 0-1,1-2-503,-1 0 1,0-4 0,-1 1 0,1-1-2496,1-2 0,0-2 2839,1-1 0,2-6 0,1-3 0</inkml:trace>
  <inkml:trace contextRef="#ctx0" brushRef="#br0" timeOffset="1252">757 196 7837,'3'3'974,"-2"0"-268,4-3 1,-1 0-1,2-1 1,-1-1-243,-1-2 0,-2-3 0,2-1 0,-1-3-324,-2-1 0,2-1 0,-1 0 0,-1 1-123,0-1 0,-4 2 0,-1 1 0,-2 1 37,0 1 0,-3 4 0,0 2 0,0 2 104,0 2 0,-1 4 0,2 5 0,-1 2 103,-1 5 0,4-1 0,1 7 0,1 0-216,3 1 0,0 1 1,2-2-1,1-2-982,2-3 0,5-4 0,2-1 0,3-3-507,4-4 1,-2-4 0,0-4 1443,0-4 0,5-5 0,-1-6 0</inkml:trace>
  <inkml:trace contextRef="#ctx0" brushRef="#br0" timeOffset="1751">943 119 9092,'-3'3'905,"3"3"0,-2-2 0,1 2-494,1 0 1,0 4-1,0 0 1,0 4 40,0 3 0,-1 1 1,0 5-1,-1 0-282,0 2 1,1-4 0,-1 3 0,-1-4 165,0-3 0,1-2 0,-3-5-187,0-4 0,3-4 0,-1-5 0,1-4-139,-1-3 1,1-3 0,2-3 0,0-2-457,0-2 0,3 3 0,1-4 0,2 2-447,1 0 0,0 3 1,1-3-1,0 3-109,0 2 0,2 2 0,0 2 0,1 0 482,2 0 0,-1 2 0,2 0 0,0 1 478,-1 0 1,0 0-1,-1-1 1,1 0 170,-3 0 1,-1 3 469,-5 1 1,-2 2 0,-3 1 0,-2 2 298,-1 1 0,0 5 0,-2 0 1,1 2-377,1 3 1,3 0-1,-1 1 1,1 0-129,1 2 1,0-1-1,1 3 1,1-1-128,2 1 0,0-2 1,0 1-1,1 0-76,1 1 1,-3-2-1,-1 0 1,0 0-179,0-3 0,-2-3 1,1 1-1,-4-1-504,-3-1 0,0-3 1,-4-1-1,0-1-199,0 1 0,2-3 1,-2 1-1,1-3-470,1-1 1,1-3 0,3 0-1,2-1 659,1-2 1,4 0 0,1-3 0,3 0 500,1-2 0,5-2 0,3-2 0</inkml:trace>
  <inkml:trace contextRef="#ctx0" brushRef="#br0" timeOffset="2000">1206 151 7888,'4'-4'672,"0"3"0,-1 2 0,-2 4 1,0 3 769,-1 3 1,0 4 0,0 2-1,1 2-940,1 2 0,-1 0 1,3 1-1,-1-1-242,1-3 0,2-3 1,4-3-1,-1-5-574,0-4 1,2-3 0,-3-4-1,0-4-247,-1-4 0,-1-6 0,-2 0 0,-1-4 140,-3 0 1,0 1 0,0 0 0,-3 3 335,-1 1 0,-4 5 1,-1-1-1,-1 3 17,-1 3 0,1 2 0,-1 1 0,0 1-402,1 2 1,1 0 0,3 1 0,0 1-466,2 1 0,1-1 1,3 4-1,0-1-1111,3-1 2046,-3 3 0,9-2 0,-2 2 0</inkml:trace>
  <inkml:trace contextRef="#ctx0" brushRef="#br0" timeOffset="2350">1379 131 7837,'4'3'0,"-1"1"0,-3 2 0,0 1 952,0-1 0,0 1 1,0 1-1,0 1-43,0 1 0,0 2 0,0 3 0,0 2-573,0 1 0,0 2 0,0-1 0,0-1-175,0-1 0,0-1 0,0-4 1,0-1 334,0-3-737,0 0 1,0-8 0,0-5 0,1-5-159,1-4 0,1-3 0,3-4 1,0-3-31,0-1 1,-1 0 0,4 2 0,-2 1 117,-1 2 0,1 4 1,0 2-1,1 2 622,0 4 1,-2 3-1,2 4 1,-3 3-15,0 5 1,-3 3 0,1 7 0,0 3-349,-1 2 1,-2 1 0,1 2 0,0-1-723,2 0 1,-1-4 0,1-2 0,1-3-153,1-4 1,3-6-1,0-1 1,3-3 387,1-3 1,-1-2 0,-1-5 536,2-2 0,0-4 0,1-1 0</inkml:trace>
  <inkml:trace contextRef="#ctx0" brushRef="#br0" timeOffset="2817">1668 157 7837,'-6'-6'173,"-1"-1"1,1 2-1,-1 0 779,1 0 1,0 4 0,-1-1 0,1 1-104,-1 1 1,2 1-1,0 3 1,1 3-338,1 2 0,-1 4 0,2 2 1,0 0-332,2 1 1,0-2 0,2 3-1,3-2-329,0-1 1,2-3-1,0-3 0,2-3-334,1-3 1,0-5-1,1-3 1,0-5-299,-1-3 1,1-2-1,-2-4 1,1 2 898,-1 1 1,-1 1 0,-1 4-1,-2 1 396,0 3 1,0 2-55,-3 4 1,0 5-1,-2 6 1,0 2-199,0 2 1,0-2 0,-1 2 0,0-1-1590,-1 0 0,0-2 302,2-2 1,0-4-1,2-5 1,3-4 250,0-5 1,2-5 0,-1-3 0,-1 0 772,2-1 0,-2-3 0,3 1 0,-1 0 0,0 1 0,-1 4 0,0 2 0,-2 2-12,-2 1 1,-1 5 1168,-1 0 1,0 4 0,0 2-372,0 4 1,0 2-1,0 4 1,0 2 10,0 2 0,0 4 0,0 0 0,0 3-491,0 2 0,2-3 0,0 7 0,0-1-511,-2 1 1,3-2-1,-1 4 1,-1-3-2200,0-3 1,1-6 1077,0-4 0,0-5 1,-2-5 1325,0-6 0,-6-4 0,-1-3 0</inkml:trace>
  <inkml:trace contextRef="#ctx0" brushRef="#br0" timeOffset="2966">1809 202 7837,'0'-4'0,"-1"0"352,-1 1 1,2-2 859,-3 1 0,3 1 1,3-2-1,1 1-1315,2 0 1,-1-1-1,0 3 1,2 1-1440,0 0 0,1-1 1,0-1 1541,1 0 0,2-2 0,-1-1 0</inkml:trace>
  <inkml:trace contextRef="#ctx0" brushRef="#br0" timeOffset="3067">1963 138 8292,'-1'13'545,"-1"2"0,1 0 0,-3 1 0,1 0-58,-1 1 0,3-3 0,-1 1 0,0-1-475,0-2 1,1-4-726,-1-1 1,4-9 0,0-3 712,2-6 0,0-5 0,3-3 0</inkml:trace>
  <inkml:trace contextRef="#ctx0" brushRef="#br0" timeOffset="3182">1995 106 7837,'-4'0'0,"0"0"907,-1 0 0,-1 0-1192,-1 0 1,4 1-2154,1 1 2438,4-2 0,1 3 0,4-3 0</inkml:trace>
  <inkml:trace contextRef="#ctx0" brushRef="#br0" timeOffset="3433">2104 106 8089,'-3'10'0,"-1"2"737,-2 1 0,-1 2 1,-1 3-1,0 3-5,0 1 0,4 0 0,2 2 0,1-1 324,1-1 1,1-5 0,3-2-1117,2-5 1,5-2 0,0-6 0,1-4-1,1-4-348,2-6 0,-2-4 0,0-3 0,-4-1-97,-2-2 1,-2 2-1,-2-2 1,0 1 194,-2 2 0,-3 7 0,-3-1 0,-2 3 383,-1 3 1,-2-1-1,3 3 1,-3 0-366,0 0 0,2 4 0,0-1 0,1 1-1257,0 1 0,3 0-198,0 0 1747,5-3 0,0 0 0,5-4 0</inkml:trace>
  <inkml:trace contextRef="#ctx0" brushRef="#br0" timeOffset="3751">2213 106 7837,'0'6'0,"0"1"0,0 0 0,1 1 513,1 0 0,-1 1 0,1 0 0,-1 2 981,-1 1 0,0 3 0,0 2 0,0 1-800,0 1 0,0 0 0,0 5 0,0 1-406,0-3 0,0-2 0,0-4 0,0-2 459,0-3-1005,0-6 0,0-3 0,0-8 0,0-4-114,0-2 0,0-2 0,2-1 0,2-2-10,0-2 1,1 0 0,0-1 0,0 0 163,2 1 1,0 3-1,1 0 1,0 0 236,0 2 0,0 3 0,0 1 0,1 3 526,1 4 0,-2 1 0,0 4 0,-1 2-201,0 5 1,-3 6 0,0 4 0,-1 4-694,-2 2 1,0-1 0,-1 0-1,0 1-209,0-1 1,0-5 0,0-1-1890,0-4 1,0-4 2446,3-6 0,0-3 0,4 2 0</inkml:trace>
  <inkml:trace contextRef="#ctx0" brushRef="#br0" timeOffset="3873">2457 388 7837,'0'4'4389,"0"1"-5260,0-1 871,0-1 0,0 0 0,0-3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4:02.480"/>
    </inkml:context>
    <inkml:brush xml:id="br0">
      <inkml:brushProperty name="width" value="0.06" units="cm"/>
      <inkml:brushProperty name="height" value="0.06" units="cm"/>
    </inkml:brush>
  </inkml:definitions>
  <inkml:trace contextRef="#ctx0" brushRef="#br0">122 70 7834,'0'-7'0,"0"-1"0,0-1 0,-1 1 0,-1 1 0,-1 1 695,-1 0 1,-2 1 0,2 2 0,-2 0-183,0 1 1,-3 2 0,1 0 0,-1 3-287,0 4 1,1 2 0,-2 5 0,1 1-5,1 2 0,1 1 0,1 1 1,2 1-210,2-1 0,1-3 0,2-1 0,1-2-533,2-2 0,6-4 0,2-4 1,3-1 194,1-5 1,1-5 0,2-8 0,-1-3 120,-1-1 0,-1-1 0,0 1 1,-3 0 38,-3 1 0,-3 7 0,-2 0 0,0 2 742,-3 2 1,-2 3 0,-2 4-427,-3 2 1,2 4-1,-2 4 1,1 3 0,1 3-550,1 1 1,1 2-1,1 0 1,1 0-315,1-1 0,2-5 0,4 0 0,4-4 711,2-2 0,0-1 0,1 1 0</inkml:trace>
  <inkml:trace contextRef="#ctx0" brushRef="#br0" timeOffset="202">385 25 7834,'-3'-8'0,"-1"1"1039,-2 1 1,2 4-806,0 0 1,3 4 0,0 3 0,3 4-127,2 4 1,1 1 0,3 4 0,0 2 83,0 0 1,-3 1 0,-1 0-1,-1 1 35,-2 1 1,0-2 0,-2 2 0,-1-1-135,-2 1 1,-6-2-1,-3 0 1,-2-1-216,-2 0 1,-1-8-1,2-3-352,-1-3 1,0-1 0,3-5 473,2 0 0,1-6 0,-2-1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4:01.330"/>
    </inkml:context>
    <inkml:brush xml:id="br0">
      <inkml:brushProperty name="width" value="0.06" units="cm"/>
      <inkml:brushProperty name="height" value="0.06" units="cm"/>
    </inkml:brush>
  </inkml:definitions>
  <inkml:trace contextRef="#ctx0" brushRef="#br0">0 39 10353,'3'-4'0,"2"2"757,3 1 0,2 0 0,3 0 0,0-2-604,2 0 0,1 1 0,2-2 0,-1 0-527,1 1 1,-3 1-1,0 0 1,-1 1 373,-1-1 1,-4 1 0,0-1 0,-2 1-2637,0 1 2396,-4 0 0,0 1 1,-4 1-1,-1 2 508,-2 2 1,-1 1 0,0 1-1,1 1 94,-1 1 0,-1 2 1,0 2-1,-1 1-222,1-1 0,0 2 0,1-1 0,1 2-582,-1 1 0,1 1 1,1 2-1,-1 1-322,0 0 0,2-2 0,-2 0 0,-1-1 764,-1-1 0,-3-3 0,-1 0 0</inkml:trace>
  <inkml:trace contextRef="#ctx0" brushRef="#br0" timeOffset="150">39 379 8045,'-7'0'471,"1"0"0,-1 0 2333,1 0-2205,0 0 0,3 0 1,3 0-1,4 0-178,4 0 1,2 0 0,5-1 0,1-1-516,3 0 1,-1 0 0,5 1 0,0 0-797,0-1 0,1-4 0,3 0 0,2-4-836,2-2 0,-2-5 1726,3-2 0,-4-6 0,0-4 0</inkml:trace>
  <inkml:trace contextRef="#ctx0" brushRef="#br0" timeOffset="350">513 26 7834,'-6'6'434,"2"1"0,0 1 0,0 1 434,1 1 1,1 4 0,0 3 0,2 3-367,0 4 0,0 0 0,0 8 1,0 1-524,0 2 0,0-3 0,0 1 0,0-2-130,0-2 0,0-7 0,0-5 0,2-4-2940,0-5 0,2-6 3091,-2-2 0,0-6 0,-2-4 0</inkml:trace>
  <inkml:trace contextRef="#ctx0" brushRef="#br0" timeOffset="550">468 173 7597,'1'-15'197,"1"0"0,0 3 0,1-3 0,1 2 330,2 0 0,0 2 0,4 1 0,0 1-89,0 1 0,0 2 0,3 1 1,0 3-140,0 2 1,-2 0 0,-1 1 0,-1 3 5,-1 2 1,-4 5-1,-2 2 1,-1 2-56,-1 1 0,-1 0 0,-1 1 0,-3 2 18,-3-1 0,0-3 0,-2-1 0,0-2-356,0-1 0,2-3 0,-3-1 0,0-2-360,1-2 0,1-3 0,1-3 448,2-4 0,-5-2 0,4-4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3:59.566"/>
    </inkml:context>
    <inkml:brush xml:id="br0">
      <inkml:brushProperty name="width" value="0.06" units="cm"/>
      <inkml:brushProperty name="height" value="0.06" units="cm"/>
    </inkml:brush>
  </inkml:definitions>
  <inkml:trace contextRef="#ctx0" brushRef="#br0">173 97 7865,'0'-11'0,"-1"-1"143,-1-1 0,1 3 1,-3-2-1,-1 1 131,-1 1 0,0 3 0,-1 0 0,0 5 323,-2 1 0,2 4 0,-1 5 0,1 5-85,0 8 0,2 2 1,0 7-1,1 2-220,1 1 1,1 1 0,2 4 0,0 2-373,0 1 1,1-2 0,0-1-1,2-1-371,1-2 0,0-7 1,2-1-1,-2-5-1011,1-6 0,-1-9 1,2-3 1461,1-2 0,-4-8 0,0-1 0</inkml:trace>
  <inkml:trace contextRef="#ctx0" brushRef="#br0" timeOffset="450">26 405 7834,'-7'-6'427,"2"-2"0,0 1 0,1 0 309,1 1 1,1 1 0,3-1-491,1 0 1,2 1 0,5 2 0,2-1-276,3 1 0,1 1 0,2-2 0,1 0-601,3 1 1,0-1-1,4-3 1,2 0 341,-1-2 1,-2-1-1,-1-2-192,-1-1 0,-1 0 0,-4 0 0,-4 1 0,-3 1 480,-3 3 0,-6 1 0,-1 1 182,-3 2 1,-6 1 0,-2 4-1,-3 1 767,-1 2 1,-2 2 0,2 0 0,0 1-228,-1 2 0,5 1 1,-2 5-1,2 0-405,1 2 1,1-2 0,3 3 0,2 1-424,1-1 0,6-3 0,4 0 0,3-3 23,5-1 1,2-5-1,4-7 1,3-6-393,1-7 1,-2-4 0,0-8 0,0-3 69,0-4 1,-5 3 0,1-2 0,-4 3 514,-3 2 1,-2 6 427,-6 4 0,-2 10 0,-3 7 12,-1 7 1,-3 7 0,1 1 0,0 2-116,-1 3 1,3-2 0,-1 3 0,0 0-638,1-1 1,2-1 0,0 0 0,0-1-1045,0-1 0,3-6 1,4-1-1,3-4 130,2-4 0,1-8 0,2-5 1116,0-7 0,2-7 0,0-4 0</inkml:trace>
  <inkml:trace contextRef="#ctx0" brushRef="#br0" timeOffset="615">641 78 9098,'-2'4'0,"-1"1"0,1 1 1452,-1 2 1,-2 4 0,1 1 0,0 4-873,0 4 0,1 0 0,0 4 0,-1 3-899,1 3 0,1-3 1,0 4-1,2-3-581,0-2 0,0-8 0,0-3 1,3-4-59,4-5 1,0-3-1,3-5 1,0-3-271,0-5 0,-2-3 1228,3-3 0,-1-1 0,3-4 0</inkml:trace>
  <inkml:trace contextRef="#ctx0" brushRef="#br0" timeOffset="1067">821 155 7834,'0'-7'564,"0"1"0,-1 0 0,-2 2 374,-3 2 1,-1 1 0,-4 2 0,0 2-259,-1 3 1,0 3-1,1 4 1,-1 1-35,0 1 0,2-1 1,-1 2-1,2 1-271,2-1 0,4-1 0,1 1 0,1 0-400,1-2 1,1-2 0,1-2 0,2-1-558,2-1 1,3-4 0,2-2 0,1-2-482,1-2 0,2-2 0,2-4 0,0-1 73,0-1 0,-2 0 0,1-2 0,1 2 539,-1 1 1,-2 1 0,1 2 0,-2 2 368,-2 2 1,-1 1 615,-2 1 0,-1 0 229,2 0 0,-4 0 0,-1-1 0,-2-1-256,0-2 0,-1-3 1,1-1-1,0-1-4,-1-1 0,0 2 1,-1-2-1,0 0-307,0 3 0,-2-3 0,-1 2-79,-1 3 0,-2-1 0,-3 4 1,2 0-1,-1 2 255,-1 0 0,2 3 0,-1 3-163,0 2 1,2 5 0,0 1-1,0 2 1,1 1 283,1 2 0,2 1 0,0 1 0,2 0-553,2 0 0,2-4 0,3-2 0,2-2-1322,4-3 0,1-3 0,2-7-943,0-3 0,4-5 1,-1-8 2324,1-6 0,0-1 0,-1-5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5:05.563"/>
    </inkml:context>
    <inkml:brush xml:id="br0">
      <inkml:brushProperty name="width" value="0.06" units="cm"/>
      <inkml:brushProperty name="height" value="0.06" units="cm"/>
    </inkml:brush>
  </inkml:definitions>
  <inkml:trace contextRef="#ctx0" brushRef="#br0">19 116 8067,'-3'-3'299,"2"0"0,-3 4 231,-1 1 1,2 2-1,1 4 1,1 2-192,1 2 0,0 1 0,0 5 0,0 2-700,0 0 1,1 2-1,0 0 1,2-2-188,1 0 0,-2-6 548,2-4 0,0-2 0,3-1 0</inkml:trace>
  <inkml:trace contextRef="#ctx0" brushRef="#br0" timeOffset="130">58 46 8205,'-6'-10'235,"2"3"0,-4-1 0,2 1 861,2 0-1643,3 4 1,-2 0 0,6 3-1,2 2-871,2 0 1418,1 3 0,4-1 0,-2 2 0</inkml:trace>
  <inkml:trace contextRef="#ctx0" brushRef="#br0" timeOffset="448">186 14 7344,'-8'0'0,"-1"0"119,1 0 1,-1 0 0,0 2 0,2 1 516,-1 0 1,2 1-1,0 3 1,0 0-390,2 2 0,1-2 1,3 4-1,0 0-73,0 2 0,3 0 0,2 1 1,2 1-214,1 0 1,3-2 0,-2 0-1,0 0-9,1 2 1,-1-2 0,-2 1-1,0 0 211,-1 0 0,-3-1 0,0 0 0,0 0 20,-1 0 0,-4-1 0,-3-2 0,-3 0-21,0-1 1,-4-4 0,2 1 0,0-3-611,-1-1 1,3-2 0,-2 0-1044,0-2 0,5-2 0,2-2 1491,3-1 0,0-2 0,0-1 0</inkml:trace>
  <inkml:trace contextRef="#ctx0" brushRef="#br0" timeOffset="714">340 84 8067,'-6'0'0,"-1"2"0,1 1 0,-1 1 520,1 1 0,2 0 0,0 2 0,1 0 200,2 1 1,1 0-1,1 3-675,1 0 1,6 1 0,-2-1 0,1 0-1,0 0 35,0 1 1,-1-1 0,0-1-1,-2 0 144,-2 0 1,-1-1-1,-1 1 1,0 2-134,0 0 0,-4-2 0,-1-2 0,-3 0-245,0 1 1,-1-4 0,0 0-1,1-1-1506,1-3 1,1 0 811,-1-1 0,4-3 0,3-1 1,4-2 847,2-3 0,3-1 0,1-3 0</inkml:trace>
  <inkml:trace contextRef="#ctx0" brushRef="#br0" timeOffset="1015">404 187 8067,'-3'-4'1430,"-1"2"-1077,-2 1 1,2 1-1,1 1 1,-1 2 304,0 3 1,3 1 0,-1 3 0,1 1-415,1 1 1,0-2 0,1 4-1,1 1-316,2-2 1,2-2-1,1-2 1,1-2-298,0-1 0,3-2 0,-2-2 1,1-2 57,-1-2 0,0-3 0,-2-3 0,0-3 69,-1-1 1,-2-2-1,1 0 1,-2-1 354,-1 1 0,-1 0 0,1 2 1401,-1-1-1048,-1 6 1,0 7 0,0 8 0,1 4-256,1 0 1,-1 3 0,1 0 0,1 0-717,2 1 1,-2-2-1,1 0 1,1-2-593,-2-1 1,3-4 0,-2 1 1096,2-3 0,0-2 0,1-3 0</inkml:trace>
  <inkml:trace contextRef="#ctx0" brushRef="#br0" timeOffset="1281">597 251 8067,'4'0'1103,"0"0"0,0-2 0,3-1 0,-1-1-658,1-1 0,0 0 0,1-2 0,1 0-172,1-1 1,-2-2 0,2-3-1,-1 1 111,-3 1 0,-1-1 0,-2 1-95,-2-1 1,-4 5-1,-3 3 1,-2 2 10,-2 2 1,-1 2 0,-2 2 0,1 4 9,-1 4 0,0-1 0,1 1 0,0 3 85,2 0 0,2 0 0,0 2 0,2-1-520,2 0 0,3 1 0,-2 0 0,3-2-1001,3-2 0,3 0 0,5-3 0,1-2-952,1-3 0,2-2 0,0-3 2078,2 0 0,0-6 0,2-1 0</inkml:trace>
  <inkml:trace contextRef="#ctx0" brushRef="#br0" timeOffset="1396">744 309 8046,'-3'3'2465,"2"1"273,-3-2-2738,-1-1 0,5 1 0,0-2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4:57.135"/>
    </inkml:context>
    <inkml:brush xml:id="br0">
      <inkml:brushProperty name="width" value="0.06" units="cm"/>
      <inkml:brushProperty name="height" value="0.06" units="cm"/>
    </inkml:brush>
  </inkml:definitions>
  <inkml:trace contextRef="#ctx0" brushRef="#br0">313 17 7837,'0'-7'1988,"0"1"1,0 3-1,0 3-1606,0 4 0,3 2 0,-1 3 0,-1 1-314,0 2 0,0 4 0,0 1 0,1 2-959,0 0 0,0 1 1,1 1-1,-1 0-1438,1 0 2329,-3-1 0,6-4 0,-2 0 0</inkml:trace>
  <inkml:trace contextRef="#ctx0" brushRef="#br0" timeOffset="380">18 472 7837,'-6'0'1215,"0"0"0,2-1 1,3 0-1,3-1-396,4 0 1,3-1 0,5-1 0,1 0-631,2 0 0,2-1 0,1-1 0,0 0-672,2-1 0,-1 3 0,-3 0 0,0 1-1064,-1-1 0,-2 3 0,-1-1 1547,-3 1 0,-1 1 0,-4 0 0</inkml:trace>
  <inkml:trace contextRef="#ctx0" brushRef="#br0" timeOffset="528">192 485 7837,'-5'21'115,"1"-2"1,0-1 288,0 1 0,-1-2 0,3-1 0,1 1-385,0-1 1,0-3 0,0 1-1,-1-2-1072,0 0 1,2-2 1052,0 1 0,-3-2 0,-1-2 0</inkml:trace>
  <inkml:trace contextRef="#ctx0" brushRef="#br0" timeOffset="679">57 748 7837,'-6'0'1202,"1"1"0,1 0 958,-1 1-1923,2 0 1,3-2-1,5 0 1,3-3-344,3-1 1,1 1 0,3-1 0,0 0-803,2 1 1,0-1 0,1-3 907,0 1 0,3-3 0,-1-1 0</inkml:trace>
  <inkml:trace contextRef="#ctx0" brushRef="#br0" timeOffset="1046">313 543 7837,'-2'-7'2346,"0"4"-1697,-2 1 1,3 2-1,-2 2 1,3 3-2,3 2 0,-2 3 1,2 4-1,1 1-342,0 2 1,-2-1 0,1 2-1,1-1-171,-1 2 0,-1-2 1,0-1-1,-1 0-52,2-2 1,-3-3-608,2-2 1,-1-7 0,-1-4-217,0-6 1,2-4-1,0-3 1,1-2 261,-1-4 1,0-1-1,2-2 1,1 2 458,1 0 0,0 4 0,1 0 0,-1 1 394,0 3 1,3 3 0,0 4 0,-2 2-82,1 5 1,-4 6 0,0 5 0,0 4 182,0 2 1,2 2 0,-3 2 0,1 0-686,1 0 1,-3-1-1,1-2 1,1-1-1749,0-2 0,0-4 0,3-3-671,2-3 2627,-5-5 0,7-9 0,-4-5 0</inkml:trace>
  <inkml:trace contextRef="#ctx0" brushRef="#br0" timeOffset="1229">576 376 8242,'4'1'1395,"-2"1"1,0 5-823,0 3 1,-1 5-1,3 5 1,-1 3 78,1 4 0,-2 3 0,2 1 0,1 0-478,-2-2 1,2-3 0,-2 0-1,0-3-1123,0-6 0,1-2 0,-1-5-826,0-4 1775,-1-2 0,1-7 0,-3-1 0</inkml:trace>
  <inkml:trace contextRef="#ctx0" brushRef="#br0" timeOffset="1395">564 588 7837,'-3'-7'1261,"1"1"90,1-1 0,0 1 0,1-1-752,0 1 1,3 0 0,1 0-525,2 2 0,3-1 0,-1 2 0,1 0 1,0 0-25,2 2 1,-1 0 0,0 0 0,2 0-4826,0-1 4774,-2 0 0,2 2 0,-2 0 0</inkml:trace>
  <inkml:trace contextRef="#ctx0" brushRef="#br0" timeOffset="1679">743 543 8888,'5'2'691,"-1"0"0,-2 0 0,2-2 1,1-1-104,1-1 0,0-2 0,1-5 1,-1-2-311,1-3 0,-1-1 0,0-2 1,-1 0-181,-1 1 1,-3-1-1,1 4 1,-2-1 96,-2 2 1,-1 4-1,-4 2 1,-1 3 20,-1 2 0,-2 2 0,1 1 0,-1 3-32,1 3 1,3 3-1,0 3 1,1 2-108,1 3 1,2 2 0,-1 4-1,1-1-702,2-1 0,1-1 1,2 1-1,2-1-388,2-2 1,3-3 0,2-3 0,2-4-68,2-4 0,1-4 1,3-1-1,1-4 1080,2-6 0,-2-5 0,2-3 0</inkml:trace>
  <inkml:trace contextRef="#ctx0" brushRef="#br0" timeOffset="1995">993 446 7837,'-6'-4'244,"0"1"1,-2-1 578,0 0 0,1 3 1,-3-1-1,1 1-72,-1 1 1,0 3-1,0 2 1,0 3 84,2 3 0,1 1 0,2 3 0,0 0-756,0-1 1,4-1 0,0 0-1,3-1-555,4-1 0,1-2 0,3-3 0,1-2 133,1-2 1,-2-4 0,4-4 0,-2-3-692,0-1 0,-2 0 0,1-3 0,-2 0 498,1 0 1,-3 3 0,2 2 971,0 0 0,-4 5 0,1 2 0,-2 5 472,0 4 0,-3 7 0,2 4-362,0 1 1,-2 7 0,1-1 0,-1 1-1,-1 1 282,0 2 0,-1-4 1,-1 0-1,0-2-709,-2-1 0,0-4 0,-3-4 1,1-4-529,-1-2 1,1-5 0,-1-2 0,-2-3 36,-1-3 1,0-4-1,-1-7 1,0-2 370,-2-1 0,1-5 0,-1 1 0</inkml:trace>
  <inkml:trace contextRef="#ctx0" brushRef="#br0" timeOffset="2695">1205 568 7837,'0'-4'372,"0"0"6,0-1 424,0 2 1,1 0-1,0 4-385,1 1 0,1 4 1,-1 3-1,0 2 222,2 2 0,-2 1 0,2 3-469,-1 1 1,-1 0-1,0 2 1,0 0-52,-1-1 1,0 3 0,-1-4 0,0-1 0,0-1-13,0-4 0,-1-3 0,-1-4-125,-2-3 1,0-7 0,1-4 0,0-3 81,2-3 1,-1-1-1,1-4 1,-1 1 29,0-3 0,1 4 0,1-1 0,1 1-181,1-1 0,0-1 1,2 0-1,1 0-432,1 2 1,2 5 0,1 1-1,-1 2-585,2 2 0,-3 4 1,3 1-1,0 3-236,-2 0 0,-1 5 1340,2 1 0,-2 5 0,2-1 0</inkml:trace>
  <inkml:trace contextRef="#ctx0" brushRef="#br0" timeOffset="2844">1417 549 7942,'3'6'52,"-1"1"1,-1 0 385,-1 2 1,-1 1 0,0 3 0,-2 1 494,0 1 1,0 1-1,0-2 1,0 1-2188,2-1 0,-2-3-177,1-2 0,2-8 1431,2-3 0,3-9 0,-2-2 0</inkml:trace>
  <inkml:trace contextRef="#ctx0" brushRef="#br0" timeOffset="2960">1455 421 8095,'-4'-4'1704,"0"2"-2101,2 1 397,-1 1 0,3 0 0</inkml:trace>
  <inkml:trace contextRef="#ctx0" brushRef="#br0" timeOffset="3144">1571 350 8205,'-1'7'0,"0"-1"641,-2 0 0,-1-1 0,2 0 0,0 1-270,-1 2 0,2 3 0,-1 0 0,1 3 367,1 3 1,0 1-1,0 5 1,0 2-682,0 2 0,3-3 1,-1 1-1,0-3-1083,1-3 0,-3-3 1,3-4-1,-3-1-1447,0-2 2473,0-5 0,0-1 0,0-3 0</inkml:trace>
  <inkml:trace contextRef="#ctx0" brushRef="#br0" timeOffset="3311">1532 562 8193,'0'-7'980,"0"1"1,0 0-586,0-1 0,0 3 0,1 0 0,2 1 199,3-1 0,1 2 0,3-1 0,0 0-743,0 1 1,1 2 0,2 0 0,0 0-932,2 0 0,-1 0 1,1 0-1,-2 0 1080,0 0 0,0-3 0,0-1 0</inkml:trace>
  <inkml:trace contextRef="#ctx0" brushRef="#br0" timeOffset="3444">1737 466 8277,'0'6'1890,"1"-2"0,1-2-2427,3-2 0,1 0 0,2 0 0,0 0-335,0-2 0,1-2 872,0-2 0,5-4 0,0 0 0</inkml:trace>
  <inkml:trace contextRef="#ctx0" brushRef="#br0" timeOffset="3612">1923 344 8489,'-8'7'0,"-1"1"1221,1 3 1,-1 3-1,0 2 1,0 5-565,-1 3 0,2 2 0,1 7 0,1 3-262,0 3 1,0-4 0,2 0-1,2-5-758,1-5 0,1-5 0,0 0 1,1-3-1858,1-4 1,0-6 2219,4-3 0,2-5 0,5-3 0</inkml:trace>
  <inkml:trace contextRef="#ctx0" brushRef="#br0" timeOffset="3844">2071 344 9101,'-6'3'822,"2"1"1,-1 0 0,2 2 0,0 2 285,-2 1 1,0 3 0,0 5-1,0 6-645,0 6 0,0 4 0,0 8 0,2 1-545,0 3 1,-1-8 0,2-2 0,0-4 287,1-3 0,1-7 0,0-1-6167,0-5 5961,0-4 0,-2-4 0,-2-1 0</inkml:trace>
  <inkml:trace contextRef="#ctx0" brushRef="#br0" timeOffset="4745">2257 774 8067,'-6'2'270,"-1"0"1,4-1-1,0-2-70,0-1 1,2-5 0,-1-1 0,1-4 117,1-3 1,2-4-1,1-2 1,0-5-114,0-5 1,2-4-1,0-7 1,2 0-25,2-3 1,0 7 0,-1-1 0,2 5 27,0 7 0,0 10 1,-2 9-5,1 7 0,-1 7 1,-2 5-1,-1 4 50,-1 4 0,-2 2 0,2 5 0,0 2-18,-1 3 1,-1-1-1,2 0-486,-1-1 0,2 4 0,-2-5 0,1-2 0,-2-2-829,-1-5 1,1-3 0,0 0-125,-1-3 1,-1 0-1,-2-7 1202,-2-2 0,-2-3 0,0-1 0</inkml:trace>
  <inkml:trace contextRef="#ctx0" brushRef="#br0" timeOffset="4910">2270 658 7948,'0'-7'188,"0"-1"1,0 0 398,0 0 1,0 1 0,1 0-226,1 1 0,2-1 0,4 2 0,1 0-367,1 0 1,1 3 0,2-1-1,0 0-761,2 1 0,-1 1 0,3 0 0,-1-2-391,0-1 1,-1 2 1156,0-2 0,-2-1 0,0-1 0</inkml:trace>
  <inkml:trace contextRef="#ctx0" brushRef="#br0" timeOffset="5260">2514 459 7951,'-5'0'182,"1"0"230,-1 0 0,0 1 0,0 0 1,1 3 115,-1 2 1,2-1 0,1 6-1,1 1-146,1 2 1,0 1 0,0 2 0,1 1-346,1 0 1,1-1 0,4-3 0,0-2-262,2-1 0,-2-6 0,4-1 0,0-3-57,2-4 1,-1-4 0,-1-6 0,-1-3-54,-1-2 0,0-5 0,-3 1 0,1-2 431,-1 1 1,-2 2-1,0 1 1,-1 4 889,-2 6-879,0 2 1,-1 10 0,0 5 0,1 6 22,1 4 0,-1 2 0,4 2 0,0 0-508,0 0 0,2-2 0,-1-2 0,0-2-365,1-1 1,-1-6-1,1-3 1,-1-2 57,1-4 1,-3-2 0,-1-6 683,0-1 0,2-8 0,-1-2 0</inkml:trace>
  <inkml:trace contextRef="#ctx0" brushRef="#br0" timeOffset="5660">2751 280 8022,'4'-13'0,"0"0"339,-1 0 1,2 6 222,-1 3 1,-1 8 0,0 5 0,-1 3 5,3 3 0,-2 1 0,1 4 1,1 1-227,1 0 0,-2 1 1,1-2-1,0 1-196,0-1 1,3-2-1,-1 2 1,1-1-27,-1-1 0,-3-4 0,2-1 1,-1-2-379,-1-2 0,1-2-40,-3-3 1,-1-3-1,-3 2-19,-5-3 1,1-2-1,-3-1 1,2 0 122,1 1 1,-1-1-1,-1 3 1,-1-2 87,1 0 1,1 0 0,1 2 0,-1 1 199,1 1 0,0 1 0,1 4 0,1-1 9,-1 1 0,1 2 1,0 2-1,0 1 75,0 1 1,-1 0 0,3 1 0,1 1-47,0 0 0,1-2 0,0-1 0,1 0 164,1-2 1,1-2 0,4 0-324,-1-3 0,3-2 0,0-4 0,0-1 0,1-2-439,0-2 0,0-3 1,1-2-1,-2-2-308,1-2 0,-3 2 1,1-2-1,-1 1-227,0-1 0,0 1 0,0-1 1001,-1 2 0,5 0 0,-4 0 0</inkml:trace>
  <inkml:trace contextRef="#ctx0" brushRef="#br0" timeOffset="5978">2988 453 7951,'-6'6'183,"-3"-1"1,1-1 0,-1 1 425,0 0 1,2 0 0,-2 1 0,2 1 126,1 0 1,-1 3 0,2 1 0,0 1-359,3 1 0,1 0 0,1 0 1,0 0-214,0-1 0,3-1 1,2-1-1,0-1-191,2-1 0,1-3 1,1-1-1,1-1-478,2-2 1,-2-1-1,0-3 1,-1-3-39,-1-4 0,-1-5 0,-1-2 0,1-2 164,-1 0 1,-1-1-1,-2 0 1,0 0 312,-2 1 1,0 5 0,-1-1 542,0 4 1,-1 2-85,-1 5 1,2 7-1,-3 5 1,3 5-452,0 2 1,0 1-1,0 2 1,2 0-714,0-1 1,2 0 0,-1 0 0,1-2-227,1-2 0,0-2 996,-1 0 0,2-6 0,-3 0 0</inkml:trace>
  <inkml:trace contextRef="#ctx0" brushRef="#br0" timeOffset="6327">3084 459 9952,'1'7'1001,"1"2"0,0 2-702,2 4 0,-2 2 0,2 3 0,1 2-30,-2 1 0,1-4 0,-3 1 0,1-2 235,0-3 0,-2-4-527,0 2 1,0-8 0,0-4-399,0-6 1,0-6 0,1-5 0,1-4-31,0-2 1,3-1 0,-2-3 0,2 0-416,2 1 1,-2 0 0,5 1-1,0 1 933,0 3 0,2 3 0,1 7 1,1 4 29,-2 3 0,-4 8 0,1 4 1,-2 5 185,0 6 1,-3 0-1,-1 2 1,0 1 2,-1 0 1,-1-2 0,1 2 0,0-3-570,-1-1 1,2-6-1,-1-1-2407,0-2 2690,-2-5 0,3-5 0,1-3 0</inkml:trace>
  <inkml:trace contextRef="#ctx0" brushRef="#br0" timeOffset="6593">3405 389 7951,'-2'-5'318,"0"1"0,-1 3 0,2-2 370,-2 0 0,-2 2 1,1-1-306,-2 1 0,0 2 0,0 1 0,-1 3 224,1 0 1,2 5 0,-1 0-1,0 3-196,0 2 0,-1 0 0,1 4-145,1 0 1,2 3 0,0-1 0,1-1 0,2-1-439,1-1 0,2-6 0,3 0 0,1-2-952,3-5 0,1-1 0,1-5 0,0-1-4516,0-2 5640,0-5 0,-1-3 0,1-5 0</inkml:trace>
  <inkml:trace contextRef="#ctx0" brushRef="#br0" timeOffset="6726">3469 446 7951,'-3'10'601,"2"-5"1,-3 3-1,-1 1-154,2 0 0,-2 0 1,3 1-1,0 0-190,2 2 1,0-1 0,0 3 0,0-3-545,0 0 0,0-2 1,2-3 616,3-3-330,0-2 0,2-1 0,-1 0 0</inkml:trace>
  <inkml:trace contextRef="#ctx0" brushRef="#br0" timeOffset="6842">3488 434 7951,'-2'-5'76,"0"1"1,-1 0 0,2-1 0,-2 2 523,0 0 1,1 0-1412,0 1 0,2 1 811,2-1 0,2 4 0,2 2 0</inkml:trace>
  <inkml:trace contextRef="#ctx0" brushRef="#br0" timeOffset="7026">3553 369 6380,'-1'4'2371,"-1"-1"-1660,0 0 0,0 0 0,2 4 0,0 0-81,0 1 1,0 3 0,0 4 0,1 3-593,1 3 0,-1 0 1,3 3-1,0 1-520,-1-1 0,-1-2 1,0-2-1,1-1-496,-1-2 1,0-8 977,-2 0 0,0-4 0,0 2 0</inkml:trace>
  <inkml:trace contextRef="#ctx0" brushRef="#br0" timeOffset="7143">3533 568 7951,'0'-6'512,"0"-1"662,0 1 0,1 2 0,1-1 0,0 1-1203,2-2 1,0 2-1,3 0 1,0 1-1171,1 2 1,-1 0-1,2 1 1199,-2 0 0,2 0 0,1 0 0</inkml:trace>
  <inkml:trace contextRef="#ctx0" brushRef="#br0" timeOffset="7259">3623 555 7868,'0'-4'-715,"0"0"1,1 2 714,1 0 0,4 4 0,4 2 0</inkml:trace>
  <inkml:trace contextRef="#ctx0" brushRef="#br0" timeOffset="7460">3758 453 8537,'-4'2'1198,"0"1"0,1 0-630,2 2 1,-2 2-1,1 1 1,0 4 35,-1 5 0,1 1 0,-1 7 0,-1 3-563,1 3 0,-1-3 0,-1 4 1,2 0-779,0-1 0,1-3 0,2-2 0,0-2-3778,0-4 4515,0-5 0,5-3 0,2-2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5:27.821"/>
    </inkml:context>
    <inkml:brush xml:id="br0">
      <inkml:brushProperty name="width" value="0.06" units="cm"/>
      <inkml:brushProperty name="height" value="0.06" units="cm"/>
    </inkml:brush>
  </inkml:definitions>
  <inkml:trace contextRef="#ctx0" brushRef="#br0">1644 1100 7735,'0'10'35,"0"-3"0,0 0 0,0 1 266,0 1 0,0 1 0,0 0-133,0 0 1,0 5 0,0 4-1,0 2 1,1 6 32,2 2 1,3 5 0,3 10-1,-1 1-59,-1 2 0,0 2 0,3 5 0,0 3-61,1 3 0,-1 3 0,-1 10 1,-1 5-127,-1 1 1,-5-4 0,2 4 0,-3 6-45,-1 7 1,0-1 0,0-41 0,0 0 0,-1 47 99,-3-3 0,2-11 0,-4 16 1,4-47-1,0-1 95,0 1 1,1 0 0,-1 37 0,0-1 0,-2-1 46,2 0 1,1-4 0,1 8 0,1-10-51,3-10 1,-2-12 0,4 1 0,-2-1-85,-2-2 0,3-9 0,-2-2 0,1-2-324,0-7 1,-2-9-1,2-3-189,1-9 0,-3-3 1,4-11 493,-2-3 0,4-4 0,-2-5 0</inkml:trace>
  <inkml:trace contextRef="#ctx0" brushRef="#br0" timeOffset="1267">1747 4027 7816,'1'5'-1106,"1"0"792,1 0 514,1-4 1,-4 4 354,0-1 246,0-3 305,0 3-891,0-4 1,0 2 0,0 1-84,0 4 1,0 2 0,0 2 0,0 2-67,0 1 0,1 4 0,1 0 0,2 4 14,-2 2 0,3 3 1,-1-2-1,1 2-83,-1 1 1,3-2 0,-2 2 0,0 0-51,3 2 0,-2-3 1,0 0-1,-1-1 55,1 0 1,-2-2 0,1 1 0,0-1-33,-3-1 0,3-3 1,-2 6-1,1-4 10,0-2 0,-3-7 1,3 1 2,-3-2 0,0-3 12,2-2-149,-2-3 131,4-4 160,-5 0 1,0-1 429,0-2-266,0 1-155,0-2-191,0 4 267,0 0 1,-3 1-155,-1 2 1,-4-1 0,1 1-119,-2-2 1,-1-1 0,-1 0 0,-3 0-98,-3 0 0,-3-4 0,0-3-8,-1-2 1,-4-5 0,-1-1 0,0 0 0,2-1-215,2 0 1,5 3 0,2-3 0,3 1-372,2 2 1,7 2 0,1 1 128,4-1 0,4 6 611,4 1 0,5 3 0,1 1 0</inkml:trace>
  <inkml:trace contextRef="#ctx0" brushRef="#br0" timeOffset="1533">1911 4848 8091,'-10'4'1019,"-1"-1"0,6-1-637,1-5 0,3-3 0,1-5 1,0-4 30,0-5 0,2-3 0,4-8 0,5-7-319,4-7 0,6-3 0,4-7 0,2 2-680,5 2 1,-3 8-1,4 3 1,-1 4 585,-4 7 0,-1 2 0,-7 7 0</inkml:trace>
  <inkml:trace contextRef="#ctx0" brushRef="#br0" timeOffset="2367">52 216 7309,'-10'-1'279,"-1"-2"0,5 2 1,-1-3 505,-1 3 0,3-4 1,2-1-373,2-3 0,2-2 0,2 1 0,5 0 45,5-1 0,7 1 1,8 0-1,2-2-261,5-1 0,-1 1 1,6-1-1,3 0-394,3-1 0,-3 3 1,1-2-1,-5 4-410,-1 3 1,-9 3-1,-2 0 1,-5 2 217,-5 1 1,-7 1 388,-6 2 0,-3 3 0,-1 4 0</inkml:trace>
  <inkml:trace contextRef="#ctx0" brushRef="#br0" timeOffset="2598">319 62 7969,'-10'12'357,"-1"1"0,1 0 0,1 4 0,1 2 148,1 4 0,5 1 1,-2 6-1,3 4-94,1 5 1,0 1 0,0 7 0,0-1 271,0 1 0,0 1 0,1 4 1,2 0-479,0 3 1,1-11 0,-4 0-649,0-7 0,3-8 1,2-10-1,0-7-185,3-8 1,1-4-1,2-4 1,-1-5 627,0-4 0,0-5 0,1 2 0</inkml:trace>
  <inkml:trace contextRef="#ctx0" brushRef="#br0" timeOffset="2984">781 21 7810,'0'10'1303,"-1"1"0,-1-1-848,-2 0 1,-3 4-1,3 1 1,-1 1 397,1 2 0,-4 5 1,1 2-544,-2 1 1,-2 5-1,1 4 1,0 1-1,0 0-97,-1 1 1,1-3-1,0 1 1,-2 0-181,-1-2 0,5-7 0,-2 4 0,0-3 101,1-1 0,4-7 1,1-2-203,3-5 1,1-7 22,0-5 0,6 0 1,3-5-1,5 1 140,1-3 0,-1-2 0,3-2 0,2 1 54,0 0 0,3 0 0,-1-1 0,1 1-159,-3 0 0,0 0 0,0 0 0,-1 2-384,-1 2 1,-3 2 0,3-2 0,0 1-389,-1-1 1,0 3-1,-3-3 1,2 0-2258,1 0 1,-4 3 3038,2-4 0,2-4 0,0-5 0</inkml:trace>
  <inkml:trace contextRef="#ctx0" brushRef="#br0" timeOffset="3332">1367 1 7794,'-22'1'364,"-2"2"0,4 2 0,-2 3 0,-1-3 370,1 0 1,0 3 0,4-1 0,2 3-209,3 4 1,7 2 0,-3 4 0,4 2-190,6 2 0,4 2 0,6 5 0,3-1-159,3-3 1,2-1 0,2-4-1,0 1-106,-1 0 1,2-7 0,-1 3 0,1-2 112,-2-1 1,-6-3 0,2 0-1,-1 0 83,-2 1 1,-6-5 0,-4 3-1,-3 1-174,-3-2 0,-8 4 0,-6-1 0,-2 0-623,-2 0 0,0-1 0,-3 3 0,-4 0-523,-1 0 0,5-4 0,1 1 0,1-4-366,4-2 1,-2-5 1417,7 2 0,-1-3 0,4-1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5:35.702"/>
    </inkml:context>
    <inkml:brush xml:id="br0">
      <inkml:brushProperty name="width" value="0.06" units="cm"/>
      <inkml:brushProperty name="height" value="0.06" units="cm"/>
    </inkml:brush>
  </inkml:definitions>
  <inkml:trace contextRef="#ctx0" brushRef="#br0">8 0 9873,'-7'0'774,"7"0"1,8 0 0,13 2 0,6 1-152,7 3 1,7 0-1,12-2 1,10 3-299,12 1 0,19 2 0,-40-2 0,3 0-288,3-1 1,1 1 0,4 2 0,-1 1-1,-1-1 1,-1 0 0,-3-1 0,0 1 0,-3-1-1,0 0 36,-2 2 0,-2-1 0,31 2 0,-11 2 0,-19-6-1367,-17-5 0,-19-1 0,-2-2-3433,-1 0 4727,-7 0 0,-7 7 0,-9 2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5:36.685"/>
    </inkml:context>
    <inkml:brush xml:id="br0">
      <inkml:brushProperty name="width" value="0.06" units="cm"/>
      <inkml:brushProperty name="height" value="0.06" units="cm"/>
    </inkml:brush>
  </inkml:definitions>
  <inkml:trace contextRef="#ctx0" brushRef="#br0">144 338 7794,'-29'0'7,"3"1"1,4 3 513,0 1 0,10 0 1,-3-5 640,1 0 0,11 0-636,8 0 0,12-5 1,17-2-1,5-1-219,6-4 1,-1-2-1,12-1 1,2-1-257,2 1 0,-2-2 0,-2-2 0,1-1-319,-5 1 0,-6 2 1,4 2-1,-7 1-2089,-8 4 0,-12 3-244,-3 7 2601,-13 0 0,-7 13 0,-17 5 0</inkml:trace>
  <inkml:trace contextRef="#ctx0" brushRef="#br0" timeOffset="334">635 230 7794,'0'31'413,"2"1"0,1 2 0,2 4 0,1 1 0,-1 4 168,0 1 1,5 9-1,-5 3 1,0 6-215,2 4 0,-5 4 0,3 7 0,-3-2-864,-2-3 0,0-9 0,0-10 0,-2-4-319,-3-5 1,-9-8 0,-8-2-1,-2-6 265,-3-8 1,3-3 0,-3-2 0,-4 3 550,-3 2 0,-4-1 0,4 6 0,-2 3 73,2 1 1,9-6 0,4-4 0,4-5 2238,2-4-1351,6-6 0,4 1 0,10-10-194,6-6 1,4-9-1,5-4 1,8-2-311,6 1 0,0-2 1,7-8-1,1 0-122,3 0 1,-3 3 0,3 1 0,3 1-860,-1-1 0,1 2 1,-4 3-1,-1 4-692,-2 0 0,-7 3 0,2-5 0,-4 2-1885,-1 3 3101,-7 2 0,-2 2 0,-7 0 0</inkml:trace>
  <inkml:trace contextRef="#ctx0" brushRef="#br0" timeOffset="550">1065 507 7794,'0'15'818,"0"7"0,0 4 0,2 3 73,3 1 1,3 3 0,8 3 0,1 8-250,3 10 1,6 3 0,8 9 0,3-1-267,3 2 0,-4-15 1,4 3-1,1-4-698,-1-3 1,-8-7-1,-8-7 1,-2-7-3161,-3-6 2952,-2-11 0,-10-12 0,-7-11 1,-11-8-1681,-7-3 0,-6-3 2210,-7-9 0,0 4 0,1-6 0</inkml:trace>
  <inkml:trace contextRef="#ctx0" brushRef="#br0" timeOffset="784">1157 875 7794,'-15'-46'140,"5"0"0,1 2 0,0-1 79,1-1 1,5 3-1,-1-8 1,8 4 228,6 1 0,10 5 1,6 3-1,5 2 12,4 2 0,1 10 1,7-3-1,1 6-211,-1 8 0,-6 8 0,3 1 0,-3 9-49,-3 11 0,-8 8 1,-6 10-1,-4 5 122,-6 5 0,2 1 0,-9 8 1,-5-2 106,-6-2 0,-7-3 0,-6 9 0,-4-2-439,-4-4 1,-4-6 0,-1-6 0,-4-3-759,-1-5 0,0-8 1,-2-2-1,5-7-440,4-7 1,8-7-1,5-8 1,6-12-1183,2-11 2390,8-6 0,3-14 0,8-2 0</inkml:trace>
  <inkml:trace contextRef="#ctx0" brushRef="#br0" timeOffset="1150">2139 61 7794,'-30'-18'404,"-1"1"1,0 5 153,1 3 0,-3 4 0,1 5 0,-1 0-8,4 0 1,9 14 0,0 6-1,4 7 27,6 4 1,3 5-1,7 0 1,4 0-183,6 1 0,7 2 1,14 6-1,-1-3-195,1-1 0,1-10 0,2 1-79,2-3 0,5 9 0,-5-7 1,-4 1-1,-3 2-8,-3 2 0,-12-4 0,1 6 0,-3-1-243,-4 4 0,-2-2 0,-12 1 1,-5-3-453,-8-3 0,0-1 1,-7-4-1,-1-2-300,-2-1 0,4-11 1,1 2-1,2-2 409,3-3 1,2-7 0,3-1-1,4-9-2925,5-11 3398,3 1 0,-5-21 0,-1 4 0</inkml:trace>
  <inkml:trace contextRef="#ctx0" brushRef="#br0" timeOffset="1498">2508 583 8152,'0'16'876,"0"-1"0,0 0 0,2-1-333,3-4 0,-2-3 0,7-7 0,4-2 10,5-3 0,0-5 0,4-10 0,1-6-342,0-3 0,-3-9 1,2-1-1,1-2-89,0 0 1,-10 2 0,0-2-1,-6 5 79,-5 4 1,-1 8-1,-4 5 1,-3 6 94,-5 2 0,-10 8 0,-6-2 0,-3 5 100,-2 5 0,1 5 0,-1 9 1,0 5-55,1 5 1,4 0-1,4 12 1,3 3-87,5 6 0,9 6 1,2 9-1,6 5-268,8 5 1,9-2 0,6 7 0,3-5-711,1-3 0,1-24 0,0-7 0,-1-14-1011,1-15 1,0-16 0,-1-11 0,1-12 146,0-13 0,1-7 1,2-16 1585,2-4 0,7-10 0,-4-8 0</inkml:trace>
  <inkml:trace contextRef="#ctx0" brushRef="#br0" timeOffset="1681">3153 230 8794,'-16'12'1253,"1"4"0,-7 9 0,-2 1 1,-2 3-255,1 1 1,-1 8 0,-3 5-1,3 6-243,6 7 0,10 1 0,5 2 0,6 3-97,10-4 0,6-5 0,13-14 0,3-7-754,3-5 0,3-15 1,5-1-1,0-10-847,3-6 0,-10-10 0,7-12 0,-4-9-183,-6-10 1,0-4 0,-2-8 1124,-1 0 0,3-12 0,-10 7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7:27.535"/>
    </inkml:context>
    <inkml:brush xml:id="br0">
      <inkml:brushProperty name="width" value="0.06" units="cm"/>
      <inkml:brushProperty name="height" value="0.06" units="cm"/>
    </inkml:brush>
  </inkml:definitions>
  <inkml:trace contextRef="#ctx0" brushRef="#br0">29 294 9207,'-12'0'1836,"2"-1"0,4-1-1014,6-2 1,5-5 0,7 1 0,5-2-335,6-2 1,6-4-1,10-3 1,6-4-562,7-4 1,-1 1-1,8-2 1,-1 2-645,-3 5 1,-6 4 0,0 0-1,-6 3-1836,-4 4 2553,-14 6 0,2 4 0,-9 7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7:30.331"/>
    </inkml:context>
    <inkml:brush xml:id="br0">
      <inkml:brushProperty name="width" value="0.06" units="cm"/>
      <inkml:brushProperty name="height" value="0.06" units="cm"/>
    </inkml:brush>
  </inkml:definitions>
  <inkml:trace contextRef="#ctx0" brushRef="#br0">92 116 8194,'-7'-7'935,"-1"3"0,0 3 0,-2 2-371,3 3 1,0 8 0,5 7 0,-4 4-258,0 4 1,2 7 0,-2 8-1,1 4-539,2 4 0,1 3 0,-1 4 0,-1 0-416,2-4 0,0-5 0,2-10 0,0-6-287,0-10 0,2-8 0,0-8 935,2-6 0,5-5 0,-3-7 0</inkml:trace>
  <inkml:trace contextRef="#ctx0" brushRef="#br0" timeOffset="167">127 92 8926,'1'13'1859,"2"3"0,2 4-1538,1 6 1,-2 4-1,4 7 1,1 4-196,1 4 1,1 2 0,0 7 0,-2-4-1016,-2-3 0,-4-6 1,1-5-1,-3-7 889,-1-6 0,-5-7 0,-1 0 0</inkml:trace>
  <inkml:trace contextRef="#ctx0" brushRef="#br0" timeOffset="317">35 518 7771,'0'-11'0,"1"-1"481,3 1 0,-1 3 0,4 0 0,2-1-75,1-1 0,7-1 0,2-2 0,3-1-727,1-1 0,5-2 0,2 3 1,0-1-1081,1 0 1,-4 1 1400,3-1 0,-4 2 0,2-3 0</inkml:trace>
  <inkml:trace contextRef="#ctx0" brushRef="#br0" timeOffset="634">472 0 8501,'0'20'0,"0"-1"401,0 1 0,2-1 1,0 3-1,3 2-44,2 1 1,0-1 0,5-1 0,1 0 220,2 0 1,-2-4 0,1-1 0,-4-2-499,-2-6 0,-5 0-282,5-6 1,-7 0 0,-1-4-1,-7 0-276,-7 0 0,0 0 1,-6 0-1,-1 0 199,-5 0 0,6 5 0,-3 2 0,1 5 443,0 3 0,4-1 1,4 6-1,4 0 295,2 2 1,6 1 0,-2 0 0,4-1-69,4-3 0,6 1 0,7-4 1,0-2-547,4-2 0,1-5 0,-1-3 0,0-4-279,-2-4 1,0-4 0,4-7 0,0-6-1195,0-4 1,-4-6 1627,1-7 0,-6-3 0,2-5 0</inkml:trace>
  <inkml:trace contextRef="#ctx0" brushRef="#br0" timeOffset="968">714 12 7825,'0'11'517,"0"1"1,0 1 119,0 2 1,0-1-1,1 5 1,3 3-152,4 4 1,-2-2 0,2 3-1,2-3 52,4-1 1,-1 1 0,2 1 0,-2-2-331,-2-5 1,-3-4 0,-1-3-904,-2 1 248,-1-6 1,-10-1 0,-3-5 0,-3 0 139,-4 0 1,-4 1 0,2 2 0,-1 2 194,0 2 1,5 0-1,-2 5 1,3 1 330,2 2 0,3-2 0,2 3 0,1 1 246,2 2 0,3-2 1,4-2-1,4-2-386,2-2 0,5 1 0,2-2-450,1-2 1,0-3-1,2-5 1,-2-1-1,0-5-646,0-5 1,-3-3-1,3-8 1,-1-3 623,-3-4 0,-1 3 0,-2-4 0,1 1-328,-1-1 1,-3 5 720,-1-2 0,1 3 0,4 1 0</inkml:trace>
  <inkml:trace contextRef="#ctx0" brushRef="#br0" timeOffset="1217">944 219 8044,'8'1'1110,"-2"3"-575,-1 4 1,-1 2-1,-4 3 1,1 1 183,3 1 0,-2 7 0,1 0 0,0 5-425,1 2 1,-3-2-1,3 2 1,-3 1-159,-1-1 1,0-6-1,0 1 1,0-2 419,0-5-578,0-3 0,0-10 1,0-8-115,0-10 0,0-8 1,0-5-1,0-3-11,0-4 1,1 0 0,2-1 0,2 1-94,1-1 0,-2 6 1,4 2-1,1 1-397,1-1 1,2 8-1,-2 0 1,-1 6-971,-1 6 1,-1 2 0,5 7 1606,-1 6 0,1 5 0,-1 10 0</inkml:trace>
  <inkml:trace contextRef="#ctx0" brushRef="#br0" timeOffset="1501">1232 426 7999,'11'0'0,"1"0"237,-1 0 0,1 0 1,-1 0-1,1-1 334,-1-3 0,1 2 0,-2-7 1,0-3-229,2-2 0,-7-6 0,5 0 1,-3 0-117,-5 1 0,-1-3 0,-1 4 1,-1-1-116,-3 0 1,-3 5 0,-7 0 0,-3 5-10,-1 5 1,-1 3-1,-3 2 1,2 3 140,0 3 0,5 9 1,-3 3-1,2 4 5,2 4 1,5-2 0,1 6 0,0 1 146,2 1 0,1 2 1,5-1-1,1 1-549,3-1 1,4-3-1,6-4 1,2-4-831,2-5 0,1-12 0,4 2 1,2-8-196,1-8 0,-1-6 0,2-11 0,-3-5-1235,-1-3 2413,5 1 0,-4-13 0,5 4 0</inkml:trace>
  <inkml:trace contextRef="#ctx0" brushRef="#br0" timeOffset="1733">1589 185 7813,'-12'0'443,"1"0"1,-1 0 470,1 0 0,-1 1 1,1 1-275,-1 2 0,4 5 0,2 0 0,1 4-90,2 2 1,2 6 0,1-2 0,1 3-312,3 1 1,6 0-1,6-2 1,-2 0-53,-1-2 1,2 0-1,0 3 1,-1-2-345,-1 0 1,-5-1 0,-2 3 0,-1-2-257,-2-1 0,-2-3 0,-2 1 1,-3 1-306,-4 0 0,-3-4 0,-3 0 0,-2-3-303,2-4 0,-2-4 1,0 1-1,2-4 1021,2-4 0,0-3 0,1-4 0</inkml:trace>
  <inkml:trace contextRef="#ctx0" brushRef="#br0" timeOffset="1984">1796 173 8209,'-12'1'722,"1"3"0,-1-1 0,2 4 0,1 2-205,1 2 1,6 0-1,-2 1 1,3-1-232,1 1 1,5 3 0,2 2 0,5 0-70,3 4 1,-1 1 0,4-1 0,0 0-121,0-2 0,-4 0 0,2 4 0,-4 0-170,0 0 1,-2 0 0,-2-1-1,-4 0-304,-3 1 0,-2-3 0,-3 6 0,-5-4-12,-5-3 1,-4-5 0,-5 1 0,0-3 388,0-5 0,-5 4 0,-2-5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7:28.733"/>
    </inkml:context>
    <inkml:brush xml:id="br0">
      <inkml:brushProperty name="width" value="0.06" units="cm"/>
      <inkml:brushProperty name="height" value="0.06" units="cm"/>
    </inkml:brush>
  </inkml:definitions>
  <inkml:trace contextRef="#ctx0" brushRef="#br0">46 86 8137,'-11'-6'617,"-1"-5"0,2 11 0,2 0 0,5 7-180,1 3 1,2 10 0,0 6 0,0 6-215,0 8 0,2 6 1,0 6-1,2 8-630,-2 7 1,4-3 0,-3 6-1,0-2-280,-2-6 1,1-17 0,0-12-1,2-10-714,-1-7 1401,-2-9 0,4-1 0,1-6 0</inkml:trace>
  <inkml:trace contextRef="#ctx0" brushRef="#br0" timeOffset="399">69 109 7814,'0'-6'1426,"0"9"1,0 9-957,0 1 1,0 6-1,2 4 1,1 8-203,5 6 1,2 1 0,2 7 0,1 3-143,2 4 0,-2-6 0,2 0 0,-2-4-160,-2-6 1,-3-8 0,0-4 3,1-7 1,0-8-1,0-13-228,-2-4 1,-4-8-1,1-6 1,-2-6-183,2-6 1,-3-4-1,3-11 1,-1-2 167,1-1 0,-2 2 0,6-2 1,-1 0 255,0 4 0,3 2 0,-2 6 1,2 8 215,2 8 1,-1 10 0,1 4 34,-1 8 1,-3 10 0,-2 10 0,1 6 0,-2 4 251,0 4 1,0 3-1,-3 2 1,2 4-193,-1 4 1,-1-6 0,1 6-591,1-4 1,3 1 0,-1-4 0,0-2-917,3-4 1,1-4 0,3-6 0,2-3 1210,4-3 0,-2-9 0,0-2 0</inkml:trace>
  <inkml:trace contextRef="#ctx0" brushRef="#br0" timeOffset="733">702 155 7814,'-16'0'475,"2"5"1,-4 3-1,0 3 283,0 5 0,4 2 0,-1 6 1,2 4-99,1 7 1,5 4-1,0 7 1,2 0-266,2 0 1,3-5 0,6-4 0,4-5-472,4-5 0,3-13 0,-2-6 1,4-6-284,3-2 1,1-7-1,0-7 1,0-11-181,0-7 0,0-1 0,-1-9 0,-2-1 106,-1-2 1,-9-1 0,2 1-1,-3 4 348,-3 7 0,3 0 0,-6 9 767,-4 3 1,-1 9 0,-5 12 0,-2 7-166,-2 10 0,1 5 0,1 6 1,3 5-508,1 5 0,1 0 0,4 4 1,0 0-70,0 0 1,1-4 0,3 0-794,4-5 1,2-5-1,3-8 1,2-5-1,3-5-1555,0-5 1,2-9 2406,-4-6 0,4-6 0,-2-6 0</inkml:trace>
  <inkml:trace contextRef="#ctx0" brushRef="#br0" timeOffset="915">1117 155 7814,'-18'0'566,"0"1"0,4 3 0,-3 5 368,-1 5 0,3 4 1,-3 6-1,1 5-569,3 5 1,3 3-1,3 8 1,4 4 425,3 2 1,7-7 0,7 0 0,9-6-686,7-4 0,5-11 0,0-3 0,2-6-770,2-8 1,-1-4 0,4-6 0,0-5-3619,0-5 4282,-9 1 0,12-14 0,-9 3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7:43.232"/>
    </inkml:context>
    <inkml:brush xml:id="br0">
      <inkml:brushProperty name="width" value="0.06" units="cm"/>
      <inkml:brushProperty name="height" value="0.06" units="cm"/>
    </inkml:brush>
  </inkml:definitions>
  <inkml:trace contextRef="#ctx0" brushRef="#br0">251 31 7805,'-4'-7'332,"-1"1"0,1 0 318,-1 0 0,0 4-347,2-2 0,2 6 0,-3 4 190,3 8 0,6 12 0,2 7 0,2 7-68,2 7 1,-1-3 0,0 8 0,2-2-308,2-3 0,-5-9 0,3 1 0,-2-6-206,-1-10 1,-6-5-86,1-8 1,-4-8 0,-4-3 0,-4-3-400,-5-4 1,-3-1 0,-6 2 0,-1 4 284,-2 2 0,-4 1 0,2 0 0,-1 0 327,1 0 1,3 6-1,0 3 1,3 4 59,4-1 1,1 4 0,7-1 0,2 0 417,4 0 0,3 2 1,3-3-1,5 0-193,5 1 0,3-2 0,5 2 0,0-2-379,0-4 0,1-4 0,1 1-256,2-2 0,-1-1 1,-2-7-1,0-4 1,2-5-167,-1-4 1,-5-3-1,5-1 1,-6-1-1072,-2-2 0,-1 2 1547,-3-3 0,-1-2 0,0 1 0</inkml:trace>
  <inkml:trace contextRef="#ctx0" brushRef="#br0" timeOffset="315">449 344 7805,'0'11'106,"-3"-1"0,-2 2 0,-1 2 528,-2 3 0,4 1 0,-1 1 0,1 4 29,1-1 0,-1 3 0,6 0 1,0-2-455,1-1 0,7-2 0,-1-3 1,5-2-301,2 0 1,-2-7 0,4 2 0,-1-4-198,-1-4 0,4-7 0,-4-5 0,2-8-168,-1-5 0,-4-5 0,1-6 0,-2-2 38,-2-1 0,-3 4 1,-1-1-1,-2 5 1242,-1 4 0,-2 5-548,-1 2 0,0 9 0,0 9 0,-1 8 460,-3 8 1,3 4 0,-2 10 0,1 2-595,2-3 0,0 2 0,2-4 0,1-1-554,4-1 1,-1-4 0,1-4-1,1-3-1148,1-2 0,2-6 0,-2-4 0,-1-4 1560,-1-5 0,-1-4 0,1-3 0,2-2 0,-3-5 0</inkml:trace>
  <inkml:trace contextRef="#ctx0" brushRef="#br0" timeOffset="631">794 355 7805,'2'-7'447,"1"0"0,-2 6 0,3 1 0,-3 6-200,-1 3 0,0 2 0,1 2 0,1 2 147,2 2 1,-1 1 0,-2 5 0,2 2 190,0-2 0,1 0 1,-4 1-1,0 1-338,0 2 0,0-3 0,0 2 1,0-2-226,0-1 0,0-6 1,-1 2-1,-2-2-103,0-4 0,-2-6 0,3-5-266,-2-4 1,1-9 0,3-8 0,0-4 232,0-5 0,0-3 1,1-3-1,3-1 65,2 2 0,0 2 0,1 2 0,1-1 110,2 1 1,4 4-1,0-1 1,-2 3-274,0 3 0,2 5 1,0-1-1,0 1-714,1 2 0,-7 5 1,3 2-1,-2 1-336,0 3 1,2 2 1261,-1 3 0,-4 3 0,-1 9 0,-5 2 0</inkml:trace>
  <inkml:trace contextRef="#ctx0" brushRef="#br0" timeOffset="762">1045 438 7805,'0'18'179,"0"-2"0,0 2 455,0 1 0,-3-2 0,-1 5 0,2-1-403,1-3 0,1-3 0,0 2 0,0-2-2029,0-3 1798,0 0 0,0-15 0,0-4 0</inkml:trace>
  <inkml:trace contextRef="#ctx0" brushRef="#br0" timeOffset="914">1087 261 7805,'-6'0'2697,"1"0"-1658,1 0-2280,3 0 0,-4 1-1754,5 2 2995,0-2 0,5 9 0,1-4 0</inkml:trace>
  <inkml:trace contextRef="#ctx0" brushRef="#br0" timeOffset="1245">1171 313 7293,'5'10'-309,"-4"-3"1,2 0-1,0 2 1023,0 0 0,-2 2 0,3 2 0,-3 2-120,-1 2 1,0 0 0,0 4 0,0 0-325,0 0 0,0 1 1,0 1-1,0 3-97,0 0 1,0-2 0,0-1 0,0-5-190,0-4-174,0-2 1,0-8-1,0-8 1,1-9 11,3-5 1,-2-4 0,4-3 0,-1-3-91,1-2 0,-2 0 0,2 2 0,-1 2 281,1 1 0,0 6 0,2-1 1,-2 4 668,-1 3 0,3 3-326,-1 3 1,1 12-1,-1 9 1,-4 5-283,-2 6 1,-1 1 0,2 5-1,0-2-710,1-1 0,2-5 1,-1 0-1,3-4-264,2-5 0,1-4 0,2-3 0,1-3 274,1-3 0,4-11 0,0-4 626,1-4 0,2-8 0,0 0 0</inkml:trace>
  <inkml:trace contextRef="#ctx0" brushRef="#br0" timeOffset="1547">1537 313 7801,'-1'-10'464,"-3"-1"0,-3 2 0,-2 2 1,-3 3 718,-1 3 0,1 3 0,-2 4 1,2 6-661,2 3 1,1 2 0,0 4 0,4 0-321,0 0 1,1 0-1,4 0 1,0-1-366,0-3 0,5 2 0,3-5 0,4-3-442,2-3 1,4-3-1,0-5 1,0-1-225,0-3 1,2-1 0,-4-6 0,0 0 683,-2-3 1,-1-3 0,0-2 0,1 0 149,-2 2 0,-3 7 0,-2 1 340,1 3 0,0 4 1,-1 5-1,-4 7 477,-2 6 0,-1 3 0,0 8 0,0 2-279,0 2 1,-1 0 0,-2 0 0,-4 2-319,-2 2 1,-2-3 0,1 2-1,-2-4-356,-2-2 1,1-8-1,-4 0 1,-2-4-779,-1-3 0,0-6 0,-1-5 1,0-4-610,0-5 0,-1-7 1517,-3-4 0,3-6 0,-3-3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7:40.763"/>
    </inkml:context>
    <inkml:brush xml:id="br0">
      <inkml:brushProperty name="width" value="0.06" units="cm"/>
      <inkml:brushProperty name="height" value="0.06" units="cm"/>
    </inkml:brush>
  </inkml:definitions>
  <inkml:trace contextRef="#ctx0" brushRef="#br0">240 126 7837,'0'-7'58,"0"0"1,0-1 179,0-1 1,0 2-1,-1 0 1,-3 0 195,-3 1 0,-2-2 0,-2 4 0,-2 2 77,-1 1 0,-5 2 0,2 2 0,-3 5-106,-1 5 0,4 5 1,-1 6-1,1 5-42,1 5 0,0-4 0,7 4 0,2 2-110,4 3 0,3-3 1,3 4-1,5-5-674,5-5 0,1-8 1,6 0-1,2-2-808,0-5 1,1-7 0,0-6 337,2-4 1,6-8 0,-2-9-1,-1-3 1,-1-5 890,-4-3 0,-5 1 0,6-12 0,-2 4 0</inkml:trace>
  <inkml:trace contextRef="#ctx0" brushRef="#br0" timeOffset="332">387 11 7837,'-5'-6'637,"4"1"0,-4 7 0,5 1 0,0 5-259,0 5 0,0 3 1,1 6-1,2 3-66,0 3 0,5 6 1,-2 5-1,1 2-97,0 0 0,-1-2 0,2-2 0,-2-1-149,-2-2 0,1-5 1,-3-4-1,2-3-375,-2-5 0,0-9-95,2-5 0,-3-7 0,4-6 0,-2-5 91,1-5 0,0-3 0,-1-8 0,1-2 75,2-2 1,-2 4 0,3 0 0,0 4 237,-2 1 1,4 9 0,-5 1 334,2 6 0,-3 7 0,3 7-246,-1 7 0,-2 4 0,-1 7 0,0 3 0,3 2-359,0 4 0,-1-3 0,3-2 0,1 0 70,1-3 0,2-2 0,-1-4 0,1-4 200,-1-5 0,5 2 0,1-5 0</inkml:trace>
  <inkml:trace contextRef="#ctx0" brushRef="#br0" timeOffset="633">763 220 7837,'0'-10'-362,"-1"3"1,-1 0 0,-3 0 1123,-1 1 0,-1 1 0,-3 6 1,-1 3 71,1 3 1,-1 7 0,1 3 0,-1 3-353,1 1 0,1 1 0,2 1 0,3 2-300,3-2 1,1-5-1,0-1 1,1-1-216,3 0 1,3-6-1,5-1 1,4-3-463,0-4 0,-2-2 0,2-5 1,0-5 4,1-6 0,-4-5 0,3-3 0,-2-1 390,-2-2 0,-6 0 0,3 0 0,-2 2 251,-1 3 1,-3 9-1,0 3 311,-2 1 1,-1 9 0,0 4-425,0 8 0,0 8 1,0 4-1,0 0 1,0 1-653,0-1 0,1 1 0,2-5 0,1 0-664,2-2 1,1-4 0,4-7 224,-1-4 1053,-4-2 0,8-5 0,-3-2 0</inkml:trace>
  <inkml:trace contextRef="#ctx0" brushRef="#br0" timeOffset="984">972 199 7837,'0'-10'0,"0"3"1470,0 0 1,0 6-786,0 1 0,0 5 0,0 8 1,0 3-363,0 4 1,4-1 0,-1 5-1,1-1-234,0 2 0,-2-2 0,2 4 0,0-2-12,-1-1 0,1-6 0,-4-2 0,1 0-268,2-4 1,-2-4 40,3-1 0,-3-7 0,-1-2 1,0-9-209,0-8 0,4-1 0,-1-8 0,-1-1-33,0-1 0,2-1 1,2 0-1,1 4 277,0 2 0,-1 3 0,2 2 0,-1 3 474,1 3 0,1 6 0,2 2-77,-1 1 1,0 10 0,-2 7-1,-3 4-119,0 6 0,2 0 1,-2 5-1,-1-1-362,1 1 0,0-4 1,-3 2-1,1-3-643,0-1 1,1-1 0,1-3 28,1-3 1,-3-4-1,4-1 1,2-4 811,0 0 0,1-11 0,1-5 0</inkml:trace>
  <inkml:trace contextRef="#ctx0" brushRef="#br0" timeOffset="1352">1317 157 7754,'0'-10'-410,"0"3"1279,0 0 1,-1 5 0,-2-2 0,-4 3 162,-3 1 1,0 6 0,1 3 0,1 5-658,1 2 1,3 2 0,-2 1-1,2 0-265,1-2 1,2 0 0,1 0 0,0-2-271,0 0 0,5-3 1,2 1-1,2-4-593,2-2 1,-1-5 0,0 2 0,2-4 125,2-4 0,-1-3 1,3-7-1,-1-3 358,-2-3 0,-1 3 0,-2-1 0,1 1 393,-1 1 0,0 2 0,1 7 450,-1 3 1,-4 9 0,-1 5 0,-2 8 162,1 5 1,-1 4 0,-3 4 0,0 2-123,0 2 0,-1-3 1,-1 3-1,-3-2-262,-1-2 0,-1-1 0,-3-3 0,-2-5-323,-2-3 1,2-7 0,-5 2 0,2-3-737,2-4 1,-2-3 0,1-5 0,2-2 268,0-4 1,1-3 0,1 0 0,1-2-1939,2-2 0,2 2 0,5-6 2375,0 0 0,0 2 0,0 1 0</inkml:trace>
  <inkml:trace contextRef="#ctx0" brushRef="#br0" timeOffset="1617">1631 450 7837,'11'-3'435,"-1"-1"0,1 0 0,-1 0 0,2-3 463,2-2 0,-3-3 0,3-1 0,-2-2-490,-2-1 0,0-1 1,-4-4-1,-2-1-322,-3-3 1,-1 5 0,-1-2 0,-3 1-12,-2 3 1,-5 4-1,-3 1 1,-3 5 88,-3 4 1,-1 3-1,0 4 1,0 4-85,0 7 0,4 4 1,-1 4-1,1 3 270,1 3 1,4 2-1,6 1 1,2 2-61,1 1 0,2-1 0,3 2 0,5-3-322,7 0 1,5-8 0,3-2 0,2-3-782,4-7 1,3-6 0,0-7 0,1-3-5050,3-7 5862,3-4 0,-1-10 0,-1-2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7:39.346"/>
    </inkml:context>
    <inkml:brush xml:id="br0">
      <inkml:brushProperty name="width" value="0.06" units="cm"/>
      <inkml:brushProperty name="height" value="0.06" units="cm"/>
    </inkml:brush>
  </inkml:definitions>
  <inkml:trace contextRef="#ctx0" brushRef="#br0">250 74 7763,'0'-11'0,"-2"2"175,-1 2 0,1-2 0,-5 3 1,0-1 354,1 0 1,-5 1-1,2-1 1,-5 4-71,-2 2 0,2 1 1,-3 0-1,-2 1-17,-1 2 0,3 7 0,0 5 0,1 2-155,0 5 1,7 2 0,-1 6-1,3 2-390,2 1 0,2 1 0,1-1 0,4 3-505,5 1 1,7-6 0,4-1-1,1-3-344,2-4 0,5-6 0,2-4 0,3-4 951,4-2 0,-2-9 0,3 1 0</inkml:trace>
  <inkml:trace contextRef="#ctx0" brushRef="#br0" timeOffset="318">438 95 7776,'-20'10'434,"5"1"1,-7-1 0,1 2 563,2 2 0,4 2 0,0 5 0,2 1-189,4 2 1,2-1-1,0 1 1,5-2-574,4-1 1,4-4 0,6 0 0,2-2-399,3-2 1,3-3-1,1-3 1,0-4-581,0-1 1,1-7 0,0-3 0,0-5 124,-2-4 0,-5-8 0,1-3 1,-1-3 500,-2-4 0,-5 5 1,-2-3-1,-2 2 118,-1 2 0,-2 6 1,-1 2 303,0 6 1,-5 9 0,-1 7 0,-1 8 638,0 8 0,5 3 0,-1 4 0,1 1-1309,2 2 1,0-3 0,0 2 0,0-3 85,0-3 1,5-5 0,2 0-1,2-2-695,2-4 0,-1-5 0,1-1 0,0-2-2115,3-1 3088,-7-4 0,12-7 0,-7-5 0</inkml:trace>
  <inkml:trace contextRef="#ctx0" brushRef="#br0" timeOffset="641">668 95 7674,'6'-5'478,"2"5"333,-5 0 1,1 5 0,-4 5 0,0 2-171,0 2 1,0 2 0,1 5-1,1 1-358,2 3 1,-1-2 0,-3 4 0,2-1-126,1 1 1,-2-4 0,4 0-1,-2-3-178,1-2 0,0-6-327,0 2 1,-2-8 0,4-7-1,-1-8 42,-3-8 1,3-3 0,-2-5-1,1-4 65,0-5 0,-1 2 1,2-3-1,1 2 133,0 2 1,-2 4-1,3 3 1,1 3 249,1 4 0,1 3 0,1 7 0,-1 4 212,1 6 0,-1 5 0,1 9 1,-1 8-110,1 4 0,-1 2 0,1 0 0,-1 1-625,0-1 1,-3 1-1,0-3 1,0-4-716,-1-4 1,2-7 0,-4 0 1093,-2-2 0,4-7 0,0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27:45.626"/>
    </inkml:context>
    <inkml:brush xml:id="br0">
      <inkml:brushProperty name="width" value="0.06" units="cm"/>
      <inkml:brushProperty name="height" value="0.06" units="cm"/>
    </inkml:brush>
  </inkml:definitions>
  <inkml:trace contextRef="#ctx0" brushRef="#br0">292 146 7737,'0'-16'250,"0"5"1,0-4-1,0 1 19,0 0 1,-3 0-1,-2 2 1,-2 0 71,-5-2 0,1 3 0,-6 5 0,1 2-9,0 1 0,-2 4 1,-1 6-1,0 9 136,2 6 1,4 7-1,-1 8 1,2 6-126,2 3 0,4 1 0,3 2 0,1-2-282,2-4 1,0-3 0,2-3-1,1-4-830,4-4 0,0-11 0,1 0 1,1-7-98,0-4 1,-2-3-1235,0-8 0,-3-3 2100,-4-7 0,-4-7 0,-2-5 0</inkml:trace>
  <inkml:trace contextRef="#ctx0" brushRef="#br0" timeOffset="369">31 376 7737,'-5'-6'0,"3"-2"0,-5 3 2282,-1-1-1831,3 4 0,1-3 0,8 5 0,4 0-519,5 0 0,3 0 0,5 0 0,1 0-420,2 0 0,0 0 0,2 0 0,1-1 173,0-2 1,1 0 0,2-4 0,-1-1-240,-1-1 0,-8-2 0,1 1 0,-3 0 554,-2-1 0,-5 1 235,-8-1 0,-3 7 0,-4 5 0,-6 8 438,-2 7 0,-2 5 1,3 4-1,1 2-50,-1 4 0,2-5 0,2-1 1,4-3-169,1-1 1,2 0 0,3-2-434,4-1 1,1-8 0,9-5 0,1-1 0,-1-2-209,1-3 0,-1-5 1,3-8-1,-3-5-43,-3-4 0,-2 0 0,-3-4 0,-2 0 14,-3 1 1,-3 2 0,-1 0 0,-1 2 34,-3 1 1,-2 7 0,-4 2-87,-1 3 1,-3-1-1,0 5 1,2 0-2252,0 1 1523,2 0 994,4 4 0,6 0 0,6 0 0</inkml:trace>
  <inkml:trace contextRef="#ctx0" brushRef="#br0" timeOffset="1050">585 198 7737,'15'5'129,"-3"-3"0,0 5 1,-2 0 198,-3-1 1,-5 3 0,2-1-1,-2 4 194,1 2 1,-2 1 0,3-1-1,-3 3-4,-1 3 0,0 1 1,0 0-1,0 0-373,0 0 0,0-1 0,0 1 0,-1 0-282,-3 0 0,2-3 1,-4-2-1,1 0-196,-1 0 0,-1-4 166,-4-1 0,4-7 0,2-8 76,0-7 1,1-1-1,4-6 1,0-4 78,0-5 0,2-1 0,0-1 0,3-1 168,0 1 1,2 2 0,4-2 0,-1 0-311,1 3 1,0 3 0,2 3-22,1 3 0,3-2 1,-1 5-1,0 3 1,1 2-805,0 2 1,1 3-1,-3-2 1,0 2 978,0 1 0,4-1 0,-3 0 0,1 2 0,-2 1 0,-5 1 0,1 0 0,-1 0 0,-4 4 0,-3 3 1,-1 3 1,-2 0 0,0 2-1,-2 2 1,0 3 854,-1 3 1,-2 2 0,3 1 0,-2 3-276,2 0 1,-1-1-1,1 2 1,-1-1-329,0 1 0,2-4 0,1 0 0,1-3-121,3-2 1,-2-6 0,5 1 0,1-5-284,2-4 0,-3-4 0,-1-4 0,3-4-64,0-5 0,1-4 1,0-6-1,-2-3 5,-1-1 1,-1 1 0,2-3 0,-2 2 160,-2 1 1,1 5 0,-3 5 0,2 1 618,-2 2-283,-1 6 0,-1 12 0,0 9 0,0 6-171,0 4 1,4-1-1,0 4 1,1-1-33,0-3 1,3 0-1,-1-1 1,2 0 14,1-2 0,1-6 1,-1 0-1,1-2-141,-1-2 1,-3-4-1,0-3 1,1-3-46,2-3 0,0-8 0,-1-6 0,0-4-71,-2-3 1,-2 0-1,3-4 1,-1-1-184,2-1 1,0-1 0,0-1 0,-1 1-503,-1 0 1,0 4 0,3 4-1,-2 3 210,-1 3 0,0 7 1,3 1-1,1 3 633,-1 4 0,0 5 0,1 3 0</inkml:trace>
  <inkml:trace contextRef="#ctx0" brushRef="#br0" timeOffset="1354">1411 208 7737,'-9'7'604,"2"0"0,-2 0 0,2 4 0,-3-1 24,0 1 0,3-1 1,0 1-1,-1-1-163,-1 0 1,-2 2-1,2 1 1,2 1-311,3-1 0,3-2 0,1 0 0,0-1-96,0 1 1,5-1 0,2-1-1,2-2-315,2-3 1,-1-3 0,0-1 0,2 0-166,2 0 1,-2-8-1,2-4 1,-3-3 249,0-3 0,-4-2 0,0-1 1,1 0 438,1 0 0,-2 5 0,-1 2 0,-2 2 318,-1 2 0,-1-1-171,2 1 0,-3 5 0,2 5 0,-2 6-433,-1 3 1,0 6 0,0 3-1,0 0-882,0 0 1,0 2 0,0-4-1,2 1-489,1 1 0,-2-8 1,4 3-603,0 0 1991,-4-5 0,13 1 0,-3-3 0</inkml:trace>
  <inkml:trace contextRef="#ctx0" brushRef="#br0" timeOffset="2117">1599 229 7737,'6'0'1413,"-1"1"0,-5 3-794,0 3 1,0 2-1,0 2 1,0-1-334,0 1 1,0 2 0,0 3 0,0 0 73,0 2 0,0 2 1,0 1-1,0 1-256,0 3 0,0-7 1,0 2-1,0-4-255,0-3 1,0-1-113,0-2 1,0-5-1,0-6-5,0-9 1,0-1 0,0-7 0,1 0-134,3-2 1,-2-5 0,4 1 0,0 1-54,-1 1 0,-1 3 0,3 1 0,0-2-169,-1 1 0,3 4 0,-3-1 0,1 0 144,0-1 1,0 0 0,3-3 0,1 3 478,-1 3 0,0-3 0,1 1 0,-1-1 0,1-1 0,-1 8 0,1-2 0,-1 1 0,1-1 0,-4 6 0,0-3 0,0 2 451,-2 1 1,5 4 87,-3-2 1,-3 4 0,0 4 0,-3 4 270,-1 5 1,1 0 0,1 4-1,2 2-413,-2 0 0,-1 6 1,1 0-1,0 1 149,1-1 1,1 1 0,-3-4 0,1 0-299,2-2 1,-1-3 0,-3 1 0,0-4-290,0-3 1,0-4-28,0 0 0,-1-4 1,-2 0-152,-4-2 1,-3-1 0,-1 0 0,-2 0 0,-2 0 9,-1 0 1,3 1-1,-1 2 1,2 1 258,2 2 0,-1 1 1,1 5 332,-1 2 0,6-3 0,1 3 0,3-2-25,1-2 0,3-3 0,2-1-231,1-1 1,1 2 0,3-4 0,1 0 0,0-2-206,3-1 0,-2 0 0,2-1 1,-2-3-826,-2-3 0,2-2 0,0-2 0,2 1 1,-1-1 1,-2-4 0,-3-1 0,-1 0 288,1 2 0,0-1 0,0 1 0,-2 0 147,-1-1 0,2 3 0,-4-2 0,1 3 466,0 0 0,-3 1 0,3-1 0,-3 1 0,-1-1 0,0 4 578,0 0 0,-1 5 0,-1 0 310,-2 4 1,1 4 0,3 5-1,-2 2-477,-1 1 0,2 5 1,-3-2-1,3 3-565,1 1 1,0-4-1,0 0 1,0-2-1324,0-3 0,0 0-1743,0-1 3220,0-6 0,5-5 0,1-5 0</inkml:trace>
  <inkml:trace contextRef="#ctx0" brushRef="#br0" timeOffset="2266">2007 135 7737,'6'-10'787,"-2"-1"1,-3 4-1,-1 0 299,0-1 0,0 2-583,0-1-1065,0 5 0,1-1 0,1 6 13,2 4 0,3 2 0,-3 2 549,2-1 0,1 1 0,4-1 0</inkml:trace>
  <inkml:trace contextRef="#ctx0" brushRef="#br0" timeOffset="2583">2091 156 7737,'1'9'0,"2"-1"493,0-1 0,0 0 0,-3 4 0,0-1 184,0 1 0,0 0 0,0 2 1,0 2-327,0 2 0,4 0 0,-1 4 0,0 0-246,-2 0 0,0 0 1,1-2-1,2 1 93,-2 1 0,-1-6 0,-1 5-612,0-4 149,0-2 0,2-9 0,0-6 0,1-9 73,0-6 0,-2-5 0,-1-2 0,1-4-71,3-3 0,-2 4 0,4-5 1,-1 2 10,1 2 0,-2 2 1,2 5-1,-1 3 623,1 3 0,-2 5 1,3 5 28,1 3 1,-2 4 0,-1 11 0,1 5-254,0 4 0,-4 4 1,3 3-1,-2-1-448,1-1 1,1-5 0,-2 0 0,3-3-1279,0-3 1,3-5-1,-2-1 632,2-7 1,5-3 946,0-1 0,0-9 0,-3-3 0</inkml:trace>
  <inkml:trace contextRef="#ctx0" brushRef="#br0" timeOffset="2919">2457 156 7737,'-7'0'301,"0"0"1,-1 0 785,-1 0 1,2 0 0,0 1 0,-1 3-177,-2 3 0,3 2 1,0 3-1,0 2-533,2 3 1,-4-1 0,6 2 0,1 0-155,1 2 1,1-4 0,1-2 0,2-2-505,4-2 1,2 0 0,2-3 0,1-4-462,1-2 0,0-2 0,5-2 123,0-4 0,1-4 1,-1-2-1,0-2 0,-1 0 191,0 0 0,-1 2 1,-2 6 721,3 4 1,-5 3 0,-3 4 0,-3 7 401,-4 5 0,-1 6 1,-1 5-1,0 4-98,0 2 0,-4 3 0,-3-1 1,-2-2 63,-2 0 0,1-3 0,-1-2 0,0-3-539,-3-3 0,1-5 0,-5-2 0,0-2-689,-2-4 0,-2-5 0,-1-1 0,-2-3-752,2-3 0,1-7 0,2-5 0,2-1-241,0-3 0,9 3 1558,-2-1 0,-1-1 0,-5-3 0</inkml:trace>
  <inkml:trace contextRef="#ctx0" brushRef="#br0" timeOffset="3150">2635 480 7737,'0'7'-184,"0"0"1,0-3 183,0 3 0,-5 0 0,-1 3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2:46.682"/>
    </inkml:context>
    <inkml:brush xml:id="br0">
      <inkml:brushProperty name="width" value="0.06" units="cm"/>
      <inkml:brushProperty name="height" value="0.06" units="cm"/>
    </inkml:brush>
  </inkml:definitions>
  <inkml:trace contextRef="#ctx0" brushRef="#br0">37 1 7765,'-17'2'872,"4"5"1,6-3 0,14 7-479,6-2 0,7 8 0,6 0 0,9 7-169,8 0 0,1 0 0,8 2 0,2 7-514,3 4 1,-5-2-1,0 0 1,1 2-203,-3-2 1,-2-3-1,-11 1 1,-5-9-2283,-5-9 2773,-6-6 0,-10 0 0,-2 2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2:47.364"/>
    </inkml:context>
    <inkml:brush xml:id="br0">
      <inkml:brushProperty name="width" value="0.06" units="cm"/>
      <inkml:brushProperty name="height" value="0.06" units="cm"/>
    </inkml:brush>
  </inkml:definitions>
  <inkml:trace contextRef="#ctx0" brushRef="#br0">79 275 7467,'-13'0'-97,"0"0"0,2-2 0,-4-2 1057,2-3 1,8-8-683,-1 2 1,3-5 0,3-1 0,3 1-159,3 5 1,-1-4-1,8 4 1,2-5-106,2-1 0,5-1 0,2 1 68,2-1 0,0 9 0,-6 2 0,2 3 0,2-1 3,2 3 0,0 2 0,-7 4 201,1 5 1,0 3 0,-3 10-1,-4 2 73,-6 4 0,1 4 0,-1 10 0,-3-1-88,-2 0 0,-2-6 0,0-3 0,0 1-157,0-1 0,0-4 0,0 5-1265,0-3 0,0-2-184,0-6 1,9-3 0,2-2-911,0-1 2244,6-1 0,-6 15 0,9 2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2:47.480"/>
    </inkml:context>
    <inkml:brush xml:id="br0">
      <inkml:brushProperty name="width" value="0.06" units="cm"/>
      <inkml:brushProperty name="height" value="0.06" units="cm"/>
    </inkml:brush>
  </inkml:definitions>
  <inkml:trace contextRef="#ctx0" brushRef="#br0">20 0 8312,'-6'20'318,"-1"-1"0,1-6-318,6 0 0,0-8 0,0 4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3:26.254"/>
    </inkml:context>
    <inkml:brush xml:id="br0">
      <inkml:brushProperty name="width" value="0.06" units="cm"/>
      <inkml:brushProperty name="height" value="0.06" units="cm"/>
    </inkml:brush>
  </inkml:definitions>
  <inkml:trace contextRef="#ctx0" brushRef="#br0">220 1609 9214,'-11'0'607,"0"1"1,1 4-1,1 5-177,2 3 0,0 8 0,-3 1 1,2 6-348,0 4 0,5 3 1,-3 3-1,1 3-120,2 0 0,1-3 0,-1-2 1,0-3-4699,0-5 4735,2-11 0,1 4 0,0-10 0</inkml:trace>
  <inkml:trace contextRef="#ctx0" brushRef="#br0" timeOffset="648">55 219 7955,'-1'-6'375,"-1"1"29,-2 0 1,-1 4 0,2-3-15,-5 3 0,3 2 0,2 4 0,2 6-200,1 6 0,0 5 0,0 4 0,0 3-83,0 2 0,1 7 0,1 1 0,3 1-405,1 0 0,-3-3 1,0 2-1,-2-2-725,-1-1 1,0-7 0,0-5 1022,0-4 0,0-9 0,0-7 0</inkml:trace>
  <inkml:trace contextRef="#ctx0" brushRef="#br0" timeOffset="898">12 208 7839,'5'-27'-349,"-4"9"414,2 0 0,2 8 1,0 4-1,1 1 1,4 3-1,2 2 496,3 3 1,0 5-1,0 6 1,3 6-249,3 4 1,-3 4-1,-1 4 1,0-1-66,0 2 1,-6-6 0,1 6 0,-1-2-88,-2 1 0,-5-3 0,-1-1 0,-3 0-25,-3 0 1,-5-4-1,-6 1 1,-5-5-137,-1-1 1,-2-6-1,0 0 1,0-4-507,0-5 1,1-3 0,3-1 0,2-1-378,1-3 0,2-2 1,0-5-1,5-1-993,4-3 1876,3 3 0,1-9 0,0 4 0</inkml:trace>
  <inkml:trace contextRef="#ctx0" brushRef="#br0" timeOffset="1231">460 307 7955,'-18'0'121,"0"0"1,3 0 0,-2 1-1,0 2 733,0 5 0,-1 5 0,-3 3 0,3 1-376,4 2 1,3-2 0,3 2 0,5-1-394,1-1 1,4 2-1,1-4 1,6-2-157,4 0 0,4-4 0,5-1 0,1-5-520,3-2 1,-3-9 0,2-4 0,0-5 197,0-6 1,-5 0 0,2-5 0,-3 0 325,-2 0 1,-1 2 0,-5-1 0,0 3 188,0 3 1,-5 7 461,-2-1 0,-4 13 0,-3 7 0,-1 8-395,2 9 0,-3 3 0,1 6 0,2-3-641,1-2 0,1 0 0,1-4 0,1-1-584,2-3 1,5-2 0,-2-7 1035,3-1 0,5-8 0,3-6 0</inkml:trace>
  <inkml:trace contextRef="#ctx0" brushRef="#br0" timeOffset="1398">778 22 7955,'-1'12'171,"-2"1"1,0 3 498,0 1 0,2 6 1,1 7-1,0 4-106,0 6 1,0-2 0,0 8 0,0 0-413,0-1 1,0-4-1,0-2 1,0-1-503,0-3 0,4-6 0,-1-3 0,1-3-4744,1-1 5094,-4-10 0,-1-2 0,-6-10 0</inkml:trace>
  <inkml:trace contextRef="#ctx0" brushRef="#br0" timeOffset="1547">734 438 7955,'-4'-11'890,"1"0"-167,-1 0 0,5 4 1,3 1-1,5 1-632,4 2 1,4 2 0,5 1-1,0 1-491,0 3 0,1-3 0,2 3 0,4-3-3608,3-1 4008,-4 0 0,4 0 0,-4 0 0</inkml:trace>
  <inkml:trace contextRef="#ctx0" brushRef="#br0" timeOffset="1814">1052 339 7955,'-17'2'490,"2"1"1,-2 3-1,0 5 1,0 0 122,2 0 1,3 0 0,1 1 0,0 2-340,0 0 1,5 1 0,4-4 0,4 0-146,5 0 0,3-2 0,2-1 0,3-5-222,3-1 1,3-2 0,1-2 0,0-2-539,0-7 1,-1-2-1,0-4 1,-1-1 326,-2-3 1,-5 4 0,2-6 0,-3 1 461,-1 3 0,-5 1 1,-2-2 282,-3 2 1,-1 5 426,0-2 0,-4 13 0,1 6 0,0 7-880,2 4 0,1 4 0,0 0 0,1 1-1086,3 2 1,1-1-1,3-3 1098,-1-3 0,1 2 0,3 0 0</inkml:trace>
  <inkml:trace contextRef="#ctx0" brushRef="#br0" timeOffset="2547">1807 186 7955,'-1'-6'408,"-3"2"0,2 0 0,-4 1 1,1 4-130,2 5 0,2 4 1,1 2-1,0 4-93,0 6 0,0 0 0,0 5 1,0-2 44,0 1 1,0 3 0,0-4-129,0 0 0,0 0 0,0-2 1,0-3-1,0-3-566,0-4 283,0-1 1,0-7-1,0-5 1,0-8 84,0-9 1,5-3-1,1-9 1,1-2 55,1-5 0,-1 5 0,4-3 0,0 1 83,0 2 0,0 6 1,0 0-12,0 6 1,-2 3 0,0 6-1,-3 4 1,0 8 154,0 7 1,-4 12 0,2 8 0,-3 3 34,-1 1 1,4 1-1,0 0 1,-1 0-1055,2-3 1,-2-5-1,3-2 1,1-3 368,3-3 0,-2-9 0,8-2 0,-1-6 462,-1-4 0,6-13 0,-3-7 0</inkml:trace>
  <inkml:trace contextRef="#ctx0" brushRef="#br0" timeOffset="2781">2146 252 7955,'-12'1'305,"-2"3"0,1 2 0,-1 6 0,2 3 347,1 3 0,1 2 0,3 2 1,2 1-140,0 3 1,4-3 0,-2 1 0,7-3-461,7-3 1,1-8-1,5 0 1,0-4-128,0-4 1,1-2 0,3-5 0,-2-4 44,0-5 1,-6-5 0,2 2 0,-4-1-285,-4-1 0,-2 1 0,-5-4 0,0 2-83,0 1 1,-1 3 0,-3 6 0,-3-1-534,-3 0 0,3 0 1,-1 1 318,0 3 1,-1 1 0,2 2 609,3-3 0,-2-3 0,0-1 0</inkml:trace>
  <inkml:trace contextRef="#ctx0" brushRef="#br0" timeOffset="2947">2409 0 7905,'0'11'0,"0"0"205,0 0 0,0 1 0,0 1 1,0 4 488,0 4 1,0-1 0,0 6 0,0 2-344,0 5 1,1 0-1,2 3 1,0-1-591,0-3 1,-2 1 0,-1-1 0,0-2 23,0-1 0,0-9 1,0-2-2547,0-4 2761,0-8 0,-5 3 0,-1-3 0</inkml:trace>
  <inkml:trace contextRef="#ctx0" brushRef="#br0" timeOffset="3080">2332 350 8598,'4'-11'466,"0"0"1,3 4 0,-2 0 0,1-2-373,2 0 1,6 1 0,2 1 0,1 0-635,2 1 1,-2-3 0,1 4-1,2 0 540,1 1 0,0 0 0,1 4 0</inkml:trace>
  <inkml:trace contextRef="#ctx0" brushRef="#br0" timeOffset="3882">121 1182 7628,'-11'5'605,"0"-4"192,0 3 0,5-2-436,3 2 0,7-1 0,7 3 0,6-2-98,4-1 0,2-2 1,3-2-1,2-3-223,0-3 0,-2 0 0,-4-3 0,-1-2-122,-3 0 1,0-2-1,-7 1 1,-4-3 118,-5-1 0,-3 4 1,-4-2-1,-6 3-135,-6 1 0,-5 4 0,-2 1 0,-3 1 361,-1 2 1,2 3 0,0 4-33,3 3 1,-1 8-1,10 3 1,0 3-1,3 2-229,4 2 0,2 3 0,7 5 0,1 0-218,4 0 0,8 0 1,3-2-1,3-1-892,1-5 0,1-7 0,1-4 396,2-6 1,-1-4 0,-1-8 0,-1-6 711,-1-7 0,7-6 0,-6-10 0</inkml:trace>
  <inkml:trace contextRef="#ctx0" brushRef="#br0" timeOffset="4197">417 1084 7964,'-11'0'1153,"3"0"-758,1 0 1,1 1 0,-1 3 0,3 4-61,3 6 1,1 3 0,0 4-1,1 3-96,3 1 1,-2 4 0,4 7 0,0 0-143,0-1 0,-2-4 0,2-5 0,-1-1-328,-3-4 0,5-8-55,0-2 0,-2-10 1,0-11-1,-2-7 44,1-8 1,3-7 0,-2-3 0,1-3 92,3-1 0,-3 0 0,1-1 0,2 4 168,0 2 0,2 9 1,-1 3-1,-2 4 210,0 5 0,-1 3 0,3 11 40,-3 3 1,2 3 0,-6 9-1,0 5-33,-2 3 0,3 6 1,-1 0-1,0 1-532,-2 2 0,-1-4 1,1-1-1,1 0-652,2 0 1,3-7 0,-2-2-344,1-5 0,2-2 1291,3-8 0,4-11 0,2-5 0</inkml:trace>
  <inkml:trace contextRef="#ctx0" brushRef="#br0" timeOffset="4413">844 985 7747,'-11'0'-32,"0"0"1,0 4 0,0 1 0,-1 2 981,-3 5 0,3 0 0,-3 8 1,3 3-211,1 5 1,1 4 0,3 2 0,4 2-489,1 4 0,2-2 0,2-2 0,2-3-626,7-4 0,1-2 0,7-7 0,0-4-327,2-6 1,1-6-1,1-1 110,2-6 0,-1-8 0,1-8 0,-2-6 0,-2-4 591,-3-2 0,3-2 0,-4 0 0</inkml:trace>
  <inkml:trace contextRef="#ctx0" brushRef="#br0" timeOffset="4680">1041 1051 7955,'-8'10'106,"2"-2"0,1-1 338,3 2 0,0 1 1,-1 1-1,-1 1 37,2 2 0,1 3 0,1 7 0,0 1-284,0 4 1,0 3 0,0 1 0,0 0-77,0-1 0,0-4 0,0-2 0,0-4 301,0-4 0,0-2-278,0-5 1,0-6-1,0-5-205,0-6 1,0-10-1,0-6 1,0-7 25,0-7 1,1 1 0,1-4-1,3 0-101,1 0 1,2 4 0,3 0 0,0 3-128,0 3 1,-1 5 0,1-2-434,0 3 0,4 7 0,0 4 0,-2 5 0,-1 2-2203,-1 3 2899,0 0 0,0 7 0,0 1 0</inkml:trace>
  <inkml:trace contextRef="#ctx0" brushRef="#br0" timeOffset="4846">1194 1160 7955,'0'8'730,"0"-1"1057,0 2-1500,0 0 1,1-3 0,3-2 0,3-3-471,3-1 0,1 0 0,0 0 0,0-1-575,0-3 0,0-2 1,-1-3-1,3 0-1106,1 2 1864,-6-1 0,11-7 0,-7-2 0</inkml:trace>
  <inkml:trace contextRef="#ctx0" brushRef="#br0" timeOffset="5012">1369 1062 7955,'-7'4'707,"-1"-1"1,6 2 0,-3-1 0,0 3 29,-2 3 0,2 6 1,0 2-1,2 4-422,-1 3 1,-3 8-1,3 7 1,2 4-75,0 3 1,2-2 0,0 0-848,0-7 1,0 0 0,2-11 0,1-7-1,3-4-620,0-6 0,4-8 0,-3-2 1,2-7 1225,-2-6 0,3-9 0,-4-6 0</inkml:trace>
  <inkml:trace contextRef="#ctx0" brushRef="#br0" timeOffset="5397">1457 1117 7672,'6'1'789,"-3"2"0,-1 4 0,-2 4 0,0 2-138,0 5 0,0 3 0,0 10 0,0 6-450,0 4 0,0-2 0,0 6 0,1-1-344,2-3 1,-1-8-1,3-2 1,-2-6-1345,1-4 0,1-7 318,-2 1 1,-1-14-1,1-7 1169,-2-6 0,-5-7 0,-3 0 0,0-1 0,0-2 0,0-5 0,-3-1 0,1-1-61,2 0 1,3 3-1,-2-3 1,1-2 1,3 0 1,1 2-1,1 1 1,0 1 584,0 3 1,5 0-1,2 4 1,3 2-117,1 3 1,3 3 0,1 2 0,-1 3-181,2 3 0,-4 3 1,3 1-1,-3 1 81,-1 3 0,-1 5 1,-2 7-1,-2 1 47,-1 3 0,-1 2 0,-4 2 0,0 3-296,0 1 0,-5-4 0,-1 2 0,-1-3-126,-1-1 0,1-5 0,-4-3 0,0-2-869,0-1 1,4-5-1,0-2-423,-2-3 1,3-6 0,0-3 1355,1-5 0,1-9 0,4-6 0</inkml:trace>
  <inkml:trace contextRef="#ctx0" brushRef="#br0" timeOffset="5579">1687 1018 7955,'0'11'460,"0"0"0,3 0 0,1 0 1,-2 1-1,-1 3 0,-1 3 379,0 3 1,0 2 0,0 1 0,0 4-589,0 4 0,0-4 0,0 6 0,0-2-456,0-1 1,0-4 0,0-1-1,0-1-1417,0-5 0,0-5-2317,0 0 3939,0-8 0,0-7 0,0-6 0</inkml:trace>
  <inkml:trace contextRef="#ctx0" brushRef="#br0" timeOffset="6280">1676 1281 7955,'0'-7'1346,"0"-1"1,3 1 0,2-3-1218,1 3 0,0 1 0,3 3 1,-2 0-671,2 0 0,2-2 1,2 2-661,1 0 1,-1 2-1,-4 1 1201,4 0 0,0 1 0,-2 2 0,-1 2 0,-3 1 0,1-3 0,-3 5-121,1 0 1,-3-2 0,2 0 0,-2 0 0,2-1 511,1 0 1,-2-1 0,3-4 275,2 0 0,-3 0 0,1 0 1,2 0-421,0 0 0,-1-5 0,-2-2 1,0-3-96,0-1 1,-4 0-1,3 0 1,-1 0 45,-1 0 1,1 0 0,-5 0 0,-3 0-17,-3 0 1,-3 4 0,-1 1-97,0 1 0,0 3 1,0 5-1,2 6 1,0 4-28,2 6 0,3 6 0,-2 3 0,1 2 8,3 3 1,1-6-1,1 5 1,1-3-468,3-1 0,2-4 1,5 0-1,1-5 166,2-8 1,-2-5 0,4-7-684,0-3 0,-4-8 0,3-10 0,-3-7 0,-1-7 917,0-4 0,-4-2 0,1-1 0,-1 2 0,-1 1 0,2 7 0,-3-1 0,0 3 0,0 8 0,-1 5 47,-4 7 0,0 6 0,-2 5 0,0 7 906,-2 7 1,1-1-1,3 5 1,0 2-311,0 1 1,1-3 0,1-1 0,3 0-266,1 0 0,-3-4 1,2 2-215,-1-3 0,-2-1 0,1 0 0,0-1-395,0-3 1,-3 1 0,0-4-191,-6-1 0,-3 1 0,-2 1 0,0 0 228,0 0 1,-4 4 0,1-1 0,0 4 177,2 3 0,1 1 1,1-2-1,2 4 256,1 3 1,4-4-1,-1-2 1,3-3 101,1-1 0,5-1 0,2-3 1,3-3-443,1-3 1,1-1 0,2-1 0,0-3-35,0-3 0,-1-7 0,0-2 0,2-1-556,-2-2 1,-3 2 0,-1-1 0,0-2-1425,0-1 1,-4 4 2112,2 3 0,0 2 0,4 1 0</inkml:trace>
  <inkml:trace contextRef="#ctx0" brushRef="#br0" timeOffset="6479">2321 1281 7955,'-3'7'988,"-2"-1"1,0 0-413,0 0 1,-2-2 0,2 3-1,-1 2 321,-3 1 0,3 2 1,-1 4-712,-1 5 0,-2 6 0,-1 6 0,1 0 1,2 1-337,0 2 0,2-4 1,-2 2-1,2-1 39,1-3 1,0-4 0,2-2 110,0-4 0,-6 0 0,3-3 0</inkml:trace>
  <inkml:trace contextRef="#ctx0" brushRef="#br0" timeOffset="7079">2792 1215 7955,'6'-14'-186,"-2"-1"0,1 0 0,-2 4 497,0 0 0,-7 1 0,-3 0 0,-3 2 918,-1 5 1,-1 2 0,-1 1-1,-3 1-623,-1 2 0,2 4 0,-2 5-445,1 2 1,-2 8 0,2 7-1,2 3 1,-1 2 77,2 3 1,8-2-1,-2 4-873,4-2 1,3 0 0,0-4 0,3-3 0,4-3-765,7-5 0,7-12 1,3-3-1,4-5 943,4-2 0,-4-11 0,6-6 455,-2-6 0,7-12 0,-5 1 0</inkml:trace>
  <inkml:trace contextRef="#ctx0" brushRef="#br0" timeOffset="7330">2956 1215 7632,'-17'0'745,"0"0"0,3 0-66,-5 0 0,6 5 0,1 2 0,1 4-277,2 4 1,2-2 0,0 4 0,2 0-247,0 0 0,4 2 0,-2 1 0,6-2-237,4-3 0,4-4 0,3-2 0,1-3-225,2-2 0,-2-1 1,2-7-1,0-4 95,0-6 1,-4 1 0,2-5 19,-3-2 1,-2 0 0,-2-2 0,-2 1 0,1 3 347,-1 3 0,-4 3 1,2 1 97,-3 0 1,-1 6 0,0 5-423,0 6 1,-4 9 0,1 3-1,0 4-2,2 4 1,1-2-1,0 4 1,0-1-1496,0-3 1,1-1 1663,3-1 0,2-5 0,5-1 0</inkml:trace>
  <inkml:trace contextRef="#ctx0" brushRef="#br0" timeOffset="7679">3121 1226 8403,'0'-5'1126,"0"5"0,0 5 0,0 6 0,0 1-813,0 3 0,0 2 1,1 6-1,1 1-199,2 2 0,-1-1 1,-3-3-1,0 0-95,0 0 0,0-5 1,0-2-1,2-4-464,1-4 0,0-5 255,4-9 1,-3-5 0,2-11 0,0-3-236,0-3 1,1-3 0,4 1 0,0 2 256,0 3 1,0 4 0,0 4 0,0 3 428,0 3 0,0 6 0,0 2 0,0 4 71,0 4 1,0 8 0,-2 9-207,-1 3 1,-2 10 0,-4-1-1,3 0 1,0-1-206,0-3 0,-2-5 1,-3 2-1,2-6-1927,1-5 0,-2 0 2006,3-8 0,2-7 0,0-1 0</inkml:trace>
  <inkml:trace contextRef="#ctx0" brushRef="#br0" timeOffset="8264">3843 1204 7955,'11'0'0,"-4"0"0,1-1 81,0-3 0,-3 2 1,-1-5 414,-3-2 1,-1-1 0,-1 1-189,-3 1 0,2-4 1,-6 4-1,-2-1 0,-2-1 114,-2 1 0,-1 1 0,4 2 1,0 1 129,0 3 1,0 1-405,0 1 0,5 5 1,3 2-1,1 4-45,2 3 1,0 4 0,0 3-1,2 3-62,1 1 0,3 3 1,4 5 94,-3 0 1,2 0-1,-4-1 1,0 1 0,0 0 187,-3 0 0,-1-4 1,-1-1-1,-1-1-215,-3-3 1,-3-6 0,-6-3-1,-2-4-466,2-4 0,0-2 0,3-5 1,-1 0-642,0 0 0,3-1 1,2-3-1,1-4-488,3-6 1,1 1 0,1-4 1485,0 1 0,5-3 0,1 2 0</inkml:trace>
  <inkml:trace contextRef="#ctx0" brushRef="#br0" timeOffset="8862">3920 1434 7955,'7'0'767,"0"0"-316,2 0 0,0 0 0,4 0 175,1 0 0,-4-4 1,3 0-1,1-3-237,-2-1 0,0 1 0,-1-3 1,0-2-162,0 0 0,-4-5 1,-1 0-1,-1-2 70,-2 1 0,-2 3 0,-2-2 0,-2 2-40,-1 1 1,-4 2 0,1 2 0,-4 3 124,-4 3 0,5 3 0,-3 2-222,0 3 0,3 7 0,3 6 0,-1 1-186,2 1 0,0 0 1,4 4-1,-2 1-10,2 1 1,0-5 0,2 5 0,0-5-193,0-1 0,4-6 1,1 2-1,1-3-2152,3-1 1,0-5 0,3-3 0,2-1 1777,0-2 0,5 0 0,-5 0 1,1 0 600,1 0 0,-7-4 0,5-1 96,-1-1 1,1 2 587,-4-3 1,0 4 0,-1-4 196,-2 3 1,-1-5-1,3 3 1,-2-1-304,1-1 0,-1 0 0,0-6 1,1-1-131,2-2 0,0 0 1,-2-3-1,0 2-197,0-2 0,-3 3 1,0-1-1,-2 0-71,1 1 1,0 1 0,-5 5-127,-3 0 1,-1 4-1,-3 1 1,0 1 0,0 3-127,-2 0 1,-1 2-1,0 2 121,0 1 0,0 3 0,0 6 1,2 3-1,0 3 234,2 3 1,1 2 0,-3 1-49,2 2 1,4 4 0,0-2 0,2 1 0,1-1 78,0-1 1,0 0 0,0-4-533,0-1 0,4 1 0,4-8 1,1-2-1,4-2-1434,1-4 0,-2-2 0,3-5 545,-3 0 0,3 0 0,1-1 0,-1-3 1107,1-3 0,-1-3 0,-4-1 0</inkml:trace>
  <inkml:trace contextRef="#ctx0" brushRef="#br0" timeOffset="8967">4434 1511 7955,'0'11'731,"0"-4"1,-1-1-1,-2 0-47,0 0 1,-1-2-685,4 3 0,5 0 0,1 4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4:03.741"/>
    </inkml:context>
    <inkml:brush xml:id="br0">
      <inkml:brushProperty name="width" value="0.06" units="cm"/>
      <inkml:brushProperty name="height" value="0.06" units="cm"/>
    </inkml:brush>
  </inkml:definitions>
  <inkml:trace contextRef="#ctx0" brushRef="#br0">301 98 7608,'1'-7'-683,"1"1"1412,2-2 1,-1-1-396,-3-1 0,0 1 0,0-1 0,-1 1 0,-3 1 432,-2 2 0,-3 3 0,-2-3 1,-2 2-192,-3 2 0,-3 2 1,0 4-1,-2 6-209,-2 5 0,1 9 0,-3 6 1,1 6-59,2 5 1,1 4 0,4 3 0,2 0-365,6 1 1,4-7 0,0 4 0,2-3-460,4-3 0,4-11 1,7-5-399,1-8 0,8-4 0,0-9 0,2-2 1,2-3-11,0-5 0,-1-6 0,3-4 0,2-5 380,-2-4 0,-3-3 543,2 0 0,-4-1 0,2 1 0</inkml:trace>
  <inkml:trace contextRef="#ctx0" brushRef="#br0" timeOffset="199">458 88 10658,'0'11'726,"0"2"0,-1 3 1,-1 7-1,-2 5-489,-2 3 1,3 2 0,-2 4-1,-1 3-499,1 0 1,1-5 0,-1 2-1,0-5-692,3-7 1,1-8 0,2-4-148,3-6 0,-2-8 0,3-9 1101,0-5 0,7-8 0,-1-2 0</inkml:trace>
  <inkml:trace contextRef="#ctx0" brushRef="#br0" timeOffset="467">488 167 8042,'0'-10'173,"-1"5"433,-2 5 0,1 9 0,-1 9 0,2 4 318,1 4 0,1 2 0,1 2 1,3 0-511,0 3 1,2-6 0,1 3 0,1-3-292,1-2 0,-2-5 1,5-8-1,-2-4 20,-1-5 1,-1-4-1,1-6 1,0-6-240,0-4 1,-4-8-1,0-4 1,-2-4-253,-2-2 0,3 3 0,-2-2 0,0 1 15,2 1 0,-4 8 0,3-2 1,0 4-91,-1 2 0,1 5 0,-1 3 0,3 3-206,-1 3 0,4 4 0,-1 0 0,3 4-1130,2 4 0,4 2 1759,0-2 0,6 8 0,2-4 0</inkml:trace>
  <inkml:trace contextRef="#ctx0" brushRef="#br0" timeOffset="715">930 157 8227,'-13'14'406,"0"2"0,-3 1 1,3 1-1,0 4 455,-2 2 0,6-1 0,-2 3 0,4 2 48,3 0 1,2-3-1,5-3 1,4-4-730,5-5 0,4-3 1,3-4-1,2-4-248,2-4 0,-1-8 0,2-7 0,-1-5-67,-1-4 1,-7 0-1,3-3 1,-5-1-125,-5-1 0,-4 0 0,-1 4 1,-3 2 115,-3 2 1,-3 9-1,-5-3 1,-2 5-202,-3 2 0,-3 5 0,0 2 1,-1 2-726,0 1 0,4 0 0,1 0 0,0 0 1069,3 0 0,1 0 0,2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4:05.622"/>
    </inkml:context>
    <inkml:brush xml:id="br0">
      <inkml:brushProperty name="width" value="0.06" units="cm"/>
      <inkml:brushProperty name="height" value="0.06" units="cm"/>
    </inkml:brush>
  </inkml:definitions>
  <inkml:trace contextRef="#ctx0" brushRef="#br0">167 139 7955,'0'-10'38,"-1"0"1,-1 0 188,-1 0 0,-5 0 0,2 2 0,-3 0 278,-1 2 1,0 3 0,0 0 0,-1 2-166,-2 1 0,1 5 1,-3 5-1,1 7-269,2 5 1,4-1 0,2 6 0,-1 0-53,2 1 1,0 2 0,5-2-1,0-2-360,0-3 0,6-1 0,2-1 1,6 0-577,1-3 0,1-8 0,4-1 0,1-4-609,2-2 1526,-3-2 0,9-6 0,-4 0 0</inkml:trace>
  <inkml:trace contextRef="#ctx0" brushRef="#br0" timeOffset="234">256 257 8080,'-11'0'170,"-2"0"1,5 0 0,-2 0 0,2 2 273,-1 4 0,0 2 0,3 7 0,2 1-171,3-1 1,1 1 0,2 3 0,4-3-277,4-3 0,6-3 0,-1-3 0,3-4-299,2-2 1,-6-1-1,4-1 1,-1-2 138,-2-4 0,-3-5 0,0-1 0,-4 0 102,-5-1 0,-2-1 0,-1-4 1,-2 1 131,-5 2 0,1 4 0,-8-1 1,-1 2-165,-1 1 0,2 4 0,1 0 0,1 2-600,-1 2 0,5 1-520,-2 1 1213,7 4 0,-2 1 0,5 5 0</inkml:trace>
  <inkml:trace contextRef="#ctx0" brushRef="#br0" timeOffset="584">443 227 8047,'-6'7'520,"3"-1"1,2 2-222,1 1 0,0 1 1,0 0-1,0 2-189,0 2 0,0 3 0,0-2 0,0 2-52,0-1 0,0 1 1,0 1-1,1 0-42,2-2 1,-2-3 0,3 2 0,-3 0-264,-1-7 0,3-9 1,1-9-1,1-5 1,0-6-212,1-5 1,0 2-1,5-8 1,1 1 364,1 0 1,0 4 0,-3 3 0,0 2 150,0 3 0,0 6 0,0 1 0,-1 5 45,1 3 0,-4 4 0,-3 5 0,-1 6 341,1 7 1,-1 3-1,1 5-441,-2 1 0,-1 2 1,0 0-1,0 0 0,0-2-448,0-1 1,0-4-1,0 0 1,0-3-690,0-3 1134,4-8 0,2 5 0,4-8 0</inkml:trace>
  <inkml:trace contextRef="#ctx0" brushRef="#br0" timeOffset="951">984 99 7444,'-7'-18'33,"1"1"1,-1 0 0,-3 4 0,0 1 416,0 1 0,1 5 0,-1 3 0,-1 2 41,-2 1 1,2 2 0,-2 5-1,2 6-49,1 4 1,0 8-1,1 4 1,2 4-248,0 2 0,5 0 1,-2 2-1,0-1 72,1 1 0,0-5 0,4-2-792,2-1 1,2 1 0,2-4 0,0 1-779,0-4 1,2 2-1,0-9 1303,-3-2 0,3 3 0,-3-2 0</inkml:trace>
  <inkml:trace contextRef="#ctx0" brushRef="#br0" timeOffset="1100">777 375 7955,'0'-10'524,"0"0"0,0 0-235,0 0 1,0 4-1,1 0 1,2 2-398,4 2 0,5-3 0,2 2 0,0 1-870,1 1 1,2 1 977,0 0 0,1 0 0,2 0 0</inkml:trace>
  <inkml:trace contextRef="#ctx0" brushRef="#br0" timeOffset="1250">1013 296 7955,'-3'10'110,"0"0"0,-4 3 1,3 0-1,-1 0-123,1 1 1,1-2-1,3 4 1,0-2-559,0-2 1,0-1 0,1-3 570,2-1 0,2-3 0,5-4 0</inkml:trace>
  <inkml:trace contextRef="#ctx0" brushRef="#br0" timeOffset="1367">1052 198 7955,'-4'-10'-271,"-2"0"0,0 3-265,0 1 229,3 4 1,3-3-1,7 5 307,2 0 0,0 5 0,1 0 0</inkml:trace>
  <inkml:trace contextRef="#ctx0" brushRef="#br0" timeOffset="1734">1170 21 7619,'-6'1'947,"0"3"-463,2 6 1,1 1 0,4 5 0,2 3-120,4 3 0,-1 3 0,3 4 1,2 1-210,0-1 0,0 1 0,-2-2 0,-2-2-156,0-3 0,-4-2 0,3-2 0,-2-3-195,-2-3 1,-1-5-259,-1-2 1,-4-3 0,-3 0-1,-1-2 128,-2-1 1,0-3-1,0-1 1,0 2 200,0 1 1,-3 1 0,0 0 0,1 0 46,1 0 1,1 1 0,2 3-1,0 2 478,1 3 0,4-1 1,-2 0-1,0 3-54,3 0 1,1 0 0,2-2-1,2-2-263,4 0 1,2 0-1,0 1 1,1-1-437,0-4 1,1-2 0,1-1 0,1 0-250,-1 0 1,0 0 0,0-1 0,1-2-831,-1-4 1431,4-1 0,-5-7 0,3 0 0</inkml:trace>
  <inkml:trace contextRef="#ctx0" brushRef="#br0" timeOffset="2000">1367 365 9821,'7'0'696,"-1"0"0,-4-1 0,3-3 0,-1-2-588,3-3 1,-2-1 0,1-1-1,-2-1-85,-2-1 0,3-3 0,-2 2 0,-2-1-202,-3 1 1,0 1-1,-6 3 1,-2 2 184,-2 1 0,-1 3 0,3 5 1,-1 3 178,-2 6 0,2 2 0,-2 7 1,2 1-216,1 1 1,5 1-1,2 0 1,2 1-252,1-1 1,0-2 0,1-1 0,3-3-524,6-3 0,1-3 1,4-3-1,0-4-473,1-2 0,0-1 1277,4 0 0,-1-4 0,1-2 0</inkml:trace>
  <inkml:trace contextRef="#ctx0" brushRef="#br0" timeOffset="2351">1475 296 7706,'-5'7'685,"2"-1"0,2 2-368,1 1 0,0 0 0,0 2 1,0 1 32,0 1 1,3 5-1,0-2 1,-1 3-136,-1 1 1,-1-1 0,1 1 0,2 0 3,0-1 0,0-2 0,-3-2-873,0-1 446,0-1 1,0-13 0,0-6-1,0-10-138,0-5 1,1-5 0,1-2 0,3 0-110,0-2 0,2 6 0,3-5 0,0 1 499,-1 3 0,-1 1 1,0 5-1,0 2 386,0 1 0,0 7 0,0 1-334,-1 6 0,1 9 1,-5 9 275,-1 3 0,-1 5 0,-1 2 0,0 1 1,0 0-455,0 0 0,0-1 0,0 1 0,0-3-878,0-4 1,0-7 0,0 0-1754,0-2 2713,0-5 0,5-11 0,0-6 0</inkml:trace>
  <inkml:trace contextRef="#ctx0" brushRef="#br0" timeOffset="2567">1721 119 8059,'0'-7'353,"0"1"1,0 5 0,0 1 361,0 5 1,0 8 0,0 5-1,0 4-398,0 4 1,0-1 0,0 1-1,0 3-103,0 2 1,0 1-1,0 2 1,0-1-570,0-2 1,1-5 0,2 3-1,0-2-687,-1-1 1,-1-6-1,0-6 1,1-2 1041,2-3 0,-5-5 0,-5 0 0</inkml:trace>
  <inkml:trace contextRef="#ctx0" brushRef="#br0" timeOffset="2717">1643 355 8059,'0'-10'1080,"0"0"1,0 4-1,0-1-768,0 0 0,1 1 1,2 1-1,3 0-831,3 3 1,2 1 0,1 1 0,2 0-573,2 0 0,-4 0 1,2 0 1090,0 0 0,1 0 0,5 0 0</inkml:trace>
  <inkml:trace contextRef="#ctx0" brushRef="#br0" timeOffset="2866">1829 306 8059,'-5'10'293,"2"0"1,0-1 70,0 1 0,2 1 0,-2 1 0,2 2-379,1 2 0,0 0 0,0 4 0,0-1-681,0 1 0,0-4 0,1 0-709,2-2 1405,3-1 0,-1-7 0,-1-2 0</inkml:trace>
  <inkml:trace contextRef="#ctx0" brushRef="#br0" timeOffset="2983">1849 306 8059,'-4'-7'159,"-3"1"0,2-1 768,-2-3-1061,5 1 0,-1 4 1,6 4-1,4 4-948,1 3 1,2 0 1081,0 4 0,4 0 0,1 0 0</inkml:trace>
  <inkml:trace contextRef="#ctx0" brushRef="#br0" timeOffset="3266">1947 316 8139,'-9'4'277,"-1"-3"1,1 4 0,1-2 129,2 0 1,0 5-1,-1-2-33,0 3 1,2 1 0,-2 0 0,4 1-278,2 2 1,1-2-1,0 2 1,1-2-253,2-1 1,3-5 0,3-2 0,1-2 0,0-1 1,0 0 0,0-1 0,0-3-215,-1-6 1,1 0-1,-1-4 1,-1 1 281,-2 0 0,-3 0 0,3 3 859,-2 0 1,1 1 870,-2 3-1815,-2 1 1,3 10 0,-4 1 0,0 3-584,0 1 0,0-4 1,0 1-1,2 0 754,1-2 0,2 4 0,5-4 0</inkml:trace>
  <inkml:trace contextRef="#ctx0" brushRef="#br0" timeOffset="3450">2095 198 9872,'-6'4'533,"2"2"1,4 3 0,0 2 17,0 2 0,-3-1 0,0 5 1,0 1-614,2 4 1,1 0 0,0 4 0,0 1-504,0-2 0,1-1 1,2-6-1,1-1-323,1-4 0,-1-2 888,2-1 0,1-5 0,3-1 0</inkml:trace>
  <inkml:trace contextRef="#ctx0" brushRef="#br0" timeOffset="3600">2164 394 8273,'-3'10'0,"-1"0"284,2 0 0,-2 0 0,0 0 0,2-1-232,1 1 1,1 0 0,0 1 0,0 1-980,0 1 1,0-3 926,0-4 0,4 1 0,2 3 0</inkml:trace>
  <inkml:trace contextRef="#ctx0" brushRef="#br0" timeOffset="3715">2193 316 8059,'-1'-6'-230,"-1"2"-540,-1-1 14,-1 4 756,4-3 0,5 0 0,0-2 0</inkml:trace>
  <inkml:trace contextRef="#ctx0" brushRef="#br0" timeOffset="3916">2272 286 9658,'0'10'996,"0"0"-827,0 0 1,0 1-1,0 1 1,0 3-193,0 4 1,0-2-1,0 7 1,0 0-473,0 2 1,0-1 0,0 2 0,0-1 266,0-1 0,0-1 0,0-4 228,0-1 0,-4 1 0,-2 0 0</inkml:trace>
  <inkml:trace contextRef="#ctx0" brushRef="#br0" timeOffset="4048">2203 503 7744,'0'-7'767,"0"0"1,0 4-1,1-2-840,2 0 0,3-1 1,4 2-1,0 2-208,-1 1 0,-1 1 281,2 0 0,-2-4 0,6-2 0</inkml:trace>
  <inkml:trace contextRef="#ctx0" brushRef="#br0" timeOffset="4199">2341 434 8650,'0'5'-848,"4"0"848,3-5 0,1 0 0,2 0 0</inkml:trace>
  <inkml:trace contextRef="#ctx0" brushRef="#br0" timeOffset="4332">2439 424 8641,'-1'5'942,"-1"0"0,-1-1-614,0 3 1,-1 1 0,0 3 0,-1 2-60,1 4 1,-4 4-1,2 4 1,-2 5-386,2 4 1,-3-2-1,3 1 1,1-3-923,2 0 0,-2-5 1038,2-2 0,0-2 0,3-2 0</inkml:trace>
  <inkml:trace contextRef="#ctx0" brushRef="#br0" timeOffset="4600">2478 365 10666,'5'11'1102,"0"2"1,2 4-864,-1 5 1,-3 6 0,0 7 0,-2 5-211,-1 4 0,-1 2 0,-2 1 0,-5-3-1186,-4-1 1,0-11 0,-4 2 1156,-2-5 0,-5 2 0,-2-6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13.868"/>
    </inkml:context>
    <inkml:brush xml:id="br0">
      <inkml:brushProperty name="width" value="0.06" units="cm"/>
      <inkml:brushProperty name="height" value="0.06" units="cm"/>
    </inkml:brush>
  </inkml:definitions>
  <inkml:trace contextRef="#ctx0" brushRef="#br0">1 0 11033,'5'11'1401,"2"0"0,4 2-961,3 5 0,4 2 1,8 8-1,4 4-375,5 3 1,-2 0-1,3 2 1,-2-2-946,-1-4 1,-6-4 0,-3-1-1,-3-3 880,-3-6 0,-5 1 0,3-1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15.084"/>
    </inkml:context>
    <inkml:brush xml:id="br0">
      <inkml:brushProperty name="width" value="0.06" units="cm"/>
      <inkml:brushProperty name="height" value="0.06" units="cm"/>
    </inkml:brush>
  </inkml:definitions>
  <inkml:trace contextRef="#ctx0" brushRef="#br0">11 10 8849,'-6'-6'1791,"1"2"1,5 8-1407,0 3 0,1 12 0,3 8 0,3 7 0,2 8-142,-2 7 1,2 3 0,-1 8 0,0 1-555,-1 3 1,-1-8-1,-3 1 1,0-5-1264,0-7 1,-2-13 1573,-1-3 0,0-10 0,0-3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15.567"/>
    </inkml:context>
    <inkml:brush xml:id="br0">
      <inkml:brushProperty name="width" value="0.06" units="cm"/>
      <inkml:brushProperty name="height" value="0.06" units="cm"/>
    </inkml:brush>
  </inkml:definitions>
  <inkml:trace contextRef="#ctx0" brushRef="#br0">23 131 8034,'-4'-7'547,"0"0"1,0-1 0,1-3-89,0 1 0,-1 2 0,4 1 83,0-1 0,1-2 1,4 1-1,6 0-274,6 2 0,3 3 0,3-2 0,2 0-185,4 0 0,1 4 0,0-2 0,-1 3-196,1 1 0,-3 1 0,-2 3 0,-3 3-131,-4 3 0,-4 0 0,-7 3 0,-3 0 64,-3 1 1,-3 2 0,-4-3 0,-5 3 190,-1 1 0,-1-7 0,-1 4 0,0-1 222,1-1 0,2 4 0,4-1-125,3 2 1,3 0 0,1 2 0,1-1 0,3 3 26,3 3 1,7 0 0,4 4-153,3-2 1,1-1-1,-1-2 1,0 1-1,-3 3 35,-4 0 1,-3-3-1,-4 1 46,-3-6 1,-5 4-1,-5-4 1,-6-1-1,-5-1 21,-6-4 0,0-1 0,-5-1-324,2 0 0,-3-4 0,4-1 1,2-1-1,2-3-1289,3-1 1,5-1-1,0-1 1528,4-2 0,5-3 0,4-5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15.885"/>
    </inkml:context>
    <inkml:brush xml:id="br0">
      <inkml:brushProperty name="width" value="0.06" units="cm"/>
      <inkml:brushProperty name="height" value="0.06" units="cm"/>
    </inkml:brush>
  </inkml:definitions>
  <inkml:trace contextRef="#ctx0" brushRef="#br0">151 22 7833,'-20'22'544,"3"-1"0,-6 1 0,4 1 453,0 2 0,3-1 0,3 4 0,3 0-350,3-1 1,5-1-1,-2 0 1,4-2-431,4-3 0,3-7 0,7 0 0,4-3-490,3-4 0,2-2 0,1-7 0,2-4 140,2-5 1,-3-8 0,2-2 0,-3-4-515,-4-3 1,-4-1-1,-1-3 1,-1-1 348,-5 1 0,-5 3 0,0 3 1,-3 2 606,-1 3 1,-4 3 0,-1 1-1,-1 6 55,-2 7 0,-2 2 0,-1 5-448,1 4 0,2 5 1,2 10-1,1 1-581,3 2 1,2-2-1,2 2 1,3-2-2002,1-2 2666,2 1 0,2 0 0,1-1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16.251"/>
    </inkml:context>
    <inkml:brush xml:id="br0">
      <inkml:brushProperty name="width" value="0.06" units="cm"/>
      <inkml:brushProperty name="height" value="0.06" units="cm"/>
    </inkml:brush>
  </inkml:definitions>
  <inkml:trace contextRef="#ctx0" brushRef="#br0">0 0 7833,'0'8'1278,"0"-1"-861,0 1 1,0 2-1,1 1 1,2 1-70,0 2 1,2 3 0,-1 5 0,2 1 231,0 2 0,4 0 1,-4 7-1,1 1-269,0 1 1,-3 0 0,2-3 0,-2-2 103,-1-4 0,-2-3-385,-1-4 1,0-9-56,0-9 0,0-8 0,0-9 0,0-3 0,0-7-486,0-3 1,0-7-1,0-1 1,0 1 230,0 1 0,4 7 0,0-5 0,2 2 396,3 2 1,-3 8 0,1 3-1,2 5-123,0 4 1,-2 7 0,1 5 0,-1 7 626,-1 8 1,2 8-1,-3 6 1,0 3-272,0 6 0,-2-1 0,-1-1 0,0 1-531,2-1 1,-1-5 0,-3-1 0,1-3-241,3-6 0,-2-7 0,6-3-1661,0-5 1,-2-5 2082,1-11 0,1-4 0,2-9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16.433"/>
    </inkml:context>
    <inkml:brush xml:id="br0">
      <inkml:brushProperty name="width" value="0.06" units="cm"/>
      <inkml:brushProperty name="height" value="0.06" units="cm"/>
    </inkml:brush>
  </inkml:definitions>
  <inkml:trace contextRef="#ctx0" brushRef="#br0">1 0 8212,'6'5'3066,"-3"3"-2171,-2 6 1,-1 2-1,0 9 1,0 3-461,0 9 0,0 5 0,0 3 1,0 2-447,0-1 1,0-1 0,0-6 0,0-4-1268,0-6 0,0-8 0,0 0-965,0-5 2243,5-9 0,1-2 0,5-5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16.717"/>
    </inkml:context>
    <inkml:brush xml:id="br0">
      <inkml:brushProperty name="width" value="0.06" units="cm"/>
      <inkml:brushProperty name="height" value="0.06" units="cm"/>
    </inkml:brush>
  </inkml:definitions>
  <inkml:trace contextRef="#ctx0" brushRef="#br0">291 1 8117,'-11'5'333,"1"-3"1,-1 4-1,0 0 146,0 0 1,0 1-1,-1 3 1,-1 0 175,-1 1 1,-6-2-1,4 8 1,-3 0-321,1 0 0,4 1 0,-4 3 1,0 1 460,1 0 0,1-1 0,6 0-365,-1-3 1,5 1-1,2-4 1,4-2-312,4-1 1,3-2-1,7-3 1,6-4-288,4-1 0,0-2 0,5 0 0,0 0-1003,-2 0 1,6-4-1,-3-1 1170,1-1 0,4-1 0,-7-4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17.386"/>
    </inkml:context>
    <inkml:brush xml:id="br0">
      <inkml:brushProperty name="width" value="0.06" units="cm"/>
      <inkml:brushProperty name="height" value="0.06" units="cm"/>
    </inkml:brush>
  </inkml:definitions>
  <inkml:trace contextRef="#ctx0" brushRef="#br0">250 33 7765,'-7'-8'156,"-1"2"1,0 0 477,-2 0 1,2 4-1,-2-2 1,-3 3 210,-3 1 0,2 0 0,-4 3-569,-1 4 1,-2 5 0,-1 12-1,2 4 1,2 5-41,3 5 0,5-1 0,2 5 0,5 1-547,2-2 0,3-2 1,4-9-1,7-4-513,7-4 0,0-8 0,9 0 0,2-6-96,4-4 1,-4-9-1,4-6 178,0-6 742,-5-8 0,2-3 0,-5-4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17.650"/>
    </inkml:context>
    <inkml:brush xml:id="br0">
      <inkml:brushProperty name="width" value="0.06" units="cm"/>
      <inkml:brushProperty name="height" value="0.06" units="cm"/>
    </inkml:brush>
  </inkml:definitions>
  <inkml:trace contextRef="#ctx0" brushRef="#br0">174 107 7765,'-2'-11'127,"-1"2"0,-4 0 361,-3 2 1,-2 5 0,-1-2 0,-3 4 9,-1 4 0,0 6 1,-1 9-1,3 1 365,-1 2 1,8 1 0,-2 1-1,4 1-527,3-1 0,2-1 1,2-3-1,4 0-394,6-2 0,1-9 0,6 1 0,1-4 60,2-4 0,2-5 1,0-6-1,0-5-720,-3-8 1,-1-1 0,2-6 0,-3-2 219,-4-4 1,-5 1 0,-3 0 0,-2 2 606,-1 3 0,-2 10 0,-2 2 613,-3 8 1,2 5-1,-4 10-536,1 8 1,-2 5 0,3 11 0,2 2 0,1 4-515,1 3 0,0-4 0,0 1 1,0-4-1018,0-3 1,4-2 0,4-8 1344,1-5 0,7 1 0,1-9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17.969"/>
    </inkml:context>
    <inkml:brush xml:id="br0">
      <inkml:brushProperty name="width" value="0.06" units="cm"/>
      <inkml:brushProperty name="height" value="0.06" units="cm"/>
    </inkml:brush>
  </inkml:definitions>
  <inkml:trace contextRef="#ctx0" brushRef="#br0">1 215 7765,'0'-6'2947,"0"4"1,0 8-2454,0 5 1,0 7 0,0 0 0,0 4-238,0 3 0,0-1 0,0 4 0,0-1-88,0 1 0,0-5 1,0-1-403,0-7 1,0-3-1,0-3-145,0-6 0,1-9 1,2-13-1,5-7 129,1-11 0,2-2 0,0-11-355,0 2 0,4-1 1,3 3-1,3 4 636,1 4 1,3 0 0,0 14-1,-2 5 1,-3 7 325,-1 7 0,-5 18 0,3 9 0,-3 9 148,-4 9 0,0 1 1,-7 8-1,1 1-431,1-1 1,-4-3-1,2-2 1,0-7-1187,0-8 1,0-11-1,4-7-3363,1-6 4474,-3-4 0,5-10 0,-4-3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18.249"/>
    </inkml:context>
    <inkml:brush xml:id="br0">
      <inkml:brushProperty name="width" value="0.06" units="cm"/>
      <inkml:brushProperty name="height" value="0.06" units="cm"/>
    </inkml:brush>
  </inkml:definitions>
  <inkml:trace contextRef="#ctx0" brushRef="#br0">76 0 7684,'-11'0'2124,"0"0"1,4 0-1,1 2-1599,1 1 1,2 5 0,3 5-1,0 4-313,0 3 1,0 5 0,0 10 0,-2 4-433,-1 3 1,2 0 0,-4 7-1,1 0-792,0-4 1,-3-7 0,4-6 0,0-3-517,2-6 0,1-8 1528,0 0 0,5-8 0,1-2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19.134"/>
    </inkml:context>
    <inkml:brush xml:id="br0">
      <inkml:brushProperty name="width" value="0.06" units="cm"/>
      <inkml:brushProperty name="height" value="0.06" units="cm"/>
    </inkml:brush>
  </inkml:definitions>
  <inkml:trace contextRef="#ctx0" brushRef="#br0">344 33 7829,'-1'-10'584,"-1"2"0,-3 2-57,-1 1 1,-1 1 0,-5 4 0,-3 0-83,-3 0 0,-2 5 0,-3 2 1,-2 4-12,-4 4 1,1 3 0,0 7 0,2 5 41,2 5 0,2 1 0,4 5-298,4 0 0,3 2 0,4-7 0,4-2-125,6-4 0,3-5 0,6-7 0,2-4-379,4-6 0,4-3 0,3-7 1,3-6-270,-1-6 0,3-10 0,-3-5 0,-1-4 1,1-3 16,-3-3 0,-5 1 1,-2 3-1,-1 4 304,-3 2 1,-5 6 0,-2 2 416,-1 5 0,-1 10 1,-4 7-1,0 10 368,0 9 1,1 5-1,1 7 1,2 5 444,-2 4 1,0 4 0,-2-1-535,0 0 1,0 0 0,0-6-1,-2-1-81,-1 0 0,-3 2 0,-6-6 0,-3-4-142,-3-5 1,-3 4 0,-3-6 0,-2-2-336,2-4 1,-2-3-1,-1-9 1,1-2-1,-1-2-733,3-4 0,5 2 0,3-5 0,3-3-877,3-3 1,7 0 0,-1-5 1745,3-2 0,11-5 0,2-3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19.433"/>
    </inkml:context>
    <inkml:brush xml:id="br0">
      <inkml:brushProperty name="width" value="0.06" units="cm"/>
      <inkml:brushProperty name="height" value="0.06" units="cm"/>
    </inkml:brush>
  </inkml:definitions>
  <inkml:trace contextRef="#ctx0" brushRef="#br0">22 368 7704,'1'14'1148,"2"-1"-322,0 1 1,6-6 0,-2-4 0,3-3-206,1-1 0,4-10 0,2-5 1,1-10-490,0-7 0,-1-3 1,2-6-1,-2-1-59,-1 1 1,-7 5 0,-5 1 142,-3 5 0,-6 1 1,-2 7-1,-4 7 0,-3 5 402,-4 7 0,-3 6 0,1 6 0,1 4-2,1 5 0,3 8 0,-2 6 0,2 5-208,1 5 0,4 1 0,2 9 0,5 1-540,2-1 0,7-4 0,3 1 0,7-2-712,4-5 0,1-8 1,6-11-1,2-7-1124,3-9 1,-2-7-1,5-7 1,-4-9 1967,-2-7 0,-5-9 0,2-7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19.582"/>
    </inkml:context>
    <inkml:brush xml:id="br0">
      <inkml:brushProperty name="width" value="0.06" units="cm"/>
      <inkml:brushProperty name="height" value="0.06" units="cm"/>
    </inkml:brush>
  </inkml:definitions>
  <inkml:trace contextRef="#ctx0" brushRef="#br0">44 48 7704,'0'-11'-339,"0"1"0,-1-1 1545,-3 0 0,3 6 0,-4 5 0,2 7-282,-1 7 0,0 4 0,4 7 1,0 4-642,0 2 1,0 6 0,0 2-1,0 1-556,0-1 1,0-2-1,0 0 1,0-1-1046,0-1 0,0-9 0,0 2 0,-1-6 1318,-2-4 0,-3-10 0,-5 2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19.699"/>
    </inkml:context>
    <inkml:brush xml:id="br0">
      <inkml:brushProperty name="width" value="0.06" units="cm"/>
      <inkml:brushProperty name="height" value="0.06" units="cm"/>
    </inkml:brush>
  </inkml:definitions>
  <inkml:trace contextRef="#ctx0" brushRef="#br0">1 336 7704,'0'-10'1800,"0"-1"-805,0 0 0,2-1 0,5-3 0,9-3-326,7-2 1,6-5-1,7-2 1,4 0-971,2-4 1,1 5-1,-1 1 1,-1 3 493,-1 4-193,-5 2 0,2 5 0,-5 1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0.483"/>
    </inkml:context>
    <inkml:brush xml:id="br0">
      <inkml:brushProperty name="width" value="0.06" units="cm"/>
      <inkml:brushProperty name="height" value="0.06" units="cm"/>
    </inkml:brush>
  </inkml:definitions>
  <inkml:trace contextRef="#ctx0" brushRef="#br0">41 96 7601,'-3'-7'185,"-1"0"0,-3 3 0,3-3 0,1-2 690,-2 0 0,4 2 834,-3-1-1358,-2 6 1,5 3 0,-2 10 0,5 7-1,3 6-30,1 5 1,1 5 0,4 4-345,-1 5 0,0 8 0,-2 1 1,-2 2-1,1 1-108,-1-2 1,-4-11 0,2-3 0,-3-8-315,-1-5 1,-1-13 0,-3-7 0,-2-9 83,0-7 1,-4-9 0,3-8-1,-3-9 124,0-9 1,4-1 0,2-13 0,3-1 144,1 2 0,0 6 0,0 3 128,0 5 0,9 1 0,6 10 0,3 7 0,2 5 494,2 7 1,-2 6 0,8 6-302,-1 4 1,-3 6 0,-6 6 0,-4 4 0,-2 4 424,-1 3 0,-5 0 0,-2 7-268,-3 1 1,-2 5 0,-3-2 0,-3 0 0,-4 4-120,-3-1 1,-1-6 0,-4-3-447,0-6 1,-7 0 0,6-7 0,-1-1 0,1-6-862,4-5 0,3-4 1,2-1-991,0 0 0,5-4 2030,3-4 0,6-6 0,3-3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0.866"/>
    </inkml:context>
    <inkml:brush xml:id="br0">
      <inkml:brushProperty name="width" value="0.06" units="cm"/>
      <inkml:brushProperty name="height" value="0.06" units="cm"/>
    </inkml:brush>
  </inkml:definitions>
  <inkml:trace contextRef="#ctx0" brushRef="#br0">12 108 7932,'11'0'156,"-4"5"0,0 1 0,1 1 142,2 0 1,-3 4 0,-1 5 0,0 2 580,0 5 0,-2 0 1,2 4-1,-1 2-528,-3 2 0,-1-3 0,-1 6 0,0-2-518,0-2 0,0-4 0,0-2 0,0-5-366,0-4 1,-1-8 0,-2-4-35,-5-1 1,-1-12 0,-2-5 0,0-4 178,0-2 1,0-6 0,2-2-1,0-2 369,2-2 1,5 5 0,-2-1-1,3-1 178,1-2 0,0 5 0,1 0 0,3 2 19,3 0 0,7-2 1,4 4-1,3 0 409,1 3 0,0 9 0,3 1 0,0 4-90,-1 4 0,-2 7 0,-4 6 0,-4 5 16,-2 5 1,-2 5 0,-3 2 0,-3 1-211,-3 0 1,-1 0-1,-1 2 1,-3-1-108,-3-1 1,-3-4 0,-1 3 0,0-3-739,1-4 1,-1 0 0,0-5-1,1-2-4966,3-3 1771,-3-7 3737,9-4 0,-4-11 0,5-6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1.133"/>
    </inkml:context>
    <inkml:brush xml:id="br0">
      <inkml:brushProperty name="width" value="0.06" units="cm"/>
      <inkml:brushProperty name="height" value="0.06" units="cm"/>
    </inkml:brush>
  </inkml:definitions>
  <inkml:trace contextRef="#ctx0" brushRef="#br0">77 33 6903,'-4'14'0,"-1"3"938,-1 3 1,-1 1 0,-4 8 0,0 2-111,0 4 1,2 4 0,2 1 0,3-2-215,3-6 1,2-8-1,3-2 1,4-8-510,5-5 0,0-5 0,5-9 1,2-7-363,0-9 1,2-3 0,-2-7 0,0-3 15,-2 0 1,-6-3 0,0 1-1,-5 1 27,-2 1 1,-2 9-1,-4 2 1,-2 3 200,-5 4 0,-5 3 0,-3 3 0,0 3-127,-4 3 1,3 3 0,-1 1-1,0 1-890,2 3 1,0 2 0,6 5-125,3 0 1154,2 0 0,5-1 0,0 1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1.516"/>
    </inkml:context>
    <inkml:brush xml:id="br0">
      <inkml:brushProperty name="width" value="0.06" units="cm"/>
      <inkml:brushProperty name="height" value="0.06" units="cm"/>
    </inkml:brush>
  </inkml:definitions>
  <inkml:trace contextRef="#ctx0" brushRef="#br0">325 53 7824,'-4'-9'185,"-4"1"0,-3-1 0,-2 3 1,-2-1 450,-2-1 0,2 6 0,-3-2 0,0 4-2,1 4 0,-2 2 1,5 5-1,0 1-7,2 2 1,6 4 0,3 6 0,3 3-379,3 1 0,3-3 0,6 4 0,3 1-243,3 1 0,4-2 1,0-1-1,2-1 113,1 1 1,-9-3-1,4 3 1,-6 0-220,-4-1 1,-7-3 0,1 2 0,-4-2 80,-4 1 1,-4-6 0,-9 1-109,-5-7 0,-6-1 1,-1-7-1,-3-1 1,0 1-909,-1-2 1,4-8 0,2-5 1034,0-3 0,2-11 0,3 1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2.165"/>
    </inkml:context>
    <inkml:brush xml:id="br0">
      <inkml:brushProperty name="width" value="0.06" units="cm"/>
      <inkml:brushProperty name="height" value="0.06" units="cm"/>
    </inkml:brush>
  </inkml:definitions>
  <inkml:trace contextRef="#ctx0" brushRef="#br0">151 81 7752,'11'-5'-1430,"-4"4"2102,0-2 1,-4-3-1,-1-2 40,-4-1 1,-1-1-1,-4 3 1,-2 2-355,-5 0 0,1 4 1,-4-1-1,0 4 207,1 5 0,1 8 1,-2 2-257,2-1 0,1 8 1,6-2-1,2 2-248,1 3 1,3-4 0,5 2 0,5-2 0,4-4-436,6-5 1,1-4 0,9-10 0,-1-2 254,1-6 1,-4-8 0,1-13 0,-2-3-383,-1 0 0,-4-1 1,-1 1 438,-2-1 1,-5 7 0,-6 4 525,-3 7 1,-1 9-1,-1 6 1,-2 7-160,0 6 1,-1 9 0,4 7 0,0 2-334,0 1 0,0 1 0,0-2 0,1-2-991,3-4 0,2-4 1,5-7-1,1-7 5,2-4 1,-1-10 0,4-9 0,0-12 1013,0-9 0,-4-5 0,3-1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2.297"/>
    </inkml:context>
    <inkml:brush xml:id="br0">
      <inkml:brushProperty name="width" value="0.06" units="cm"/>
      <inkml:brushProperty name="height" value="0.06" units="cm"/>
    </inkml:brush>
  </inkml:definitions>
  <inkml:trace contextRef="#ctx0" brushRef="#br0">1 17 7296,'0'-8'147,"0"1"0,0 6 1,0 1-1,0 7 1196,0 6 1,5 9 0,2 7 0,2 5-980,2 5 1,0 2 0,0 9 0,1 0-587,2 3 0,-2-6 0,3 4 0,-4-7-1313,-4-4 1,1-12 1534,-4-10 0,0-5 0,-4-2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2.431"/>
    </inkml:context>
    <inkml:brush xml:id="br0">
      <inkml:brushProperty name="width" value="0.06" units="cm"/>
      <inkml:brushProperty name="height" value="0.06" units="cm"/>
    </inkml:brush>
  </inkml:definitions>
  <inkml:trace contextRef="#ctx0" brushRef="#br0">1 130 7968,'0'-11'1511,"0"0"-1062,0 1 0,1 2 0,3 2 0,3 0-258,2 0 0,6-1 0,1-3 1,0 2 54,4 1-246,0 0 0,11-9 0,3-1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2.615"/>
    </inkml:context>
    <inkml:brush xml:id="br0">
      <inkml:brushProperty name="width" value="0.06" units="cm"/>
      <inkml:brushProperty name="height" value="0.06" units="cm"/>
    </inkml:brush>
  </inkml:definitions>
  <inkml:trace contextRef="#ctx0" brushRef="#br0">22 0 8135,'-6'11'0,"2"0"815,-1 0 0,4 1 1,-3 2-269,3 4 0,1 3 0,0 2 0,1 2 0,1 5-294,2 5 0,4 0 1,-2 5-1,2 0-216,-1 3 1,-4-4-1,3-1 1,-1-4-1225,-2-2 1,-2-11 1186,-1 1 0,-5-7 0,-1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2.747"/>
    </inkml:context>
    <inkml:brush xml:id="br0">
      <inkml:brushProperty name="width" value="0.06" units="cm"/>
      <inkml:brushProperty name="height" value="0.06" units="cm"/>
    </inkml:brush>
  </inkml:definitions>
  <inkml:trace contextRef="#ctx0" brushRef="#br0">10 119 8044,'0'-10'764,"-1"0"1,-2 2 0,0 0-84,0 0 1,3 2-1,4-1-565,3-2 0,4 3 0,3 0 1,4 0-826,3 0 1,0 3 0,1-4-1,1 3 709,2 1 0,3-3 0,4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3.049"/>
    </inkml:context>
    <inkml:brush xml:id="br0">
      <inkml:brushProperty name="width" value="0.06" units="cm"/>
      <inkml:brushProperty name="height" value="0.06" units="cm"/>
    </inkml:brush>
  </inkml:definitions>
  <inkml:trace contextRef="#ctx0" brushRef="#br0">109 38 7752,'-12'5'128,"-3"2"1,5 0-1,-3 3 1,1 2 605,4 0 1,-3 1 0,5 0-1,-1 3-317,-1 1 1,6-3 0,-2 3 0,3-1-28,1-3 0,5-2 1,2-4-523,3-3 1,4-3 0,1-2 0,-2-4-51,-1-6 0,-1-5 0,0-7 0,0-1-212,-1-1 1,0 0 0,-2 4 0,-2 2 557,-1 1 0,0 5 0,-2-2 674,0 3 0,1 7-733,-4 5 1,0 10 0,0 9 0,0 4-267,0 2 1,0 2 0,0-3 0,1 1-584,3-1 1,-2-6 0,5-3 0,3-4-446,3-4 0,0-2 0,5-6 1189,2-3 0,0-8 0,2-9 0,-1-3 0,6-6 0,1 3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3.231"/>
    </inkml:context>
    <inkml:brush xml:id="br0">
      <inkml:brushProperty name="width" value="0.06" units="cm"/>
      <inkml:brushProperty name="height" value="0.06" units="cm"/>
    </inkml:brush>
  </inkml:definitions>
  <inkml:trace contextRef="#ctx0" brushRef="#br0">161 20 8064,'-12'-7'664,"-3"0"0,3 4 0,-2 1 0,0 4 267,0 5 1,2 4 0,-3 4 0,3 4-69,2 5 0,2 0 0,2 5 1,0 1-456,0 1 0,4 2 0,-1-1 0,6 2-615,4 2 0,3-6 1,1 2-1,1-5-716,2-3 1,3-6 0,5-4-1,0-7-539,4-7 1,-3-7-1,2-10 1,-1-6 1461,1-4 0,-2-1 0,4-5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3.382"/>
    </inkml:context>
    <inkml:brush xml:id="br0">
      <inkml:brushProperty name="width" value="0.06" units="cm"/>
      <inkml:brushProperty name="height" value="0.06" units="cm"/>
    </inkml:brush>
  </inkml:definitions>
  <inkml:trace contextRef="#ctx0" brushRef="#br0">55 10 8324,'-5'-6'1347,"-2"3"1,1 6 0,0 5 0,0 2-476,0 5 1,2 3-1,-2 7 1,1 5-1051,3 5 0,1 0 0,1 2 1,0-2-676,0-3 1,1-7 0,3 0 0,3-3-1454,3-4 2306,0-7 0,6-6 0,1-5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3.615"/>
    </inkml:context>
    <inkml:brush xml:id="br0">
      <inkml:brushProperty name="width" value="0.06" units="cm"/>
      <inkml:brushProperty name="height" value="0.06" units="cm"/>
    </inkml:brush>
  </inkml:definitions>
  <inkml:trace contextRef="#ctx0" brushRef="#br0">226 0 7736,'-10'0'565,"-1"0"1,2 0 0,-2 0 154,-4 0 1,0 4 0,1 1-1,1 1-132,-2 2 1,3 2-1,-3 2 1,0 1 21,1 1 1,-1 4-1,6-2 1,0 0-251,2-1 0,3 3 1,-2-3-1,1-1 376,3 2 1,2-4-1,5 2-986,6-2 0,1-6 0,6-2 0,1-3-1266,2-1 1,1-5 0,2-2-1,3-2-3760,1-2 5276,-4 0 0,7 0 0,-3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3.722"/>
    </inkml:context>
    <inkml:brush xml:id="br0">
      <inkml:brushProperty name="width" value="0.06" units="cm"/>
      <inkml:brushProperty name="height" value="0.06" units="cm"/>
    </inkml:brush>
  </inkml:definitions>
  <inkml:trace contextRef="#ctx0" brushRef="#br0">22 0 7736,'-4'11'0,"0"0"-81,-2 0 0,3-4-430,0 0 511,1-4 0,2 1 0,0-4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4.513"/>
    </inkml:context>
    <inkml:brush xml:id="br0">
      <inkml:brushProperty name="width" value="0.06" units="cm"/>
      <inkml:brushProperty name="height" value="0.06" units="cm"/>
    </inkml:brush>
  </inkml:definitions>
  <inkml:trace contextRef="#ctx0" brushRef="#br0">228 97 7812,'-11'-21'178,"-1"7"1,-1-7 0,-3 4 274,-1 4 0,4 6 0,-3 3 1,2 4 42,-1 4 0,1 3 1,3 8-1,1 5-96,3 8 0,2-2 0,5 10 0,0 3-62,0 2 0,5-5 0,2-1 1,3 0-81,1-2 1,3 1-1,1-3 1,-2-2-180,-1-3 1,-1-2-1,-1 0 1,-2 1-34,-1-1 0,-4-5 1,-1-2-1,-4-1-186,-6-3 1,-2-1-1,-4-1 1,-1-1-372,-2-3 1,-1-1 0,-3-4 0,2 2-72,1-2 0,5-2 0,0-3 582,4-5 0,4-6 0,5-3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4.764"/>
    </inkml:context>
    <inkml:brush xml:id="br0">
      <inkml:brushProperty name="width" value="0.06" units="cm"/>
      <inkml:brushProperty name="height" value="0.06" units="cm"/>
    </inkml:brush>
  </inkml:definitions>
  <inkml:trace contextRef="#ctx0" brushRef="#br0">86 193 8169,'15'0'0,"0"0"588,2 0 0,-4 0 1,2 0-1,-3 0-30,-1 0 1,-1-5-1,1-1 1,-1-3-193,-3-1 1,2 0 0,-6-8 0,0-1-203,-2-2 1,-6 2 0,-3 0 0,-6-1 64,-4 5 0,1 3 0,-1 4 0,-1 6 20,-1 4 0,2 6 1,-1 6-1,1 5-31,2 5 1,0 4 0,6 3 0,2 0 8,1-3 0,4 1 0,0 3 0,3-2-1429,3-1 1,4-5 0,8 0 0,4-4-32,5-2 0,0-9 0,4-2 1233,-2-5 0,9-11 0,-1-3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5.046"/>
    </inkml:context>
    <inkml:brush xml:id="br0">
      <inkml:brushProperty name="width" value="0.06" units="cm"/>
      <inkml:brushProperty name="height" value="0.06" units="cm"/>
    </inkml:brush>
  </inkml:definitions>
  <inkml:trace contextRef="#ctx0" brushRef="#br0">22 218 7866,'-10'4'1677,"3"4"-830,4 1 0,1 2 1,2 1-1,0 2-451,0 5 0,0-1 1,0 3-1,0 5-207,0 0 1,0 5 0,0-3 0,0 1-252,0 0 0,4-6 0,0-2 0,-2-4-57,-1-1 50,-1-9 1,0-7-1,0-14 1,0-7 100,0-4 1,1-4 0,2-6-1,2-2-58,1-2 0,1 3 0,4-2 0,0 0-296,-1 3 1,5 2 0,0 0 0,2 1-602,3-1 0,-4 5 0,3 4 0,-1 5-1590,-2 5 2513,5 7 0,-9-3 0,4 4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5.296"/>
    </inkml:context>
    <inkml:brush xml:id="br0">
      <inkml:brushProperty name="width" value="0.06" units="cm"/>
      <inkml:brushProperty name="height" value="0.06" units="cm"/>
    </inkml:brush>
  </inkml:definitions>
  <inkml:trace contextRef="#ctx0" brushRef="#br0">1 142 7893,'3'18'368,"1"0"0,-1-2 0,-3 4 0,0-1 100,0 4 0,0-4 0,0 5 0,2 0-78,1-1 1,-2 0 0,4-3-1,-1-1 195,-1-5 0,2-2-491,-1-1 1,1-8-1,3-6 1,-1-10 0,-4-8 0,0-3 0,0-2-17,0-2 0,-1 0 0,1-1 0,0 3-363,0-1 1,0 7-1,3-4 1,0 1-270,0 4 0,-3-3 0,4 4 0,2-1-473,1 1 1,0 0 0,1 6-1,0 3 1027,0 3 0,0-2 0,0 2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5.529"/>
    </inkml:context>
    <inkml:brush xml:id="br0">
      <inkml:brushProperty name="width" value="0.06" units="cm"/>
      <inkml:brushProperty name="height" value="0.06" units="cm"/>
    </inkml:brush>
  </inkml:definitions>
  <inkml:trace contextRef="#ctx0" brushRef="#br0">64 205 8093,'6'17'797,"4"-1"1,-3-5-111,3 0 0,1-5 0,-1-3-387,1-2 1,0-9 0,-1-4-1,-2-4-147,-1-3 0,-4-3 1,0-2-1,-1-2-82,-2-2 0,-2 4 1,-1-1-1,-5 2 227,-1 1 1,-6 10 0,0 5-1,-1 6-65,0 4 0,-2 6 0,4 8 0,1 5 65,1 5 0,2 3 1,2 5-1,2 1-288,1-1 1,2-5 0,7-2-603,3-2 1,3 2 0,2-5 0,2-5 0,4-4-4490,3-4 5081,1-6 0,4 0 0,2-4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5.798"/>
    </inkml:context>
    <inkml:brush xml:id="br0">
      <inkml:brushProperty name="width" value="0.06" units="cm"/>
      <inkml:brushProperty name="height" value="0.06" units="cm"/>
    </inkml:brush>
  </inkml:definitions>
  <inkml:trace contextRef="#ctx0" brushRef="#br0">87 130 7866,'0'11'855,"0"0"1,0 0-346,0-1 1,0 1 0,0 0 0,0 1 211,0 2 0,0 0 0,0 4 1,0 1-444,0 2 0,-4 0 0,1 1 1,-1-1-338,-1 1 0,3-4 1,-4 0-1,0 0-79,0-1 1,0-5 0,-3-6 0,2-1-17,-1-3 1,2-2 0,0-4 0,1-7 123,3-6 0,0-5 1,4-2-1,1-2 160,4-2 0,3 3 0,2-3 1,1 2-351,2 2 0,3-3 1,-3 2-1,2 0-793,3-2 1,0 8 0,0-3 0,1 2-1196,1-1 2207,-8 4 0,16-3 0,-7 3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6.582"/>
    </inkml:context>
    <inkml:brush xml:id="br0">
      <inkml:brushProperty name="width" value="0.06" units="cm"/>
      <inkml:brushProperty name="height" value="0.06" units="cm"/>
    </inkml:brush>
  </inkml:definitions>
  <inkml:trace contextRef="#ctx0" brushRef="#br0">0 15 7759,'0'-7'1191,"0"0"0,0 7-669,0 3 1,0 4 0,2 13 0,0 1-232,2 3 0,0 8 0,-1-1 1,0 6-144,0 5 0,-2-4 0,-1 5 0,1-1-144,3 0 1,-3-2 0,3-3 0,-3-2 245,-1-3 1,0-7-1708,0 0 1127,5-12 0,-3-9 0,4-15 0,0-7 1,0-6-12,3-5 1,-3-2 0,1 0 0,1-1 30,2 0 1,2 5 0,1-4-1,2 3 341,-2 4 1,-1 5-1,-1 3 1,-1 4 590,1 6 1,0 4 0,-1 4-292,-3 5 1,1 6 0,-4 9 0,-2 4-125,0 3 1,-2 1-1,0 0 1,0-3 0,0 0-88,0-3 1,4-5 0,4-2-1384,1-1 0,2-7 0,1-5 1,1-4 108,2-4 1,4-3 1153,-1-7 0,3-8 0,0-6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6.898"/>
    </inkml:context>
    <inkml:brush xml:id="br0">
      <inkml:brushProperty name="width" value="0.06" units="cm"/>
      <inkml:brushProperty name="height" value="0.06" units="cm"/>
    </inkml:brush>
  </inkml:definitions>
  <inkml:trace contextRef="#ctx0" brushRef="#br0">196 122 7709,'-11'-17'505,"0"3"0,0 5 0,1 3 222,-1 1 1,-1 3-1,-1 7 1,-3 4-280,-1 5 0,4 6 1,-2 0-1,3 5-102,1-1 0,1 2 0,0-1 1,3 1-80,3 0 1,3-7 0,2 3 0,3-3-412,3-2 1,6-2-1,3-8 1,1-4-245,2-1 0,1-7 0,1-4 0,-2-5-44,-1-8 1,0-5-1,3-8 1,-2-3 164,-1 0 1,-7 3 0,1-1 0,-1 2 326,-3 2 1,-4 4 296,-1 3 0,-1 13 0,-4 9 0,0 13-86,-2 10 0,0 7 0,1 5 1,0 1-110,0-1 1,2 1 0,1-3-1,1-2-949,3-3 0,-1-9 1,7 2-1,2-6-268,0-5 1,5-2 0,0-8-1,1-3-400,0-5 1455,-5-7 0,12-3 0,-2-7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7.080"/>
    </inkml:context>
    <inkml:brush xml:id="br0">
      <inkml:brushProperty name="width" value="0.06" units="cm"/>
      <inkml:brushProperty name="height" value="0.06" units="cm"/>
    </inkml:brush>
  </inkml:definitions>
  <inkml:trace contextRef="#ctx0" brushRef="#br0">163 11 7835,'-11'-3'286,"0"-1"1,0 1 0,1 4-1,-2 2 457,-3 5 1,3 2-1,-2 4 1,0 2-218,0 5 0,6 3 0,-3 9 0,2-1 93,3 1 0,1-3 0,5 0 0,0 1-570,0-1 0,5-7 0,2-1 0,4-3-609,4-3 0,0-9 0,5 2 0,-2-3-450,1-3 0,3-8 0,2-5 0,1-4-406,-1-3 1416,-1-6 0,3-4 0,2-6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7.247"/>
    </inkml:context>
    <inkml:brush xml:id="br0">
      <inkml:brushProperty name="width" value="0.06" units="cm"/>
      <inkml:brushProperty name="height" value="0.06" units="cm"/>
    </inkml:brush>
  </inkml:definitions>
  <inkml:trace contextRef="#ctx0" brushRef="#br0">44 19 7835,'0'-10'838,"-2"4"0,0 3 1,-2 7 107,2 7 1,-3 2 0,2 7 0,0 4-530,2 3 0,-3 0 0,1 4 0,0-1-359,2 3 1,-3-4-1,1 4 1,0-3-471,2-2 0,1-2 0,0-6 0,1-1-1482,3-5 1,2-7-1,5-3 1894,0-3 0,4-6 0,2-1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7.531"/>
    </inkml:context>
    <inkml:brush xml:id="br0">
      <inkml:brushProperty name="width" value="0.06" units="cm"/>
      <inkml:brushProperty name="height" value="0.06" units="cm"/>
    </inkml:brush>
  </inkml:definitions>
  <inkml:trace contextRef="#ctx0" brushRef="#br0">150 0 7835,'-7'0'0,"-1"0"581,0 0 0,2 0 1,-1 2 768,-2 1 1,0 0 0,-2 4-869,0 1 0,1-1 0,2 3 0,2 2 11,1 0 0,-3 1 0,2 1 1,-2 1-196,1 2 0,5 1 1,-2 3-1,2-2-115,-2-1 1,3-5-1,-2 2 1,5-3-657,1-1 0,6-1 1,-2 0-1,3-3-305,0-3 1,1-3 0,1-1-1,2 0-821,0 0 0,2-5 1,-3-3 1131,1-5 0,4 0 1,-3-1 466,-2 2 0,-1-4 0,-1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7.763"/>
    </inkml:context>
    <inkml:brush xml:id="br0">
      <inkml:brushProperty name="width" value="0.06" units="cm"/>
      <inkml:brushProperty name="height" value="0.06" units="cm"/>
    </inkml:brush>
  </inkml:definitions>
  <inkml:trace contextRef="#ctx0" brushRef="#br0">65 87 9156,'8'6'780,"-1"-2"1,-4-3 0,3-2 0,0-3-733,0-3 1,-2-3-1,2 0 1,-1-1 65,-3 0 1,1 4-1,-1-1 1,2 0-157,-2-2 1,-2 4 0,-3 3 173,-5 2 1,-1 2 0,-3 4-1,-2 5 305,0 7 0,0 4 1,3 2-1,0 1-515,0 1 1,1 5 0,3-2-1,4 1-7,1-1 0,4-3 0,2-1 0,6-5-436,3-5 0,7-6 0,-2-5-667,2-2 1,2-7 0,-1-5 1187,1-5 0,0-10 0,-1-1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8.063"/>
    </inkml:context>
    <inkml:brush xml:id="br0">
      <inkml:brushProperty name="width" value="0.06" units="cm"/>
      <inkml:brushProperty name="height" value="0.06" units="cm"/>
    </inkml:brush>
  </inkml:definitions>
  <inkml:trace contextRef="#ctx0" brushRef="#br0">162 27 7816,'0'-11'1085,"0"0"1,0 7 0,0 4-412,0 6 0,-1 8 0,-2 4 0,0 4-275,0 3 0,2 1 1,1 3-1,0-3-120,0-3 1,1-2 0,2 0 0,0-2-375,0-1 0,-2-8 0,-1 0 0,0 0-92,0 0 1,-1-3 0,-3 0 0,-3 2-131,-3 0 1,-2 2-1,-1 0 1,-3 1 165,-1 2 0,3 0 1,-3 2-1,1 1 275,3 0 1,5-2 0,2 1 0,1 0 449,3-3 0,2-1 0,3-2 0,4-2-564,3 0 0,4-6 0,2 0 0,1-4-341,2-5 1,-2-8 0,0-3 0,0-2 46,0-2 1,-4-1-1,1-1 1,-2-2 283,-1-2 0,0 4 0,0-2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8.864"/>
    </inkml:context>
    <inkml:brush xml:id="br0">
      <inkml:brushProperty name="width" value="0.06" units="cm"/>
      <inkml:brushProperty name="height" value="0.06" units="cm"/>
    </inkml:brush>
  </inkml:definitions>
  <inkml:trace contextRef="#ctx0" brushRef="#br0">96 69 7764,'0'-7'881,"0"0"1,0 3-266,0-3 0,-5 3 0,-2-2-276,-3 2 1,-1 2-1,1 8 1,-1 8-94,0 5 0,4 6 0,1 11 0,0 5 48,0 5 1,3-4 0,1 3-247,4-3 0,4 1 0,6-8 1,2-6-1,1-9-132,2-8 1,-2-9-1,3-4 1,1-10-556,1-10 0,-3-6 0,-2-10 0,-3-3 343,-2-6 1,0 0 0,-2-3 0,-1 1 194,-3 2 1,0 10-1,-4 6 1,0 6 621,0 7 1,0 11 0,0 9-173,0 11 1,0 5 0,0 4-462,0 2 0,4 3 1,0 4-1,2 1 1,4-1-652,3 1 1,-3-9 0,3-4-1,2-2-308,0-1 0,0-7 1070,3 1 0,-5-8 0,3 2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9.181"/>
    </inkml:context>
    <inkml:brush xml:id="br0">
      <inkml:brushProperty name="width" value="0.06" units="cm"/>
      <inkml:brushProperty name="height" value="0.06" units="cm"/>
    </inkml:brush>
  </inkml:definitions>
  <inkml:trace contextRef="#ctx0" brushRef="#br0">22 201 7836,'-6'11'524,"2"0"1,2 0 0,-1 0 0,0 1 3,0 2 0,2 3 0,1 5 0,1-1-185,3 1 1,-2 1 0,5 1 0,-1 1-150,0-1 1,-3-1-1,3-2 1,-1-3-128,-3-4 1,1-7 0,0-3-347,5-3 1,-4-8-1,0-6 1,-2-10-161,2-7 0,-2-5 0,4-8 0,1-2-43,-1-2 1,-3 3 0,4-3 0,1 2 262,-2 2 1,3 8 0,-2 5 0,3 6 363,1 7 1,0 8 0,-2 9-1,0 10 608,-2 12 1,-3 8 0,2 6-372,-2 4 1,0 4-1,-4 1 1,0-4-1,1-3-343,3-3 0,-3-2 1,3-6-1,-2-4-263,2-4 0,-2-10 0,5-2 224,2-5 0,0-16 0,2-4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29.513"/>
    </inkml:context>
    <inkml:brush xml:id="br0">
      <inkml:brushProperty name="width" value="0.06" units="cm"/>
      <inkml:brushProperty name="height" value="0.06" units="cm"/>
    </inkml:brush>
  </inkml:definitions>
  <inkml:trace contextRef="#ctx0" brushRef="#br0">76 1 8163,'0'17'398,"0"1"0,1-3 0,2 5 289,0-1 1,4 5-1,-2 4 1,1 1-78,3-1 1,0 1-1,2 3 1,0-2-327,0-1 0,-4-9 1,0 0-822,2-3 160,-5-7 0,-4-6 1,-7-7-1,-4 0-117,-3 0 1,1 2 0,-5 1 0,0 0 71,1 0 1,-3 1-1,6 2 1,1 3 804,1 3 0,2 0 0,3 6 0,3 0 406,3-1 0,1 4 0,1-3-420,3-2 0,2-1 0,6-2 1,1-3-1,3-4-378,1-1 0,-4-2 0,3-2 0,-2-1-593,0-4 0,1-4 1,-4-3-1,0 0-904,-1 1 0,-2-3 0,-2 2 1506,-2 0 0,5-2 0,-3-1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30.396"/>
    </inkml:context>
    <inkml:brush xml:id="br0">
      <inkml:brushProperty name="width" value="0.06" units="cm"/>
      <inkml:brushProperty name="height" value="0.06" units="cm"/>
    </inkml:brush>
  </inkml:definitions>
  <inkml:trace contextRef="#ctx0" brushRef="#br0">87 170 7340,'-5'-6'-402,"3"-2"1,-4 3-1,0 0 402,0 0 0,2-3 0,-3 1 0,-1-3 0,3 3 0,0 1 0,1 0 0,1 0 0,-4 2 0,3-3 0,2-2 0,-1 3 0,1-1 0,-2-1 219,2-2 0,1 3 839,1 0-322,0-1 1,1 2 0,1 4-94,2 4 1,3 6 0,-3 6 0,-1 5-325,2 5 1,-3 5-1,4 6 1,0 3-230,0 0 1,-2-2-1,2 3 1,-1-1-56,-3 1 0,3-7 0,-1 2 0,-2-3-8,-1-4 1,-1-12-406,0-4 0,0-12 1,0-4-1,2-8 0,0-10-16,2-8 0,-1-4 0,-2-7 1,2-3 142,0 1 0,6-1 0,-3 3 0,2 1 151,3 1 1,-6 9 0,6 1 0,-2 6 240,1 7 1,1 9 0,0 6 169,0 8 0,-4 8 0,-1 11 0,0 4-145,0 2 0,-3 2 1,3-2-354,-1-2 0,2 1 0,-2-4 0,1 0-86,3-3 0,0-1 0,2-8 1,0-5-1,1-4-2931,2-4 3204,-1-6 0,7-5 0,-3-7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30.595"/>
    </inkml:context>
    <inkml:brush xml:id="br0">
      <inkml:brushProperty name="width" value="0.06" units="cm"/>
      <inkml:brushProperty name="height" value="0.06" units="cm"/>
    </inkml:brush>
  </inkml:definitions>
  <inkml:trace contextRef="#ctx0" brushRef="#br0">65 0 7876,'-6'11'711,"-3"0"0,1 1 0,0 2-3,1 4 1,-3 4 0,4 2 0,0 3-79,3 0 0,1 1 0,2 1 1,2-4-580,1-2 1,3-6-1,6-4 1,1-4-205,2-6 0,4-3 0,-2-5 0,1-5-172,0-7 1,-5-9 0,2-2 0,-4-5-166,-4-3 1,-2 6 0,-7-1-1,-1 4 132,-4 7 1,-4 3-1,-2 7 1,-3 3-618,-1 3 1,-1 4 974,-4 4 0,1 2 0,-1 5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31.446"/>
    </inkml:context>
    <inkml:brush xml:id="br0">
      <inkml:brushProperty name="width" value="0.06" units="cm"/>
      <inkml:brushProperty name="height" value="0.06" units="cm"/>
    </inkml:brush>
  </inkml:definitions>
  <inkml:trace contextRef="#ctx0" brushRef="#br0">11 152 7534,'0'-11'637,"-1"0"-341,-3 0 0,3 1 1,-3-1-1,3 0 1,1 0 35,0 0 1,0 0 0,1 1 0,2-1-165,0 0 1,2 4 0,-1 1-170,3 1 0,3 1 0,0 4 0,1 0-264,0 0 1,1 5 0,1 2-81,2 3 0,-1 1 1,-2 1-1,0 1 0,2 2-593,-1-2 0,-7-1 938,5-1 0,-3 4 0,3 2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32.229"/>
    </inkml:context>
    <inkml:brush xml:id="br0">
      <inkml:brushProperty name="width" value="0.06" units="cm"/>
      <inkml:brushProperty name="height" value="0.06" units="cm"/>
    </inkml:brush>
  </inkml:definitions>
  <inkml:trace contextRef="#ctx0" brushRef="#br0">142 88 7893,'-8'0'59,"1"0"1,-1 0 239,-2 0 0,-1 0 0,0 0 72,1 0 1,-1 1-1,0 2 1,0 6 205,0 4 0,0 5 0,2 6 0,2 4-267,3 3 1,3-3-1,2 7 1,3 0-210,3-2 1,7-7 0,3-6 0,2-3 23,3-4 0,-1-6 0,5-4 0,-1-7-728,-1-7 1,-7-9-1,5-9 1,-3-3 125,-2-5 1,-6 1 0,-8-5 347,-1 0 0,-5-2 1,-3 8-1,-6 4 1,-5 6 286,-6 5 0,1 6 0,-6 7-209,1 3 0,3 3 0,5 2 0,2 3 0,3 3-692,4 3 1,1 4-1,5 1 1,3-1-969,3 2 1711,4-4 0,10 3 0,1-4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32.579"/>
    </inkml:context>
    <inkml:brush xml:id="br0">
      <inkml:brushProperty name="width" value="0.06" units="cm"/>
      <inkml:brushProperty name="height" value="0.06" units="cm"/>
    </inkml:brush>
  </inkml:definitions>
  <inkml:trace contextRef="#ctx0" brushRef="#br0">33 95 7973,'-3'18'100,"-1"0"0,-3-2 0,2 5 0,0 1 373,0 1 0,2 1 0,3 0 0,0 3 213,0 1 0,0-4 1,0 1-1,0-2-422,0-2 1,1-3 0,1-1 0,3-1-198,1-3 1,-3-4-1,1-3 58,1-2 1,-2-5 0,3-6 0,-2-4-640,-1-3 0,2-4 0,0-8 0,-1-2 154,1-4 1,4 0 0,-2-1-1,2 1 276,2-1 1,0 1 0,0-1 0,0 2 65,0 2 0,-1 3 0,1 4 0,0 1 197,0 3 0,0 8 1,-2 7-1,0 7 458,-2 7 1,-3 10 0,2 12 0,-2 7-566,-1 5 0,-2-3 0,-1 3 0,0-2-325,0-2 0,0-8 0,0-2 0,0-3-134,0-4 0,5-11-3266,2-6 3653,-2-9 0,5-4 0,-4-5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32.828"/>
    </inkml:context>
    <inkml:brush xml:id="br0">
      <inkml:brushProperty name="width" value="0.06" units="cm"/>
      <inkml:brushProperty name="height" value="0.06" units="cm"/>
    </inkml:brush>
  </inkml:definitions>
  <inkml:trace contextRef="#ctx0" brushRef="#br0">33 281 7893,'11'0'161,"0"0"1,-4 2-1,1 0 1,0 2 492,2-2 0,2-2 0,1-2 0,1-4-203,0-4 0,-1 0 0,-1-8 0,0-1-320,-3-1 0,-1-3 0,0-3 1,-2-1 1,-1-1 0,-3-2 1,-5 6-1,-6 3-76,-4 6 0,-1 8 0,-6 3 0,0 5 119,1 6 1,-1 5 0,0 11 0,1 4 214,1 5 1,6 1 0,0 4 0,4 0 55,4 3 1,0-1-1,6-2 1,6-2-389,6-4 1,6-6-1,6-2 1,3-7-1012,2-9 0,5-6 0,1-4 0,2-7-1520,2-7 2472,-4-1 0,10-13 0,-2 3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33.545"/>
    </inkml:context>
    <inkml:brush xml:id="br0">
      <inkml:brushProperty name="width" value="0.06" units="cm"/>
      <inkml:brushProperty name="height" value="0.06" units="cm"/>
    </inkml:brush>
  </inkml:definitions>
  <inkml:trace contextRef="#ctx0" brushRef="#br0">174 120 7799,'7'-17'0,"-1"2"179,-1 3 1,2 2 0,-3-1 0,-3 1 239,-3 3 1,-1-3 0,-4 4 0,-1-1 176,-2 0 1,-2 4-1,-1 0 1,-2 2-107,2 1 1,-3 6-1,2 3 1,1 6-66,1 2 1,-3 5-1,1 8 1,2 5-148,3 5 1,1-1 0,4-1-414,2-1 0,1 2 1,1-4-1,1-3 0,4 2-771,6 0 1,2-8-1,7 2 1,4-8 62,3-5 1,-1-8 0,7-5 0,3-5-165,1-8 0,5-9 0,-4-9 1007,-3-3 0,6-5 0,-8-1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33.811"/>
    </inkml:context>
    <inkml:brush xml:id="br0">
      <inkml:brushProperty name="width" value="0.06" units="cm"/>
      <inkml:brushProperty name="height" value="0.06" units="cm"/>
    </inkml:brush>
  </inkml:definitions>
  <inkml:trace contextRef="#ctx0" brushRef="#br0">196 31 7799,'-16'0'127,"-1"0"1,-3 0 0,0 0 488,2 0 0,0 1 0,-2 3 0,2 3 90,3 3 0,3 4 0,3 0 0,2 1-420,3 1 1,3-3-1,1 4 1,2-2-295,5-1 1,2-6-1,8-2 1,-1-1-143,1-3 0,3-1 0,2-1 0,3-1-238,-1-2 1,-8-3 0,6-6-1,-3-3-55,-2-3 0,-1 1 0,-5-1 1,0-1 117,-1-2 0,-2 3 0,-2 1 692,-2 2 0,-1 5 1,-7 8 144,-3 4 0,-1 5 0,-1 8 0,3 3-695,1 2 0,2 2 1,3 0-1,0-1-628,0 1 0,1-4 0,3-1 0,3-1-1637,2-3 2448,2-6 0,5 3 0,1-4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34.130"/>
    </inkml:context>
    <inkml:brush xml:id="br0">
      <inkml:brushProperty name="width" value="0.06" units="cm"/>
      <inkml:brushProperty name="height" value="0.06" units="cm"/>
    </inkml:brush>
  </inkml:definitions>
  <inkml:trace contextRef="#ctx0" brushRef="#br0">22 43 9141,'-1'11'448,"-3"0"1,3-1 0,-4 2 140,0 3 0,4-3 1,-3 4-1,3-1-206,1 3 1,0-1-1,0 1 1,0 1-194,0 2 0,0-3 0,0-1 0,1-2-48,3-1 1,-3-2-1,3-1-171,-3-1 0,0-5 0,2-5-572,0-6 1,2-9 0,-3-6 0,3-4 160,1-3 0,2-1 0,2-2 1,1 1 175,0 1 0,0 5 0,0-1 0,0 3 85,-1 4 1,1 2-1,0 7 1,0 1 623,0 5 0,-2 11 1,0 8-1,-3 7 146,-1 6 0,-1 3 0,-1 3-647,0 1 1,1-1-1,-3-5 1,2-2-1,0-2-1739,0-2 0,-2-9 1795,-1-4 0,5-13 0,1 1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34.845"/>
    </inkml:context>
    <inkml:brush xml:id="br0">
      <inkml:brushProperty name="width" value="0.06" units="cm"/>
      <inkml:brushProperty name="height" value="0.06" units="cm"/>
    </inkml:brush>
  </inkml:definitions>
  <inkml:trace contextRef="#ctx0" brushRef="#br0">98 325 9209,'0'-6'1060,"2"1"0,1 5 0,4 0-771,3 0 0,4-1 1,2-3-270,1-3 1,0-4 0,2-3 0,-2-6 0,-1-4-346,-3-5 0,-2-3 0,-4-3 0,-4 0 313,-1 4 1,-12 3 0,-4 9 0,-6 4 305,-1 8 1,-5 6 0,1 6-1,0 7 394,-2 8 1,8 4-1,-3 9 1,3 4-27,2 4 1,3 0-1,7 0 1,3 1-532,3-1 0,2-5 1,4 0-1,6-3-333,6-4 1,4-4 0,3-7-557,2-4 0,2-3 1,-1-4-1,1-5 1,2-8-1376,1-9 1,-3-4 0,-3-4 2132,-2-2 0,-2-3 0,1-4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35.178"/>
    </inkml:context>
    <inkml:brush xml:id="br0">
      <inkml:brushProperty name="width" value="0.06" units="cm"/>
      <inkml:brushProperty name="height" value="0.06" units="cm"/>
    </inkml:brush>
  </inkml:definitions>
  <inkml:trace contextRef="#ctx0" brushRef="#br0">12 0 8062,'-5'11'547,"4"0"1,-3 0 0,3 0-78,1-1 1,0 1 0,0 1 0,0 3 188,0 3 0,0 2 0,0 2 0,1 0-209,3-1 0,-3 5 1,4-1-1,-2 0-172,1 2 1,0-9 0,-3 0-603,2-5 1,0-7 0,3-5-78,-1-7 0,-1-4 0,-1-11 0,2-4 3,1-2 1,-3-4-1,5 3 1,0 0 34,2 3 0,-1 2 0,0 3 0,-2 1 414,1 0 0,-2 6 0,2-1 1,0 3 258,2 4 1,-3 2 0,0 6-1,0 4 177,-1 6 1,0 6-1,-3 8 1,0 4-276,0 2 1,-2 2-1,-1-1 1,0-1-565,0-2 1,0-2-1,0-7 1,0-2-1934,0-3 1,5-4-675,2-4 2959,3-12 0,0-7 0,1-10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35.360"/>
    </inkml:context>
    <inkml:brush xml:id="br0">
      <inkml:brushProperty name="width" value="0.06" units="cm"/>
      <inkml:brushProperty name="height" value="0.06" units="cm"/>
    </inkml:brush>
  </inkml:definitions>
  <inkml:trace contextRef="#ctx0" brushRef="#br0">22 0 7849,'-1'18'730,"-3"0"1,2 1-1,-4 7 1,1 3-35,3 2 0,1-1 0,1 0 0,0 3-184,0 0 1,0-4 0,0 4 0,1-3-784,2-4 1,0-7 0,3 4-1,0-2-1125,0-6 0,-3-2 161,5-6 1,-6-4-1,1-7 1235,-6-7 0,-3-5 0,-5-6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35.517"/>
    </inkml:context>
    <inkml:brush xml:id="br0">
      <inkml:brushProperty name="width" value="0.06" units="cm"/>
      <inkml:brushProperty name="height" value="0.06" units="cm"/>
    </inkml:brush>
  </inkml:definitions>
  <inkml:trace contextRef="#ctx0" brushRef="#br0">0 141 7849,'0'-7'391,"0"0"941,0-2 1,0 3 0,0-1-640,0-1 0,5-1 0,2 1 1,3 1-810,1-2 1,0 3-1,1-1 1,1 0-707,1 1 1,2-3 0,-3 6 0,3-1-1170,1-1 1,-4 4 1990,1-3 0,-2-2 0,-1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35.776"/>
    </inkml:context>
    <inkml:brush xml:id="br0">
      <inkml:brushProperty name="width" value="0.06" units="cm"/>
      <inkml:brushProperty name="height" value="0.06" units="cm"/>
    </inkml:brush>
  </inkml:definitions>
  <inkml:trace contextRef="#ctx0" brushRef="#br0">22 205 7849,'8'0'1097,"-1"0"0,-4 0 0,5 0 1,0 0-499,2 0 1,1-1 0,-1-3 0,1-3-326,0-3 0,0-2 0,-1-2 0,-3-4-14,-4-3 0,2-1 0,-1 2 1,-3 1 29,-3 1 1,-4 4 0,-5 1 0,0 5 40,0 4 1,-3 4 0,-1 6 0,1 7-214,-2 8 0,4 8 0,-1 0 0,3 2-13,3 1 0,5 1 0,-2-2 0,3-1-1553,1-1 0,5-5 0,3-1 0,5-6 288,5-6 1,3-4 0,0 0 0,1-4-1936,0-6 3095,-5-3 0,8-5 0,-2 1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36.043"/>
    </inkml:context>
    <inkml:brush xml:id="br0">
      <inkml:brushProperty name="width" value="0.06" units="cm"/>
      <inkml:brushProperty name="height" value="0.06" units="cm"/>
    </inkml:brush>
  </inkml:definitions>
  <inkml:trace contextRef="#ctx0" brushRef="#br0">44 108 13072,'0'8'3342,"0"-1"-2736,0 1 0,0 2 1,0 2-1,0 2-317,0 4 0,0 7 0,0 1 0,-2 2-218,-1 2 1,-2 1 0,-3 0 0,1-2 59,3-3 1,-4-8-1,5-4-130,0-2 0,2-7 0,1-6-85,0-9 0,1-7 0,3-7 0,3-2-11,3-2 0,1-1 0,0-2 0,-1 1-508,1 1 1,0 4 0,0-3 0,1 0-716,2 0 1,-4 4 0,3-1 0,0 3-2692,0 4 4009,-1 3 0,-2 4 0,1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36.224"/>
    </inkml:context>
    <inkml:brush xml:id="br0">
      <inkml:brushProperty name="width" value="0.06" units="cm"/>
      <inkml:brushProperty name="height" value="0.06" units="cm"/>
    </inkml:brush>
  </inkml:definitions>
  <inkml:trace contextRef="#ctx0" brushRef="#br0">1 11 9702,'4'-6'1755,"-2"1"-1755,2 5 0,-8 5 0,-2 1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45.242"/>
    </inkml:context>
    <inkml:brush xml:id="br0">
      <inkml:brushProperty name="width" value="0.06" units="cm"/>
      <inkml:brushProperty name="height" value="0.06" units="cm"/>
    </inkml:brush>
  </inkml:definitions>
  <inkml:trace contextRef="#ctx0" brushRef="#br0">29 23 7720,'-10'-10'3531,"1"1"-2809,6 6 0,-4 3 0,9 11-593,3 6 1,2 7 0,8 10 0,1 4 0,3 5-142,5 5 1,3-2-1,2 7 1,1-1-3337,3-1 3348,-2-8 0,4-1 0,-6-5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48.858"/>
    </inkml:context>
    <inkml:brush xml:id="br0">
      <inkml:brushProperty name="width" value="0.06" units="cm"/>
      <inkml:brushProperty name="height" value="0.06" units="cm"/>
    </inkml:brush>
  </inkml:definitions>
  <inkml:trace contextRef="#ctx0" brushRef="#br0">372 144 7699,'-20'-21'230,"2"12"1,-6-1 0,-1 7 239,-3 3 0,0 2 0,-1 2 0,0 6-93,1 3 1,-1 9 0,2 5 0,3 7 163,5 2 1,3 3 0,3 4 0,3 1-240,6 4 1,4-1-1,4 4 1,6 0-174,3 0 1,8-5-1,2 0 1,6-6 54,5-7 1,-2-13 0,4-8 0,1-5-1520,0-9 1,1-6 0,3-11 0,-1-6 536,-2-7 0,-4-8 1,3-10 207,-2-2 1,-3-7 0,-8 6 0,-5-1 589,-3 1 0,4-3 0,3 5 0</inkml:trace>
  <inkml:trace contextRef="#ctx0" brushRef="#br0" timeOffset="165">631 187 7758,'-10'-8'1341,"0"3"-777,-1 4 1,5 7-1,1 5 1,4 7-119,1 6 0,0 5 1,0 2-1,1 6-273,4 5 1,3-1 0,6 10 0,1 0-191,-1 0 0,-3-8 0,0 2 0,2-5-1479,-2-10 0,-1-1 0,1-12 818,-1-4 0,-7-8 0,1-13 1,-4-10 677,-4-7 0,-4-1 0,-13-15 0,-1 4 0</inkml:trace>
  <inkml:trace contextRef="#ctx0" brushRef="#br0" timeOffset="365">573 374 7302,'-9'-29'-38,"-1"0"0,7 4 0,-2-2 0,3-2 591,2 4 1,2-4-1,3 7 1,6-2-68,7 0 1,-1 6-1,7-1 1,2 5-245,1 4 1,1 4 0,-1 6-1,-1 0 9,-2 0 1,-7 8 0,3 4 0,-6 8-8,-4 2 0,-4 2 1,-6 5-1,0-1-155,0 1 0,-2 1 0,-4 1 1,-7-1-358,-4-3 1,-4-2 0,3 1 0,-1-4-660,2-3 1,-1-11 0,1 5 0,-3-3 151,3-2 1,6-5-1,3 0 775,1-6 0,-4-11 0,3-9 0</inkml:trace>
  <inkml:trace contextRef="#ctx0" brushRef="#br0" timeOffset="699">961 115 10306,'-7'-8'820,"6"2"0,-7 12 0,5 4 0,-2 3-557,2 1 1,1 2 0,2 3 0,2 5-84,2 3 1,4 7-1,5 1 1,0 0-133,1 0 0,-1-1 0,9-6 0,1 1-181,-1 0 1,-3-12-1,5-4 1,2-7-4,1-7 0,1-2 0,0-12 0,-3-6-401,-1-4 1,-7-4 0,3 1-1,-6-3 99,-4-2 1,-4 6 0,-6-5 0,-2-2-148,-2-1 0,-6-3 0,-9-4 0,-5 3 585,-3 0 0,-2 14 0,0-2 0</inkml:trace>
  <inkml:trace contextRef="#ctx0" brushRef="#br0" timeOffset="1532">1808 44 7776,'6'-15'226,"-4"6"1087,2-1-844,-2 7 0,-7-2 0,-1 10 0,-2 6-42,-3 7 1,-2 6 0,-1 9 0,-1 5-286,1 4 1,-1 7 0,1 2-1,0 4-267,-1 2 1,1-1-1,1 9 1,2-1-331,2-3 1,5-9 0,0-7-90,2-10 0,8-3 0,4-15 0,3-4 1,1-6-784,0-6 0,1-7 1327,-1-4 0,7-9 0,1-3 0</inkml:trace>
  <inkml:trace contextRef="#ctx0" brushRef="#br0" timeOffset="1764">2023 101 7815,'-13'6'0,"2"4"119,1 3 1,6 1 0,-4 1-1,1 0 185,4 5 1,-3-3 0,1 9 0,2 2 118,1 4 0,2 5 0,0-2 0,2 7-394,2 2 0,0-2 0,4 4 0,0-5-380,0-2 0,-4-12 1,4 1-1,0-4-415,0-6 1,-3-5 0,3-17 15,-2-5 0,1-7 750,-2-13 0,-4-6 0,6-2 0</inkml:trace>
  <inkml:trace contextRef="#ctx0" brushRef="#br0" timeOffset="2099">2052 230 7826,'-10'-8'1002,"2"5"-649,2 6 1,1 5 0,5 8 0,0 3-110,0 5 0,0 10 0,1 4 1,4 4-161,5 1 0,4-5 0,4-1 0,1-1 72,-2 1 1,1-12 0,-1-1 0,3-6-418,-3-4 1,-1-7 0,-2-7 0,1-10-31,-1-7 1,-4-12 0,-2-8 0,0-3 125,0-3 0,-5 3 1,2-8-1,-2 4 115,2 1 1,-4 6 0,4 4 0,-3 4 240,-2 5 1,0 8 0,1 8 177,4 2 1,-3 2 0,2 11 0,0 7-50,0 9 0,0 4 1,5 3-1,1 2-300,-2 1 0,4 7 0,-4-3 25,0 0 0,5 2 0,-3-5 0,1-2 0,0-2-1410,-1-1 0,-1-7 0,5-4-1018,1-7 2383,-7-5 0,5-12 0,-5-2 0</inkml:trace>
  <inkml:trace contextRef="#ctx0" brushRef="#br0" timeOffset="2382">2583 388 7776,'1'8'1208,"4"-1"-598,5-1 0,-2-4 0,1 1-435,2-6 1,2-2 0,1-8 0,1-3-25,-1 0 1,0-5 0,-1 1-1,-2-3-364,-1-2 1,-7-2 0,2 0 0,-3 3 140,-2 4 0,-4 5 0,-4 2 0,-6 3 181,-2 5 1,-1 5 0,-1 5 0,-3 6 185,-1 7 0,4 4 1,-1 9-1,3 2 0,2 5 0,6-1 1,3 1-1,4 2-306,1 2 1,0-4 0,1-1 0,6-2-757,7-3 1,2-7 0,8-4 0,1-5-210,2-8 0,-3-7 1,0-5-1,2-8 976,1-5 0,-5-6 0,-1-18 0,-7-4 0</inkml:trace>
  <inkml:trace contextRef="#ctx0" brushRef="#br0" timeOffset="2901">2841 245 8057,'-10'1'393,"2"4"85,2 5 1,1 2 0,5 3 0,0 1 138,0 3 0,0-2 0,0 7 0,2 3-534,3 5 1,1 2 0,5 6 0,-1 1-127,1-1 1,-3-2 0,0 1 0,0-6-308,0-3 1,-5-7 19,2-4 1,1-22 0,-1-12 0,-2-12-35,-1-11 0,-2-2 1,0-11-1,1 0 34,4 0 1,-3 0-1,3 0 1,-2 6 382,2 5 1,-2 13 0,5-2 0,0 4 137,0 3 1,-4 7-1,6 10 207,1 4 1,-3 9 0,0 5 0,-2 7 20,-2 7 1,2-1 0,-1 9 0,0 0-92,1 3 1,-4-2 0,4-3-1,-1-1-152,0 1 1,-1-7-1,-4 1 1,0-5-56,0-4-398,0-2 0,5-11 1,0-9-1,-2-10 87,-1-7 0,-2-4 0,1-7 1,2-2 177,2 3 0,2 0 0,-4 3 1,2-1 245,-2 0 0,3 7 0,1 3 214,1 3 0,-4 8 0,4 6-167,-1 10 0,2 3 0,-2 13 0,-1 2-304,0 1 0,4 2 0,-4-1-474,2 1 1,0 0 0,3-1 0,-1-1 0,1-1-424,2-2 1,1-7-1,1 3 1,-1-6 411,0-4 0,5-6 0,1-10 0,-3-8 508,-1-9 0,5-4 0,1-2 0</inkml:trace>
  <inkml:trace contextRef="#ctx0" brushRef="#br0" timeOffset="3147">3458 331 7776,'-14'0'0,"0"0"977,-1 0 1,6 5-1,-1 1-131,-1 2 0,0 1 1,1 7-1,5 2-335,4 1 1,1 5 0,1-3 0,4-1-592,5 1 1,7 3 0,4-6-1,0-4-199,-1-3 0,6-8 0,-4 1 0,2-8 6,0-5 0,-6-4 1,-1-3-1,-4-1-209,-3-3 1,-7-3 0,2 2 0,-4 0 291,-1 0 0,-6-3 1,-4 5-1,-3 2-47,-1 1 1,0 6 0,-1 2-1,1 2-156,0 3 0,-1 1 0,1 2-1815,0 0 2208,6 0 0,1 6 0,7 2 0</inkml:trace>
  <inkml:trace contextRef="#ctx0" brushRef="#br0" timeOffset="3465">3630 302 7776,'15'14'300,"-7"-4"0,-3 0 1,-2-1 309,2-1 0,-4 5 0,6-5 0,-3 1-93,1 1 1,0 0-1,-4 5 1,3 3-386,0 1 0,1 5 1,-5-3-1,2 1 75,3 4 0,-4 1 1,4 1-1,-3 1 60,-2 0 1,0-7 0,-2-3 0,-1-3 255,-2-1 0,-1-6 0,2-2-336,0-6 0,-6-4 1,4-13-1,-1-3-68,1-5 0,0-3 0,2-2 0,0-1-45,0-4 1,3 9 0,1-4 0,0 4-172,0 2 1,5-2 0,1 6 0,0 1-217,1 2 0,4 2 1,-2-1-1,4 1-280,2 0 0,1 4 0,1 1 0,2-1-380,-1 2 1,-2 0-1,-2 5 1,0-3 246,1-2 1,-1 4 0,0-2 0,2 1-1052,4 0 1777,-11 1 0,10-3 0,-11-1 0</inkml:trace>
  <inkml:trace contextRef="#ctx0" brushRef="#br0" timeOffset="3613">3975 259 7752,'0'14'989,"0"-4"1,0-1 899,0 3 0,0-4-1428,0 1 0,6-6 0,4 2-689,3-3 0,1-2 1,0 0-1,1 0 74,-1 0 1,0 0 0,1 0-1,1 0-2236,3 0 1,-3-2 2389,3-3 0,-3-3 0,-2-6 0</inkml:trace>
  <inkml:trace contextRef="#ctx0" brushRef="#br0" timeOffset="3814">4291 187 7752,'-15'0'1022,"1"0"0,0 7 0,-1 2-539,1 4 1,4 6-1,2 2 1,0 1 469,0 4 0,5 1 0,-2 1 0,4 3-569,1 2 0,-2 4 1,-1 6-1,-2 0-508,2 0 1,2 2 0,-1-1-1,-1 3-181,-2-1 1,0-9-1,5 2 1,0-7-713,0-9 1,0-11 0,0-2-4711,0 1 5727,7-4 0,-6-1 0,6-6 0</inkml:trace>
  <inkml:trace contextRef="#ctx0" brushRef="#br0" timeOffset="3929">4348 675 7918,'-1'15'59,"-4"-1"0,2-4 0,-5-1-59,1 2 0,-4-4 0,3-1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5:46.142"/>
    </inkml:context>
    <inkml:brush xml:id="br0">
      <inkml:brushProperty name="width" value="0.06" units="cm"/>
      <inkml:brushProperty name="height" value="0.06" units="cm"/>
    </inkml:brush>
  </inkml:definitions>
  <inkml:trace contextRef="#ctx0" brushRef="#br0">227 159 7720,'0'-15'-655,"1"1"1,2 0 1049,2-1 0,5 6 1,-6-1 84,0-1 1,2-2 732,-1-1-759,6 6 0,-9 3 1,2 10-1,-4 5 46,-4 2 1,0 11 0,-5 5-359,-2 9 1,-2 11 0,-3 8 0,-2 6 0,-2 7-212,-3-1 1,4-3-1,-5 4-253,-1 0 0,2 1 1,1-11-1,3-8 1,5-8-544,2-11 0,9-19 1,0-9-155,6-10 0,5-18 1,7-6 1018,-1-5 0,7-4 0,1-4 0</inkml:trace>
  <inkml:trace contextRef="#ctx0" brushRef="#br0" timeOffset="165">370 130 7720,'0'11'352,"0"2"1,0 5-198,0 2 0,0 1 1,0 6-1,0 7 710,0 6 0,5 3 1,0 11-1,-1 3-639,3 2 1,-1-8 0,5 5 0,-3-5-434,-1-5 0,2-7-1,-4-7 1,-2-7-933,-1-6 0,-2-8 0,0-4 1140,0-6 0,-13-4 0,-3-11 0</inkml:trace>
  <inkml:trace contextRef="#ctx0" brushRef="#br0" timeOffset="331">169 633 7720,'-8'-15'1625,"-3"6"-942,6-1 1,8 2-1,10-3-352,5 1 1,7 7 0,-2-3-1,2 1-376,4 0 0,-4-1 0,9 3 1,-2-4-766,1-1 0,-1 3 0,5-3 0,-2 1 810,-3-1 0,-2-2 0,-1-4 0</inkml:trace>
  <inkml:trace contextRef="#ctx0" brushRef="#br0" timeOffset="531">801 1 8164,'-2'29'194,"-1"-2"1,-3-2-61,-2-1 1,4-5-1,0 5 1,2 3 691,2 5 1,0 2 0,0 7 0,0 4-604,0 0 1,2 1 0,2 0-1,4 2-796,0-2 1,3-3 0,-4-5 0,1-6-1173,3-6 0,-5-5 1745,-1-7 0,-3-6 0,-2-2 0</inkml:trace>
  <inkml:trace contextRef="#ctx0" brushRef="#br0" timeOffset="681">729 475 8435,'2'-8'1061,"1"1"0,3 2-898,2 1 0,2-3 1,4 4-1,2-3-846,3-2 1,0-2 0,8-6 0,4-1-170,-1-2 0,0-5 852,-1 5 0,0-7 0,-1 4 0</inkml:trace>
  <inkml:trace contextRef="#ctx0" brushRef="#br0" timeOffset="865">1174 30 7906,'-7'14'340,"4"0"0,-5 1 0,2 1 152,3 3 1,-4 0-1,3 8 1,0 5-24,3 3 1,1 3 0,1 5 0,4 2-279,5 3 1,-2-2-1,1 5 1,2-1-453,2-4 0,-3-1 0,-2-6 1,0-2-291,0-3 0,-5-14 0,2 4 1,-4-6-1994,-1-4 2544,0-6 0,-6-8 0,-2-8 0</inkml:trace>
  <inkml:trace contextRef="#ctx0" brushRef="#br0" timeOffset="1014">1102 518 8053,'-5'-10'757,"1"1"0,-1 4 551,5-5 0,0 1-1129,0-6 1,1 3-1,4 0 1,5 4-869,2 2 0,4-4 0,2 4 0,1 0-53,-1-1 0,4-2 0,0 2 742,1-1 0,4-1 0,-5-6 0</inkml:trace>
  <inkml:trace contextRef="#ctx0" brushRef="#br0" timeOffset="1347">1547 274 7720,'-16'14'640,"-1"0"0,-4 2-100,-1 3 1,2-1 0,-2 4 0,1 2 35,4 3 0,6-6 0,3 8 1,0-2-281,0 0 1,4-5 0,1-3 0,5-3-290,3-1 0,7-7 0,1-3 0,5-4-319,-1-1 0,1-1 0,-1-4 0,4-6-248,1-7 1,-4 1 0,3-7-1,-2-4 82,0-3 1,0-1 0,-6-3 0,-2 1 346,-1 2 0,-2 11 0,1-2 1,-2 5 664,-1 4 1,-5 3 0,3 6-88,-8 10 0,1 14 0,-6 8 0,-1 6-191,2 4 1,0 1-1,5 4 1,-2-2-28,2-2 0,1-11 1,4 0-1,1-5-866,2-4 0,6-9 1,0-4-1,5-3-1053,3-2 1,2-7 0,-2-4 1689,5-6 0,10-12 0,2-8 0</inkml:trace>
  <inkml:trace contextRef="#ctx0" brushRef="#br0" timeOffset="1547">1920 159 7720,'-16'6'10,"-3"4"507,-5 3 0,3 1 0,2 0 0,3 2 480,2 3 0,4 0 1,1 9-1,-1 2-612,2 0 0,2 7 1,6 0-1,0 1-272,0 0 0,6-1 1,4-1-1,3-5-318,1-6 0,5-7 0,2-1 1,0-5-883,-1-8 1,6-2-1,-4-4 1,4-2 102,2-6 1,-7-4 0,8-6 0,-2-3 983,0-5 0,-5-7 0,-1-1 0</inkml:trace>
  <inkml:trace contextRef="#ctx0" brushRef="#br0" timeOffset="1714">2279 101 7720,'-9'10'212,"-1"0"867,-1 1 0,3 3 0,0 4 0,0 2-362,0 3 1,3 2-1,-3 9 1,2 4-583,3 3 0,-4 7 1,2 0-1,2-2-189,2-1 0,1-4 1,0-4-1,1-7-514,4-4 1,3-13 0,6 0 0,1-6-1543,-1-3 1,0-9 0,1-5 2109,-1-2 0,7-9 0,1-1 0</inkml:trace>
  <inkml:trace contextRef="#ctx0" brushRef="#br0" timeOffset="1965">2595 101 7720,'-15'5'0,"1"0"0,0 6 0,-1-3 0,-1 2 385,-3-1 0,2 1 0,-6 3 1,3-1 639,2 3 1,-3-4-1,2 8 1,0-1-513,-2 1 1,7-2 0,-2 6 0,5-1-107,0 0 0,4 2 0,3 3 1,2-1-176,2-2 1,8-5-1,6 2 1,10-4-636,8-4 1,0-7 0,6 2 0,4-1-802,4-4 1,-4-8-1,2-5 1,1-2 1203,0-3 0,-4-5 0,8-3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6:41.924"/>
    </inkml:context>
    <inkml:brush xml:id="br0">
      <inkml:brushProperty name="width" value="0.06" units="cm"/>
      <inkml:brushProperty name="height" value="0.06" units="cm"/>
    </inkml:brush>
  </inkml:definitions>
  <inkml:trace contextRef="#ctx0" brushRef="#br0">9930 5656 7722,'-10'0'174,"0"0"1,6 0 536,-6 0-447,7 0 1,-3-2 0,6-3-65,0-4 1,0-4 0,0-1 0,0-1-30,0 1 0,0-5 0,0-2 0,0-1-126,0-4 0,0 4 1,0-2-1,0-1-1,0-2 0,4-9 0,1 0 114,-2-1 1,4-4-1,-3 1 1,1-3-1,0-4-53,0 1 0,1 5 0,-3-6 0,2 6-112,-2 3 1,1 6 0,-1 0 0,2 6-158,-2 7 187,-2 3 0,-1 10 356,0 6-103,0 6 0,0 4-136,0-1 0,-1-5-61,-4 0 0,2 3 1,-7-2-118,-1-2 1,3-2-1,-2-1 1,-1 0 0,-1 0 0,-4 0 0,-2 0 0,-3 0 1,-1-1 91,-4-4 1,3 2 0,-3-5 0,-3 0 3,-1 0 1,3 5 0,-7-4 0,4 3-23,1-1 0,1-5 0,-1 4 1,-1-1 2,-4 1 0,4 0 0,-4 2 0,3 0-44,-3 0 0,2-2 0,-5 1 0,-1 2 10,-3 2 1,6 1-1,-8 0 1,0 0 5,-4 0 0,6 0 1,-5 0-1,-1 0 114,3 0 1,-3 0-1,1 0 1,-2 0-167,2 0 0,0 4 0,0 1 0,-2 0 201,1 1 0,3-3 0,1 5 0,0 0-175,0 0 0,4 2 1,3 3-1,-1-2 89,0-2 0,10-4 1,0 3 90,5-1 0,-2-3 0,5-4-124,1 0-137,9 0 0,4-1 0,8-4-24,2-5 0,1 2 1,-1-1 69,5-2 1,-3 3 0,1-2 0,0 1 40,0 1 1,-3-5-1,3 3 1,0-1-8,0 2 0,-3-4 1,3 3-1,-2-3 85,-3-1 0,4 0 1,-1-1-1,1 1-87,-1 0 0,0-2 1,-2-2-1,0-4-42,-1-5 1,1 4-1,-1-10 1,2-4 33,-2-3 1,-2-4 0,-1-2 9,0-2 1,0-10 0,-1 4 0,-2 1-1,-4 1 49,-1 1 0,4 4 1,-6 0-1,0 4-35,2 4 1,-4-2 0,4 4 0,-2-1 15,1 0 1,4 4-1,-5-4 1,1-2-14,1-1 0,-4-3 1,6 3-5,-2 3 0,5 3 0,-3 6 0,1 2 0,0 1-6,2 2 1,1 7 0,1-2 278,-4 3 469,3 8-224,-4 1-197,6 14-302,0-6-55,0 6-43,0-1-1,0-4 65,-7 4 0,1-4 0,-5 1 31,1 2 0,6-1 0,-6-4 0,-1 0 11,-2 0 0,-1 0 0,-1 0 1,-1 0 86,-3 0 1,2-4 0,-7-3 0,-2 1 0,-1 0 0,-6-6 1,-2 4-1,-2-1-166,-3-1 1,-3 1 0,-3-6-1,-5 1 203,-5 0 1,5-1 0,-8 3-112,3 2 0,-6-1 0,8 4 0,-1 1 0,0-2 17,-1 0 1,-5 3-1,-1-3 1,-3 0 33,1 0 1,3-1 0,-9-4 0,-5 3-22,-3 6 1,6-3 0,-1 3 0,-2-1-10,-3-2 0,3 6 0,-13-4 0,0 3-32,1 2 1,4 0 0,-10 0 4,-1 0 0,-3 0 0,7 0 0,3-1 0,-6-2-36,-4-2 1,4-6 0,-4 1 0,3-3 6,0-1 0,9-2 0,-12-2 0,48 8 1,-1 0 28,0-2 1,0 1-1,-36-3 1,-5-3 0,0-1 42,2 2 0,1 2 0,-3 3 0,3 1-66,4-1 1,7 4-1,-11 3 1,2 0-69,3 0 0,15 2 1,1-3 77,5 4 0,-10 1 0,11-2 0,2-1 1,0-2 80,5 2 0,5 1 1,-1 2-1,4 0 128,4 0 0,9 0 1,1 0-1,5 0-92,3 0 1,2 0 0,-2 0 0,5 0 36,3 0 1,6 0 0,1-1 44,-3-4-144,6 3-186,0-4-6,6 6-1187,0 0 1096,0-6 179,0 4 48,0-4 0,0 4 0,-2-1-11,-3-2 1,2 0-24,-6 5-208,5-6 1,-7-2-113,6-6 0,1 4 168,4 0 1,-5 1-1,0-6 164,2 1 0,1 5 0,2-1 0,0-1 91,0-2 0,0-3 1,2-3-1,1-5-49,2-3 0,0-3 0,-5-4-23,0-4 1,0-8-1,1-5 1,2-4-177,2-4 1,0-6 0,-3 1 0,1 2 0,2 3-233,-2 8 0,-2 9 1,-1 6-36,0 1 1,0 12-38,0 9 0,-1 9-351,-4 0 0,2 4 0,-5 2 0,0 3 815,0 0 0,-8 8 0,-6-4 0</inkml:trace>
  <inkml:trace contextRef="#ctx0" brushRef="#br0" timeOffset="2534">270 130 7713,'0'-10'699,"0"1"0,-2 1 0,-3-2 16,-4 5 0,-5 4 0,-4 2 0,-3 4-193,-1 5 1,3 10-1,-4 9 1,1 9-339,0 9 1,3 1-1,-4 7 1,4 6-206,6 3 0,1-4 1,7 1-1,3-7-324,6-6 0,3-11 1,9-9-1,4-7-817,3-5 0,6-10 0,3-6 0,3-9 452,2-9 0,-4-4 0,2-8 0,-1-5 710,-2-8 0,-10-2 0,5-6 0,-3 0 0,-1 0 0,-11 3 0,1 0 0,-5 5 0,-5 6 0,-3 15 0,-6 0 0,-7 9 365,-4 8 1,-4 10-1,3 5 1,-1 2 956,2 3 1,1 5-1,1 4-855,1 3 1,6 7 0,3 1 0,4 0 0,1 2-287,0-1 0,1-4 0,4 2 1,5-4-410,2-1 0,9-12 0,3-4 0,3-5 215,2-5 0,-1-4 1,0-9-1,-5-11-691,-3-9 1,-4-3-1,-2-9 1,-1-2 583,-4-1 1,-1 0 0,-5 4-1,2 2 614,-2 6 1,-3 11 143,-4 7 1,-3 9 0,-2 12-564,4 9 0,3 5 0,4 9 0,3 1-782,4 4 0,-1-2 0,2 4 88,1 0 0,2-3 1,1-4-1,0-2 1,1-3-1751,-1-5 2369,0-10 0,1 4 0,-1-5 0</inkml:trace>
  <inkml:trace contextRef="#ctx0" brushRef="#br0" timeOffset="2849">787 288 7863,'0'9'0,"-2"1"0,-1 1 493,-2 2 1,0 1-1,5 2 1,0 3 210,0 5 1,0 3 0,0 2 0,0 0-482,0-1 1,2 3-1,1 1 1,3 3-67,2 1 1,0-7 0,3 3 242,-1 0 1,-5-11-779,4-7 1,-5-11-1,2-4 1,-1-14 64,0-12 0,-1-5 1,-2-9-1,1-7-30,2-6 0,4-1 0,-2-5 0,1 4 97,3 3 1,-3 7 0,2 0 0,1 4 217,1 4 1,3 17 0,-1 4 0,1 9 546,-1 9 1,0 12-1,1 14 1,-3 12-167,-2 13 0,3 6 0,-5 9 0,1 0-91,1-2 0,-5-6 0,3-10 0,-1-4-1200,1-8 1,-3-13 937,5-10 0,-1 0 0,6-6 0</inkml:trace>
  <inkml:trace contextRef="#ctx0" brushRef="#br0" timeOffset="3848">1619 159 7843,'0'-8'1721,"0"-2"-1414,0 10 1,5 3-1,0 13 1,-1 5 60,3 8 0,-4 1 0,5 8 1,0 4-130,0 4 0,-5 0 0,3 4 0,-1-4-218,0-5 1,0-7 0,-5-2-1,0-7 5,0-6-73,0-3 1,0-9 0,0-7-372,0-8 0,0-11 0,0-7 1,0-6-1,0-6 37,0-4 1,0-2-1,0-1 313,0 2 1,5-3 0,1 7-1,2 1 1,3 3-73,2 6 0,-4 9 0,1-1 0,1 3 344,2 6 0,1 8 0,-1 4 0,-2 8 84,-1 5 0,-5 8 0,3 3-167,-2 3 0,3 6 0,-2 1 0,-1-1 1,2 1 14,0-1 1,-5 1-1,2-7 1,-2-1-49,2-3 1,-3-5 0,3 1-369,-4-3 1,1-8 171,2-3 0,-2-12 0,3-7 0,-4-10-93,-1-8 0,0-3 0,2-3 0,1 3-57,2 0 0,1 4 1,-2-2-1,2 4 275,2 5 1,-3 4 173,4 5 1,-4 7-1,3 5-111,-2 6 0,-1 7 1,-3 9-1,1 5 1,2 3-3,-2 2 1,0-1-1,0 0-294,2-5 0,5 8 0,-4-6 1,2-1-1,3 0-2873,2-2 3089,-5-10 0,11 7 0,-3-11 0</inkml:trace>
  <inkml:trace contextRef="#ctx0" brushRef="#br0" timeOffset="4098">2251 259 8253,'-15'35'529,"1"3"1,0-6 0,1 0 0,3 0-341,5-2 1,4 1-1,1-4 1,0-2-133,0-1 0,6-11 1,5 0-1,5-5-145,3-5 0,2-1 1,-3-4-1,1-4-204,-2-9 1,-1-1 0,-3-8-1,-2-1 23,-1-2 0,-7-7 0,2 1 1,-4 1 177,-1 2 0,0 1 0,-1 2 0,-4 3 106,-5 5 0,3-2 0,-3 2 0,0 1-208,2 2 0,-4 7 0,4-1 0,-2 1-618,1 1 0,5 0 811,0 3 0,-4-3 0,0-7 0</inkml:trace>
  <inkml:trace contextRef="#ctx0" brushRef="#br0" timeOffset="4482">2566 1 8080,'-1'17'0,"-2"1"488,-2-1 0,0-2 1,5 7-1,0 0 11,0 1 1,0-4 0,0 5-1,2 0-229,2-2 0,0 3 0,5-5 0,1-3-183,-2-1 0,3-2 1,-5-1-1,1-2-986,-1-1 670,-1-7 1,-7 4-1,-3-7 33,-4 0 0,-6 0 1,-2 0-1,-2 0 101,1 0 1,2 6-1,2 3 1,0 4 289,-1 2 0,1 5 0,1 3 79,4-1 1,-3 5 0,8-5 0,0 2 0,4-1 81,5-3 0,-2 1 0,7-5-297,1-2 0,2 2 0,3-11 0,1-2 0,3-1-58,-3-2 1,-1-6 0,-2-4-223,1-3 1,-1-3 0,0-3-1,-1-3 1,-2-4-768,-1-2 1,-2 2-1,1-7 1,-2 2-927,-1 3 1914,-4-1 0,11 0 0,-5 0 0</inkml:trace>
  <inkml:trace contextRef="#ctx0" brushRef="#br0" timeOffset="4630">2825 316 8542,'-7'32'0,"-1"-1"466,0-4 1,0-7 0,5 3-542,-2-2-861,1-2 1,4-13 935,0-6 0,6-13 0,2-9 0</inkml:trace>
  <inkml:trace contextRef="#ctx0" brushRef="#br0" timeOffset="4763">2853 87 7839,'-14'-2'389,"0"-1"511,-1-2-1836,7 0 1,2 7-367,6 3 1302,6-4 0,9 12 0,7-5 0</inkml:trace>
  <inkml:trace contextRef="#ctx0" brushRef="#br0" timeOffset="5014">3198 29 8185,'-14'-8'441,"-1"4"0,6 2 1,-1 2-1,-1 0 91,-2 0 1,-1 0-1,-1 0-90,1 0 0,0 3 1,1 5-1,2 8-137,1 5 1,7 0-1,-2 6 1,4 6-266,1 7 1,0 0 0,0 9 0,0-1-313,0 0 0,1 0 1,4-5-1,5-2-422,2-2 1,-2-4 0,0-10 0,1-2-1294,1-4 1987,-4-13 0,5 7 0,-5-13 0</inkml:trace>
  <inkml:trace contextRef="#ctx0" brushRef="#br0" timeOffset="5180">3026 431 7837,'-8'-14'1031,"3"0"0,3 4 1,4 2-1,3 0-1086,4 0 1,9 3 0,1-3 0,0 0-321,2 0 1,0 4-1,2-4 1,-2 0 374,0 0 0,-5-2 0,5-4 0</inkml:trace>
  <inkml:trace contextRef="#ctx0" brushRef="#br0" timeOffset="5481">3284 259 7829,'0'10'4403,"0"-1"-4431,0-6 1,2 4 0,2-7-1,6 0 102,3 0 0,6 0 1,2-2-1,-1-1-948,1-2 0,5-6 0,-2 1 1,3-2 180,1-3 1,-4-1 0,-1-1 0,-3-2 692,-2 1 0,-2 2 0,-3 2 0,-2-1 327,-2 1 1,-6 5 0,1 1-43,-8 1 0,-3 2 0,-6 7 1,2 4 762,1 9 0,0 2 0,-2 10 0,1 7-542,1 6 1,2 1 0,-2 12 0,6 1-740,2 2 0,2 1 0,0-1 0,0-2-681,0-1 0,2-8 0,1-4 914,2-11 0,6 6 0,-3-6 0</inkml:trace>
  <inkml:trace contextRef="#ctx0" brushRef="#br0" timeOffset="6032">428 1292 7762,'-15'-8'138,"-4"1"1,-1 3-1,-1 0 261,0 0 1,2 4 0,5 5 0,-1 6 24,1 7 0,1 4 1,4 7-1,2 1-196,1 4 1,4-4-1,-1 3 1,6-1-136,7 2 1,2-4 0,4 4-354,4-4 0,-4-1 0,4-1 1,-1-1-1,1-3-770,-3-4 1,-1-5-1,-2 0-942,1-1 1972,-1 1 0,-6-1 0,-2 0 0</inkml:trace>
  <inkml:trace contextRef="#ctx0" brushRef="#br0" timeOffset="6179">241 1709 8671,'-1'-8'1007,"-3"1"-833,0 1 0,-1 3 0,6-5 0,4 0-172,5 0 0,4 3 0,4-3 0,4 0-586,5 0 1,-5-1 0,10-4 0,0 2-392,-2 1 1,1 1 974,-3-6 0,1 1 0,0-1 0</inkml:trace>
  <inkml:trace contextRef="#ctx0" brushRef="#br0" timeOffset="6630">686 1508 7679,'0'14'0,"0"0"157,0 1 1,0-1-1,0 1 1,0 0 87,0 5 1,0-3 0,0 5 0,0 1-146,0-1 0,-2 0 0,-1 2 0,-1-4-90,0-5 0,3 0 1,-1-2 65,-3-4 1,4-4-1,-4-10 17,3-4 0,2-11 1,0-3-1,0-6-177,0-5 0,5 7 0,2-5 0,1 0-123,3 2 1,-3 5-1,1 2 1,2 1-271,2 0 1,6 4-1,0-1 1,-1 3 151,-2 2 0,3-1 0,0 3 0,-1 2 325,-2 5 0,-2 4 0,0 1 0,1 0 0,-7 8 0,-3 4 0,-4 6 422,-1-1 0,0 6 0,0-1 1,0 2 247,0 0 0,0 0 0,0 3 0,0-2-329,0-1 1,0-6-1,0 1 1,2-5-355,2-4 1,4-4 0,7-6 75,-1 0 0,1-1 0,-1-4 0,0-6 1,-1-7-426,-3-6 1,1 2-1,-7-2 183,0-1 0,-3-1 0,-1 1 1,-1 2-1,-3 2-119,0 4 0,-7 1 1,1 3-1,-3 2-384,-1 2 1,0 5 0,-1 0 681,1 2 0,6 2 0,-5 0 0,5 0 0</inkml:trace>
  <inkml:trace contextRef="#ctx0" brushRef="#br0" timeOffset="7130">1117 1336 6702,'14'0'1215,"-4"6"-660,-1 3 0,-6-1 1,2 2-1,-2 1-297,2 2 0,-3 1 0,3 2 0,-2 2-150,1 1 0,-2 6 1,4-1-1,-1 3-36,0 2 0,1-5 0,-2-2 1,0-1-122,0-3-19,-3-2 1,4-10-1,0-8 1,-2-10-125,-1-11 1,-2-4 0,0-1 0,0-1 121,0 0 0,0 0 0,1 2 0,2 2 21,2 1 0,0 10 0,-4-2 0,3 1-66,0 4 0,3 6 196,-2 0 1,1 10-1,5 5 1,-3 4 147,-2 5 0,4-1 1,-5 4-1,0 1-20,1-1 1,-3 0-1,5 4 1,-1-4-8,-4-1 1,-2-2 0,-1-5-275,0 1 0,2-7-106,3-4 1,-4-10 0,4-8-1,-2-9-15,2-4 1,-2-3 0,7-2 0,-1-3-8,-1-2 0,5 9 0,-3-3 0,2 3 69,3 2 1,-1 2 0,1 0-1,-1 7 325,0 5 1,1 6 0,-1 8 0,0 4 18,1 8 0,-6 13 0,-1 10-165,-1 0 0,2 8 1,-4-6-1,0 0 0,-1-3-307,1-4 0,2-6 1,-4-4-2643,2-1 2901,-1-8 0,3-20 0,1-9 0</inkml:trace>
  <inkml:trace contextRef="#ctx0" brushRef="#br0" timeOffset="7781">2107 1092 7447,'0'-10'475,"-2"2"237,-2 2 1,0 1 848,-5 5-1153,6-7 1,-4 7-220,7 0 0,0 7 1,0 7-232,0 1 0,2 4 0,1 1 0,4 1 0,0 1-223,5 1 1,0-6 0,3 2 0,-1-4-11,0-6 1,1 3-1,-1-8 1,1-2 85,-1-5 1,0-10 0,-1-8-1,-2-1 313,-1-4 0,-7-2 0,2-4 0,-4 0 260,-1 5 0,0 3 0,0 6 683,0-1-921,0 6 1,5 13 0,1 10 0,1 4-115,-1 5 1,5-1-1,-3 6 1,2 1-711,0 3 0,-1-4 0,5-4 0,1-2-736,-1-5 1,-4-4 1413,-1 1 0,7 2 0,7-4 0</inkml:trace>
  <inkml:trace contextRef="#ctx0" brushRef="#br0" timeOffset="8163">2667 962 7818,'0'-14'0,"0"0"568,0-1 1,-7 6 21,-2-1 1,-4 5 0,-1-3-350,-1 2 0,3 8 0,2 7 1,5 6-72,4 4 1,1-2 0,0 7-1,0 3-18,0 5 1,1-5-1,4 5 1,5 0-215,2-2 1,-2 1 0,0-3 0,-1 1 37,-1 0 0,-2-1 0,-6 1 0,0 0-67,0 0 1,0-7 0,0-3 0,-1-5 14,-4-4 1,-3 1-1,-6-6 1,-1-3-750,1-6 1,5 0-1,-1-9 1,0-5 181,2-2 0,0 0 0,5-2 0,-2 0 643,2-1 0,2-7 0,1-7 0</inkml:trace>
  <inkml:trace contextRef="#ctx0" brushRef="#br0" timeOffset="8396">2652 1135 7818,'23'0'0,"-4"0"142,-3 0 0,-2 0 0,1 1 0,-1 2 288,0 2 1,1 0 0,-1-7 0,-1-2-35,-4-6 0,4 2 0,-5-2 1,0-2-179,-3-6 0,-4 2 0,-1-3 0,0 3-159,0 2 1,-1-1 0,-4 1 133,-5 0 0,-2 6 1,-3 3-1,1 3-67,0 2 1,-1 12 0,1 3 0,1 6 101,4 5 0,-3 1 1,8 3-1,0 2-419,3 2 0,1-1 0,0-4 0,1-1-921,4 1 0,3-7 0,7-2 0,1-4 211,3-2 1,-2-6 0,6-5 900,-3-6 0,1-7 0,-3-7 0,1-2 0,0-7 0,-5 4 0</inkml:trace>
  <inkml:trace contextRef="#ctx0" brushRef="#br0" timeOffset="8629">2968 1149 7818,'10'0'772,"-1"0"0,-5 2 1,0 2-289,-2 6 0,3 3 0,0 3 0,-2 1-359,-2 2 1,-1 7-1,0-4 1,0 2-163,0 0 0,0 0 0,0 5 0,-1-2 60,-4-3 0,3-2 0,-4-6 0,1 0-1,0-3 0,-1-9 8,1 1 1,4-10 0,-4-6 0,3-6 112,2-7 0,2-10 1,1-2-1,3-3-149,2 1 1,2 0 0,3-4 0,-1 4-102,3 5 0,-4 2 1,8 3-1,-3 0-1405,-2 4 1,7 2 1511,3 3 0,3 3 0,2-5 0</inkml:trace>
  <inkml:trace contextRef="#ctx0" brushRef="#br0" timeOffset="9149">3686 1206 9082,'2'8'611,"2"-3"0,-1-5 0,7-3 0,1-5 0,0-3-381,-1-5 0,3-3 0,-5 0 0,1-5-167,1-3 0,-7 3 0,2 1 0,-4 3 64,-1 2 1,0 2-1,-1 3 1,-4 4 47,-5 4 1,-4 3 0,-3 4 0,-3 4 85,3 9 1,1 5 0,2 9-1,1 3-71,3 6 0,-1 1 0,6 7 0,2-5-467,2-2 0,2-3 0,4 2 0,4-4-690,4-4 0,3-9 0,2-7 0,2-7-732,3-6 1,-4-1 1698,5 0 0,0-6 0,4-2 0</inkml:trace>
  <inkml:trace contextRef="#ctx0" brushRef="#br0" timeOffset="9513">3901 1063 7708,'-1'9'634,"-3"1"36,0 1 1,-1-3 0,5 2 0,0 1-164,0 2 1,0 3 0,0 1 0,0 4-256,0 1 0,1 2 1,3 5-1,0 1-238,0 4 1,-3-7-1,-1 5 1,0-2 101,0-5 1,5-2 0,0-9-585,-2 0 0,-1-7 0,-2-9 270,0-11 0,4-9 0,3-13 1,-1-6-87,1-6 0,4-5 1,-3 4-1,1 2 205,1 1 1,-5 10 0,3 5 0,0 6 270,-1 3 1,-2 8 0,5 10 27,1 6 1,-3 13-1,0 11 1,0 7 67,0 2 1,-3 3-1,3 4 1,0 0-582,0 0 1,-4-5 0,6-3 0,0-5-116,-3-7 0,6-6 1,-3-5-1125,3-8 0,-1-8 0,-2-19 1532,-5-6 0,3-15 0,0-1 0</inkml:trace>
  <inkml:trace contextRef="#ctx0" brushRef="#br0" timeOffset="9863">4361 776 7708,'-2'16'89,"-1"1"1,-2 4 437,2 1 0,1-3 0,2 5 0,0 2 131,0 1 0,2 6 0,3 1 0,4-1-337,4 3 1,1-6 0,1 3-1,-1-2-93,0-3 1,-4-9 0,-1-3-428,3-3 102,-6-3 1,-6-12 0,-10-3 0,-2-3-92,-3 0 1,-1-3-1,-1 6 1,-2 2 147,1 2 1,-3 1 0,2 1 93,2 4 1,2 9 0,4 10 0,3 5 0,2 5 458,3 4 0,1-1 0,4-1 1,2 1-10,6 0 0,3-10 0,1-2 0,2-6-413,3-6 0,-3-8 0,5 0 1,-2-5-15,0-5 0,2-9 0,-4-10 0,3-4-873,-3 0 1,4-6 0,-2 1 0,-1-1-595,-3-1 0,-5 5 0,0-4 0,-1 4 1390,-1 1 0,5 7 0,-5 1 0</inkml:trace>
  <inkml:trace contextRef="#ctx0" brushRef="#br0" timeOffset="9989">4719 1336 7500,'0'14'-1258,"0"-5"1258,0 1 0,0 0 0,0 4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7:56.951"/>
    </inkml:context>
    <inkml:brush xml:id="br0">
      <inkml:brushProperty name="width" value="0.06" units="cm"/>
      <inkml:brushProperty name="height" value="0.06" units="cm"/>
    </inkml:brush>
  </inkml:definitions>
  <inkml:trace contextRef="#ctx0" brushRef="#br0">38 431 7701,'-7'0'198,"1"0"1,-1 0 1647,1 0-1427,-1 0 0,3-3 1,3-1 91,2-2 0,6-1 0,5 1 1,2-1-412,4 1 1,1 2-1,1-1 1,2 0-801,-1-1 0,0 3 1,3 0-1,-3 1-1180,0-1 1880,-2 1 0,1 2 0,-1 0 0</inkml:trace>
  <inkml:trace contextRef="#ctx0" brushRef="#br0" timeOffset="632">586 203 7351,'-3'-3'-876,"-3"1"1035,2-2 1,-2 0 0,-1 0 0,1 2 703,-1 1 0,1 2 0,1 1 0,1 3-357,-1 3 0,2 5 0,1 4 1,1 3-148,1 2 0,0 1 0,1 3 0,1 1-111,2 1 1,3-1 0,2 0 0,1-5-193,3-4 1,1-9 0,0-6 0,2-4-276,1-6 1,-3-8 0,1-7 0,-1-4-211,-4-4 0,-1-1 0,-4-3 161,0 3 0,-5 0 0,0 4 0,-4 4 0,-5 1 168,-4 6 1,-3 3 0,-3 4-1,1 2 416,1 3 1,0 3 0,0 4-1,1 1-612,3 2 1,2 3 0,1 2-1,2 1-473,3 1 0,2 1 0,1-1 0,2 0-981,2 0 1750,2-3 0,8 2 0,2-2 0</inkml:trace>
  <inkml:trace contextRef="#ctx0" brushRef="#br0" timeOffset="998">769 176 7701,'0'9'722,"0"-1"0,0 0-122,0-1 1,0 3-1,0 1 1,0 2-340,0 3 1,0 0-1,0 4 1,0 0 6,0 2 0,1-4 1,0 1-1,2-2-78,-2 0 1,0-2 0,2-1-293,1-2 1,0-6-1,-1-6-322,0-4 0,2-5 0,-3-5 1,1-3 26,0-4 1,2-2 0,0-3 0,0 2-138,2 0 1,-3 2-1,1-1 1,0 0 487,1-1 0,0 5 0,1 1 0,-1 3 375,1 3 1,-1 4 0,0 3-126,-2 6 0,1 6 1,-2 9-1,-2 2 248,0 3 1,-1 0 0,0 2 0,0 0-511,0 1 0,0-5 1,0 1-1,0-1-387,0-3 0,1-3 0,0-3 0,2-2-2621,1-2 3066,0-2 0,2-10 0,1-1 0</inkml:trace>
  <inkml:trace contextRef="#ctx0" brushRef="#br0" timeOffset="1198">1030 0 7701,'0'7'619,"-2"-1"0,-1 1 0,0 0 150,1 2 0,-1 1 1,1 3-1,0 1-458,1 1 1,0 3 0,1 4 0,0 4 219,0 1 1,1-4-1,0 2 1,2-3-783,1-1 1,-2-4-1,2 1 1,0-3-1647,0-2 1,2-5-1,-2-2 1897,2-3 0,1-2 0,-1-1 0</inkml:trace>
  <inkml:trace contextRef="#ctx0" brushRef="#br0" timeOffset="1348">1070 203 11882,'6'0'138,"1"2"0,0 0 0,1-1 0,1 0-1196,2-1 0,-1 0 0,3 0 1,1-1-1153,-1-1 2210,0 1 0,0-4 0,0 1 0</inkml:trace>
  <inkml:trace contextRef="#ctx0" brushRef="#br0" timeOffset="1532">1226 39 8118,'-3'8'0,"-1"-1"728,-2 2 0,2 1 0,0-2 0,1 5-190,-1 3 0,3 3 0,-2 7 1,3 5 399,0 4 1,0 1 0,0 5-829,0-1 0,0 1 0,0-1 0,0 1 0,0 0-798,3-1 0,0-11 0,3-2 1,-1-7-279,-1-7 0,1-6 966,1-5 0,1 2 0,-1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04.947"/>
    </inkml:context>
    <inkml:brush xml:id="br0">
      <inkml:brushProperty name="width" value="0.06" units="cm"/>
      <inkml:brushProperty name="height" value="0.06" units="cm"/>
    </inkml:brush>
  </inkml:definitions>
  <inkml:trace contextRef="#ctx0" brushRef="#br0">125 117 7701,'-1'-7'23,"-1"1"1,-1-1 183,0 1 1,1-1 0,-3 2 0,0 0 376,-1 3 0,-1 1 1,-1 2-332,-1 1 0,-1 5 1,0 4-1,1 4 0,-1 2 334,-1 2 0,3 1 1,0 2-412,3-1 1,2 3 0,3-1 0,0-1 0,1 1-320,1-2 1,5-7-1,4-4 1,1-4-337,1-4 1,3-4 0,1-6 0,0-5 11,1-6 1,-4-3 0,1-4 0,-1-1 168,-1-1 1,-3 1 0,-2-1 0,-3 4 443,-2 5 0,-3 5 1,0 7 538,-3 4 0,1 4 0,-4 8-372,2 2 0,0 1 0,0 2 1,2 1-1,1 2-206,1-1 0,0 3 0,0-4 1,1 0-464,1 1 0,2-4 1,4 0-1,2-3-467,0-3 0,1-2 0,3-4 1,0-1-374,1-1 0,1-2 1196,0-5 0,-3-1 0,3-3 0</inkml:trace>
  <inkml:trace contextRef="#ctx0" brushRef="#br0" timeOffset="233">405 52 7701,'-11'0'328,"1"0"0,1 3 0,-1 0 1,0 2 421,-1 2 0,3-1 0,0 5 0,0 0 12,2 1 1,2 4-1,0 2 1,1 1-597,2 0 1,0 4 0,1 0-1,1 1-475,1 0 1,2-6 0,4-1 0,2-3-104,0-3 1,1-2 0,2-5 0,0-2-866,0-4 1,1-5 0,1-5-1,1-4 1277,1-3 0,2-2 0,-2-5 0</inkml:trace>
  <inkml:trace contextRef="#ctx0" brushRef="#br0" timeOffset="416">556 52 7701,'-7'0'0,"0"3"637,1 1 1,-1 2 0,-1 0-1,-1 2 412,1 0 1,1 3 0,0 4 0,1 3-530,-1 1 0,4 1 1,0 0-1,3 1-488,0 0 0,0-3 0,0 2 0,3-1-578,1-3 0,2-4 0,2-4 1,2-3-864,0-3 1,-1-2 0,1-2 0,0-3-1194,0-1 2602,-2-3 0,5-1 0,-3-3 0</inkml:trace>
  <inkml:trace contextRef="#ctx0" brushRef="#br0" timeOffset="766">640 176 7701,'4'0'1387,"2"0"0,-2 0-914,2 0 0,1 0 0,-1-1 0,1-1-364,2-2 1,1-2-1,3-2 1,-2 0-152,0-3 0,0 1 0,1-1-38,-1-1 1,-1 1-1,-5-1 1,0 2-1,-3 0-98,-1 0 1,-2 2 0,-1 0-1,-3 3 235,-3 2 0,0 3 1,-3 0-1,-1 0 266,0 3 1,-1 2 0,0 5 0,2 1 160,0 2 0,2 1 0,-1 4 1,1 0-56,1 4 1,3-1-1,1 2-344,1-1 0,1 2 0,3-2 0,1-2 0,2-4-628,2-3 0,1-6 0,2-1 1,1-3-479,0-1 1,3-5-1,-3-4 1,3-3 319,0-2 0,0-3 0,0-1 0,0 0 701,0 0 0,-3-2 0,0 1 0</inkml:trace>
  <inkml:trace contextRef="#ctx0" brushRef="#br0" timeOffset="1166">974 19 7701,'-3'-6'-226,"-2"2"0,-1 2 0,0 1 887,-1 1 0,-1-2 0,-1 0 1,1 1-242,1 2 1,0 1-1,1 3 1,0 1 199,2 2 1,1 4-1,3-2 1,0 1-407,0 0 1,0 0 0,3 2 0,2 0-264,3 0 1,1 0 0,3 0 0,-2 0-18,-1 0 0,0-2 0,-3 0 0,0 1 99,-1 0 1,-2 0-1,-3-1 1,-1 2 113,-1-2 1,-2-1 0,-3 0 0,-2-1-390,-2-1 1,-1-3-1,-1-1 1,0-1-1177,0-2 0,2 0 427,0-1 1,6-4 0,0-1-1,5-5 991,2-2 0,4 0 0,5-4 0</inkml:trace>
  <inkml:trace contextRef="#ctx0" brushRef="#br0" timeOffset="1449">1098 45 7701,'-3'-3'0,"-2"0"330,0 3 0,-2 0 0,0 0 0,1 0 473,-1 3 1,1 0 0,0 4-1,1 0-465,1 2 1,2-2 0,0 2 0,1 1-213,1 1 1,3 1 0,2 0 0,1 0-160,3-1 0,-1 0 0,3 2 213,0 0 1,1 2 0,-1 2 0,-3 0 0,0 3 225,-2 0 1,-2-1-1,-2 2 1,-1-2-221,-1-2 0,-5-1 0,-3 0 0,0-2-351,-2-2 0,-1-5 0,1-1 0,-1-3-892,0-1 1,1-2 0,-1-2 0,2-3 1056,2-1 0,-3-3 0,0-1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03.647"/>
    </inkml:context>
    <inkml:brush xml:id="br0">
      <inkml:brushProperty name="width" value="0.06" units="cm"/>
      <inkml:brushProperty name="height" value="0.06" units="cm"/>
    </inkml:brush>
  </inkml:definitions>
  <inkml:trace contextRef="#ctx0" brushRef="#br0">190 46 7209,'0'-7'-263,"-1"1"1,0-1 0,-2 1 1037,-1-1 0,0 4 0,-3 0-220,-2 0 1,1 2 0,-3-1 0,-1 2 0,0 3-86,-1 3 0,0 2 0,0 5 0,0 3 119,0 3 0,2 1 0,1 1-535,0 1 1,2 2 0,2 1 0,1 1-1,3 1-424,2-2 1,3-4 0,4-1 0,3-4 19,2-2 0,2-6 1,1-2-1,3-3-677,1-1 0,1-7 0,0-4 0,1-4 213,0-5 0,-3 0 0,2-5 814,-4 1 0,1-6 0,-1 1 0</inkml:trace>
  <inkml:trace contextRef="#ctx0" brushRef="#br0" timeOffset="267">275 118 7701,'-7'-3'223,"1"2"0,-1-1 0,0 1 675,-2 1 1,2 0-545,-2 0 1,0 3 0,-1 2 0,1 3-1,0 2 1,3 1 103,1 0 0,1 0 0,0 1 0,2 0-248,4-1 1,1-3 0,5 0-1,0-3-702,3-3 1,2-1 0,1-3 0,1-1 111,-1-4 0,-2-4 0,3 0 0,-3-3 52,-1-1 1,-2-1 0,0 1 0,-1 0 455,-2 0 1,-2 4 0,1 1 343,-3 0 1,-1 5-1,-2 5-135,-1 4 0,1 2 1,-1 3-1,1 2-134,1 1 0,0 1 1,1 0-1,0-2-681,2 0 1,2-3 0,-1 1 0,2-2-677,0 0 1,1-4 0,-1-1 0,1-1 383,-1-1 1,1-3 769,-1-1 0,1-5 0,0-1 0</inkml:trace>
  <inkml:trace contextRef="#ctx0" brushRef="#br0" timeOffset="567">438 92 7701,'0'-5'1187,"0"1"0,0 3-560,0 1 0,0 4 1,0 4-1,0 1-231,0 1 1,0 1 0,0 2 0,0 1-163,0 1 1,0 2 0,0 3-1,0-1-133,0 1 0,0-3 1,0-3-1,0-2-609,0-1 177,0-3 1,0-5 0,1-7 0,1-6 119,2-5 1,0-2 0,0-4 0,1-2-354,1 0 0,1 0 0,-1 0 0,2 1 346,0 2 1,0 5 0,2-2 0,0 4 435,-2 2 1,0 6 0,-1 2 56,0 3 0,2 7 0,-3 4 0,0 3 1,0 3 95,-1 2 0,-2-1 1,1 4-1,-1 0-672,1 0 1,-2-2 0,2-4 0,-1 0-1415,-2-1 0,2-4 1715,-1-3 0,3-3 0,-1-2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7:59.383"/>
    </inkml:context>
    <inkml:brush xml:id="br0">
      <inkml:brushProperty name="width" value="0.06" units="cm"/>
      <inkml:brushProperty name="height" value="0.06" units="cm"/>
    </inkml:brush>
  </inkml:definitions>
  <inkml:trace contextRef="#ctx0" brushRef="#br0">164 158 7779,'-8'-7'263,"0"1"1,-2 0 0,-3 1-1,2 3 342,0 2 1,0 3-1,-2 4 1,0 4-4,0 3 0,0 3 0,3 5 1,1 0-291,2 1 1,1-1-1,1 1 1,3 0-232,1 1 1,4-6-1,2-1 1,3-6-428,3-4 0,2-4 0,3-3 0,1-3-170,2-4 1,-2-5-1,-1-6 1,-1-1 10,0-3 0,0-1 0,-2-3 0,-2 0 361,-3-1 0,-1 1 0,-1 2 0,-1 1 350,-3 4 0,-2 7 1,-2 3-1,-3 6 338,-1 2 0,0 9 0,-1 3 0,2 5-145,0 5 1,0-1 0,3 3 0,1 0-562,0-2 0,1 1 0,0 0 0,0-1-417,0-1 0,3-3 1,1-2-458,2-1 0,3-4 0,0-2 1036,1-3 0,-2-5 0,2-3 0</inkml:trace>
  <inkml:trace contextRef="#ctx0" brushRef="#br0" timeOffset="483">320 158 7608,'0'-7'-112,"0"3"479,0-1 1,0 3 0,0-1 742,-2 0 0,0-2-682,-2 3 1,0 3 0,-1 3 0,1 3-36,2 1 0,-1 3 0,1 5-165,0 1 0,0 2 0,3 0 1,0 1-1,2 0-208,1-1 1,0 0 0,3-1 0,2-1-320,2-1 1,-1-6-1,0-4 216,-1-2 0,3-5 1,-1-5-1,1-4 1,-2-6-558,-1-4 0,-2-4 1,-1-4-1,-1-1 298,0-1 0,-3 5 0,1 0 585,0 4 0,0 2 0,-3 5 0,0 6 247,0 4 1,0 6 0,0 6 0,0 4-132,0 2 0,2 2 0,1 2-187,0 0 0,2 2 0,0-3 0,1 0 0,-2-2-1111,1-1 0,1-3 0,0-1 1,1-2-1115,-1-2 0,1-2 2053,-1-4 0,1-6 0,-1-1 0</inkml:trace>
  <inkml:trace contextRef="#ctx0" brushRef="#br0" timeOffset="682">582 1 7701,'-7'6'788,"4"0"1,0-1-1,3 3 156,0 2 1,0 4-1,0 3 1,0 3-606,0 4 0,3 1 0,1 5 0,2-1-373,0 1 0,1-6 0,-1 0 0,-1-1-506,-1-1 0,0-2 0,2 0 0,-1-3-1854,0-4 1,-4-5 2393,1 1 0,-4-7 0,-2-3 0</inkml:trace>
  <inkml:trace contextRef="#ctx0" brushRef="#br0" timeOffset="832">562 275 9027,'0'-6'1019,"0"1"0,0 1-755,0-1 0,3 0 0,1 0 0,2 0-334,1 0 0,0 2 0,1-1 0,1 0-899,2 1 1,-1 1 0,3-3 0,1 0 968,-1-1 0,-3 0 0,-1-1 0</inkml:trace>
  <inkml:trace contextRef="#ctx0" brushRef="#br0" timeOffset="1166">725 40 8140,'-3'7'729,"-1"-1"0,3 1 1,-1-1-474,0 1 0,1 2 0,1 2 1,0 1 253,0 1 1,0 3 0,0 2 0,1 1-262,1 0 0,0 2 1,1-1-1,1 1-162,0 0 1,-3-3-1,2 2 1,0-4 124,1 0 1,-1-5 0,0-1-487,0-4 0,-2-3 0,3-4 1,-1-1-315,-2-5 1,2-3-1,0-5 1,0-4 209,0-2 0,2 0 1,-1-2-1,2 1 384,1 1 0,-1 3 0,0 4 0,-1 1 431,-1 2 0,1 7-46,1 2 1,-2 10-1,-2 7 1,-1 3-81,-1 2 0,0 2 1,0-1-747,0 0 0,0 1 0,0-1 1,0-4-1,1-2-1909,1-2 2344,-1-8 0,4-2 0,-1-6 0</inkml:trace>
  <inkml:trace contextRef="#ctx0" brushRef="#br0" timeOffset="1882">1065 229 7701,'-3'-3'344,"2"-2"0,-4 3 43,0 0 1,-1 1-1,0 1 1,-1 1 176,1 1 0,-1 6 0,1 4 0,1 3 7,1 2 1,3 1 0,-2 3-336,3 1 1,0 0 0,0-3 0,3-1 0,3-2-230,2-3 0,4-7 1,-1-2-1,2-3-273,2-3 1,-4-5-1,3-3 1,-3-3 17,-1-3 0,0 2 0,-4-3 1,-2 0 161,-2 1 1,-1 3 0,-3-1 0,-1 1 55,-4 1 0,-3 3 0,1 1 0,-2 1-34,0 0 1,1 3 0,0 2 0,0 1-256,2 1 0,3 0-784,1 0 0,2 1 1,1 1-1,2 0-297,4-1 1400,3 0 0,2 2 0,4 1 0</inkml:trace>
  <inkml:trace contextRef="#ctx0" brushRef="#br0" timeOffset="2181">1176 229 7615,'2'5'1109,"0"-1"1,1 1 0,-3 1 0,2 1-815,0 2 0,1 1 0,-2 3 0,1 0-141,0 0 1,-1 3-1,1 1 1,0 1-71,-1 2 1,0-4 0,-1 3 0,-1-3-78,-1-1 0,1-4 0,-1-3-121,-1 0 1,2-5-1,-1-3 50,1-4 0,1-5 0,0-2 0,0-4-79,0-2 0,1-2 0,1-1 0,2 1-93,2-1 1,-2 3 0,1 0 36,0 1 0,1-1 0,1 3 0,1 2 1,1 1-132,-1 0 0,0 2 1,0 2-1,0 2-644,0 0 1,2 2 0,-2 1 973,0 0 0,3 0 0,-1 2 0</inkml:trace>
  <inkml:trace contextRef="#ctx0" brushRef="#br0" timeOffset="2331">1437 262 7701,'-4'18'320,"0"-1"0,1-2 0,0 2 0,-1-1-230,0-2 0,2 0 0,-1-1 0,0 0-828,1-3 1,2-4 737,0-6 0,0-8 0,0-6 0</inkml:trace>
  <inkml:trace contextRef="#ctx0" brushRef="#br0" timeOffset="2448">1444 177 7701,'-5'-4'0,"1"0"347,-1-2 0,1 4 0,1-1-1128,0 0-922,1 2 1703,5-2 0,0 3 0,4 0 0</inkml:trace>
  <inkml:trace contextRef="#ctx0" brushRef="#br0" timeOffset="2948">1672 203 6308,'0'-6'1142,"0"1"-521,0 1 0,0 0 0,0-2 10,-3 2 1,2 1 0,-3 3-257,-1 0 0,-1 0 0,-1 0-179,1 3 1,0-2-1,1 3 1,0 1-1,0 1 49,0 1 1,0 0 0,2 1-192,0 1 1,0 2 0,3-2 0,0 1 0,0 2 60,0 0 0,3 1 0,2 0-148,1 0 1,0 3 0,1 0 0,-1 0 0,0 0 4,-2-2 1,-1 2 0,-3-1 229,0 0 1,0-2 0,-1-2-1,-1 0 1,-3 0-54,-3-1 0,1-2 0,-2-5 0,-1 1-450,-1-1 0,1-1 0,0 0 1,0-1 258,0-1 1,4-3 0,0-1 0,2-3-193,3-2 234,0-1 0,4-3 0,1 0 0</inkml:trace>
  <inkml:trace contextRef="#ctx0" brushRef="#br0" timeOffset="3231">1764 327 7701,'6'0'138,"1"0"0,-1 0 1,1-2-1,-1-1 781,-2 0 1,1-2 0,-3-1 0,0-1-585,1 1 1,-2-1 0,1-1-1,-1-2-166,-1 0 0,-3 2 0,-1-1 1,-2 2-113,-1 0 0,1 3 0,-1 0 0,0 2 34,-2 0 1,2 2 0,-2 2 0,2 3 77,1 3 1,-1 3-1,1 2 1,1 2 29,1 0 0,2 4 0,-2 0 0,1 2-442,2 0 1,3-1 0,2-1 0,3-1-281,1 0 1,3-6 0,1 0-1,0-4-537,1-5 0,-1-3 1,3-4-1,0-6-240,0-3 0,-3-4 1300,1-3 0,-5-2 0,2-1 0</inkml:trace>
  <inkml:trace contextRef="#ctx0" brushRef="#br0" timeOffset="3548">1894 223 7701,'0'-7'1032,"0"4"0,0 1 0,1 5-219,1 3 0,1 3 0,2 5 0,0-1-370,0 0 0,-2 0 0,2 0 0,-1 0-328,0 0 1,1-1 0,-2-1-1,0-1-150,-1-1 1,1-4 0,-3 2-100,0-2 1,-4 0 0,-2 0-1,-3-3-461,-1-1 1,2 1 0,-3 1 0,-1 0 516,0 3 1,1-1 0,1 3 0,0 0 230,2 3 1,2-1-1,1 1 1,3 1 52,2 0 1,0-2 0,0-1-1,2-2 98,3 0 1,4-4 0,1 0-1,1-3-305,-1 0 1,1-3 0,2-1-70,-2-2 1,-1-2 0,-2-2-1,0 0 1,0-2-1212,0-3 0,-5 1 1,0-4 1280,0 0 0,-2-1 0,2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09.947"/>
    </inkml:context>
    <inkml:brush xml:id="br0">
      <inkml:brushProperty name="width" value="0.06" units="cm"/>
      <inkml:brushProperty name="height" value="0.06" units="cm"/>
    </inkml:brush>
  </inkml:definitions>
  <inkml:trace contextRef="#ctx0" brushRef="#br0">1 29 7701,'0'-9'1431,"0"-1"-955,0 5 1,1 1 0,2 5-256,3 2 1,3 8 0,0 8 0,2 6-213,1 6 1,0 0 0,3 5 0,0 2-368,-1 1 0,-1-3 0,2 1 0,0-6-2717,-1-5 3075,-6-9 0,9 6 0,-7-9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2.046"/>
    </inkml:context>
    <inkml:brush xml:id="br0">
      <inkml:brushProperty name="width" value="0.06" units="cm"/>
      <inkml:brushProperty name="height" value="0.06" units="cm"/>
    </inkml:brush>
  </inkml:definitions>
  <inkml:trace contextRef="#ctx0" brushRef="#br0">125 19 7701,'-10'-4'319,"0"0"1,1-1-1,-1 2 256,-3 1 0,3 2 1,0 5-1,0 4-78,0 4 0,2 6 0,-1 6 0,2 8-164,1 7 1,3 3 0,3 9 0,4-1-73,4-1 0,2-8 1,3-7-201,0-9 1,2-9-1,3-13 1,0-5 0,1-5-419,1-7 0,-3-1 1,1-5-1,0-4 25,-2-3 1,-3-1 0,-3-3 0,-3 0 72,-2-1 0,-3 3 1,-1-3-1,-3 3 239,-4 3 1,-4 11 0,-2 3-1,-2 3 233,-1 3 0,-1 3 0,-1 0 0,2 4-528,2 2 0,2 2 0,1 3-227,1 2 0,1-1 0,4 0 0,2-1 0,2-1-711,2-1 0,2-1 1253,5 1 0,0-4 0,4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2.427"/>
    </inkml:context>
    <inkml:brush xml:id="br0">
      <inkml:brushProperty name="width" value="0.06" units="cm"/>
      <inkml:brushProperty name="height" value="0.06" units="cm"/>
    </inkml:brush>
  </inkml:definitions>
  <inkml:trace contextRef="#ctx0" brushRef="#br0">7 74 7799,'0'6'0,"-1"1"466,-1 2 1,1-1 0,-1 4 0,2 3 148,0 0 1,0 3-1,0 3 1,0 2-267,0 2 0,2-3 0,1 3 1,0 0-185,2-3 1,-1-1 0,-1-3 0,1-1-13,-1-4 0,0 0 0,1-5-512,1-2 0,-2-6 1,0-7-1,-1-3-89,0-5 0,1-2 0,-2-5 1,2-3 33,1-5 0,-2-2 1,2-3-1,1 0 104,1 0 0,-2 6 1,0-1-1,1 3 307,1 1 0,0 8 0,1 4 245,-1 3 0,0 6 0,-1 5 1,-2 5-1,0 5 352,-1 5 0,0 4 1,1 5-1,-2 4-257,0 2 1,-1 3-1,0 0 1,0 0-276,0-2 1,-2-2-1,-1-2 1,2-4-559,0-4 1,4-9 0,1-2-365,2-4 1,1-10 0,-1-4 859,0-3 0,1-5 0,-1 1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2.612"/>
    </inkml:context>
    <inkml:brush xml:id="br0">
      <inkml:brushProperty name="width" value="0.06" units="cm"/>
      <inkml:brushProperty name="height" value="0.06" units="cm"/>
    </inkml:brush>
  </inkml:definitions>
  <inkml:trace contextRef="#ctx0" brushRef="#br0">1 4 8005,'0'-4'800,"0"9"1,0 7-32,0 3 1,0 0-1,0 4 1,0 2-457,0 3 0,0 1 0,2 5 0,3-1-458,0 0 1,2-1 0,-1 0 0,1-1-568,-1-2 1,1-7 0,0-3 0,0-6-2126,2-4 2837,-3-2 0,2-3 0,-1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2.762"/>
    </inkml:context>
    <inkml:brush xml:id="br0">
      <inkml:brushProperty name="width" value="0.06" units="cm"/>
      <inkml:brushProperty name="height" value="0.06" units="cm"/>
    </inkml:brush>
  </inkml:definitions>
  <inkml:trace contextRef="#ctx0" brushRef="#br0">0 26 12311,'7'0'-521,"-1"0"0,0 0 0,1 0 0,-1-1-42,1-1 0,0 1 1,1-3 562,0-1 0,4-1 0,-2-1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2.945"/>
    </inkml:context>
    <inkml:brush xml:id="br0">
      <inkml:brushProperty name="width" value="0.06" units="cm"/>
      <inkml:brushProperty name="height" value="0.06" units="cm"/>
    </inkml:brush>
  </inkml:definitions>
  <inkml:trace contextRef="#ctx0" brushRef="#br0">32 1 7799,'-6'6'415,"0"0"1,1 2 0,2 0 0,-1 3 536,1 1 1,1 5 0,0 4 0,1 5-416,1 5 0,0 4 0,0 8 0,0 3-384,0 1 1,0-6 0,1 0 0,0 0-92,2 0 0,1-4 1,-1 3-1,0-8-1497,2-7 1,1-13-1,0-4 1435,1-4 0,-1-5 0,1-2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3.711"/>
    </inkml:context>
    <inkml:brush xml:id="br0">
      <inkml:brushProperty name="width" value="0.06" units="cm"/>
      <inkml:brushProperty name="height" value="0.06" units="cm"/>
    </inkml:brush>
  </inkml:definitions>
  <inkml:trace contextRef="#ctx0" brushRef="#br0">142 45 7843,'-7'-6'94,"1"-1"0,0 1 121,-1-1 0,1 2 0,-1 0 0,-2 1 215,-2 1 0,1 1 1,1 4-1,-1 2 33,2 4 0,-1 7 1,1 5-1,0 4-203,1 5 0,1 1 0,2 4 0,2-1-310,1-1 0,4-6 1,2-3-1,2-5-259,4-5 0,1-4 0,1-5 0,0-2 22,0-4 1,0-4 0,-1-5 0,1-4-133,0-5 0,-2-1 0,-1-6 0,-1-4 215,-1-1 1,-3-1-1,-2 3 1,0 1 622,-1 4 0,-2 9 0,0 5-74,-2 6 0,-1 10 0,-2 8 1,1 6-52,1 3 1,1 4 0,2 1-1,0 1 41,0-1 1,1-1-1,1-3-869,2-4 1,4-1 0,1-5-1,1-2 1,2-3-1603,0-5 1,-1-1 2135,-1-2 0,1-6 0,2-1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4.078"/>
    </inkml:context>
    <inkml:brush xml:id="br0">
      <inkml:brushProperty name="width" value="0.06" units="cm"/>
      <inkml:brushProperty name="height" value="0.06" units="cm"/>
    </inkml:brush>
  </inkml:definitions>
  <inkml:trace contextRef="#ctx0" brushRef="#br0">0 53 10395,'0'9'252,"0"2"0,0 4 0,0 2 0,1 2-79,1 2 1,1 2 0,4 1 0,-1-1-251,1-1 1,0-9-1,1 1 1,1-4-186,1-4 0,-2-3 0,2-6 1,0-3-147,-2-4 1,-1-8 0,-1-3 169,0-1 1,-1-5-1,-2 1 1,1-2 0,-1-1 204,0 2 1,-1 4 0,-2 5 317,3 4 0,-3 6 0,2 6 293,-1 4 0,-1 6 0,1 5-409,1 4 0,1 0 1,2 2-1,-1-1 1,1 1-153,1 1 1,-1-4 0,0 2-1,1-3-982,1-3 1,-2-5 0,2-2 964,1-1 0,0-5 0,-1-2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4.294"/>
    </inkml:context>
    <inkml:brush xml:id="br0">
      <inkml:brushProperty name="width" value="0.06" units="cm"/>
      <inkml:brushProperty name="height" value="0.06" units="cm"/>
    </inkml:brush>
  </inkml:definitions>
  <inkml:trace contextRef="#ctx0" brushRef="#br0">0 1 8164,'4'7'1065,"-2"1"1,-1 4-695,-1 2 0,0 3 1,0 4-1,0 1 81,0 3 0,0-2 0,1 4 0,1 0-361,2 0 1,2-1-1,0 0 1,1-1-477,-1 1 0,0-1 0,1-2 0,-1-3-136,1-2 0,-1-6 0,0 0-2327,-2-2 2848,-1-5 0,-6-5 0,-1-3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4.443"/>
    </inkml:context>
    <inkml:brush xml:id="br0">
      <inkml:brushProperty name="width" value="0.06" units="cm"/>
      <inkml:brushProperty name="height" value="0.06" units="cm"/>
    </inkml:brush>
  </inkml:definitions>
  <inkml:trace contextRef="#ctx0" brushRef="#br0">19 141 7869,'-2'-10'0,"-1"1"0,-2 3 0,1 1 504,1 1 0,1 0 0,3-3-121,1 1 1,2-1 0,2 2 0,0-1-197,1 0 0,2 2 0,1-4 0,1 0-1125,0 1 0,-1 0 0,2 1 0,0-1 938,-2 1 0,1 0 0,2-1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4.795"/>
    </inkml:context>
    <inkml:brush xml:id="br0">
      <inkml:brushProperty name="width" value="0.06" units="cm"/>
      <inkml:brushProperty name="height" value="0.06" units="cm"/>
    </inkml:brush>
  </inkml:definitions>
  <inkml:trace contextRef="#ctx0" brushRef="#br0">6 0 8904,'-3'3'0,"1"1"427,1 2 0,1 1 0,0 2 0,0 2-8,0 3 0,1 1 1,1 4-1,1 2-195,1 1 1,2-1 0,-2 2-66,2-1 1,0 2-1,0-1 1,-1 0 0,-1-2-189,1-1 1,1-6 0,-1-2 0,0-2-360,0-5 1,-3-1-1,1-5 1,0-2-70,-1-3 0,1-6 0,-1-6 1,-1-3 119,0-2 1,0-3 0,0 0 0,1 0 177,0 1 1,-1 3 0,0 2 0,2 2 195,1 3 75,-3 4 1,4 5 0,-3 7 0,0 5 0,-2 4 421,0 2 0,0 4 0,1 1-432,1 1 0,-1 1 0,2 1 0,-1-1-307,0 0 1,1-2 0,-1-2-1,2-3-710,2-1 1,1-5 0,-1-7 914,0-5 0,4-6 0,0-4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5.044"/>
    </inkml:context>
    <inkml:brush xml:id="br0">
      <inkml:brushProperty name="width" value="0.06" units="cm"/>
      <inkml:brushProperty name="height" value="0.06" units="cm"/>
    </inkml:brush>
  </inkml:definitions>
  <inkml:trace contextRef="#ctx0" brushRef="#br0">13 0 7869,'-3'7'732,"2"0"0,-1 1 0,-1 4 49,1 5 0,0 1 1,2 5-1,0 1-356,0 1 0,1-1 0,1-2 0,3-2-470,3-4 0,0-5 0,2-5 0,0-3-131,0-5 0,0-5 0,2-6 1,-1-3-171,-2-3 0,-4-3 0,-2-1 1,0 1-84,-2 0 1,0 4 0,-2 3 0,-1 0 23,-2 0 1,-2 6 0,-2-1 0,-2 4 73,1 4 1,1 2-1,-2 0 1,2 0-215,-1 0 0,3 0 0,2 0 545,-1 0 0,2 0 0,-3 0 0,3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5.372"/>
    </inkml:context>
    <inkml:brush xml:id="br0">
      <inkml:brushProperty name="width" value="0.06" units="cm"/>
      <inkml:brushProperty name="height" value="0.06" units="cm"/>
    </inkml:brush>
  </inkml:definitions>
  <inkml:trace contextRef="#ctx0" brushRef="#br0">0 26 7869,'6'4'162,"-1"1"0,-2 0 247,0 0 0,2 2 1,-3-1-1,2 0 120,1 1 0,-2 2 1,2 1-1,0 2-169,0 0 1,0 0 0,-1 5 0,1 0-221,1 1 0,-2 1 0,0 4 0,1 0-97,-2 2 1,2-3 0,-3 3 0,0-5-174,-2-3 1,0-6 1,0-2 0,0-6 0,0-4 0,0-4 51,0-5 1,0-4 0,-2-2 0,0-4-31,1-2 1,0-2-1,1-3 1,0 0 101,0 0 0,0 6 0,0-1 1,1 2-121,1 0 0,-1 3 0,3-1-168,-1 4 0,2 1 0,-1 4 1,2 1-1,0 1-154,0 1 0,1 2 0,-1 2 0,1 1-406,-1 1 1,0 0 0,1 1 852,-1 1 0,1 2 0,-1 2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5.476"/>
    </inkml:context>
    <inkml:brush xml:id="br0">
      <inkml:brushProperty name="width" value="0.06" units="cm"/>
      <inkml:brushProperty name="height" value="0.06" units="cm"/>
    </inkml:brush>
  </inkml:definitions>
  <inkml:trace contextRef="#ctx0" brushRef="#br0">1 0 7339,'2'9'0,"0"0"229,-1 1 1,0 1 0,-1 1 0,0 2 365,0 1 1,0-1 0,0 3 0,0 1-537,0 1 0,0-2 1,0-1-1,0-1-215,0-3 156,0-5 0,0-7 0,0-3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5.610"/>
    </inkml:context>
    <inkml:brush xml:id="br0">
      <inkml:brushProperty name="width" value="0.06" units="cm"/>
      <inkml:brushProperty name="height" value="0.06" units="cm"/>
    </inkml:brush>
  </inkml:definitions>
  <inkml:trace contextRef="#ctx0" brushRef="#br0">20 19 7799,'-3'-6'473,"-1"-1"1,0 4-398,0 1 0,2 2 1,0 2-582,2 2 1,0 0 0,2 0 504,0 1 0,6 1 0,-1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6.077"/>
    </inkml:context>
    <inkml:brush xml:id="br0">
      <inkml:brushProperty name="width" value="0.06" units="cm"/>
      <inkml:brushProperty name="height" value="0.06" units="cm"/>
    </inkml:brush>
  </inkml:definitions>
  <inkml:trace contextRef="#ctx0" brushRef="#br0">110 14 8122,'-3'-4'422,"-1"2"1,0-1 0,0 1-53,-1 1 1,-1 0 0,0 2-107,-1 1 0,3 1 0,0 4-27,2-1 1,-3 3 0,3 0 0,1 1 0,0 2 14,1 2 1,0 1 0,1 1-218,1 0 0,1 1 1,4-2-1,-1 1 1,1 0 180,-1-2 1,-2 2 0,0-1-290,-1-1 1,1-1 0,-2 0 0,0 0 0,-2 0 4,-2 0 1,-2-5-1,-2-1 1,-2 0-364,0-2 0,0-1 0,-2 0 0,0-1-297,0-3 1,2 0 0,0 0 0,1 0 131,0-3 1,4 0 0,0-4 0,3 0 595,0-1 0,3 1 0,0-3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6.377"/>
    </inkml:context>
    <inkml:brush xml:id="br0">
      <inkml:brushProperty name="width" value="0.06" units="cm"/>
      <inkml:brushProperty name="height" value="0.06" units="cm"/>
    </inkml:brush>
  </inkml:definitions>
  <inkml:trace contextRef="#ctx0" brushRef="#br0">1 142 7799,'4'0'0,"0"0"235,1 0 1,-1 0 0,0 0 0,0-1 376,0-1 1,2 2 0,-2-3-1,2 0-488,0-1 1,1-1 0,1 0 0,1-3-4,1 1 1,-2-3-1,0 0 1,-2 0-124,-2-1 1,-3 0-1,1-1-133,-1 1 0,-4 2 0,-3 3 1,-3 0-1,0 2 278,0 2 0,-2 1 0,3 2 0,-1 3 163,0 2 0,2 6 1,-1 0-1,2 3-68,2 1 0,2 2 0,0 3 0,2 2-147,0 1 0,0-1 1,3 3-1,3-2-590,2-2 1,3-5 0,-1-1-1,1-5-450,-1-4 1,2-7 0,2-7 0,1-4 354,-1-5 1,-2-4 0,-2-7 0,2 0 593,0-3 0,1-2 0,0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6.661"/>
    </inkml:context>
    <inkml:brush xml:id="br0">
      <inkml:brushProperty name="width" value="0.06" units="cm"/>
      <inkml:brushProperty name="height" value="0.06" units="cm"/>
    </inkml:brush>
  </inkml:definitions>
  <inkml:trace contextRef="#ctx0" brushRef="#br0">52 16 7799,'3'-6'242,"0"-1"1,-3 4 0,0 3-1,0 5 1,1 3 262,1 2 0,0 3 1,1 1-1,1 2 92,-1 0 0,-1 1 0,3 1 0,-1-2-361,-1 0 0,2-1 1,-2-3-1,0-1-291,0-3 1,-1-1 0,-2 0-257,0-1 0,-3 0 0,-2-1 0,-2-1 124,-1 1 0,-3 1 1,2 0-1,-1 0 122,1 1 1,-2 0 0,3 1 0,1 2 317,2 2 1,0 0 0,3 5 0,0 0 22,2 0 0,0-2 1,0-2-1,3-1-184,3-1 0,2-4 0,2-3 0,0-1-371,0-2 0,0-3 0,3-3-199,0-3 0,-1-3 0,-1-4 0,-3-4 1,-1-2-1019,-3-2 1,-1-3 1495,-3-2 0,0 1 0,0 1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7.293"/>
    </inkml:context>
    <inkml:brush xml:id="br0">
      <inkml:brushProperty name="width" value="0.06" units="cm"/>
      <inkml:brushProperty name="height" value="0.06" units="cm"/>
    </inkml:brush>
  </inkml:definitions>
  <inkml:trace contextRef="#ctx0" brushRef="#br0">84 5 7744,'-6'0'181,"-1"-2"1,0 1 0,0-1 0,-1 4 180,0 2 1,3 3 0,-4 2 0,2 4-82,1 3 0,0 3 1,2 3-184,2 1 0,1 6 0,2 3 0,1-2 0,3 1-55,3-2 1,-1-6-1,4 1 1,1-3-547,2-5 1,0-7 0,1-5 0,-1-2-201,1-2 1,-1-6 0,1-3 0,-2-5 702,0-3 0,-4-4 0,-2-3 0,-1-2 0,-1-1 0,-3 3 0,1-1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7.578"/>
    </inkml:context>
    <inkml:brush xml:id="br0">
      <inkml:brushProperty name="width" value="0.06" units="cm"/>
      <inkml:brushProperty name="height" value="0.06" units="cm"/>
    </inkml:brush>
  </inkml:definitions>
  <inkml:trace contextRef="#ctx0" brushRef="#br0">84 36 7782,'-10'-4'0,"2"2"0,0 1 356,-1 1 0,3 1 1,-1 1-1,-1 2 1,1 3-1,-1 1 255,2 3 1,2 1 0,2 2 0,2 1-492,0 2 0,2-1 1,3 0-1,3 1-210,3-1 0,0-1 1,0-2-1,2-3-102,0-4 1,0-3 0,2-1-1,-2-3-289,0-3 0,-1-4 0,-1-7 0,-3-3 139,-1-3 1,-1 1-1,-2-3 1,-1 0 325,0 0 1,-2 5-1,1-1 1,-1 4 264,-1 3 1,-3 2-1,-1 7 91,1 3 0,-2 3 0,3 6 0,0 1-105,1 3 1,2 2 0,1 2 0,0 1-508,2-1 0,0 2 0,2-3 0,0 1-369,0 0 1,-1-4 0,4-2 0,-2-2 101,-1-4 0,-2-3 0,0-2 539,-1-4 0,2-7 0,-2-3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7.876"/>
    </inkml:context>
    <inkml:brush xml:id="br0">
      <inkml:brushProperty name="width" value="0.06" units="cm"/>
      <inkml:brushProperty name="height" value="0.06" units="cm"/>
    </inkml:brush>
  </inkml:definitions>
  <inkml:trace contextRef="#ctx0" brushRef="#br0">1 51 7621,'0'-4'1997,"0"-1"-1605,0 1 1,0 3 0,0 3-1,0 4-84,0 3 1,3 1-1,0 5 1,1 2-211,1 2 0,-1-2 0,2 0 0,-1 1 72,-1 1 1,-2-3 0,2-2 0,-1-2-448,1-4 1,-3-2-1,2-4-31,0-4 1,-2-9 0,1-5 0,-1-3 7,-1-5 1,0 1 0,2 0 0,1 1 158,0 2 1,-1 0-1,2 3 1,1 2 142,1 2 1,1 5 0,-1 2 0,0 3 112,1 1 1,-1 7-1,1 4 1,-1 2 152,0 2 0,1 3 1,-1 1-1,1 1-542,-1 2 0,1-1 0,-1-1 0,0 0-789,1-1 1063,-4-2 0,6 0 0,-2-2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8.774"/>
    </inkml:context>
    <inkml:brush xml:id="br0">
      <inkml:brushProperty name="width" value="0.06" units="cm"/>
      <inkml:brushProperty name="height" value="0.06" units="cm"/>
    </inkml:brush>
  </inkml:definitions>
  <inkml:trace contextRef="#ctx0" brushRef="#br0">19 78 7860,'-5'-3'0,"0"-1"1053,1 1-769,2 0 1,-1 4 0,3 2 0,0 3 0,1 4 5,1 2 0,2 6 0,3 2-187,1 2 0,-1 1 0,2 4 0,-2 1 0,0 1 12,-1 0 0,0-3 0,-1-4 0,-2-2-328,0-3 1,-1-5 72,-2-1 1,0-11-1,0-3 1,0-6-143,-3-4 1,3-4 0,-2-6 0,1-4 76,1-1 1,0-2-1,0-1 1,0 3 50,0 2 1,2 4 0,1-1 0,0 2 81,2 2 1,1 6-1,0 5 1,1 3 9,-1 3 0,1 3 0,-1 3 1,1 5 190,-1 5 1,0 1 0,1 3-1,-1 2 13,1 0 1,-2 0 0,0-1 0,-1 0 261,-1 1 0,1-3 0,-2-1 0,0 0-168,-2-2 0,0-5-249,0-3 1,0-7 0,0-4 0,1-5-57,1-7 1,-1-3-1,1-7 1,-1-2-254,2 0 0,-2 4 0,3-1 1,2 2 437,2 1 1,0 1 0,2 4 0,-1 3 18,-1 5 0,1 3 0,-1 5 31,0 4 1,-3 6 0,-1 3-1,-1 3 99,-2 1 1,2 3 0,-1-2 0,0 1-572,-2 0 0,2 0 1,1 2-1,1-1-415,1-1 1,-1-2 0,2 1 0,1-1-297,0-3 1,2-2 1016,0-6 0,-1-1 0,-1-3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9.008"/>
    </inkml:context>
    <inkml:brush xml:id="br0">
      <inkml:brushProperty name="width" value="0.06" units="cm"/>
      <inkml:brushProperty name="height" value="0.06" units="cm"/>
    </inkml:brush>
  </inkml:definitions>
  <inkml:trace contextRef="#ctx0" brushRef="#br0">46 26 8396,'-7'7'659,"-2"-1"0,3 4 0,-1 0 0,1 2-284,1 1 0,3 1 0,0 0 1,1 2-31,1 0 0,3-2 0,1 1 1,2-4-402,3-3 1,-1-3 0,2-3 0,0-2-185,0-2 0,-2-3 1,2-4-1,0-4 3,-3-3 1,0 0 0,-1-2 0,-2 1-227,-1-2 0,-3 3 0,0 1 1,0 2 184,-3 2 0,0 2 0,-4 3 1,1 1-66,0 1 0,-1 3 0,1-2 0,-1 3-298,1 0 1,2 0 640,-1 0 0,1 0 0,-2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9.374"/>
    </inkml:context>
    <inkml:brush xml:id="br0">
      <inkml:brushProperty name="width" value="0.06" units="cm"/>
      <inkml:brushProperty name="height" value="0.06" units="cm"/>
    </inkml:brush>
  </inkml:definitions>
  <inkml:trace contextRef="#ctx0" brushRef="#br0">45 1 7860,'4'3'784,"-1"1"1,-3 4-1,2 4-420,0 2 1,3 1-1,-1 3 1,2 3 10,0 1 1,1 0-1,1 0 1,2 1 261,0-3 1,-3-3 0,2-2 0,-2-3-185,-1-2 0,-1-2-844,-1 1 0,-3-6-92,2-3 1,-6-3-1,-3-2 1,-3-1 53,0 0 0,-2 3 0,-1-3 1,0 2-19,-1 0 0,3 3 0,-4-1 0,1 4 751,2 2 0,2 3 0,1 3 0,2 4-10,1 1 1,2 5 0,4 1-1,2 0 33,3-1 1,4-3 0,2-1 0,-1 0-97,0-2 1,0-5 0,1-4 0,-1-1-335,0-3 0,-1-4 1,3-3-1,-2-5-659,0-3 0,-5-2 0,2-3 0,0-1 37,-1-2 0,0 4 0,-1-1 0,-1 1-334,-1-1 0,0 2 1059,0 0 0,1 3 0,-1-2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9.640"/>
    </inkml:context>
    <inkml:brush xml:id="br0">
      <inkml:brushProperty name="width" value="0.06" units="cm"/>
      <inkml:brushProperty name="height" value="0.06" units="cm"/>
    </inkml:brush>
  </inkml:definitions>
  <inkml:trace contextRef="#ctx0" brushRef="#br0">1 76 7945,'0'13'183,"0"0"1,0-2-1,0 2 1,0 1 243,0 2 1,0 1 0,2 2 0,0 0-502,-1 0 0,1-2 0,-1 0 0,2-2-471,0-3 0,0-5 1,0-6 321,0-5 0,0-6 0,-2-8 1,1-3-96,0-5 0,-1 2 1,-1-2-1,0 0 334,0 2 0,0 5 1,0 0-1,-1 2 170,-1 1 0,1 4 0,-2-1 0,1 3 494,0 3 0,-3 2-299,1 3 1,1 2-667,1 2 1,4 0-1,2 1 1,2 1-984,0-1 1268,1 2 0,-1 1 0,0 1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19.891"/>
    </inkml:context>
    <inkml:brush xml:id="br0">
      <inkml:brushProperty name="width" value="0.06" units="cm"/>
      <inkml:brushProperty name="height" value="0.06" units="cm"/>
    </inkml:brush>
  </inkml:definitions>
  <inkml:trace contextRef="#ctx0" brushRef="#br0">109 7 7860,'-10'-1'165,"-1"-1"0,2 1 0,-1-1 0,0 2 465,0 0 1,3 0 0,-2 2-1,2 3 13,0 0 1,2 3 0,0 0 0,1 3-380,1 1 1,1 4 0,2 1 0,1 2-148,1 2 1,2 0 0,2 3 0,0 0-382,1 1 0,-1-2 0,0 0 1,-1-2-776,-1-2 1,0-3 0,0-4 0,-1-2-729,0-3 1,-3-4 1766,0-5 0,-3-5 0,-3-3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20.025"/>
    </inkml:context>
    <inkml:brush xml:id="br0">
      <inkml:brushProperty name="width" value="0.06" units="cm"/>
      <inkml:brushProperty name="height" value="0.06" units="cm"/>
    </inkml:brush>
  </inkml:definitions>
  <inkml:trace contextRef="#ctx0" brushRef="#br0">13 142 7860,'-3'-10'0,"0"1"234,0-1 1,2 3 0,-1-1-1,1 0 261,1 2 1,0 0-1,1-1 1,1 1-263,3-1 0,1 1 0,2 0 1,0 1-387,0 1 1,1 0 0,1-1 0,-1 2-586,0 0 0,2-1 0,-3 2 0,1-1 738,0 1 0,-2-2 0,3-2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20.175"/>
    </inkml:context>
    <inkml:brush xml:id="br0">
      <inkml:brushProperty name="width" value="0.06" units="cm"/>
      <inkml:brushProperty name="height" value="0.06" units="cm"/>
    </inkml:brush>
  </inkml:definitions>
  <inkml:trace contextRef="#ctx0" brushRef="#br0">0 0 7860,'0'4'3552,"0"1"-3140,0-1 0,1 2-240,1-2 1,2-1 0,2-3 0,0 0-1078,1 0 0,0 0 0,1 0 1,1 0-620,1 0 0,-2-2 1524,0-1 0,2-4 0,0-1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20.324"/>
    </inkml:context>
    <inkml:brush xml:id="br0">
      <inkml:brushProperty name="width" value="0.06" units="cm"/>
      <inkml:brushProperty name="height" value="0.06" units="cm"/>
    </inkml:brush>
  </inkml:definitions>
  <inkml:trace contextRef="#ctx0" brushRef="#br0">14 1 9145,'-3'6'851,"2"-1"0,-1 2 0,0 3-350,0 3 0,2 4 0,-3 5 0,3 5-71,0 4 1,0 4 0,0 3 0,2-1-579,0-1 0,0-5 1,-1-3-1,0-4-1874,1-5 0,1-6 2022,-3 0 0,0-5 0,0 2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23.758"/>
    </inkml:context>
    <inkml:brush xml:id="br0">
      <inkml:brushProperty name="width" value="0.06" units="cm"/>
      <inkml:brushProperty name="height" value="0.06" units="cm"/>
    </inkml:brush>
  </inkml:definitions>
  <inkml:trace contextRef="#ctx0" brushRef="#br0">571 1277 7860,'-6'0'-829,"-1"0"763,1 0 0,2-1 0,0-1 269,1-2 1,0-2 0,2 0 0,-1-2-37,0 0 0,2 1 1,0-2-1,0 1 21,0 0 1,0 3 0,0-2-1,0 2 430,0-1-217,0 2 1,0 3-1,2 5 1,0 3 0,0 3-30,1 3 0,0 4 0,3 6-561,-2 3 1,2 1-1,-2-1 1,1 1-1,0 1-578,0-1 0,-2-3 767,1 0 0,2-9 0,-2 0 0</inkml:trace>
  <inkml:trace contextRef="#ctx0" brushRef="#br0" timeOffset="716">103 199 7860,'-7'-2'360,"1"0"0,0-2 1,-1 1-62,1-1 1,-1 3 0,0-1 0,-1 1 140,-3 1 0,2 4 0,0 3 1,2 5-181,1 4 1,2 6 0,2 5 0,1 3 1,1 4 0,2 3 0,1-2 0,4-1-170,3-2 1,3-7 0,4-3-167,-1-6 1,4-2 0,-2-8 0,1-3 0,0-5-323,-1-6 0,0-4 0,0-7 1,-3-4-5,-2-3 0,-4-1 1,-1-3-1,-3 1 16,-1-3 0,-3 6 1,-1-3-1,-4 4 437,-4 5 1,-4 3-1,-4 4 1,0 1 69,-2 2 0,0 5 1,-2 0-1,1 1 113,0 3 1,4 0 0,1 1-1,2 0-439,3 0 1,3 3 0,3 1-1417,0 2 0,4 0 1619,6 1 0,2-1 0,4 0 0</inkml:trace>
  <inkml:trace contextRef="#ctx0" brushRef="#br0" timeOffset="1083">334 276 7722,'-3'16'69,"1"-3"1,-1 2 0,0 2 293,2 1 1,0-3 0,1 2-1,0-1 107,0 0 1,0-1 0,0 1 0,0-2-327,0-2 0,0-3 1,1 0-274,1-2 1,-1-4 0,3-1 0,-1-4-149,1-2 1,-3-3 0,2-3 0,-1-4-48,0-4 0,3-1 0,-2-6 0,0-2 24,2-2 0,-1 1 1,0 0-1,1 0 177,1 1 1,0 5 0,0 0 0,-1 5 463,-1 4 0,0 6 0,3 3 77,-1 5 1,-2 4-1,-2 10 1,-1 4 39,1 4 1,-1 1 0,1 5-319,-1-3 0,-1 3 0,0-3 0,0 2 0,0-1-773,0-2 1,0-8 0,1-2-970,1-2 1,-1-6 1601,4-7 0,-1-8 0,2-6 0</inkml:trace>
  <inkml:trace contextRef="#ctx0" brushRef="#br0" timeOffset="1282">558 77 7722,'0'10'0,"-2"-2"0,0 4 0,0 0 545,-1 2 0,2-3 0,-1 3 1,1 1-14,1 1 0,0-1 0,0 3 0,0 1-554,0 1 1,3-1 0,-1 4 0,2-1-491,1-1 0,-1-4 0,0-3 0,1-4 408,0-4 104,2-4 0,-1 1 0,1-3 0</inkml:trace>
  <inkml:trace contextRef="#ctx0" brushRef="#br0" timeOffset="1432">635 244 7970,'1'4'956,"1"-2"0,-1-1 0,4-1-1344,0 0 1,0-3-1,2-1 1,-1 0-386,1 0 0,1 1 0,-1-1 773,-2-1 0,3-1 0,2 0 0</inkml:trace>
  <inkml:trace contextRef="#ctx0" brushRef="#br0" timeOffset="1632">757 122 7722,'-4'7'181,"0"-1"1,-1 1 479,2 2 1,-2 1 0,3 3 0,-1 2-26,1 2 0,1 5 0,-1 4 1,1 5-266,1 4 0,0 0 0,0 2-442,0-1 1,2-3-1,1-4 1,1-3 0,1-3-628,0-3 0,2-5 0,-2-2 0,0-5 698,0-3 0,-1-2 0,2-3 0</inkml:trace>
  <inkml:trace contextRef="#ctx0" brushRef="#br0" timeOffset="2416">1187 231 7497,'-1'-4'-30,"-1"0"1,1 0-1,-3-1 1,0 1-1,1 0 554,-2 0 0,1-2 0,0 3 0,-1-1-194,-1 2 1,0 1 0,0 2 0,-1 2-135,1 3 1,-1 5 0,2 5-78,0 4 1,0 3 0,3 1 0,1 3 0,1 1-41,2-1 1,0-4 0,4-2-214,1-3 0,4-3 0,-1-5 0,2-3 0,1-4-300,0-5 0,1-6 0,0-6 1,1-5 128,-1-6 0,-3-5 0,-1-4 0,-2-2 166,0 1 0,-4 4 1,1 0-1,-1 7 148,-3 6 1,0 10 0,-1 6 494,0 5 0,-2 6 0,0 1 0,0 3-270,2 2 1,-3 1 0,1 3 0,1-1-367,0-1 1,1-2 0,1 1 0,0 1-38,1-1 0,3-4 1,0 0-1,0-4-1934,2-2 2103,-1-4 0,4 1 0,0-3 0</inkml:trace>
  <inkml:trace contextRef="#ctx0" brushRef="#br0" timeOffset="2750">1347 161 7728,'-4'7'235,"0"1"0,-1 0 0,0 1 0,0 0 199,3 2 1,2 2 0,0 1-1,0 2-198,0 0 1,2-1-1,3 1 1,2 1-74,2-1 0,0-2 1,0 1-1,1-4-320,0-2 1,1-3 0,-2-2-1,1-2-182,-1-1 1,0-4 0,-1-5-1,1-4 27,-1-4 1,-4-3 0,0-2 0,0-1 170,-1-1 0,-1 2 1,0-1-1,-2 2 444,0 3 1,0 4 14,0 2 0,0 5 0,0 8 0,0 5 36,-2 5 0,1 6 0,-1 1 1,2 3-302,2 1 0,-1 0 0,3-3 0,-1 0-430,1-2 1,0-3-1,3-1 1,-1-2 159,1-4 1,0-4-1,0-4-751,2-4 1,-3-6-1,-1-5 968,0-2 0,0-1 0,2-4 0</inkml:trace>
  <inkml:trace contextRef="#ctx0" brushRef="#br0" timeOffset="2931">1617 71 9414,'-4'4'479,"2"2"1,1 1-1,1 4 1,0 3-254,0 2 1,1 4 0,1 1 0,2 3-190,-1 0 1,3 3 0,-3-1-1,2 1-580,-1 0 1,-2-5-1,2 0 1,-1-4-760,1-3 0,-3-5 1302,1-3 0,-1-5 0,-1 1 0</inkml:trace>
  <inkml:trace contextRef="#ctx0" brushRef="#br0" timeOffset="3098">1597 295 7730,'0'-6'-168,"-3"0"674,-1-1 1,1 3-1,1 0 1,1-1-21,1-1 0,3 0 0,2 0 1,0 1-454,2 1 0,0-1 0,1-1 0,1-1-295,1 1 0,-1 0 0,3-1 0,0 1-381,-1-1 0,1 3 1,0 0-1,-2-1-1313,-1-1 1956,-2-3 0,2 2 0,1-2 0</inkml:trace>
  <inkml:trace contextRef="#ctx0" brushRef="#br0" timeOffset="3432">1745 65 7826,'0'6'0,"0"0"236,0 1 0,-1-1 0,0 1 0,-1 1 229,0 1 1,1 2 0,2 0 0,1 1-193,0 1 0,1 0 0,-2 2 0,2 2-6,0 2 1,0 0-1,0 0 1,1-1-151,-1 1 1,1-3 0,1 2 0,-1-3-263,1-3 1,-1-6-1,0 0-108,1-2 0,0-6 1,-1-4-1,-1-5 21,0-3 0,-2-3 0,3-4 0,-1-2 34,-2-2 0,2 4 0,0-3 0,0 4 275,2 1 1,-1 4 0,-1 3 76,0 2 0,0 5 0,-1 3 1,0 4-1,-1 5 98,0 3 0,-1 5 0,1 2 0,0 2-329,1 2 0,0-1 0,-2 2 0,0-2-390,0-1 0,2-2 0,1-2 0,1-3-561,1-4 1,1-6-1,0-2 1028,0-4 0,1-7 0,-1-2 0</inkml:trace>
  <inkml:trace contextRef="#ctx0" brushRef="#br0" timeOffset="3665">1950 174 8217,'-3'9'503,"-3"-1"1,2 3 0,0 2 48,0 1 0,2 2 0,0-1 0,1 1-169,1 1 0,1-2 1,1-3-1,3-1-438,3-2 1,-1-5 0,3-2 0,-2-3-221,1-3 0,1-3 0,-1-7 0,-1-1-43,-1-2 0,-1-2 0,0-1 0,-2 0 16,-2 2 1,-1 1-1,-1-1 1,-1 3 176,-1 2 1,-1 3 0,-4 1 0,1 2-67,-1 1 1,0 2-1,-1 2 1,0 1-380,0 1 0,1 0 1,1 0 569,-1 0 0,4 0 0,-3 3 0,2 1 0</inkml:trace>
  <inkml:trace contextRef="#ctx0" brushRef="#br0" timeOffset="3965">2053 103 7730,'4'6'0,"0"1"0,-2-1 0,0 1 0,-1 0 546,1 1 0,-1 0 1,2 2-1,-1 0 243,0 0 1,0-1 0,-2 1-550,0 2 1,3 0 0,-1 1 0,-1 0 0,0-1-186,-1 1 0,0 0 1,0 0-1,0-1-93,0-1 1,0-2-42,0-3 0,0-3 1,0-3 1,0-3-1,0-7 1,0-2 0,0-3-40,0-1 0,0-2 0,0-2 0,0 0-19,0 2 1,0 1 0,1-1 0,0 3-31,1-1 1,2 4-1,-1-2 1,1 2-20,1 0 0,-2 4 0,2-1 0,0 3-963,0 1 0,2 0 178,-1 3 1,-2 0 969,1 2 0,-1 3 0,2 1 0</inkml:trace>
  <inkml:trace contextRef="#ctx0" brushRef="#br0" timeOffset="4114">2252 142 7730,'-3'15'585,"2"-1"1,-2 3-1,1-1-646,0 1 0,-2-1 0,1 1 0,1-2-314,-1-1 1,3-7-1,-2-2-1438,1-3 1813,1-6 0,0-12 0,0-4 0</inkml:trace>
  <inkml:trace contextRef="#ctx0" brushRef="#br0" timeOffset="4231">2252 13 7730,'-3'-4'312,"1"0"0,-3 2-1618,1 0 448,1 1 858,0 1 0,6 6 0,1 1 0</inkml:trace>
  <inkml:trace contextRef="#ctx0" brushRef="#br0" timeOffset="4649">2444 39 7763,'-4'-3'467,"-1"2"1,0-1-36,0 1 1,-2 1 0,1 0 0,0 0-101,-1 0 0,1 1 0,1 1 1,1 2-80,-1-1 0,2 5 1,1-1-190,1 0 0,1 2 1,1 0-1,1 1 0,3 2 7,0 0 1,2 1-1,-1 0 1,0-1-64,-2 1 0,1 0 1,-2-1-1,0 0 57,0 1 0,-1-2 1,-2 4-1,-1-2-94,-1-1 0,-2-3 0,-2 2 0,0-2-604,-1-3 0,-1 2 0,-1-4 1,1-1-243,1-1 1,1-2 0,0-4 0,2-3 874,1-2 0,3-2 0,-3-5 0,-1 0 0</inkml:trace>
  <inkml:trace contextRef="#ctx0" brushRef="#br0" timeOffset="4932">2444 174 7949,'6'0'425,"1"0"0,-1 0 1,1 2-93,2 0 1,-3 0 0,1-2 0,1-1 78,-1-1 0,-1-1 1,0-5-164,1 0 1,-1 1 0,-3-2 0,0 2 69,-2 1 0,0-1 1,-2-2 28,-1-2 0,-1 4 0,-4 1 0,0 3-56,-1 1 1,0 0-1,-2 0 1,0 1-98,0 2 1,2 3-1,0 5 1,0 2-151,2 1 1,0-1 0,2 1 0,1 3-121,0 0 1,3 0 0,-2 2 0,4 1-249,2 1 0,2 0 1,1-1-1,1 0-215,0-3 1,3-5-1,0-2 1,1-3-759,1-3 1,0-4-1,-1-4 1,-1-4 288,0-5 1,-3-2 1006,1-3 0,-2-2 0,-1-1 0</inkml:trace>
  <inkml:trace contextRef="#ctx0" brushRef="#br0" timeOffset="5215">2624 65 7834,'0'-7'458,"0"1"1,0 3 123,0 3 1,0 3 0,2 6-1,0 2-72,-1 1 0,2 1 1,0 2-1,0 0-263,0-1 0,1-2 0,-2-1 0,0 1-336,1-3 1,-2-1 0,1-2-307,-1 1 0,-2-4 1,-1-1 92,-2-1 0,-4-1 0,-2 0 0,1 0 39,0 0 1,-2 1-1,3 1 1,0 3 688,1 3 0,0 0 0,2 4 0,0 3-64,0 0 0,4 0 0,-1 0 0,5-3-49,3-1 0,1-2 0,3-3-430,-1-2 1,4-2-1,-1-4 1,-1-3 0,1-5-440,0-2 0,-2-8 0,-1-1 0,-2-2-3976,-1 0 4532,-2 2 0,2-4 0,-3 2 0</inkml:trace>
  <inkml:trace contextRef="#ctx0" brushRef="#br0" timeOffset="5715">1200 642 7763,'0'-7'360,"-2"3"0,-1 1-143,-1 0 1,0 1 0,-3 2 0,1 0 0,0 0 352,-1 0 0,-1 0 0,-2 3 1,0 4-324,-1 3 1,1 4 0,0 4-1,1 1-125,1 2 1,1 2-1,1 2 1,2 0-94,2 1 1,2-4 0,2 3 0,3 0-679,3-3 0,2-2 0,5-6 1,0-3-379,2-5 1,0-2 0,4-5 661,1-1 0,-1-5 0,-2-4 365,0-3 0,1-3 0,-1-2 0</inkml:trace>
  <inkml:trace contextRef="#ctx0" brushRef="#br0" timeOffset="6015">1354 744 7763,'-8'-3'128,"0"1"0,0 1 1,-2 1-1,0 0 339,0 0 1,2 5 0,-2 1-1,0 2-22,0 2 0,2 0 0,0 4 0,3 1-309,3 0 0,1-4 0,2 0 0,1-1-221,2 0 0,5-2 1,2-5-1,1 0-137,0-2 1,1-1-1,1-2 1,0-2 46,1-2 1,0-3-1,-3-2 1,0-1-212,-2-1 0,-2 0 0,1-1 0,-2-1 512,-1 0 1,-2 5 0,-2 1 270,-1 2 1,-1 4-1,0 3-234,0 4 1,0 4 0,0 3-221,0 1 0,0 1 0,0 0 0,0-1 0,0-1-521,0 0 0,2-3 1,1 0-1,0-1-105,2-3 1,1-1 0,0-3 682,1 0 0,-3-5 0,0-2 0,0-3 0,3 0 0</inkml:trace>
  <inkml:trace contextRef="#ctx0" brushRef="#br0" timeOffset="6329">1488 764 7800,'0'-7'0,"1"1"335,1-1 0,-1 3 38,1 0 0,-1 3 1,-1 1-53,0 4 0,2 4 0,1 1 1,0 1 129,-1 1 0,3-1 0,-3 1 0,0 0-284,1-1 1,-2 1-1,3-2 1,-1 0-87,-2 1 1,0-2 0,1-1 0,0-1-754,-1 1 1,1-3 380,0 0 0,-1-5 0,3-2 0,0-5-116,-1-5 1,-1-3-1,2-3 1,-1-1 71,1-1 1,0 1 0,3-1-1,-1 1 424,0 0 0,2 1 0,-1 1 0,3 0 108,0 4 0,-2 4 0,2 3 0,-1 5-47,-1 3 1,0 7 0,-1 4 0,0 5 166,-1 4 0,-1 0 0,1 1 0,-1-1-289,-1-3 1,-2-1 0,2 0-1,-1-4-930,1-1 0,-3-5 1,2 2-928,0-2 1829,-2-3 0,4-4 0,-1-4 0</inkml:trace>
  <inkml:trace contextRef="#ctx0" brushRef="#br0" timeOffset="6763">2117 603 7763,'-1'-3'399,"0"0"1,-2 1 14,-1 0 1,0-1 0,-3 1-9,-2 0 0,4 0 0,-1 2 0,0 1-110,1 1 0,0 2 0,2 4 1,0 1-149,1 1 0,2 3 1,0 2-1,0 0 22,3 1 0,1-2 0,4 2 0,0 0-272,0-2 0,-1 0 1,0-1-1,-2 0 69,0-1 1,0 1 0,-3-1 0,-2-1-12,-1-2 1,-3-2 0,-2 0 0,-1 1-340,-2-3 1,0 0 0,-2 1 0,0-1-163,0-1 1,1-2 0,2 0-1,1-1-968,0-1 0,4-1 1513,1-1 0,1-5 0,1-3 0</inkml:trace>
  <inkml:trace contextRef="#ctx0" brushRef="#br0" timeOffset="7263">2168 764 7763,'9'-3'217,"1"1"0,1-1 1,-1-1 321,-1 1 0,0-2 0,-3-1 1,1 0-225,-1-1 0,-2-2 0,0-1 1,-1-1-102,-2 1 1,2-1 0,-1-2-1,0 0-7,-2 0 1,-2 6 0,-2 0 0,0 2 183,-1 2 1,1 0 0,-2 4-1,1 3-114,-2 2 1,4 4-1,-3 0 1,1 1-79,2 3 0,-2 0 0,2-1 1,2 1-238,0 1 1,-1-3 0,0 1 0,1 0-757,0-1 1,1-4 0,1 1-1,1-2-611,2-1 0,0-2 0,2-2 0,1-1 904,0-1 0,2-3 0,1 1 0,0-3 501,1-2 0,-1 1 0,0-3 0,0 2 0,0 1 0,-2-1 0,0 1 0,0-1 290,-2 1 0,0 0 0,1-1 0,-1 1 352,1-1 0,-1 1 0,0 0 0,0-2-195,-2 0 0,1 0 0,-2-2 0,-2 0-250,0 0 0,-1 2 0,-1-2 0,-1 0 45,-2 0 1,-2 2 0,-1-1 0,-2 3 94,-2 2 0,2 1 0,-1 3 1,0 3 0,2 1 0,1 4 0,1 3 1,0 2 0,2 2 0,1 1 0,3 3 0,0 1-91,0-1 0,3-2 1,2-1-1,3 0-631,2-2 0,3-1 0,-1-2 0,1-3-763,0-3 1,0-2 0,0-3 0,0-1-441,-1-1 0,1-4 1,-1-3 1585,-4 2 0,4-3 0,-5 0 0</inkml:trace>
  <inkml:trace contextRef="#ctx0" brushRef="#br0" timeOffset="7631">2566 751 7866,'-4'0'811,"-1"1"-142,0 1 1,2 1 0,-2 4-1,1 2-405,1 2 1,-2 2 0,2 4 0,-1 3-347,-1 4 1,2 1 0,-2 4 0,1-1 556,1-1-475,-3-5 0,2 3 0,-2-6 0</inkml:trace>
  <inkml:trace contextRef="#ctx0" brushRef="#br0" timeOffset="8367">2810 623 7763,'-3'-5'483,"-2"1"1,-1 3 0,-2-2-218,0 3 0,-3 0 0,2 1 0,-1 3 0,1 5 316,1 2 0,1 6 0,1 1-380,-1 0 1,4 6 0,1-4 0,1 2-1,2 0 18,4-2 1,0-5-1,5-2 1,2-1-279,0-2 0,-1-5 1,1-3-1,0-3-244,-1-3 0,1-2 1,0-7-1,-1-3-48,0-4 1,-3-1 0,0-4-1,-1-3-85,-3 0 1,-1 3-1,-1 1 637,0 3 0,0 4 0,-3 6 0,-1 4 22,-2 2 0,1 5 1,0 6-1,1 3-68,0 3 0,0 0 1,2 5-1,0-1-344,0 1 1,1-1 0,0 2-495,1-1 0,3-4 1,-1 1-1,2-4 163,1-3 0,-1 0 0,0-5 519,1 0 0,-1-7 0,1-2 0</inkml:trace>
  <inkml:trace contextRef="#ctx0" brushRef="#br0" timeOffset="8697">2951 655 7763,'0'-7'1232,"0"3"-634,0 0 0,0 3 1,0 1-1,0 4 0,0 4 1,2 3-1,0 2-296,-1 2 1,2-1 0,0 3 0,0 1 10,0 0 0,0-1 0,-2 0 0,1-2-233,0 0 0,-1-2 0,1-3-416,0-1 1,0-6 18,-2-6 1,0-3 0,2-7-1,1-3-109,0-3 1,-1-1-1,1-2 1,-1 0 158,3 2 0,-2 3 0,2-2 0,-1 1 318,-1 2 0,3 2 0,-2 5 221,2 2 0,1 2 1,-2 6-1,0 4 131,-1 6 1,1 2-1,0 6 1,0 1-375,0 0 1,-3 0 0,1 0 0,1 0-487,0-1 0,-3-4 0,2-1 0,-1-2-1314,0-4 0,1-3-731,-1-1 2502,-1-5 0,4-3 0,-1-6 0</inkml:trace>
  <inkml:trace contextRef="#ctx0" brushRef="#br0" timeOffset="8830">3111 725 7763,'1'-6'307,"0"2"907,1-1 1,1 3-524,-1-2 0,2 2 0,2-2-861,1 1 1,-1-1 0,1 1 0,-1 0-783,0 0 1,-1-2 0,-1 2 0,1-1-37,1-1 1,-2 4 987,0-1 0,0-2 0,3 1 0</inkml:trace>
  <inkml:trace contextRef="#ctx0" brushRef="#br0" timeOffset="9013">3265 623 7901,'-6'2'343,"1"0"1,2 2 0,-1 1 393,1 1 0,1 1 0,0 1 0,1 4-118,1 2 0,0 3 1,0 4-1,0 2-340,0 2 1,0-1 0,1 3 0,0-2-280,2-2 0,1-5 1,-1-1-1,0-5-912,2-4 1,1-3-1,0-4 1,-1-3-977,-1-5 0,0-3 1888,0-4 0,2-3 0,-3-2 0</inkml:trace>
  <inkml:trace contextRef="#ctx0" brushRef="#br0" timeOffset="9213">3355 526 7763,'0'-3'2371,"0"6"0,1 5-1848,1 4 1,-2 6 0,3 4 0,0 2-389,1 4 0,0 1 1,-1 3-1,1-2-442,0 0 1,-2-7-1,1-1 1,0-2-1939,-1-5 1,-2-3-736,0-4 2980,0-4 0,-3-4 0,0-3 0</inkml:trace>
  <inkml:trace contextRef="#ctx0" brushRef="#br0" timeOffset="9362">3329 764 7763,'0'-7'506,"0"3"1,0 0 0,0-1 87,0-1 0,0 2 1,1-1-1,0 0-198,1 0 0,3-1 0,0 1 1,1 2-433,3 0 1,-2-2 0,3 3 0,0 0-800,-2-1 0,1 3 1,-1-3-1,1 2-2277,0-1 3112,-5 1 0,8-5 0,-5 3 0</inkml:trace>
  <inkml:trace contextRef="#ctx0" brushRef="#br0" timeOffset="9479">3477 655 7763,'0'10'447,"0"0"1,0-2 0,0 3 74,0 1 0,0 1 1,0 0-1,0-1-248,0 1 0,0-2 0,0-1 1,0-1-3229,0-1 2954,0-4 0,3-7 0,0-4 0</inkml:trace>
  <inkml:trace contextRef="#ctx0" brushRef="#br0" timeOffset="9612">3509 501 8646,'-5'0'15,"1"0"0,3 3-1130,-1 1 1,1 2 1114,1 0 0,0 0 0,0 1 0</inkml:trace>
  <inkml:trace contextRef="#ctx0" brushRef="#br0" timeOffset="10330">3573 539 7663,'0'7'-150,"0"0"1,0 1 738,0 3 0,0-2 0,0 0 0,1 1 262,1 0 0,-1 0 1,3 1-1,1 2-477,1 3 0,1-1 0,-2 4 0,0-2-164,0-1 1,-2-4-1,2 1 1,-1-1 106,-2-2 1,1-4-568,-1-4 1,-1-7-1,1-3 1,-1-5-130,-1-4 1,0-2-1,0-6 1,1-1-125,1 0 0,-1 1 0,1 2 0,1 1 228,-1 2 1,3 0 0,-1 2 0,2 2 218,3 1 0,-1 7 0,2 1 0,0 2 655,0 4 1,-4 2 0,1 3-1,0 4 209,-2 4 1,0 4 0,0 1-452,0 1 0,0 4 0,-3 0 0,-1 0 1,1 0-75,0-1 0,-2-4 0,3-1-710,-3-2 1,0-3 0,0-6-55,0-3 0,1-5 0,0-9 0,2-1 139,-2-2 1,2-4 0,-1 1 0,0-1-148,1 0 1,-2 2 0,4 0-1,0 0 676,0 1 0,2 4 0,-1 2 0,1 0 298,-1 3 0,0 0 0,1 3 1,-1 2-422,1 4 1,-3 1 0,0 5-140,-2 0 1,1 0 0,-3 3 0,2 0 0,0 0-242,-1 0 0,0 1 0,-1-2-751,0 0 1,2-1 0,1-2 0,0-1 362,2 1 1,1-4 0,1-1 642,-1-1 1,1-2 0,1 0 0,1-2 0,-1 0 140,1-2 1,1 2 0,1 0 0,-1 0 142,-1-1 0,1 0 1,-3 0-1,2-1 678,-1-1 0,-3 0 0,-2-1 0,0 0-471,-1-1 1,-2 0 0,0-2 0,0 0-199,-3 0 0,-2 2 1,-5 0-1,1 3-17,0 0 0,-2 4 0,1-1 0,0 2 212,1 2 0,0 2 0,2 4 1,2 2 96,-1 2 0,3 0 0,1 6 1,2 2-216,2 3 0,2 0 1,5 2-1,2-1-329,4 1 0,1-5 1,3-1-1,0-6-1132,1-3 1,-2-10 0,0-5-1,1-6 1152,-1-5 0,1-9 0,-2-1 0</inkml:trace>
  <inkml:trace contextRef="#ctx0" brushRef="#br0" timeOffset="11079">1989 1161 7763,'0'-6'253,"-3"0"0,1 0 0,-1 1 322,0 1 0,0 1-202,1-1 1,1 3 6,-1 1 0,3 4 0,2 5 0,1 2-266,1 3 0,1 3 0,0 5 1,0 2-176,1 3 1,-1 3 0,0 3-1,-1 0-431,-1 1 1,0-7-1,0 1 1,-1-2 54,0-4 0,-3-7 1,2-5 436,-4-4 0,-1-3 0,-4-3 0</inkml:trace>
  <inkml:trace contextRef="#ctx0" brushRef="#br0" timeOffset="11262">1963 1367 7763,'-1'-11'0,"0"0"443,-1 0 1,0 1 0,2 0 0,0 1-72,2 1 1,2 0-1,2 1 1,1 0-200,2 1 0,-1 2 1,2-1-1,0 1-290,0 1 0,-2 0 0,3 2 0,0-1-233,2 0 1,-3 2-1,0-1 1,0-1 349,0-2 0,-2-2 0,1-1 0</inkml:trace>
  <inkml:trace contextRef="#ctx0" brushRef="#br0" timeOffset="11879">2130 1116 7958,'3'-6'624,"0"2"0,-3 2 0,0 4-189,0 3 0,0 1 0,0 2 1,0 1-189,0 1 0,1 3 0,0 3 0,2 0-131,1 2 1,0 1 0,2 2 0,1 2 9,-1 2 1,-2-3 0,1 2 0,0-3-90,0-5 1,1-2-1,-1-4-510,-1-4 1,-1-3-1,0-5 243,0-3 0,0-4 0,-2-4 0,1-3 33,0-3 0,1 0 1,1 1-1,0 0 66,0 1 1,0 0 0,1 1-1,-1 2 302,1 3 1,-1 3-56,0 0 0,-2 4 1,0 4-19,-2 4 1,0 2 0,0 3 0,1 0-220,1 1 1,-1 3-1,1-3-96,-1 2 0,0 1 0,0-2 0,1 0 0,0-1-421,-2 0 0,2 0 1,1-4-1,0 0 268,0 1 1,0-4-1,-1-1 370,2-1 0,0-1-17,0 0 0,-3-1 1,2 0-1,-1-2 286,1 0 1,-1 1 0,0-3 260,0 0 0,3 0 0,-1 0 1,0 1-37,0-1 0,0 1 1,2 0-1,-1-1-217,-1-1 1,1 0 0,1 0-136,0-1 0,0 0 1,-1-1-1,-1-1 1,-1 0-233,-2-1 1,0-1-1,-1 1 1,0 0-102,0 2 0,-3 0 0,-1 3 1,-2 0 60,-1 0 0,1 4 1,0-1 196,-1 1 1,1 4-1,2 1 1,0 3 73,1 1 1,1 2-1,2 3 1,0 0-1,0 0-68,0 2 1,1-1 0,1 1 0,2-2-394,2 0 0,0 0 1,1 0-1,0-1-285,1-1 0,-1-3 1,3-3-1,-2-3-104,1-2 0,-1-1 0,-2-3 709,-2-2 0,2-8 0,-2 1 0</inkml:trace>
  <inkml:trace contextRef="#ctx0" brushRef="#br0" timeOffset="12057">2425 1258 7763,'0'6'413,"3"0"0,-2-2 1,3-2-1,1 0-437,1 0 1,0-2-1,1 3 1,0-3-490,1 0 0,0 0 0,2 0 0,0 0-170,0 0 1,-1 0 682,2 0 0,-4-5 0,3-3 0</inkml:trace>
  <inkml:trace contextRef="#ctx0" brushRef="#br0" timeOffset="12206">2559 1200 7958,'-6'0'386,"2"1"1,-1 1-1,1 2-57,1 2 1,-2 1 0,2 1 0,0 4 94,0 2 0,1 4 0,2 5 1,0 3-330,0 3 0,1-2 1,0 2-1,2-3-308,1-3 0,0-3 1,2-4-1,1-3-765,-1-4 0,0-4 1,1-3-1,-1-2 978,1-2 0,-1-5 0,1-3 0</inkml:trace>
  <inkml:trace contextRef="#ctx0" brushRef="#br0" timeOffset="12679">2790 1219 7763,'-4'1'236,"0"0"216,-1 1 1,1 3 0,1-3 0,0 2 125,1 1 1,2 4-1,0 1 1,0 2-333,3 1 0,0 1 1,4 0-1,-1 1-128,0-1 0,1-1 1,-1-2-1,1-3-168,-1-1 1,0-3-1,1-3 1,-1-3-212,1-4 1,-3-5 0,0-5 0,-2-4-90,0-2 0,-2-1 0,0-1 0,0 3 171,0 1 1,0 4-1,0 4 207,0 2 0,3 7 0,2 6 0,0 7-10,2 6 1,-1 5-1,1 3 1,1 0 169,1 0 0,0 0 1,-1-4-1,0-3 112,0-4 0,-1-4 1,0-1-51,-1-3 0,1-3 1,-2-5-1,0-3 0,-1-4-11,-1-2 0,-1-4 0,0-1-157,0-2 0,1 0 1,-2 0-1,2 0 1,0 1-660,0 1 1,2 3 0,-1 0-13,2 2 0,0 3 0,1 3 1,-1-1-1,1 2-631,-1 0 0,2 3 0,1 2 1220,-1 0 0,2-3 0,0-1 0</inkml:trace>
  <inkml:trace contextRef="#ctx0" brushRef="#br0" timeOffset="12945">3111 1161 7763,'-4'3'619,"0"1"0,-1 1 135,2 1 0,-3-1 0,2 4 1,1 1-225,1 0 1,0 3 0,1 1 0,-1 1-226,0 0 0,4-2 0,1 0 0,0-1-348,2-1 0,1-2 1,0-3-1,1-3-227,-1-3 0,0-3 0,1-6 0,-1-2 8,1-3 0,-2-3 1,0-1-1,-2 0 67,-1 1 1,0 2 0,1-1 0,0 2 320,-1 2 1,-2 2-1,0 1 216,0-1 1,0 5 0,0 6-407,0 5 1,0 3 0,1 4 0,1 0-577,0 2 1,3 0-1,-2 1 1,1 0-42,1-2 0,-1-3 1,2-3-1210,1-1 1890,-1-3 0,1-4 0,-1-4 0</inkml:trace>
  <inkml:trace contextRef="#ctx0" brushRef="#br0" timeOffset="13262">3246 1187 11862,'0'6'600,"0"4"1,2 0-1,0 3-427,-1 2 1,2 0 0,-1 4-1,1 1 12,-1 2 0,-1-2 1,2-1-1,-1-2-179,0-3 1,0-3-276,-2 0 1,0-8-1,0-8 1,0-5 22,0-4 1,0-3 0,0-4-1,0-2-52,0-2 0,3 3 0,-1-3 0,0 3 158,1 1 1,-2 3-1,3 2 1,1 2 241,1 2 1,1 4 0,1 0-1,1 3-18,-2 3 1,1 4 0,-2 5 0,0 3-19,1 2 1,-1 4 0,0 0 0,-1 2-505,-1 1 0,-2-3 0,3 4 1,-1-2-122,-1-3 1,2-3 0,-2 0-1695,1-4 2253,-3-5 0,5-11 0,-2-3 0</inkml:trace>
  <inkml:trace contextRef="#ctx0" brushRef="#br0" timeOffset="13580">3445 1123 7763,'0'-7'3604,"0"5"-2767,2 2 1,-1 3 0,2 6 0,0 1-481,1 3 1,0 3 0,0 2 0,0 2-237,0 0 0,2 2 0,-3 3 0,1 1-948,1 0 1,-3-3 0,1-2 0,0-3-887,-1-3 0,-2-5 0,0-7 1195,0-2 0,-3-5 0,-1-7 1,-2-1 517,0-1 0,2 0 0,0 0 0,-1 1 175,2-1 1,-2 1 0,2 1 617,-1 2 1,3 0-1,-1 1 1,1 0-1,1 1 342,0 0 1,0 1-1,0-1 1,1 1-861,1-1 1,1 1 0,4 0 0,-1 1-1042,1 1 0,-1 3 1,0-1 536,1 1 0,1 1 0,2 0 0,-1 0 0,0 0-4983,-1 0 5212,2 0 0,0 3 0,3 0 0</inkml:trace>
  <inkml:trace contextRef="#ctx0" brushRef="#br0" timeOffset="13750">3605 1225 8388,'4'7'963,"-2"-1"0,-2 1-427,0-1 0,3-2 0,-1 1-943,-1 0 0,0-2 407,2-1 0,-3-2 0,3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52.015"/>
    </inkml:context>
    <inkml:brush xml:id="br0">
      <inkml:brushProperty name="width" value="0.06" units="cm"/>
      <inkml:brushProperty name="height" value="0.06" units="cm"/>
    </inkml:brush>
  </inkml:definitions>
  <inkml:trace contextRef="#ctx0" brushRef="#br0">0 78 7703,'3'-16'56,"-1"2"0,2-1 186,1 2 1,-2 5 0,0 2 74,0 3 0,-2 1 1,3 2-1,-2 3 121,0 4 1,-1 3 0,1 7 0,0 3-5,-1 2 0,2 6 0,-1 6 0,0 6-179,1 6 0,-2 2 1,2 3-1,-1 5-205,0 6 0,1 1 0,-2 13 0,2-1-11,1-1 0,-2-5 0,1 7 0,0 2-343,-1-1 0,-2-11 0,0-5 0,0-1-67,0-1 0,3-7 0,-1 0 0,0-9-209,1-7 1,-3-13 0,3 1 26,-3-4 0,2-3 0,1-7 553,-2-1 0,-3-8 0,-2-1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52.798"/>
    </inkml:context>
    <inkml:brush xml:id="br0">
      <inkml:brushProperty name="width" value="0.06" units="cm"/>
      <inkml:brushProperty name="height" value="0.06" units="cm"/>
    </inkml:brush>
  </inkml:definitions>
  <inkml:trace contextRef="#ctx0" brushRef="#br0">13 173 7725,'0'-4'27,"-2"0"75,0-1 0,-1 2 0,2 0 818,-1 0-428,0 3 0,2-3 0,0 6-273,0 1 1,0 4 0,0 4 0,0 2-17,0 3 0,0 2 0,0 2 0,0 2-311,2 2 1,-1 0 0,1 6 0,-1 1-394,-1 1 1,0-6 0,0 2 0,0-4-1032,0-3 1,1-7 1531,1-4 0,-1-6 0,1-2 0</inkml:trace>
  <inkml:trace contextRef="#ctx0" brushRef="#br0" timeOffset="284">1 199 7793,'0'-12'0,"0"0"47,0 2 0,0 1 0,0-1 1,0 0 143,2 0 1,2 2 0,3-2-1,2 2-13,1 0 1,3 5-1,1-1-71,1 3 0,3 1 1,-3 3-1,1 4 1,0 2 54,-2 4 0,-5 0 0,-2 1 0,-1 2 34,-3 0 0,-2 2 0,-2 0 0,-1 0-91,-2-1 0,-4-4 0,-3 1 0,-1 0-56,-1 0 0,0-3 0,0-1 0,0 0-382,1-3 0,-1 0 0,3-3 0,1-2-1068,2-1 0,4-2-301,0-1 1702,3-1 0,5-4 0,3 1 0</inkml:trace>
  <inkml:trace contextRef="#ctx0" brushRef="#br0" timeOffset="617">315 199 7774,'-9'6'344,"-1"2"1,-1-1 0,0 3-20,0 0 0,3 0 0,0 3 1,1 0-127,2 0 0,-1 0 0,4-1 1,1 1-137,0 0 1,4-3-1,1-1 1,3-3-250,1-2 1,0-1 0,3-4-1,0-1 144,1-5 0,1-3 0,0-5 0,0-2-434,0-1 1,-1-2-1,-2 1 1,0 0 266,-1 0 1,-3 2 0,1 0 760,-2 1 1,2 4-27,-5 4 0,-2 9 1,-3 6-1,0 4-231,-2 4 0,0 0 0,0 3-333,0 0 1,4-1-1,-1-2 1,1-1-1,1-1-631,0-2 0,1-3 0,1 0 1,2-2-504,2-2 0,3-3 1172,2-1 0,1-3 0,1-4 0</inkml:trace>
  <inkml:trace contextRef="#ctx0" brushRef="#br0" timeOffset="833">546 116 7774,'-11'2'0,"0"3"0,3 3 0,-2 1 0,1 1 931,1 1 0,1 4 0,0 2 1,1 0-289,-1 3 0,4-3 0,1 5 0,1-1-434,1 0 0,1-3 1,1 2-1,2 0-444,2-3 0,3 1 1,1-1-1,1-3-432,-1-3 0,1-2 0,2-5 0,1-2-34,0-1 0,1-7 1,1-3-1,1-5 701,-1-3 0,-2-4 0,2-2 0</inkml:trace>
  <inkml:trace contextRef="#ctx0" brushRef="#br0" timeOffset="1033">732 103 8041,'1'-6'648,"1"2"0,-2 1 0,0 4-323,-1 1 0,-4 4 1,1 5-1,-2 2 317,0 2 0,1 1 0,1 4 0,-1 1-410,-1 0 1,0 2-1,0-1 1,0 2-319,2 0 0,-1-2 1,2-1-1,2-3-864,0-1 1,2-5-1,1-2 1,3-3-218,3-2 0,-1-4 1,2-5 1166,1-2 0,0-7 0,2-1 0</inkml:trace>
  <inkml:trace contextRef="#ctx0" brushRef="#br0" timeOffset="1334">905 128 7485,'-6'3'304,"-1"2"1,1-2 0,-1 1-1,1 1 357,0-2 1,-1 3 0,1-2 0,-1 3-125,-2 1 1,2 0-1,-2 2 1,0 0-231,1 0 1,-2 1 0,2 1-1,0 2 26,0 1 1,3-4 0,1 2-1,1-1-2,-1 0 1,3-2-1,-1-1 1,1-2-250,1 0 0,1-4 1,1 0-101,2 0 1,2-3 0,0 3 0,1-3 0,0 0-129,1 0 1,2-2-1,1-1 1,0 0-619,0-2 1,0-1 0,0 0 95,1 2 0,0-2 0,-2 2 0,-1-2 0,1 0-778,0 0 1,0-1 0,1 1 1445,-3-1 0,-1 1 0,0 0 0</inkml:trace>
  <inkml:trace contextRef="#ctx0" brushRef="#br0" timeOffset="1650">976 250 7762,'6'7'395,"-2"-4"0,1-1 1,0-1 356,0-1 1,2 0-1,-1 0 1,1 0-463,2 0 1,-1-1 0,2-1-281,-1-2 0,2-4 1,-2-1-1,0 0 1,0-1 80,-1 0 1,-3-1 0,-1-2 0,-1 1-422,-2 1 1,-1-1 0,-3 3 0,-3 0 113,-1 3 0,-5 4 0,1 0 332,-1 1 0,0 2 0,-1 3 0,1 3 171,1 2 1,-1 4 0,4 3-1,1 0 1,1 2 65,2 1 1,2 0 0,0 0-1,2 1-44,2 1 0,3-3 1,3 1-1,3-3-756,1-2 1,1-1-1,0-3 1,0-3-705,2-4 1,-1-4 0,1-3 0,0-6 1150,0-3 0,3-4 0,-1-2 0</inkml:trace>
  <inkml:trace contextRef="#ctx0" brushRef="#br0" timeOffset="1850">1283 19 8595,'-4'10'372,"0"-1"1,0 1 0,0 0-1,1 1 150,0 2 0,3-1 0,-2 3 0,1 1-213,1 1 1,0 2 0,0 0 0,1-1-418,1-1 1,-1 2 0,3-3-1,-2-1-550,0 0 1,-1-3-1,-1 0 1,0-2 351,0-3 306,0-1 0,0 1 0,0-1 0</inkml:trace>
  <inkml:trace contextRef="#ctx0" brushRef="#br0" timeOffset="2000">1187 250 7758,'0'-6'0,"0"-1"0,0 1 156,0 0 0,1 1 0,1 2 1,3-1 749,3 1 0,2-2 0,3 0 0,2 0-1063,3 0 0,-1 1 0,1-2 0,3-1-3602,1 1 3759,-4 0 0,6-4 0,-4 0 0</inkml:trace>
  <inkml:trace contextRef="#ctx0" brushRef="#br0" timeOffset="2683">1995 84 7703,'6'-10'-2,"-2"1"1,-1 3 164,0 1 0,-2 0 1,1 0-1,-2 0 0,-2 0 115,-2 1 0,-2 0 1,-1-2-1,-1 1 132,-1 1 1,-2 2 0,1-2-1,-1 1 187,1 2 0,1 3 0,-1 4 0,1 4-232,1 5 1,1 4-1,1 4 1,1 4-175,1 3 0,2 1 0,1 3 0,2 0-348,1 0 1,3-3-1,-1 0 1,2-2-939,0-2 0,1-5 0,-2-5-1882,0-2 256,0-4 2721,-4-13 0,-1-2 0,-4-9 0</inkml:trace>
  <inkml:trace contextRef="#ctx0" brushRef="#br0" timeOffset="2832">1809 276 8065,'-5'-4'833,"0"-1"1,0 3-1,3-2-660,1-1 1,3 2 0,3 1 0,3 1-64,3 1 0,-1 0 0,2 0 0,3 0-100,0 0 0,0 0 0,2 0 1,-1 0-646,0 0 1,2 0 0,1 0-2281,0 0 2915,0-3 0,-2 0 0,-2-4 0</inkml:trace>
  <inkml:trace contextRef="#ctx0" brushRef="#br0" timeOffset="3300">2111 199 7772,'0'7'105,"0"2"0,-1-1 0,0 2 0,-2 2 413,-1 0 1,0 1 0,-2 2-1,-1 0-200,1 2 0,-1-2 1,1 3-1,0 1 210,-1-2 1,1-4-1,1-1-221,1-2 0,3-5-325,-1-5 1,4-5 0,1-6-69,1-1 1,2-1 0,-1-1 0,2-1 0,1-2-684,0-1 1,1 1 0,0 0-1,-1 1 68,2 0 1,-2 3-1,2-1 1,0 1 455,-1 2 0,2 0 0,1 1 0,0 3 245,-2 2 0,-2 4 0,1-1 0,-2 1 0,-1 1 0,-2 3 0,-2 1 250,-1 2 0,-1 1 1,0 1-1,-1 1 1,-1 1 680,-2 1 0,0 2 0,0 1 1,1 2-297,-1 1 1,3-3 0,-1 3 0,1-1-246,1 1 0,2-3 0,2 0 1,1-2-285,2-4 1,4-4 0,-1-3 0,2-4-712,1-6 0,0-4 0,-1-3 268,-1-3 1,0-4 0,-4 1 0,-2 0 0,-2 2 69,-1 1 0,-2 4 0,-3 0 0,-3 2 179,-2 3 1,-3 0 0,0 5 0,-2 0-176,-2 3 1,4 2 0,-1 2 0,1 3-248,1 0 1,4 0-1,0-1 1,1 1 40,2 1 1,1-2-1,6-1-176,2 0 645,2-1 0,1-2 0,1 0 0</inkml:trace>
  <inkml:trace contextRef="#ctx0" brushRef="#br0" timeOffset="3750">2374 161 7703,'6'0'136,"1"0"1,-2 0-1,0 2 1,-1 1 431,-1 3 1,-1-1-1,-2 4 1,0 1 118,0 3 0,0 1 1,0 2-1,0 0-347,0 1 0,-1 0 0,0 1 1,-1 0-136,0-1 0,-1-3 1,1 1-1,1-4 185,0-2-850,1-2 1,0-7 0,0-4 0,0-6-13,0-5 0,1 0 1,1-3-1,2-3 69,-1-1 1,3 1-1,-2-1 1,2 1 232,0 2 1,1 4 0,-1 0-1,0 3 94,1 1 0,-3 5 0,0 3 1,1 3 501,1 3 0,-2 3 0,0 5 1,-1 1 46,-2 1 1,2 0 0,-1 1 0,0 2-98,-2 0 1,0-3 0,0 1 0,0-1-36,0-2 1,0-2 0,0-1-611,0-1 1,0-4-1,0-4 1,0-4-211,0-5 1,2-5 0,1-2 152,1-2 1,-1-3-1,2-1 1,0 0 0,0 2 129,0 1 1,3 3 0,0 1 0,2 1 275,0 3 1,2 2 0,-1 6 0,1 3 191,1 5 0,-3 6 0,-2 8 0,0 2 115,1 4 0,-4 1 0,1 2 0,-1-1-611,-1-1 1,-2-3 0,-2 0-1261,0-2 1,0 0 1483,0-8 0,-2 3 0,-2-5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8:57.480"/>
    </inkml:context>
    <inkml:brush xml:id="br0">
      <inkml:brushProperty name="width" value="0.06" units="cm"/>
      <inkml:brushProperty name="height" value="0.06" units="cm"/>
    </inkml:brush>
  </inkml:definitions>
  <inkml:trace contextRef="#ctx0" brushRef="#br0">152 93 7703,'-3'-3'318,"-1"0"-40,-2 0 1,2 2 0,-1-1 0,-2-1 31,-1 1 0,-1 0 0,1 2 1,-3 0-11,-1 0 1,1 3-1,1 2 1,1 4-154,1 3 1,4 3-1,2 3 1,1 3-82,1 1 1,6 1 0,2 2 0,4 0-168,3-2 0,0-5 0,1-2 0,0-3-70,-2-2 1,-1-3-1,0 0 156,0-1 1,-6-2 0,-4-1 106,-6 1 1,-2 1 0,-6 0 0,-1 0-86,-2 1 1,-2 1 0,-3 1 0,1-1 31,1-1 1,4-3-1,-1 0 1,1 1-1466,1-2 1,3-1 1425,5-4 0,4-4 0,3-4 0</inkml:trace>
  <inkml:trace contextRef="#ctx0" brushRef="#br0" timeOffset="183">274 202 9212,'0'8'0,"-1"0"341,-1 3 0,1-1 0,-2 3 0,1 0-113,0 1 1,-2 2 0,2 0 0,-1 2-14,1-1 0,1-1 0,-1 1 0,1-2-609,1-1 1,0-2 0,1 1 0,0-3-2131,1-1 2524,3-5 0,-4 2 0,2-3 0</inkml:trace>
  <inkml:trace contextRef="#ctx0" brushRef="#br0" timeOffset="418">261 190 7818,'4'-7'-28,"0"1"1,1-1 105,1 1 0,0 0 1,2 0-1,-1 1 160,2 1 1,0 2 0,-1 0 0,1 1 146,-1 1 0,-1 3 0,-2 2 0,0 3-16,-3 3 1,-2 1 0,0 1-233,0 2 1,-2 1-1,-3 2 1,0-2 0,-2 1-138,-2-1 0,0-2 0,-2 0 0,2-2-432,-1-4 1,3-1 0,-1-3-614,1-2 1,3-6 0,2-3 1044,1-2 0,1-2 0,0-2 0</inkml:trace>
  <inkml:trace contextRef="#ctx0" brushRef="#br0" timeOffset="1018">479 267 8020,'1'4'311,"1"0"1,-1-2-1,3 0 1,1-2 66,1 0 0,1 0 1,2-2-1,2-3-183,1-3 0,-1-1 1,0-3-1,2-2-227,-2 1 0,-2-3 0,-2-1 1,-2-1 77,-3-1 0,-1 3 0,-2-1 0,-1 2-18,-2 3 1,-4 5-1,-1 1 1,-1 4 221,-1 2 0,1 4 0,0 4 34,0 3 0,0 4 0,1 2 1,2 2-1,1 1 12,2 1 0,3-1 0,-2 1 0,3 0-414,0 0 1,3-3 0,3-1 0,3-4-449,1-2 1,0-2-1,3-3 1,1-2-394,1-2 1,-1-4 0,3-3-1,1-3 388,0-2 0,2-5 1,-2-2-1,0 0 571,-1 0 0,0 0 0,1-2 0,-2 1 0,-1-1 0,-5 1 0,2-4 0,-2 2 0,-2 3 0,-4 1 0,-3 5 0,-4 3 587,-3 4 1,-5 3 0,0 1 0,-1 3 379,0 1 1,1 4 0,0 3 0,0 2-253,-1 2 1,3-1 0,2 3-403,1-2 1,0 3-1,3-1 1,0 0-1,0 0-229,2-2 1,1-5 0,2 2-1,2 0-693,2-2 0,1-2 0,2-3 0,1-3-369,2-2 1,2 0 0,0 0-1,0-3 214,0-4 0,-2 0 0,3-5 1,-1-2 763,-1 0 0,-3 1 0,2 0 0,-2 0 0</inkml:trace>
  <inkml:trace contextRef="#ctx0" brushRef="#br0" timeOffset="1166">915 93 7768,'0'5'0,"0"-1"0,-1 1 265,-1 1 0,2 0 0,-3 1 0,2 2 401,-1 1 0,1 5 0,-1 0 0,1 2-708,1 1 1,0-3 0,1 0 0,0-1-881,2-1 0,2-3 0,-1-3 922,1-2 0,2-5 0,-1-3 0</inkml:trace>
  <inkml:trace contextRef="#ctx0" brushRef="#br0" timeOffset="1299">960 36 7768,'-3'-4'391,"2"1"555,-1 0-1495,2 3 1,0-2-1,2 3 549,3 1 0,0 3 0,2-1 0</inkml:trace>
  <inkml:trace contextRef="#ctx0" brushRef="#br0" timeOffset="1999">1223 48 7760,'-1'-5'116,"-1"0"1,-2 0 159,-2 1 0,1-1 0,-1 0 0,-1 1 238,0 1 0,0 0 0,0 2 1,-1-1-76,0 0 0,-1 4 0,3 3 0,-1 3-141,1 3 1,-1 2 0,2 2-1,0 3-102,3 2 1,2 3 0,0 3 0,0-1-331,2 1 1,3-2 0,2-2 0,2-2-528,-1-1 1,-1-4 0,-1 1-1,1-2-131,-1-4 1,-1-5 0,-1-1 791,1-1 0,0-1 0,2-2 0</inkml:trace>
  <inkml:trace contextRef="#ctx0" brushRef="#br0" timeOffset="2165">1095 190 7760,'-5'-3'210,"2"1"926,0-2 0,1 0 0,3-2-869,1 2 1,1-1 0,4 2 0,0 0-665,1 0 0,2-1 0,3 2 0,-1 0 30,-1-1 1,2 2-1,-2-1 1,3 1 366,0-2 0,-2 3 0,4-3 0</inkml:trace>
  <inkml:trace contextRef="#ctx0" brushRef="#br0" timeOffset="2417">1306 113 7760,'0'9'50,"0"-2"0,-2 2 0,0 0 490,1-1 0,-2 4 1,1-2-1,0 0-296,-1 1 1,2-1 0,-1 1 0,1-3-1763,1-1 1264,0 0 1,1-9-1,0-5 1,2-4-271,1-4 0,-2-4 1,1-3-1,1 0 432,-1 0 1,-1 1 0,1 2-1,-1 2 354,0 2 0,0 2 0,-2 0 1271,0 0-1161,0 6 0,0 4 1,0 7-1,1 2-811,1 0 1,-1-1 0,4-1 0,0 0-496,0 0 0,2-1 934,-1-3 0,4 2 0,-1 2 0</inkml:trace>
  <inkml:trace contextRef="#ctx0" brushRef="#br0" timeOffset="2598">1435 10 8567,'-5'2'449,"1"0"0,0 3 0,-3-3 1,1 2 33,0 1 0,0 3 0,1 3 0,1 2-164,-1 2 0,2 2 0,1 4 0,1 0-127,1 0 0,5-2 0,2-2 0,3-3-479,4-2 0,-1-4 0,3-3 1,1-4-584,-1-2 0,1-7 0,2-4 0,-1-5 870,-1-4 0,0-5 0,2-3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01.446"/>
    </inkml:context>
    <inkml:brush xml:id="br0">
      <inkml:brushProperty name="width" value="0.06" units="cm"/>
      <inkml:brushProperty name="height" value="0.06" units="cm"/>
    </inkml:brush>
  </inkml:definitions>
  <inkml:trace contextRef="#ctx0" brushRef="#br0">0 225 7300,'1'-3'1095,"1"0"1,-1 3-884,1 3 1,-2 1 0,1 5 0,1 4-54,0 3 0,1 1 1,-2 2-1,2 2 22,0 1 0,0 1 0,0-1 0,0-2-201,-2-2 0,0-4 1,0 1-245,1-4 0,-1-5 79,1-6 1,-1-4 0,-1-5-1,0-5 47,0-4 0,0-2 1,2-4-1,1-1 20,0-2 1,-1 3 0,2-1 0,1 2 32,-2 0 1,3 4-1,-2 1 1,2 4 109,0 4 1,1 3 0,-1 3 35,1 2 1,-2 5 0,0 4 0,0 5 0,0 4 38,0 3 0,0 3 0,-2 1 0,1 1 111,-1 1 1,-1-5 0,0 3-1,-1-1-65,1-2 0,-1-5 0,1-3 0,-1-2 72,-1-3-343,3-2 0,-2-4 1,1-5-1,1-5 1,-1-2 48,2-2 0,-3-3 0,2-1 1,-1-2-68,0-2 1,3 0 0,-1-1 0,0 1 155,1 0 1,-3 5 0,2-1 161,1 3 0,1 2 0,0 4 87,1 4 1,-3 5 0,0 4 0,0 3-144,0 3 1,1 1 0,-2 3 0,0 2-119,2 2 0,-1 0 0,0 0 1,1-1 88,1-1 1,0-2 0,1 0-962,-1-1 1,0-1 0,2-6 0,0-2 0,3-2-188,1-1 0,-1-1 1058,-1-1 0,1-6 0,2-1 0</inkml:trace>
  <inkml:trace contextRef="#ctx0" brushRef="#br0" timeOffset="518">443 219 7719,'-5'-7'45,"1"2"0,-1 0 538,-1 0 0,0 4 0,0-1 0,-1 1 6,1 1 1,-1 4 0,1 2-1,-1 4-166,1 2 0,0 3 1,2 1-1,2 0-352,1 2 0,1-2 1,0 1-159,0-2 0,4 0 0,1-4 1,3-2-1,1-1-209,0-2 1,0-4 0,3-1-1,-2-5-127,-1-4 1,2-4 0,-3-3-1,1-3 81,0 0 1,-4-2 0,2 0 0,-2 0 464,1 2 1,0 3-1,-1 0 515,-1 4-333,-3 2 1,2 8 0,-3 4 0,0 4-248,0 4 1,1 1 0,0 1 0,2-1-362,1 1 1,-2-2-1,2 0 1,1-1-716,1 0 0,-1 0 0,1-5 0,1-1 1018,0-1 0,3-3 0,0-3 0,0-2 0,-2-2 0,2-6 0,0-4 0,0 0 0,-1 0 0,0 0 0,-1-1 0,-2 0 0,-1 4 0,-3 1 0,0 2 0,-1 2 220,-1 2 1,-5 4 0,-2 1-1,-1 1 434,-1 1 0,1 1 0,-2 1 1,0 4-295,0 2 1,2 4 0,0 0 0,1 4 310,0 2 1,2-1 0,0 4 0,3 1-427,1 0 0,2 3 0,1-4 1,3 0-673,3-1 0,2-5 0,4-2 0,0-4-409,1-1 0,1-5 0,-2-1 0,1-5-121,-1-3 0,0-4 1,0-5 294,-1-2 0,-1-1 662,-4 1 0,-1-4 0,3 1 0</inkml:trace>
  <inkml:trace contextRef="#ctx0" brushRef="#br0" timeOffset="831">776 155 7809,'-6'0'407,"1"0"0,2 2 255,0 3 1,0 0 0,2 2 0,-1 0-219,0 1 1,1 1 0,1 4-1,0 3-202,0 1 1,1 3 0,1 1 0,0 1-149,2 1 0,0-2 0,1-1 0,-1-1-155,1-2 1,-2-5 0,2 0 0,0-3-336,0-3 0,0-2 0,-1-6 0,1-2 5,1-5 1,-2-3-1,-1-3 1,1-5 46,0-2 1,-2-1 0,1 2 0,1 1 237,-1 1 1,0 2 0,0 3 0,0 3 526,-2 2 1,1 5 0,-1 3-164,1 2 0,1 5 0,-3 5 0,2 2-245,0 2 0,0-1 0,-2 3 0,1-2 38,1-1 0,-1-2 1,1-2-1,0-1-3842,1-1 3791,2-4 0,-2-1 0,4-3 0</inkml:trace>
  <inkml:trace contextRef="#ctx0" brushRef="#br0" timeOffset="981">949 212 7719,'0'7'607,"0"-1"0,0 1 0,0 1-141,0 1 0,0 2 0,0-1 0,-2 1-422,0 2 1,0-3 0,2 2 0,0-2 83,0 0 0,0-2-1981,0 1 0,0-8 1853,0-3 0,0-6 0,0-2 0</inkml:trace>
  <inkml:trace contextRef="#ctx0" brushRef="#br0" timeOffset="1114">956 155 7101,'-5'-1'877,"1"-1"1,2 1-2347,-2-1 48,2 1 1421,-1 1 0,3 0 0,0 0 0</inkml:trace>
  <inkml:trace contextRef="#ctx0" brushRef="#br0" timeOffset="1464">1033 167 8254,'0'7'362,"0"-1"1,0 1-1,2-1 1,0 1 15,-1 2 0,0-1 0,-1 2 1,0 0-26,0 2 1,2 0-1,0 5 1,1-1-215,-1-2 1,-1-1 0,2 0 0,-1 0 68,0 0 0,3-5 1,-3-3-523,2-1 1,-2-3-1,2-6 1,-2-4 42,0-4 1,1-5 0,-1-3 0,0-2 22,1 0 1,-2 1 0,3 4 0,-1 0 231,-2 1 0,2 3 0,0-1 0,0 4 410,0 2 0,-1 5-131,1 2 0,-2 4 0,3 3 0,-2 3 89,0 3 1,-1 1 0,-1 1-1,0 2-418,2 2 0,-1 0 1,1-1-1,-1 0-639,-1-2 1,1 0 0,0 0 0,1-1-576,0-3 0,0-2 0,1-3 1280,1 0 0,0-3 0,3-2 0</inkml:trace>
  <inkml:trace contextRef="#ctx0" brushRef="#br0" timeOffset="1731">1251 251 7719,'3'3'0,"3"-3"0,-2 3 660,-1 0 0,3-2 0,-2 1 89,2-1 1,-2-2 0,0-1 0,1-3-602,-2 0 0,2-4 0,-2-2 0,0-1-194,0-1 0,-1 0 0,-2 0 0,0 1-49,0 1 1,-1 1 0,-1 3 0,-3-1 45,-3 2 0,-1 2 1,-2 4-1,1 1 173,0 1 1,0 3 0,1 3-1,2 4 351,2 2 1,0 3 0,3 4 0,0 3-128,2 1 1,0 0-1,3 0 1,2 0-247,2-2 1,3-3-1,1-1 1,0-6-989,3-4 0,0-4 1,5-5-1,1-4-3122,3-7 4008,0-6 0,8-12 0,2-4 0</inkml:trace>
  <inkml:trace contextRef="#ctx0" brushRef="#br0" timeOffset="2383">1758 174 7719,'-10'0'711,"1"0"0,1 1-518,0 1 0,0 2 1,0 4-1,1 2 279,0 2 1,4 4 0,1 7 0,2 5-132,2 3 0,4 1 0,5-2 0,2-1-225,2-4 0,-1-7 0,3-4 1,1-6-221,0-8 0,2-6 0,0-7 8,0-3 1,-1-7 0,-6-3 0,-1 0 0,-3-3-123,-3 2 0,-1 1 1,-2 0-1,-3 3 216,-1 3 0,-3 5 1,-5 1-1,-2 4 174,-4 3 0,3 4 0,-2 3 0,0 0-132,0 0 0,1 0 1,3 2-1,1 3-687,2 0 1,1 3 0,2-1-165,2 2 0,1-1 0,3-2 0,1-2-796,4-1 1607,3-3 0,0-3 0,3 0 0</inkml:trace>
  <inkml:trace contextRef="#ctx0" brushRef="#br0" timeOffset="2667">2001 142 7719,'3'6'310,"-1"1"0,1-1 0,1 0 215,-1 1 1,-1 0-1,0 1 1,1 1 128,-1 1 0,0-1 1,-2 3-1,0 1-347,0 0 1,0 0-1,0 3 1,0 1-128,0-1 0,-3-1 0,-1 1 0,0-1-235,0-1 1,0-4 0,-3 2-1,1-3-131,-1-3 1,2-2 0,-1-4-88,-3 0 1,2-4 0,1-2 0,0-3-33,1-3 1,1 0-1,2-5 253,1 2 1,2-3-1,1 1 1,3-2-1,2 1 4,2 1 1,2-2-1,0 3 1,1 1-144,1 0 0,2 2 1,0-3-1,2-1-370,3 1 1,0 1-1,3-2-40,-1 2 0,0-2 0,-2 1 601,1 0 0,-4 1 0,2 0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04.944"/>
    </inkml:context>
    <inkml:brush xml:id="br0">
      <inkml:brushProperty name="width" value="0.06" units="cm"/>
      <inkml:brushProperty name="height" value="0.06" units="cm"/>
    </inkml:brush>
  </inkml:definitions>
  <inkml:trace contextRef="#ctx0" brushRef="#br0">6 84 7719,'0'-4'1173,"-2"0"-911,1 2 1,-2 0-1,3 5 1,1 3-17,1 4 1,1 3-1,4 1 1,0 3-22,2 1 1,-4 0-1,2 4 1,0-2-83,-2 2 1,0 0-1,0 3 1,0-3 3,-3 0 0,-1-8 1,-1 2-1,0-3-253,0-4 1,-1-4 0,-1-4 15,0-5 1,-3-3 0,2-7 0,-1-1 0,2-5 1,-1 0 0,1-4 0,1-2 57,0 0 0,2 2 0,0-2 0,2 1-101,0 1 0,4 4 1,1-3-1,1 5-405,0 3 0,2 4 1,3 3-1,1 1-211,-1 3 0,1 2 1,-1 4 747,1 2 0,3 5 0,-2 1 0</inkml:trace>
  <inkml:trace contextRef="#ctx0" brushRef="#br0" timeOffset="334">334 59 8118,'-13'0'0,"0"0"702,0 0 1,0 5 0,-1 3-1,0 3-277,2 2 1,4-1 0,-1 4 0,2 1 90,1 2 1,2-4 0,2 2 0,2-3-362,2-1 1,2-2 0,3-2 0,1-2-395,3-3 0,1-1 0,1-1 1,0-1 84,0-2 0,0-6 0,1-4 0,1-1-608,0-3 0,-4-2 0,-1-1 1,0-1 404,0 0 1,-2 1 0,0-2 0,-3 2 574,0 3 0,-4 4 0,1 2 304,-1 2 1,-3 7 0,0 2 0,0 6-265,-1 5 0,2 1 0,-1 3-369,1 1 0,2-1 1,1 1-1,2-3 1,2 0-499,0 0 0,-1-2 0,1-3 1,1-1-341,0-4 1,0 1-1,0-5 949,-1-1 0,1-3 0,-1-4 0</inkml:trace>
  <inkml:trace contextRef="#ctx0" brushRef="#br0" timeOffset="650">500 110 7883,'4'-3'740,"-1"2"0,-3-1 1,0 4-1,0 3-195,3 0 1,-2 5 0,3 2 0,-1 3-289,1 2 1,-2 0 0,1 2 0,1 0-99,0 1 1,-2-2-1,1-1 1,0-2 181,-1-1 1,-1-7-860,1-3 1,-1-9 0,1-6 0,-1-5 24,1-5 1,-1 1-1,2-3 1,-1 0 216,0 0 0,3 5 1,-1-1-1,1 3 154,1 2 1,-1 1 0,4 3 0,-2 3 228,-1 2 1,1 3-1,-2 2 1,0 2 441,0 5 1,-3 4-1,2-1 1,0 3-497,0 2 1,1-1 0,-2 3 0,0-2-462,0 0 1,2-2 0,-2 0 0,1-1-159,1-1 1,-1-5 0,2-4 565,1-1 0,2-4 0,1 0 0</inkml:trace>
  <inkml:trace contextRef="#ctx0" brushRef="#br0" timeOffset="1216">783 1 11353,'0'7'0,"0"2"483,0 1 0,0 5 0,2 2 0,3 2-131,0 0 0,2 0 0,1 0 0,1-1-148,-1-1 1,-1-5 0,-1 0 0,-1-2-1006,-1-2 503,-3-4 1,1-1 0,-4-3 0,-3 0 41,-3 0 0,1 0 0,-4 0 0,-1 0 104,0 0 0,2 3 1,0 1-1,0 2 255,0 0 0,4 3 0,0 0 1,2 1 298,0 1 1,4-1 0,0-2 0,3 0-378,3 1 1,1-4 0,1 0-330,1-1 1,2-2 0,0-3 0,0-1 0,0-3-147,0-3 0,0 0 0,1-2 1,-1-2-458,0-3 0,-2 2 1,1-2-1,0 1 907,0 2 0,-3-1 0,2 1-70,-2 1 0,-1-1-123,1 4 0,-6 2 1,-4 4 588,-2 1 0,-1 5 1,0 2-1,1 2 792,1 2 1,2-1-1,-2 1 1,2 2-776,0 0 1,1 0 0,1-1 0,1-1-316,1 0 1,0-2 0,2-1 0,1-1 20,1 1 1,2-4-1,1-1 1,-1-2-494,-1-2 1,0-4-1,0-5-36,-1-1 1,2-1 0,-6-1-1,-1 0 1,0-1 146,-1-2 0,-3 3 1,-1 0-1,-3 2 229,-1 1 0,1 4 1,-3 0-61,1 2 1,2 3-1,-2 0 1,3 2-151,2 2 0,-1 0 1,3 2-1,0 1-538,1 1 1,2 0 0,1 0 781,0 1 0,3-1 0,-2 1 0</inkml:trace>
  <inkml:trace contextRef="#ctx0" brushRef="#br0" timeOffset="1717">1058 136 8661,'-3'6'789,"3"1"1,-2 1 0,1 1-352,1 1 1,0 1 0,0 2 0,0 2-116,0 2 0,1 2 0,0 0 0,2 1-245,0-1 0,2-2 1,0-1-1,0 0-401,0-2 0,-3-3 0,2-4 192,1-4 0,-2-7 0,-1-9 0,-1-4-409,-1-4 0,0-3 0,1-3 1,0 0 177,1 2 0,1 0 1,-2 5-1,2 0 320,1 3 0,-2 3 1,1 1-1,1 4 209,0 2 1,-2 3 0,1 3 0,0 2 191,-1 4 0,0 1 0,1 2 0,0 1 55,0 1 1,0 1 0,-2 2-1,2 0-92,1 2 0,-3-1 0,1 3 0,0-1-353,0 1 1,-1-3 0,3 1 0,-1-2-200,1 0 0,-2-1 0,2-1 86,1-2 1,1-5 0,0-3-1,-1-5-326,-1-5 1,0-3 0,2-4 0,-1-3 207,-1-1 1,-2 1 0,3-4 0,0 1 240,0 2 0,0 1 1,-1 1-1,1 0 230,1 3 1,1 0 0,1 4 0,1 3 68,1 3 1,-2 5-1,2 2-101,0 2 1,0 7-1,-1 4 1,-1 4-1,0 2-195,0 3 0,-2 1 1,1 3-413,-1-1 1,0 3 0,-4-3 0,0-2 0,-2 1-3095,0-2 3524,0-8 0,0 2 0,0-8 0</inkml:trace>
  <inkml:trace contextRef="#ctx0" brushRef="#br0" timeOffset="2483">1834 129 7719,'0'-6'202,"-2"-1"0,-3 1 174,0-1 0,-2 2 0,0 1 0,-1 1 0,-1 1 141,-1-1 1,1 1 0,-1 3 0,0 2-176,1 3 0,1 1 1,-1 3-1,3 1-146,1 1 1,3-2 0,2 4 0,2 1-147,3 1 1,1-2-1,3 1 1,1-1-124,2-1 0,1-1 0,0 1 1,0-2-157,0 0 0,0-4 0,-1 2 1,-2-2 45,-1 0 1,-2 0 236,0 1 0,-5 2 1,-2 0-1,-4-2 1,-4-2 100,-5 1 1,-1-5 0,-3 3-237,-1-1 1,0-4-1,1 2 1,0-1 0,2 0-145,0 1 0,5-1 0,1 1-724,2-1 1,4-4 0,4 1 0,4-3 109,5-2 1,3 0-1,2-4 839,2 0 0,2-4 0,0-1 0</inkml:trace>
  <inkml:trace contextRef="#ctx0" brushRef="#br0" timeOffset="2733">1982 206 7719,'4'1'214,"-2"1"0,-2 2 237,0 2 0,0 1 0,0 2 1,0 2 269,0 3 1,-2 6-1,0 3 1,1 2-197,0 1 0,1-1 0,1-3 0,1-2-591,2-2 1,3-9-1,0-3 1,3-4-67,0-5 0,0-4 0,2-6 0,0-4-183,-1-3 1,-4-4 0,2-3-16,-2-1 0,-3-1 0,-2 2 0,-2 2 0,0 2 49,0 3 1,-2 5 0,-3 2 0,0 6 113,-2 2 0,-1 3 0,-1 0 1,1 1-256,1 1 1,3 3-1,0-1-28,1 2 1,1 0 0,2 3 0,1-2 449,1 0 0,2 0 0,2-1 0</inkml:trace>
  <inkml:trace contextRef="#ctx0" brushRef="#br0" timeOffset="3034">2130 174 7719,'0'6'865,"-1"1"-176,-1-1 0,1 1 1,-1-1-1,1 1-187,1 2 0,0-1 0,1 2 0,1 2-367,2 3 1,5-2-1,1 2 1,1-1-125,2-1 0,-2-3 0,4-3 0,0-2-219,0-2 1,-2-3 0,1-3 0,-2-4-83,-1-3 0,-5-5 1,0-3-1,-3-2 195,-1-4 1,-2 2-1,0-1 1,0 1 315,-3 1 0,2 4 0,-3 3 213,2 2 1,-1 6-1,3 7-274,0 5 0,0 2 0,0 4 0,1 1-681,1 1 0,0 0 0,2 0 1,1 1 104,1 0 1,-1-3-1,0-1 1,0-2-311,0-2 1,0-1 0,2-2 0,-1-3 725,1-2 0,-4-3 0,3-5 0,-3-1 0</inkml:trace>
  <inkml:trace contextRef="#ctx0" brushRef="#br0" timeOffset="3299">2373 168 8594,'5'0'1056,"-1"0"1,-1 2 0,2 3 0,0 3-689,0 0 0,0 4 0,0 0 1,-1 3-214,1 2 1,1 0 0,-1 2 0,0 0-5,-3 1 0,1-1 1,-1-1-1,-1-3-183,0-2 1,-2-7-132,-1-2 0,1-8 0,-2-5 1,1-5-40,0-3 1,-1-2-1,2 0 1,-1 0-43,0 0 0,2 1 0,0 0 1,0 0-56,0 3 1,2 0 0,1 3 59,0 1 1,1 0-1,3 3 1,0 0 0,1 3-334,0 0 1,4 3 0,-2-1 0,3 0-34,-1 1 0,1 2 605,0 0 0,0 0 0,0 0 0</inkml:trace>
  <inkml:trace contextRef="#ctx0" brushRef="#br0" timeOffset="3818">2662 142 7722,'-1'-4'3,"-1"2"510,-2 2 1,-2 0-1,0-1 1031,-1-1 1,3 1 0,0 0-917,-1 2 1,-1 3-1,0 5 1,2 2-223,2 1 1,-1 3 0,1 2 0,0 3-166,2 1 1,0 2-1,3 2 1,1-2-695,2-1 1,0-5-1,0-3 1,1-3-795,-1-5 1,1-2-1,1-6 1,1-2 114,1-5 1,-2-3-1,2-3 1,-2-2 719,1-1 0,-1-1 0,-1 1 0,-1 1 412,0 2 0,-1 6 0,-1-2 154,1 4 0,-1 1 1,0 2-1,1 1 473,1 3 0,-2 2 1,0 1-1,1 0 349,1-1 1,0 1 0,1-1-647,-1 0 0,0-3 0,0-3 0,-1-2-128,-1 0 1,-2-4-1,0 0 1,-1-1 107,-1-2 1,0 4-1,-1-3 1,-1 2 164,-2 2 1,0 2 0,0 1-1,-1 3-76,-1 1 0,0 2 1,-1 1-1,1 3-199,2 3 0,-2 2 0,3 4 0,-1 1 63,2 2 0,2 0 0,0 1 0,0 0-231,0 0 1,2 1 0,0 1-1,2-1-842,1 0 1,1-6 0,2-2 0,1-2 48,-1-4 1,0-3-1,-1-2 1,2-4-1019,-1-1 0,2-2 0,0-1 0,0-2 1779,1 0 0,0 3 0,2-3 0</inkml:trace>
  <inkml:trace contextRef="#ctx0" brushRef="#br0" timeOffset="3967">2925 283 7958,'4'0'4454,"0"0"-4772,-2 0 1,1-2 317,0 0 0,-3-3 0,3 1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17.824"/>
    </inkml:context>
    <inkml:brush xml:id="br0">
      <inkml:brushProperty name="width" value="0.06" units="cm"/>
      <inkml:brushProperty name="height" value="0.06" units="cm"/>
    </inkml:brush>
  </inkml:definitions>
  <inkml:trace contextRef="#ctx0" brushRef="#br0">0 33 7719,'0'-5'-205,"0"-1"54,0 0 660,0-1 861,0 3-905,0 0 1,0 5 0,0 2 0,0 5-172,0 5 0,1 3 0,1 3 0,1 3-326,2 1 0,-1 5 1,3 1-1,-2 4-477,1 2 1,-2 2 0,-1 5 0,-2 0-1241,2 0 1749,-2-6 0,3 7 0,-4-6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18.740"/>
    </inkml:context>
    <inkml:brush xml:id="br0">
      <inkml:brushProperty name="width" value="0.06" units="cm"/>
      <inkml:brushProperty name="height" value="0.06" units="cm"/>
    </inkml:brush>
  </inkml:definitions>
  <inkml:trace contextRef="#ctx0" brushRef="#br0">114 57 7592,'0'-9'-139,"0"4"0,0 0 1,-1-1 264,-2 2 1,1-2 0,-2 2 0,-1 0 269,1 1 0,-1-1 1,-3 2-88,-1 0 0,1 0 0,-1 5 1,0 3-64,1 4 0,2 2 1,-2 5-1,1 2-135,1 3 1,0 5 0,3 2 0,2 3-96,0 0 0,2-2 1,1 0-1,4 0-12,1-3 1,1-6-1,1 0 1,2-6-562,2-4 1,0-6 0,0-3 0,2-5-264,0-5 1,1-3 0,-1-7 819,-1 0 0,1-3 0,-2-3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19.091"/>
    </inkml:context>
    <inkml:brush xml:id="br0">
      <inkml:brushProperty name="width" value="0.06" units="cm"/>
      <inkml:brushProperty name="height" value="0.06" units="cm"/>
    </inkml:brush>
  </inkml:definitions>
  <inkml:trace contextRef="#ctx0" brushRef="#br0">25 1 8062,'-3'12'333,"-1"-1"1,-1 4 0,1-2-199,0 1 1,3 0 0,-1 2 0,1 4 167,1 2 1,0 0 0,1-2 0,1 1-150,0 0 1,5 0 0,-2 2-1,2-1-141,1-3 0,-2-5 0,-1-1 0,1-2-43,1-1 1,1-3 0,-2-3-121,-1 0 0,-2-3 1,2-4-1,1-4 1,-1-4-327,0-2 0,-2-1 1,2-4-1,-1-2 339,1 0 0,-3 2 0,3-1 0,-1 2 149,1 1 0,-3 0 0,3 3 0,-1 2 91,-3 2 1,3 4-1,0 0 61,0 2 1,-1 5 0,1 6 0,0 4-90,-2 3 0,-1 4 1,1 0-1,2 0-246,0 1 1,-1-5-1,2 2 1,1-2-799,-2-3 0,3-2 459,-1-2 1,1-4 509,1-1 0,0-6 0,0-1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19.373"/>
    </inkml:context>
    <inkml:brush xml:id="br0">
      <inkml:brushProperty name="width" value="0.06" units="cm"/>
      <inkml:brushProperty name="height" value="0.06" units="cm"/>
    </inkml:brush>
  </inkml:definitions>
  <inkml:trace contextRef="#ctx0" brushRef="#br0">0 162 7792,'1'-5'0,"2"3"0,1 0 0,2 0 282,-1-1 0,1-3 0,2 1 137,0-2 1,-1-2 0,-1 1-1,0 0-388,0 0 0,-2-2 1,1-2-1,-1 0-71,1 1 1,-3 0 0,0 3 0,-1 0-64,-1 0 0,-3 0 1,-3 3-1,-1 2 247,-1 2 1,0 2 0,0 2-1,0 3-39,0 4 0,2 3 0,2 3 0,0 1 58,2 2 0,2-1 1,0 2-170,0 0 0,0-1 1,0-2-1,0 0 0,4 0-483,4-2 1,0-1 0,4-2 0,0-3-137,1-2 0,2-7 0,1 0 0,1-5 625,-1-5 0,0-3 0,0-6 0,-3 2 0,-2-3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19.573"/>
    </inkml:context>
    <inkml:brush xml:id="br0">
      <inkml:brushProperty name="width" value="0.06" units="cm"/>
      <inkml:brushProperty name="height" value="0.06" units="cm"/>
    </inkml:brush>
  </inkml:definitions>
  <inkml:trace contextRef="#ctx0" brushRef="#br0">90 17 7792,'-9'-6'0,"1"2"453,0 0 0,0 1 0,0 3-44,0 0 1,0 1-1,0 2 1,1 3-58,1 4 0,0 3 0,3 3 0,2 0-162,0 0 0,1 0 1,0 0-1,0 1-146,0-1 1,3-1 0,3-1 0,1-2-386,1-3 0,3 1 1,-1-6-1,1 1-341,1-3 1,-3-1 0,3-2 0,-2-1 45,1-4 0,0-2 1,-3-2-1,0-3 636,0 0 0,0-2 0,0-1 0,0-5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19.722"/>
    </inkml:context>
    <inkml:brush xml:id="br0">
      <inkml:brushProperty name="width" value="0.06" units="cm"/>
      <inkml:brushProperty name="height" value="0.06" units="cm"/>
    </inkml:brush>
  </inkml:definitions>
  <inkml:trace contextRef="#ctx0" brushRef="#br0">24 0 8165,'-3'5'428,"2"2"0,-3-2 0,2 2-119,-1 1 0,-1 2 1,3 3-1,-2 3-88,1 1 1,1 4 0,1-1-1,0 2-278,0-1 1,0-2 0,0 2-1,1-2-558,2-4 0,0-2 1,4-6-1,-2-2 317,1-2 1,1-2-1,2-2 298,-1-2 0,3-5 0,2-5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19.972"/>
    </inkml:context>
    <inkml:brush xml:id="br0">
      <inkml:brushProperty name="width" value="0.06" units="cm"/>
      <inkml:brushProperty name="height" value="0.06" units="cm"/>
    </inkml:brush>
  </inkml:definitions>
  <inkml:trace contextRef="#ctx0" brushRef="#br0">106 0 7331,'-6'4'507,"1"0"1,-1 2 109,-2-1 1,0 1-1,0 2 1,0 1-226,0 1 0,-1 0 0,0 4 0,0-1-117,2 0 1,3 1 0,0-2-165,0 0 0,2-2 1,2 1-1,1-2 1,1-1-237,4 0 1,1-3 0,1-3 0,0-1-424,0-1 1,4 0 0,0-1 0,2-1-298,-1-4 0,-2-2 0,2-2 0,1-1 845,-2 2 0,7-4 0,-2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20.440"/>
    </inkml:context>
    <inkml:brush xml:id="br0">
      <inkml:brushProperty name="width" value="0.06" units="cm"/>
      <inkml:brushProperty name="height" value="0.06" units="cm"/>
    </inkml:brush>
  </inkml:definitions>
  <inkml:trace contextRef="#ctx0" brushRef="#br0">112 40 6382,'-8'-8'648,"0"0"1,0 1 0,0 1 0,0 3 54,0-1 0,0 3 1,0-1-1,0 2-288,-1 2 1,2 4 0,1 5 0,1 3-174,2 4 1,-2 2 0,2 6-116,1 0 0,2 0 1,2 1-1,1-1 0,2 0-310,1-3 1,1-4-1,1-1-1174,-3-4 0,2-3 0,-2-5 0,3-1-1421,0-2 2778,-4-4 0,-4-3 0,-4-4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20.598"/>
    </inkml:context>
    <inkml:brush xml:id="br0">
      <inkml:brushProperty name="width" value="0.06" units="cm"/>
      <inkml:brushProperty name="height" value="0.06" units="cm"/>
    </inkml:brush>
  </inkml:definitions>
  <inkml:trace contextRef="#ctx0" brushRef="#br0">25 97 8255,'-8'0'2025,"2"0"-1583,1 0 1,3-4-97,0-1 0,1 0 0,2 0-387,1-1 1,4 0 0,4-1 0,1 3-826,2 0 0,-2-1 0,1 1 0,1 0 175,-1-3 0,1 3 0,1-1 691,0-2 0,-1 0 0,3-1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21.056"/>
    </inkml:context>
    <inkml:brush xml:id="br0">
      <inkml:brushProperty name="width" value="0.06" units="cm"/>
      <inkml:brushProperty name="height" value="0.06" units="cm"/>
    </inkml:brush>
  </inkml:definitions>
  <inkml:trace contextRef="#ctx0" brushRef="#br0">25 65 7750,'0'8'-33,"0"0"0,0 0 0,0 1 561,0 2 1,0-1 0,0 2 0,0 1-176,0-1 0,0-1 0,0 2 0,-1-1-158,-2 1 1,2-2 0,-2 1 0,0 0 60,0-2 0,0-1-75,0-1 1,2-5-238,-2-3 0,2-6 1,1-6-1,0 0 112,0-3 1,1 0 0,2-1 0,2-1-683,-1-2 1,3 5 0,-2-2 0,0 1-122,0 3 1,1-3-1,2 3 1,0 0 405,0 1 0,0 7 1,1-4-1,1 2 341,1 1 0,0-1 0,-3 3 45,0 1 0,-4 5 0,-1 2 0,-2 3 534,-1 0 1,0 1 0,0 1 0,0 4 225,0 1 0,0-1 0,-1-2 1,-1 1-203,-1-1 1,1-1 0,3 2-362,1-2 0,0-1 1,3-4-474,2-4 1,-1-2 0,0-2 11,0-4 0,-2-5 1,2-2-1,-4-2 1,0-2-74,1-2 0,-2 4 1,1-3-1,-2 2 188,-2 2 0,0 3 1,-4 1-1,1 3-27,1 2 1,-4 2-1,3-1-651,-2 0 0,1 1-1695,1 3 2477,3 4 0,2-3 0,5 6 0,3-3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21.522"/>
    </inkml:context>
    <inkml:brush xml:id="br0">
      <inkml:brushProperty name="width" value="0.06" units="cm"/>
      <inkml:brushProperty name="height" value="0.06" units="cm"/>
    </inkml:brush>
  </inkml:definitions>
  <inkml:trace contextRef="#ctx0" brushRef="#br0">1 16 7873,'7'1'100,"-1"2"137,-1 2 0,-2 0 0,2 0 170,-2 1 0,1-1 0,-3 1 1,2 2-1,0 3-38,0 1 0,-2 2 1,2 1-1,-1 0-57,1-2 1,-3 0 0,4 3 0,-1-2-139,-1-1 0,2-3 1,-2 1-252,0-2 0,1-4 0,-2 0 11,2-1 0,-2-3 1,1-3-491,-1-4 1,-1-3 0,0-3-1,1-5 274,2-3 0,-2-2 0,1-1 0,-1 1 114,-1 0 0,3 4 0,1-1 0,-1 3 516,1 3 1,-1 2-1,0 6-135,2 2 1,0 6-1,0 6 1,2 3 258,0 3 0,-2 4 1,1 1-1,-1 0-228,-1-1 0,4 1 0,-4-3 1,1 0-94,1-1 1,-2-5-1,3 2 179,-2-2-729,-3-3 0,2-8 1,-2-4-1,1-2 123,-1-3 0,-2-5 0,0 1 0,0-3 113,0-3 0,0 2 0,1-2 0,1 2 87,1 1 1,2 2 0,-1 2 0,0 0 53,3 2 1,-3 5 0,1 2 0,3 3 260,1 3 1,0 5-1,3 6 1,-1 3-69,0 2 1,0 4-1,-1-3-495,1 1 0,0 1 0,-4-3 0,-1-2 324,0-2 0,-1 0 0,3-3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22.590"/>
    </inkml:context>
    <inkml:brush xml:id="br0">
      <inkml:brushProperty name="width" value="0.06" units="cm"/>
      <inkml:brushProperty name="height" value="0.06" units="cm"/>
    </inkml:brush>
  </inkml:definitions>
  <inkml:trace contextRef="#ctx0" brushRef="#br0">8 127 6736,'0'-8'-226,"3"2"1,0 1 286,-1-1 0,-1 1 539,-1 0 0,-1-1 160,-2-2 0,1 3 732,-3 0-1274,3 3 1,-2-1-1,4 7-57,0 4 0,0 3 1,0 6-1,1 2 1,2 3-78,2 1 0,0 1 0,0 1 0,1-1-161,-2 0 0,3-2 1,-2-3-1,-1-1-170,-1-3 1,-1-6 7,0-1 1,-1-9 0,2-3 0,-2-5 18,-1-4 1,3-6 0,-1-3 0,0-2-9,-1-3 0,-1 2 1,1-2-1,1 2 78,0 1 0,4 0 0,-3 1 0,1 3 175,0 4 1,2 6 0,-2 1 11,1 3 1,2 5 0,-3 2 0,2 6 0,-1 7 83,2 4 1,0 0 0,0 3 0,-1 2-4,0 0 0,-4-1 1,4-2-1,-1 0 65,-1-2 1,3-2-1,-4-2-4,2 0-293,0-4 1,0-6 0,-2-7 0,0-6 48,0-5 0,-1-2 0,-2-3 0,0-2-220,0-3 1,1 0-1,1 0 1,1 0 189,-1-1 1,1 5-1,1 1 1,-1 2 245,1 1 1,2 7 0,-1 4 62,-1 6 0,3 7 0,-2 7 0,0 3-99,1 3 0,-4 2 0,3 2 0,-1-1-192,1 0 1,0-2 0,2-2 0,0 0-502,-2-2 0,0-2 0,3-2 0,1-5-490,2-2 1068,-2-4 0,3 1 0,-4 0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22.888"/>
    </inkml:context>
    <inkml:brush xml:id="br0">
      <inkml:brushProperty name="width" value="0.06" units="cm"/>
      <inkml:brushProperty name="height" value="0.06" units="cm"/>
    </inkml:brush>
  </inkml:definitions>
  <inkml:trace contextRef="#ctx0" brushRef="#br0">80 58 7873,'-9'4'1188,"-1"2"-935,-4 4 0,2 0 0,3 2 1,1 1 272,3 0 1,2 0 0,-1 3 0,0-1-44,2-1 1,2 0 0,2-3 0,3-1-717,2-1 0,-1-5 1,6-1-1,-1-2-239,-1-1 0,5-1 1,-3-3-1,2-4 27,-1-4 1,-3-3-1,1-2 1,-2 0 77,-1-1 0,0-2 1,-1-3 462,-1 2 0,-2 3 0,-2-1 0,1 3 345,-2 2 1,0 5-1,-1 6-181,0 6 0,0 6 0,0 5 1,1 2-256,2 3 1,-1-1 0,2 2 0,1 0-568,-1-2 0,1-1 1,3-2-1,1-1-594,-1-3 0,-3-5 1156,0-1 0,4 1 0,4 2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23.305"/>
    </inkml:context>
    <inkml:brush xml:id="br0">
      <inkml:brushProperty name="width" value="0.06" units="cm"/>
      <inkml:brushProperty name="height" value="0.06" units="cm"/>
    </inkml:brush>
  </inkml:definitions>
  <inkml:trace contextRef="#ctx0" brushRef="#br0">129 24 7873,'-5'-5'438,"-1"0"0,0 2-108,-1 1 0,1-2 0,-2 2 0,-1 0 274,0 1 0,0 2 1,-1 2-1,-1 2 55,1 2 1,1 5 0,2 1-410,2 3 0,1 1 0,3 1 0,-1 0 0,0 1-51,0 1 1,4-3-1,4 2 1,2-2-388,3-1 1,-1-3 0,2-3 0,1-3-1182,-1-2 0,2-3 0,1 1 587,-2-3 1,2 0 0,-4-4 0,1-3 0,0-4 781,-2-2 0,-1 0 0,-1-3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23.655"/>
    </inkml:context>
    <inkml:brush xml:id="br0">
      <inkml:brushProperty name="width" value="0.06" units="cm"/>
      <inkml:brushProperty name="height" value="0.06" units="cm"/>
    </inkml:brush>
  </inkml:definitions>
  <inkml:trace contextRef="#ctx0" brushRef="#br0">17 13 8075,'-1'-5'1565,"-1"2"-216,-1-1-930,-3 3 0,5 1 1,-2 6-1,2 2-273,1 3 1,0 1-1,1 4 1,2 1-86,2 2 1,2-1 0,-1 4 0,-1 0-140,2 1 1,0-1-1,1-1 1,0-2-45,0-1 0,0-4 0,-1-4 0,0-1-212,-2-4 0,-2-1 75,2-4 1,0-7 0,0-2 0,-2-3-5,-3-5 0,0 0 1,0-5-1,0 1 168,0 0 1,3 0 0,0 4 0,0 0 117,0 2 1,-2 7 0,3 1 345,-1 2 1,1 3-1,1 5 66,-2 2 1,0 6 0,1 3 0,0 1 0,-1 1-640,-1 0 0,2 0 0,-1 0 0,1-2-1159,-1-1 0,1-3 0,-1 0-613,2-3 1976,2-4 0,1 1 0,0 0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23.810"/>
    </inkml:context>
    <inkml:brush xml:id="br0">
      <inkml:brushProperty name="width" value="0.06" units="cm"/>
      <inkml:brushProperty name="height" value="0.06" units="cm"/>
    </inkml:brush>
  </inkml:definitions>
  <inkml:trace contextRef="#ctx0" brushRef="#br0">1 1 9221,'0'8'368,"0"0"1,0-2-1,0 1 1,0 2-163,0 0 1,0 4 0,0-1 0,0 2-422,0-1 1,1 0-1,0 0 1,3-2-1470,1-2 0,-3-5 1684,4-1 0,-5-6 0,3-1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23.940"/>
    </inkml:context>
    <inkml:brush xml:id="br0">
      <inkml:brushProperty name="width" value="0.06" units="cm"/>
      <inkml:brushProperty name="height" value="0.06" units="cm"/>
    </inkml:brush>
  </inkml:definitions>
  <inkml:trace contextRef="#ctx0" brushRef="#br0">24 9 8336,'-4'-1'1140,"0"-1"-1382,0-1 1,3 1-342,-5 2 0,4 1-725,0 1 1308,4 3 0,-1 3 0,3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24.256"/>
    </inkml:context>
    <inkml:brush xml:id="br0">
      <inkml:brushProperty name="width" value="0.06" units="cm"/>
      <inkml:brushProperty name="height" value="0.06" units="cm"/>
    </inkml:brush>
  </inkml:definitions>
  <inkml:trace contextRef="#ctx0" brushRef="#br0">1 9 8353,'0'8'623,"0"0"0,0 0 0,0 0-197,0 0 0,0 0 1,0 1-1,2 2-228,1 3 0,2 1 1,-1 1-1,0 0-1,-1 0 1,3 1 0,-1 0 0,0 0-109,1-1 1,-4-6 0,4 1-390,0-2 1,-2-5 0,-1-4 35,1-5 1,-3-5 0,1-4 0,-1-2 22,-1-3 0,0 1 0,0-3 0,0 1 291,0-1 0,3 3 1,1-1-1,-1 2 270,1 1 1,2 3 0,-1 1 38,3 3 1,0 3-1,0 7 1,0 1-207,0 4 0,-3 7 1,1 4-1,-1 3-269,-1 2 0,4-1 1,-4 0-1,1-1-61,-3-3 1,0 0 0,0-4-3892,1-2 2544,-1-2 0,-2-8 1524,0-4 0,4-3 0,0-2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24.505"/>
    </inkml:context>
    <inkml:brush xml:id="br0">
      <inkml:brushProperty name="width" value="0.06" units="cm"/>
      <inkml:brushProperty name="height" value="0.06" units="cm"/>
    </inkml:brush>
  </inkml:definitions>
  <inkml:trace contextRef="#ctx0" brushRef="#br0">1 153 7873,'8'-5'52,"0"3"0,-3-2 0,1 1 1,0 2 395,1 0 1,-2 1-1,1 0-69,0 0 1,1-3-1,0-1 1,-1 0-145,-3-2 1,0-1-1,1-2 1,-1 0-142,1-1 0,-1 0 0,-3-3 1,0 1 23,0-1 0,-1 5 0,-2-1 0,-2 1-59,-3 2 1,0 3-1,0 0 1,0 3-6,0 3 0,0 2 0,1 6 1,1 4 225,0 3 1,4 2-1,0 4 1,1 1 206,1-1 0,1 0 0,1 0 0,4 0-381,1 1 1,4-7 0,0-3 0,2-3-827,1-5 1,5-3 0,2-5 0,0-2-808,1-5 0,-4-7 1,1-4 1526,-2 2 0,2-4 0,2 0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25.238"/>
    </inkml:context>
    <inkml:brush xml:id="br0">
      <inkml:brushProperty name="width" value="0.06" units="cm"/>
      <inkml:brushProperty name="height" value="0.06" units="cm"/>
    </inkml:brush>
  </inkml:definitions>
  <inkml:trace contextRef="#ctx0" brushRef="#br0">65 31 7873,'-8'0'1629,"0"1"-1349,-1 2 0,2-1 1,1 3-1,1 1-15,-2 1 1,3 2 0,-1-1 0,2 3 473,1 3 0,1 2 1,1 2-483,0 1 1,4-1 0,1-1 0,2-2 0,2-1-236,2 0 1,-1-4 0,2-1-1,1-2-430,0-5 1,-4-1 0,2-2 0,-2-1-51,-1-4 0,-3-4 1,-3-4 277,-1-1 1,-1-4 0,-1-1 0,-1 1-1,-4-2 180,-1 0 0,-1 3 1,0-1-1,-1 2 260,-2 1 1,2 4 0,-1 2 0,1 3-57,0 1 0,1 5 0,0-1 0,1 4-495,2 3 1,-2 2 0,5 1-349,0 0 0,1 0 0,2-1 0,2 0-57,2-2 0,2-3 0,1 1 0,0-2 696,0-1 0,4-4 0,1-1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25.504"/>
    </inkml:context>
    <inkml:brush xml:id="br0">
      <inkml:brushProperty name="width" value="0.06" units="cm"/>
      <inkml:brushProperty name="height" value="0.06" units="cm"/>
    </inkml:brush>
  </inkml:definitions>
  <inkml:trace contextRef="#ctx0" brushRef="#br0">1 33 7873,'1'8'0,"0"0"409,2 0 0,1 0 1,-2 0-1,1 1 189,2 2 0,-3-1-1,3 3 1,-1 2-57,1 0 1,-3 2 0,3 1-1,-2 1-254,-1-1 0,0-1 0,0-1 1,1 0-192,-2 0 1,0-5-1,-2-1-305,-1 0 0,1-3 0,-3-3-6,1 0 0,2-2 0,-2-5 0,1-2 20,0-2 0,1-5 0,-2-2 1,2-2 120,1-3 0,1-1 0,1-4 0,1 2 251,2 1 0,0 2 0,3-1 0,0 1-430,0 1 1,1 6-1,1-4 1,2 3-405,0 0 0,2 3 0,1 1 0,0 2-288,-2 5 945,-3 1 0,5-3 0,-2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26.287"/>
    </inkml:context>
    <inkml:brush xml:id="br0">
      <inkml:brushProperty name="width" value="0.06" units="cm"/>
      <inkml:brushProperty name="height" value="0.06" units="cm"/>
    </inkml:brush>
  </inkml:definitions>
  <inkml:trace contextRef="#ctx0" brushRef="#br0">8 40 8300,'-4'0'1935,"0"0"-1932,4 3 0,0 4 0,0 4 0,1 0 62,2 0 1,-1-1 0,3 4 0,0 0-80,0 1 0,-1 2 0,-2-2 0,1-2-21,-1-2 0,1-2 0,0-1-17,-1 0 1,-1-4-1,-1-4-115,0-5 0,2-3 1,1-3-1,-1-2 73,-1-2 1,0-2-1,0-1 1,3-1 22,0 1 1,-1 1-1,2 1 1,-1 0 1,1 3 0,-3 1 0,4 4 166,0 0 1,1 4-1,1 2 1,0 4-52,0 3 1,0 3-1,1 3 1,-1 2-29,0 3 0,0-3 1,0 1-232,0 0 0,0-2 1,0 1-1,0-1 0,1-3-285,2-3 1,-1 0 0,3-3 497,2-1 0,-4-5 0,4-5 0,-2-5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26.536"/>
    </inkml:context>
    <inkml:brush xml:id="br0">
      <inkml:brushProperty name="width" value="0.06" units="cm"/>
      <inkml:brushProperty name="height" value="0.06" units="cm"/>
    </inkml:brush>
  </inkml:definitions>
  <inkml:trace contextRef="#ctx0" brushRef="#br0">25 41 7873,'-8'0'550,"3"0"0,0 0 0,1 3-238,3 2 0,0 4 0,1 0 0,0 3-65,0 1 1,1 0 0,1 3-1,5 0 16,3-3 1,-1-1 0,4-5 0,0-2-325,-1-2 0,-1-2 1,1-2-1,0-3-318,-2-4 0,-1-3 0,-2-6 1,-1 1 142,0 0 0,-4 0 1,0 1-1,-1 0 99,-1 2 1,0 3-1,-1 0 1,-1 3 26,-4 2 1,-1 3-1,0-2 1,1 2-538,0-1 1,1 0-1110,-3 3 1756,0 0 0,3 0 0,5 4 0,5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26.720"/>
    </inkml:context>
    <inkml:brush xml:id="br0">
      <inkml:brushProperty name="width" value="0.06" units="cm"/>
      <inkml:brushProperty name="height" value="0.06" units="cm"/>
    </inkml:brush>
  </inkml:definitions>
  <inkml:trace contextRef="#ctx0" brushRef="#br0">1 0 7873,'4'4'0,"0"2"419,-1 4 1,-2-1-1,3 3 1,0-1 42,1 3 1,2 2 0,1 2 0,0 1-292,0 2 0,1 0 0,1 0 0,2-1-220,0 0 1,-2-2-1,1 1 1,-2-1-566,-1-2 0,-3-3 1,0 1-1,-1-4-1362,1-1 1976,-3-4 0,-6-2 0,-5-3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26.903"/>
    </inkml:context>
    <inkml:brush xml:id="br0">
      <inkml:brushProperty name="width" value="0.06" units="cm"/>
      <inkml:brushProperty name="height" value="0.06" units="cm"/>
    </inkml:brush>
  </inkml:definitions>
  <inkml:trace contextRef="#ctx0" brushRef="#br0">0 106 8161,'0'-5'3693,"0"-2"-3322,0 2 1,0-3 0,1 0 0,2 0-338,2 0 0,2 0 1,1 1-1,1 1-798,-1 0 1,2 2-1,1-3 1,0 3-1055,1 0 1818,-3 2 0,6-2 0,-3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27.047"/>
    </inkml:context>
    <inkml:brush xml:id="br0">
      <inkml:brushProperty name="width" value="0.06" units="cm"/>
      <inkml:brushProperty name="height" value="0.06" units="cm"/>
    </inkml:brush>
  </inkml:definitions>
  <inkml:trace contextRef="#ctx0" brushRef="#br0">8 1 8355,'0'8'994,"0"-3"1,0 1-1637,0 0 1,0-2 641,0 2 0,-3-1 0,-2 3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31.603"/>
    </inkml:context>
    <inkml:brush xml:id="br0">
      <inkml:brushProperty name="width" value="0.06" units="cm"/>
      <inkml:brushProperty name="height" value="0.06" units="cm"/>
    </inkml:brush>
  </inkml:definitions>
  <inkml:trace contextRef="#ctx0" brushRef="#br0">9 55 8068,'0'-8'1149,"0"-1"-912,0 1 1,-1-1 426,-2 1 1,2 2-245,-2 1 1,2 4-1,1 1-10,0 4 1,1 9-1,1 3 1,1 8-484,-1 6 0,-1 1 1,0 9-1,1 0 29,0 1 0,1-2 0,-3-1 0,0-4-2600,0-4 2644,0-7 0,4-2 0,1-4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32.452"/>
    </inkml:context>
    <inkml:brush xml:id="br0">
      <inkml:brushProperty name="width" value="0.06" units="cm"/>
      <inkml:brushProperty name="height" value="0.06" units="cm"/>
    </inkml:brush>
  </inkml:definitions>
  <inkml:trace contextRef="#ctx0" brushRef="#br0">16 152 8201,'-6'0'862,"1"0"1,3-1-1,0-1 1,4-2-258,3-1 0,8 3 1,2-4-1,6 0-426,3 2 0,1-4 0,5 3 0,2-3-445,1 0 0,-1-1 1,-2 1-1,1 0-602,-2-1 1,-7 2-1,-1 0 1,-4 2-2320,-3-2 3187,-7-1 0,0-4 0,-7-1 0</inkml:trace>
  <inkml:trace contextRef="#ctx0" brushRef="#br0" timeOffset="211">335 34 8106,'-2'20'0,"-2"1"431,-1 3 0,2-2 0,-2 5 0,-1 1-252,2 1 0,-3-5 0,3 1 0,1-3-393,-1-1 0,0 1 0,2-1 0,-1-3-563,2-3 0,-3-4 1,0 1 776,-1-2 0,-4 4 0,-4-5 0</inkml:trace>
  <inkml:trace contextRef="#ctx0" brushRef="#br0" timeOffset="385">58 488 7873,'-9'-5'673,"-2"2"1,0 3 1610,1 0-1797,4 0 1,4 0-1,8-1 1,5-1-281,4-1 0,3-1 0,1 2 0,4 0-295,1 0 0,0-2 1,-1 1-1,1 0-957,0 0 0,-1 2 0,1-3 0,0 1 1045,-2 0 0,-3-3 0,1 1 0</inkml:trace>
  <inkml:trace contextRef="#ctx0" brushRef="#br0" timeOffset="666">714 110 7873,'3'-11'26,"0"3"0,1 0 245,0 1 0,-1-1 0,-3-1 353,0 1 1,0-1 0,-1 1-85,-2-1 0,-2 5 1,-3 1-1,0 2-128,-1 1 0,1 4 0,-1 2 0,1 5 147,-1 3 1,1 2-1,1 4 1,0 3-417,1 5 0,5-2 0,-2 1 0,1-2-442,-1 0 0,2-4 0,-2 3 0,3-2-220,3-4 0,-1-3-1373,4-1 0,-1-4 1892,4-2 0,-5-7 0,0-6 0</inkml:trace>
  <inkml:trace contextRef="#ctx0" brushRef="#br0" timeOffset="846">596 236 9490,'6'0'1291,"-1"-1"1,3-1-914,2-1 1,1-1 0,5 2 0,3-3-2783,2 0 0,-2-2 2404,4 1 0,-1-1 0,3-2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39.417"/>
    </inkml:context>
    <inkml:brush xml:id="br0">
      <inkml:brushProperty name="width" value="0.06" units="cm"/>
      <inkml:brushProperty name="height" value="0.06" units="cm"/>
    </inkml:brush>
  </inkml:definitions>
  <inkml:trace contextRef="#ctx0" brushRef="#br0">116 108 6730,'7'-6'0,"-1"1"129,1 1 1,-3 2-1,-1-2 416,0-1 0,-1-1-189,-2 0 0,0-1 1,0 0-1,-2-1 1,-3 0 225,0 0 0,-3 1 1,1 0-1,-3 2 31,0 0 0,0 0 1,-1 3-1,0 2-250,0 1 1,-1 3 0,2 5-126,1 2 1,0 3 0,1 4 0,2 3 0,4 3-418,1 3 0,1 0 0,1 3-250,4-2 1,0 1 0,6-4 0,2-5-1,4-2-292,1-4 1,2-8-1,-1-3 1,1-7-291,1-6 1,-2-9-1,1-6 1,-1-3 494,-1-4 1,-6 6 0,-1-2 515,-4 5 0,-1-2 0,-2 8 0,-1 2 0,-3 3 0,0 4 0,-3 3 0,-1 3 0,-2 2 421,0 2 0,-3 2 0,1 2 0,0 1 838,1 2 1,-2 1 0,2 2 0,0-1-777,2 0 1,2 0 0,-2 1 0,3-1-331,1 0 0,1-3 0,1 0 1,1 0 26,3-2 1,3-2 0,3-2-1,1-2-827,1 0 1,0-6 0,2-4 0,0-4-37,-1-3 0,-3 0 0,-1-4 0,-1-1 568,-1-1 1,-1 3 0,-1 1 0,-1 4 753,-1 3 1,-2 7-147,0 5 0,-1 5 0,-1 6 0,0 2-246,0 2 0,2-1 0,1 2 0,-1-1-459,1-1 1,2-3 0,-3 2-690,2-1 0,0 1 0,1-4 0,1-1-2345,1-1 3246,1-4 0,-2-3 0,1-3 0</inkml:trace>
  <inkml:trace contextRef="#ctx0" brushRef="#br0" timeOffset="300">443 70 8554,'0'6'1150,"0"1"1,0-1-705,0 0 1,1 1-1,1 1 1,0 2-129,-1 0 1,1-1 0,-1 3-1,2 1-100,0 1 0,-1 0 0,1-2 0,-1-1-309,0 0 0,0-6 1,-1 1-211,1-2 1,-1-4-1,3-4 1,-1-5-117,-2-5 0,1-2 0,-1-3 0,2-1 120,0 1 0,0 0 0,1 0 0,1 2 169,1 0 0,-1 4 1,0 1-1,2 2 357,1 3 0,-1 2 0,-1 3 0,1 3 219,2 3 0,-1 4 0,2 7 0,0 3-189,-1 2 0,-1 1 0,1 2 0,-2-1-806,-1-1 0,-1-1 1,-2-3-1,1-2 547,-1-4 0,2-3 0,1-2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34.968"/>
    </inkml:context>
    <inkml:brush xml:id="br0">
      <inkml:brushProperty name="width" value="0.06" units="cm"/>
      <inkml:brushProperty name="height" value="0.06" units="cm"/>
    </inkml:brush>
  </inkml:definitions>
  <inkml:trace contextRef="#ctx0" brushRef="#br0">64 103 8707,'-4'1'680,"0"1"0,3 2 1,-2 5-1,3 1-88,0 2 1,0 7-1,0 2 1,0 4-480,0 3 1,2-1 0,1 2-1,-1 1-508,1-1 0,2 1 0,-3 0-432,-1-5 1,2 3 0,-1-8 0,0-2-1,-2-3-1791,0-5 2618,0-5 0,-3 0 0,0-1 0</inkml:trace>
  <inkml:trace contextRef="#ctx0" brushRef="#br0" timeOffset="166">0 385 7873,'0'-13'0,"0"3"0,0 2 0,0 0 668,0-1 1,3 4 0,1-3 0,2 0-427,1 1 0,2 0 1,1 0-1,1 1-532,2-1 1,-3 1-1,4 0 1,1 1 9,1 1 1,-2 0-1,1-2 1,-1 1 279,-1 1 0,-1 0 0,1-3 0</inkml:trace>
  <inkml:trace contextRef="#ctx0" brushRef="#br0" timeOffset="517">218 135 7873,'-4'6'115,"0"1"1,2 1 0,-2 2 0,1 0 679,2 1 0,0 2 0,1 2 0,0 1-295,0 1 0,3 2 0,1-1-367,-1 0 1,2 4 0,-2-4 0,1-1 0,1 0-15,0 0 0,0-5 0,-1 0-485,1-2 1,0-5 0,1-6-7,-2-5 0,2-3 0,-2-4 0,0-2 110,0-2 1,1-2 0,0 0 0,0 0-75,0 2 1,-1-1 0,2 2 0,1 1 397,-1 2 1,-2 5 0,1-1 341,0 2 0,-2 3 1,1 3-1,-1 3 1,0 4 49,0 4 1,-1 3-1,-2 2 1,0 0-276,0 2 1,0-1 0,0 2-381,0-1 1,0-1 0,0 0 0,0-2 0,0 0-1834,0-3 1,2-1 782,0-3 0,3-5 1251,-3-2 0,3-5 0,-2-5 0</inkml:trace>
  <inkml:trace contextRef="#ctx0" brushRef="#br0" timeOffset="783">430 334 8002,'4'-2'307,"1"-1"0,-1 1 0,2 0 0,1-1 64,-1 0 1,1 1 0,-1-3 0,0 0-141,1 0 1,-1-2-1,1 1 1,-2-1-136,0-2 1,0 0 0,-3-2-1,-1 1-68,0 0 0,-1 0 1,-1 1-1,-1 1-34,-2 1 0,-4 1 0,-1 2 1,-1 2 168,-2 1 0,2 1 0,0 2 1,1 1-65,1 4-1,1 3 1,1 1 0,2 2 343,2 2 1,1 1 0,1 3-1,1 1-183,1-1 1,0 0 0,4 0 0,2-2-359,1-2 1,2-2-1,2-3 1,0-2-573,2-3 1,-1-3-1,3-4 1,-1-4-4857,1-4 5527,-6-3 0,7-9 0,-5-1 0</inkml:trace>
  <inkml:trace contextRef="#ctx0" brushRef="#br0" timeOffset="1800">918 225 7859,'0'-7'-535,"0"1"0,0-1 1008,0 1 0,0 2 0,0 0 418,0-1 0,0 1-227,0 0 1,0 4-328,0 2 1,0 2-1,2 8 1,2 1-27,0 3 1,1 3 0,-1 1 0,0 1-259,0 3 1,-2-1-1,2 2 1,-1 0-19,-2-1 0,2-2 0,-1-1 0,0-2-31,-2-5-484,0-5 0,0-8 0,-2-8 0,0-6 105,1-4 1,0-4 0,1-3 0,0-1 113,0-1 1,0 1 0,1 0 0,0 1 26,1 0 1,3 6-1,0-1 248,0 3 1,2 1 0,0 3 0,1 2 0,0 3 341,0 4 0,1 4 0,0 3 0,-1 3-19,-1 5 0,-3 0 0,0 4 0,1 1-43,-2-1 0,1-1 0,-3 1 0,1 1-90,0-1 0,1-4 0,-1 1 0,-1-1-263,0-2 0,-1-3-263,0-3 1,0-6 0,0-2 158,0-6 0,1-4 1,0-2-1,2-2 0,0-2-52,0 0 1,2 1 0,-2 2 205,1-1 0,1-1 1,0 3-1,1 1 1,2 1 451,1 4 1,-1 3-1,-2 3 1,1 3-86,-1 2 1,-1 5 0,-2 6 0,1 2-312,-1 3 1,1 2 0,1 0 0,-2 0-66,0 0 1,2 0 0,0-2 0,0-2-1235,2-1 0,0-4 0,1-2 1,2-2 87,0-1 0,2-3 0,-2-4 1164,0-3 0,5-6 0,-1-2 0</inkml:trace>
  <inkml:trace contextRef="#ctx0" brushRef="#br0" timeOffset="2283">1360 180 7859,'-3'-7'390,"0"1"1,-4 0 0,1 0 234,-1 2 1,0 1 0,0 3 0,-2 3-40,1 4 1,1 2 0,1 5 0,0 1-213,2 2 0,-1-1 0,2 1 0,2 1-210,0 0 0,1-3 1,1-3-1,1-1-338,2-2 0,4-3 0,2 0 0,0-3-323,1-1 1,-1-4 0,1-3 0,-1-3-45,0-3 0,0-2 0,-2-1 0,1-1 188,1 1 1,-2 0 0,0-1 0,-2 0 562,1 1 1,-5 4 0,3 1-1,-2 2 502,-1 0 1,0 5 0,-2 2-372,0 6 1,0 3 0,0 4 0,0 0-90,0 0 1,0 0 0,1 1-1,0-1-1979,1-1 1,3-2 0,0 0 889,3-1 1,-1-3 0,2-5 0,-1-2 836,0-4 0,0-3 0,2-3 0,0-2 0,0-2 0,-2 0 0,0-2 0,0-3 0,-2 0 0,-2 2 0,0-3 154,-1 3 0,-2 4 0,-4 5 0,-2 3 0,-4 3 823,-1 1 0,-1 4 1,-1 3-1,1 4 15,0 4 0,3 0 0,0 4 0,1 1-351,3 1 0,-1-2 1,3 1-441,0 0 1,2 3-1,0-3 1,3-1-1,2-2-149,2-3 1,3-2 0,3 0 0,1-3-1362,1-4 0,-1-6 0,2-4 1,1-3 18,-1-2 0,-4-4 0,1-3 1,-1-2 117,-2-2 1172,2 3 0,-5-5 0,2 2 0</inkml:trace>
  <inkml:trace contextRef="#ctx0" brushRef="#br0" timeOffset="2599">1681 0 7859,'-7'0'0,"1"0"1177,0 0 0,1 3 0,2 1 0,0 3-496,1 1 1,2 3 0,0 4-1,0 4-425,0 3 1,0 0 0,2 5 0,1 1-101,0-2 1,-1-2 0,2-1 0,0 0-112,-1 0 1,1-6 0,1 1 0,-2-5-811,0-2 1,2-5-1,-1-4 372,-1-4 1,3-4-1,-2-5 1,0-2 2,0-2 0,-2 1 0,2-3 0,-1-1 7,1 0 1,0 1 0,2 2 0,-1 2 564,-1 0 1,-2 3 0,3 2 353,0 3 0,-3 3 0,1 5 1,-1 3-256,1 4 0,-1 5 1,0 1-1,0 2-462,-1-1 0,1-1 1,-1 1-1,2-2-528,1-1 1,-2-4-1,2-2 709,1-3 0,1-8 0,0-4 0</inkml:trace>
  <inkml:trace contextRef="#ctx0" brushRef="#br0" timeOffset="2731">1880 135 7859,'0'6'207,"0"1"0,-1-1 516,-1 1 0,1 1 0,-2 1 0,1 1-349,0 2 1,0-2 0,2 0 0,0 1-1045,0-1 0,0-1-3013,0-2 3683,0-4 0,0 0 0</inkml:trace>
  <inkml:trace contextRef="#ctx0" brushRef="#br0" timeOffset="2847">1886 84 7859,'-3'-7'1113,"2"3"-292,-3 0-2900,2-1 466,-1 2 1613,6 0 0,1 3 0,2 0 0</inkml:trace>
  <inkml:trace contextRef="#ctx0" brushRef="#br0" timeOffset="3415">1995 45 7859,'0'9'680,"0"-1"0,-1 3 0,0 0-101,-1 1 1,0 1 0,2 0 0,0 0 189,0 0 1,0 0 0,0 1-1,0 0-419,0 0 0,0-4 0,0 3 0,0-1-343,0 0 1,0-2 0,0-1 0,0-2-80,0-1 1,0-3 0,2-3-184,0-3 1,0-4 0,-2-1 0,1-4-520,1-2 0,-1-2 0,4-3 0,-1 1 468,0 1 0,1 1 1,-1-1-1,0 2 525,0 1 0,1 4 0,0-1 0,0 0-4,0 1 1,-1 3-1,2 4 1,1 0 475,-1 4 0,1 5 1,-2 5-1,0 2-459,-1 4 1,-1 1 0,0 5 0,1-1-851,-1-1 1,-1-4 0,0 0 0,-1-2-1178,-1 0 1,2-7-1,1-2 1131,0-3 0,-1-4 0,0-5 0,1-1 664,-1-1 0,3 0 0,-1 0 0,2-1-47,0 2 1,0-1 0,1 3-1,-1 1 366,1 1 0,0 1 0,1-1 0,1 2 524,1 0 1,-2-1 0,2-1-483,0 0 1,1-2-1,-1-2 1,0-1-159,-1 0 1,-1-4 0,-1 2 0,-2-2 0,-1 0-162,-3 1 1,-1 1-1,-2 3 391,-2 0 1,-5 0-1,-1 5 1,-2 1 141,-1 3 0,0 2 0,-1 5 0,1 1-64,0 2 0,-1 3 1,5 1-1,1 0 1,0 3 75,2 2 1,4-1-1,0 1-386,1-1 1,5-1-1,3 0 1,5-1-1,4-2-1246,3-3 1,1-8 0,1-1 0,3-5-2438,1-3 0,-2-7 3482,1-1 0,-4-6 0,2 2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41.116"/>
    </inkml:context>
    <inkml:brush xml:id="br0">
      <inkml:brushProperty name="width" value="0.06" units="cm"/>
      <inkml:brushProperty name="height" value="0.06" units="cm"/>
    </inkml:brush>
  </inkml:definitions>
  <inkml:trace contextRef="#ctx0" brushRef="#br0">90 219 7874,'-3'-4'147,"2"-1"165,-4 3 1,1-2-1,-2 2 1,-1 0 0,1 2 197,-1 2 0,0 2 0,-1 3 0,0 2-104,0 4 1,2 1 0,1 2 0,1 1-160,1-1 1,1-1 0,2 1-1,1 0-329,1-2 1,2-1 0,3-2 0,1-3 91,3-1 0,1-3 0,1-3 0,0-5-945,-1-4 1,1-5 0,0-2 424,0-2 1,-2-4-1,-2-2 1,-1 0-1,-3 0 347,1 1 1,-3 3 0,-1 3 0,-1 2 945,-1 4 0,-3 6 1,-1 4-226,-2 4 1,2 5 0,2 3-315,-1 2 1,2 3-1,-1-2 1,1 0-1,2 0 58,1 0 0,-1-2 0,4-3-1264,0-1 0,1 2 0,2-2 0,1-2 0,1-2 962,2-3 0,0-2 0,1 0 0</inkml:trace>
  <inkml:trace contextRef="#ctx0" brushRef="#br0" timeOffset="575">276 142 7874,'-4'-2'884,"-1"0"0,3 0 0,-1 4 0,0 3-402,1 3 1,2 3 0,3 3-1,1 2-306,1 3 0,2-1 0,0 3 1,1-1-196,0-1 0,3 1 1,-2-2-1,-1-1-52,1-2 0,-1-3 0,0-3 0,-1-2-563,0-3 0,-1-4 0,1-2 0,-2-3-126,0-3 1,0-2 0,-3-5 0,-1 0 678,0-2 1,-1 3-1,0-1 1,0 2 98,0 0 1,-1 0 0,0 1-1,-1 0 131,0 2 0,-1 2 1,0-1 1722,0 2 1,1 4-1342,0 3 1,2 3-1,2 4 1,3 2-319,0 2 0,2-2 0,-1 2-106,1 1 0,1-1 0,1 0 1,-1-1-1,-1 0-619,2-3 0,-2 1 1,2-3-1,-2 0-643,-1-3 0,1-2 1,-1 0-1,0-3 570,1-4 1,-4 0-1,0-6 1,-3 0 584,0-1 0,0-1 0,0-1 0,0 0 0,0-2 0,0-1 0,0 1 0,-2 0 38,0 1 0,0 5 1,2 0 1426,0 2-836,-3 4 0,2 4 1,-1 4-1,1 2-44,1 2 0,1 3 1,1 3-1,3 2-218,0 3 1,2 0-1,-1 2-187,0 1 1,1 0 0,-1 0 0,1 0-402,-1-1 1,3 1-1,-1-5 1,0 0 0,-1-2-1860,0 0 0,-3-3-439,0-2 2519,-2-3 0,0-5 0,-2-4 0</inkml:trace>
  <inkml:trace contextRef="#ctx0" brushRef="#br0" timeOffset="716">526 289 7874,'-1'-3'0,"0"0"606,-1 0 1,-2 2 0,1-4-22,2 0 0,1 0 0,1 0 0,3 1-552,2-1 0,-1 2 0,4-2 0,0 0-633,2 0 0,-1 0 0,0 1 0,0-1-203,0-1 1,-2 0 802,3 0 0,-3-4 0,1 0 0</inkml:trace>
  <inkml:trace contextRef="#ctx0" brushRef="#br0" timeOffset="998">686 84 7874,'0'11'0,"0"-1"0,0 2 527,-2 0 1,1 1 0,-1 0-1,1 0 178,1 2 1,1-1 0,0 3 0,1-2-411,0 0 1,1-1-1,1 0 1,0-2-107,0-2 1,1 0 0,0-3 0,0-2-594,0-2 1,-1-1 0,2-2-1,0 0 72,-2-2 1,1-2 0,-2-3 0,0-2 51,0-1 1,1-3 0,-2-1 0,0 1 194,1 1 1,-2 2-1,2 1 1,-1 1 342,0 3 0,1 2 0,-2 2 50,1 2 0,3 4 0,-3 3 0,-1 3-618,0 1 1,1 3-1,1 1 1,0-1-665,0 1 1,0-2 0,-2-3 973,1-2 0,3 1 0,-1-1 0</inkml:trace>
  <inkml:trace contextRef="#ctx0" brushRef="#br0" timeOffset="1181">898 264 9165,'-6'3'912,"2"1"0,1 2 0,1 3 0,-1 1-440,0 3 0,1 0 1,0 2-1,1 3-319,-1 3 0,1 2 1,-1 3-1,1 2-39,1-1 0,0-5 0,0 3 0,0-4-4960,0-2 4846,0-10 0,-3 5 0,0-7 0</inkml:trace>
  <inkml:trace contextRef="#ctx0" brushRef="#br0" timeOffset="1814">1251 33 7930,'0'-7'972,"-3"1"-656,-1 0 0,-2 0 0,-1 2 0,-1 1 234,0 3 0,-4 3 0,2 2 1,-1 3-150,1 5 0,1 6 0,0 6 0,1 3-233,2 1 0,2-1 0,0 1 1,2 0-15,4-2 1,1-6 0,5-2-1,1-4-1157,4-3 0,0-2 0,4-6 0,0-2-148,1-1 0,-2-5 0,3-3 1,0-5 1150,-1-4 0,-1-3 0,1-3 0,-2-1 0</inkml:trace>
  <inkml:trace contextRef="#ctx0" brushRef="#br0" timeOffset="2399">1353 91 7803,'-6'0'363,"-1"-1"0,-2-1 1,-1 0 140,0 1 1,0 1-1,3 2 1,-3 2-37,0 2 1,3 0-1,0 1 1,3 2-201,1 2 1,1 1-1,2 1 1,0-1-199,0-2 1,3 2 0,3-4 0,3 0-245,1-3 1,0-3 0,2-2-1,1 0-274,-1-2 1,-2-5 0,2-4-1,-2-1-27,0-3 0,-1 0 0,0-1 0,-1 0 313,-2 2 1,-2 1-1,0 0 1,-1 3 930,0 1 1,-3 6-205,0 3 1,0 5-1,-2 7 1,1 2-529,1 3 0,0 2 0,0-1 0,0 0-820,0-1 1,1-3 0,0 1 0,2-4-18,1-2 1,0-5-1,2 0 1,2-2 799,0-3 0,-1-2 0,1-6 0,-2-1 0,-2-2 0,0-2 0,2 0 0,-1-1 0,-1 1 0,-2 2 0,1 2 0,-1 1 523,0 1 187,0 4 0,-4 4 0,0 5-53,0 3 0,-1-1 1,1 4-1,1 1-122,0 0 1,1 1 0,0 1 0,0 2-277,0 1 1,0-3 0,0 3 0,0-1-141,0 1 0,0-5 0,0 0 0,0-2-351,0-2 1,1-4-105,1-2 1,-1-5 0,4-3-1,0-5-269,0-3 1,0-3-1,-1-4 1,1-2 135,1-2 1,1 3-1,1-3 1,0 0 426,0 3 1,-1 2-1,0 5 1,-1 3 52,0 4 0,1 5 0,-1 1 269,-2 4 1,1 8 0,-1 7-1,0 5 1,1 4 451,0 2 1,-2-1 0,1 1 0,-1-1-1338,-2-2 1,2-3 0,0-3-1,0-3-3558,-1-5 4163,3-6 0,-1 1 0,2-3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49.163"/>
    </inkml:context>
    <inkml:brush xml:id="br0">
      <inkml:brushProperty name="width" value="0.06" units="cm"/>
      <inkml:brushProperty name="height" value="0.06" units="cm"/>
    </inkml:brush>
  </inkml:definitions>
  <inkml:trace contextRef="#ctx0" brushRef="#br0">186 187 8128,'-3'-9'0,"-1"0"0,-2 1 430,-1-1 1,-2 4-1,-2-1 1,-1 2-9,0 3 1,-2 3-1,0 3 1,-1 3 386,1 3 0,2 4 1,2 1-570,1 0 0,2 4 0,4-2 0,1-1 1,2 0-248,4-3 0,2-1 0,3 0 33,2 0 0,2-3 1,1-1-1,0 0 0,0 0-250,0 1 0,-3-1 0,-2 1 1,-1 0 203,-2 0 0,-4-2 0,0 3 0,-2 0 151,-5 1 1,-2 1-1,-6-1 1,0 0-19,-2-2 0,-1-2 1,-1 0-1,1-2-342,1-2 1,3-3 0,0 2-937,2-3 0,4-1 0,4-3 1,2-3-285,2-2 1,3-4 1448,3-2 0,2-3 0,3 2 0</inkml:trace>
  <inkml:trace contextRef="#ctx0" brushRef="#br0" timeOffset="385">231 225 8152,'4'2'1370,"-1"1"-639,0 1 1,-1 0 0,-2 3 0,0 2-80,0 1 0,0 5 0,0 3 0,0 3-376,0 2 0,0 2 0,0 1 0,0-1-305,0 1 0,0-1 1,0-1-1,0-3-515,-2-1 1,1-7 0,-1-2-288,1-3 0,1-7 0,-1-4 0,0-4 409,-1-4 0,-3-4 0,3-2 1,0-2 237,-1 0 1,3-1 0,-3 0-1,3-2 124,0 1 0,0 1 0,3-1 0,1-1 221,2-1 0,0 0 0,0 0 0,2 1 134,0 0 1,0 5-1,3 0 1,0 5-43,1 4 1,-1 3 0,-1 3 0,-1 2 174,-1 2 1,-4 5 0,-2 6 61,-1 1 1,-1 4 0,-1-1 0,-1 1 0,-2 1-166,-2 1 1,0-1 0,-1-1 0,0 1-925,-1 0 1,1-4 0,-1 2 0,2-3-1699,2-3 0,0-2 973,0-3 0,2-2 1324,7-2 0,-1-7 0,5-2 0</inkml:trace>
  <inkml:trace contextRef="#ctx0" brushRef="#br0" timeOffset="1267">423 334 9169,'4'0'780,"1"0"1,-1-4-1,2-1 1,1-4-652,2-1 1,-2-1 0,2-3-1,0-1 61,-1 0 1,2 2-1,-3 1 1,0 0-378,-1 2 0,-4 4 207,0 0 0,-5 4 0,-3 2 0,-2 4 146,-2 4 1,0 3-1,-1 3 1,2 2 8,0 0 0,1 1 0,1 2 1,1-1-173,2 2 1,2-5 0,0 4 0,1-2-584,1-1 1,0-2 0,1-1 0,2-5-300,3-3 1,1-3-1,4-4 1,1-3 335,3-3 0,-1-2 0,2-5 0,1-3 368,-1-3 1,-2 1 0,1-3 0,-1 1 304,-1 1 0,-3 0 0,0 1 0,0 0 227,-3 2 1,-2 6 0,-4 2 0,-2 3 372,-4 3 0,0 3 0,-2-1 0,0 4 39,-1 2 0,0 5 0,0 1-450,1 2 1,1 2 0,1 1 0,1 1 0,0 1 90,0 0 0,0 1 0,3 0 1,-1 0-544,0-1 0,2-3 0,3 1 0,1-3-838,2-2 1,1-4-1,0 0 78,2-3 0,2-3 1,1-5-1,1-3 1,1-4 146,0-2 1,-2-3 0,3-4 745,-1 0 0,-2-3 0,-1 3 0,-1 0 0,-2 1 0,0 1 0,-4 2 0,2 0-53,-4 3 0,0 4 1,-3 6 219,-1 5 1,0 0-173,2 4-62,0-1-125,0 2 0,0 0 192,2-2 0,-1 0 0,2-3 0,0 1 0,-2 1 0,3-1 0,-2-1 0,1 2-130,0-3 307,-3 0 778,3 0 1660,-3 0 0,2 1-2081,0 1 1,1 1-1,-3 4-384,0 2 0,0 2 0,0 4 0,0 2 0,0 2-609,0 2 1,0-1 0,0 1 0,0-3-535,0-3 0,0-4-1842,0-3 2835,0-7 0,0-4 0,0-7 0</inkml:trace>
  <inkml:trace contextRef="#ctx0" brushRef="#br0" timeOffset="1469">808 110 7963,'0'-5'498,"0"1"1,0 2-1,-1-2-2352,-1 1 1854,1 1 0,1-1 0,4 0 0</inkml:trace>
  <inkml:trace contextRef="#ctx0" brushRef="#br0" timeOffset="1629">1013 45 7963,'-6'-6'353,"-1"2"0,1 2 0,-1 2 263,1 0 1,-1 0-1,0 0 1,0 2 186,1 3 0,1 3 1,-1 3-1,0 2-340,2 2 0,-1 2 1,2 4-1,2 3-299,0 1 1,-1 3 0,0 1 0,1 2-603,0 1 1,1-6 0,0 0 0,1-4-2210,1-3 0,-2-9-1328,3-2 3975,-3-5 0,-5-3 0,-3-3 0</inkml:trace>
  <inkml:trace contextRef="#ctx0" brushRef="#br0" timeOffset="1793">872 328 7963,'-4'-7'0,"-1"3"645,3 0 1,0-1-1,3-1 1,1 0-597,2 2 0,3-2 1,1 3-1,1-2 169,1 1 1,-2 0-1,3-2-218,0 2 0,4-5 0,2 2 0</inkml:trace>
  <inkml:trace contextRef="#ctx0" brushRef="#br0" timeOffset="1963">1039 219 7963,'-3'15'209,"-1"-1"0,-1 1 1,0-1 234,0 1 1,3-3-1,-1 2 1,-1-2 212,1 0 1,1-4-1380,0 1 0,2-5 1,1-3-1,2-5-174,1-4 0,0-4 0,2-1 896,1-2 0,-1-4 0,1-4 0</inkml:trace>
  <inkml:trace contextRef="#ctx0" brushRef="#br0" timeOffset="2131">1148 161 8320,'-7'3'0,"-1"1"624,-1 2 1,0 1 0,1 1 0,0 1 12,0 1 0,1 1 0,1 4 0,2 0 274,2 2 1,1-2 0,2 2 0,3 0-1240,2-1 0,5-3 0,0-5 1,4-2-1195,2-2 1,1-3 0,1-2 1521,-2-5 0,4-6 0,-1-4 0</inkml:trace>
  <inkml:trace contextRef="#ctx0" brushRef="#br0" timeOffset="2733">1545 52 9412,'0'11'380,"0"2"0,0 0 0,0 6 0,0 4-183,0 3 0,0 4 1,0 2-1,0-1-461,0-1 0,0-2 0,0-3 0,0-4-636,-2-4 0,0-4 0,-3-5 900,-2-3 0,1-4 0,-4-1 0</inkml:trace>
  <inkml:trace contextRef="#ctx0" brushRef="#br0" timeOffset="2937">1462 263 7963,'-3'-6'38,"3"0"0,-3-1 0,3 1 203,0-1 1,0 0 0,0 0-1,3-1 20,1 0 0,2 3 1,2-4-1,1 2-377,1 1 1,2 1-1,2 2 1,2-1-671,0 1 1,1-2-1,2-1 786,-2 0 0,4-4 0,-1 0 0</inkml:trace>
  <inkml:trace contextRef="#ctx0" brushRef="#br0" timeOffset="3166">1693 1 7963,'-6'7'111,"0"0"0,1 3 322,1 0 0,0-1 0,0 3 0,2 2-182,1-1 1,1 4 0,0 0 0,0 2-70,0 2 0,0-2 1,0 1-1,0 1-49,0-1 1,0 0 0,0-1-1,1-2-14,1-2 0,-2-5 0,3-2 0,-1-2-244,1-2 0,2-3 1,-2-1-1,1-4-36,1-4 0,-1-5 0,2-4 0,1-2-322,-1-3 1,1 2-1,1-3 1,1 1 234,-1 1 1,-1 5 0,-1 3 0,1 2 204,-1 2 0,0 5 1,-1-2-1,-2 3 295,0 4 1,-1 4 0,-2 7 0,0 1-213,0 2 0,0 3 0,0-1 1,0 0-447,0 0 1,0-2-1,0 0 1,0-1-355,0-4 0,3-3 760,1-3 0,2-1 0,0-3 0</inkml:trace>
  <inkml:trace contextRef="#ctx0" brushRef="#br0" timeOffset="3337">1834 219 7758,'0'6'-119,"0"0"0,0 1 0,0-1 656,0 1 0,0 0 0,0 1-256,0 3 1,0-4 0,0 0-353,0-2 0,0-3 71,0-2 0,3-5 0,1-5 0</inkml:trace>
  <inkml:trace contextRef="#ctx0" brushRef="#br0" timeOffset="3506">1853 110 7963,'0'-7'133,"0"3"-1327,0 0 717,0 2 0,1-1 477,1 3 0,2 3 0,2 1 0</inkml:trace>
  <inkml:trace contextRef="#ctx0" brushRef="#br0" timeOffset="3732">1930 129 7963,'0'6'291,"0"1"1,0-1-26,0 0 0,0-1 1,0-1-1,0 2 80,0 2 0,0-1 0,0 4 0,0 0-187,0 2 1,0 2-1,0 2 1,0 0-22,0 0 0,0-4 0,0 1 1,0-3 22,0-2 1,2-3-1,1-3-412,1-2 1,-2-4 0,2-8 0,1-4-303,1-5 0,0-3 0,1-2 0,-1 1 157,1 0 1,0 6 0,1-1 0,0 3 324,0 2 1,-1 2 0,0 3 53,-1 2 1,-3 5 0,0 7 0,-1 2 373,1 4 0,-1 2 1,-2 2-1,0 2-256,0 2 1,0-2 0,0-1 0,0 0-502,0 1 0,0-3 0,3 0 1,1-2-37,2-4 1,0-3-1,1-4 1,1-3 435,1-5 0,-1-2 0,1-9 0,1-2 0</inkml:trace>
  <inkml:trace contextRef="#ctx0" brushRef="#br0" timeOffset="4099">2136 154 7963,'-5'-3'792,"1"1"-159,-1 1 1,1 2-369,0 1 1,1 1 0,-2 4 0,3-1-255,1 1 1,1 1 0,0 1-1,0-1-214,0-1 1,0-3 0,1 0-248,1 1 1,2-2-1,2-1 214,1-1 1,-2 0 0,0 0 0,0 2 406,0 1 1,-2 3-1,1 4 1,-1 3 328,-2 3 1,0 5 0,-1 1 0,-1 4 1,-1 3 0,-2-3 1,-3 4-1,-1-2-138,0-2 1,-4-7 0,2 2 0,-3-2-559,-2-5 0,3-3 1,-2-4-1,1-3-68,2 0 1,0-4 0,1 1 0,1-2-202,2-2 1,1-2 0,2-4 0,2-1 16,1-1 1,1 1 0,2-1 0,1 0 317,4 0 1,1 2 0,0-2 0,1 0 386,1 3 0,1-3 1,2 2-1,0-1-178,-1 0 1,1 2 0,0-2 0,0 2-202,0 1 1,0 0-1,-1 1 1,-1 1-1063,0 2 1,-3-1 1181,0 1 0,2 1 0,0-2 0</inkml:trace>
  <inkml:trace contextRef="#ctx0" brushRef="#br0" timeOffset="4381">2302 116 7963,'-4'-4'269,"0"2"0,1-1 853,-1 1 0,3-1-362,-1 1 0,4 2 0,3-3-673,3 3 0,-1 0 1,2 0-1,0 0-305,-1 0 1,1 2-1,-3 1 1,1 0 133,-1 2 0,0 1 1,0 0-1,-2 1-83,-1-1 1,-3 3-1,0 1 1,0 2-57,0 1 0,-3-2 1,-1 4-1,-2-1-503,0 1 0,0 0 0,2 3 726,2 0 0,-2 2 0,1-4 0</inkml:trace>
  <inkml:trace contextRef="#ctx0" brushRef="#br0" timeOffset="4578">2341 437 7963,'-10'10'544,"1"-2"2529,2-1-3241,1-3 168,5-1 0,5-6 0,6-1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47.580"/>
    </inkml:context>
    <inkml:brush xml:id="br0">
      <inkml:brushProperty name="width" value="0.06" units="cm"/>
      <inkml:brushProperty name="height" value="0.06" units="cm"/>
    </inkml:brush>
  </inkml:definitions>
  <inkml:trace contextRef="#ctx0" brushRef="#br0">58 33 7963,'0'-7'296,"-3"1"1,1 1 0,-3 2 582,0 0 1,4 2 0,-1 6-1,1 4-462,1 4 1,1 7 0,1 6 0,2 3-218,2 3 1,0 2 0,0 2 0,-1 0 18,-1 1 0,0-4 0,0 1 1,-2-3-1373,-1-1 1,-1-4 0,0-1 0,0-2-1108,0-5 0,-3-7 2260,-1-4 0,-5-6 0,-1-5 0</inkml:trace>
  <inkml:trace contextRef="#ctx0" brushRef="#br0" timeOffset="166">1 328 7963,'0'-7'481,"0"1"0,0-1-47,0-2 1,0 2-1,2-2 1,1 2-143,0 1 1,4-1 0,2-1 0,1-1-723,1-1 1,1 1-1,1-2 1,1 0-413,1-1 0,-2-3 0,2 0 0,-1-1 842,-1-2 0,-3 4 0,2-10 0,-2 4 0</inkml:trace>
  <inkml:trace contextRef="#ctx0" brushRef="#br0" timeOffset="484">212 0 7963,'-2'7'886,"0"0"-328,1 2 1,-2-2 0,1 4 0,0 1-135,1 2 0,1 4 1,0 5-1,0 3-72,0 3 0,1-1 0,1 1 1,0-1-104,-1 0 1,1-5-1,-1-2 1,1-3-181,0-3 0,0-7 0,1-2-357,1-3 1,-2-1 0,2-5-1,-1-4 4,1-2 1,0-4 0,2-2 0,-1-1-483,-1-2 1,1 1 0,2-4 0,1 0 454,0-1 0,-3 4 1,3 1-1,-2 3 350,-2 1 0,0 5 0,2 3 397,-2 4 0,1 5 1,-2 7-1,-2 4-281,0 2 0,-1 1 0,0 2 0,0-1-142,0 0 1,0 0-1,0-2 1,0-2-691,0-2 1,0-3 0,0-2-1762,3-3 2438,0-2 0,4-9 0,-1-1 0</inkml:trace>
  <inkml:trace contextRef="#ctx0" brushRef="#br0" timeOffset="650">385 231 7963,'0'7'0,"0"-1"71,0 1 1,-2 0 0,0 1-1,1 0-180,0 0 0,1 0 0,0 0 1,0 0-1148,0 0 1256,0-1 0,3-3 0,0-1 0</inkml:trace>
  <inkml:trace contextRef="#ctx0" brushRef="#br0" timeOffset="798">424 129 7963,'-3'-7'340,"2"2"0,-3 0-555,1 0-292,1 4 0,3-2 1,1 3-1,2 0 507,2 0 0,3 0 0,1 0 0</inkml:trace>
  <inkml:trace contextRef="#ctx0" brushRef="#br0" timeOffset="955">539 77 7963,'-9'6'241,"2"1"0,-2 4 1,2 0 437,1 0 0,0 1 1,2 1-1,2 0-302,1 0 1,2 0-1,3 1 1,3 0-242,2 0 1,0-2-1,2 1 1,-1-1-139,0-1 0,0-1 1,-3 1-1,0 0 151,-4 1 1,-1 2 0,-2 0 0,-2 2-72,-2 0 1,-3-2-1,-6 1 1,0-1-225,1-1 0,-2-3 0,0-3 1,-1-2-932,1-2 1,2-4 0,3-3 0,1-6 1076,2-3 0,1-6 0,-1-4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46.098"/>
    </inkml:context>
    <inkml:brush xml:id="br0">
      <inkml:brushProperty name="width" value="0.06" units="cm"/>
      <inkml:brushProperty name="height" value="0.06" units="cm"/>
    </inkml:brush>
  </inkml:definitions>
  <inkml:trace contextRef="#ctx0" brushRef="#br0">121 134 7840,'6'-6'0,"-2"-1"176,-2 1 0,-1 2 0,-2-1 58,-1 1 0,-4 1 0,-2 1 0,-1 1 233,0 1 1,1 0 0,-2 1-1,0 1-109,0 5 0,0 1 0,-1 4 0,3 2-54,1 2 0,0 1 1,2 2-1,0 0-130,0 0 1,4-1 0,0-3-1,2 0-300,3-3 1,3-2 0,0 0-266,2-3 0,2-4 0,1-6 0,1-2 1,2-3-220,0-5 1,-1-3-1,-1-6 425,0-1 0,4-2 0,-5-1 0,1 1 0,-1 1 304,-1 0 0,-5 9 1,0 1 97,0 3 0,-3 8 0,-1 6 33,-1 4 0,-1 6 0,0 4 0,0 1 0,0 0-232,0-1 1,0-1-1,2 1-287,0-2 0,3-1 0,-1-2 0,3-3 0,1-3-611,3-3 1,1-2 0,1-3 0,0-3 879,2-3 0,-1-2 0,3-3 0,-1 0 0,1-2 0,-5 0 0,0-1 0,-1 0 0,-1-1 0,-3 1 0,1-1-109,-3 2 0,-2 2 0,-4 2 0,-1 3 1,-3 1 688,-3 3 0,1-1 1,-2 3-1,0 1 187,1 0 0,-3 4 0,3 2 0,-1 3-361,0 2 0,4 3 0,-2 2 0,2 2-259,-1 2 1,2-2 0,2 1 0,2 1-182,0-1 1,0-3 0,2 1-1,3-1-528,3-1 1,0-5-1,3 1 1,1-4-435,2-4 0,0-2 0,3-3 0,-1-3 631,1-4 0,0-5 0,2-2 0,0-2 365,0-3 0,-2 2 0,-2-3 0,-2 0 0,0 0 0,-5 3 0,-2 0 0,-3 3 99,-1 4 0,-2 6 1,-3 0 415,-4 4 0,0 3 1,-3 2-1,0 3 394,0 0 0,3 5 0,-3 0 1,2 2-424,-1 1 0,1 2 0,3 1 0,1 0 0,0 0-197,0 0 0,1-1 1,3 2-1,0-2-492,0 0 1,1-2 0,1 0 0,3 0-687,0 0 0,4-4 0,0-2 1,1-2 0,0-3 1,1 0-1,0-2 0,1-3 888,0-4 0,0-2 0,1-4 0</inkml:trace>
  <inkml:trace contextRef="#ctx0" brushRef="#br0" timeOffset="299">666 166 7866,'2'5'515,"0"-1"0,1-3 0,-1 1 1,3-1-164,0-1 1,3-1 0,-1-1 0,3-2-347,0-2 0,-2-1 1,2-1-1,0-1 109,0-1 1,-4-1 0,0-1 0,-1-1-434,-1 0 0,-1 1 0,-3 1 0,-2 3 371,-2 0 0,0 5 0,-6 1 0,2 2 248,-1 2 1,-1 4 0,1 6 0,1 1 102,1 2 0,1 3 0,0-2 0,2 2-161,2-1 1,1-2 0,1 1-1,1 0-259,1-2 1,1-1 0,4 0-1,0-3 11,1-1 1,0-4-1,2-2 1,1 0-1452,1-1 0,-3-4 1,3-3-1,-1 0 614,-1-2 1,-1-1 0,1-2 841,-1 0 0,-1 0 0,-1-3 0</inkml:trace>
  <inkml:trace contextRef="#ctx0" brushRef="#br0" timeOffset="683">1006 44 7866,'-6'-4'126,"2"0"1,-2 0 0,2 0 0,-2 2 484,0 1 0,-3-1 0,1 0 0,-1 1-52,0 3 1,2 2 0,-2 5-1,2 1-121,1 2 0,2 2 0,0 0-246,1 1 1,1 2-1,3-1 1,1-1 0,3 0-219,3-1 1,0-4 0,2 2-1,1-1-239,-1-1 0,0-4 0,-2 2 0,0 0 62,0-1 0,-3 1 0,-1 0 0,-1 0 115,-2 0 0,-3 0 0,-3 0 1,-2 0-142,-2 0 0,-2-3 0,1-1 0,-1-1-755,0-2 1,4 0 0,-1-2 371,3-1 1,2-2 0,4-2 0,1-1 611,2-2 0,5-1 0,1-3 0</inkml:trace>
  <inkml:trace contextRef="#ctx0" brushRef="#br0" timeOffset="915">1070 102 7866,'-6'0'365,"-1"1"275,1 1 1,2 2-1,0 2 1,1 0-219,-1 1 0,3-1 0,-2 1 0,3 0-4,3 1 1,0 2 0,4 2 0,2 0-377,2-1 0,1-3 0,1 3 0,-1 0 35,1 1 1,-2 0 0,-1-1 0,-1 2-22,-1 0 1,-4 0 0,-2 2 0,-1-1-184,-1 1 1,-5-3-1,-2 1 1,-2 0-102,-3-1 1,2-4 0,0 0 0,-2-3-577,0-3 0,0-2 0,1-2 0,3-3 804,1-3 0,-3-2 0,0-3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39:44.648"/>
    </inkml:context>
    <inkml:brush xml:id="br0">
      <inkml:brushProperty name="width" value="0.06" units="cm"/>
      <inkml:brushProperty name="height" value="0.06" units="cm"/>
    </inkml:brush>
  </inkml:definitions>
  <inkml:trace contextRef="#ctx0" brushRef="#br0">16 57 7803,'-4'0'2136,"0"0"-1666,2 0 0,0 0 0,5 0 0,3 0-258,4 0 1,1 0 0,1 0 0,2 0-153,-1 0 1,4-1-1,-1 0 1,1-2-537,-3 0 0,0-2 1,-1-1-1,0 0-395,-1-1 0,-2 1 0,-2 1 1,-2 1 226,-2-1 1,-3 2 1030,-1 1 0,-2 2 0,-3 2 0,1 3 227,-1 0 1,-1 2-1,0 2 1,1 2-199,1 1 1,0 3-1,0 2 1,1 0-363,0 0 1,2 1-1,-3 3-479,2 0 0,-3 0 0,2-1 0,1-2 0,-2-1-707,0-2 0,0-1 0,-3-2 1132,-1-1 0,-2 1 0,-3-2 0</inkml:trace>
  <inkml:trace contextRef="#ctx0" brushRef="#br0" timeOffset="168">23 327 7803,'-7'0'2141,"1"0"-1336,-1 0 1,5-1 0,2-1-526,6 0 1,3-1 0,5 1 0,1-2-103,2-2 0,2 0 0,3 0 0,1-2-761,2 0 1,-1 1 0,0-1 0,-1 2-2586,-1 2 3168,-2 2 0,-1 0 0,-3 2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0:53.493"/>
    </inkml:context>
    <inkml:brush xml:id="br0">
      <inkml:brushProperty name="width" value="0.06" units="cm"/>
      <inkml:brushProperty name="height" value="0.06" units="cm"/>
    </inkml:brush>
  </inkml:definitions>
  <inkml:trace contextRef="#ctx0" brushRef="#br0">140 232 7807,'3'-13'-26,"0"1"114,-1 1 1,2-3 0,-1 2 0,0 0 1330,-2 2-994,-1 5 1,-1 2-1,-2 7 1,-1 5 0,-1 7 26,-2 4 1,2 5 0,-1 5 0,-3 3-330,-2 4 0,1-1 0,-3 5 1,3 1-296,0 0 1,-2-3 0,0 9 0,0 0-295,2-1 0,4-8 0,1 3 1,0-5-2643,3-5 3108,1-10 0,10-5 0,1-7 0</inkml:trace>
  <inkml:trace contextRef="#ctx0" brushRef="#br0" timeOffset="368">345 660 7744,'-7'16'239,"-2"-2"1,-1 0 226,0-3 1,2-4 0,2-2-289,-1 0 1,3-3-1,1-5 1,2-6-11,1-5 0,0-4 1,1-9-1,2-3 30,3-2 0,2 1 1,2-2-1,-1 0-317,0 0 1,4 2 0,0-2-1,2 0 110,1 0 1,-1 3-1,-1-1 1,1 5 173,-1 1 1,-3 12 0,2 4 0,-3 7 83,-1 5 1,1 7 0,-1 10 0,0 7 40,1 6 0,-4 3 1,-1 2-1,0 0-345,0 2 0,-1-4 1,1 3-1,-1-2-778,-2-2 1,-1-1 0,-1-1-1,0-4-1066,0-3 1899,-4-5 0,-1 6 0,-5-3 0</inkml:trace>
  <inkml:trace contextRef="#ctx0" brushRef="#br0" timeOffset="616">363 697 7744,'-1'-8'481,"-1"1"0,-1 1 133,1-2 0,1 3 0,1-1 0,0-1-360,0-1 1,4-2 0,3 1 0,5 0-392,3-1 1,3-2 0,1 0 0,0 0-570,3 2 1,2-3 0,4 1-1,-1 1 706,-3 0 0,3-2 0,-3-2 0</inkml:trace>
  <inkml:trace contextRef="#ctx0" brushRef="#br0" timeOffset="932">782 381 7744,'-9'0'29,"0"0"1,0 0 588,-1 0 1,4 0-1,1 1 1,0 1-33,-1 1 1,4 4-1,-1 0 1,2 1-333,1 1 0,1 1 0,1 3 0,4 2-168,2 3 0,0 1 0,7-2 0,-1 0-93,1-2 0,0-3 1,4-1-1,-1-4-437,1-4 1,-1-2 0,-2-2 0,-1-3 39,-2-5 1,-1-5 0,-3-5 0,-2-3 259,-1-3 0,-4 1 1,1 1-1,-2 0-25,-1 2 1,0 6-1,0 2 1,-1 4 938,-2 3 1,2 3-1,-2 6-431,2 3 1,1 6-1,0 4 1,0 1-524,0 2 0,0 0 0,1-1 0,1 1-545,1 0 0,4-5 1,0-3-1,1-3 729,1-5 0,1-2 0,-1-1 0</inkml:trace>
  <inkml:trace contextRef="#ctx0" brushRef="#br0" timeOffset="1265">1099 74 9857,'0'9'0,"0"1"672,0 3 0,4 5 1,2 8-1,4 4-320,2 4 1,-1 0-1,5 2 1,0-1-125,-2-3 0,3-3 0,-5-5 0,-1-5-100,0-2 1,-5-9-270,0 1 0,-5-5 0,-1-1 0,-5-1-99,-3 1 0,-5-2 0,0 3 0,-2-1 58,-1 0 1,1 3 0,1-1 0,-1 0 348,1 2 0,2-2 0,1 1 0,3 3-7,2 2 0,4-1 0,-2 3 1,3-3 79,1-1 1,5 0 0,2-2 0,3-2-40,3-1 0,0-1 0,-2-3 1,3-1-182,0-2 1,2-2 0,1-5-654,-1-3 0,-3 0 0,-2-5 0,0 2 0,2-3-527,-2-1 1,-4 6 0,-2-4 1159,-1 4 0,4-7 0,-3 1 0</inkml:trace>
  <inkml:trace contextRef="#ctx0" brushRef="#br0" timeOffset="1517">1360 344 8143,'0'15'433,"0"1"1,-3-4-1,0 3 1,0-1-88,2 1 1,1-1 0,0 3-1,0-3-722,0-1 1,0 0 0,1-5-1857,3-2 2232,1-1 0,8-14 0,2-1 0</inkml:trace>
  <inkml:trace contextRef="#ctx0" brushRef="#br0" timeOffset="1762">1425 111 7744,'-6'0'150,"0"0"134,-2 0 1,3 0 0,0 1-586,1 2 1,1-1-275,3 4 1,1-1 0,2 2 574,3-4 0,2 2 0,2 0 0</inkml:trace>
  <inkml:trace contextRef="#ctx0" brushRef="#br0" timeOffset="2011">1518 102 8147,'0'13'479,"0"-2"1,0 4 0,0-1 232,0 1 1,3 0 0,0 4 0,0 1-275,2 1 0,-3 3 1,4 4-1,1 1-348,1 2 1,-1-2 0,-2 2 0,0-2-789,0-1 0,-2 0 0,2-1 0,-1-2-717,-1-4 0,-2-2 1415,-1-3 0,-5-3 0,0-4 0</inkml:trace>
  <inkml:trace contextRef="#ctx0" brushRef="#br0" timeOffset="2260">1509 474 7660,'0'-9'-5,"0"-1"0,0 1 0,0 0 452,0-1 0,1 1 0,2 0 0,2-2-139,0-1 1,4 2-1,-3-2 1,2 4-276,1 2 1,1 1 0,-1-3 0,0 3-1921,1 1 1887,-1-3 0,4 6 0,2-3 0</inkml:trace>
  <inkml:trace contextRef="#ctx0" brushRef="#br0" timeOffset="2261">1714 325 8158,'5'16'532,"-2"-1"1,-2 0 0,-1 1 0,0 0-394,0 0 1,3-1 0,0-1 0,-1 0-150,-1-3 0,2-1 0,0 0 597,0-1-587,2-4 0,-4-5 0,3-5 0</inkml:trace>
  <inkml:trace contextRef="#ctx0" brushRef="#br0" timeOffset="2515">1751 139 7744,'0'-6'803,"0"-1"-1706,0 5 548,0-2 1,0 12-1,0 3 1</inkml:trace>
  <inkml:trace contextRef="#ctx0" brushRef="#br0" timeOffset="2770">1872 195 7744,'0'13'0,"0"3"550,0 1 0,0 2 0,0-2 0,0 0 11,0-2 1,0 1 0,1 3 0,1-1-263,1 1 1,1-1-1,-2 1 1,2 0 239,2-1 0,-3-2 1,2-2-101,-1 0 0,0-6-453,-1-5 1,-2-10 0,2-5 0,-2-6-197,-1-4 1,0-3 0,0-6 0,0-4-426,0-4 0,1 3 1,3-4-1,1 1 168,0 1 0,3 3 0,-1 2 1,4 3 1117,1 4 1,2 8-1,-3 3 1,1 7-329,0 5 0,-5 13 1,-2 7-1,0 6-25,1 6 1,-4 3 0,1 5 0,-2 1-851,-1 3 0,1-3 0,1 0 0,1-4-280,-1-3 0,3-11 1,1 1-1,3-7-80,0-5 912,0-4 0,1-5 0,-1 0 0</inkml:trace>
  <inkml:trace contextRef="#ctx0" brushRef="#br0" timeOffset="3019">2188 83 7744,'-9'0'254,"0"3"1,1 1 0,0 1 1022,2 3 1,1 1 0,-2 2 0,2 3-646,0 0 1,2 2 0,3 1-1,0 0-598,0-2 0,4-3 0,3 0 0,1-3-553,1-2 0,2-3 0,0-5 0,2-3 43,2-6 1,-3-4 0,3-7 0,-1-2 177,1 0 0,-4-2 0,3-2 0,-2 1 284,0 1 1,1 9 0,-4 1 587,0 7 0,1 7 0,-1 9 0,0 10 195,1 7 1,-4 6 0,-1 9 0,0 3-223,0 3 1,-2 0-1,0 0 1,-2-3 167,-1-2 0,-1-7 0,-2-3 0,-4-3-269,-1-3 1,-2-5 0,-3-3 0,-2 0-984,-3-4 0,-4-2 1,1-2-1,-1-3 54,-1-3 1,7-2 0,-2-2 0,4-2-1056,2-3 0,3-3 0,3 0 1538,3 0 0,2-5 0,1 0 0</inkml:trace>
  <inkml:trace contextRef="#ctx0" brushRef="#br0" timeOffset="3043">2468 446 7644,'-1'6'-261,"-2"0"0,1 0 261,-5 0 0,1 2 0,-3-3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0:50.111"/>
    </inkml:context>
    <inkml:brush xml:id="br0">
      <inkml:brushProperty name="width" value="0.06" units="cm"/>
      <inkml:brushProperty name="height" value="0.06" units="cm"/>
    </inkml:brush>
  </inkml:definitions>
  <inkml:trace contextRef="#ctx0" brushRef="#br0">46 209 8148,'-9'-9'343,"-1"0"0,4 4 0,0 1 2419,-1 3-2054,3 1 0,1 0 0,6 0-3,3 0 0,6 0 0,4 0 1,1 0-859,2 0 1,4 0-1,1 0 1,0 0-469,1 0 0,0 0 0,3 0 621,0 0 0,0 5 0,0 0 0</inkml:trace>
  <inkml:trace contextRef="#ctx0" brushRef="#br0" timeOffset="766">726 88 7822,'1'-9'17,"2"0"0,-2-1 1,2 1-1,-1 0 248,1-1 0,-2 4 1,2 0 592,-2-1 0,3 2-334,-1-2 0,0 6 0,-4 2 1,-2 8-273,-4 5 0,2 6 0,-1 4 0,-2 5-33,-4 3 0,2-1 0,-2 2 0,1-1-41,2-2 1,0 0 0,-1-1 0,2 1-151,2 0 0,-1-7 1,3 1-1,2-4 144,1-4 1,2-4-205,3-6 1,1-2-1,5-4 1,1 0-39,2 0 1,3-3 0,-1-1 0,0-1-390,1-2 0,-1-2 1,4 1-1,0 1-427,-1 1 0,-2 0 1,-1-4 84,2 1 0,-1 0 0,1-1 1,-3 1 800,0 0 0,2-5 0,-1 0 0</inkml:trace>
  <inkml:trace contextRef="#ctx0" brushRef="#br0" timeOffset="1029">1024 200 8088,'-4'16'440,"-3"-1"1,2-2 0,-1 2-1,0 3 258,1 2 1,1-2 0,4 3-1,0-1-180,0 0 0,1 0 0,2-2 1,4 0-288,4-3 0,3-2 0,2-7 0,0-3-366,0-2 1,2-8 0,0-5 0,-2-3-375,0-5 0,-5-5 0,0 1 1,-2-3 128,-3-1 1,-4 0 0,1 0-1,-3 0 230,-3 0 0,-2 6 0,-6 3 0,0 1 77,-1 5 0,-5 1 1,2 4-1,-3 2-128,-1 3 1,2 3 0,1 3 0,4 2-311,1 0 0,6 6 0,2-1 0,3 0-63,3 0 0,4 1 0,5 0 574,3 2 0,3-1 0,1-3 0</inkml:trace>
  <inkml:trace contextRef="#ctx0" brushRef="#br0" timeOffset="1416">1350 116 7857,'-11'13'184,"0"0"0,-1 2 570,0 1 1,2-1 0,1 0-1,-1 3-185,1 2 1,4-3 0,2 2-1,2-3-372,1-1 0,1 1 0,2-4 1,4-3-307,4-2 0,4-5 0,3 1 0,1-4-55,0-5 0,-4-1 0,1-10 0,0-2-285,2-5 0,0-3 1,0-1-1,-1-1 90,-2-2 0,-6 1 0,2-2 0,-2 2 343,-2 3 1,-2 9 400,1 3 0,-4 16 0,1 10 0,-1 11-77,1 9 0,1 2 0,3 3 0,0 4 167,0 1 0,1-4 0,1 2-188,1-3 0,-4 5 1,0-4-1,0 1 1,0-2-23,-3-2 0,-2-2 0,-1 3 0,-1 2-223,-2-2 1,-6-10-1,-4-3 1,-1-2-314,1-3 0,-5-8 0,2-1 0,-4-3-688,-1-3 0,7-2 0,-4-3 0,4-3-98,3-2 0,4-3 0,4-2 0,2-5-597,1-2 1654,0-6 0,8-2 0,3-5 0</inkml:trace>
  <inkml:trace contextRef="#ctx0" brushRef="#br0" timeOffset="1815">1862 172 7795,'-9'4'0,"-2"3"839,-1 5 0,0-1 0,-2 4 0,-1-1-28,1 1 1,3 0-1,-2 4 1,4-1-374,3 1 0,-2 0 1,5-2-1,2 0-333,3-2 1,5-3 0,4-1-1,3-4-191,4-4 0,-4-3 1,7-4-1,0-5-800,-2-5 0,2-5 0,-1-3 0,-1-3 255,-1-2 0,-1-1 0,0-2 0,-1-2 399,-4 2 0,-1 8 0,-2 3 0,0 4 16,0 4 1,-2 8 0,-2 5 677,-1 10 0,2 7 0,-2 12 0,0 3 0,2 4 621,-1 2 0,-2-1 1,2 4-1,-1 0-482,-2 3 0,-1-5 1,-1 4-1,0-5-339,0-4 0,0-8 0,-1-1 0,-2-4-151,-3-6 0,-3-2 0,-3-7 0,-1-2-581,-2-3 1,0-2 0,-3-1 0,2-1-490,0-2 1,2-2-1,-2-4 1,4-2-149,1-1 0,3 0 0,2-6 0,3-3-1380,2-1 2487,1-3 0,4-3 0,1 0 0</inkml:trace>
  <inkml:trace contextRef="#ctx0" brushRef="#br0" timeOffset="2056">2262 275 7748,'0'23'813,"0"-1"1,0-1-218,0 0 0,-1 3 0,-1 3 1,-1-1-404,1-1 0,-2-4 0,1-1 1,0-2-2027,-2-3 1,4-9-285,-2-6 2117,2-9 0,1-18 0,0-2 0</inkml:trace>
  <inkml:trace contextRef="#ctx0" brushRef="#br0" timeOffset="2284">2244 126 8323,'-9'1'264,"3"2"1,2 2-1,4 4 1,0 0-1022,0 1 0,1 0 757,2 3 0,2 1 0,5 5 0</inkml:trace>
  <inkml:trace contextRef="#ctx0" brushRef="#br0" timeOffset="2514">2393 256 7748,'0'9'373,"0"1"1,0-1 0,0 0 470,0 0 1,0 1 0,0-1 0,0 1-409,0 3 1,0-2 0,0 5-1,0 0-270,0 2 1,1 1 0,1-2 0,1 0-39,-1-2 1,2 0 0,-1 0 0,0-2-355,1-3 1,-2-6-15,5-4 0,-5-6 1,1-10-1,-1-6 101,1-7 0,-2-4 0,3-5 0,-1 0-227,0-2 1,5 4 0,-2 1 0,2 3 509,1 2 0,1 7 0,-1 1 0,0 6 225,1 7 1,-1 8 0,0 4 0,0 9-210,-3 8 0,1 5 0,-3 5 0,1 2-232,3 1 1,-3-3 0,0 0 0,0-4-789,0-4 1,1-6-1,4-2 1,-1-4-130,0-5 1,2-3 0,0-4 0,2-4 988,-2-6 0,3-5 0,1-2 0</inkml:trace>
  <inkml:trace contextRef="#ctx0" brushRef="#br0" timeOffset="2764">2746 126 7748,'-6'-1'461,"0"-2"0,-1 0 374,-1 1 1,1 2 0,1 3 0,-1 5-163,-1 3 1,1 0 0,2 5 0,0 2-246,0 2 1,3 0 0,-1 1 0,2-4-241,1-1 0,4-5 0,1 1 0,2-2-467,2-4 1,-1-2 0,4-5-1,0-2-279,0-3 0,-1-7 0,4-2 1,-2-3-48,-1 0 0,-4-2 0,-1-1 0,1 0 354,0 0 1,-2 4 0,1 3 663,-1 0 0,-3 6 1,3 7 573,-2 6 1,0 7-1,-2 9 1,1 5-196,-1 4 1,0 0 0,0 4-1,1 2-339,-1 0 0,-1 4 0,-1 0 1,-1 1-326,-2 0 0,-2-6 1,-4 2-1,-1-4-497,-3-3 0,2-9 0,-5-4 1,0-5-1176,-2-3 1,-5-7 0,0-3 0,-2-9-4293,0-7 5836,4-6 0,-10-13 0,2-2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1:29.598"/>
    </inkml:context>
    <inkml:brush xml:id="br0">
      <inkml:brushProperty name="width" value="0.06" units="cm"/>
      <inkml:brushProperty name="height" value="0.06" units="cm"/>
    </inkml:brush>
  </inkml:definitions>
  <inkml:trace contextRef="#ctx0" brushRef="#br0">39 311 8213,'-6'-4'0,"-1"2"591,1-1 1,0 1 0,0-2-157,2-1 1,1-1-21,3 0 1,3 2 0,3 0 0,3 1-243,1-1 1,2 3-1,4-2 1,0 3-1,0-1-768,1-1 1,-3 1 0,3-1 0,-1 1-2675,-2 1 3269,-1-3 0,3 0 0,0-4 0</inkml:trace>
  <inkml:trace contextRef="#ctx0" brushRef="#br0" timeOffset="401">405 131 11276,'0'10'827,"1"1"0,1 7-653,2 5 0,1 8 0,0 6 1,-1 2-1,1 2-229,1-1 0,-2-4 0,0-3 0,-1-4-691,1-3 0,-2-8 0,2-1 0,-2-5-1984,0-4 2730,-1-3 0,1-2 0,2-3 0</inkml:trace>
  <inkml:trace contextRef="#ctx0" brushRef="#br0" timeOffset="649">437 202 8044,'2'-17'176,"0"0"1,3 5 0,-1 0 0,3 2 227,1 2 0,2-2 0,3 3 1,1 0 108,1 2 0,-2 4 0,2-1 0,-2 1-216,-2 1 1,-1 5 0,-3 2 0,0 2-124,-1 3 1,-4 1 0,0 1 12,-1 1 1,-2 2 0,-2-1 0,-3 1 0,-2 2-85,-2-1 0,-1-3 0,-2 1 0,1-2-135,-1-2 1,-1-1 0,1 0-1,-1-3-1033,2 0 0,1-4 1,1-1-1184,1 0 0,5-3 2248,2-5 0,4-3 0,1-2 0</inkml:trace>
  <inkml:trace contextRef="#ctx0" brushRef="#br0" timeOffset="933">726 247 8769,'-9'13'0,"0"0"516,-1 2 0,0-1 0,-1 3 0,3-1-117,0 1 1,5-2-1,1 1 1,1 0 326,1 1 0,4-6 1,1 0-1,5-3-697,2-2 0,-1-2 0,4-2 0,-1-3-258,1-3 1,-1-2 0,1-7 0,-2-2 19,-3-3 0,0-1 0,-5-1 0,0 1-79,-3 0 0,-5 2 0,-3 3 379,-2 3 0,-3-1 0,-1 5 0,-1 0 0,-3 3-268,0 1 1,1 1 0,-2 2-1,2 1-734,1 1 1,1-2-1,2 3 911,2-3 0,2 0 0,1 0 0</inkml:trace>
  <inkml:trace contextRef="#ctx0" brushRef="#br0" timeOffset="1516">1053 35 7779,'0'-4'1033,"0"0"-489,0 2 0,0-1 1,2 5-1,0 1-138,-1 4 0,0 6 0,0 2 1,0 4-17,1 2 0,1 3 0,-3 4 1,0 2-314,0 4 0,0 1-1,2 3 1,0-2-372,-1-1 0,0-5 0,-1-4 1,0-4-1233,0-5 1,0-5 1526,0-4 0,0-1 0,0 0 0</inkml:trace>
  <inkml:trace contextRef="#ctx0" brushRef="#br0" timeOffset="1699">1014 330 7786,'0'-6'487,"0"-1"0,-1 1 1,0-1-1,-1-1 138,0 0 0,5-1 1,1 3-1,2-1-26,0 1 1,3-1 0,2 1 0,2-1-415,2 1 1,-1 2 0,3 0-1,1 1-682,0-1 1,2 2 0,-2-2 0,0 1 496,-1-1 0,0 0 0,3-2 0</inkml:trace>
  <inkml:trace contextRef="#ctx0" brushRef="#br0" timeOffset="2049">1316 240 7830,'6'0'453,"0"0"1,1 0 0,-1 0 0,1-2 323,-1-3 1,1 1 0,-1-2 0,0-1-313,1 0 1,0-2 0,0 0 0,0 1-675,-1-1 1,-4 1 0,0-3 0,-1 0-85,-1 1 1,-1 1 0,-2 3 176,-3-1 1,-1 4-1,-4 1 1,0 1-1,-2 2-23,-2 3 1,3 1-1,0 6 1,0 1 265,-1 3 0,5 0 0,1 3 0,1 3 498,3 1 0,2 2 1,1 2-618,0 0 0,5 3 0,3-5 0,2-1-489,4-3 0,2-3 1,0-6-1,0-3 0,0-3 481,0-3 0,1-7 0,3-2 0</inkml:trace>
  <inkml:trace contextRef="#ctx0" brushRef="#br0" timeOffset="2399">1482 170 8463,'-4'3'576,"0"1"1,2 2-1,0 0 1,2 1-14,0 2 0,0 2 1,0 4-1,0 2-148,0 1 0,2 5 0,1 1 0,-1 3-180,1 0 0,0-2 0,-1 2 1,0-3-213,-1-3 1,0-4 0,0-3-1,0-4-318,1-4 0,0-4 0,-1-3-168,1-5 0,-1-4 0,2-5 0,0-3 76,1-5 1,-1-1 0,2-5 0,0-1-10,0 1 0,2 2 0,-1 0 422,1 3 0,-1 2 1,0 5-1,-1 3 0,-1 3 471,1 5 0,1 2 0,-1 6 0,0 2-95,-3 5 1,-1 5 0,1 4 0,0 3 59,-1 5 1,0-1-1,-1 3 1,0-1-1049,0 1 0,0-6 0,0 1 0,0-3-1075,0-4 1,3-4 0,1-6-224,2-2 1884,0-4 0,1-6 0,-1-4 0</inkml:trace>
  <inkml:trace contextRef="#ctx0" brushRef="#br0" timeOffset="2583">1752 48 8390,'-3'9'165,"2"-1"0,-2 3 0,1 1 1030,0 2 1,0 4 0,2 5 0,0 3-536,0 3 0,0 4 1,1 1-1,1 1-703,2 0 0,0-5 1,-1 2-1,1-3-319,-1-3 1,-1-6 0,1-3 0,-1-5 393,0-4-32,0-4 0,1-4 0,0-3 0</inkml:trace>
  <inkml:trace contextRef="#ctx0" brushRef="#br0" timeOffset="2731">1726 317 7830,'0'-6'1682,"-1"0"0,0-1-707,-1 1 1,0-1 0,5 1-828,1 0 1,2 1 0,0 2-1,1 0-1012,2 1 0,-1 2 0,1 0 0,1 0-792,0 0 0,1 0 1656,2 0 0,-3 0 0,-1 0 0</inkml:trace>
  <inkml:trace contextRef="#ctx0" brushRef="#br0" timeOffset="2881">1887 260 7799,'-3'9'154,"1"2"0,-1 2 0,0 1 557,1 1 1,2-2-1,0 3 1,0 0-1195,0-2 1,0-1-1,2 0 1,1-3 482,0-1 0,2-2 0,1-1 0</inkml:trace>
  <inkml:trace contextRef="#ctx0" brushRef="#br0" timeOffset="3014">1931 176 7792,'-2'-4'2182,"-1"0"-1646,0-1 0,1 1-1039,0 0 0,2 3 503,2-2 0,2 6 0,2 0 0</inkml:trace>
  <inkml:trace contextRef="#ctx0" brushRef="#br0" timeOffset="3316">2098 170 7761,'-12'6'1129,"3"-2"0,-5 4 0,1 0-596,-1 1 0,2 1 1,-2 3-1,2 0 269,4 2 1,3-1 0,1 1 0,1-2-600,2 0 1,3-3-1,2-1 1,3-3-501,1-2 1,2-1 0,3-3 0,1-1-251,1-1 1,-2-4-1,3-5 1,-1-2 126,0-2 0,-2 2 1,-1-2-1,0 1 192,-1 1 0,0 1 0,-1 0 0,-3 1 676,-2 2 0,-3 5 1,2 3-176,-1 5 0,-3 3 1,-3 7-1,-1 1-467,-1 4 0,0 3 0,-2 1 0,1-1-22,2-2 0,1-6 0,3-2-4575,0-2 4791,3-4 0,1-6 0,2-4 0</inkml:trace>
  <inkml:trace contextRef="#ctx0" brushRef="#br0" timeOffset="3482">2265 106 9768,'0'7'2303,"0"2"1,-1 5-1406,-1 4 0,1 8 0,-1 6 0,2 4-757,0 4 0,0-2 0,0 1 0,0-1-583,0-3 1,0-7-1,0-4 1,2-5 441,3-5 0,0-4 0,2-1 0</inkml:trace>
  <inkml:trace contextRef="#ctx0" brushRef="#br0" timeOffset="4149">2791 10 8014,'-3'-4'1687,"2"0"-1325,-4 2 0,4 5 0,-1 2 0,1 7 321,1 7 0,0 4 0,1 4 0,0 5-130,1 3 1,3 5 0,-3 2 0,1-2-315,0-3 0,0-10 0,-2-1 0,2-5-388,-2-4 0,0-9 207,-1-6 0,-5-4 0,-2-5-602,-3 1 1,-1 2 0,-3 1 0,-1 1 220,0 0 0,1 0 1,0 3-1,-1 1 458,1 2 1,0 5-1,3 1 1,2 3 205,2-1 0,3 4 1,0 0-1,1 2-242,3-1 1,3-5 0,4 2 0,3-1-617,2-2 1,1-2 0,2-1 0,2-3-19,2-3 0,2-3 0,1-3 0,3-3-2030,1-5 2565,-4 1 0,9-11 0,-5 2 0</inkml:trace>
  <inkml:trace contextRef="#ctx0" brushRef="#br0" timeOffset="4433">2996 305 7793,'-6'-4'441,"1"1"0,-5 1 1,-2 0-1,-1 1 0,-1 0 366,2 1 1,1 3 0,-2 4 0,1 3 236,1 2 0,2 1 0,2 2 0,2 1-679,0 3 1,3-4 0,2 4-1,1-3-398,3-2 0,1-2 1,6-2-1,0-2-438,2-2 1,0-3 0,1-6-1,2-3-51,0-4 0,-1-3 0,1-2 0,-2-3 181,-2-3 1,-2 3 0,0-3-1,-1 1 320,-1 0 1,-2 2 0,-2 1 623,-1 2 0,-3 6 1,-2 8-145,0 6 0,0 5 0,2 5-921,0 2 1,0 4-1,0 3 1,0-1-279,0-1 1,1 1 0,0-4 0,2-2 78,0-1 661,2-2 0,1-4 0,1-1 0</inkml:trace>
  <inkml:trace contextRef="#ctx0" brushRef="#br0" timeOffset="4949">3137 253 14197,'5'4'0,"-1"2"574,1 4 1,-2 3 0,1 3-1,0 3-324,-1 4 1,-2 2 0,2 3 0,-3-1-125,0 0 1,0 0 0,0-2-1,0-1-35,-3 0 1,2-7 0,-2-2-1,-1-5-63,0-3 0,3-4-799,-1-3 0,2-6 0,1-6 0,2-2 422,1-3 1,0-2 0,2-3-1,1-1-58,-1-2 0,3 1 0,-1 2 0,1 0 331,0 4 0,-1 1 0,2 3 173,-1 1 0,0 3 0,-3 5 0,1 4 0,-1 2 434,0 4 0,-1 4 0,-2 3 0,0 3 35,-1 1 0,-2 1 0,0 2 0,0-1-62,0 2 0,0-5 0,0 2-532,0-3 1,0-2 0,0-1 0,0-3-297,0 0 1,0-6-52,0-2 0,0-5 1,1-7-1,0-3 0,2-4-61,1-4 0,0 0 0,3-1 0,1-1 210,1 3 0,-1 2 0,-1 2 454,-1 3 0,0 1 1,1 7-1,1 2 0,1 2 320,-1 1 1,0 5 0,-1 3-1,0 6-169,-1 4 0,-2 2 1,2 5-1,-1 0-572,-1 2 1,-1-3-1,0 3 1,1-2-2043,-1-2 0,-1-7 2235,3-3 0,2-6 0,3-2 0</inkml:trace>
  <inkml:trace contextRef="#ctx0" brushRef="#br0" timeOffset="5632">3708 311 7874,'4'-6'418,"-1"-1"1,-4-1-1,-1-1-95,0 1 1,-3 1 0,1 1 0,-2 1 328,0 1 0,-3 3 1,0-1-1,-1 4-88,-1 5 1,0 3 0,0 6 0,-1 2-214,3 3 0,-1 3 0,2-2 1,2 0-264,4 0 1,1-4 0,2 3-1,1-3-221,2-3 0,5-5 0,1-2 0,3-3-141,2-3 0,1-3 0,3-3 0,-1-5-175,-1-5 0,-2-2 1,1-4-1,0-2 84,-2-4 1,-2 2-1,-2-2 1,-1 1 483,-1 3 0,-4 6 108,-2 3 1,-4 11-1,-2 4 1,-3 8 93,-1 7 1,2 0 0,-1 6 0,0-1-522,2-1 1,1 0-1,0-1 1,2-1-524,1-3 0,2-2 0,1-1 1,3-3-77,3-1 1,2-5-1,5-3 1,2-2 214,-1-3 1,3-5 583,-2-1 0,-2-5 0,1-2 0</inkml:trace>
  <inkml:trace contextRef="#ctx0" brushRef="#br0" timeOffset="6064">3939 311 7874,'-3'-6'827,"2"-1"-429,-4 1 0,1 2 1,-2 0-1,-1 1 0,1 2 1,-1 1 313,-2 5 1,2 0 0,-1 7 0,0 2-370,2 0 1,2 2 0,0 0 0,1 1-379,2-2 0,1-2 0,1-1 0,3-1-486,2-2 0,-1-4 0,6-2 0,1-1 23,2-5 1,0-4-1,1-6 1,-1-2 38,1-2 1,-1 0 0,1 1 0,-2 0 205,0 2 0,-3 3 0,-1 3 1,-3 4 1107,-2 4 1,-1 9-1,-3 9 1,0 4 86,0 5 0,-1 1 0,-3 1 0,-2 3-480,-1 1 1,-1-1-1,-1 0 1,-2 1 4,-1-3 0,-1-1 0,-1-1 0,-2-1-397,-1-2 1,3-7 0,-3-3-452,1-5 0,0-4 1,3-1-1,1-3 1,2-1-146,2-1 0,1-3 1,1-2-1,2 0 54,2-2 0,1 0 1,1-1-1,1-3 143,1-1 1,3-1 0,5 0-1,4 0 530,1 0 0,1 1 1,3 0-1,1 2 88,0 2 0,0 2 0,1-2 0,1 3-213,1 3 1,-3 1-1,1 1 1,-2 1-157,-2 1 1,-5 2 0,0 4-3362,-2 1 3441,-4-1 0,-4-7 0,-2-2 0</inkml:trace>
  <inkml:trace contextRef="#ctx0" brushRef="#br0" timeOffset="6348">4234 536 8297,'1'3'1241,"1"-1"1,2-1 0,2-2 0,0-2-380,1-3 0,2-3 1,2-4-697,1 0 0,-1-3 0,-2-1 0,1-1 0,-2-1-272,-1-1 1,-4 4 0,-1 2 0,-4 2 50,-5 4 0,-2 3 0,-5 3 0,-1 3 134,-2 3 0,1 4 0,-1 7 40,2 2 0,-2 2 0,4 1 1,1 2-1,3 3 862,1 2 0,1-2 0,4 4 0,3-2-551,6-2 0,7-5 0,6 0 0,5-2-999,3-5 0,1-5 0,2-6 0,3-3-1242,2-3 0,-2-6 0,4-9 1811,-4-2 0,4-3 0,-5 1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1:39.446"/>
    </inkml:context>
    <inkml:brush xml:id="br0">
      <inkml:brushProperty name="width" value="0.06" units="cm"/>
      <inkml:brushProperty name="height" value="0.06" units="cm"/>
    </inkml:brush>
  </inkml:definitions>
  <inkml:trace contextRef="#ctx0" brushRef="#br0">8 411 8718,'-5'-3'600,"3"-2"0,2 1 1,2 0-1,4-1-565,4 1 1,-1 2 0,4-3 0,0-1-490,1-1 0,2-1 0,0 1 0,1-1-468,0 0 0,-1 3 922,0-3 0,-3 2 0,6-5 0</inkml:trace>
  <inkml:trace contextRef="#ctx0" brushRef="#br0" timeOffset="264">342 138 7874,'-7'0'428,"-1"0"1,3 2-1,1 3 1,0 0 72,3 4 1,-1 4 0,0 3 0,0 4-358,0 4 0,1 4 1,1 4-1,0 2-445,0 1 0,0-3 0,0 1 1,1-3-266,1-2 0,3-5 0,2-6 0,2-5-126,1-4 1,-1-4 0,3-5 691,-1-1 0,6-9 0,-1-5 0</inkml:trace>
  <inkml:trace contextRef="#ctx0" brushRef="#br0" timeOffset="513">479 328 8201,'-8'11'413,"1"-1"0,-1 4 1,1 2 98,-1 0 0,0 4 0,1-1 0,0 2-20,2-1 1,2-4 0,3-1 0,0-4-371,0-3 0,4-3 1,3-3-1,3-2-190,1-2 0,2-3 0,1-6 0,1-5-341,0-3 0,-4-4 0,3-2 0,-1-3 58,-1-2 0,-3 3 0,0 0 0,-2 3-168,-2 2 1,-3 4 0,1 1 236,-3 4 1,-3 5 0,-3 6 0,-2 4-71,-3 3 1,2 3 0,3 1 0,2 1 351,1 0 0,0-2 0,3 0 0,-3-1 0,-1 1 0</inkml:trace>
  <inkml:trace contextRef="#ctx0" brushRef="#br0" timeOffset="780">631 275 7810,'0'11'542,"-3"4"0,-2-3 0,-1 4 87,1 1 0,-2 1 0,3 3 0,-1 2-353,3 1 0,2-4 0,2 4 0,4-2-151,4-4 0,0-4 1,3-5-1,2-3-131,1-4 0,0-2 0,3-3 1,0-5-220,-2-7 0,-4-4 0,-1-6 1,-1-1 63,-2-1 0,-4 3 0,-3-2 0,-3 3 219,-1 0 0,-5 3 0,0 4 0,-3 2 51,-2 4 0,1 1 0,-3 3 0,-2 0-340,0 1 1,2 3 0,1-1 0,1 3-641,0 0 1,1 2 0,4 2-1,1-1-272,1 0 1143,4 0 0,-3 0 0,4 1 0</inkml:trace>
  <inkml:trace contextRef="#ctx0" brushRef="#br0" timeOffset="1197">806 237 8490,'0'7'0,"0"2"564,0 1 0,0-1 0,0 4 0,0 0-188,0 2 0,0 1 0,0 1 1,0 4-159,0 1 1,3 4 0,1 1-1,1 1-270,-3 0 0,2-3 0,-1 1 0,0-1-383,1-3 1,-1-7-1,-1-1 1,0-2-912,0-3 0,0-4 933,0-2 1,-2-6 0,0-3-1,-3-2 229,-1-2 1,-3-4-1,3 2 1,-1-4 200,-1-1 1,1 0 0,-1-3 0,0-2 237,1-3 1,3 1 0,-1-4 0,3 0-30,0 1 1,0-3 0,1 4 0,4 0 95,2 1 0,3 3 1,0 0-1,1 2-43,0 2 0,2 7 0,2 0 1,0 3-106,1 5 0,-4 1 1,0 2-1,0 1-2,0 1 0,-3 3 0,0 3 0,-2 1 19,-2 1 0,-3 4 0,0-1 1,-2 1-56,-2 1 0,-2 0 0,-4 0 1,0-1-228,-3 1 0,2-5 0,-3 3 0,1-4-687,-1-1 0,2-1 1,-3-2-1,0-3-163,1-1 0,2-4 1,4-2 940,1-2 0,4-7 0,-3-2 0</inkml:trace>
  <inkml:trace contextRef="#ctx0" brushRef="#br0" timeOffset="1563">1049 1 7758,'4'8'263,"0"-1"1,-3 2 0,0 1 323,2 2 1,-1 1 0,-2 1 0,0 3-214,0 2 1,1 0 0,1 2 0,0 1-191,0 2 0,-1-1 1,0 4-1,0 0 2,2 0 1,0-1-1,-1 3 1,1 0-151,-2 0 0,3-4 0,-2-1 0,1-4-289,0-5 1,-1-6-194,3-1 1,-1-12-1,2-8 1,-1-8 183,1-4 0,-2-2 1,1-2-1,1-1 86,1 3 0,0 2 0,1 4 1,-1 2 382,-2 2 1,1 7-1,-3 2 80,1 3 1,-2 8 0,1 7 0,-3 6-206,0 6 1,0 1-1,0 6 1,0 1-4,0 0 1,0-2 0,0-3 0,1-1-1001,2-3 1,1-8 0,5-2 0,0-6-1510,1-6 2430,3-10 0,3-7 0,3-5 0</inkml:trace>
  <inkml:trace contextRef="#ctx0" brushRef="#br0" timeOffset="1796">1376 252 7734,'-8'10'0,"0"1"639,-2 1 0,1-1 0,-1 2 0,3 2 422,2 2 1,-1-1 0,3 5 0,1 1-717,2-1 1,3-4 0,2 0 0,3-3-456,2-4 1,2-5-1,2-2 1,-1-3-188,0-3 1,-3-2 0,2-5-1,-1-4-135,-2-3 1,-1 1 0,-3-4 0,-2 1 55,-3-1 1,0 3 0,0 0 0,-3 1-38,-2 0 1,-2 5 0,0 0 0,-2 0-150,-1 1 0,2 0 1,-2 3-1,3-1 4,2 0 1,1 1 557,-1-1 0,-2 1 0,3-1 0</inkml:trace>
  <inkml:trace contextRef="#ctx0" brushRef="#br0" timeOffset="1996">1551 39 7809,'0'8'394,"0"-1"0,0 1 0,0-1 0,0 2 321,0 1 1,0 2-1,0 3 1,0 1-148,0 2 0,0 1 0,0 4 0,0 1-143,0 1 0,-1-1 0,-1 4 0,0-1-645,0 0 1,1-3 0,1 1 0,0-3-604,0-2 0,0-7 0,0 0 0,1-5-32,2-3 1,0-5-1,3-5 1,-1-5-1479,1-2 2333,1-3 0,0-3 0,1-2 0</inkml:trace>
  <inkml:trace contextRef="#ctx0" brushRef="#br0" timeOffset="2230">1642 351 7713,'8'0'191,"3"0"182,1 0 1,-1 0 0,0 0 0,-1 0-31,0 0 0,1-4 0,0-2 0,0-2 91,1-2 1,0-4 0,-3 2 0,-1-4-191,-1-1 1,-2 1 0,0-2 0,-3 2-68,-1 1 0,-5 3 0,-3 2 0,-3 2 30,-2 3 0,0 2 1,-3 4-1,1 4 85,-1 5 0,4 5 1,-4 2-1,4 2 195,1 3 1,2-2 0,1 5-1,2 1-235,2 0 1,3 5-1,4-3 1,4 3-318,7-2 0,1-5 1,3-3-1,1-7-674,2-4 1,-1-4-1,5-8 1,-3-3-5730,0-5 6468,-3-4 0,2-4 0,-3-2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1:49.392"/>
    </inkml:context>
    <inkml:brush xml:id="br0">
      <inkml:brushProperty name="width" value="0.06" units="cm"/>
      <inkml:brushProperty name="height" value="0.06" units="cm"/>
    </inkml:brush>
  </inkml:definitions>
  <inkml:trace contextRef="#ctx0" brushRef="#br0">0 246 9584,'1'-7'427,"1"2"1,3-1-512,1 2 1,3 0 0,3-3 0,2 0-618,2 1 0,4-1 701,-3 0 0,7-2 0,-3-2 0</inkml:trace>
  <inkml:trace contextRef="#ctx0" brushRef="#br0" timeOffset="816">353 20 7797,'-5'-7'657,"1"1"-374,2 2 0,0 2 0,2 4 0,0 4 51,0 4 1,0 2-1,0 7 1,0 1-100,0 4 1,0 0 0,0 3 0,2 3-89,0 4 1,2 2 0,-1 2-1,0 1-119,0 0 0,2-3 1,-1-1-1,1-1 26,-1-4 0,-2-11 1,2 0-1,-1-5-315,-2-5 1,2-4-1,0-5 1,1-5-135,1-3 0,-1-3 0,0-5 1,1-3 205,1-4 1,2-3-1,0-7 1,1-4 156,2-1 1,-2 5 0,1 2 0,0 1 77,-2 3 1,-1 5-1,0 4 99,-1 6 1,-2 8 0,-2 9 0,-1 4 159,-1 2 0,0 5 0,0 3 1,0 3-400,0 2 0,0 0 0,0 3 1,0 0-371,0-1 0,1-4 0,1-1 1,2-3-33,2-4 1,4-2-1,1-7 496,2 0 0,3-8 0,1-4 0</inkml:trace>
  <inkml:trace contextRef="#ctx0" brushRef="#br0" timeOffset="1116">705 220 7827,'-6'0'382,"-1"0"1,0 0 0,1 0 81,-1 2 1,-2 1 0,0 3-1,1 4-83,1 2 1,0 4-1,0 3 1,2 1-262,0 2 1,2 1-1,3-4 1,1-2-230,1-4 0,3-3 1,3-4-1,1-1-89,2-3 1,0-7-1,2-4 1,0-4-177,1-5 0,-1-3 0,0-5 0,1-1 189,-1 0 1,0 1-1,0 1 1,-2 1 393,-2 2 0,-3 9 1,-1-1 67,-3 5 0,-1 6 0,-1 4 1,-1 4 51,-1 3 0,-1 5 1,-2 0-1,2 2-388,0 2 1,3-1-1,-3 1 1,3-1-549,0-1 1,0-2 0,0-2 0,0-3-204,3-3 0,-2-2 0,4-3 0,0-3 810,1-4 0,0-3 0,1-3 0</inkml:trace>
  <inkml:trace contextRef="#ctx0" brushRef="#br0" timeOffset="1915">852 153 8473,'-4'1'720,"2"1"0,1 5 0,1 4 0,1 4-568,1 3 1,1 5-1,2 3 1,-1 6-74,2 2 1,0 1-1,0 1 1,1-2-113,0-4 0,-3-2 0,0-5 0,-1-2-222,-2-2 1,2-7 0,-1 1-22,0-3 0,-2-5 0,0-5 1,-2-3-120,0-3 1,-3-4 0,1-2-1,0-3 167,-1-2 0,3-1 1,-2-1-1,-1-3 47,2-1 0,0 1 0,3-4 0,0 0 212,0-2 1,0 4 0,0-3 0,0-1 243,3 1 0,0 3 0,5-1-101,0 4 0,1-1 1,2 5-1,0 2 1,2 1 131,0 2 0,1 3 1,-2 1-219,-1 3 1,-1 3 0,-3 5 0,-2 3 0,0 3 138,-3 4 1,-1-1-1,-2 5 1,-1 0-142,-3 0 0,2-1 1,-2 1-1,0-1-292,-1-1 1,0-1-1,0-2 1,1 0 22,0-1 0,1-5 0,-1 0-478,1-2 0,2-3 0,0-4 0,1-4 272,1-6 0,3 0 0,2-3 0,1 0 389,0-2 0,1 2 0,0 0 0,-1 2 40,1 1 1,0-1-1,-1 1 630,1 0 0,0 5-199,-1 4 0,0 6 0,-1 5 0,-3 3-41,-2 3 1,0 3-1,0 2 1,0 2-57,0 2 0,0 0 1,0 4-268,0 1 1,0 4-1,0-3 1,0 0 0,0-2-294,0-2 1,3-3-1,-1 1 189,-1-4 0,0-2 0,0-5-851,1-2 1,-1-6 0,1-5 205,-1-4 0,-1-5 0,-1 0 1,0-2 477,-2-3 1,1-1-1,2-3 1,0-2 99,0 0 0,0-1 0,0 2 0,0-2 134,0-1 1,0 1 0,0-2 0,1 2 277,1 0 0,0 5 1,2-1-26,1 2 1,-1 2-1,0 4 1,1 2-31,1 2 1,1 1 0,0 1-142,-1 3 0,0 4 0,-1 3 0,-2 3-25,0 1 1,-3 2 0,3 0 0,-3 0 31,0 0 0,0 0 0,0 2-150,0 1 0,0-1 1,0 0-1,-2 0 0,0-1-110,0-1 0,-1-2-643,1 2 1,-2-1 743,2 1 0,-1-7 0,3-5 0</inkml:trace>
  <inkml:trace contextRef="#ctx0" brushRef="#br0" timeOffset="2232">1211 213 8455,'0'7'0,"0"-1"900,0 1 1,0-1-701,0 1 1,0-3-1,3-3 1,2-2 12,3-4 0,0-1 0,3-3 0,0-2-73,0-2 0,1-3 0,-1-1 0,-1-1-206,-1 1 1,-3 2 0,-1 0 0,-3 2 82,-1 2 1,-1 5-1,-1 0 1,-2 3 26,-4 1 0,1 5 0,-3 2 0,2 4 125,0 4 0,0 1 0,1 4 0,-1 0-45,0 1 1,3 2 0,0 0 0,1 2-13,2 1 0,0-2 0,1 1 0,1-2-538,1-1 1,2-3-1,3-2 1,1-4-666,1-3 0,1-4 1,-2-2-1,3-2-440,-1-5 1531,3 1 0,-3-12 0,3 2 0</inkml:trace>
  <inkml:trace contextRef="#ctx0" brushRef="#br0" timeOffset="3117">1377 166 7827,'-3'-3'862,"2"0"0,-2 3 0,1 3 0,0 2-558,0 3 1,2 2-1,0 4 1,0 2-148,0 2 1,2 2 0,0 1-1,0 2-87,-2 0 1,3-1-1,-1-1 1,1-2-83,0-4 0,0-4-53,0-2 1,0-8-1,2-5 1,-1-7-318,1-4 0,-1-4 0,0-5 1,2-1 175,0-2 1,0 5-1,1-2 1,-1 2 295,1 2 1,0 3 0,0 2 0,1 3 38,1 1 0,2 6 0,-2 0 0,-1 4-81,0 1 0,-4 3 1,0 4-1,-1 4-149,1 4 1,-2 0-1,0 2 1,-1 0-243,-1 0 1,2 0-1,0 2 1,0-2 4,1-2 0,-1-5 0,2 1 0,1-3-87,1-1 1,-1-3 0,-1-2 0,1-1 318,1-1 1,3-3-1,0 0 1,-1 0 283,-1-3 0,1 1 1,0-2-1,1 0 262,-1 1 0,-1-2 0,0 0 0,0-1-101,-1-2 0,1 2 0,0-1 0,-2 0-99,0-1 0,-2 0 1,-3-1-1,0 0-68,0 1 1,-1 5 0,-1-1 0,-3 2 41,0 1 1,-2 1 0,0 3-1,1 1-68,-1 1 1,0 6-1,1 5 1,-1 4-14,0 2 0,4 4 0,0 1 0,3 0-256,0 0 0,0 1 1,0 1-1,3-2-318,1-2 1,5-5 0,2-3 0,2-6-260,3-2 0,-1-8 1,2-7-1,2-6 201,0-6 0,-1-6 1,-1-3-1,0-2 282,0-1 0,-5 6 0,1-3 0,-2 1 257,-1 1 0,-4 4 0,0 3 0,-2 1-98,-3 3 1,0 2 1255,-1-1 1,-1 8 0,0 4-498,-1 5 0,-1 6 0,1 4 0,0 3-200,0 4 1,2-3 0,0 4 0,2-1-186,0-1 1,3-1 0,-1 1 0,0 0-280,1 0 0,-1-3 1,1 1-1,-1-3-155,1-3 1,-2-2-51,0 0 1,-3-3 0,-3-3-417,-4-2 0,0 0 1,-4-2-1,1 1 315,0 0 0,-2 0 1,0 4-1,0 3 378,1 1 1,3 1 0,-1 2-1,2 2 51,0 2 1,1 0 0,2 0-1,1 1 491,3 2 1,0-2 0,0 1 0,3-1-189,1 0 0,2-3 0,1-2 0,0-1-715,2-2 1,1-3-1,3-1 1,-1-2-196,2 0 0,-3 0 0,5-3 0,-2-3-576,-1-2 1,1-4 0,-2 2 0,0-2 1022,-1 1 0,0 0 0,2-2 0</inkml:trace>
  <inkml:trace contextRef="#ctx0" brushRef="#br0" timeOffset="3230">1995 399 12858,'7'0'0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2:45.658"/>
    </inkml:context>
    <inkml:brush xml:id="br0">
      <inkml:brushProperty name="width" value="0.06" units="cm"/>
      <inkml:brushProperty name="height" value="0.06" units="cm"/>
    </inkml:brush>
  </inkml:definitions>
  <inkml:trace contextRef="#ctx0" brushRef="#br0">1 60 10101,'5'-7'538,"2"1"1,6 2-409,3 0 1,3 3 0,7-2 0,2 0-998,3 0 0,-1-3 0,6 2 867,1-1 0,-1 0 0,-2-4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2:46.340"/>
    </inkml:context>
    <inkml:brush xml:id="br0">
      <inkml:brushProperty name="width" value="0.06" units="cm"/>
      <inkml:brushProperty name="height" value="0.06" units="cm"/>
    </inkml:brush>
  </inkml:definitions>
  <inkml:trace contextRef="#ctx0" brushRef="#br0">137 258 7761,'-8'0'176,"-1"-1"0,0 0 0,-2-2 271,0 1 0,-2 2 1,3 3-1,-2 3 96,2 5 1,0 3-1,1 6 1,1 4-239,-1 4 1,4-3 0,3 3-1,2-1-146,2 0 0,4-7 0,5-4 0,1-2-30,2-4 0,0-4 0,3-4 0,0-5-365,1-6 1,-1-4 0,0-6-1,0-2-200,0-1 1,0-2 0,-3-3 0,-3 0 174,-1 3 0,-2 1 1,-3 0-1,-2 3 99,-2 1 0,-5 5 0,-1 1 0,-4 0-98,-2 3 0,0 3 0,-2 2 0,-1 1-206,1 3 0,2 0 0,0 1 0,1 0-144,2 0 610,3 0 0,-3-4 0,4-1 0</inkml:trace>
  <inkml:trace contextRef="#ctx0" brushRef="#br0" timeOffset="416">327 0 7956,'0'9'1623,"0"-1"-1387,0 1 1,0 1-1,0 0 1,1 4 149,2 2 1,-3 0 0,4 7 0,-1 2-190,0 3 1,3 0 0,-3 5 0,-1 0-88,-1 0 0,1-4 1,1 1-1,-1-2-81,-1-3 1,-1-8 0,0-1-457,0-2 0,0-8 320,0-6 1,0-7 0,0-8-1,0-2-270,0-3 1,4-1 0,2-3 0,2 3 84,4 3 1,-2 0 0,4 6-1,-1 2 320,0 0 1,-1 5 0,1 2 0,1 3 183,-1 3 0,-2 6 0,0 6 0,-2 4 125,-4 4 1,2 3-1,-4 2 1,-2 0 24,-3 0 1,-3-2-1,-4-3 1,-3-4-118,-2-4 0,0-3 1,0-6-1,-1-4-626,-1-1 0,-3-2 0,1-1 0,0-5-435,2-4 0,1 1 0,1-4 0,3-2 334,1 0 0,5-1 0,2-1 1,2-2 481,1 0 0,4-3 0,1 1 0</inkml:trace>
  <inkml:trace contextRef="#ctx0" brushRef="#br0" timeOffset="816">826 95 7657,'0'-9'70,"-4"4"1,-2 0 0,-1 0 425,-2 0 0,0 3 0,0 0 251,-3 4 1,6 4-1,-2 6 1,2 2-336,2 2 1,2 2 0,0 2 0,3 3-221,2 2 0,4 1 0,1 0 0,2 1-128,1 1 1,1 0 0,0 2 0,-2-2-2,0 0 0,-5-3 0,-3 4 0,-1-4-119,-1-2 1,-4-4-1,-4-6 1,-3-2-331,-3-3 1,-1 0-1,-3-5 1,-1-2-366,-1-3 1,7 0-1,-4-4 1,2-2 24,1-2 1,6-1-1,5-3 1,2-1 725,1-2 0,4 0 0,0 0 0</inkml:trace>
  <inkml:trace contextRef="#ctx0" brushRef="#br0" timeOffset="1065">972 336 7730,'12'0'0,"0"-1"278,1-2 0,-4 1 0,1-4 0,-1-1 489,1-4 0,-6 1 1,1-5-1,-3-1-331,-2-3 1,0 3 0,-2-3-1,-2 0-231,-5 0 1,-3 5 0,2 3 0,-3 2 120,0 3 1,0 3 0,-3 6 0,3 5 39,1 5 1,-1 3 0,3 9-1,-2 3-146,2 2 1,3 5 0,2 3-1,1 1-472,2-2 0,1-3 0,2 5 1,2-4-493,3-4 0,6-9 0,2-4 1,3-7-26,3-4 0,2-4 0,3-7 0,-1-6-3357,-1-6 4126,0-1 0,-1-12 0,-1 2 0</inkml:trace>
  <inkml:trace contextRef="#ctx0" brushRef="#br0" timeOffset="1317">1170 267 7730,'-1'6'1846,"-1"0"-1208,-1 0 0,0 2 1,3 1-1,0 3-49,0 2 0,0 6 1,0 3-1,0 3-409,-3 3 0,2-1 1,-2 2-1,1 0-142,-1-3 0,1-3 1,-3-3-1,2-2 199,1-6 0,1-8-286,1-8 1,0-6-1,0-9 1,0-2-7,0-3 0,0-3 1,0-1-1,1-3-51,1-1 0,3 4 0,4-1 1,-1 2-57,1 0 0,0 5 0,0-4 0,2 3-571,0 3 0,4 1 1,-3 3-1,1 1-520,3 3 1,-4 7 0,1-2 1252,-1 4 0,1-1 0,5-2 0</inkml:trace>
  <inkml:trace contextRef="#ctx0" brushRef="#br0" timeOffset="1599">1411 224 7730,'-6'10'760,"1"0"0,-1 3-195,1 0 0,0-2 0,3 4 0,-1 1-46,2 3 1,0 0 0,1 3 0,1 0-290,1 0 0,0 0 0,4 2 1,0-1-300,-1 1 0,1-6 0,-2-2 0,1-2-211,2-4 0,-3-4 0,2-3 12,1-2 0,-2-6 0,0-4 0,1-5 0,0-6 189,0-6 0,-4-1 0,3-3 0,0-2 23,0-1 1,-2 3 0,1-2 0,0 3-159,-2 4 1,2 5-1,0 0 1,0 3-819,-1 2 0,3 6 1,-2 4 317,1 1 0,-3 8 714,1 5 0,-2 5 0,-1-1 0</inkml:trace>
  <inkml:trace contextRef="#ctx0" brushRef="#br0" timeOffset="1849">1575 345 7926,'9'8'247,"3"1"1,-6-2 0,3 0 0,-1-2 51,-1-1 1,2-2 0,-1-5 0,2-3 141,1-2 0,-1-1 0,1-3 1,-1-3-126,-1-4 1,-2 3 0,-1-4 0,-2 1-245,0 1 1,-3 1 0,1 3 0,-4 2 9,-4 3 0,-5 1 0,-1 2 1,0 4 2,-1 4 0,-2 5 1,1 6-1,1 5 76,2 4 1,1 2 0,2 6 0,2 3 150,0-1 0,4 1 0,0 3 0,3-1-289,2-1 1,6-8 0,1-2-806,2-2 0,3-6 0,3-8 0,1-5 0,2-6-1165,1-5 0,-2-6 1947,3-6 0,-4-2 0,2-4 0</inkml:trace>
  <inkml:trace contextRef="#ctx0" brushRef="#br0" timeOffset="2082">1988 95 9788,'-5'4'804,"0"1"1,2 7 0,-3 3-536,-1 4 1,0 5 0,-1 7 0,-1 6-141,-1 7 0,1-1 0,0 9 0,1-2-862,-1-3 0,4-9 1,2-10-1,2-5-3030,1-7 3763,0-9 0,-3-3 0,-2-4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2:55.487"/>
    </inkml:context>
    <inkml:brush xml:id="br0">
      <inkml:brushProperty name="width" value="0.06" units="cm"/>
      <inkml:brushProperty name="height" value="0.06" units="cm"/>
    </inkml:brush>
  </inkml:definitions>
  <inkml:trace contextRef="#ctx0" brushRef="#br0">9 52 7793,'-4'-5'754,"3"1"0,-2 1 623,3-3 1,0 1-1165,3 0 0,3 3 0,6-1 1,5 1-267,2-1 1,6 2 0,0-2 0,3 2-1138,3 1 1,-2-1 1189,2-2 0,1 2 0,2-2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2:53.722"/>
    </inkml:context>
    <inkml:brush xml:id="br0">
      <inkml:brushProperty name="width" value="0.06" units="cm"/>
      <inkml:brushProperty name="height" value="0.06" units="cm"/>
    </inkml:brush>
  </inkml:definitions>
  <inkml:trace contextRef="#ctx0" brushRef="#br0">43 155 7793,'-5'4'1164,"-1"2"-944,3 5 1,-3 1 0,2 6 0,1 0 0,-1 5-107,2 3 0,0-1 0,0 5 1,-1-1-1110,1-1 0,1-7 995,1 2 0,0-8 0,0-3 0</inkml:trace>
  <inkml:trace contextRef="#ctx0" brushRef="#br0" timeOffset="181">95 95 7793,'-4'-5'218,"2"-2"-313,-4 4 1,4 1 0,-3 3-741,1 1 1,1 0 834,3 4 0,4 0 0,1 2 0</inkml:trace>
  <inkml:trace contextRef="#ctx0" brushRef="#br0" timeOffset="432">215 164 7793,'0'8'11,"-2"1"0,-1-1 1,0 2 397,-1 1 0,3 3 0,-2 2 0,2 0 43,1 2 1,-1-2 0,-1 6-1,-1-1-238,2-2 1,0 2-1,1-2 1,0-2-112,0-1 1,-1-7 0,-1 1-131,-1-3 0,0-7 1,3 0-1,1-8-392,2-6 0,-1-6 0,3-3 0,2-2 184,1-4 0,0 3 1,1-1-1,0 4 161,-1 2 0,2 1 0,0 4 0,2 2-7,-2 2 1,1 4 0,-1 3 226,2 5 1,-2 7 0,-4 9 0,-2 3-209,0 4 0,-3 0 0,2 1 1,-3 1-380,0-2 1,1-2-1,1-2 1,2-4-1181,1-4 1621,1-5 0,2-2 0,1-4 0</inkml:trace>
  <inkml:trace contextRef="#ctx0" brushRef="#br0" timeOffset="999">628 0 7957,'-8'1'1636,"-1"1"-1083,1 1 0,2 4 1,0-2-1,0 5-258,2 4 0,-4 1 0,3 9 0,-1 4-39,1 6 1,3 5 0,-1 5-1,2 1-309,1 0 1,0-6 0,0 2 0,0-5-1088,0-5 0,0-11 578,0-6 1,0-9 0,0-8 0,-1-7-148,-2-6 0,-2-2 1,-2-1-1,-1-2 698,0-1 0,4 2 0,-5-1 0,2 2 82,3 3 0,-3 3 0,4 0 1226,1 0 1,1 5-841,1 2 1,4 4 0,2-1 0,2 2-330,4 1 0,0 1 0,4 1 0,-2 1-570,1-1 0,1-2 0,2-2 0,-1-2-273,0-1 0,-1 0 0,0-4 1,-3 0 714,-1 1 0,-1-1 0,-5 1 88,-3-1 1,-3 5 0,-3 4-57,-3 5 1,-3 6 0,-1 5 1048,-2 3 1,4 0-1,2 3 1,0-1-489,2-2 0,0-1 0,4 0 1,1-2-1,2-2-371,2-2 1,4-6 0,1-1 0,3-2-265,0-4 1,-2-4 0,0-6 0,-1-5 67,-2-3 0,-3-1 0,-2-4 0,-2 0-190,-1 0 1,0 4 0,0 0 0,-1 5-110,-2 4 0,1 2 1,-4 3-1203,0 3 0,2 3 0,1 3 400,2 3 0,1 2 0,0 0 1075,0 1 0,4 3 0,1 2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2:51.421"/>
    </inkml:context>
    <inkml:brush xml:id="br0">
      <inkml:brushProperty name="width" value="0.06" units="cm"/>
      <inkml:brushProperty name="height" value="0.06" units="cm"/>
    </inkml:brush>
  </inkml:definitions>
  <inkml:trace contextRef="#ctx0" brushRef="#br0">35 207 7793,'0'-6'512,"0"0"1,0 5-1,0 1-192,0 5 0,0 7 0,0 2 1,0 3-208,0 3 0,0 2 1,0 4-1,0 0-75,0 0 1,0 0 0,-1-1 57,-2 1 1,2-2 0,-3-3 0,1-5 0,0-2-1125,1-4 924,-2 0 1,3-9-1,-3-5 1,1-6 0,0-5 119,1-4 0,1-3 1,1-4-1,1-1 81,2-1 1,1 0-1,3-2 1,-2 2-30,2 0 0,1 6 0,1-4 0,2 2-193,0 2 1,5 1-1,-2 5 1,2 2-412,1 2 0,1 4 1,-2 2-1,-1 3-172,-1 2 1,-3 2-1,0 1 708,-1 1 0,-1 7 0,-1 0 0</inkml:trace>
  <inkml:trace contextRef="#ctx0" brushRef="#br0" timeOffset="300">250 284 7793,'0'9'-19,"0"0"1,1-5 769,2-1 0,1-2 0,5-1 1,1-1-346,1-2 0,0-2 0,2-7 0,0-2-359,1-3 1,-4 3 0,2 0-1,-3-2 53,0 0 1,-4 3-1,-2 1 1,-2 3-211,-1 0 1,-2 2 0,-3 1 0,-5 3 14,-2 2 0,0 2 0,-2 3 176,-1 4 1,-1 5 0,2 4 0,2 0 0,0 1-28,1 2 0,0 3 0,4 5 0,3 1-213,0-1 1,1-2 0,4-1 0,2-1-406,3-1 1,2-5-1,4-1 1,2-7-214,2-3 0,2-5 1,2 0-1,1-5 777,1-6 0,-2-4 0,3-7 0,-4-2 0,2-4 0</inkml:trace>
  <inkml:trace contextRef="#ctx0" brushRef="#br0" timeOffset="584">508 224 7793,'-13'-5'396,"1"2"0,2 2 0,-1 1 0,-1 0 268,-2 0 1,4 5 0,-2 3-1,2 3-263,-2 3 1,6 0-1,-2 3 1,3 1-337,3 3 0,1-6 0,2 2 0,2-2-330,3-1 1,2-3 0,4-5 0,2-3-222,3-2 0,-3-9 1,0-3-1,2-6 102,0-3 1,-2-2-1,0-3 1,-2-1 312,-2 0 1,0 3 0,-1 2 0,-1 2 854,1 3-446,-4 4 1,-3 5-1,-3 10 1,-2 8-177,1 4 1,-2 3-1,1 1 1,1 1-655,1 0 1,1 1 0,0-2 0,1-2-232,2-2 0,3-8 0,4-2-689,2-6 1412,-1-8 0,2-8 0,0-5 0</inkml:trace>
  <inkml:trace contextRef="#ctx0" brushRef="#br0" timeOffset="902">749 0 8725,'0'9'580,"0"0"1,0 3 0,1 3-1,1 3-20,1 2 0,3 5 0,0-1 0,2 3-451,0 1 0,1-6 0,-1 3 0,-2-3-28,0-3 1,-4-5-245,1-2 0,-3-7 0,-3-2 0,-3-2-307,-1-1 1,-6 0 0,0-1 0,-2-1 220,1-1 1,0 1 0,-3 2 0,2 3 248,1 3 0,3 5 1,0 1-1,2 1 377,4 3 1,1 1 0,4 2 0,0 1 222,0-1 0,4-4 1,1-4-1,3-1-556,1-2 1,2-3 0,1-2-1,1-2-819,-1-1 1,4-4 0,-3-2 8,0-1 1,3-6 0,-4-2-1,1-3 1,0-3-1635,0-1 2400,-2-1 0,5-3 0,-3 0 0</inkml:trace>
  <inkml:trace contextRef="#ctx0" brushRef="#br0" timeOffset="1054">887 207 7793,'4'9'323,"-1"3"0,-2-2 1,-1 4-1,0-1 135,0 1 0,0 0 0,0 3 0,0 0-537,0 1 1,0-2-1,0-2 1,0-2-1449,0-3 1,1-4 1526,2-2 0,2-10 0,3-2 0</inkml:trace>
  <inkml:trace contextRef="#ctx0" brushRef="#br0" timeOffset="1186">964 78 7793,'-8'0'393,"-1"0"1,0 0-806,1 0 1,3 1-1,2 2-779,2 2 1191,1 3 0,4 1 0,1-1 0</inkml:trace>
  <inkml:trace contextRef="#ctx0" brushRef="#br0" timeOffset="1451">1050 164 7690,'-1'11'144,"-2"1"1,1 0-1,-2-1 1,0 1 675,2 2 1,-2 1 0,1 4 0,0 2-419,0 1 0,2-2 0,-2 3 0,2 1-294,1 1 0,0-6 1,0-3-1,0-2-21,0-4 1,0-5 20,0-5 0,1-6 0,1-7 0,1-6-613,2-5 0,-2-1 1,2-6-1,0 2 285,-1 1 0,2 1 0,2 2 0,-1 1 209,-2 1 1,1 7-1,2 0 1,-2 3 204,0 6 1,0 3-1,1 8 90,-1 4 0,-2 6 0,-3 6 1,1 3-409,1 2 0,0-2 0,-3 0 0,1 0-671,1-1 0,-1-1 1,3-5-323,0-2 1,1 0 1116,3-5 0,1 2 0,0-7 0</inkml:trace>
  <inkml:trace contextRef="#ctx0" brushRef="#br0" timeOffset="1783">1351 121 8655,'-8'0'434,"-2"3"0,1 0 0,-2 2 402,1 2 0,2 1 1,-4 0-1,3 2-315,0 1 0,2 0 1,0 2-1,2 0-448,1-3 1,2 3 0,2-3-1,2-1-545,1-3 1,5-1-1,0 1 1,2-3 137,1-2 1,1-5 0,0-2 0,1-2-219,-1-4 1,3 2-1,-4-3 1,0 3 348,-2 2 1,0 2 0,-1 0 0,1 4 555,0 1 0,-1 3 0,0 3 1,-1 9 278,-2 7 1,-3 4 0,1 8-1,-2 3-85,-1 3 0,0 0 0,-1 1 0,-3-2-93,-4 0 0,-2-8 0,-4 1 0,-2-4-466,0-3 1,-2-3 0,-1-7 0,-2-6-694,-1-4 0,2-3 1,-2-3-1,0-3-1372,0-7 1,3-7 0,0-4 2076,3-2 0,0-5 0,3 0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2:58.187"/>
    </inkml:context>
    <inkml:brush xml:id="br0">
      <inkml:brushProperty name="width" value="0.06" units="cm"/>
      <inkml:brushProperty name="height" value="0.06" units="cm"/>
    </inkml:brush>
  </inkml:definitions>
  <inkml:trace contextRef="#ctx0" brushRef="#br0">138 53 6932,'0'-9'1899,"-3"2"-1571,0 4 0,0 5 0,3 11 0,1 4 0,1 6-24,1 5 0,3 2 1,-2 5-1,1 0-97,1 2 1,2 0-1,0 0-180,-3-5 1,2 1 0,-3-11 0,0-3-261,-1-2 1,-1-6 0,-5-9-210,-2-4 1,-3 0 0,0-3 301,-1 1 1,-3-2 0,0 1 0,0 0-1,-2 1 29,1 0 0,1 3 0,-1-1 187,0 1 1,-1 1-1,3 1 1,0 2-1,2 5 295,0 3 1,4 5-1,2 0 1,2 4-113,1 2 0,1 1 0,2 2 0,4-2-90,3-3 1,1-4-1,3-4-403,2-7 0,0-3 1,1-3-1,0-1 0,1-6-681,3-6 1,-5-1 0,2-7 61,-2 1 0,2-6 1,-4 2 852,-1-2 0,3 0 0,-2 1 0</inkml:trace>
  <inkml:trace contextRef="#ctx0" brushRef="#br0" timeOffset="195">293 362 8159,'0'13'0,"0"0"72,0 1 1,0 2-1,0-2 1,0 2 100,0 2 0,0-1 1,1-1-1,1-2-678,1-2 0,3-3 0,0-1 505,2-2 0,0-10 0,1-6 0</inkml:trace>
  <inkml:trace contextRef="#ctx0" brushRef="#br0" timeOffset="347">388 216 7788,'-9'-9'84,"0"1"0,2 2 0,0 1-41,1 1-475,4 2 0,0 2 1,4 0-1,4 0 432,2 0 0,-3 0 0,6 3 0,-1 2 0</inkml:trace>
  <inkml:trace contextRef="#ctx0" brushRef="#br0" timeOffset="549">568 173 7788,'-8'9'336,"-5"-1"1,1 1 0,-1 0 74,2 3 0,4-2 0,-2 5 0,3 1-161,2 3 0,2 0 0,5 4 0,3 0-128,2-1 1,4 3 0,1-4 0,2 0-117,-1-1 1,-2-6 0,1 3-1,-1-1 18,-1 0 1,-4 1-1,-3 0 1,0-2-11,-2-1 1,-2-2-1,-3 0 1,-3-1-55,-1-4 0,-3-4 1,0 0-1,-3-2-308,0-1 0,1-4 0,-1-1 0,1-3-343,1-1 0,2-3 1,4-2-1,2 0-928,2 0 1619,1-1 0,0-6 0,0-1 0</inkml:trace>
  <inkml:trace contextRef="#ctx0" brushRef="#br0" timeOffset="867">723 293 7788,'0'9'214,"0"0"1,0-4 0,0 1 0,0 1 225,0 1 1,0 1 0,0 3 0,0 2-144,0 2 1,0 1 0,0 1 0,0 0-286,0 2 1,0-1 0,0 2 0,0-2 172,0-3 0,0-3 1,0 0-297,0 0 0,0-7 57,0-6 0,0-4 0,0-8 0,0-3 7,0-4 0,0 0 0,1-4 0,1-2-247,1-3 1,4 4 0,-2-1-1,3 2-34,1 1 1,-1 3-1,1 0 1,0 4-293,-1 3 0,1 6 0,-1 1-702,1 1 1322,0 1 0,3 7 0,1 1 0</inkml:trace>
  <inkml:trace contextRef="#ctx0" brushRef="#br0" timeOffset="1148">930 268 7788,'-6'9'168,"0"3"0,1-2 0,-3 5 0,1 0 479,2 1 0,0 2 0,-1 0 0,3 2-232,2-1 1,1-2 0,0 4-1,1-3-386,2-4 0,2-4 0,4-2 0,3-3 13,2-2 0,0-6 0,0-2 1,1-4-618,1-2 0,-1-7 0,-2-5 1,1-2 313,-1-4 0,-3-2 0,2-2 0,-2 2 512,-2 5 0,-3 4 0,-2 6 9,-2 2 1,-1 6 0,0 9-1,-1 7-66,-2 5 1,1 7 0,-3 3 0,1 2-393,2 1 0,2-3 1,0-1-1,0-1-563,0-2 1,2-2-1,2-3 1,1-6-305,2-4 0,1-3 1065,4-1 0,-3-8 0,4-1 0</inkml:trace>
  <inkml:trace contextRef="#ctx0" brushRef="#br0" timeOffset="1326">1179 250 7788,'0'-9'105,"0"-2"431,0 0 0,0 4-178,0 7 0,0 8 0,0 6 0,0 3 204,0 3 0,1 3 0,1 6 0,2 2-379,1-1 0,-2 1 1,2-3-1,-1 1-407,1 2 0,-2-2 0,2 1 0,-1 0-413,-3-2 0,3-5 1,-1-4-1,-1-4-1277,-1-4 1914,-1-5 0,0-10 0,0-5 0</inkml:trace>
  <inkml:trace contextRef="#ctx0" brushRef="#br0" timeOffset="1531">1179 380 7447,'0'-18'-299,"0"1"1,0 0 0,1 0 499,2-1 0,2 5 1,4 1-1,-1 0 429,1 1 0,0-1 0,2 5 0,1 0-383,2 1 1,-3 4-1,3-1 1,-2 2 26,-1 1 1,-3 4-1,-1 3 1,-2 3-17,-2 1 1,0 4 0,-3 0-1,-1 1-258,-2 1 1,-1 0 0,-5 1 0,1-1-416,-1 0 0,0-4 0,1-1 0,-1-4-601,0-2 1,1 1 0,-1-5-1030,1-3 2045,3-3 0,1-8 0,4-2 0</inkml:trace>
  <inkml:trace contextRef="#ctx0" brushRef="#br0" timeOffset="1714">1446 44 7788,'0'9'0,"0"0"733,0 3 1,0-2 0,0 5 0,0 4 146,0 3 0,0 3 0,0 3 0,0 3-605,0 2 1,0-2-1,0 4 1,0 0-503,0-3 1,0-5 0,0 0 0,0-3-583,0-2 1,0-7-1,1-5-4462,2-3 5271,-2-3 0,3-4 0</inkml:trace>
  <inkml:trace contextRef="#ctx0" brushRef="#br0" timeOffset="1878">1369 345 7788,'0'-6'208,"0"1"-74,0-2 1,1 2 0,1-1 0,1 0 749,2-2 1,1 2 0,3 1-1,0-2-689,3-1 1,1 3-1,4-1 1,0 0-805,1 1 1,-3 0-1,0 4 1,2-2-3260,2 1 3868,-7 1 0,12-3 0,-6-1 0</inkml:trace>
  <inkml:trace contextRef="#ctx0" brushRef="#br0" timeOffset="2050">1739 53 7788,'0'8'134,"-4"1"1,-1-1 0,-1 1 526,1 0 1,3 3 0,-2 2 0,1 4-222,0 2 1,-2 4 0,2 6 0,1 5-114,1 4 1,-2-2 0,0 1 0,0 0-367,-1-2 1,3-9-1,-1 0 1,1-4 517,1-4-479,0-8 0,0 0 0,0-6 0</inkml:trace>
  <inkml:trace contextRef="#ctx0" brushRef="#br0" timeOffset="3065">2031 164 7724,'0'-8'0,"0"-1"109,0 1 250,0 3 1,3 3 0,0 7-1,-1 5 128,-1 5 1,0 6 0,1 6 0,1 3-273,-1 1 0,1-4 0,0 2 0,-1-1-135,-1 0 0,-1-1 0,0 1 0,0-3-118,0-2 1,0-4 0,0 0 0,0-4-515,0-3 0,0-8 262,0-7 1,1-4 0,1-9 0,2-4 125,1-4 0,-2-1 0,2-6 1,2 0 110,1-3 1,1 7 0,2-2 0,0 1 91,0 1 1,-1 5 0,1-2-1,0 5 132,0 6 1,-2 6 0,0 4-12,0 2 0,-2 6 0,0 5 0,-2 6 14,-2 6 1,3 6 0,-3 1 0,-1 1 0,-1 1 135,-1-1 0,0-4 1,0 1-1,0-1 43,0-2 0,0-7-253,0 0 1,0-11-319,0-6 0,3-8 0,1-10 1,0-2 67,3-3 0,-2-4 0,1-3 65,0-1 0,5-4 0,0 6 0,0 0 1,-2 1 169,0 4 1,0 7 0,-1 3 47,1 3 1,-4 8-1,-2 3 1,0 5-1,0 7 82,-1 5 0,-1 4 0,-1 4 1,1 0-267,2 1 0,-2-5 0,2 4 0,-1-1-302,0-2 1,0-1-1,3-4 1,0-3-229,0-3 1,1-1 0,5-2 0,0-4-2699,0-4 3279,-1-3 0,2-10 0,1 0 0</inkml:trace>
  <inkml:trace contextRef="#ctx0" brushRef="#br0" timeOffset="3313">2548 233 7724,'0'-8'336,"-1"1"1,-2 4 0,-2 7 425,0 5 0,-2 8 0,2 4 0,0 2-494,2 3 0,2-2 1,1 4-1,0-1-226,0-3 0,7 1 1,2-7-1,1-4-129,3-4 0,0-7 0,4-1 0,-1-2-156,-1-2 1,-2-7 0,-3-6-1,-1-4 43,-1-4 0,-5-2 0,0-1 1,-3 0 132,-3 0 1,-2 1 0,-4 2 0,0 2 38,-3 0 0,3 7 0,-3 1 1,2 4-762,-2 3 0,6 4-66,-3 0 1,6 4-1,1 3 855,4 0 0,3 3 0,4-4 0</inkml:trace>
  <inkml:trace contextRef="#ctx0" brushRef="#br0" timeOffset="3648">2840 1 7724,'0'6'640,"0"-1"1,-1 2-52,-1 1 0,1 4 1,-2 2-1,2 4 48,1 2 0,0 6 0,0 4 1,0 2-262,0-1 1,1-3-1,2 1 1,1-3-315,1-4 1,2-3-1,-3-6-329,0-1 1,-2-5 143,1-7 0,-3-3 1,-3-3-1,-3 0-448,-5-1 1,1 2 0,-4 1 0,1 0 361,-1 2 0,1 2 0,-1 4 0,1 3 104,1 4 1,2 4 0,0-1 0,3 3 298,4 0 0,2-3 0,1 1 0,0-1 384,0-1 1,5 0 0,3-5-1,2 0-388,1-2 1,2-2 0,1-4-1,0 0-535,0 0 0,1-7 0,2-3 0,-1-2-301,-2-3 1,2-2-1,-5 0 1,1 0 55,0 0 1,-2 0 0,0 2 589,-3 1 0,4 0 0,-1-4 0</inkml:trace>
  <inkml:trace contextRef="#ctx0" brushRef="#br0" timeOffset="3914">3013 311 7724,'0'17'121,"0"0"0,0 0 273,0 1 0,0-1 1,0 0-1,0 0-149,0 0 1,0 1 0,0-2 0,0-1-639,0 0 0,0-8 1,0 1-1,3-4-216,3-5 1,1-4 0,-1-7 0,0-3 608,1-4 0,-2-3 0,-1-4 0,0-1 0,-2-1 0,2 0 0,-1-2 0,-1 3 112,-1 2 1,-1 7 0,-1-1 0,-1 2 764,-1 2 0,-3 3 0,2 2-306,0 3-551,-2 3 1,1 8 0,3 1 0,4 1-962,4-1 0,2 1 0,3 3 941,0-1 0,5 5 0,-3 0 0</inkml:trace>
  <inkml:trace contextRef="#ctx0" brushRef="#br0" timeOffset="4113">3331 121 7724,'-9'-3'234,"1"2"0,-1-2 0,0 2 372,-3 1 0,3 0 0,-3 0 0,2 1 105,-2 2 1,2 5 0,-1 7 0,1 2-354,2 3 1,2 4-1,1 6 1,1 6-24,3 2 0,0-4 0,1 2 0,1-2-758,1-1 0,0-5 0,4-1 0,1-5-905,0-5 1,-1-6 0,0-3-602,1-4 1,-4-4 1928,0-3 0,-6-9 0,-1-6 0</inkml:trace>
  <inkml:trace contextRef="#ctx0" brushRef="#br0" timeOffset="4291">3167 388 7724,'0'-8'1978,"0"-1"1,4 0-1544,2 1 1,-1 3-1,0 2 1,3 2-573,3 1 0,-1-3 1,5 0-1,0 1-702,1 2 0,1 0 0,1 0 0,-1 0 839,0 0 0,0 3 0,0 2 0</inkml:trace>
  <inkml:trace contextRef="#ctx0" brushRef="#br0" timeOffset="4469">3400 311 8029,'-5'1'1002,"2"2"1,3-3 0,3 4-1348,3 0 0,2-3 0,3 2 1,1-2 456,2-1-112,-4 0 0,10 4 0,-2 1 0</inkml:trace>
  <inkml:trace contextRef="#ctx0" brushRef="#br0" timeOffset="4652">3598 199 7724,'-9'1'0,"1"2"863,-1 2 0,1 6 1,2 1-1,0 3 19,-1 3 0,2 1 1,0 6-1,-2 3-682,-1 1 0,3 1 0,0 2 0,0 3-400,0 0 1,3-4 0,-1 3-1,2 0-356,1-1 0,0-6 0,0-5-1905,0-6 0,4-7 2461,2-6 0,-2-6 0,0-2 0</inkml:trace>
  <inkml:trace contextRef="#ctx0" brushRef="#br0" timeOffset="4822">3615 517 8118,'0'6'946,"0"0"-946,0-4 0,-4 1 0,-1-3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8:48.916"/>
    </inkml:context>
    <inkml:brush xml:id="br0">
      <inkml:brushProperty name="width" value="0.06" units="cm"/>
      <inkml:brushProperty name="height" value="0.06" units="cm"/>
    </inkml:brush>
  </inkml:definitions>
  <inkml:trace contextRef="#ctx0" brushRef="#br0">302 13 7791,'-6'-7'1381,"-2"3"1,-3 3 0,-2 1-785,0 0 1,1 7-1,-1 7 1,-1 9-394,-2 9 1,0 12 0,-3 6-1,-1 10-401,1 9 1,-1 0 0,-2 7 0,3-3-241,0-9 0,3-7 0,5-14 0,2-9-3328,5-12 3765,3-12 0,1-16 0,0-8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9:02.410"/>
    </inkml:context>
    <inkml:brush xml:id="br0">
      <inkml:brushProperty name="width" value="0.06" units="cm"/>
      <inkml:brushProperty name="height" value="0.06" units="cm"/>
    </inkml:brush>
  </inkml:definitions>
  <inkml:trace contextRef="#ctx0" brushRef="#br0">188 1 7828,'-8'1'0,"1"4"0,2 3 449,2 3 0,1 7 0,2 3 0,0 6-116,0 6 1,0 2 0,0 9-198,0 0 1,0 2-1,0-3 1,0-1-1,0 0-302,0-2 1,0-9-1,0 2 1,0-5-269,0-3 1,-1-5-2495,-3-4 2928,-9-2 0,-1-7 0,-4-1 0</inkml:trace>
  <inkml:trace contextRef="#ctx0" brushRef="#br0" timeOffset="147">0 440 7828,'7'-6'0,"-3"-2"85,-2-3 0,-2-2 1,1 1-1,2-1 505,1 1 0,6-1 1,-2 1-1,5-1-434,4 1 0,2 3 1,6 2-1,2 0-129,2 0 0,-3 5 1,4-3-1,-2 4-353,1 1 0,-3-4 0,2 0 1,-4 1 325,-3 1 0,-6-3 0,3-2 0</inkml:trace>
  <inkml:trace contextRef="#ctx0" brushRef="#br0" timeOffset="514">414 64 6440,'0'-6'1310,"0"6"1,2 8-858,2 8 1,-3-1-1,3 6 1,-1 3-261,1 4 0,-1 0 0,4 4 0,0 0-80,0 0 1,-3-3 0,3 3 0,0 0-22,0 0 1,-4-7 0,1 2 0,-2-2-189,-2-3 0,0-5 49,0 0 1,0-12-271,0-9 0,1-4 1,2-15-1,1-3 10,-1-6 0,-1-4 0,3-2 0,2 0 148,0 1 0,4 3 1,-3 1-1,3-1 208,2 2 0,-1 3 0,-1 8 0,1 4 35,0 3 1,-6 7-1,6 5 1,-2 4 372,-3 7 0,3 7 1,-6 5-1,0 3-222,2 1 0,-5 4 0,3 1-382,-2-2 0,-2 2 1,1 0-1,2-3 1,1 0-297,-1-2 1,2-4 0,1-2 287,1 0 155,-4-8 0,8 0 0,-4-4 0</inkml:trace>
  <inkml:trace contextRef="#ctx0" brushRef="#br0" timeOffset="663">828 214 7828,'-4'13'381,"-2"1"0,1 1-352,-1 2 1,2 1-1,4-3 1,-1 3-73,-3 2 1,2-1-1,-2 4 1,3-4 131,1-1 1,4-1 0,1-6-90,2-2 0,2-4 0,3-5 0</inkml:trace>
  <inkml:trace contextRef="#ctx0" brushRef="#br0" timeOffset="782">853 114 8422,'-8'-4'104,"0"0"-723,5-1 0,-3 7 619,6 2 0,0 3 0,0 5 0</inkml:trace>
  <inkml:trace contextRef="#ctx0" brushRef="#br0" timeOffset="1130">991 202 7828,'0'14'126,"0"1"0,0 2 221,0-2 1,0 0-1,0 1 1,0 0-19,0 0 0,0 2 1,2 0-1,1 2-192,1 2 0,1-3 1,-2 1-1,1-1-77,-1 1 0,3-5 1,-2 2-398,-1-3 200,4-7 0,-6-13 1,3-10-1,-2-7-17,-2-2 1,4-6-1,0-1 1,-1-2 111,-2-4 0,3 7 1,2-5-1,-1 4 46,1 4 1,2 2 0,-2 2 0,1 3 162,3 4 1,-3 9 0,0 5-182,-2 6 0,1 8 0,-3 9 1,1 2 30,-2 4 1,0 4 0,-2-2-352,0 1 1,4 3 0,0-6 0,-1-2 0,0 0-468,1-1 1,-1-3 0,4-3 800,-2-3 0,11-2 0,-2 1 0</inkml:trace>
  <inkml:trace contextRef="#ctx0" brushRef="#br0" timeOffset="1480">1355 114 7828,'-12'0'339,"-1"0"1,0 0-1,1 0 1,-1 0 363,1 0 0,-1 5 1,1 4-1,-1 2-144,1 2 1,3 3 0,2 2-520,2 2 1,1-3-1,4 4 1,0-1-1,1 1-272,3 0 1,3-8 0,6 1 0,-1-2-275,1-2 1,1-6 0,1 0 0,2-2 44,-2-2 1,3-6-1,-1-2 1,-2-3 206,-1-2 0,-3 1 0,-1-1 0,-2 2 515,2 3 1,1 2-24,2 6 0,-1 6 0,0 3 0,-4 7 0,-2 5 425,-1 2 1,-3 8 0,2 2-1,-3 5-152,-1 4 1,-4-2-1,-2 5 1,-2-1-99,-6 1 1,0-9 0,-5-1 0,-1-6-436,1-5 1,2-11 0,-3-2 0,1-4-544,-1-4 0,5-2 1,-2-2-1,3-4-1041,2-3 0,3-3 0,2-2 1606,2 1 0,-5-6 0,3-2 0</inkml:trace>
  <inkml:trace contextRef="#ctx0" brushRef="#br0" timeOffset="1596">1606 540 7935,'-1'9'180,"-4"-1"0,-2 0 0,-5 5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9:01.223"/>
    </inkml:context>
    <inkml:brush xml:id="br0">
      <inkml:brushProperty name="width" value="0.06" units="cm"/>
      <inkml:brushProperty name="height" value="0.06" units="cm"/>
    </inkml:brush>
  </inkml:definitions>
  <inkml:trace contextRef="#ctx0" brushRef="#br0">26 212 8032,'-9'-7'1271,"2"4"-961,2 6 1,1 8-1,4 7 1,0 2-258,0 2 1,1 2-1,3 1 1,3 1-89,0 4 0,4-4 0,-2 2 0,2-4-7,1-3 0,-3-6 0,-1 0 0,2-5-117,1-6 1,-3-4 0,1-4-1,-1-6 7,-1-5 0,4-10 0,-4-7 0,2-2 50,-1 1 1,-4 5 0,5 0 111,0 6 0,-2 9 0,0 10 0,0 6 179,0 6 0,2 13 0,2 6 1,-2 4 56,0 1 1,-1-1 0,5 2 0,-1-5-8,1-2 1,-2-8-1,-1-2 1,-2-5-86,2-3 1,-3-4 0,0-6-1,0-5-94,0-6 0,-3-8 0,3-8 0,0-4-268,0-4 0,-4 1 0,1-7 0,-3 3-288,-1 2 0,0 3 0,0 1 0,0-1-83,0 2 1,0 6-1,0 6 1,0 1 135,0-1 1,0 5 0,0-2 442,0 3 0,0 6 0,0 0 0,0 3 0,0-3 0,6 5 202,2-1 0,-2 4 1,-1 3 153,1 1 0,-3 6 173,5-2 0,-4 3 0,3 2 0,0 1-106,0 2 0,-3 0 1,3 5-1,0 2-217,0 5 0,-3 0 0,3 6 0,0 0-86,0 3 1,-3-1 0,3-1 0,-1-3-2,-3-1 0,0-6 1,-1-6-317,2-1 0,1-8-38,-5-10 1,4-11 0,0-11-1,0-6-57,2-6 1,1-3-1,5-4 1,-1-1 134,-2 2 0,2 5 0,-3 4 1,3 4 364,2 3 0,0 9-86,-1 2 0,-4 12 0,-1 10 1,-1 8 38,-3 8 0,-2 3 0,-1 7 0,0 1-221,0-1 0,0 0 1,0 1-1,0-1-391,0-2 0,2-5 0,2 0 0,4-6-332,3-5 1,2-4 0,1-6 782,3-7 0,-4-6 0,6-18 0,-7-2 0</inkml:trace>
  <inkml:trace contextRef="#ctx0" brushRef="#br0" timeOffset="217">879 237 8111,'-13'13'710,"5"-1"1,1 1 0,1-1-268,4 1 0,-4 1 0,2 2 0,1 4-116,2-1 0,1 4 0,0-5 0,1 0-329,3 0 0,-1-3 1,5-6-1,2-5-245,1-3 0,2-2 0,-1-3 104,1-5 0,-5-6 0,-1-3 0,-1-2 22,-3-2 1,-2-2 0,-1 1 0,0 0-6,0 3 1,0 4 0,-1-1 0,-2 4-914,-1 0 1,-2 5 0,2-1 125,-4 0 0,2 2 913,2-2 0,-3-5 0,0-5 0</inkml:trace>
  <inkml:trace contextRef="#ctx0" brushRef="#br0" timeOffset="668">992 124 8863,'1'13'3314,"2"1"-2770,1 2 0,0 0 0,-4 5 0,0 2-435,0 5 0,4 0 1,1 4-1,-3 0-542,0 0 0,-1-7 0,2 2 0,1-4-851,-1-4 1,-2-4 0,1-4 534,2-3 1,-1-2-1,4-7 749,-2-4 0,1-2 0,-3-6 0,2-3 0,2-1 0,2-1 0,3 4 0,1 0 17,-1 3 0,1 3 1,-1-2-1,2 2 215,3-2 0,-2 3 1,5 0-1,-1 0 645,1 0 0,1 0 0,4-3-515,0 2 1,-4 0 0,-2-5 0,-1 2 0,-2 1 21,-2 2 0,-7 0-310,-3-5 0,-4 2 0,-4 1 0,-6 3-119,-5 2 1,-1 0 0,-5 5 0,-1 0 118,-2 0 0,3 7 0,2 4 0,1 6 152,3 3 1,2 2 0,3 6-1,3 3 107,2 1 1,0-3 0,5 4-303,0 2 0,7-4 0,6-3 0,5-6 0,4-5-149,4-3 0,-4-7 0,8-5 0,1-6-1281,3-8 0,-2-11 0,0-7 0,-2-2 1399,-2-3 0,-1-1 0,-2-2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8:59.141"/>
    </inkml:context>
    <inkml:brush xml:id="br0">
      <inkml:brushProperty name="width" value="0.06" units="cm"/>
      <inkml:brushProperty name="height" value="0.06" units="cm"/>
    </inkml:brush>
  </inkml:definitions>
  <inkml:trace contextRef="#ctx0" brushRef="#br0">101 43 7828,'1'-11'0,"2"1"411,1 2 1,0 4 172,-4-4 0,0 6 0,0 2-219,0 7 0,-1 10 0,-2 4 0,-1 4-123,1 4 1,2 0 0,1 8 0,0 3-219,0 3 1,-2-1-1,0 3 1,-3-1 115,3 1 0,-1-5 0,0 2 0,-1-4-1384,1-5 0,2-6 0,-1-8 1244,-2-1 0,-3-6 0,-5-7 0</inkml:trace>
  <inkml:trace contextRef="#ctx0" brushRef="#br0" timeOffset="167">0 395 8131,'0'-13'1325,"0"1"1,0 3-1,0 1-1002,0-2 1,6 3-1,2 0 1,4 0-435,0 0 0,2 3 0,1-3 0,2 0-762,-2 0 0,4 4 0,-3-2 0,1-1-120,1-2 0,-4 1 0,3 0 993,-3 1 0,-2-9 0,1 1 0</inkml:trace>
  <inkml:trace contextRef="#ctx0" brushRef="#br0" timeOffset="849">314 94 8426,'0'8'820,"0"0"1,0-4 0,1 3-569,4-1 0,-4 4 1,3-2-1,-2 3-99,-2 2 1,0 5 0,0 3 0,0 3-84,0 1 0,0 4 1,0 0-1,0 0-88,0 2 1,0-6 0,0 2 0,0-6-952,0-3 556,0-2 0,4-10 1,1-6-1,2-8 131,3-8 1,1-3-1,2-6 1,-1 1 21,1 3 1,-5-3 0,1 5 0,-1-1 456,-1 4 0,4 2 0,-4 1 1,1 1 296,1-1 0,-2 1 0,3-1 1,-2 2-51,2 3 1,-3-2 0,1 6-210,2 1 0,-5 3 0,-1 4-203,-2 4 1,-2 5 0,0 2 0,0 3-55,0 2 1,0-3 0,-2 2 0,0 1-388,-2-1 0,-1-4 0,5 2 1,0-3-894,0-1 1,-4-1 577,0 1 0,0-5 0,5-1 724,3-1 0,-1-4 0,6-4 0,0-3 0,2 3 0,-2-4 0,-1 2 0,1 0 1,-3-2 1,6 5 0,-3-3 168,7 2 0,-5 2 0,4-1 0,1-2 214,-3-1 1,-1 0 0,-3 2-1,3-1 75,-3-1 0,1-1 0,1 1 21,-2-5 0,0 2 0,-4-1-219,-3-2 1,0 3-1,-2-1 1,-2-2-92,-2-1 1,1 0-1,-5 1 1,-2 3-108,-1 1 0,-1 2 0,-1 4 0,0 0-4,1 0 0,-1 2 0,1 3 0,1 6 44,2 5 1,0 6 0,4-1 0,3 3 31,0 1 0,2 0 0,0 0 0,2 0-589,2 0 1,7-4 0,7-2 0,2-2-401,2-6 0,-3 0 1,2-6-1,2-4-2122,0-4 2976,2-9 0,0-8 0,1-5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8:57.010"/>
    </inkml:context>
    <inkml:brush xml:id="br0">
      <inkml:brushProperty name="width" value="0.06" units="cm"/>
      <inkml:brushProperty name="height" value="0.06" units="cm"/>
    </inkml:brush>
  </inkml:definitions>
  <inkml:trace contextRef="#ctx0" brushRef="#br0">301 25 7828,'-24'-7'0,"6"-3"0,-10 6 216,1 2 0,-1 0 1,3 5-1,1 4 0,2 7 407,1 4 1,4 8 0,-3 8-1,2 5-297,3 7 0,7-1 0,3 10 1,4 4-218,1-1 0,3-7 0,4-4 0,7-7-234,4-8 0,3-4 0,4-5 0,1-5-1016,4-6 0,-2-8 0,4-1 1,-2-6 0,0-1 1140,-5-8 0,0 2 0,0-8 0</inkml:trace>
  <inkml:trace contextRef="#ctx0" brushRef="#br0" timeOffset="534">477 50 7828,'0'-8'814,"0"0"-530,0-1 0,0 4 1,0 5-1,0 8-3,0 7 1,0 10 0,0 9 0,0 5-81,0 7 1,0-3 0,0 10 0,0 1-199,0 2 1,0-7-1,0 0 1,0-5-96,0-3 0,0-4 0,0-4-95,0-8 1,0-13 0,1-12-282,3-7 1,-1-10 0,5-5 269,2-6 0,1-4 0,2-5 1,-1-1-41,1 0 1,0 2 0,-1 1-1,1 3 181,-1 1 0,-3 4 0,-1 6 117,2 4 1,-5 20-1,-1 9 1,-2 9 51,-2 4 0,1 2 0,2 1 0,1 1-412,-1-1 0,0-6 1,1-1-1,4 0-62,3-2 1,2 0 0,0-8 361,-1-3 0,6-2 0,2-6 0</inkml:trace>
  <inkml:trace contextRef="#ctx0" brushRef="#br0" timeOffset="833">853 251 7828,'-12'0'0,"-1"-1"0,0-2 0,1-1 321,-1 1 1,1 3 0,-1 4 0,-1 6 105,-2 5 1,6 0 0,-3 6 0,4 3 5,2 4 0,1-2 0,6 4 0,0-5-429,0-4 0,6 1 0,2-5 0,3-2-192,2-1 1,3-7 0,3-3-1,-1-4 9,0-4 0,4-9 1,-2-7-1,-1-6-264,-2-3 0,1-3 0,-1-6 0,-2 1 358,-1-1 1,-3 6-1,-1 3 1,-3 4 1026,-2 4-790,0 3 1,-7 18 0,-1 10 0,-1 12-44,1 10 1,-2 0 0,1 0-444,1-1 1,1 2 0,2-4-1,0-1 1,0-1-415,0-2 1,2-7 0,1-4 0,2-6 747,2-2 0,2-2 0,3-4 0</inkml:trace>
  <inkml:trace contextRef="#ctx0" brushRef="#br0" timeOffset="1182">1029 238 7828,'0'-12'265,"0"-1"0,0 1 399,0-1 0,0 8-370,0 5 0,1 7 0,2 8 0,1 5-142,-1 3 0,-2 4 0,-1 8 1,2-2-57,2 2 0,-3-3 0,3 0 0,-2 0 26,-2 0 1,0-4-1,0 0-12,0-6 1,1 0-1,2-5-236,1-1 1,0-9-1,-2-9 1,1-9-66,1-9 1,4-9 0,-2-4 0,1-4-181,2 0 0,3-2 0,0 0 1,1 0 265,-1 3 1,2 5-1,1 0 1,2 3 111,-1 5 1,-7 11 0,0 4 0,-1 7-49,-1 5 1,-1 8 0,-6 9 0,0 4 242,0 5 1,-2 2 0,-1 5-1,-1 1-313,1 0 0,-2-6 1,1-4-1,1-5-702,1-2 1,2-1 0,2-1 812,2-6 0,3-6 0,6-7 0,-1 0 0,6-11 0,2-3 0</inkml:trace>
  <inkml:trace contextRef="#ctx0" brushRef="#br0" timeOffset="1532">1493 276 7828,'-6'-12'518,"4"5"1,-7 2-1,-1 4-182,-1 1 1,3 6 0,0 2-1,-2 3 191,-1 2 1,-2 5 0,1 1 0,0 4-326,4 2 1,-2-7 0,5 7-1,-1-1-228,1-1 0,0-2 1,5-1-1,2-2-584,2-3 1,3-6 318,5-5 1,5-3 0,0-4-1,0-4 1,-1-7-70,1-4 1,1-1-1,-2-4 1,0 4 252,0 1 1,-2 1 0,-2 6 460,1 3 0,-1 2 0,-1 9 0,-2 5 313,-5 9 0,-3 7 0,-2 5 0,-3 4-282,-5 4 1,-3 2-1,-4 0 1,-2 1 290,-1 0 1,2-3-1,-4 3 1,0-5-608,2-6 0,-4-6 0,7-5 0,0-3-781,2-4 0,2-7 1,1-1-1,1-6-446,2-5 1,5-3 0,-1-2 0,2-1 302,2-2 0,6-4 1,2-4-1,3 2 855,2 1 0,5-5 0,2-6 0</inkml:trace>
  <inkml:trace contextRef="#ctx0" brushRef="#br0" timeOffset="1782">1656 602 7828,'20'-8'0,"-4"0"0,0 3 0,-1-2 0,3 0 255,2 0 0,-5-1 0,2-4 0,-3-1 460,-2 0 1,-4-3 0,-1-1 0,-1 0-446,-3-1 1,-3 3-1,-3-6 1,-3 0-109,-1 2 0,-1 0 0,-6 8 0,-1 3 23,-2 4 0,-1 2 0,3 4 0,-2 3 82,2 8 1,-4 5 0,3 8 0,0 4 24,2 3 0,2-1 0,1 2-384,2 1 0,0-3 0,4 0 0,3-3 0,2-4-481,4-3 0,4-6 0,9-1 0,4-5-64,3-6 1,2-4 0,3-4 0,5-6 636,2-5 0,-4-10 0,-1-8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8:53.746"/>
    </inkml:context>
    <inkml:brush xml:id="br0">
      <inkml:brushProperty name="width" value="0.06" units="cm"/>
      <inkml:brushProperty name="height" value="0.06" units="cm"/>
    </inkml:brush>
  </inkml:definitions>
  <inkml:trace contextRef="#ctx0" brushRef="#br0">38 135 7863,'0'-8'-449,"-1"1"926,-4 1 0,-2 2 1,-4 6-226,3 2 0,2 4 1,6 9-1,0 4-87,0 3 0,0 5 1,2 0-1,2-1-186,4-2 0,3 0 0,3-3 0,2-2-81,0-4 1,2-3 0,-2-3 0,2-3 41,1-3 1,-2-5-1,3-5 1,-2-4-63,-3-7 0,0-3 0,-1-8 0,2-1-23,-1-1 1,-7-6-1,8 5 1,-1 0 126,-1 5 0,0 6 1,-1 2-1,-1 9-56,1 5 1,-1 10-1,-1 5 139,-2 8 1,2 11-1,-4 5 1,1 4-1,-1 2 538,-1 1 0,-2-2 0,-4 3 0,-2-1-134,-2-2 1,-4-6-1,-7-5 1,-3 0-288,-2-2 1,0-9 0,-2 3 0,1-5-374,-1-6 0,2-5 0,1 1 1,1-2-189,2-2 1,4-7-1,2-6 1,3-4-491,2-2 0,0-5 0,5 3 0,2-2-89,2-2 1,3 2 957,6-1 0,-1 0 0,1-4 0</inkml:trace>
  <inkml:trace contextRef="#ctx0" brushRef="#br0" timeOffset="282">678 248 8791,'-2'14'864,"-2"2"0,-3 3-453,0 5 0,-3-1 0,5 10 1,-1-1-42,1 0 1,1-4 0,4-1 0,1-3-401,3-3 0,3-10 1,6 0-1,-1-4-85,1-4 1,1-4 0,1-8-1,2-7-40,-2-7 0,-2-7 0,-5-4 0,-2-2 20,-1-2 0,-4-1 0,4 0 1,-4 0 7,-1 3 0,-1 7 0,-2-1 0,-3 5-304,-1 4 0,0 3 0,-2 7-760,0 3 1,2 4 361,-1 8 1,2 0 828,6 9 0,6 2 0,1 10 0</inkml:trace>
  <inkml:trace contextRef="#ctx0" brushRef="#br0" timeOffset="599">929 173 7212,'7'0'3634,"-7"6"-3198,-9 2 0,4 3 0,-1 2-416,0-1 1,5 6 0,-3 3 0,3 3-1,2 1-94,3 0 0,-1-4 0,5-1 0,2-2-71,1-3 1,2-7 0,-1-3 0,2-4-82,3-1 1,-3-11 0,3-6 166,-3-5 0,-3-9 0,-2-2 1,-2-4-1,0 0 172,0-1 1,-2 2 0,1 4 0,0 7 265,-3 7 1,0 5-1,1 7-144,4 11 1,3 7 0,2 15 0,-1 2-265,1 4 1,1 4-1,1-1 1,2-1-1051,-2-2 0,3-5 1,-1 0-47,-2-6 1125,5 2 0,-6-10 0,4 4 0</inkml:trace>
  <inkml:trace contextRef="#ctx0" brushRef="#br0" timeOffset="1348">1694 123 7946,'7'-2'219,"-2"0"1492,1-3-1313,-5 1 0,5 10 0,-6 5 0,0 7 258,0 7 0,0 10 0,0 1-568,0 5 0,0 9 1,-1-1-1,-2 0 1,-1 1-127,1-3 1,1-9 0,2-3 0,0-8-474,0-7 0,0-5 1,0-5-181,0-6 0,2-11 0,1-15 482,1-6 0,4-7 0,-2-8 0,-1-6 63,1-2 0,2-4 1,-2-6-1,1 1 271,3 1 0,-4 11 0,3-1 0,-1 6 695,-1 6 0,0 17-481,-3 11 0,-1 18 1,4 9-1,-1 10 19,-4 9 0,4 4 0,0 7 0,-1 4-252,1 0 0,2-5 0,-2-4 0,-1-2-153,1-5 1,4-3 0,-3-1-1,1-5 0,0-5 1,-4-12 0,5-2-265,1-5 0,-1-10 0,1-7 0,-3-11 66,-1-11 1,2-5-1,-2-7 1,1-5 136,2-3 0,-2 6 0,0-2 0,0 3 418,0 6 1,-3 12 86,5 6 0,-6 13 0,1 6-167,-3 13 0,1 17 1,0 2-296,2 5 1,1 1 0,-5 3 0,0-3 0,0 0-765,0 0 1,1 0-1,2 2 193,1-5 0,2-4 0,-4-4 0,4-4 636,1-3 0,-4-2 0,2 1 0</inkml:trace>
  <inkml:trace contextRef="#ctx0" brushRef="#br0" timeOffset="1800">2246 110 7800,'0'-12'197,"0"3"1097,0 1-912,0 0 1,-2 6 0,0 8-203,-3 8 1,1 11-1,4 8 1,2 4 0,0 2-47,3 2 1,4-2-1,0 3 1,2-3-70,1-1 0,2-2 0,2-4 0,2-7-57,1-7 0,-2-5 0,4-5-25,1-3 1,-4-11 0,1-7 0,-4-7 0,-1-8-53,-3-6 0,-5-3 0,1-4-139,-2-1 0,-1-4 0,-4 4 0,-1 2 0,-2 2-240,-1 5 1,-6 2-1,2 9-43,-3 5 0,-1 1 0,3 9-417,0 0 0,7 2 908,-3 10 0,4 2 0,1 5 0,6 1 0,1-1 0</inkml:trace>
  <inkml:trace contextRef="#ctx0" brushRef="#br0" timeOffset="2049">2672 10 7946,'-12'0'129,"3"6"0,1 0 0,0 3-185,1-1 0,-3 5 1,6 5-1,1 1 1000,2 4 1,2 2 0,3 4 0,5 3-608,2 0 1,3 0 0,1-4-1,2 3-399,-2 1 0,-1-8 0,-1 1 1,-1-2-83,1 1 1,-5-3 0,-1-2 0,-1 0-19,-4-4 0,-6-3 1,-4-3-1,-3-5-58,-2-3 0,-4-1 0,-1 0 0,0 0-425,0 0 1,0-5-1,4-4 96,1-2 0,-5-1 0,9-1 0,0 1 549,2-1 0,-3-5 0,3-2 0</inkml:trace>
  <inkml:trace contextRef="#ctx0" brushRef="#br0" timeOffset="2364">2886 198 7913,'-5'-8'708,"1"-1"0,0 5 0,4-4-76,0-2 0,1 5 1,4-1-1,3 2-446,3 0 0,3-5 1,1 5-1,4 1-285,0 2 0,-2 1 0,2 0 0,1 0-430,-1 0 0,-3 0 1,0 0-537,-2 0 0,-2 1 1,-3 2-1,-2 3 1065,-1 1 0,-2-5 0,-4 4 0</inkml:trace>
  <inkml:trace contextRef="#ctx0" brushRef="#br0" timeOffset="2481">3086 135 8375,'-4'9'612,"0"-1"1,-2 0-1,4 6 1,-4 3 103,-1 4 0,3 4 0,-3 4 0,0 6-432,0 6 0,4-1 0,-1 5 0,3-1-900,1 1 0,0-5 0,0 1 0,0-6-838,0-6 0,1-8 1454,3-4 0,3-9 0,6-3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8:50.998"/>
    </inkml:context>
    <inkml:brush xml:id="br0">
      <inkml:brushProperty name="width" value="0.06" units="cm"/>
      <inkml:brushProperty name="height" value="0.06" units="cm"/>
    </inkml:brush>
  </inkml:definitions>
  <inkml:trace contextRef="#ctx0" brushRef="#br0">13 164 7847,'0'-13'175,"0"1"1,0-1 0,0 1 146,0-1 1,1 1 283,3-1 0,-2 9 0,2 7-166,-3 8 0,-1 10 0,0 1 1,0 6-248,0 5 0,-1 1 1,-2 2-1,-1 3-192,1 0 1,0-4 0,1-3 0,-2 0-759,1 0 1,1 0 0,2 2 0,0-5-620,0-2 0,5-12 1376,-1-3 0,11-2 0,-1 3 0</inkml:trace>
  <inkml:trace contextRef="#ctx0" brushRef="#br0" timeOffset="332">239 365 7847,'5'7'1357,"2"2"1,6-4-994,-1-3 1,2-2 0,3-4-1,4-4-290,3-3 1,2-2 0,2 1 0,1-2-3,-1-3 0,-1 3 1,-4-4-1,-2 1-323,-4 0 1,-5 1 0,-3 3 0,-5 1 20,-3-1 1,-6 1-1,-5-1 1,-5 2 413,-6 2 1,-3 4 0,-1 5 0,0 0 51,0 0 0,0 5 0,0 5 1,1 4-5,3 3 0,-1 5 0,5-2 0,2 2-85,1 3 0,3-3 0,2 9-461,5 0 0,3-1 0,2 5 0,5-3 0,6-1-653,8-3 0,3-7 0,4-6 0,2-4-1030,5-2 1997,-4-7 0,12-7 0,-3-9 0</inkml:trace>
  <inkml:trace contextRef="#ctx0" brushRef="#br0" timeOffset="632">740 252 7847,'-29'12'0,"0"1"0,0-1 501,-2 1 1,9 4-1,-2 1 1,3 0 263,2 0 0,7 0 1,1-2-1,4 0-471,5 0 0,2-7 0,4-2 1,5 0-249,7 0 0,-1-4 0,6 1 1,3-4-791,4-4 1,-2-4-1,3-8 1,-1-2 289,2-1 0,-7-4 0,4-3 1,-2-1 267,-3 4 1,-4 0-1,2 0 1,-2 0 417,-3 3 1,-6 4 62,-5-1 1,-4 10 0,-4 7 536,-5 7 0,2 10 0,-1 4 1,-1 4-789,3 4 1,0-5 0,6 3 0,0-2-27,0-3 0,0-4 1,1 2-1541,4-2 0,-3-7 1522,7-7 0,-1-2 0,5-2 0</inkml:trace>
  <inkml:trace contextRef="#ctx0" brushRef="#br0" timeOffset="848">1180 13 7847,'-6'13'965,"-2"1"0,-4 1-415,0 2 1,4 5 0,-1-1-1,-1 3-74,-1 1 1,-1 4-1,1 1 1,2 0-61,5 5 0,-2-6 0,2 8 0,0-4-887,-1-1 1,3-8 0,-2-1 0,3-2-820,1-1 0,4-9 0,1 0 153,2-4 1,2-4-1,2-7 1137,-3-5 0,9-7 0,-3-4 0</inkml:trace>
  <inkml:trace contextRef="#ctx0" brushRef="#br0" timeOffset="1148">1506 76 7847,'0'-8'317,"-2"-1"538,-2 0 1,3 2-1,-5 0-185,1 1 1,-2 2-1,-6 4 1,1 0-278,-1 0 0,-1 6 0,-1 3 0,-3 5-151,-2 3 1,3 5-1,-2-2 1,-1 1 42,1 0 1,3 0 0,0 4-115,2 0 1,1 0-1,1 0 1,-1-1 0,1-2-19,-1-1 0,6-2 0,3 2 1,3-3-23,1 0 1,0-6 0,1 2-1,3-2-606,4-2 1,5-2-1,2 1 1,3-5-325,2-3 0,-3-1 0,4 0 0,1-1-219,2-3 0,-3 1 0,-1-6 0,1-2-516,-1-4 0,-1 1 1534,-2-3 0,-3-2 0,4-1 0</inkml:trace>
  <inkml:trace contextRef="#ctx0" brushRef="#br0" timeOffset="1431">1543 315 9057,'6'6'1647,"-3"4"-1089,5-6 1,-4 1 0,5-5-1,0 0-188,3 0 1,0 0 0,1-2 0,-1-2-344,1-4 0,-1-5 0,1-2 0,-2-3 33,-3-2 0,-1 5 0,-4-2 0,1 2 19,-1-2 1,-7 4 0,-4 0 0,-4 4-172,0 4 1,-1 0-1,1 7 1,-2 2 302,-3 4 1,3 9 0,-3 4 0,3 3 13,2 1 1,5 4-1,1 2-87,1 1 0,3-4 0,0 1 0,3-4 0,6-4-1775,4-4 0,-1-5 0,8-3 647,0-5 1,2-6 0,5-6 0,0-10 45,0-9 1,0 0 943,0-7 0,6-5 0,1-6 0</inkml:trace>
  <inkml:trace contextRef="#ctx0" brushRef="#br0" timeOffset="1731">1945 1 7847,'0'8'370,"-2"1"1,0 0-1,-3 3 549,3 0 0,-4 5 0,2 1 0,1 1-444,2 4 0,1-2 1,0 1-1,0 2-222,0-2 1,0 0 0,1 2 0,2-2-291,1-1 0,0-6 0,-4 2 0,0-3 17,0-1 0,-1-6 1,-3-3-1,-6-1-269,-5 1 0,-1-3 0,-5 3 0,0-2 23,2-2 1,-5 4-1,5 2 1,-1 1 215,3 2 0,4 2 1,1 2 128,4 0 0,2-1 0,6 1 0,0-1 0,0 1 5,0-1 0,10-3 0,3-2 1,2-2 87,3-2 0,-2-3 1,4-4-1,3-5-1055,0-2 1,3-3-1,-3-1 1,-2-3-360,-4-2 1,-2 4 0,1-4 155,0 2 1086,1 1 0,-4 5 0,-1-1 0</inkml:trace>
  <inkml:trace contextRef="#ctx0" brushRef="#br0" timeOffset="1897">2171 302 7847,'-9'13'0,"1"-1"0,-2 1 169,-1-1 0,-2 2 0,1 3 1,-1 5 825,1 6 1,-1 0 0,1 5 0,-1 2-1321,1 1 0,3-2 0,2-3 0,2-2 325,2-1 0,-4-5 0,0 8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8:49.614"/>
    </inkml:context>
    <inkml:brush xml:id="br0">
      <inkml:brushProperty name="width" value="0.06" units="cm"/>
      <inkml:brushProperty name="height" value="0.06" units="cm"/>
    </inkml:brush>
  </inkml:definitions>
  <inkml:trace contextRef="#ctx0" brushRef="#br0">0 238 7874,'0'-12'1942,"0"-1"0,0 1-1443,0-1 0,6 2 1,2 1-1,5 3-291,3 2 0,4-4 0,6 4 0,4-1-526,3 1 1,1-4 0,1 5 0,1 1-519,-1 2 0,-1-3 0,3 0 0,-4 1-841,-4 1 1,-6-2 1676,-2 0 0,-6-11 0,3 1 0</inkml:trace>
  <inkml:trace contextRef="#ctx0" brushRef="#br0" timeOffset="150">477 0 7874,'-6'21'487,"-1"0"0,-1 1-49,0 2 0,-1 7 1,-2 1-1,1 1-185,2 1 0,4 0 0,-4 5 0,-1 2 83,2-1 0,0-8 1,4 3-1,-1-4-704,1-3 1,-2-5 0,-1 5-1,1-5-3640,-1-7 4008,-4-2 0,-2-1 0,-8-1 0</inkml:trace>
  <inkml:trace contextRef="#ctx0" brushRef="#br0" timeOffset="317">63 627 7874,'-25'6'2388,"10"-5"-1101,2 3 0,10-2-1052,3-2 1,10 0 0,8 0 0,2 0-305,2 0 1,2 0-1,1 0 1,0 0-645,0 0 0,-3-4 1,2-2-1,1 1-2128,-3-1 2841,3-4 0,0 3 0,8-5 0</inkml:trace>
  <inkml:trace contextRef="#ctx0" brushRef="#br0" timeOffset="649">979 163 7847,'0'-19'0,"-2"2"0,-2 3 420,-4 1 0,-3 2 0,-2 2 0,1 2 243,-1 1 0,1 2 1,-1 5-1,0 5-185,1 6 0,-2 6 0,0 9 1,0 2-256,3 5 1,1 3 0,-1 4 0,1 2-173,2 2 1,5-4 0,-1 4 0,3 0-633,1-1 1,1-6 0,2-1 0,2-3-836,2-8 1,2-5-1,3-3 1416,1-5 0,-1-9 0,1 2 0</inkml:trace>
  <inkml:trace contextRef="#ctx0" brushRef="#br0" timeOffset="800">665 464 9080,'-5'-8'3375,"6"1"-2964,10 1 0,4 2 1,9 4-1,5-1-903,6-3 1,2 1 0,9-6 0,1 0 491,2-2 0,-5-2 0,0 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9:16.336"/>
    </inkml:context>
    <inkml:brush xml:id="br0">
      <inkml:brushProperty name="width" value="0.06" units="cm"/>
      <inkml:brushProperty name="height" value="0.06" units="cm"/>
    </inkml:brush>
  </inkml:definitions>
  <inkml:trace contextRef="#ctx0" brushRef="#br0">13 189 7721,'-7'1'434,"3"3"-179,3 5 0,1 7 0,0 7 0,0 5-128,0 5 1,5 3-1,2 2 1,2 0-510,-1-1 1,-1-5 0,3-4 0,-3-6-614,-2-5 1,1-8 994,-2-5 0,-3-14 0,5-4 0</inkml:trace>
  <inkml:trace contextRef="#ctx0" brushRef="#br0" timeOffset="132">101 101 7821,'0'-13'601,"0"1"-393,0-1-797,0 6 1,1 2 297,4 5 0,-3 1 0,7 3 291,1 5 0,6 2 0,4 1 0</inkml:trace>
  <inkml:trace contextRef="#ctx0" brushRef="#br0" timeOffset="332">440 13 7821,'-17'-7'941,"0"3"-480,-2 3 1,5 2-1,0 3 1,1 6-103,4 5 1,3 1 0,-1 5 0,2 2-147,2 5 1,1 0 0,4 5 0,2 4-358,4 3 0,3 1 0,2 3 0,0 1-425,-1-1 1,1-6 0,-1 2 0,1-1-495,-1-4 1,-3-7-1,-2-8 1063,-2-2 0,-1-7 0,-9-11 0,-2-7 0</inkml:trace>
  <inkml:trace contextRef="#ctx0" brushRef="#br0" timeOffset="482">302 477 7821,'-2'-12'213,"-2"-1"1,3 5 0,-3 0-1,2-2 398,2-1 1,0-3 0,0-3-406,0-4 1,6 3-1,2 3 1,3 3-458,2 4 1,1 1 0,1-3-1,3 3-362,2 2 1,-3-1 0,3 3 0,1-1-1066,-1 1 1678,4-4 0,-5 1 0,6-7 0</inkml:trace>
  <inkml:trace contextRef="#ctx0" brushRef="#br0" timeOffset="1016">929 214 7242,'-7'5'-1296,"2"-3"1539,5 3 0,0-10-16,0-4 1,-5 3 2273,1-3-2130,-6 6 1,9 3 0,-3 9 0,2 2-183,2 1 0,0 2 0,2 2 1,2 0-57,4 0 0,4-2 0,1-2 0,3 1-484,1-1 1,3-5 0,-1-3 0,-1-2-94,0-2 1,3-6 0,-5-2 0,1-5 332,1-3 1,-8 2 0,3-4 0,-2 1 106,0 0 0,-3 5 0,-1 3-45,-1-1 1,-1 5 0,0 2 0,3 7 443,3 9 0,-3 2 1,-1 9-1,0 4-7,0 2 1,-2 5-1,1 6 1,0 2-63,-3 2 1,-2-4 0,-1 3-1,-1-4-40,-3-4 1,-3-7-1,-7-1-172,-3-5 1,-2-5-1,-7-7 1,1-3-482,0-4 1,0-2-1,0-4 1,1-2-1,2-5-577,1-7 0,6 2 1,-1-4 450,7 0 1,-1-1 0,6-5-1,2 2 1,5 1-548,6-2 1040,7 5 0,4-6 0,5 5 0</inkml:trace>
  <inkml:trace contextRef="#ctx0" brushRef="#br0" timeOffset="1982">1330 364 7779,'7'6'423,"-2"2"1,0-1 0,-1 3 0,-1 3 286,-1 2 0,-2 3 1,0-1-1,0 4-511,0 2 1,1-2-1,2-1 1,2-1-277,2 1 0,-3-9 1,5 0 95,1-4 0,1-8 1,0-9-1,-1-5-308,-2-6 0,-4-4 0,3-3 0,-1-3 82,-3-1 0,-2 4 1,-1 0-1,0 5 102,0 2 0,-1 5 0,-2 0 0,-1 2-725,1 1-419,-4 6-1158,5 2 2407,-3 10 0,10-3 0,4 2 0,2-3 0,1-1 0,-5 2 0,-2 2 643,-4 4 0,-1-1 0,0 1 0,0 2 195,0 1 0,0 2 0,0-1 0,0 2-407,0 3 0,0-2 0,0 5 0,1-1-299,4 1 0,-3-3 1,7 2-1,1 1-243,1-1 1,1-8 0,1 1 0,1-5-290,2-5 0,0-2 1,2-4-1,-1-6 98,-2-5 1,-8-10-1,5-7 202,0 0 0,-7-3 0,-1 4 0,-2 1 0,-2-1-30,0 3 0,0 7 693,0 4 1,0 10 0,0 9-487,0 9 1,0 7 0,0 7 0,0 0-421,0 0 1,0 1 0,1-3-196,3-2 0,-1 1 0,4-5 1,-1-2-1,-2-2-69,1-5 0,-2-2 0,4-7 332,-1-4 1,2-3 0,-4-7 0,0-3 274,2-2 0,-5 1 0,4-4 0,-4 4 0,0 2 300,4 6 1,-4-2 5,3 5 0,-1 2 1,0 4 452,1 4 0,4 7 1,-4 7-1,-1 5-453,-1 3 0,-2 1 0,0-1 1,0 0-109,0 1 0,0-7 0,0 7 0,0-3 47,0-2 0,0-2-64,0-6 1,0-6-399,0-6 0,0-11 0,0-10 0,0-3 87,0-1 0,0-1 0,1-2 0,3-2-387,5 3 0,-2 0 0,1 2 0,2 0-159,1 0 0,1 4 0,2 1 0,2 2 385,0 3 1,5 1 0,-4 1 0,-2 1 337,-1-1 0,-1 6 163,-1 3 0,-6 4 1,-5 4 136,-3 5 0,-7 7 1,4 5-1,-1 3 136,0 1 1,2 0 0,4 0-1,0 2 195,0 2 1,2-2-1,0 0 1,4-3-537,1-3 1,1 0-1,5 3 1,-1-2 26,1-1 0,-2-4 0,-1 2 0,-3-1-9,-2-2 0,0-2 0,-5-2 0,-2 1-314,-2-1 1,-3-5 0,-5-3-1,-2-2-421,-3-2 0,3 0 1,-3 0-1,2 0-211,-2 0 1,7-2 0,-2-2 0,2-4 785,3-3 0,-4-2 0,4 1 0</inkml:trace>
  <inkml:trace contextRef="#ctx0" brushRef="#br0" timeOffset="2233">2409 302 7137,'0'12'169,"-1"-3"1,-2-1-1,-1 2 256,1 1 0,2 3 1,1 3-1,0 3-530,0 4 1,0-3 0,0-1 0,0-2-163,0-3 0,0-1 267,0-1 0,5-7 0,2 0 0</inkml:trace>
  <inkml:trace contextRef="#ctx0" brushRef="#br0" timeOffset="2348">2472 239 7763,'-7'-6'1689,"-4"5"-2160,10-10 1,-4 9 0,10-2 0,3 3 470,3 1 0,2-6 0,-1-1 0</inkml:trace>
  <inkml:trace contextRef="#ctx0" brushRef="#br0" timeOffset="2549">2723 139 7946,'-13'12'331,"1"1"1,-1-1 0,2 1-1,1-1 154,2 1 1,5-1-1,-1 1 1,3 1-174,1 3 0,1-2 0,3 4 0,5 1-206,2 0 0,-3-4 1,1 5-1,0 1-51,2 2 0,-4 1 1,-2-1-1,-4-2-210,-1-1 0,0-6 0,-1 2-190,-4-3 0,-2-1 1,-5-2-1,-1-3 1,-1-4-129,-2-2 1,0-2-1,-3 0 473,1 0 0,-5 0 0,4 0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9:12.935"/>
    </inkml:context>
    <inkml:brush xml:id="br0">
      <inkml:brushProperty name="width" value="0.06" units="cm"/>
      <inkml:brushProperty name="height" value="0.06" units="cm"/>
    </inkml:brush>
  </inkml:definitions>
  <inkml:trace contextRef="#ctx0" brushRef="#br0">164 1 8105,'-7'2'700,"4"5"1,5 9-298,2 6 0,6 12 1,-2 13-1,5 7-138,3 9 1,-5-3 0,3 4-1,-1-4-78,-3-8 1,-6-8 0,0-12 0,-3-7-283,-1-7 0,-1-11-213,-3-7 0,-3-7 0,-7-8 0,-1-2-11,-2 2 1,-5 1 0,2 3 0,-1 3 102,0 3 1,2 4-1,-4 2 1,4 4 497,1 3 1,1 9 0,6 4 0,3 1-29,3-1 1,4 1 0,2-5 0,4-2-52,3-1 0,4-3 0,5-2 0,4-5-256,3-3 0,-2-1 0,2-1 0,2-5-450,1-6 0,-1-2 0,-2-6 1,-2-1-572,-1-2 0,-6 4 0,2-6 1074,-3 2 0,4-1 0,2-1 0</inkml:trace>
  <inkml:trace contextRef="#ctx0" brushRef="#br0" timeOffset="417">678 264 6707,'-12'-1'-237,"-1"-3"0,1 2 0,-1-2 0,1 4 1553,-1 4 1,-1 3 0,-1 7 0,-2 4-662,2 7 0,2 3 1,3 8-1,4 5-494,0 2 1,2-7 0,5 0 0,5-3-50,6-6 1,2-6 0,7-5-1,1-7-244,2-4 1,1-10-1,0-4 1,0-7-642,0-5 0,-4-4 1,-2-4-1,-4-4 540,-4-4 1,-7 4 0,0 1 0,-2 1 140,-2 3 1,-6 2-1,-4 2 1,-5 3 28,-6 5 1,2 7 0,-2 5-1,0 3-262,1 1 1,2 0-1,6 1 1,-1 3-259,1 5 1,5-3-1,2 3 583,4 1 0,2-1 0,4 0 0,7 2 0,8-4 0</inkml:trace>
  <inkml:trace contextRef="#ctx0" brushRef="#br0" timeOffset="735">754 289 7782,'12'0'208,"-5"2"0,-1 0 0,-2 4 242,0 1 1,0-3 0,-2 4-1,0 2-72,3 1 0,-1 8 0,-4 1 1,0 4-114,0 1 1,0 2 0,0 1 0,0 2-99,0 2 1,0 0-1,-2 2-151,-2-5 1,3-4-1,-5-3 1,2-2-357,0-2 194,0-7 1,4-12 0,0-12 0,0-6-280,0-5 1,5-8 0,2-4 0,2-5 109,-1 1 1,2 0 0,5 0-1,2 1 180,-2 3 0,-1 7 1,-1 1 73,-1 6 1,-1 4 0,-1 7 0,-2 2 419,2 5 1,0 10-1,-2 7-23,-3 11 0,-4 3 0,-1 6 0,0 2 0,0 3-78,0 3 0,0-6 1,0 1-1012,0-3 0,0-8 1,0-6-325,0-1 1,1-8-1,2-11 1077,1-11 0,6-6 0,-3-7 0</inkml:trace>
  <inkml:trace contextRef="#ctx0" brushRef="#br0" timeOffset="952">1281 139 8086,'-2'11'0,"-2"-1"619,-4-2 1,1 0 0,-2 5 0,0-1-220,-3 1 1,0-1-1,-2 1 1,-1 1-270,-2 3 1,0-2 0,5 5 0,-1-2-320,0-3 0,2-1 0,3-2 0,4 1-1107,2 0 1,4-6-189,2-3 1,4-8 1482,9-5 0,-3-2 0,4-2 0</inkml:trace>
  <inkml:trace contextRef="#ctx0" brushRef="#br0" timeOffset="1117">1343 214 8428,'0'12'0,"0"1"534,0 0 1,-1 3 0,-2 2-1,-1 3-98,1 6 0,-2 1 0,-1 7 0,0 2-228,1 2 1,-4-1-1,5 6 1,0 0-323,-1-4 1,3-1 0,-3-1 0,0-2-1758,1-3 1,-1-2 1870,0-6 0,-2-5 0,-5-2 0</inkml:trace>
  <inkml:trace contextRef="#ctx0" brushRef="#br0" timeOffset="1267">1230 628 8438,'0'-8'916,"0"-1"0,2 6 0,1-2 0,2 1-777,2-1 0,1-3 0,6 3 1,3-2-866,4-3 1,0 1 0,3-2 0,2-3-725,1 0 1,5-1 1449,1-2 0,3-2 0,2-6 0</inkml:trace>
  <inkml:trace contextRef="#ctx0" brushRef="#br0" timeOffset="1484">1958 239 7734,'-1'8'1515,"-4"1"-909,-3 1 1,1 1 0,-1 1-76,-2 1 1,3 1 0,0 2 0,0 5-348,0 3 1,4 1-1,-2 0 1,-1 2-505,-2 2 0,2-3 0,2 4 1,3-4-918,1-1 1,0-4 730,0 0 1,5-11 0,4-2 505,2-5 0,7-9 0,1-1 0</inkml:trace>
  <inkml:trace contextRef="#ctx0" brushRef="#br0" timeOffset="2650">2259 314 8033,'-12'0'568,"-1"0"1,0 0 0,1 0 0,-2 2-100,-3 2 0,-2-1 1,-5 5-1,2 2-204,1 1 1,0 1-1,-4 2 1,0 2 76,0 0 1,5 5-1,3-4 1,3 0-69,2 1 1,4-4 0,1 3 0,1-3-235,3-2 0,7-4 0,5-1 0,2 0-497,1 0 0,2-4 0,3 1 0,4-2 135,3-2 0,-3-4 0,0-2 1,1-1-879,2-3 1,-4-1 0,1-1-1,2-1 732,0 0 0,1 1 0,-3-1 0,-3-1 468,0-2 0,-4 2 0,3-4 0,-3 0 0,-3 4 0,-1-3 0,-3 3 272,-2 1 0,-2 6 0,-7 3 0,-3 4 356,0 4 1,-4 3-1,2 7 1,0 3-57,0 4 0,-2 0 1,4 1-1,-1 3-328,-1 2 1,5-4 0,-3 7 0,2-4-159,2-1 0,2-4 1,-1-1-1,-1-2 221,-1-3 1,0-5-549,4-2 0,1-5 0,2 0 0,3-6 0,-1-7-24,1-5 0,4-2 1,-2-6-1,3-4 23,2 1 0,-2-2 1,-1 1 334,-2 2 1,-1-1-1,3 8 1,-2-1 436,2 1 1,-3 7-249,1 7 0,-5 12 0,1 6-205,-2 4 0,-2 3 0,0 4 0,-2 0 0,-1-1-618,-1-3 1,0 1 0,4-5-243,0-2 1,1-2 0,2-3 0,3-3 367,1-2 0,5-1 0,6-6 1,0-5-1,2-7 415,0-4 0,-1-3 0,2-4 0,-3 0 0,0-1 0,-8 6 0,1 0 142,-4 2 1,1 5-1,-3 5 1,-4 0 201,-4 1 1,-4 7-1,-5 8 1,-1 3 418,1 2 0,3 5 0,1 3 0,0 2-7,1 3 0,0-1 0,4-2 1,-1 0-714,1-2 1,7-8-1,4 1-21,4-4 0,1-7 0,4 0 1,3-6-1,1-7-873,0-5 0,-1-6 1,3-7 532,-7-1 0,4-6 1,-10 3-1,-2 0 1,-1 3 51,-4 2 1,-2 6-1,-2 3 237,-3 4 1,-3 0-1,-6 10 1,1 1-315,-1 2 1,5 5 0,1 2-205,1 1 0,2-3 28,4 4 0,6-5 0,2 2 496,3 1 0,-3-5 0,-1 5 0,0-2 18,0 0 0,-3 2 0,3-2 833,-1 5 0,2 2 0,-3 1 214,-3 1 0,0-5 0,-2 0-652,0 2 0,0 6 0,0 0 0,1 0 0,2-2-189,1-2 0,0 1 0,-2-2 1,0-1-330,3-2 0,4-5 9,0 1 1,2-4 0,1-4 0,1-5-39,0-2 1,-5-6 0,-1-1-1,0 0 161,0 0 1,-4 1-1,1 5 1,-3-1 987,-1 1-322,0 5-472,0 1 1,0 17 0,0 5-1,0 2-45,0-1 1,6 1 0,1 0 0,1 0-198,0 0 1,1 4-1,2-2 1,-1-1-199,-2-2 0,0-3 0,5-1 0,0-2-143,-1-3 1,1-2-1,-1-6 1,1-3-83,-1-6 0,-1-4 1,-1-13-1,-3 0 22,-1-3 1,-1-3-1,-2-6 1,1 2-297,-1 2 0,-2 2 0,-2 6 741,-3 1 0,-3-3 0,-6 8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9:11.619"/>
    </inkml:context>
    <inkml:brush xml:id="br0">
      <inkml:brushProperty name="width" value="0.06" units="cm"/>
      <inkml:brushProperty name="height" value="0.06" units="cm"/>
    </inkml:brush>
  </inkml:definitions>
  <inkml:trace contextRef="#ctx0" brushRef="#br0">51 74 7828,'-7'13'341,"-3"-5"1,5 2-1,-1 3-159,0 2 1,-2 7 0,4-2 0,1 1-23,2-1 1,1 1 0,0 3-1,1-3-144,3-4 0,3-3 0,6-3 0,1-3 25,2-4 0,-2-2 0,3-4 0,-2-2-346,2-4 1,-3-9 0,3-4 0,-2-4 164,2-4 0,-3 1 0,3-4 0,-2 0 202,2 0 0,-3 5 0,2 1 0,0 5 127,0 3 1,-4 7 0,3 6 0,0 5-14,-1 5 0,1 9 0,-1 11 0,2 8 108,-1 8 1,-5 3 0,4 8 0,-6 2 60,-2 5 1,2-6 0,-4 0-1,-1-2-67,-2-4 1,-6-1 0,-4-8-1,-2-2-119,-1-4 0,-6-6 0,-3 1 0,-3-4-145,-1-7 1,0-3 0,0-5 0,0-3-642,0-4 1,0-7-1,2-3 1,4-7 115,2-5 0,11-2 1,-2-2-1,5-1 511,3 1 0,6-5 0,1-2 0</inkml:trace>
  <inkml:trace contextRef="#ctx0" brushRef="#br0" timeOffset="250">615 300 7828,'-5'13'349,"-2"-1"1,-6 2-1,1 1 415,-1 2 1,2 5 0,1-1 0,3 3-318,2 1 0,1 0 0,4 0 0,1-1-405,3-3 1,5-3 0,6-7 0,3-2 109,2-5 0,-4-8 0,5-6 0,0-5-403,-1-6 0,2-9 0,-5-3 0,-2-3-326,-1-2 0,-7-1 0,-3 0 0,-3 0 202,-1 3 0,0 6 1,-1 3-1,-2 4 65,-1 7 1,-10 3-1,2 5 1,-2 3-106,0 4 415,1 7 0,1 1 0,-1 5 0</inkml:trace>
  <inkml:trace contextRef="#ctx0" brushRef="#br0" timeOffset="549">791 225 7828,'-1'12'121,"-4"1"1,3 1-1,-5 1 1,1 2 716,3-2 0,1 1 1,-1-1-1,-1 2-426,1-2 1,3 0 0,3 1 0,2 0-512,2 0 1,2-7 0,3-2-1,1-1-405,-1-3 1,1-2 0,-1-1 0,1-1 218,-1-3 0,1-5 1,-1-7-1,0-5 56,-4-3 0,2-3 0,-5 0 1,1-4 94,-1-1 0,4 3 1,-5-2-1,0 4 652,2 8 1,-5 4 0,5 3-121,-1 4 1,-3 4 0,3 8 0,-1 6-181,1 5 0,3 9 0,-2 7 0,-1 1-76,1 2 1,3-2-1,0 1 1,1-3-234,-2-2 0,3-6 91,-3-1 0,4-5 0,0 2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49:19.735"/>
    </inkml:context>
    <inkml:brush xml:id="br0">
      <inkml:brushProperty name="width" value="0.06" units="cm"/>
      <inkml:brushProperty name="height" value="0.06" units="cm"/>
    </inkml:brush>
  </inkml:definitions>
  <inkml:trace contextRef="#ctx0" brushRef="#br0">226 101 7763,'0'-13'88,"0"-1"40,0-3 1,-4 8 0,-2-4 0,0 3 164,-4 3 0,-1-2 1,-3 4-1,-2 3-78,0 0 1,-1 8 0,4 3 0,1 7-47,-1 5 1,6 8 0,3 4 0,3 4-92,1 0 0,0 2 0,0 0 0,0 0-250,0-2 1,5-8 0,2 0 0,2-2 60,-1-2 0,-5-4 1,1 0 120,-3 1 1,-1-8 0,-1-3-123,-3-4 0,-3-3 1,-6-4-1,1 0-242,-1 0 0,1 0 0,0-1 0,3-2-197,0-1 0,5-5 0,-3 4 551,2-2 0,0-1 0,5-5 0</inkml:trace>
  <inkml:trace contextRef="#ctx0" brushRef="#br0" timeOffset="299">251 377 7763,'9'0'135,"-1"0"351,2 0 1,-3-5 0,1 1-127,2 1 0,1-4 0,2-1 0,-2-3-233,-3-2 1,3-1 0,-2-1-93,2-2 0,0-5 1,-1 1-1,-3-1 1,-2 0-8,-2 1 1,-2 5-1,-1 0 1,-1 2-65,-3 1 1,-3 6 0,-6 3-1,-1 4 145,-2 4 1,2 0-1,-3 7 1,2 5-45,-2 2 1,3 4-1,-1 6 1,4 3-52,2 1 0,6-3 0,-1 3 0,3-1-424,1-3 0,0-2 0,3-2 0,4-3-298,5-5 1,9-3 0,0-5 325,3-3 1,1-5-1,1-6 1,2-5-1,1-6 382,-1-2 0,-1-2 0,-4-4 0,-2 0 0,9-6 0,-4-1 0</inkml:trace>
  <inkml:trace contextRef="#ctx0" brushRef="#br0" timeOffset="732">628 151 7763,'-4'-13'146,"-2"2"208,-1 3 0,3 2 0,-5 6 0,0 0 178,-2 0 1,2 3 0,1 5-1,-2 9-309,-1 5 1,3 5 0,1 1-1,1 2-40,3 2 0,2-4 0,1 1 1,0-2-584,0-2 1,5-4-1,4-2 1,2 0-114,1-4 0,2-7 0,2-4 0,2-2 124,1-2 1,-2-7 0,3-4 56,-2-5 0,3-4 0,-5 1 0,0 0 1,-2-3 311,-2-2 1,-5 0 0,-1 2 0,-2 2 84,0 2 1,0 2-1,-4 3 1,-1 2 775,-3 2 0,-3 4 0,-6 6-185,1 3 0,-1 3 0,2 7-453,3 3 1,1-2-1,4 6 1,-1 0 0,1 0-252,1 0 1,2-4 0,2 2-96,2-1 0,2-1 0,3-4 0,0-2 0,2-3-223,4-4 1,-1-4 0,3-4 181,-3-4 1,-2-5-1,1-5 1,-1-6-1,0-3 175,-4-1 0,2 1 0,-6 4 279,-1 2 1,2 3 0,-1 5-1,-1 0 615,-1 1-950,-2 5 0,0 7 1,0 10-1,0 4 0,0 4-92,0 1 1,0 1 0,0 1-763,0-5 1,0-2 0,1-1-1,2-1 919,1 1 0,6-6 0,-3-1 0</inkml:trace>
  <inkml:trace contextRef="#ctx0" brushRef="#br0" timeOffset="1198">991 239 7763,'13'0'42,"-5"0"279,1 0 1,-5 4 0,3 1 0,-2 2 79,-2 3 1,-1 1 0,-2 2 0,0 1-359,0 2 1,-5 0 0,1 3 0,0-1 10,-1-2 0,3-2 0,-2-2 32,3 1 0,1-8-84,0-5 1,0-7 0,1-9 0,3-5 58,5-3 1,-3-5 0,3-1 0,1 1-222,1-2 1,-3 5 0,0-2 0,1 6-310,-2 5 1,4 3 0,-4 2-1,1 0-225,1 4 1,-5 3 0,3 6 693,-2 3 0,5 4 0,-3 8 0,1 2 0,1 1 0,-5-2 0,4 3-59,2-2 1,1-1 0,3-5-1,3 1 11,4-1 1,-3-1 0,-1-2 0,-3-5 500,-2-3 0,-3-1 0,-1 0 53,2 0 0,-3-5 1,0-4-1,-2-2-154,-2-1 1,-2-1 0,-1 1 0,-1-1-256,-3 0 1,-3 2-1,-6 2 1,-1 2-75,-2 1 1,0 2 0,-3 5 0,1 3 79,2 5 0,-2 7 0,1 5 0,2 4-7,1 5 1,7-2-1,3 5 1,3 1-132,1-2 0,0 0 1,1-6-1,5 1-645,6-4 0,6-10 0,7-2 0,0-5-210,1-8 0,0-8 1,3-8 889,5-1 0,2-8 0,2-5 0</inkml:trace>
  <inkml:trace contextRef="#ctx0" brushRef="#br0" timeOffset="1748">1669 891 7952,'7'5'1387,"0"-3"-797,-3 2 1,-1-3-424,5-1 0,-1-5 0,3-4 0,-3-2 0,-2-3-204,-2-2 0,3 0 0,-2-5 0,-1 1 19,-2 0 0,-2 2 0,-2 5 164,-1 1 1,-6 1-1,0 2 1,-4 5-1,-2 3 176,0 1 0,1 9 0,0 5 1,-2 6-131,2 6 0,5 2 0,3 7 0,0 1-269,0-1 0,4 0 0,-1 0 1,4-4-610,4-6 0,5-4 1,6-2-1,3-6-236,1-8 1,2-3 0,4-5-1,-1-4 922,-3-6 0,3-13 0,-5-1 0</inkml:trace>
  <inkml:trace contextRef="#ctx0" brushRef="#br0" timeOffset="2048">1870 778 7763,'-13'6'551,"5"1"0,-1 5 0,1 1-383,1-1 1,-3 2 0,6 1 0,0 4 194,-2 0 1,5 3-1,-3 5 1,2 1-179,2 0 0,0-5 0,0 7 1,0-4-74,0-1 0,2-10 0,1-2-640,1-2 0,6-7 0,-4-5 220,1-10 0,5-9 0,-5-8 0,1-2-18,0-2 0,-1-2 0,3-2 205,-2 3 0,1 2 0,2 4 1,-1 1-1,-2 1 521,2 5 1,-3 6-150,1 6 0,-5 9 0,1 12 1,-3 6-76,-1 5 1,0 5-1,0 2-360,0 1 0,0-4 1,2 1-1,1-4 1,2-2-940,2-2 1,2-7 478,3-2 1,2-5 643,3-7 0,-3-11 0,4-3 0</inkml:trace>
  <inkml:trace contextRef="#ctx0" brushRef="#br0" timeOffset="2282">2146 841 7763,'-2'12'369,"-2"1"0,-3 4 0,-4 1 0,1 1 242,2 3 1,5 4 0,-1 0 0,2 2-313,2 0 0,2-5 0,2 5 0,4-4-142,4-3 0,1-10 0,3 0 1,2-4-318,1-4 1,-2-9-1,3-5 1,-2-7-20,-3-6 0,-5 1 0,-3-9 1,-2 0 102,-2 0 0,-1 4 0,-2-2 0,0 4-30,0 1 0,-6 5 0,-2 4 0,-3 2-190,-2 1 0,5 5 0,-1 1-658,0 1 0,-1 3-1381,1 8 2335,4-4 0,-1 10 0,-1-4 0</inkml:trace>
  <inkml:trace contextRef="#ctx0" brushRef="#br0" timeOffset="2831">2334 841 7763,'-2'12'0,"-2"2"400,-4 3 1,1-2 0,0 6-1,1 1 87,4 2 0,-4 1 0,2 0 0,1 0-131,2 0 0,6-4 1,4-1-1,2-2-553,1-3 0,2-6 0,2-5 0,0-3-169,0-1 1,2-5 0,-2-5 0,0-7-93,-2-8 0,-2-8 0,-1-11 278,-2-2 1,1-1-1,-6 7 1,0 1 0,0 4 316,0 4 0,0 13 57,-4-3 0,-4 13 0,0 8 0,1 8-95,2 7 1,1 5 0,0 5 0,0 0-515,0 0 1,0-5 0,1-2-7,3 0 1,3-4 0,6 1 0,0-5 420,-1-6 0,1-2 0,-1-4 0,-1-2-36,-2-4 1,0-3 0,-4-2-1,-1 0-109,1 1 1,-3 4 1077,2-1 0,-4 2 1,-4-1-119,-5 4 1,2 6-1,0 4-574,2 1 0,-3 1 1,3 5-1,3-1-337,0 1 1,2-5 0,0 1-199,0 0 1,6-2 0,2 0 31,3-1 0,2 4 0,-1-1 160,1 7 1,-5 3-1,-1 8 1,0 2 0,-1 5 839,-1 2 1,0 1 0,-7 1-410,-2 0 0,1-3 0,-5-3 0,-2-6 1,-2-1 218,-5-3 1,3-9-1,-3-2-317,3-4 0,-3-4 0,1-7 0,0-6-900,2-5 0,7-1 0,3-3 0,3-1-5688,1 1 6357,0 3 0,11-13 0,3 3 0</inkml:trace>
  <inkml:trace contextRef="#ctx0" brushRef="#br0" timeOffset="3131">2785 929 7763,'0'12'0,"0"1"0,0 1 567,0 2 1,-1 2-1,-2 5 1,-1-4-1,1 1-80,2-1 1,1 2-1,0 4 1,0-1-125,0-3 1,0 1 0,0-5 0,0-2-487,0-1-185,0-7 1,4-3 0,2-8 25,1-4 0,-3-8 0,3 0 222,-2 0 0,4 2 1,-4 3 271,2 3 1,-3 2 1,5 6 1,-5 6 0,3 2-1,-1 3-344,-4 2 0,0 4 1,-2-1-935,0 0 1,4-2-1160,0-2 0,2-5 2223,-2-3 0,3-2 0,5-2 0</inkml:trace>
  <inkml:trace contextRef="#ctx0" brushRef="#br0" timeOffset="3332">2949 1079 7359,'0'-8'-368,"0"-1"1,1 7 417,3-3-72,-3 4 1,6 1-331,-2 0 1,-4 6 351,3 2 0,-1-1 0,0 1 0,1 2 0,0-3 0,-4 1 0,6 1 0,1 3 0</inkml:trace>
  <inkml:trace contextRef="#ctx0" brushRef="#br0" timeOffset="3429">2999 1142 7709,'7'-7'73,"-2"1"0,-5 6 1,0 0-1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29.805"/>
    </inkml:context>
    <inkml:brush xml:id="br0">
      <inkml:brushProperty name="width" value="0.06" units="cm"/>
      <inkml:brushProperty name="height" value="0.06" units="cm"/>
    </inkml:brush>
  </inkml:definitions>
  <inkml:trace contextRef="#ctx0" brushRef="#br0">0 61 9992,'1'-7'1703,"4"3"-1292,3 3 0,9-1 0,6 0 1,7-2-774,5 1 0,0-2 0,8-1 0,0 1-625,0-1 1,-2 1 986,3 1 0,-10 3 0,1-5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0.419"/>
    </inkml:context>
    <inkml:brush xml:id="br0">
      <inkml:brushProperty name="width" value="0.06" units="cm"/>
      <inkml:brushProperty name="height" value="0.06" units="cm"/>
    </inkml:brush>
  </inkml:definitions>
  <inkml:trace contextRef="#ctx0" brushRef="#br0">1 159 7728,'0'-13'476,"0"1"0,0 0-195,0 0 1,0 4 0,1 1-1,3 0 1,5 2 220,6 0 1,4-3-1,5 4 1,2 0-339,2-2 0,-1 3 1,6-3-1,0-1-427,2 0 0,-6 5 1,-4-3-1,0 3-863,-4-2 1,-3 2-738,2-2 1863,-5 3 0,-3-4 0,-7-2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0.636"/>
    </inkml:context>
    <inkml:brush xml:id="br0">
      <inkml:brushProperty name="width" value="0.06" units="cm"/>
      <inkml:brushProperty name="height" value="0.06" units="cm"/>
    </inkml:brush>
  </inkml:definitions>
  <inkml:trace contextRef="#ctx0" brushRef="#br0">328 1 7728,'0'24'131,"0"1"1,2 2 0,2 4 311,4 4 0,-1 0 0,1 9 0,1-1 34,2 0 0,1-7 0,-1 3 0,-2 2-134,-1 1 0,-5-3 0,1 0 0,-4-4-48,-4-3 0,-4-5 0,-7 1 0,-4-3-220,-4-5 1,4-3 0,-7-6 0,-4-3-420,-4-4 1,5-4 0,-7-4 0,4-5 33,1-6 1,7 0 0,-2-5-1,3-3-3218,6-4 3528,7 1 0,0-9 0,3 4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1.069"/>
    </inkml:context>
    <inkml:brush xml:id="br0">
      <inkml:brushProperty name="width" value="0.06" units="cm"/>
      <inkml:brushProperty name="height" value="0.06" units="cm"/>
    </inkml:brush>
  </inkml:definitions>
  <inkml:trace contextRef="#ctx0" brushRef="#br0">61 53 7685,'-6'-7'342,"-2"3"0,2 3 0,-2 1 200,-2 0 1,5 1 0,-1 3 0,2 6-207,0 5 0,0 1 1,6 7-1,2 4-134,4 2 0,2 4 0,4 2 0,1-1-188,1-2 0,5-7 0,0 0 0,2-8-248,1-3 1,-4-8 0,-1-3 0,0-7-3,0-8 0,0-11 0,-1-9 0,-4-5 68,-5-3 1,-5 1 0,3-4-1,-1 1 26,-4 3 1,0 11-1,-2 5 745,0 4 0,0 11 0,0 10 0,0 9 0,-2 11 0,0 1 0,-3 5-769,3 3 0,0-4 1,2 1-1,2-2-655,2-2 0,-3-1 0,5-3 0,-1-4-2318,3-2 3139,3-2 0,1 0 0,0 0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1.335"/>
    </inkml:context>
    <inkml:brush xml:id="br0">
      <inkml:brushProperty name="width" value="0.06" units="cm"/>
      <inkml:brushProperty name="height" value="0.06" units="cm"/>
    </inkml:brush>
  </inkml:definitions>
  <inkml:trace contextRef="#ctx0" brushRef="#br0">231 1 7715,'-12'0'643,"0"0"0,0 0-250,0 0 0,-2 0 0,1 1 0,-1 3-5,3 4 1,3 7-1,0 2 1,4 4-92,3 4 0,1-1 1,1 6-1,5-2-258,6 1 0,1 0 1,6-2-1,-1 2 39,-4-2 0,-2-2 0,-3-1 0,-5-1 31,-3-2 0,-1 0 1,-1-5-1,-5-1-382,-6-1 1,-1-4 0,-8-1 0,0-5-261,-2-3 1,-1-1-1,1 0 1,1-1-680,2-3 0,9-5 1,0-7 1211,5-4 0,2-3 0,4-1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1.518"/>
    </inkml:context>
    <inkml:brush xml:id="br0">
      <inkml:brushProperty name="width" value="0.06" units="cm"/>
      <inkml:brushProperty name="height" value="0.06" units="cm"/>
    </inkml:brush>
  </inkml:definitions>
  <inkml:trace contextRef="#ctx0" brushRef="#br0">61 1 7715,'0'24'655,"-1"5"1,-3 4-1,-3 2-41,0 1 1,-2 1 0,3-1 0,1 2-324,0 2 0,-3-5 1,3 4-1,3-1-143,0-4 1,2-2-1,0-5 1,0 1-1641,0-1 0,0-1 0,0-3 1492,0-3 0,0-2 0,0-6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1.651"/>
    </inkml:context>
    <inkml:brush xml:id="br0">
      <inkml:brushProperty name="width" value="0.06" units="cm"/>
      <inkml:brushProperty name="height" value="0.06" units="cm"/>
    </inkml:brush>
  </inkml:definitions>
  <inkml:trace contextRef="#ctx0" brushRef="#br0">1 97 7706,'0'-8'968,"0"0"1,5 1 0,5-2 0,4 2-543,7 2 0,3-3 0,4 2 1,5-1-3167,2-2 2740,1 4 0,6-6 0,1 4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2.284"/>
    </inkml:context>
    <inkml:brush xml:id="br0">
      <inkml:brushProperty name="width" value="0.06" units="cm"/>
      <inkml:brushProperty name="height" value="0.06" units="cm"/>
    </inkml:brush>
  </inkml:definitions>
  <inkml:trace contextRef="#ctx0" brushRef="#br0">304 122 7847,'-12'-27'194,"0"3"0,0 6 0,-2-1 0,-1 3 53,-1 6 0,-5 3 0,2 7 0,-3 2 133,-2 7 1,6 9-1,-6 16 1,2 5 8,4 6 1,0 2-1,6 1 1,1 1-138,3-1 1,3 1 0,5-3-1,1-3-58,3-3 1,4-10-1,7 1 1,4-8-859,4-7 0,-4-8 0,8-4 0,1-4-707,2-4 1,-2-9-1,3-12 1371,-1-6 0,3-9 0,-2-3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2.618"/>
    </inkml:context>
    <inkml:brush xml:id="br0">
      <inkml:brushProperty name="width" value="0.06" units="cm"/>
      <inkml:brushProperty name="height" value="0.06" units="cm"/>
    </inkml:brush>
  </inkml:definitions>
  <inkml:trace contextRef="#ctx0" brushRef="#br0">24 1 7699,'0'12'382,"-4"6"1,0 1 0,0 2 5,-1 3 1,4 1 0,-4 10-1,4 4 39,1 3 1,1-1-1,2 6 1,3 3-90,0 0 0,-3 0 0,2-3 0,-1-1-92,1-1 1,3-8 0,-3 0-150,2-8 1,-3-4 0,4-7-192,1-5 1,2-17 0,0-14 0,-2-9-539,-1-9 1,-4-6 0,3-8 0,0-1 309,0-2 1,1 5-1,3 5 1,-2 2 154,-1 6 0,-4 4 1,4 8 106,2 3 1,-5 11-1,-1 13 1,-1 10 266,1 8 0,-3 9 0,3 5 0,-2 6-195,-2 1 1,1-1-1,2-7 1,2-1-139,2-2 1,-3-10 0,4-2 0,3-5-517,3-3 1,0-5 0,2-5 0,-2-6-270,-2-8 911,0-5 0,5-13 0,2-1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2.901"/>
    </inkml:context>
    <inkml:brush xml:id="br0">
      <inkml:brushProperty name="width" value="0.06" units="cm"/>
      <inkml:brushProperty name="height" value="0.06" units="cm"/>
    </inkml:brush>
  </inkml:definitions>
  <inkml:trace contextRef="#ctx0" brushRef="#br0">134 12 7699,'-12'-6'0,"0"0"0,0 6 0,0 0 785,0 0 0,-1 6 0,3 3 0,0 6-172,2 5 0,1 3 0,-2 1 0,2 2-391,2 2 1,1-2 0,5 2 0,3-1-124,4 1 1,7-7 0,3-1 0,1-5-204,2-3 1,2-6 0,0-3-1,-2-6-552,0-5 1,-5-4-1,3-5 1,0-8 472,-1-6 1,-7 0 0,1 0 0,-1 0 97,0 0 1,-4 6 0,-3 1 26,-3 6 0,-1 11 0,0 7 348,0 7 0,-4 9 1,0 4-578,1 3 0,2 2 0,1-1 0,0 0 0,0 0-1092,0 1 0,0-9 432,0 0 947,5-5 0,2 1 0,5-7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3.251"/>
    </inkml:context>
    <inkml:brush xml:id="br0">
      <inkml:brushProperty name="width" value="0.06" units="cm"/>
      <inkml:brushProperty name="height" value="0.06" units="cm"/>
    </inkml:brush>
  </inkml:definitions>
  <inkml:trace contextRef="#ctx0" brushRef="#br0">1 20 6171,'0'-12'914,"0"5"1,1 7 0,2 9-1,1 6-363,-1 5 0,2 3 0,0 3 0,1 1-296,-1 1 1,0 2-1,-2-2 1,1 3-60,-1 0 0,2 0 1,-1-5-1,-1-1-17,-2-2 1,-1-7 0,2 1-390,2-4 0,-3-7 0,3-6 0,-2-9-127,-2-5 0,1-11 0,2-6 0,2-2 1,2-4 1,-1 6-1,4-6 1,-2 1 52,1 7 0,2 2 1,1 4-1,-1 3 620,-3 4 1,3 7 0,-3 7-126,3 4 1,-3 11 0,-1 7 0,-2 4-124,-2 4 0,-2-1 0,-1 6-274,0 0 0,0 0 0,1-2 0,2-4-143,1 0 1,0-2-1,-2-5 1,2-3-1396,4-4 1,-2-7 1722,3-6 0,-1-11 0,4-8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3.618"/>
    </inkml:context>
    <inkml:brush xml:id="br0">
      <inkml:brushProperty name="width" value="0.06" units="cm"/>
      <inkml:brushProperty name="height" value="0.06" units="cm"/>
    </inkml:brush>
  </inkml:definitions>
  <inkml:trace contextRef="#ctx0" brushRef="#br0">122 36 7827,'0'-12'765,"-1"1"0,-3 3-242,-5 4 0,-1 7 1,-2 3-1,-1 4 2,1 3 0,0 2 0,1-1 0,2 0-251,1 3 1,4 0 0,-3-2 0,2 1-179,2-1 1,2-2 0,1 0-787,0-1 0,5-6 389,3-2 0,3-2 0,2-2 1,2-2-1,1 0-113,-1-2 1,3-4 0,-2 4 0,0 1 69,2 2 1,-5 6 0,3 4 818,-2 6 0,2 4 0,0 7 0,-2 2 1,-4 6 244,-2 5 0,-5 4 0,1 5 0,-4 2-229,-4 3 1,-3-3-1,-5 1 1,0-5-230,0-6 0,-6-9 0,0-8-430,-1-9 0,-4-8 1,4-8-1,-1-6 1,0-9-1576,-2-4 0,4-5 0,4-2 767,4-4 0,1 1 0,5-2 0,1 1 976,2 1 0,11-4 0,4 4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3.887"/>
    </inkml:context>
    <inkml:brush xml:id="br0">
      <inkml:brushProperty name="width" value="0.06" units="cm"/>
      <inkml:brushProperty name="height" value="0.06" units="cm"/>
    </inkml:brush>
  </inkml:definitions>
  <inkml:trace contextRef="#ctx0" brushRef="#br0">60 255 7856,'12'7'0,"0"2"0,0-5 0,1-1 700,-1-2 1,0-6 0,0-3 0,0-4 115,0-4 0,-4 1 1,0-5-1,1-2-642,-3-1 0,0-1 1,-6 0-1,0-1-191,0 1 0,-7 5 1,-4 3-1,-5 4 18,-3 4 0,0 2 1,-2 8-1,2 3 122,1 7 0,1 6 1,3 7-1,1 4 197,2 3 1,6 4-1,-2 5 1,1 3-191,4 3 1,6-3 0,5-4 0,6-4-688,5-3 0,9-5 0,3-9 1,3-7-74,1-7 1,3-15 0,3-11 629,3-8 0,10-12 0,-5-2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4.451"/>
    </inkml:context>
    <inkml:brush xml:id="br0">
      <inkml:brushProperty name="width" value="0.06" units="cm"/>
      <inkml:brushProperty name="height" value="0.06" units="cm"/>
    </inkml:brush>
  </inkml:definitions>
  <inkml:trace contextRef="#ctx0" brushRef="#br0">25 1 8348,'-7'9'972,"3"2"0,3 5-762,1 6 1,0 6-1,0 11 1,0 4-224,0 5 1,0 1 0,0 9 0,1-2-377,3-2 1,-2-7-1,2-7-413,-3-2 1,-1-8 0,0-6 801,0-7 0,-11-9 0,-2-2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4.584"/>
    </inkml:context>
    <inkml:brush xml:id="br0">
      <inkml:brushProperty name="width" value="0.06" units="cm"/>
      <inkml:brushProperty name="height" value="0.06" units="cm"/>
    </inkml:brush>
  </inkml:definitions>
  <inkml:trace contextRef="#ctx0" brushRef="#br0">1 207 7963,'0'-12'706,"0"4"0,0 0-363,0-2 1,5 0 0,3-2 0,3-1-153,1 1 1,6 1 0,2 2 0,3 1-605,1-1 1,2-2 0,1 0 0,1 2-953,-1 0 1,0 1 1364,1-4 0,-8 0 0,3 0 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5.166"/>
    </inkml:context>
    <inkml:brush xml:id="br0">
      <inkml:brushProperty name="width" value="0.06" units="cm"/>
      <inkml:brushProperty name="height" value="0.06" units="cm"/>
    </inkml:brush>
  </inkml:definitions>
  <inkml:trace contextRef="#ctx0" brushRef="#br0">37 0 7708,'0'12'103,"-4"1"0,0-1 0,0 1 585,-2 3 1,5-1-1,-3 7 1,1 3-75,-1 6 0,3 2 0,-3 2 0,2 3-183,2-1 0,0 2 0,0-1 0,0 1-265,0 0 0,0-9 0,0 2 0,2-6-114,2-6 1,-2-4-536,7-8 0,-3-4 0,4-8 0,-2-4-7,1-3 0,-2-6 0,1-5 0,1-3 83,2-4 0,1 0 0,1 2 0,-1-3 206,0-1 1,1 4-1,1 0 1,1 4 94,-1 3 0,-7 5 1,5-1 349,-1 3 1,-4 7-1,0 6 1,-2 8 117,-2 7 1,-2 4 0,-1 5-1,0 2-374,0 2 0,0-2 1,0 1-1,0-4-423,0-3 0,0-5 0,0 1-419,0-3 1,1-2-1,3-3 465,4-4 1,-1-2-1,1-4 1,2 0 388,0-2 0,-1-6 0,0 2 0,3-3 67,3-1 1,2 0 0,-2 1-1,3 2 425,1 1 0,-3 0 1,4-4-1,2-2-81,1-2 0,-3 2 1,-1-2-1,-2 1 114,-2-1 0,-3 3 1,-4-3-1,-4 2-314,-2 2 0,-2 0 0,-2 0-88,-2 0 0,-7 1 1,-6 1-1,-2 4 1,-3 0 111,0 4 0,-1 6 1,1 5-1,3 4-56,2 4 1,1 6 0,5-1 0,1 7 23,2 2 1,6-3 0,-1 4 0,6 2-321,5 1 0,6-2 1,4-4-1,2-2-830,6-4 0,-1-11 0,8-1 0,0-6-2313,2-6 3260,-4-10 0,10-13 0,-3-7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5.717"/>
    </inkml:context>
    <inkml:brush xml:id="br0">
      <inkml:brushProperty name="width" value="0.06" units="cm"/>
      <inkml:brushProperty name="height" value="0.06" units="cm"/>
    </inkml:brush>
  </inkml:definitions>
  <inkml:trace contextRef="#ctx0" brushRef="#br0">49 42 7338,'7'-5'-1243,"2"-2"2538,-5-5 0,0 4-585,-4 0 0,0 7 0,0 1 0,0 6-269,0 5 1,0 8 0,-1 5 0,-2 7-262,-1 4 0,-4 3 1,3 2-205,-2 5 0,3 1 0,-3 0 1,0-3-426,1-2 0,2 0 0,-3-6 0,1-4-905,4-7 1,0-5 0,2-9 1353,0-6 0,6-6 0,0-10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6"/>
    </inkml:context>
    <inkml:brush xml:id="br0">
      <inkml:brushProperty name="width" value="0.06" units="cm"/>
      <inkml:brushProperty name="height" value="0.06" units="cm"/>
    </inkml:brush>
  </inkml:definitions>
  <inkml:trace contextRef="#ctx0" brushRef="#br0">255 25 7659,'0'-7'1883,"0"0"-1497,0 3 1,-1 3 0,-3-3-1,-4 3 1,-3 2 54,-1 3 0,-2 3 1,-2 5-180,-4 0 0,-2 2 0,1 0 0,1 4 0,-1 1 59,2 2 0,2-2 1,5 0-1,0 0-197,0 0 1,5 0-1,3 1 1,2-4-169,2-2 1,10-6-1,3-2 1,5 0-376,3-4 0,2 0 1,2-2-1,0 0-484,4 0 1,-3-2 0,4-2 0,-3-2 56,-4-1 0,-1-4 0,0 4 846,-1 1 0,2-5 0,-5 4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6.284"/>
    </inkml:context>
    <inkml:brush xml:id="br0">
      <inkml:brushProperty name="width" value="0.06" units="cm"/>
      <inkml:brushProperty name="height" value="0.06" units="cm"/>
    </inkml:brush>
  </inkml:definitions>
  <inkml:trace contextRef="#ctx0" brushRef="#br0">25 267 8334,'8'0'836,"0"0"0,-4 0 1,4-1-1,2-3-592,1-4 1,1-4 0,0-3-1,0-4-241,0-4 1,0 4 0,0-8-1,-1 0 78,-3 2 1,-2 3 0,-6 3 0,-2 2-38,-2 2 1,-4 7-1,-7 4 1,-2 2 18,-2 2 0,4 10 1,-1 5-1,1 5 142,-1 5 0,6 8 0,-2-1 0,3 5-89,2 3 1,2-1 0,5 3 0,0-3-219,0-4 1,5-5 0,5-1 0,3-2-640,3-4 1,6-11-1,-3-1 1,1-4-227,0-5 1,0-2 0,3-5 0,-1-6 966,-2-4 0,-5-6 0,2 2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6.633"/>
    </inkml:context>
    <inkml:brush xml:id="br0">
      <inkml:brushProperty name="width" value="0.06" units="cm"/>
      <inkml:brushProperty name="height" value="0.06" units="cm"/>
    </inkml:brush>
  </inkml:definitions>
  <inkml:trace contextRef="#ctx0" brushRef="#br0">183 1 7750,'-13'5'140,"1"2"1,0 4 0,0-2 88,0-1 1,4 2 0,1 4 0,2 3 453,2-3 0,2 1 0,2 0 0,3 1-466,4-1 1,7-2-1,2 0 1,2-3-409,3-2 0,1-2 1,1-6-1,0-1 38,1-4 0,-5-1 0,-1-8 0,-2-2-76,-2-4 0,-2 1 1,0-1-1,-3-2 219,-2-1 0,2 4 1,-6 3 541,-1 3 0,-1 9-120,2 8 0,-1 9 1,4 14-1,0 4-2,-1 4 0,-2-1 0,3 8-17,-2 0 1,0-3 0,-5 5 0,0-1-150,0-4 1,-6 6 0,-3-9 0,-6 1-247,-5-4 0,-3 0 1,-2-8-1,0-5 1,-2-3 57,-1-7 0,-6-6 0,2-1-1623,-3-6 0,-1-3 1,3-8-1,2-3 1567,1-8 0,2-4 0,4-8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7.166"/>
    </inkml:context>
    <inkml:brush xml:id="br0">
      <inkml:brushProperty name="width" value="0.06" units="cm"/>
      <inkml:brushProperty name="height" value="0.06" units="cm"/>
    </inkml:brush>
  </inkml:definitions>
  <inkml:trace contextRef="#ctx0" brushRef="#br0">61 1 9234,'0'17'672,"0"-1"1,0 10 0,0 8-412,0 7 1,0 12-1,0 4-260,0 2 0,0-1 0,0-3 1,0-5-1,0-3-373,0-5 0,-4-12 1,0-8-872,1-3 0,-3-8 0,-1-8 1243,0-6 0,-9-9 0,3-7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7.484"/>
    </inkml:context>
    <inkml:brush xml:id="br0">
      <inkml:brushProperty name="width" value="0.06" units="cm"/>
      <inkml:brushProperty name="height" value="0.06" units="cm"/>
    </inkml:brush>
  </inkml:definitions>
  <inkml:trace contextRef="#ctx0" brushRef="#br0">1 292 7710,'0'-12'0,"0"0"539,0 0 1,0 4 0,1 0-276,3-2 1,3 3 0,5 1-1,0-1-151,0 0 1,6 4-1,2-2 1,4 1-228,4 0 1,-1-1 0,6 1-1,0-5 70,3-1 1,-4 0 0,-2 1-1033,-5-1 0,2-3 0,-8 6 1058,0 0 1,-7 7 0,-8 10 0,-4 6 655,-4 8 1,-3 2 0,-5 5 0,0 0-37,0 0 1,4-3 0,1 2 0,2-2-95,2-1 0,3-9 0,3 2 1,3-5-397,5-3 1,4-5 0,9-5 0,0-6-225,1-8 0,-1-7 0,0-8 0,-1-2-101,-3-2 1,-3-2 0,-9-3 0,-4-1-1,-3 1 1,-4 9 0,-3 3 0,-8 1-177,-3 0 1,-8 4 0,-3 4-68,1 6 0,1-1 0,2 5 1,0 0-1,0-2 456,-1 0 0,7-1 0,0-4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8.149"/>
    </inkml:context>
    <inkml:brush xml:id="br0">
      <inkml:brushProperty name="width" value="0.06" units="cm"/>
      <inkml:brushProperty name="height" value="0.06" units="cm"/>
    </inkml:brush>
  </inkml:definitions>
  <inkml:trace contextRef="#ctx0" brushRef="#br0">180 290 7710,'2'11'570,"2"-3"1,-2-1 0,6-5-156,2 2 1,1 0-1,2-4 1,2-1-229,1-3 0,4-8 1,-2-8-1,-1-5-287,1-3 1,-2-3-1,-5-5 1,-3-1 150,-4 1 1,-5 5 0,-7 4-13,-9 5 0,-4 10 0,-5 8 1,-2 4-1,-4 7-10,-3 9 1,-2 6 0,2 13 0,3 5 395,3 6 1,8 1 0,3 7 0,4-1-58,3-2 1,7-4-1,1 3 1,7-7-208,8-7 1,6-10-1,6 0 1,0-3-1236,0-6 1,2-8-1,1-6 1,3-6-340,1-5 1,-4-4 0,1-4 1412,-2-4 0,-2-14 0,0-4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8.467"/>
    </inkml:context>
    <inkml:brush xml:id="br0">
      <inkml:brushProperty name="width" value="0.06" units="cm"/>
      <inkml:brushProperty name="height" value="0.06" units="cm"/>
    </inkml:brush>
  </inkml:definitions>
  <inkml:trace contextRef="#ctx0" brushRef="#br0">49 59 7710,'-8'8'461,"1"0"1,1 3 7,-1 4 0,4 0 0,-1 5 0,3 3-53,1 4 1,-1 4 0,-2 5 0,-1 0-199,1 1 0,2-4 0,1 1 0,0 0-86,0-4 1,1-5-1,2-5-150,1-3 0,1-9 1,-1-6-272,4-4 0,-1-8 0,0-9 0,0-6 33,-1-5 0,2-6 0,5-5 1,0-1 17,3-3 1,-2 4-1,3-5 1,-1 5 119,1 1 1,0 11 0,-2-2 0,2 8 240,2 7 1,-4 8-1,0 5 1,-4 7 256,-3 8 1,-6 12 0,3 11 0,-4 5-226,-1-1 1,0-2-1,0-2 1,0-1-279,0-2 1,0-1 0,0 0 0,0-5-976,0-4 0,0-8-1651,0 3 2749,0-9 0,5-14 0,2-7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8.767"/>
    </inkml:context>
    <inkml:brush xml:id="br0">
      <inkml:brushProperty name="width" value="0.06" units="cm"/>
      <inkml:brushProperty name="height" value="0.06" units="cm"/>
    </inkml:brush>
  </inkml:definitions>
  <inkml:trace contextRef="#ctx0" brushRef="#br0">268 1 7316,'-12'0'20,"-1"0"1,0 0 646,-3 0 0,1 0 1,-5 0-1,-1 1-166,3 3 1,-1 3 0,4 6 0,0 5-121,4 6 1,1 3 0,5 8 0,4 3-222,4-1 0,4 3 0,6-3 1,2 1 20,1-3 0,4-5 0,-4-1 0,-1-2-127,-1-4 1,-3-1 0,-3 1 0,-4-2-139,-3 0 1,-2-7 0,-3 3 0,-4-5-115,-3-4 1,-3-2 0,-2-3 0,-3 1-440,0-1 1,-4-2 0,5-2-66,-1-3 1,1 1 0,7-5 0,2-3 0,2-2-387,2-3 0,1-2 1088,4 2 0,5 2 0,2-3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9.332"/>
    </inkml:context>
    <inkml:brush xml:id="br0">
      <inkml:brushProperty name="width" value="0.06" units="cm"/>
      <inkml:brushProperty name="height" value="0.06" units="cm"/>
    </inkml:brush>
  </inkml:definitions>
  <inkml:trace contextRef="#ctx0" brushRef="#br0">25 146 7710,'-4'12'1239,"0"0"-555,1 1 1,-2-1 0,1 1 0,1 3 0,2 5-291,1 2 1,0 1 0,1 0 0,3-1-293,4-3 1,3 3 0,1-5 0,2-2-278,2-4 1,-3-8-1,3 0 1,-1-3-290,1-1 0,-5-10 0,3-7 241,-3-4 1,2-7-1,-5-2 0,2-1 1,-1-3 13,-1-1 0,-4 4 0,3 4 0,-2 4 1601,-2 3-953,-2 11 0,-1 1 0,0 16 1,0 8-373,0 5 0,0 4 0,0 0 1,0 2-520,0 1 1,0 1 0,0-6 0,0-2-571,0-1 0,4-5 0,2 0 538,0-5 0,1-6-1,3-8 1,-4-6 484,0-5 0,2-1 0,-3-7 0,1-1-140,-1 2 0,-1-2 0,-3 5 0,2-1 243,1 0 1,0 5 0,-2-1 244,2 2 0,-2 8 513,6 2 1,-4 4-1,3 4 1,0 5-143,0 6 1,-5 4-1,4 5-458,-1 0 0,-4-1 1,3 0-1,-2-1 0,-2 1-50,0-2 1,0-5 0,0 0 0,0-2 261,0-2-560,0-5 1,0-9 0,0-10 0,1-7-72,3-3 1,-1-4 0,4-2 0,-1-5-187,1-2 0,1 3 0,4 1 1,1 0-462,-1 0 1,-4 7-1,0-2 117,1 3 0,2 3 1,1 9-1,0 3-1401,0 4 2089,1 3 0,-1 11 0,0 4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39.583"/>
    </inkml:context>
    <inkml:brush xml:id="br0">
      <inkml:brushProperty name="width" value="0.06" units="cm"/>
      <inkml:brushProperty name="height" value="0.06" units="cm"/>
    </inkml:brush>
  </inkml:definitions>
  <inkml:trace contextRef="#ctx0" brushRef="#br0">127 254 7666,'11'8'1107,"-1"-1"-337,-2-2 1,0-1-1,5-4-326,4 0 1,-8-5 0,3-5 0,-1-5-270,0-5 1,-3-3-1,-2-1 1,0-2-84,-3-2 0,-2 3 1,-4-2-1,-4 4 70,-5 2 1,-8 11 0,0-1 0,-3 4-103,-1 4 1,-1 13-1,1 6 1,1 8 267,3 9 0,-1 0 0,6 12 0,3 1-57,2 1 1,9-3 0,1-1-1,8-2-609,7-6 0,9-5 1,10-12-1,5-4-276,5-5 0,5-7 1,1-4-1,1-8-715,0-9 1329,-4-4 0,13-1 0,-5-1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40.514"/>
    </inkml:context>
    <inkml:brush xml:id="br0">
      <inkml:brushProperty name="width" value="0.06" units="cm"/>
      <inkml:brushProperty name="height" value="0.06" units="cm"/>
    </inkml:brush>
  </inkml:definitions>
  <inkml:trace contextRef="#ctx0" brushRef="#br0">292 0 7724,'-31'0'0,"0"0"369,1 0 1,4 0-1,-3 1 1,2 5 112,4 6 1,7 1 0,-1 9 0,4 4-227,1 5 0,5 5 0,3 3 1,4 3-108,4 1 0,3-4 0,6-1 0,2-6-119,1-4 0,5-9 0,-4 4 0,1-3 34,-1-1 1,-1-4 0,-5 1 0,-3-2 12,-4-2 0,-2 1 0,-4 2-28,-2 1 0,-4-4 1,-7-3-1,-2-1-242,-2-2 0,3 1 0,-3-4 0,1 1-1007,3-1 1,2-2 0,1-1 1199,0 0 0,0-11 0,-1-2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40.830"/>
    </inkml:context>
    <inkml:brush xml:id="br0">
      <inkml:brushProperty name="width" value="0.06" units="cm"/>
      <inkml:brushProperty name="height" value="0.06" units="cm"/>
    </inkml:brush>
  </inkml:definitions>
  <inkml:trace contextRef="#ctx0" brushRef="#br0">49 304 7767,'12'8'0,"0"0"0,0-4 0,1 3 0,-1-2 369,0-2 1,4-2 0,0-2 0,0-4 84,2-8 0,-1 0 1,4-7-1,-5-3-336,-3-4 0,-1 1 0,-1-3 0,-3 0-120,-4 1 0,-2 0 0,-4 5 0,-2 1-4,-4 2 0,-4 7 0,-3 0 0,-2 8 117,-2 4 0,-1 1 1,-3 1-1,1 4 110,2 8 0,4 5 1,-3 9-1,0 3 32,0 1 0,4 1 0,0 5 0,5 1-193,2 2 1,5-2-1,-1 3 1,2-1 7,2-4 0,10 2 0,2-11 0,4-3-755,6-2 1,-5-13-1,10-1 1,2-5-444,0-3 0,0-11 1,3-5-1,2-7 1130,1-5 0,1-3 0,0-6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41.014"/>
    </inkml:context>
    <inkml:brush xml:id="br0">
      <inkml:brushProperty name="width" value="0.06" units="cm"/>
      <inkml:brushProperty name="height" value="0.06" units="cm"/>
    </inkml:brush>
  </inkml:definitions>
  <inkml:trace contextRef="#ctx0" brushRef="#br0">182 55 7776,'0'-19'176,"-1"3"232,-3 2 1,-3 9 0,-6 5 0,-2 8 206,-1 7 0,-4 5 1,2 8-1,1 5-93,-1 2 0,2 1 0,4-1 1,1 0-286,3 2 1,2-8 0,6 6-1,0-2-299,0-2 0,6-9 1,3 1-1,5-4-55,2-4 1,5-7-1,-2-4 1,2-4-1462,-1-4 1,0-3 0,4-6-1,2-3 917,2-4 0,-6-3 1,1-2 660,-4 1 0,2-6 0,-2-1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41.298"/>
    </inkml:context>
    <inkml:brush xml:id="br0">
      <inkml:brushProperty name="width" value="0.06" units="cm"/>
      <inkml:brushProperty name="height" value="0.06" units="cm"/>
    </inkml:brush>
  </inkml:definitions>
  <inkml:trace contextRef="#ctx0" brushRef="#br0">85 43 7776,'-12'-7'373,"4"1"1,0 6-1,-2 2 287,0 2 0,1 3 0,1 5 0,0 1-326,2 3 0,0-1 0,6 5 1,0 2-204,0 1 1,2 1 0,2 0 0,4 1-173,2-1 0,4-5 0,1-4 1,2-5-218,2-2 0,-3-5 0,3 1 0,0-4-45,0-4 0,-3-8 1,3-8-1,-2-6 98,-2-6 0,-1-1 0,-3-7 0,-2 2 299,-1 2 1,-4 9-1,3 4 381,-2 4 0,-1 10 0,-4 10-195,0 10 1,0 8 0,0 9-1,0 4-131,0 3 1,4-2-1,2-2 1,0-3-718,4-5 0,-3 1 0,1-6 1,1-2-551,2-4 0,1-8 0,-1-1 1118,-3-6 0,8-4 0,-2-5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41.597"/>
    </inkml:context>
    <inkml:brush xml:id="br0">
      <inkml:brushProperty name="width" value="0.06" units="cm"/>
      <inkml:brushProperty name="height" value="0.06" units="cm"/>
    </inkml:brush>
  </inkml:definitions>
  <inkml:trace contextRef="#ctx0" brushRef="#br0">1 86 8542,'0'12'744,"0"0"0,0 1 1,0 4-337,0 3 1,0 3 0,0 1 0,0 2-242,0 2 0,0 3 0,0 4 0,0-1-5,0-2 0,0-4 0,0 3 0,0-2 61,0-7 0,0-3-95,0-7 0,0-8 1,0-8-229,0-10 1,0-8 0,0-4 0,0-2 76,0-4 0,1 1 1,2-2-1,2 0-71,2-2 0,-3 2 0,4 2 0,1 0-280,2 0 0,-3 7 0,0-3 0,3 2 85,4 3 1,-4 3-1,2 7 1,1 1-1071,-1 3 0,-6 3 1,5 5 1358,-1 0 0,0 5 0,1 7 0,0 7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41.743"/>
    </inkml:context>
    <inkml:brush xml:id="br0">
      <inkml:brushProperty name="width" value="0.06" units="cm"/>
      <inkml:brushProperty name="height" value="0.06" units="cm"/>
    </inkml:brush>
  </inkml:definitions>
  <inkml:trace contextRef="#ctx0" brushRef="#br0">1 1 7776,'5'17'410,"-4"2"1,3 5 0,-2 1-61,-2-1 1,0 1 0,0 1 0,0 1-187,0 0 1,0-8 0,0 4 0,0-4 22,0-5 0,0-7-1671,0-7 1,0-11 0,0-9 1483,0-3 0,0-6 0,0-2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41.858"/>
    </inkml:context>
    <inkml:brush xml:id="br0">
      <inkml:brushProperty name="width" value="0.06" units="cm"/>
      <inkml:brushProperty name="height" value="0.06" units="cm"/>
    </inkml:brush>
  </inkml:definitions>
  <inkml:trace contextRef="#ctx0" brushRef="#br0">0 73 7776,'6'-17'-105,"-5"7"1,3-2 0,-3 2-1251,-1-1 1355,6 4 0,1 2 0,5 5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42.014"/>
    </inkml:context>
    <inkml:brush xml:id="br0">
      <inkml:brushProperty name="width" value="0.06" units="cm"/>
      <inkml:brushProperty name="height" value="0.06" units="cm"/>
    </inkml:brush>
  </inkml:definitions>
  <inkml:trace contextRef="#ctx0" brushRef="#br0">12 1 7776,'0'12'0,"-1"-1"0,-2-2 0,-1 0 504,2 5 1,0 1 0,2 8 0,0 4 219,0 2 1,0 5 0,0 5 0,0 4-469,0 4 0,4-5 0,2 5 0,-1-2-202,1-2 0,-1-4 1,-2 0-1,1-5-1180,-2-6 0,0-6 1126,-2-2 0,0-11 0,0 2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42.164"/>
    </inkml:context>
    <inkml:brush xml:id="br0">
      <inkml:brushProperty name="width" value="0.06" units="cm"/>
      <inkml:brushProperty name="height" value="0.06" units="cm"/>
    </inkml:brush>
  </inkml:definitions>
  <inkml:trace contextRef="#ctx0" brushRef="#br0">0 122 7774,'0'-13'855,"0"5"689,0 0 1,0 0-1275,0-4 0,6 1 0,2 3 0,2 3-657,3-1 0,0 4 0,2-5 0,1 2-157,-1 2 0,-2-2 544,0 0 0,4-4 0,2 2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42.330"/>
    </inkml:context>
    <inkml:brush xml:id="br0">
      <inkml:brushProperty name="width" value="0.06" units="cm"/>
      <inkml:brushProperty name="height" value="0.06" units="cm"/>
    </inkml:brush>
  </inkml:definitions>
  <inkml:trace contextRef="#ctx0" brushRef="#br0">11 49 8582,'-7'1'997,"3"3"1,4-3 0,4 3-1614,5-2 1,1-2 0,2 0 266,1 0 1,-1-4-1,0-2 1,-1 0 348,-3-4 0,8-6 0,-3-3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42.497"/>
    </inkml:context>
    <inkml:brush xml:id="br0">
      <inkml:brushProperty name="width" value="0.06" units="cm"/>
      <inkml:brushProperty name="height" value="0.06" units="cm"/>
    </inkml:brush>
  </inkml:definitions>
  <inkml:trace contextRef="#ctx0" brushRef="#br0">98 0 7770,'0'12'498,"0"1"1,0-1 475,0 0 1,-2 0 0,-1 0 0,-1 2-406,2 2 0,-4 4 0,2 8 0,0 5-278,-1 2 1,2 6 0,-5 3 0,0 1-89,1 4 0,-2-3 1,3 5-1,1-5-1665,0-6 1,1-7 0,4-5-1,0-4-2398,0-4 3860,0-7 0,-6-13 0,-1-7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2:42.598"/>
    </inkml:context>
    <inkml:brush xml:id="br0">
      <inkml:brushProperty name="width" value="0.06" units="cm"/>
      <inkml:brushProperty name="height" value="0.06" units="cm"/>
    </inkml:brush>
  </inkml:definitions>
  <inkml:trace contextRef="#ctx0" brushRef="#br0">25 1 9836,'-7'5'315,"-3"-4"1,8 10 0,-3-4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3:33.298"/>
    </inkml:context>
    <inkml:brush xml:id="br0">
      <inkml:brushProperty name="width" value="0.06" units="cm"/>
      <inkml:brushProperty name="height" value="0.06" units="cm"/>
    </inkml:brush>
  </inkml:definitions>
  <inkml:trace contextRef="#ctx0" brushRef="#br0">0 331 7708,'0'-8'1546,"0"-1"-850,0 6 1,0-4-130,0 3 1,0 1-373,0-5 1,2 5 0,1-3-86,1 1 1,6 2 0,0-4 0,4 0-147,3 0 0,7-3 0,0-6 1,5-2-380,4-2 1,1 1-1,4-4 1,0 2-94,0-2 0,-6 5 0,-2 1 1,-3 3-707,-2 1 1,-5 0 1213,-3 1 0,-3 5 0,-1 1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3:33.714"/>
    </inkml:context>
    <inkml:brush xml:id="br0">
      <inkml:brushProperty name="width" value="0.06" units="cm"/>
      <inkml:brushProperty name="height" value="0.06" units="cm"/>
    </inkml:brush>
  </inkml:definitions>
  <inkml:trace contextRef="#ctx0" brushRef="#br0">39 1 7054,'-13'0'588,"0"0"1,6 6 0,3 2-1,3 5-111,1 4 1,0 8-1,0 9 1,0 4-227,0 4 0,0 5 0,1 7 0,2 2-332,1 2 0,0-9 1,-2 1-1,1-7-144,1-6 1,1-6 0,-2-10-214,2-4 0,0-8 0,-2-6 0,1-6 438,-1-6 0,4-13 0,0-5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3:33.914"/>
    </inkml:context>
    <inkml:brush xml:id="br0">
      <inkml:brushProperty name="width" value="0.06" units="cm"/>
      <inkml:brushProperty name="height" value="0.06" units="cm"/>
    </inkml:brush>
  </inkml:definitions>
  <inkml:trace contextRef="#ctx0" brushRef="#br0">37 128 7909,'-12'12'445,"3"-5"0,2-1-244,1 0 0,4-5 0,6 3 402,4-2 1,9-4 0,4-2 0,3-3-293,2 0 0,1-4 0,1 2 0,3-2-610,1-2 0,-3 1 0,0-1 0,-2 0-671,-1 0 0,-1 1 0,-1 0 1,-3 3 969,-4 0 0,-3 6 0,-1-2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3:34.164"/>
    </inkml:context>
    <inkml:brush xml:id="br0">
      <inkml:brushProperty name="width" value="0.06" units="cm"/>
      <inkml:brushProperty name="height" value="0.06" units="cm"/>
    </inkml:brush>
  </inkml:definitions>
  <inkml:trace contextRef="#ctx0" brushRef="#br0">50 140 7708,'-13'1'401,"0"2"2607,1 1-2659,5 1 0,2-5 0,10 0 1,3 0 100,3 0 1,8-5-1,2 0 1,3-1-328,1 0 0,-4-2 0,1 2 0,0-1-328,2-3 0,2 3 0,-2-1-1709,-3-2 0,5-1 0,-3-2 1914,0 0 0,5-5 0,4-2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3:34.514"/>
    </inkml:context>
    <inkml:brush xml:id="br0">
      <inkml:brushProperty name="width" value="0.06" units="cm"/>
      <inkml:brushProperty name="height" value="0.06" units="cm"/>
    </inkml:brush>
  </inkml:definitions>
  <inkml:trace contextRef="#ctx0" brushRef="#br0">215 44 7771,'-23'6'226,"-2"2"0,2 3 1,-5 2-1,4 0 635,3 0 0,5 1 0,-1 1 0,3 4-404,1 0 1,6-3 0,3 1 0,4-2-380,4 2 1,3-3-1,6 2 1,1-5 119,3-2 0,3-7 0,7 3-497,2-4 1,-2-7 0,3-3-1,-3-7 1,-2-5-350,0-3 0,1-2 0,-2 1 0,-2 0 468,0-1 1,-11 1-1,2 1 1,-2 3-17,0 4 1,-4 3 271,-3 1 0,-2 7 0,-4 6 0,0 7 1,-4 6 519,-1 4 0,3 3 0,-3 5 0,1 1-445,3-1 0,2-4 1,1-1-1,0-2-1477,0-2 0,1-4 1326,3-3 0,3-3 0,6-6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3:34.763"/>
    </inkml:context>
    <inkml:brush xml:id="br0">
      <inkml:brushProperty name="width" value="0.06" units="cm"/>
      <inkml:brushProperty name="height" value="0.06" units="cm"/>
    </inkml:brush>
  </inkml:definitions>
  <inkml:trace contextRef="#ctx0" brushRef="#br0">115 0 7902,'-6'13'0,"-3"1"347,-2 3 0,4-2 1,1 7-1,2 0 240,0 2 0,1 2 0,6-1 0,3 0-234,1 1 0,3-1 1,5-1-1,2-1-143,-1-2 0,-1-6 0,1 4 0,1-1-226,-2 3 1,-5-1-1,-3 0 1,-1-2-68,-3-2 0,-6-1 0,-4-1 0,-3 0-301,-4-2 0,-8-7 0,3 2 1,-2-1-77,-1-3 0,5-2 1,-2-1-1,0-1 38,4-3 0,5-3 0,3-6 422,1 0 0,-4-11 0,3-3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3:34.930"/>
    </inkml:context>
    <inkml:brush xml:id="br0">
      <inkml:brushProperty name="width" value="0.06" units="cm"/>
      <inkml:brushProperty name="height" value="0.06" units="cm"/>
    </inkml:brush>
  </inkml:definitions>
  <inkml:trace contextRef="#ctx0" brushRef="#br0">1 13 7771,'7'2'389,"-1"1"525,-1 1 1,1 2 0,4-4-492,-2 3 0,1-1 0,3-4 0,1 0-647,0 0 0,-1 0 1,1 0-1,0-2-1118,0-2 1,1 3 0,1-5 1341,2 1 0,0-3 0,-4-4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3:35.114"/>
    </inkml:context>
    <inkml:brush xml:id="br0">
      <inkml:brushProperty name="width" value="0.06" units="cm"/>
      <inkml:brushProperty name="height" value="0.06" units="cm"/>
    </inkml:brush>
  </inkml:definitions>
  <inkml:trace contextRef="#ctx0" brushRef="#br0">128 0 7921,'-13'0'462,"0"0"0,1 6 0,-1 2 0,2 4 262,2 0 0,-2 2 1,4 3-1,-2 6-274,1 5 0,5 6 1,-3 8-1,2 6 169,0 6 0,0 0 0,4 5 0,0 0-926,0-1 0,0-1 0,0-9 1,0-5-1464,0-5 0,4-9 0,2-4 1770,1-7 0,1-4 0,5-1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3:35.597"/>
    </inkml:context>
    <inkml:brush xml:id="br0">
      <inkml:brushProperty name="width" value="0.06" units="cm"/>
      <inkml:brushProperty name="height" value="0.06" units="cm"/>
    </inkml:brush>
  </inkml:definitions>
  <inkml:trace contextRef="#ctx0" brushRef="#br0">0 6 9056,'0'-6'1484,"0"8"-905,0 9 1,4 9 0,2 9 0,1 7-322,3 5 0,-3 5 1,2 8-1,0 2-411,3 2 1,-4-3 0,-1 3 0,-1-1 333,-3-4 0,2-10-1126,0-5 1,-3-12 0,-6-4 0,-4-12 944,-4-8 0,0-13 0,-1-3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3:35.731"/>
    </inkml:context>
    <inkml:brush xml:id="br0">
      <inkml:brushProperty name="width" value="0.06" units="cm"/>
      <inkml:brushProperty name="height" value="0.06" units="cm"/>
    </inkml:brush>
  </inkml:definitions>
  <inkml:trace contextRef="#ctx0" brushRef="#br0">1 89 11149,'14'0'86,"3"0"1,-2-1 0,5-3 0,1-5-1875,3-2 0,-1-2 1788,6 1 0,4-7 0,-1-1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3:35.963"/>
    </inkml:context>
    <inkml:brush xml:id="br0">
      <inkml:brushProperty name="width" value="0.06" units="cm"/>
      <inkml:brushProperty name="height" value="0.06" units="cm"/>
    </inkml:brush>
  </inkml:definitions>
  <inkml:trace contextRef="#ctx0" brushRef="#br0">51 153 7768,'-13'24'0,"5"-2"0,-1 12 0,1 0 675,1-2 0,1 5 0,6-4 1,0 0 104,0 1 0,6-5 1,2-1-1,5-6-664,4-5 0,-2-8 1,7-6-1,0-6-419,2-6 1,-3-13 0,-1-8-1,-2-7-48,-2-5 0,-3 1 0,-5-5 1,-4-1 39,-2 2 1,-4 1 0,-2 7 0,-4 3 246,-4 5 0,0 6 1,-1 5-1,-1 2-24,-3 5 0,-1 7 1,-4 0-1,5 2-403,3 2 0,6 6 0,1 2 0,1 4-1237,3 0 1728,2 7 0,1 0 0,0 7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3:36.446"/>
    </inkml:context>
    <inkml:brush xml:id="br0">
      <inkml:brushProperty name="width" value="0.06" units="cm"/>
      <inkml:brushProperty name="height" value="0.06" units="cm"/>
    </inkml:brush>
  </inkml:definitions>
  <inkml:trace contextRef="#ctx0" brushRef="#br0">77 56 7810,'-13'0'548,"1"0"1,-1 0 88,0 0 0,5 5 1,1 4-1,1 2-118,3 2 0,2 5 0,1 3 0,0 3-399,0 2 1,6-1 0,3 1-1,6-1-202,1 0 1,3-5-1,-4-4 1,4-6-209,0-6 0,1-3 0,1-4 0,-2-5-126,-1-9 0,-8-7 1,3-6-1,-2-4 248,0-2 1,-4-1-1,-2 3 1,-4 5 593,-1 2 0,0 6-127,0-1 1,0 14 0,0 4 195,0 9 1,0 12 0,0 4-1,0 3-822,0 2 0,4-1 0,2-1 0,1-1-605,3-2 1,-3-1 0,1 1 0,1-3-1421,-2 1 2352,4-11 0,-4 9 0,6-10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3:36.779"/>
    </inkml:context>
    <inkml:brush xml:id="br0">
      <inkml:brushProperty name="width" value="0.06" units="cm"/>
      <inkml:brushProperty name="height" value="0.06" units="cm"/>
    </inkml:brush>
  </inkml:definitions>
  <inkml:trace contextRef="#ctx0" brushRef="#br0">153 31 7768,'0'-8'786,"0"-1"1,-5 5-225,1-4 1,-4 6 0,2 2 0,0 7-26,1 5 0,0 6 0,5 3 0,0 3-116,0 2 0,0 0 1,0 3-1,0 0-156,0 0 0,2-1 0,1 0-156,1 2 0,4-1 1,-3-3-1,-3-2 1,0-2-235,-2-1 0,0-5 0,0 1 0,-2-3-255,-2-1 0,-3-6 1,-6-2-1,-1 0-462,-3-1 0,3 0 0,-3-4 0,3 0-681,1 0 0,2-6 0,3-3 1523,3-7 0,4 2 0,1-4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3:37.013"/>
    </inkml:context>
    <inkml:brush xml:id="br0">
      <inkml:brushProperty name="width" value="0.06" units="cm"/>
      <inkml:brushProperty name="height" value="0.06" units="cm"/>
    </inkml:brush>
  </inkml:definitions>
  <inkml:trace contextRef="#ctx0" brushRef="#br0">112 140 7768,'20'2'409,"-4"0"1,-1 3 244,-3-3 1,1 0 0,0-4 0,-1 0-99,1-3 1,-6-4 0,-3 0 0,-2-2-200,-2-2 1,0-4 0,-2 0-1,-2 2-428,-4 1 0,-9 1 1,-3 2-1,-1 2 96,0 5 0,-1 2 0,-2 4 0,2 3 73,1 8 0,5 7 1,1 8-1,3 5 220,4 3 0,5 0 0,0 6 0,6-1-20,6 1 1,9-2 0,7-1 0,8-8-532,3-9 0,7-13 0,-1-7-2797,-1-9 1,1-13 3029,-3-14 0,1-8 0,-7-3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3:37.613"/>
    </inkml:context>
    <inkml:brush xml:id="br0">
      <inkml:brushProperty name="width" value="0.06" units="cm"/>
      <inkml:brushProperty name="height" value="0.06" units="cm"/>
    </inkml:brush>
  </inkml:definitions>
  <inkml:trace contextRef="#ctx0" brushRef="#br0">126 26 7778,'-13'-12'138,"1"4"0,-2 2 246,-3 6 1,0 10 0,-2 6 0,7 5 0,2 7-82,3 3 1,3 3-1,8 4 1,6 2-37,5 2 1,5 2 0,5 2-126,1-3 1,-1-5 0,2-3 0,0-3 0,0 0-57,-3-4 1,-7-6 0,0-2 0,-5 0-108,-3 0 1,-4-5-1,-6 1 4,-3-6 1,-3 1-1,-7-4 1,-3 1 0,-3-1-355,0-1 1,-4 0 0,4-3 0,1 1-241,2-1 0,2-2 1,4-2-1,1-4-411,2-3 0,5-3 1022,-1-2 0,2-5 0,2-2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3:41.994"/>
    </inkml:context>
    <inkml:brush xml:id="br0">
      <inkml:brushProperty name="width" value="0.06" units="cm"/>
      <inkml:brushProperty name="height" value="0.06" units="cm"/>
    </inkml:brush>
  </inkml:definitions>
  <inkml:trace contextRef="#ctx0" brushRef="#br0">202 280 7792,'-24'-7'0,"2"3"465,0 3 1,1 1-1,-3 3-200,3 5 0,3 5 0,5 11 0,2 0 0,1 4-7,1 3 0,7-1 1,-3 2-1,5 1-396,5-1 0,3-2 0,9 2 0,4 1-320,3-1 1,3-7 0,1 2-190,2-3 0,8-3 0,-3-9 0,-1-4 647,-2-4 0,4-8 0,-4-3 0</inkml:trace>
  <inkml:trace contextRef="#ctx0" brushRef="#br0" timeOffset="234">443 369 8116,'-12'10'423,"-1"3"1,5 5-1,-1 1 1,1 5-136,1 2 1,1 5 0,6 10 0,0 3 126,0 1 0,7-8 0,4 0 1,6-5-325,3-4 0,1-11 1,3-5-1,-1-5-335,-2-4 1,0-12 0,3-5 0,-1-6 7,-2-7 0,-10-4 0,0-5 0,-4 0 36,-4 2 1,-1 5 0,-4-2 0,-3 3 100,-8 4 0,-1 7 1,-6 0-1,0 3-199,1 1 0,2 6 0,-5 3 1,0 2-299,-2 2 0,4 0 0,3 2 596,3 2 0,-4 3 0,-2 6 0</inkml:trace>
  <inkml:trace contextRef="#ctx0" brushRef="#br0" timeOffset="752">761 268 7814,'6'12'149,"-5"5"1,5 0 0,-2 0 383,0 2 0,5-2 0,-4 7 0,1 2 42,0 1 0,2 1 0,-2 1 0,1 2-337,3 1 1,-3 1 0,0 2 0,0-1-278,0 1 1,-3-7 0,3-1-19,-1-3 0,-2-7 1,-4-11-292,0-5 1,0-9 0,0-15 0,0-7-2,0-8 1,-4-1 0,0-8 0,1 1 96,1 0 1,2 1 0,0 6-1,0-2 62,0 0 0,2 10 1,2-2-1,4 8 241,4 4 0,0 11 1,1 1-1,0 9 74,0 9 1,3 11 0,1 14 0,-1 4-4,-2 4 1,-1-1 0,-2 4-1,-1 0 29,-2 0 1,-3-2-1,2 2-64,-2-1 0,0-6 0,-5-6 1,0-2-1,0-6-200,0-6 0,0-11 0,0-8-95,0-10 1,0-15 0,0-12-1,0-9-8,0-6 1,0-1 0,0-2-1,0 2 161,0 5 1,0 2-1,1 1 1,3 3 304,5 4 1,2 10 0,2 7 0,-1 6 46,1 9 0,0 7 0,0 10 0,-1 11 80,1 10 0,-2 6 0,-1 1 0,-1 2-454,0 2 0,3-5 0,-1 2 0,-1-1-235,-2-2 1,1-7 0,4 0 0,-1-7-347,1-5 0,0-4 0,-2-6 658,-3-7 0,4-11 0,-5-9 0</inkml:trace>
  <inkml:trace contextRef="#ctx0" brushRef="#br0" timeOffset="916">1447 179 7814,'0'12'166,"0"1"0,0 1 457,0 3 0,0 4 0,0 9 1,1 5-139,4 6 1,2 0 0,5 4 0,2 1-464,3-1 0,-1 1 1,4 4-1,-2-1-496,-2 2 0,-2-7 0,-2 4 0,1-6-1228,0-5 1,-5-16 1701,1 0 0,-6-14 0,2 4 0</inkml:trace>
  <inkml:trace contextRef="#ctx0" brushRef="#br0" timeOffset="1134">1434 407 7814,'-8'-38'95,"-1"0"0,7 4 0,-3 3 0,4 2 293,1 0 0,6 5 0,2-4 0,5 4-99,4 3 1,-3 7 0,4 1-1,-1 8-144,0 3 0,1 4 0,-2 2 0,1 7 33,-2 9 1,-1 1-1,-2 9 1,-4-2-43,-4 2 0,2-2 1,-2 4-1,-1 1-379,-1-1 1,-4-4 0,-2 2 0,-3-3-481,0-2 0,-3 1 0,4-4 1,-1-3-611,-3-7 0,5-6 1333,0 2 0,-2-5 0,0 3 0</inkml:trace>
  <inkml:trace contextRef="#ctx0" brushRef="#br0" timeOffset="1449">1853 153 7814,'-9'24'190,"-4"-2"1,-3 4 0,4-3 0,0 0 0,2 1 647,2 0 1,1 2 0,-2 3 0,4 0-420,-1-1 0,5-5 0,-2-3 0,6 0-575,5-1 1,4-7 0,2-1 0,1-4-19,2-4 1,4-7 0,-4-5 0,0-4-156,2-4 0,-5-4 0,3-8 0,-3-5 117,-2-3 1,-5 2 0,-2-1 0,-4 1 387,-1 4 0,4 4 1,1 6-1,-3 4 466,0 3 1,-4 8 0,0 9-357,-3 13 0,-3 6 1,4 15-1,1 3-453,1-1 1,2 1-1,0-4 1,2 0-583,2-3 0,3-9 1,6 0-1,1-5-452,3-8 1,-2-5 0,5-12 1200,-2-7 0,5-11 0,-3-8 0</inkml:trace>
  <inkml:trace contextRef="#ctx0" brushRef="#br0" timeOffset="1615">2196 1 7814,'-4'8'1143,"0"1"1,0 1-598,-2 1 1,5 7 0,-4 4-1,4 3-53,1 5 0,4 4 0,2 8 0,1 4-500,3 4 1,1 1-1,2-1 1,0 0-805,-1-4 0,0 0 1,-3-7-1,0-1-961,1-5 0,-5-11 1772,0-5 0,-10-8 0,-2-4 0</inkml:trace>
  <inkml:trace contextRef="#ctx0" brushRef="#br0" timeOffset="1749">2209 407 7814,'0'-12'113,"0"-1"1,0 0 0,0 1 760,0-1 0,0 0 1,2 1-938,2-1 1,-1 4 0,5 2-1,2 0-854,1 0 0,2 3 0,0-3 917,-1 1 0,7-4 0,0 3 0</inkml:trace>
  <inkml:trace contextRef="#ctx0" brushRef="#br0" timeOffset="1882">2412 242 7814,'5'26'374,"-1"-1"0,-1 1 204,-2-1 1,0 0 0,2 2-1,2 1-279,-3 2 0,1 0 0,0-5 0,3 0-1182,1 1 0,-4-11 0,2-3-374,1-5 0,-5-6 1257,3-9 0,4-6 0,-1-12 0</inkml:trace>
  <inkml:trace contextRef="#ctx0" brushRef="#br0" timeOffset="2015">2463 52 7814,'0'12'480,"-4"-3"1,-2-1 0,1 2-29,-1 2 0,2 0 1,4 1-1,0 0-607,0-1 1,0 1-1,0 0-2756,0-1 2911,5 1 0,2 0 0,6 0 0</inkml:trace>
  <inkml:trace contextRef="#ctx0" brushRef="#br0" timeOffset="2399">2565 64 7814,'0'9'331,"0"-1"0,0 2 304,0 2 1,0 0-1,1 1 1,2 0-265,1-1 0,2 3 0,-2 0 1,3 3 31,0 2 1,3 1 0,-4 5 0,1 1-338,3 2 0,-3-1 0,0 5 0,0-2-47,0-3 1,-3-1-1,3-3 1,-1-3-608,-3-4 1,0-7 196,1-2 0,-3-12 0,3-3 0,-2-8-53,-2-5 0,0-3 0,0-4 0,0 1 287,0 2 1,1 5-1,3 0 1,5 0 157,2 4 0,2 6 0,1 5 0,2 3 4,1 1 1,4 0 0,-3 2 0,0 5 820,1 6 0,-2 8 0,-5 0 0,1 5-250,0 3 0,-6 0 1,-3 3-1,-4-1-380,-4-3 0,-5-1 0,-6-3 0,-4-3-28,0-4 1,2-4 0,-4-4 0,-1-5-914,3-3 1,0-1 0,7-3 0,-1-4-1191,0-5 0,5-10 0,1 1 1935,1-3 0,2-7 0,4-1 0</inkml:trace>
  <inkml:trace contextRef="#ctx0" brushRef="#br0" timeOffset="2798">2971 77 7814,'9'0'0,"-1"2"405,2 2 1,0 4 0,-2 9 0,-2 6 830,0 5 0,-5 0 0,3 6 0,-2 1-1036,-2 2 1,0 1-1,1-1 1,2-3-884,1-5 1,2-6 0,-3-3-582,1-2 1,6-8-1,-3-10 482,0-7 1,0-4 0,-4-2 0,2 0 781,3 1 0,-4 0 0,4 2 0,2 2 43,1-2 0,2 3 0,1-1 0,2-1 275,1 2 1,5-4 0,-2 2-1,1-2 243,0-2 0,-1-1 1,1-3-1,-4-4-156,-3-3 0,-1 3 0,-2 0 0,-2-1-114,-5 3 1,-4-5 0,-4 5 0,-6 2 50,-6 5 0,-2 3 0,-5 1 0,2 5-53,-1 6 1,-1 5 0,2 9 0,4 4 163,3 3 0,3 7 0,2 5 0,5 5-187,3 5 1,6-1-1,5 2 1,7 1-1,8 1 0,8-8 1,8-4-1,1-7-1007,-1-11 1,0-6 0,-3-13 0,-1-3-4511,-5-5 5251,-12-6 0,10-17 0,-11-2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3:40.895"/>
    </inkml:context>
    <inkml:brush xml:id="br0">
      <inkml:brushProperty name="width" value="0.06" units="cm"/>
      <inkml:brushProperty name="height" value="0.06" units="cm"/>
    </inkml:brush>
  </inkml:definitions>
  <inkml:trace contextRef="#ctx0" brushRef="#br0">114 302 7796,'-9'0'0,"2"2"334,2 2 0,-1-3 17,2 4 1,4-4 0,0-1 105,7 0 1,4-1 0,3-2-343,3-1 0,-1-8 0,4 1 0,-1-4-164,1-1 1,-4-4 0,2-1 0,-1-3 0,-2-1-52,-3-1 1,-4-1 0,-5 1 42,1 0 1,-5-1-1,-8 12 1,-3 4-1,-5 6 10,-4 8 1,-5 7 0,-2 10 284,-2 5 0,1 13 0,3 3 0,2 4 0,2 6 56,0 1 0,11-1 0,0 7 0,4 0-199,4 0 1,4-10-1,6-3 1,8-8-471,3-8 1,4-9 0,7-7 0,0-8-388,0-3 1,2-5-1,-2-5 1,1-11 204,1-8 0,-3-2 1,5-8-1,-2-4 557,-3-3 0,-4 2 0,-1-3 0,1 1 0,-2 3 0,-5 3 0,0 4 0,-4 5 0,-5 2 0,-2 7 0,-8 4 0,-2 7 294,-4 4 0,-4 4 0,0 1 0,-2 0 434,-3 0 1,3 1-1,-3 4 1,2 4-261,3 7 0,3 4 1,2 7-1,2 2-177,2 5 1,1 0 0,2 1 0,2 3-315,2 2 1,4-5-1,8 5-454,1-5 1,6-8 0,-2-2 0,3-6 0,1-7-391,0-3 1,2-5-1,0-8 1,-1-6 454,-7-6 1,-3-5 0,-3-7 411,-1-2 0,-3-4 0,-2 5 0,-2 1 0,-2 1 0,-1 1 0,-2 1 0,-2-1 0,-1 3 47,-1 1 1,-6 4 0,2 7 56,-3 2 1,-2 4 0,0 5 947,0 0 0,2 7 0,3 4-583,3 4 1,0 8-1,1-2 1,1 3-1,3 2-332,4-1 0,3 0 1,6-1-1,-1-1-264,1-2 0,1-1 0,3 0 0,4-6-78,3-4 0,-3-8 0,1 1 1,-1-7-101,-1-9 1,-2-5-1,-5-7 1,-2-2 65,-3-3 1,-1-1 0,-4-3 0,2 3 321,-3 0 0,-2 10 1,-2 0-1,-4 5 130,-1 4 0,3 5-96,-5 2 0,6 11 0,-1 7 0,3 5 0,2 5-247,3 2 0,-1-2 1,6 6-1,0-2-582,3-2 1,-4-8-1,1-3 712,1-2 0,1 2 0,2-7 0</inkml:trace>
  <inkml:trace contextRef="#ctx0" brushRef="#br0" timeOffset="234">1003 277 8605,'13'0'570,"-5"6"0,-1 2 0,-1 3-176,-3 2 1,-2 5 0,-1 4 0,2 3-305,2 5 1,-3-2-1,3 4 1,-1 1 61,2-1 0,-4-8 0,3 0-222,-2-4 0,2-6 41,0-10 1,0-12 0,-4-16-1,0-6-34,0-2 0,5-2 0,-1-3 1,-1 1-180,-2-3 1,3 8-1,2-4 1,0 5-389,-1 6 1,5 6 0,-1-2-1,2 2-1100,2 2 1730,-1 8 0,7 2 0,0 6 0</inkml:trace>
  <inkml:trace contextRef="#ctx0" brushRef="#br0" timeOffset="467">1435 353 8156,'11'2'0,"-1"0"739,-1 3 0,-5-1-156,4-4 0,-5-2 1,1-2-1,-2-6-399,-2-5 1,-2-1 0,-2-5-1,-4-1-136,-4-2 0,-2 4 0,-3 3 1,-2 3 155,-1 1 1,-3 6-1,6 3 1,2 5 93,1 8 0,2 5 0,4 13 1,4 4 124,2 7 0,8 5 0,4 7 0,7-4-304,8-3 0,2-5 1,7-6-1,2-8-537,5-10 0,-1-6 1,2-11-1,-2-7 418,-2-11 0,-6-9 0,-1-8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4:30.029"/>
    </inkml:context>
    <inkml:brush xml:id="br0">
      <inkml:brushProperty name="width" value="0.06" units="cm"/>
      <inkml:brushProperty name="height" value="0.06" units="cm"/>
    </inkml:brush>
  </inkml:definitions>
  <inkml:trace contextRef="#ctx0" brushRef="#br0">176 300 7580,'5'-4'967,"-1"-1"-701,-8-5 1,2 1 0,-4 0 0,-1 1 58,-1 2 1,-1-2-1,-2 5 1,0 1 0,-2 2 98,-2 3 1,1 8 0,-2 8 0,1 9-41,2 8 1,-2 7 0,3 7 0,4 4-88,4 3 1,3-3-1,3 4-175,4-1 0,4-4 0,11-3 0,3-6 1,3-6-620,2-8 1,4-9-1,-1-10 1,0-5-1748,2-6 0,-6-6 2244,6-9 0,0-9 0,-2-9 0</inkml:trace>
  <inkml:trace contextRef="#ctx0" brushRef="#br0" timeOffset="668">555 558 7857,'-10'0'738,"5"0"0,2 0 0,6 0 1,4 0-540,5 0 1,2-4-1,5-2 1,-1-3-251,0-4 1,1 2-1,-2-4 1,0-3-70,-2-2 0,-4 0 0,1 0 0,-5 2-243,-4 3 1,-3 4-1,-3-1 1,-4 5 428,-5 4 1,-3 4 0,-5 5 0,-2 7 316,2 3 1,0 4-1,3 1 1,0 5 24,2 3 0,7-2 1,-1 3-1,4 1-193,3 0 1,2-3-1,4 1 1,6-2-473,4-1 0,4-7 0,3-2 0,1-3-762,2-2 1,-2-6 0,2-5 0,2-6-1543,0-8 2561,-2-3 0,3-11 0,-4-1 0</inkml:trace>
  <inkml:trace contextRef="#ctx0" brushRef="#br0" timeOffset="864">933 208 7857,'-15'0'0,"-2"0"128,1 0 1,4 4 0,-1 2 0,3 3 774,1 3 0,3 6 0,0 4 1,3 3-400,4 4 0,1-1 1,7 6-1,2 1-279,2 1 1,3-2-1,2-2 1,1-3-573,-1-2 1,0-6-1,0 0 1,-2-4-742,0-1 0,-4-8 0,1 1 0,-1-2-604,-4-1 1692,-5-2 0,1-4 0,-4 0 0</inkml:trace>
  <inkml:trace contextRef="#ctx0" brushRef="#br0" timeOffset="1049">878 577 8006,'-5'-7'246,"1"1"0,4 1 0,4-2 1,2 1-15,2-1 0,5 2 0,3-2 0,1 0-264,1-1 1,3-2 0,2-3 0,2-2-499,1-2 1,-1-3-1,2 0 1,-1-3 80,-2 0 1,-3 1 0,-1-3 0,-3 0 448,-5-2 0,-2-1 0,0 1 0</inkml:trace>
  <inkml:trace contextRef="#ctx0" brushRef="#br0" timeOffset="1198">1191 152 6797,'-9'0'-437,"0"1"1154,0 2 1,0 0-1,0 6 1,2 2-314,1 2 1,4 4 0,-1 4 0,2 5 37,1 3 0,1 5 1,2 5-1,3 2-79,2 1 0,3-5 1,0 1-1,1-3-178,-1-6 1,1-4 0,-1-5 0,1-2-1284,0-3 0,-2-4 373,-1-2 1,-4-5 0,-2-4 724,-2-5 0,-1-3 0,0-1 0</inkml:trace>
  <inkml:trace contextRef="#ctx0" brushRef="#br0" timeOffset="1348">1145 512 7857,'0'-9'345,"-3"3"1,0 0 66,1-2 1,2 3 0,2-1 0,2 0-466,1 1 0,3-2 0,3 2 0,2 1-453,1 0 0,2-2 0,2 2 1,1 0 505,-1 0 0,1-3 0,-1 2 0</inkml:trace>
  <inkml:trace contextRef="#ctx0" brushRef="#br0" timeOffset="1651">1404 420 7877,'-1'5'20,"-1"-1"616,-1 0 0,0-3 0,7 1-188,2-4 0,2-3 0,1-5 0,0-3-271,1-2 0,0 1 1,1-2-1,1 0-479,0-2 0,-3 0 0,-2 1 0,-2 0 175,-1 2 1,-1 4 0,-3-2-1,0 3 309,0 1 0,-5 4 1,-3 2-1,-3 3 63,0 3 1,-1 2 0,1 5 0,-1 3-50,0 6 1,5 1 0,2 6 0,1 2-131,2 0 0,1-3 1,1 4-1,1-1-406,2 1 1,5-5-1,5 1 1,-1-4-428,1-7 0,1-4 1,6-3-1,0-5 18,2-4 1,0-6-1,-4-6 749,0-4 0,5-11 0,1 0 0</inkml:trace>
  <inkml:trace contextRef="#ctx0" brushRef="#br0" timeOffset="1848">1708 198 7857,'-14'10'240,"2"-1"1,0 1-1,1 2 1,-2 4 715,-2 1 0,6 3 1,-1 1-1,1 5-272,1 3 1,5 0 0,0 1-1,2-3-473,1-3 1,2-5-1,3 0 1,5-1-85,0-5 1,1-6-1,1-4 1,4-2-839,1-1 1,2-1 0,-2-3 0,0-5-955,-2-6 1,-3-3 0,4-4-1,-1-2 1665,-1-3 0,0 0 0,-1-9 0,1-2 0</inkml:trace>
  <inkml:trace contextRef="#ctx0" brushRef="#br0" timeOffset="2014">1874 97 9768,'-5'4'1187,"1"-1"1,4 6 0,0 5-839,0 2 0,0 4 0,0 4 0,1 5-504,2 2 1,1 3-1,3 3 1,0-1 47,0-2 0,-3-5 1,0-6-1,-1 0-2613,0-3 1,0-7 2719,-3-4 0,-8-6 0,-2 1 0</inkml:trace>
  <inkml:trace contextRef="#ctx0" brushRef="#br0" timeOffset="2152">1856 374 7851,'0'-15'306,"3"2"1,0 4 0,-1-1 17,-1 1 1,2 3 0,1 0 0,0-1-112,0-1 1,4-1 0,-2 2 0,2 1-636,1-1 1,0 2 0,1-1 0,-1-2-990,0 0 0,0-1 1411,1 0 0,3 0 0,1-1 0</inkml:trace>
  <inkml:trace contextRef="#ctx0" brushRef="#br0" timeOffset="2290">2059 217 8424,'0'20'0,"0"1"-9,0-1 0,0 1 0,0 4 1,0-1-72,0-1 1,0-2-1,1-3 1,1-3 101,1-3 1,0-4 0,-2-5-23,2-6 0,-2-12 0,3-4 0</inkml:trace>
  <inkml:trace contextRef="#ctx0" brushRef="#br0" timeOffset="2426">2096 134 7851,'-8'1'-461,"0"1"-504,2 1 965,4 0 0,-2 1 0,4 1 0</inkml:trace>
  <inkml:trace contextRef="#ctx0" brushRef="#br0" timeOffset="2598">2188 134 7851,'0'10'99,"0"2"0,0 0 0,0 3 1,0 1 270,0 2 1,1-2 0,1 1 0,2 0 68,1-1 0,-2-3 0,4-1-352,0-2 0,-2-5 1,1-2-1,0-3-105,-1-3 0,0-6 0,-2-6 0,1-4 26,1-2 0,-3 1 0,1-1 0,-2 0-399,-1 0 0,0 1 0,1-1 0,1 1-187,1 2 1,0 2 0,-3 2 0,1 1-161,2 1 1,-1 3 737,4 3 0,1 2 0,2 4 0</inkml:trace>
  <inkml:trace contextRef="#ctx0" brushRef="#br0" timeOffset="2849">2410 152 7851,'9'4'477,"-3"0"0,0 4 379,1-2 1,1-4-569,2 1 0,-5-6 0,-2-4 0,-2-4-32,-1-1 1,-1-4-1,-2 0 1,-3-1-126,-3-2 0,2 4 0,-1 1 0,-2 0 454,0 3 0,-2 4 0,0 2-114,-3 1 0,1 8 0,3 6 0,3 4-146,2 6 1,4 0 0,-1 6-1,2 2-212,1 0 0,2-1 0,3 3 0,4-4-522,1-1 1,5-8 0,0 1 0,1-4-835,0-3 0,1-4 0,-3-5 1,2-5-390,-1-7 0,-3-3 1632,0-5 0,-2-5 0,-1-1 0</inkml:trace>
  <inkml:trace contextRef="#ctx0" brushRef="#br0" timeOffset="3030">2557 4 8770,'4'-4'3072,"1"4"-2424,1 6 1,2 3 0,-1 3 0,3 5 114,3 7 0,3 2 0,-2 9 0,2 4-6,-1 6 1,-4 6-1,2 5 1,-4 2-673,-3-1 1,-3-4-1,-6 2 1,-4-7-1280,-4-4 0,-4-12 0,-3-2 0,-1-7-5572,1-5 6766,-5-8 0,-4-2 0,-6-3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4:46.906"/>
    </inkml:context>
    <inkml:brush xml:id="br0">
      <inkml:brushProperty name="width" value="0.06" units="cm"/>
      <inkml:brushProperty name="height" value="0.06" units="cm"/>
    </inkml:brush>
  </inkml:definitions>
  <inkml:trace contextRef="#ctx0" brushRef="#br0">33 310 7841,'-1'-9'0,"-1"0"328,-1-1 0,-3 1 595,3 0-570,0 0 1,3 9-1,1 6-97,2 7 0,2 9 0,4 3 0,1 4 1,-1 3-111,0 1 0,0 1 0,0 1 0,-2 1-97,-1 1 0,-3-5 0,2 4 0,0-2-253,0-1 1,-3-7-1,1 0 1,-2-5-296,-1-3 0,-1-6 1,-2-1-1,-3-4 143,-2-7 0,-1-6 0,0-7 0,-2-5 81,-1-6 1,2-4 0,-2-1-1,4-4 297,2-3 0,1 1 1,-1-5-1,2 2 66,0 1 1,4 2 0,-1 1 0,4-2 286,2 1 1,4 4 0,3 2-145,0 7 0,1-2 0,-1 10 0,0 4 192,-2 4 0,-5 11 0,-1 4 0,-1 5-176,0 4 0,0 4 0,-4 2 0,-2 1-230,-3 3 0,1-5 0,0 3 1,0-1-6,-1-2 0,4-5 0,-1-1 0,2-1-2221,1-2 1,0-6 2208,0 1 0,0-1 0,0 1 0</inkml:trace>
  <inkml:trace contextRef="#ctx0" brushRef="#br0" timeOffset="266">283 458 7841,'6'0'665,"0"0"1,0 0-1,3 0-484,0 0 0,1-5 0,0-5 0,1-4 189,2-3 1,-1-3 0,-4-1 0,-1-5-374,-1-4 1,-4 3 0,1-2 0,-1 4 2,-2 3 0,-5 5 0,-2 8 0,-3 5 123,-2 3 1,-2 6 0,3 5 0,-1 8 137,0 5 0,2 5 0,1 2 0,1 2-4,2 0 1,-2-4-1,5 2 1,1-1-562,1-4 0,5 0 0,3-6 0,2 0-600,3-5 1,2-4 0,4-4-1,-1-2-349,2-3 0,-6-7 1253,6-3 0,-3-4 0,2-6 0</inkml:trace>
  <inkml:trace contextRef="#ctx0" brushRef="#br0" timeOffset="516">504 319 7841,'0'10'0,"0"-1"343,0 0 0,0 0 0,0 1 0,0 0 222,0 2 1,0 2 0,0 5 0,0 0-342,0 3 1,0-2 0,0 3-1,0-1-134,0-2 0,0-6 0,0 4 0,0-4 515,0-3-688,0-4 1,0-7 0,0-8-1,0-4-31,0-6 1,0-5 0,0-5-1,1 0-187,2-3 0,-1 1 0,3-3 0,0 2-196,1 1 1,0 4 0,3 3 0,0 0 47,0 3 0,2 3 0,1 3 0,3 1-1217,3 1 1666,-4 2 0,4-3 0,-4-2 0</inkml:trace>
  <inkml:trace contextRef="#ctx0" brushRef="#br0" timeOffset="698">827 98 7841,'-12'3'153,"-2"1"1,0 1 446,-2 2 0,2 3 0,2 1 1,2 2-46,1 2 0,-1 1 0,2 6 0,2 3-387,3 5 1,3 1 0,2 4 0,2 0-312,1 0 1,1-3 0,4-1-1,-1-3-464,0-5 0,0-5 0,-1 0 0,0-6-1306,-2-5 1913,-4-2 0,6-1 0,-3 1 0</inkml:trace>
  <inkml:trace contextRef="#ctx0" brushRef="#br0" timeOffset="1066">707 467 7997,'-8'-6'924,"1"1"-98,1 1 1,3-4-740,0 2 0,4 1 0,5-1 0,4-1-643,3-1 0,0 2 1,5-1-1,1 0 8,1-1 0,0-4 0,0-2 0,0 0 548,1-2 0,-7 1 0,4 1 0,-4 1 0,-3 1 0,-4 5 0,-1 3 293,-2 3 1,-5 3 0,-5 8-1,-4 4 420,-2 4 1,2 5-1,-2 3 1,4 0-257,2-1 0,4-4 0,-1 2 0,2-3-236,1-2 0,2-6 0,3-1 0,5-4-228,4-4 0,1-4 0,4-5 0,0-7-554,3-7 1,-6-3-1,0-5 1,-3-1 242,-5-1 1,-5 1-1,0 0 1,-3 5 249,-3 2 0,-6 9 1,-6-3-1,0 5 77,0 2 0,2 4 0,-1 2 0,1 2-1214,1 1 262,2 0 0,5 4 943,2 2 0,10 2 0,3 1 0</inkml:trace>
  <inkml:trace contextRef="#ctx0" brushRef="#br0" timeOffset="1332">1085 199 7841,'7'10'759,"-2"-1"-461,-1 0 0,0 0 1,-2 1-1,2-1 236,1 0 1,-3 4-1,1 2 1,-1 1-216,1 3 0,-2-3 1,3 6-1,-3-2-250,-1 2 0,0 0 0,0 4 0,0-3 46,0 0 1,0-2 0,-1-3 128,-3-3 1,2-3-200,-4-9 0,4-9 1,-1-10-1,2-4-252,1-5 0,0-3 1,0-1-1,0-3-243,0-1 0,4 3 1,1-1-1,1 3-192,1 0 0,-1 0 1,3 2-1,0 1 173,0 4 1,2 1 0,0 3 0,2 1 22,2 4 1,-4 3-1,2 3 446,1 2 0,-4 3 0,3 1 0</inkml:trace>
  <inkml:trace contextRef="#ctx0" brushRef="#br0" timeOffset="1817">1335 135 7841,'3'9'84,"0"0"249,-1 1 1,2-4 0,-1 0 0,-1 1 194,-1 1 0,-1 1 1,0 1-1,0 0-63,0 2 0,0 4 1,0 4-1,0 3-184,0 0 1,0-1-1,0 1 1,0 1-251,0 0 1,0-7-1,0 0 1,0-2-96,0-4 1,0-6-104,0-5 0,0-8 0,1-7 0,1-4-83,1-2 1,4-3 0,-2-4 0,2 1 62,-1-1 0,0 4 0,2 3 1,-1 1 126,-1 2 1,1 3 0,2 0 83,0 2 0,0 5 0,1 5 1,-1 3 241,0 3 1,0 2 0,0 5 22,1 2 0,-4 0 1,-1 4-1,-1 1 1,-1 3 19,1 0 1,-3-3 0,2 2-1,-2-3-146,-1-3 0,0-1-566,0-2 1,0-7-1,1-6 198,2-9 1,-1-8 0,2-5 0,0-2 187,2 0 0,2 2 1,0 2-1,-1 0 425,0 3 0,-1 4-261,3 4 1,0 6-1,0 5-61,1 6 1,-5 5 0,-1 9 0,-1 0-359,0 3 0,0-2 0,-2 5 0,2-2 0,2 0-521,0-2 1,4-7 0,-3 1 0,2-5 275,1-4 0,5-1 0,0-8 0,1-4-719,1-8 0,-1-8 1236,4-7 0,-1-3 0,0-4 0</inkml:trace>
  <inkml:trace contextRef="#ctx0" brushRef="#br0" timeOffset="2082">1870 43 8955,'-9'0'381,"-1"0"0,1 0 0,0 1 1,0 2 131,-1 3 0,3 3 0,0 3 0,-1 4 71,1 1 1,1 6-1,-1 0 1,4 1-635,2-3 1,2-4 0,1-3 0,4-1-258,2-1 1,0-6-1,6-4 1,2-5 261,1-6 1,-4-6 0,5-6 0,-3-4-638,0-1 0,-3 1 0,2 0 1,0 1 858,-3 0 1,-4 5 417,-1 3 1,-4 11-1,1 5-291,-2 10 0,-4 11 1,0 3-1,0 3-269,-1 1 0,3 0 1,-2-2-1,1 0-892,-1-2 1,2-4 0,-2-2 0,3-5 213,3-6 1,-1-3 642,4-4 0,0-8 0,3-3 0</inkml:trace>
  <inkml:trace contextRef="#ctx0" brushRef="#br0" timeOffset="2416">2082 61 7841,'0'6'701,"-1"0"0,-1 1-142,-1 2 0,-1 1 0,2 2 0,-1 4-258,1 1 0,1-1 1,1 1-1,0 1-79,0 2 0,0-3 0,0 5 0,0-3-138,0 0 1,0-4 0,0-1 0,0 0-169,0-3 1,0-6 0,1-5-132,2-5 1,-1-8-1,3-5 1,0-3-169,0-3 1,0 0 0,2-4 214,0 0 1,-1 5 0,2 0 0,-1 3 0,-1 0 234,1 3 1,2 4 0,-1 1 0,-1 3 179,-1 3 0,0 3 0,3 6 0,-2 4 15,-1 4 0,-3 8 1,2 5-1,-1 3 3,-2 1 0,0-1 0,0 2 0,1 1-991,-1 0 1,1-5 0,-1-5 0,1-3-1422,-1-4 0,3-6 2147,1-3 0,6-8 0,3-1 0</inkml:trace>
  <inkml:trace contextRef="#ctx0" brushRef="#br0" timeOffset="2882">2460 43 6721,'-9'0'0,"3"0"0,0 0 891,-1 0 0,-1 0 0,-1 1 1,2 2-24,1 3 1,0 2 0,-2 2 0,0 2-401,2 0 1,3 4 0,-2 0 0,1 2-416,2 4 1,1-5 0,1 4 0,0-2-202,0-3 1,0 2 0,1-6-1,2-2-622,3-2 0,2-4 0,2-4 0,0 0-497,2 0 1,-1-4 0,4-3-1,-1-1 1267,1-1 0,-3 0 0,2 0 0,1-1 0,-1 1 0,-3 0 0,2 1 0,0 1 71,-1 0 1,-3 4 0,-3-2 0,2 1 488,0 2 1,0 0 0,-1 0 0,-2-2 130,-1-1 1,3 2 0,-3-4-616,1 0 0,-3 2 0,2-2 0,-1-2 0,0-3 7,-1 1 0,-1 0 1,-2 0-1,-2-2-63,-3 2 0,-2 4 0,-1 2 0,-2 1 142,-1 2 0,1 2 1,-4 3-1,1 4 278,0 4 1,2 0 0,0 5 52,2 0 0,2 5 0,0 1 0,3 1 1,1 0-444,2 1 0,1-3 0,2 2 1,2-2-737,3-4 0,7-5 0,1 0 0,1-5-202,1-4 0,-1-10 0,4-6 1,-1-4-1242,1-5 1,-1-1 2128,0-5 0,-3 0 0,-2 1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4:44.440"/>
    </inkml:context>
    <inkml:brush xml:id="br0">
      <inkml:brushProperty name="width" value="0.06" units="cm"/>
      <inkml:brushProperty name="height" value="0.06" units="cm"/>
    </inkml:brush>
  </inkml:definitions>
  <inkml:trace contextRef="#ctx0" brushRef="#br0">198 158 7986,'0'-11'-359,"0"0"0,0-1 306,0 0 1,0 1 0,-1 1 0,-1-1 489,-1-1 0,-4 7 0,0-4 0,-1 1-120,-1 0 1,0 2-1,-1 3 1,-2 2-63,0 1 0,-3 4 0,1 4 0,1 4 1,0 6 1,-1 9-1,4 7 1,0 3 1,2 3 1,1-1 0,1 3 0,2 1-74,0 2 1,4 3 0,0 7 0,5-2-74,3-1 0,6-7 0,1-1-356,3-5 1,4-10 0,3-13 0,2-7 0,4-7-1952,3-6 2195,6-8 0,2-6 0,4-6 0</inkml:trace>
  <inkml:trace contextRef="#ctx0" brushRef="#br0" timeOffset="601">669 93 7810,'0'-9'205,"-5"-1"1,-1 2 0,-2 2 18,-1 3 1,-3 2 0,-1 2-1,2 3 86,1 5 0,-3 6 1,1 6-1,1 5 5,1 4 0,1 1 1,3 4-1,3-1 1,2 0 57,1-1 1,4-1 0,3-6-265,5-1 0,2-3 0,5-4 0,-1-3 0,1-4-342,3-3 1,0-4-1,3-4 1,2-1-671,-2-2 1,1-3-1,1-6 1,-3-1-1205,-2-1 2107,-7-2 0,3-6 0,-4-2 0</inkml:trace>
  <inkml:trace contextRef="#ctx0" brushRef="#br0" timeOffset="736">798 259 8357,'-9'0'1124,"2"0"0,2 1-1069,1 2 1,2-2-234,5 2 1,2-2-1,5-1 1,0 0-546,2 0 0,2-1 1,4-1 722,-3-1 0,3-4 0,-4 2 0</inkml:trace>
  <inkml:trace contextRef="#ctx0" brushRef="#br0" timeOffset="899">973 194 8156,'-10'14'0,"-1"1"625,-2 3 1,1 0 0,3 1-1,0 0-144,-1 3 0,1 1 1,0 5-1,1-1-238,1 1 1,3 0 0,4-1 0,0-2-466,0 0 0,4-8 1,4 1-1,2-5-707,2-5 0,5-3 0,-2-5 0,2-2 929,2-4 0,-1-4 0,1-9 0</inkml:trace>
  <inkml:trace contextRef="#ctx0" brushRef="#br0" timeOffset="1149">1075 324 7816,'-10'5'84,"1"3"0,0 3 420,0 1 1,-1 2 0,2 1 0,1 4 190,1 2 1,4 0 0,-1 2 0,3 0-396,3-3 0,2-3 1,5-4-1,3-3-408,2-4 1,2-5-1,1-6-162,-3-4 1,3-4 0,-3-7 0,1-1 0,0-4-83,-4-1 0,-3 1 0,-2 0 1,-3 1 172,0 0 0,-3 2 0,1 4 1,-3 2 169,-2 0 0,-4 8 1,-1 0-101,-3 3 1,1 2-1,-3 4 1,4 2-339,3 3 0,-1 5 0,4 2 1,1-2-1,1-1 447,1-1 0,1 1 0,2-1 0,2 0 0,4 0 0</inkml:trace>
  <inkml:trace contextRef="#ctx0" brushRef="#br0" timeOffset="1399">1305 324 7816,'-9'18'376,"0"0"0,0-1 152,-1 1 1,4-4 0,1 4 0,1 0-258,2-1 1,2-6-1,3-1 1,3-3 66,2-2 0,6-1 0,0-5 1,2-2-403,-1-3 1,0-3 0,4-4-1,-1-2-383,1-3 0,-5 2 0,-2 0 0,-2-3 239,-4 0 0,1 4 0,-4-2 0,-1 1-66,-1 2 1,-5 5 0,-2-1 88,-2 1 0,-3-1 1,0 5-1,-1 0 1,0 2-554,2 2 1,1 1 0,1-1 737,2-2 0,-3 2 0,4-3 0</inkml:trace>
  <inkml:trace contextRef="#ctx0" brushRef="#br0" timeOffset="1717">1555 1 7816,'0'13'418,"0"-3"1,0 4 0,0-1 185,0 2 1,0 4 0,0 1 0,0 3-149,0 0 1,1 0 0,2 2 0,3-1-224,2-1 1,0-6-1,-1 3 1,0-5-731,0-2 1,-2-3-358,1-4 0,-5-4 294,-1 1 1,-7-2 0,-5-1 0,-1 0 249,0 0 1,2 1-1,-4 2 1,1 3 350,0 2 0,2 6 1,1 1-1,3 4 380,2 2 1,4-1-1,-2 1 1,4-1 36,4-2 1,1-4-1,4-2-276,0-5 1,3-3 0,2-4 0,-1-1 0,1-2-83,1-3 1,-1-7 0,2-2-1,-4-2-583,-2-2 0,-1 1 1,0-1-1,-2 1-2984,-1-1 3467,-4 5 0,2-4 0,-4 4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5:05.733"/>
    </inkml:context>
    <inkml:brush xml:id="br0">
      <inkml:brushProperty name="width" value="0.06" units="cm"/>
      <inkml:brushProperty name="height" value="0.06" units="cm"/>
    </inkml:brush>
  </inkml:definitions>
  <inkml:trace contextRef="#ctx0" brushRef="#br0">232 28 7744,'0'-6'277,"0"-1"1,0 1 747,0-1 1,0 5-496,0 4 1,0 6-1,0 9 1,0 6-230,2 6 1,-1 5 0,2 8-1,-1 6-45,0 6 0,0 0 1,-2 7-1,0-3-302,0-2 1,0-7 0,0 0-1,0-2-84,0-4 0,0-9 1,0-8-1738,0-7 0,0-11 0,0-9 587,0-5 1280,0-4 0,-2 0 0,-2-3 0</inkml:trace>
  <inkml:trace contextRef="#ctx0" brushRef="#br0" timeOffset="400">20 554 7744,'-1'-4'945,"-1"2"-406,-2 2 0,0 0-197,0 0 1,3 0 0,-2 2-48,3 3 1,3 3 0,2 4 0,2 3 13,4 4 1,2 4-1,2 4 1,2 2 4,1 2 0,2-1 1,1 3-287,0 1 0,2-2 0,-3-3 0,-2-3 0,-1-2 18,0-2 1,-5-9-1,2-1 1,-1-6-352,-2-6 0,-2-6 0,1-8 0,0-5 177,-2-6 1,-1-2 0,-2-4-1,0-1-35,0-3 0,-2 2 0,2-5-305,-1 2 1,-1-1 0,0 1 0,1 3 0,-1 1-2011,2 6 2478,-2 11 0,3 3 0,-3 9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5:13.163"/>
    </inkml:context>
    <inkml:brush xml:id="br0">
      <inkml:brushProperty name="width" value="0.06" units="cm"/>
      <inkml:brushProperty name="height" value="0.06" units="cm"/>
    </inkml:brush>
  </inkml:definitions>
  <inkml:trace contextRef="#ctx0" brushRef="#br0">14 219 7844,'0'-7'-21,"-3"3"1,1 0 0,1-1 159,0-1 0,0 0 0,0-1 1,-1 1 378,0 0 0,2-1 0,0 1 128,0-1 0,0 4 0,0 3-263,0 4 1,0 5 0,0 4 0,0 3 20,3 3 1,-3 3 0,2 2 0,-1 1-292,-1 3 1,0-3 0,0 2 0,0 1-116,0 0 0,0-1 0,0 0 0,0-4-316,0-4 0,0-9 59,0-2 1,1-8-1,0-5 1,1-5-370,0-7 0,1-3 0,1-8 1,0-3 212,1-2 0,-1-1 0,3-1 0,1 0 262,0 1 1,4 6-1,-2 5 1,0 3 63,1 4 0,0 6 0,1 2 1,-1 5 508,0 4 1,-3 4-1,0 5 1,-1 4-111,-3 2 1,2 1-1,-3 3 1,1 1 155,-2 0 1,1-2-1,-1 4-141,-1-1 1,0-1 0,-1-1 0,0 0 0,0 0-17,0-1 0,0-5 1,0 1-206,0-4 1,0-3-226,0-6 0,0-6 1,0-9-1,0-4 0,0-4-669,0-5 0,3 0 1,1-3 434,-1 3 0,3-3 1,-1 6-1,2 1 1,2 2 426,1 2 1,-1 5 0,1 4 0,-1 2 342,-1 3 0,-1 3 0,-1 4 0,1 3-85,-1 2 0,-2 5 0,0 1 0,-1 1 190,-2 3 0,0-1 0,0 2-669,1 1 1,-1 0 0,1 0 0,-2-2 0,1 0-2013,1-1 0,0-3 1,2-2 2160,1-5 0,1-1 0,0-2 0</inkml:trace>
  <inkml:trace contextRef="#ctx0" brushRef="#br0" timeOffset="267">482 277 7844,'4'0'0,"0"0"192,1 0 1,-1 0-1,0 0 1,1 0 1051,1 0 1,0-3 0,1-2 0,0-1-812,1-3 1,0 0-1,-1-4 1,-1 0-134,-2 0 0,-2-2 1,0 0-1,-1 2-286,-1 1 1,-3 3-1,-2 3 1,-3 2-63,-3 2 0,1 2 1,-2 5-1,0 4-60,1 5 0,-1 3 1,0 3-1,1 3 729,3 2 1,1-1-1,1 4 1,2 2-485,2 0 1,1 0-1,2-1 1,1-3-681,5-4 0,2-8 0,4-4 0,1-5 185,0-5 1,3-6 0,2-8 0,1-5-1007,1-6 1,-1-4 0,1-5 1363,-3 0 0,0-3 0,-1 1 0</inkml:trace>
  <inkml:trace contextRef="#ctx0" brushRef="#br0" timeOffset="450">732 26 7844,'-4'7'0,"-1"-1"958,0 1 0,0 1 0,0 1 0,2 2 49,0 3 1,1 1 0,2 5-1,0 0-652,0 1 1,0 0 0,0 1-1,1 1-424,1 0 0,1-2 0,4-1 0,-1 0-271,1-1 0,-1-4 0,0 1 1,-1-4-2010,-1-3 1,-2-4 0,1-2 2348,-2 0 0,-6-3 0,-5-4 0</inkml:trace>
  <inkml:trace contextRef="#ctx0" brushRef="#br0" timeOffset="600">661 328 8372,'0'-4'1413,"1"0"1,1 0-784,0 1 0,0 1 1,-1-2-1,1-1-235,2-1 1,2 2 0,1-1-1,1 0-492,3 0 1,1-2 0,1 1 0,0-1-1164,0 1 0,0-3 1,1 0-1,1 0 1260,0 0 0,-2-3 0,0 2 0</inkml:trace>
  <inkml:trace contextRef="#ctx0" brushRef="#br0" timeOffset="934">905 1 7844,'-2'8'0,"-1"2"498,0 0 1,1 1 0,0 3-1,1 2 719,1 0 0,-2 0 0,0 2 0,1 3-756,0 1 0,1 0 0,0 2 0,0 0-191,0 0 0,2-3 0,0 3 0,0-2 18,1-1 1,-1-7 0,1 2-723,0-3 1,2-7 0,-1-9 138,2-7 0,-2-5 0,1-4 0,0-2 44,0-2 1,2 2-1,-2-4 1,0 3-252,0 3 1,-1 0-1,2 5 1,1 2 577,-1 3 1,-2 2 111,1 3 0,-2 6 0,1 5 0,-1 6 0,-3 3 400,0 2 1,0 1 0,0 1 0,0 0-1460,0-2 0,2-3 0,1 0 871,-2-4 0,3-5 0,-1-3 0</inkml:trace>
  <inkml:trace contextRef="#ctx0" brushRef="#br0" timeOffset="1516">1264 180 7844,'-7'0'288,"-1"0"1,-1 2 253,-1 2 0,4 1 1,-2 6-174,0 0 1,0 2 0,2 3 0,0 2 0,2 4 192,2 0 0,1 0 1,1 1-1,1-1-406,1-2 1,2-3-1,5-3 1,1-5-175,2-4 1,2-5-1,0-5 1,1-4-48,-1-5 1,0-3-1,-2-3 1,-1-2-64,-3-1 1,-3 4 0,-3-1 0,-2 0 86,0 2 0,-2 4 0,-3-1 0,-3 3-66,-3 1 0,-1 6 1,-1-1-423,0 3 0,1 0 0,1 3 1,2 1-1,1 1-686,2 0 1,4 3-1,0-1 1215,4 2 0,4 0 0,4 0 0</inkml:trace>
  <inkml:trace contextRef="#ctx0" brushRef="#br0" timeOffset="1916">1463 20 7844,'0'-6'906,"0"1"-96,0 1 0,0 6 0,1 3 1,1 7-207,2 4 0,0 5 0,0 2 0,1 1-192,1 2 1,0-3 0,1 4-1,-1 0-244,0-1 1,-2-4-1,-1-2 1,-1-3-23,0-4 1,0-1-1,-2-2-594,-3-1 0,1-5 1,-3-2-1,-3-1-89,1-1 1,-3 1-1,0 0 1,-1 1 213,-2 0 0,4 1 0,-4 2 0,1 0 347,0 2 0,2 0 1,1 1-1,2 3 230,1 1 0,2 1 0,0 0 1,1 0 149,2 2 0,2-3 1,2 0-102,1-2 0,2-2 0,2-3 0,1-2 0,0 0-235,-1-1 1,1-2-1,-1-3 1,1-1-308,-1-2 1,1-1 0,-1-1 0,0-3 2,-1-1 0,0-1 1,0 0-1,1-2-947,0 0 1,1 0 0,-3 3 399,1-1 1,1 0-1,2 0 1,-2 0 782,-1 0 0,7-2 0,-4-2 0</inkml:trace>
  <inkml:trace contextRef="#ctx0" brushRef="#br0" timeOffset="2183">1733 123 8094,'-3'-5'655,"-2"1"0,0 3 0,-2-1-184,1 1 0,-1 2 1,1 1-1,0 2 197,-1 2 1,3 3-1,0 2 1,2 1-172,0 3 1,1 0 0,1 2 0,1 1-325,1 0 0,2 2 1,2 0-1,1 1-11,-1-1 1,3-1 0,-2 2-1,0 0 104,-2 0 0,-4-3 0,1 1 0,-1-2-123,-1-1 0,-3-3 1,-2 1-1,-3-2-611,-2-3 0,-2-3 1,-1-3-1,-1 0-895,-1-2 0,4-1 0,-2-1 0,2-2-1062,1 0 0,3-1 2425,2 0 0,4-2 0,-2 2 0</inkml:trace>
  <inkml:trace contextRef="#ctx0" brushRef="#br0" timeOffset="2282">1816 437 7844,'0'6'0,"0"1"0,0-1 0,0 1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5:06.916"/>
    </inkml:context>
    <inkml:brush xml:id="br0">
      <inkml:brushProperty name="width" value="0.06" units="cm"/>
      <inkml:brushProperty name="height" value="0.06" units="cm"/>
    </inkml:brush>
  </inkml:definitions>
  <inkml:trace contextRef="#ctx0" brushRef="#br0">52 52 7850,'0'-4'618,"-3"2"0,3 2 0,-2 2 0,1 4-58,1 4 0,0 7 0,0 9 1,0 5-179,0 7 0,0 5 1,0 10-1,-1 1-168,-1 1 1,1-6 0,-4-1 0,1-2-271,0-5 1,2-3-1,2-8 1,0-6-1786,0-7 0,0-11-2239,0-6 4080,2-3 0,-1-12 0,2 1 0</inkml:trace>
  <inkml:trace contextRef="#ctx0" brushRef="#br0" timeOffset="200">7 193 7850,'0'-9'0,"0"2"0,0-1 0,0 0 0,1 1 0,1 1 1055,3 0 1,3 1 0,3-1-1,4-1-592,2 0 1,4-1 0,2 0 0,1-1-585,2 2 1,0-1 0,3 2 0,-2 0-337,-3-1 0,-5 4 0,-2 1 0,-2 1 457,-2 1 0,-8 0 0,1 0 0</inkml:trace>
  <inkml:trace contextRef="#ctx0" brushRef="#br0" timeOffset="416">46 392 8475,'-7'4'0,"1"0"2058,0-2 1,1 1-1637,1-1 1,5-2 0,2 1-1,2-3-38,4-2 1,2 2 0,3-2 0,2-1-813,0-1 1,-1 0 0,2 0-1,1-1-844,0 1 1,-1-1 0,0 2 1271,-2 0 0,6-3 0,-1 1 0</inkml:trace>
  <inkml:trace contextRef="#ctx0" brushRef="#br0" timeOffset="916">386 231 7895,'-3'-3'1203,"-1"1"1,0 1-837,0 1 0,2 3 0,0 2 0,2 3 184,0 2 0,0 5 0,0 3 0,2 2-276,3 1 1,1 4 0,2-3 0,1-1-219,1-2 0,1-4 0,2-2 0,0-5-216,-1-3 0,1-6 0,0-6 0,-1-5-160,-1-4 1,-2-6-1,-3-1-75,-2-2 1,1-3 0,-3 0 0,0 1-1,-2 1 427,0 0 1,0 8 0,0 4 0,0 4 466,-3 4 0,2 4 1,-3 7-1,2 4 19,0 4 1,2 4 0,0 5-1,0 1-871,0 2 1,0-1 0,2-1 0,3-1-674,0-2 1,0-2-1,1-4 1,2-4-400,1-3 0,1-4 1424,1-3 0,4-5 0,-2-2 0</inkml:trace>
  <inkml:trace contextRef="#ctx0" brushRef="#br0" timeOffset="1116">719 1 7895,'-4'6'0,"1"1"0,0 2 1480,1 4 1,-1 1 0,1 6 0,1 3-641,0 6 0,1 2 0,1 6 0,1 2-735,2 0 1,0-6 0,0 0-1,1-3-447,1-3 0,-2-6 0,0-2 0,1-3-361,-2-4 1,2-2 702,-3-4 0,0-5 0,-2-2 0</inkml:trace>
  <inkml:trace contextRef="#ctx0" brushRef="#br0" timeOffset="1266">668 289 8090,'0'-6'1986,"0"-1"-1188,0 1 0,1 2 1,1 0-1,2 1-698,2-1 1,3 3-1,1-2 1,2 3-520,0 0 1,0-2 0,3-1 0,-1 2-3885,1 0 4303,-2 1 0,3 3 0,-3 1 0</inkml:trace>
  <inkml:trace contextRef="#ctx0" brushRef="#br0" timeOffset="1582">867 154 7759,'-3'10'136,"-1"-2"0,-1 2 0,0 2 710,0 0 1,3 1-1,-1-1 1,0 2-142,2 1 0,0-1 1,2 3-1,1-2-509,2 0 0,2-2 0,2-2 0,1-1-371,1-4 0,0-2 0,1 1 0,1-3-168,0-1 0,-2-5 0,2-2 0,-2-4-113,-1-3 1,-1-3 0,-1-2-1,-1-5 74,1-1 0,-4 1 0,-1-4 1,0 2 576,0 0 1,-1 7 0,1 2 0,-1 3 456,-1 5 1,0 5 0,0 6-45,0 7 1,0 6-1,0 5 1,2 3-423,0 3 0,2-3 0,-1 1 0,0-1-408,0-1 0,2-3 0,-2-2 0,1-4-1604,1-2 0,-3-7 1,2-1 1825,1-2 0,1-5 0,0-1 0</inkml:trace>
  <inkml:trace contextRef="#ctx0" brushRef="#br0" timeOffset="1849">1098 161 7933,'3'3'453,"0"-2"1,-3 3 169,0 1 0,0 3 0,0 2 0,0-1-64,0 3 1,0 2 0,0 2 0,0 0-174,0 2 1,0-2-1,0 2 1,1-1-326,1-1 0,-1-2 0,1-4-78,-1-1 1,-1-4 0,0-5-1,2-4-71,0-1 1,1-8 0,-1-2 0,1-2 341,1-3 1,2-2-1,-2-1 1,2-1-114,0-1 1,0 3-1,-1-3 1,1 2-429,1 2 1,1 3-1,-1 2-388,2 0 0,-1 1 0,3 2 1,1 2-1,2 2-660,0 2 1335,-2 5 0,4-1 0,-3 3 0</inkml:trace>
  <inkml:trace contextRef="#ctx0" brushRef="#br0" timeOffset="2116">1374 193 8192,'4'4'1187,"0"-2"1,0-5 0,2-4 0,-1-3-784,-1-2 0,0-1 0,0 1 0,-1-2-285,0-1 0,-2 4 1,0-1-1,-2 1 120,-4 1 0,-1 4 0,-3 1 0,-1 2-19,-2 3 1,-2 5 0,1 5-1,-2 4 242,1 4 1,3 2 0,-2 6 0,4 0 190,4-1 0,2-1 1,5-1-1,3-1-730,5-2 0,6-3 0,6-5 0,2-5-1126,3-4 0,1-3 0,3-4 0,-1-4-2151,1-6 1,-3-3 3353,0-2 0,-5 1 0,-1-4 0</inkml:trace>
  <inkml:trace contextRef="#ctx0" brushRef="#br0" timeOffset="2549">1 1033 9847,'0'8'0,"0"3"0,1 4 652,4 5 1,-1 5 0,5 7 0,0 5-372,2 6 1,-2-4 0,0 0 0,-2-4-748,0-4 0,-1-6 1,0-3-1,-2-4-2604,-2-3 3070,-1-6 0,-1 6 0,0-5 0</inkml:trace>
  <inkml:trace contextRef="#ctx0" brushRef="#br0" timeOffset="2799">27 1085 7844,'2'-13'0,"3"0"534,0 0 1,3 2 0,-1 1 0,3 1 5,3 1 0,-4 1 0,4 1 0,-1 2-260,0 2 1,-1 3-1,-2 2 1,0 4-16,-3 3 0,-1 1 0,-2 3 1,-2 2-103,0 0 1,-4 2-1,-1 0 1,-3 0-451,-1-1 0,0-4 0,-3 1 0,0 0-618,1 0 1,-2-3-1,2-1-122,0-3 0,-1 0 0,2-5 1027,2-1 0,-1-3 0,2-1 0</inkml:trace>
  <inkml:trace contextRef="#ctx0" brushRef="#br0" timeOffset="3099">277 1072 7646,'3'6'85,"-1"1"1,-1-3 0,-1 2 624,0 1 0,2 2 1,1-1-185,1 3 1,-2-2-1,1 1-269,0-1 0,2 1 1,-3 3-1,1 0 1,0 0-135,-1 2 1,-2-1-1,0 3 1,0-2 4,0 0 1,0-5 21,0-1 0,0-5 0,-2-3 0,0-5-38,1-4 1,-2-7-1,1-4-264,0-1 1,1-3 0,1 3 0,0-2 0,1 1-250,1-1 1,2 4 0,2-1-1,1 1-106,2 2 0,-1 0 1,2 4-1,3 1-296,1 3 1,2 3 0,1 1 802,0 1 0,1 1 0,1 2 0</inkml:trace>
  <inkml:trace contextRef="#ctx0" brushRef="#br0" timeOffset="3349">540 1046 7844,'-6'12'454,"2"-1"1,-5 5-1,2-1 1,1 2 0,1 3 535,1 1 0,1 2 0,-2 2 0,3 1-463,1 0 0,2-8 0,2-3 0,3-4-627,2-6 1,3-4 0,0-4 0,1-4-180,1-5 0,-1-3 0,1-5 0,-1-2 70,-1-1 1,-2 1 0,-3 0-32,-2 2 0,-1 2 0,-3 1 0,-1 2 1,-1 3 274,-2 2 0,-5 2 1,-1 0-1,-2 2-60,-1 2 1,2 2-1,0 0 1,1 2-721,0 0 1,1 0 0,3 2-257,2 3 1,1-2 0,3 2 213,3 0 1,2 0 786,4 2 0,5-1 0,0 1 0</inkml:trace>
  <inkml:trace contextRef="#ctx0" brushRef="#br0" timeOffset="3598">739 1040 7844,'-1'7'795,"-1"1"0,0 2 1,-1 4-1,-1 1 102,1 5 0,0 0 0,0 5 0,0 3-293,2 3 0,1-3 0,2 0 1,3-4-386,3-5 1,-1-9 0,4-2 0,1-4-272,3-3 0,-3-6 0,2-6 0,0-5-587,0-5 0,-4 0 0,-1-4 1,-3 1 253,-1 2 0,-3 1 1,-2 3-1,-2 0 274,-3 1 0,-3 5 0,-2 0 1,-2 4 54,0 2 1,0 2-1,-2 0 1,2 1-1298,1 3 0,3 0 1353,-3 0 0,0 3 0,-2 0 0</inkml:trace>
  <inkml:trace contextRef="#ctx0" brushRef="#br0" timeOffset="4180">1181 937 8132,'-1'-16'415,"-1"3"1,0 0 0,-3 1 0,-1-2-91,-1-1 0,0 2 1,-3 1-1,0 3 471,0 3 1,0 4-1,-1 0 1,1 5-196,1 6 1,0 4 0,3 9 0,0 5-299,2 4 0,1 2 0,3 2 0,0 1-366,0 0 1,1-4 0,1 0 0,2 0-202,2-1 0,2 0 0,1-1 1,-1 0-859,2-3 0,-3-7 0,1-2 0,-1-5-3461,-3-4 4583,2-5 0,-8-4 0,1-4 0</inkml:trace>
  <inkml:trace contextRef="#ctx0" brushRef="#br0" timeOffset="4330">1027 1174 7844,'-2'-7'406,"0"-1"0,-2 0 0,2 0 0,0 1 290,1 0 1,2 1 0,1 0 0,3 0-417,3 2 1,1-2-1,2 2 1,2 0-557,0 0 0,0 2 1,4 0-1,-1-1-848,0 1 1,-1-2 0,2 1 1123,-2 0 0,0-2 0,-2-1 0</inkml:trace>
  <inkml:trace contextRef="#ctx0" brushRef="#br0" timeOffset="4480">1290 1033 7844,'-1'12'871,"0"0"0,-1 2-332,1 2 1,0-1-1,1 2 1,0 1-460,0 0 1,0 1 0,1-1-1,1-1-21,2-3 1,-1-6 0,2-1 0,0-2-3190,0-4 3130,2-3 0,-1-7 0,1-5 0</inkml:trace>
  <inkml:trace contextRef="#ctx0" brushRef="#br0" timeOffset="4596">1335 950 7844,'-3'-6'105,"-1"2"0,0 0 0,0 3-183,-1-1 1,2 0 0,1 4-669,1 3 746,1 0 0,0 5 0,0 0 0</inkml:trace>
  <inkml:trace contextRef="#ctx0" brushRef="#br0" timeOffset="4913">1438 1001 9124,'0'9'545,"0"-1"0,0 4 1,0-2-1,0 0-93,0 1 0,0 0 0,0 2 1,0 0 35,0 2 1,0-1 0,0 1 0,0-2-375,0 0 1,2 0 0,0-1 0,0-1-416,1 0 1,-2-6-1,4-1-78,0-2 1,-2-9 0,1-3-1,-1-7-89,1-4 0,-2-1 1,2-4-1,-1 0 41,1 1 0,-1 3 1,2 2-1,0 1 651,0 1 0,-2 5 1,1 2 305,1 3 0,-1 4 0,0 7 0,-2 4 32,0 5 1,-1 2 0,-1 5 0,0 1-497,2 3 0,-1-3 1,1 2-1,0-2-994,0-1 1,1-2 0,4-1-1422,2-3 0,-1-4 2349,3-7 0,-1-7 0,3-2 0</inkml:trace>
  <inkml:trace contextRef="#ctx0" brushRef="#br0" timeOffset="5230">1681 963 7844,'-12'2'507,"4"4"1,-5 3 0,2 1 621,1 2 0,0 0 0,4 1 1,0 0-339,2 2 0,1-3 0,3 0 0,1-2-707,1-2 0,4-2 0,5-2 0,1-2-27,1-1 0,1-2 0,0-1 1,1-2-1069,-1-2 1,0-3 0,0-1-1,-1-1 345,-1-2 1,-2 4 0,0-4 0,-1 1 679,-1 2 1,-3 1-1,-1 3 158,1 2 0,-1 2 0,-1 6 0,0 4 779,-2 6 0,0 5 0,-1 2 0,0 4-180,0 2 1,-1 2 0,-1 3 0,-2-1-505,-2-1 0,-2-1 0,-1-2 0,-1-1-377,-2-1 1,0-7-1,-1-3 1,0-5-1021,-2-3 1,0-3 0,-3-4 0,-1-3-1663,2-3 0,-2-5 2792,-2 1 0,1 0 0,-2 1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5:22.563"/>
    </inkml:context>
    <inkml:brush xml:id="br0">
      <inkml:brushProperty name="width" value="0.06" units="cm"/>
      <inkml:brushProperty name="height" value="0.06" units="cm"/>
    </inkml:brush>
  </inkml:definitions>
  <inkml:trace contextRef="#ctx0" brushRef="#br0">260 9 7844,'-7'-5'147,"-1"2"0,-2 2 392,-3 1 1,2 0 0,-3 1 0,1 2-193,-1 3 1,-1 1 0,-5 3 0,0 2 14,1 2 1,1 4 0,0 2 0,1 4-138,-1 4 0,8 1 0,2 6 0,3 5-62,3 7 1,2 4 0,4 4 0,5 1-191,4 1 0,8-6 0,2 4 1,2-1-472,1-4 1,1-12-1,1-6 1,2-12-506,1-11 0,1-16 0,1-11 1,1-15 1002,1-14 0,-2-2 0,5-11 0</inkml:trace>
  <inkml:trace contextRef="#ctx0" brushRef="#br0" timeOffset="563">703 43 7933,'0'-3'794,"0"3"1,1 7 0,1 10-429,1 5 0,2 11 0,-1 13 0,1 9-34,2 7 0,0 0 0,2-2 0,0-5-459,0-5 0,-2-12 0,0 0 1,-1-8-912,1-6 0,-3-7 0,2-6 515,1-4 0,-3-8 523,-1-8 0,-2-8 0,-1-5 0</inkml:trace>
  <inkml:trace contextRef="#ctx0" brushRef="#br0" timeOffset="745">711 148 8679,'0'-6'1379,"1"0"-1274,2-1 1,2 3 0,5-1 0,1 0 82,4 0 0,2-1 0,3-1 0,4 0-635,1 1 1,2 0 0,1-1 0,1 0 64,-1 1 382,-9 4 0,5-6 0,-6 3 0</inkml:trace>
  <inkml:trace contextRef="#ctx0" brushRef="#br0" timeOffset="946">746 434 7725,'-4'5'787,"7"-1"0,0-5 0,5-2-573,3-3 1,3-1-1,3-2 1,2 0-132,1 1 1,-1-1 0,4 0 0,1 0-725,2 1 1,-4 0 640,-2 2 0,-2-1 0,0 2 0</inkml:trace>
  <inkml:trace contextRef="#ctx0" brushRef="#br0" timeOffset="1295">1120 208 7691,'-9'12'0,"0"1"429,0 0 0,1 2 1,0 2-1,2 0 89,3 1 0,3 0 0,3 1 0,3 2-354,2-2 1,4-1-1,3-1 1,1-3-205,2-2 0,0-3 0,1-1 1,1-2 13,0-3 0,-1-7 0,0-5 0,2-5-361,-2-6 0,-5 0 0,-2-5 0,-2-2 198,-2 0 0,-3-3 0,-2 2 1,-2 3 486,-1 4 0,0 6 0,0 4 76,0 1 1,0 6-1,-1 4 1,-1 6-147,-1 5 1,0 3 0,3 5 0,0 3-500,0 0 1,0-2 0,0 2 0,1 0-559,2-3 0,-1-5 0,4-2 0,1-3-1278,0-4 2107,2-1 0,0-8 0,-1 0 0</inkml:trace>
  <inkml:trace contextRef="#ctx0" brushRef="#br0" timeOffset="1479">1484 9 7691,'0'8'232,"0"1"0,0 1 1,0 0-1,0 3 551,0 0 0,0 6 1,1 4-1,1 3-428,1 3 0,4 0 0,-1 5 1,1 2-185,2 3 1,3-1 0,-1 0 0,0-1-180,-2-3 0,-3-9 1,-1-3-1,0-6-4026,0-4 4034,-3-6 0,1-3 0,-3-3 0</inkml:trace>
  <inkml:trace contextRef="#ctx0" brushRef="#br0" timeOffset="1628">1458 287 8570,'0'-9'525,"0"0"0,0 1 0,1 0-415,2 2 0,3-2 0,4 3 1,3-2-18,1 1 1,0-1-1,3 3 1,2 1-1641,1-1 0,-4 0 1547,5 1 0,-5 2 0,5-3 0</inkml:trace>
  <inkml:trace contextRef="#ctx0" brushRef="#br0" timeOffset="1945">1675 156 7567,'-7'15'330,"1"-1"1,1-2 0,3 1 0,-1 1 199,1-1 0,2 2 0,3 2 0,3 1-233,2-1 0,1 0 0,2 0 0,1-2-504,2 0 0,0-5 0,4 1 1,-1-3 56,0-3 0,1-4 1,-2-1-1,-1-5-15,-4-6 0,-2-3 1,-2-4-1,-2-2 134,-2-3 0,0-3 0,-4-1 0,-1-1 69,0 0 0,-4 6 0,3 0 0,0 5 571,-1 2 0,3 8-235,-2-2 0,2 14 1,1 4-1,1 5-339,2 3 1,-1 5-1,4 0 1,1 2-26,0 2 1,1-5-1,-1 4 1,-1-3-1809,0-2 1,1-6 0,0-3 1797,-1-4 0,-1-4 0,4-10 0,0-3 0</inkml:trace>
  <inkml:trace contextRef="#ctx0" brushRef="#br0" timeOffset="2179">1936 174 10416,'3'9'540,"0"3"0,0 2 0,0 6 1,2 2-315,0 3 0,3 0 1,-3 6-1,3-1 14,1-2 1,-3-5 0,-1-5 0,1-4 94,-1-5 1,2-8-442,-4-4 0,1-7 0,-3-10 0,2-4-43,-1-4 0,0 0 0,0-3 0,1 0-204,-1 0 0,0 2 1,0 0-1,2 3-425,1 4 0,-3 7 0,4-1 1,1 2-88,1 4 1,-3 1 0,1 3 864,1 4 0,1 1 0,0 1 0</inkml:trace>
  <inkml:trace contextRef="#ctx0" brushRef="#br0" timeOffset="2446">2231 217 7691,'6'8'115,"-1"-1"1,-1-3 558,1 0 1,1-2 0,2-5-306,-2-2 0,0-4 0,-3-2 0,0-1-278,1-2 0,-3 0 0,2-4 1,-3 1-6,-3 0 0,-2-1 1,-4 2-1,0 1 112,-3 4 0,2 2 0,-4 3 0,1 3 21,-1 2 0,3 6 0,0 4 0,1 5 130,2 2 0,3 6 0,2 3 0,2 5-41,1 4 1,4-1 0,2 3-1,5-2-369,4-2 0,-1-8 0,2-1 0,4-5-366,1-7 0,-1-3 1,1-10-1,0-5-3819,-2-7 4246,-6-7 0,11-12 0,-6-3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5:25.977"/>
    </inkml:context>
    <inkml:brush xml:id="br0">
      <inkml:brushProperty name="width" value="0.06" units="cm"/>
      <inkml:brushProperty name="height" value="0.06" units="cm"/>
    </inkml:brush>
  </inkml:definitions>
  <inkml:trace contextRef="#ctx0" brushRef="#br0">0 139 7842,'0'9'436,"0"0"1,1 0 0,2 3-1,3 3-126,2 5 1,3 3-1,2 6 1,0 4-377,3 3 1,-3 2-1,1 2 1,-2 1 117,-1-2 0,1-6 0,-3 1 1,-1-7-1032,0-6 1,-5-6 978,0-4 0,-6-13 0,-1-3 0</inkml:trace>
  <inkml:trace contextRef="#ctx0" brushRef="#br0" timeOffset="232">96 131 7645,'4'-14'32,"2"3"0,1 1 0,2 2 0,0 2 186,-1 0 1,4 4-1,-1-1 1,1 3 62,1 3 1,-4 2 0,3 4 0,-3 3 16,0 2 1,-1 1 0,-2 0 0,-3 3-99,-3 0 1,0-2-1,0 5 1,-3-3-209,-3-1 0,-3-2 0,-1-2 1,-3 0-343,-1-3 1,1-1 0,-2-3-1,1-2-526,2 0 1,0-3 0,3 0 365,1-2 0,3-1 1,2-4 509,2-1 0,5-4 0,1-3 0</inkml:trace>
  <inkml:trace contextRef="#ctx0" brushRef="#br0" timeOffset="499">304 148 7645,'8'4'-186,"-1"2"0,-1 1 764,0 2 1,-1 1-1,0 1 1,-1 5-130,-2 3 1,0 3-1,0 4 1,0 0-296,0 0 1,-1 0-1,-1-2 1,0-2-45,0-1 1,-1-5 0,-1-4 30,0-2 1,-5-7-1,2-6-197,0-8 1,0-5 0,3-4-1,0-2-137,0-3 1,1 4 0,1-5-1,0 1-203,0 0 0,3-1 0,2 1 0,2 1-39,2 4 0,-2 2 1,4 1-1,0 2-93,0 0 0,4 8 0,4-1 0,2 2 528,1 1 0,-1 3 0,1 0 0,-1 1 0,-1 1 0,-2 0 0</inkml:trace>
  <inkml:trace contextRef="#ctx0" brushRef="#br0" timeOffset="731">591 139 7645,'-4'15'257,"-2"-2"0,-2 1 216,0-1 0,2 3 0,0 3 0,0 2-41,2 2 1,-1 0 0,3 2 0,-1-1-168,1-1 1,2-7 0,3 0 0,3-5-351,1-3 1,3-6 0,1-3 0,0-7 17,0-5 0,-1-5 1,0-5-1,0-4-202,-3-3 0,-1 2 0,0-2 1,-3 2 95,-2 3 1,-1 4 0,-1 1 0,-1 2 250,-1 0 0,-4 8 1,2 2-175,-3 3 0,-4 2 0,1 3 0,1 1-414,3 2 0,3 2 0,4 4 0,1-1-504,2 1 0,3 0 1014,6-1 0,-3 1 0,4 0 0</inkml:trace>
  <inkml:trace contextRef="#ctx0" brushRef="#br0" timeOffset="983">764 148 7912,'0'9'555,"-3"-1"0,-2 2 0,-3 2 0,1 2-57,2 3 0,3 4 0,-1 2 0,2 3-129,1 3 0,0-5 1,1 0-1,3-4-343,4-3 1,2-8 0,3-2 0,1-3-115,-1-5 0,2-8 0,1-8 0,-1-6-256,-4-5 1,-1 0-1,-2-3 1,-2 0 96,-4 0 0,-1 6 0,-1 0 0,-1 3 72,-1 3 0,-4 6 0,-5 3 0,-1 2 138,-2 1 1,3 3 0,0-1-1,1 2-389,2 1 0,3 4 0,2 4-374,2 2 0,2 1 1,2-2 799,2-1 0,3 6 0,1-3 0</inkml:trace>
  <inkml:trace contextRef="#ctx0" brushRef="#br0" timeOffset="1199">1086 27 7904,'-1'-8'557,"-2"2"1,1-1 0,-4 4-1,-1 1 89,0 1 1,-2 1 0,0 1-1,1 3-338,-1 5 1,0 2-1,2 6 1,0 4 47,1 3 0,4 6 0,-1 2 0,2 3-284,1 2 1,1 0-1,2 3 1,3-1-640,2 1 0,0-6 0,1-2-163,0-4 1,2-2 0,1-7 0,-2-5-1,0-3-3121,-1-6 3851,-4-3 0,2-6 0,-2-1 0</inkml:trace>
  <inkml:trace contextRef="#ctx0" brushRef="#br0" timeOffset="1347">1016 348 7645,'-3'-6'1251,"1"0"0,-1 0 1,4-1-914,1 1 0,3-2 1,5 3-1,1 0-771,0-1 0,5 0 0,-2-3 1,2 1-787,2-1 1219,-1 0 0,1 1 0,-1-1 0</inkml:trace>
  <inkml:trace contextRef="#ctx0" brushRef="#br0" timeOffset="1564">1225 27 8431,'0'8'486,"0"1"0,1-2 0,2 0 1,2 4 245,3 2 0,5 2 0,1 5 1,2 5-257,2 6 0,3 3 1,1 8-1,0 5 140,-1 3 1,-8-2-1,-3 4 1,-4-2-547,-2-2 0,-3-9 0,-3 0 0,-5-7-862,-4-6 0,2-9 1,-4-1-1,0-2-1468,-1-3 0,0-5 2260,0 0 0,-4-4 0,-5 2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8T09:55:36.621"/>
    </inkml:context>
    <inkml:brush xml:id="br0">
      <inkml:brushProperty name="width" value="0.06" units="cm"/>
      <inkml:brushProperty name="height" value="0.06" units="cm"/>
    </inkml:brush>
  </inkml:definitions>
  <inkml:trace contextRef="#ctx0" brushRef="#br0">174 96 8119,'0'-9'655,"0"4"-129,0-1 1,0 3 76,0-3 0,-3 8 1,-1 2-1,-1 7-304,-2 6 0,0 6 1,-2 8-1,-1 6-260,-1 4 0,0 3 0,-3 6 0,1 2-172,-1 1 1,0-3-1,-2 0-795,1-8 0,4-7 1,5-11-241,3-8 1,3-13 0,3-9 1167,3-6 0,5-9 0,3-1 0</inkml:trace>
  <inkml:trace contextRef="#ctx0" brushRef="#br0" timeOffset="385">460 140 7694,'0'-12'0,"0"0"363,0 2 1,-4 0-1,-1 1 1,-1 1 172,-3-1 1,1 3-1,-5 1 1,-1 2-77,1 1 1,1 5-1,-1 2 1,-1 4-94,1 3 1,2 4 0,0 5-1,4 1-153,1 3 1,4 3 0,-1 0 0,2 1-31,1 1 1,4-2 0,2 3 0,2-2-235,0-4 1,1 1 0,0-4 0,-1 1-41,1-3 0,-4-3 0,-2-2 1,-2-4-48,-1-1 1,-4-4-1,-3-1 59,-4-2 1,1 0 0,-5-3 0,0-1 0,-2-2-927,0-2 1,3-3 0,1-1-1,2 1 47,4-1 1,4-1-1,0-1 1,2-4 956,1-1 0,4-2 0,5-3 0,4-1 0</inkml:trace>
  <inkml:trace contextRef="#ctx0" brushRef="#br0" timeOffset="812">512 183 8119,'0'13'486,"0"-3"1,0 5 0,0 0 288,0 1 1,0 7 0,0 2 0,0 4-372,0 2 0,-3-3 0,0 3 1,2 0-333,0 0 0,1-6 0,0-1 0,-1-3-802,-2-5 0,2-7-308,-2-1 1,2-6 0,1-3 0,0-6 325,0-7 1,-1 0 0,-1-3 0,-2-2 711,-1-2 0,3 0 0,-2-1 0,2 0 0,-1 0 0,-1 4 0,2-2 0,-1-1 113,1 0 1,1 0-1,1 3 1,0 1 480,0-1 0,1 1 1,2 1-1,3 0-91,1 2 1,5 3-1,1 0 1,0 1-64,3 1 0,-2 3 0,1 2-181,1 0 0,1 1 0,-4 3 0,-2 1 0,0 1 75,-3 1 1,-5 3 0,0 0 0,-3 2 18,0 1 0,-3 3 0,-3 2-396,-2-1 1,-4 4 0,-3-3 0,0 1 0,-1 1 6,2-2 0,2-3 0,-1 1-265,0-3 0,2-1 0,3-1 0,1-2-1361,1-2 0,4-1 0,-1-5 1662,2-2 0,9-3 0,2-1 0</inkml:trace>
  <inkml:trace contextRef="#ctx0" brushRef="#br0" timeOffset="1634">764 261 8542,'4'5'591,"-2"3"90,4-3 1,-1-1 0,4-1-41,0-2 0,-1-5 0,1-1 0,0-4-475,-1-3 0,1 2 0,0-4 0,-1 1 30,-3-1 1,-1 4 0,-4-2 0,0 2 170,0 2 0,-1-1 1,-3 1-175,-4 2 0,-1 3 0,-3 4-45,3 1 0,0 3 1,-1 5-1,1 1 1,-2 4-291,1 1 1,5 2 0,-4-1 0,1 0-707,1 1 1,2 0-1,2 1 1,2 2-33,1-2 1,1-5-1,2-3 1,4-3 105,3-2 1,2-5 0,4 1 0,3-4 773,-1-3 0,0-6 0,0 0 0,-1 0-174,0 1 0,0 2 0,-3 0 1,-2 1 618,-3 1 0,0 4 1,0-1 156,-1-1 0,-2 2 0,-1-4 373,-1-1 1,2-1 0,-3 0 0,-1-1-663,-2 0 0,0-2 1,0-1-190,0 2 1,-3 0 0,-3 1 0,-2 1 0,-1 0 256,1 2 1,-1 2 0,0 4-116,1 0 0,-1 4 0,0 3 0,1 4-6,-1 3 0,1 5 0,1 2 1,3 2-283,0 1 1,1-2 0,3 0 0,0-1 0,0-1-883,0-2 0,5-5 0,2-4 0,5-3-174,2-2 1,1-5-1,4-6 1,3-4 432,0-7 0,-2-4 1,2-6 101,-1-1 1,2-4 0,-5 1 0,-2 0 542,1 0 0,-2 3 0,1 5 0,-3 2 0,-1 1 153,-5 5 1,1 2 276,-5 6 0,-1 3 0,-4 3 0,-2 4 0,0 4 563,0 1 0,-1 6 0,2 1 0,1 3-372,1 0 0,1 2 0,0 0 0,0 1-223,0-1 1,3 3-1,1-2 1,-1 0-320,1 1 1,2-5 0,-3 0 0,0-1-151,1-2 0,-3-5 1,2 1-132,-2-2 1,-6-3 0,-3-1 0,-4-3-276,-1-3 0,-2 1 0,-1-3 0,1 2 511,0 1 0,2 1 1,-2 1-1,3 2 415,-1 3 0,4 1 1,0 6-1,3-2 51,2 2 0,1-1 0,3 2 0,1 0-245,2-3 0,3-1 1,4-3-557,2-3 1,3-2 0,-3-1-1,1-2-496,-1-4 1,3-1 0,-3-7 0,1-2 0,-1 0-462,-1-2 1,-1 0 0,-2-1 0,1-2 148,0-2 1109,-1 4 0,1-6 0,0 3 0</inkml:trace>
  <inkml:trace contextRef="#ctx0" brushRef="#br0" timeOffset="1833">1363 1 8648,'5'3'1214,"3"3"1,-3 6 0,0 3-274,1 5 0,-1 3 0,2 6 0,-2 3-262,-2 5 0,0 5 1,-3 5-1,0 3-214,0 0 0,-4-6 0,-1-3 0,-4-3-836,-3-4 1,-1-8 0,-5-2 0,1-4-1878,0-4 0,2-4 0,1-1 2248,-2-5 0,-4 2 0,-2-3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B1A6E-CF2A-4D43-97E3-58FD378C223B}" type="datetimeFigureOut">
              <a:rPr lang="en-US" smtClean="0"/>
              <a:t>8/18/25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FD4FAC-B258-624A-81B3-9D14B0086038}" type="slidenum">
              <a:rPr lang="en-US" smtClean="0"/>
              <a:t>‹#›</a:t>
            </a:fld>
            <a:endParaRPr lang="en-US"/>
          </a:p>
        </p:txBody>
      </p:sp>
    </p:spTree>
    <p:extLst>
      <p:ext uri="{BB962C8B-B14F-4D97-AF65-F5344CB8AC3E}">
        <p14:creationId xmlns:p14="http://schemas.microsoft.com/office/powerpoint/2010/main" val="690505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984F703-F076-4999-BA31-F936F592D08A}" type="slidenum">
              <a:rPr lang="en-US" smtClean="0"/>
              <a:pPr>
                <a:defRPr/>
              </a:pPr>
              <a:t>4</a:t>
            </a:fld>
            <a:endParaRPr lang="en-US"/>
          </a:p>
        </p:txBody>
      </p:sp>
    </p:spTree>
    <p:extLst>
      <p:ext uri="{BB962C8B-B14F-4D97-AF65-F5344CB8AC3E}">
        <p14:creationId xmlns:p14="http://schemas.microsoft.com/office/powerpoint/2010/main" val="1533755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AACB95-DB63-C949-8989-FA4A3597EEC2}" type="slidenum">
              <a:rPr lang="en-US" smtClean="0"/>
              <a:t>8</a:t>
            </a:fld>
            <a:endParaRPr lang="en-US"/>
          </a:p>
        </p:txBody>
      </p:sp>
    </p:spTree>
    <p:extLst>
      <p:ext uri="{BB962C8B-B14F-4D97-AF65-F5344CB8AC3E}">
        <p14:creationId xmlns:p14="http://schemas.microsoft.com/office/powerpoint/2010/main" val="3346170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a:solidFill>
                  <a:schemeClr val="tx1"/>
                </a:solidFill>
                <a:effectLst/>
                <a:latin typeface="+mn-lt"/>
                <a:ea typeface="+mn-ea"/>
                <a:cs typeface="+mn-cs"/>
              </a:rPr>
              <a:t>Protection ring provide different levels of access to resources.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Special call gates between rings are provided to allow an outer ring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to access an inner ring's resources in a predefined manner, as opposed to allowing arbitrary usage.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Correctly gating access between rings can improve security by preventing programs from one ring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or privilege level from misusing resources intended for programs in another.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For example, spyware running as a user program in Ring 3 should be prevented from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turning on a web camera without informing the user, since hardware access should be a Ring 1 function reserved for device drivers.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Programs such as web browsers running in higher numbered rings must request access to the network, a resource restricted to a lower numbered ring.</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CR3 – contain physical address of page directory table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every process has its own page table</a:t>
            </a:r>
          </a:p>
        </p:txBody>
      </p:sp>
      <p:sp>
        <p:nvSpPr>
          <p:cNvPr id="4" name="Slide Number Placeholder 3"/>
          <p:cNvSpPr>
            <a:spLocks noGrp="1"/>
          </p:cNvSpPr>
          <p:nvPr>
            <p:ph type="sldNum" sz="quarter" idx="5"/>
          </p:nvPr>
        </p:nvSpPr>
        <p:spPr/>
        <p:txBody>
          <a:bodyPr/>
          <a:lstStyle/>
          <a:p>
            <a:fld id="{1CFD4FAC-B258-624A-81B3-9D14B0086038}" type="slidenum">
              <a:rPr lang="en-US" smtClean="0"/>
              <a:t>11</a:t>
            </a:fld>
            <a:endParaRPr lang="en-US"/>
          </a:p>
        </p:txBody>
      </p:sp>
    </p:spTree>
    <p:extLst>
      <p:ext uri="{BB962C8B-B14F-4D97-AF65-F5344CB8AC3E}">
        <p14:creationId xmlns:p14="http://schemas.microsoft.com/office/powerpoint/2010/main" val="23830151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Shape 405"/>
          <p:cNvSpPr>
            <a:spLocks noGrp="1" noRot="1" noChangeAspect="1"/>
          </p:cNvSpPr>
          <p:nvPr>
            <p:ph type="sldImg" idx="2"/>
          </p:nvPr>
        </p:nvSpPr>
        <p:spPr>
          <a:xfrm>
            <a:off x="90488" y="744538"/>
            <a:ext cx="6616700" cy="3722687"/>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med" len="med"/>
            <a:tailEnd type="none" w="med" len="med"/>
          </a:ln>
        </p:spPr>
      </p:sp>
      <p:sp>
        <p:nvSpPr>
          <p:cNvPr id="406" name="Shape 406"/>
          <p:cNvSpPr txBox="1">
            <a:spLocks noGrp="1"/>
          </p:cNvSpPr>
          <p:nvPr>
            <p:ph type="body" idx="1"/>
          </p:nvPr>
        </p:nvSpPr>
        <p:spPr>
          <a:xfrm>
            <a:off x="673100" y="4686300"/>
            <a:ext cx="5389563" cy="4440238"/>
          </a:xfrm>
          <a:prstGeom prst="rect">
            <a:avLst/>
          </a:prstGeom>
          <a:noFill/>
          <a:ln>
            <a:noFill/>
          </a:ln>
        </p:spPr>
        <p:txBody>
          <a:bodyPr wrap="square" lIns="90750" tIns="45375" rIns="90750" bIns="45375" anchor="t" anchorCtr="0">
            <a:noAutofit/>
          </a:bodyPr>
          <a:lstStyle/>
          <a:p>
            <a:pPr marL="0" marR="0" lvl="0" indent="0" algn="l" rtl="0">
              <a:spcBef>
                <a:spcPts val="0"/>
              </a:spcBef>
              <a:spcAft>
                <a:spcPts val="0"/>
              </a:spcAft>
              <a:buNone/>
            </a:pPr>
            <a:endParaRPr sz="1200" b="0" i="0" u="none" strike="noStrike" cap="none" dirty="0">
              <a:solidFill>
                <a:schemeClr val="dk1"/>
              </a:solidFill>
              <a:latin typeface="Arial"/>
              <a:ea typeface="Arial"/>
              <a:cs typeface="Arial"/>
              <a:sym typeface="Arial"/>
            </a:endParaRPr>
          </a:p>
        </p:txBody>
      </p:sp>
      <p:sp>
        <p:nvSpPr>
          <p:cNvPr id="407" name="Shape 407"/>
          <p:cNvSpPr txBox="1">
            <a:spLocks noGrp="1"/>
          </p:cNvSpPr>
          <p:nvPr>
            <p:ph type="sldNum" idx="12"/>
          </p:nvPr>
        </p:nvSpPr>
        <p:spPr>
          <a:xfrm>
            <a:off x="3814763" y="9371013"/>
            <a:ext cx="2919412" cy="493712"/>
          </a:xfrm>
          <a:prstGeom prst="rect">
            <a:avLst/>
          </a:prstGeom>
          <a:noFill/>
          <a:ln>
            <a:noFill/>
          </a:ln>
        </p:spPr>
        <p:txBody>
          <a:bodyPr wrap="square" lIns="90750" tIns="45375" rIns="90750" bIns="45375"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4182234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Shape 405"/>
          <p:cNvSpPr>
            <a:spLocks noGrp="1" noRot="1" noChangeAspect="1"/>
          </p:cNvSpPr>
          <p:nvPr>
            <p:ph type="sldImg" idx="2"/>
          </p:nvPr>
        </p:nvSpPr>
        <p:spPr>
          <a:xfrm>
            <a:off x="90488" y="744538"/>
            <a:ext cx="6616700" cy="3722687"/>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med" len="med"/>
            <a:tailEnd type="none" w="med" len="med"/>
          </a:ln>
        </p:spPr>
      </p:sp>
      <p:sp>
        <p:nvSpPr>
          <p:cNvPr id="406" name="Shape 406"/>
          <p:cNvSpPr txBox="1">
            <a:spLocks noGrp="1"/>
          </p:cNvSpPr>
          <p:nvPr>
            <p:ph type="body" idx="1"/>
          </p:nvPr>
        </p:nvSpPr>
        <p:spPr>
          <a:xfrm>
            <a:off x="673100" y="4686300"/>
            <a:ext cx="5389563" cy="4440238"/>
          </a:xfrm>
          <a:prstGeom prst="rect">
            <a:avLst/>
          </a:prstGeom>
          <a:noFill/>
          <a:ln>
            <a:noFill/>
          </a:ln>
        </p:spPr>
        <p:txBody>
          <a:bodyPr wrap="square" lIns="90750" tIns="45375" rIns="90750" bIns="45375" anchor="t" anchorCtr="0">
            <a:noAutofit/>
          </a:bodyPr>
          <a:lstStyle/>
          <a:p>
            <a:pPr marL="0" marR="0" lvl="0" indent="0" algn="l" rtl="0">
              <a:spcBef>
                <a:spcPts val="0"/>
              </a:spcBef>
              <a:spcAft>
                <a:spcPts val="0"/>
              </a:spcAft>
              <a:buNone/>
            </a:pPr>
            <a:r>
              <a:rPr lang="en-US" sz="1200" b="0" i="0" u="none" strike="noStrike" kern="1200" cap="none" dirty="0">
                <a:solidFill>
                  <a:schemeClr val="dk1"/>
                </a:solidFill>
                <a:effectLst/>
                <a:latin typeface="Arial"/>
                <a:ea typeface="Arial"/>
                <a:cs typeface="Arial"/>
                <a:sym typeface="Arial"/>
              </a:rPr>
              <a:t>Not yet done.</a:t>
            </a:r>
          </a:p>
          <a:p>
            <a:pPr marL="0" marR="0" lvl="0" indent="0" algn="l" rtl="0">
              <a:spcBef>
                <a:spcPts val="0"/>
              </a:spcBef>
              <a:spcAft>
                <a:spcPts val="0"/>
              </a:spcAft>
              <a:buNone/>
            </a:pPr>
            <a:endParaRPr lang="en-US" sz="1200" b="0" i="0" u="none" strike="noStrike" kern="1200" cap="none" dirty="0">
              <a:solidFill>
                <a:schemeClr val="dk1"/>
              </a:solidFill>
              <a:effectLst/>
              <a:latin typeface="Arial"/>
              <a:ea typeface="Arial"/>
              <a:cs typeface="Arial"/>
              <a:sym typeface="Arial"/>
            </a:endParaRPr>
          </a:p>
        </p:txBody>
      </p:sp>
      <p:sp>
        <p:nvSpPr>
          <p:cNvPr id="407" name="Shape 407"/>
          <p:cNvSpPr txBox="1">
            <a:spLocks noGrp="1"/>
          </p:cNvSpPr>
          <p:nvPr>
            <p:ph type="sldNum" idx="12"/>
          </p:nvPr>
        </p:nvSpPr>
        <p:spPr>
          <a:xfrm>
            <a:off x="3814763" y="9371013"/>
            <a:ext cx="2919412" cy="493712"/>
          </a:xfrm>
          <a:prstGeom prst="rect">
            <a:avLst/>
          </a:prstGeom>
          <a:noFill/>
          <a:ln>
            <a:noFill/>
          </a:ln>
        </p:spPr>
        <p:txBody>
          <a:bodyPr wrap="square" lIns="90750" tIns="45375" rIns="90750" bIns="45375"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7860457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dirty="0">
                <a:solidFill>
                  <a:schemeClr val="tx1"/>
                </a:solidFill>
                <a:effectLst/>
                <a:latin typeface="+mn-lt"/>
                <a:ea typeface="+mn-ea"/>
                <a:cs typeface="+mn-cs"/>
              </a:rPr>
              <a:t>Traceroute is a utility that records the Internet route (gateway computers at each hop) between your computer and a specified destination computer. It also calculates and displays the amount of time for each hop. This utility helps you find where high transfer times are occurring in your internal network and the Internet. Before using Traceroute, you can use the Ping utility to identify whether a host is present on the network. </a:t>
            </a:r>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19</a:t>
            </a:fld>
            <a:endParaRPr lang="en-US"/>
          </a:p>
        </p:txBody>
      </p:sp>
    </p:spTree>
    <p:extLst>
      <p:ext uri="{BB962C8B-B14F-4D97-AF65-F5344CB8AC3E}">
        <p14:creationId xmlns:p14="http://schemas.microsoft.com/office/powerpoint/2010/main" val="825369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FF58E9-9B2C-457A-A0B3-524399743CA9}" type="slidenum">
              <a:rPr lang="en-US"/>
              <a:pPr/>
              <a:t>21</a:t>
            </a:fld>
            <a:endParaRPr lang="en-US"/>
          </a:p>
        </p:txBody>
      </p:sp>
      <p:sp>
        <p:nvSpPr>
          <p:cNvPr id="73730" name="Rectangle 2"/>
          <p:cNvSpPr>
            <a:spLocks noGrp="1" noRot="1" noChangeAspect="1" noChangeArrowheads="1" noTextEdit="1"/>
          </p:cNvSpPr>
          <p:nvPr>
            <p:ph type="sldImg"/>
          </p:nvPr>
        </p:nvSpPr>
        <p:spPr>
          <a:xfrm>
            <a:off x="381000" y="685800"/>
            <a:ext cx="6096000" cy="3429000"/>
          </a:xfrm>
          <a:ln/>
        </p:spPr>
      </p:sp>
      <p:sp>
        <p:nvSpPr>
          <p:cNvPr id="737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60809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FF58E9-9B2C-457A-A0B3-524399743CA9}" type="slidenum">
              <a:rPr lang="en-US"/>
              <a:pPr/>
              <a:t>22</a:t>
            </a:fld>
            <a:endParaRPr lang="en-US"/>
          </a:p>
        </p:txBody>
      </p:sp>
      <p:sp>
        <p:nvSpPr>
          <p:cNvPr id="73730" name="Rectangle 2"/>
          <p:cNvSpPr>
            <a:spLocks noGrp="1" noRot="1" noChangeAspect="1" noChangeArrowheads="1" noTextEdit="1"/>
          </p:cNvSpPr>
          <p:nvPr>
            <p:ph type="sldImg"/>
          </p:nvPr>
        </p:nvSpPr>
        <p:spPr>
          <a:xfrm>
            <a:off x="381000" y="685800"/>
            <a:ext cx="6096000" cy="3429000"/>
          </a:xfrm>
          <a:ln/>
        </p:spPr>
      </p:sp>
      <p:sp>
        <p:nvSpPr>
          <p:cNvPr id="73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984F703-F076-4999-BA31-F936F592D08A}" type="slidenum">
              <a:rPr lang="en-US" smtClean="0"/>
              <a:pPr>
                <a:defRPr/>
              </a:pPr>
              <a:t>24</a:t>
            </a:fld>
            <a:endParaRPr lang="en-US"/>
          </a:p>
        </p:txBody>
      </p:sp>
    </p:spTree>
    <p:extLst>
      <p:ext uri="{BB962C8B-B14F-4D97-AF65-F5344CB8AC3E}">
        <p14:creationId xmlns:p14="http://schemas.microsoft.com/office/powerpoint/2010/main" val="40812755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BF8B6BD-9CF9-4090-BAAB-12A3412AABAB}" type="slidenum">
              <a:rPr lang="en-US"/>
              <a:pPr/>
              <a:t>26</a:t>
            </a:fld>
            <a:endParaRPr lang="en-US"/>
          </a:p>
        </p:txBody>
      </p:sp>
      <p:sp>
        <p:nvSpPr>
          <p:cNvPr id="158722" name="Rectangle 2"/>
          <p:cNvSpPr>
            <a:spLocks noGrp="1" noRot="1" noChangeAspect="1" noChangeArrowheads="1" noTextEdit="1"/>
          </p:cNvSpPr>
          <p:nvPr>
            <p:ph type="sldImg"/>
          </p:nvPr>
        </p:nvSpPr>
        <p:spPr>
          <a:xfrm>
            <a:off x="381000" y="685800"/>
            <a:ext cx="6096000" cy="3429000"/>
          </a:xfrm>
          <a:ln/>
        </p:spPr>
      </p:sp>
      <p:sp>
        <p:nvSpPr>
          <p:cNvPr id="158723"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0233A1-CBAF-48C9-8E63-579195988A6A}" type="slidenum">
              <a:rPr lang="en-US"/>
              <a:pPr/>
              <a:t>27</a:t>
            </a:fld>
            <a:endParaRPr lang="en-US"/>
          </a:p>
        </p:txBody>
      </p:sp>
      <p:sp>
        <p:nvSpPr>
          <p:cNvPr id="136194" name="Rectangle 2"/>
          <p:cNvSpPr>
            <a:spLocks noGrp="1" noRot="1" noChangeAspect="1" noChangeArrowheads="1" noTextEdit="1"/>
          </p:cNvSpPr>
          <p:nvPr>
            <p:ph type="sldImg"/>
          </p:nvPr>
        </p:nvSpPr>
        <p:spPr>
          <a:xfrm>
            <a:off x="381000" y="685800"/>
            <a:ext cx="6096000" cy="3429000"/>
          </a:xfrm>
          <a:ln/>
        </p:spPr>
      </p:sp>
      <p:sp>
        <p:nvSpPr>
          <p:cNvPr id="1361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DBAA85-7C74-45BE-88FF-C3E84CD7B66E}" type="slidenum">
              <a:rPr lang="en-US"/>
              <a:pPr/>
              <a:t>28</a:t>
            </a:fld>
            <a:endParaRPr lang="en-US"/>
          </a:p>
        </p:txBody>
      </p:sp>
      <p:sp>
        <p:nvSpPr>
          <p:cNvPr id="137218" name="Rectangle 2"/>
          <p:cNvSpPr>
            <a:spLocks noGrp="1" noRot="1" noChangeAspect="1" noChangeArrowheads="1" noTextEdit="1"/>
          </p:cNvSpPr>
          <p:nvPr>
            <p:ph type="sldImg"/>
          </p:nvPr>
        </p:nvSpPr>
        <p:spPr>
          <a:xfrm>
            <a:off x="381000" y="685800"/>
            <a:ext cx="6096000" cy="3429000"/>
          </a:xfrm>
          <a:ln/>
        </p:spPr>
      </p:sp>
      <p:sp>
        <p:nvSpPr>
          <p:cNvPr id="13721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7A0D5A-1F27-4CF1-B06A-46DD3824CCB8}" type="slidenum">
              <a:rPr lang="en-US"/>
              <a:pPr/>
              <a:t>29</a:t>
            </a:fld>
            <a:endParaRPr lang="en-US"/>
          </a:p>
        </p:txBody>
      </p:sp>
      <p:sp>
        <p:nvSpPr>
          <p:cNvPr id="141314" name="Rectangle 2"/>
          <p:cNvSpPr>
            <a:spLocks noGrp="1" noRot="1" noChangeAspect="1" noChangeArrowheads="1" noTextEdit="1"/>
          </p:cNvSpPr>
          <p:nvPr>
            <p:ph type="sldImg"/>
          </p:nvPr>
        </p:nvSpPr>
        <p:spPr>
          <a:xfrm>
            <a:off x="381000" y="685800"/>
            <a:ext cx="6096000" cy="3429000"/>
          </a:xfrm>
          <a:ln/>
        </p:spPr>
      </p:sp>
      <p:sp>
        <p:nvSpPr>
          <p:cNvPr id="1413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FD4FAC-B258-624A-81B3-9D14B0086038}" type="slidenum">
              <a:rPr lang="en-US" smtClean="0"/>
              <a:t>30</a:t>
            </a:fld>
            <a:endParaRPr lang="en-US"/>
          </a:p>
        </p:txBody>
      </p:sp>
    </p:spTree>
    <p:extLst>
      <p:ext uri="{BB962C8B-B14F-4D97-AF65-F5344CB8AC3E}">
        <p14:creationId xmlns:p14="http://schemas.microsoft.com/office/powerpoint/2010/main" val="405813528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image" Target="../media/image4.svg"/><Relationship Id="rId5" Type="http://schemas.openxmlformats.org/officeDocument/2006/relationships/image" Target="../media/image8.svg"/><Relationship Id="rId10" Type="http://schemas.openxmlformats.org/officeDocument/2006/relationships/image" Target="../media/image3.png"/><Relationship Id="rId4" Type="http://schemas.openxmlformats.org/officeDocument/2006/relationships/image" Target="../media/image7.png"/><Relationship Id="rId9"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image" Target="../media/image4.svg"/><Relationship Id="rId5" Type="http://schemas.openxmlformats.org/officeDocument/2006/relationships/image" Target="../media/image8.svg"/><Relationship Id="rId10" Type="http://schemas.openxmlformats.org/officeDocument/2006/relationships/image" Target="../media/image3.png"/><Relationship Id="rId4" Type="http://schemas.openxmlformats.org/officeDocument/2006/relationships/image" Target="../media/image7.png"/><Relationship Id="rId9"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alpha val="58824"/>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B3C88D0-2E08-4670-9044-5186D448CA04}"/>
              </a:ext>
            </a:extLst>
          </p:cNvPr>
          <p:cNvSpPr/>
          <p:nvPr userDrawn="1"/>
        </p:nvSpPr>
        <p:spPr>
          <a:xfrm>
            <a:off x="0" y="3429000"/>
            <a:ext cx="12188959" cy="3453861"/>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 name="Graphic 3">
            <a:extLst>
              <a:ext uri="{FF2B5EF4-FFF2-40B4-BE49-F238E27FC236}">
                <a16:creationId xmlns:a16="http://schemas.microsoft.com/office/drawing/2014/main" id="{2E584884-844F-4B21-AC76-5ED86C2636E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5724" y="1051033"/>
            <a:ext cx="4750676" cy="4742829"/>
          </a:xfrm>
          <a:prstGeom prst="rect">
            <a:avLst/>
          </a:prstGeom>
        </p:spPr>
      </p:pic>
      <p:sp>
        <p:nvSpPr>
          <p:cNvPr id="5" name="Shape 220">
            <a:extLst>
              <a:ext uri="{FF2B5EF4-FFF2-40B4-BE49-F238E27FC236}">
                <a16:creationId xmlns:a16="http://schemas.microsoft.com/office/drawing/2014/main" id="{35520701-497D-44D0-A84B-8664C301EC62}"/>
              </a:ext>
            </a:extLst>
          </p:cNvPr>
          <p:cNvSpPr txBox="1">
            <a:spLocks/>
          </p:cNvSpPr>
          <p:nvPr userDrawn="1"/>
        </p:nvSpPr>
        <p:spPr>
          <a:xfrm>
            <a:off x="3041" y="2478949"/>
            <a:ext cx="12188959" cy="460767"/>
          </a:xfrm>
          <a:prstGeom prst="rect">
            <a:avLst/>
          </a:prstGeom>
          <a:noFill/>
          <a:ln>
            <a:noFill/>
          </a:ln>
        </p:spPr>
        <p:txBody>
          <a:bodyPr vert="horz" wrap="square" lIns="68569" tIns="34275" rIns="68569" bIns="34275" rtlCol="0" anchor="ctr" anchorCtr="0">
            <a:noAutofit/>
          </a:bodyPr>
          <a:lstStyle>
            <a:lvl1pPr algn="l" defTabSz="685800" rtl="0" eaLnBrk="1" latinLnBrk="0" hangingPunct="1">
              <a:lnSpc>
                <a:spcPct val="90000"/>
              </a:lnSpc>
              <a:spcBef>
                <a:spcPct val="0"/>
              </a:spcBef>
              <a:buNone/>
              <a:defRPr sz="2700" b="1" i="0" kern="1200">
                <a:solidFill>
                  <a:schemeClr val="tx1"/>
                </a:solidFill>
                <a:latin typeface="Helvetica Neue Condensed" panose="02000503000000020004" pitchFamily="2" charset="0"/>
                <a:ea typeface="Helvetica Neue Condensed" panose="02000503000000020004" pitchFamily="2" charset="0"/>
                <a:cs typeface="Helvetica Neue Condensed" panose="02000503000000020004" pitchFamily="2" charset="0"/>
              </a:defRPr>
            </a:lvl1pPr>
          </a:lstStyle>
          <a:p>
            <a:pPr algn="r"/>
            <a:r>
              <a:rPr lang="en-US" altLang="en-US" sz="3400" spc="-150" dirty="0">
                <a:latin typeface="Arial Nova" panose="020B0504020202020204" pitchFamily="34" charset="0"/>
                <a:ea typeface="Roboto" panose="020B0604020202020204" pitchFamily="2" charset="0"/>
              </a:rPr>
              <a:t>CS440</a:t>
            </a:r>
            <a:endParaRPr lang="en-US" sz="3400" spc="-150" dirty="0">
              <a:solidFill>
                <a:schemeClr val="accent2"/>
              </a:solidFill>
              <a:latin typeface="Arial Nova" panose="020B0504020202020204" pitchFamily="34" charset="0"/>
              <a:ea typeface="Roboto" panose="020B0604020202020204" pitchFamily="2" charset="0"/>
              <a:cs typeface="Tahoma"/>
              <a:sym typeface="Tahoma"/>
            </a:endParaRPr>
          </a:p>
        </p:txBody>
      </p:sp>
      <p:sp>
        <p:nvSpPr>
          <p:cNvPr id="7" name="TextBox 6">
            <a:extLst>
              <a:ext uri="{FF2B5EF4-FFF2-40B4-BE49-F238E27FC236}">
                <a16:creationId xmlns:a16="http://schemas.microsoft.com/office/drawing/2014/main" id="{D71D5293-5E45-4ED0-8ABB-404EA0C787DB}"/>
              </a:ext>
            </a:extLst>
          </p:cNvPr>
          <p:cNvSpPr txBox="1"/>
          <p:nvPr userDrawn="1"/>
        </p:nvSpPr>
        <p:spPr>
          <a:xfrm>
            <a:off x="0" y="2813447"/>
            <a:ext cx="12188959" cy="615553"/>
          </a:xfrm>
          <a:prstGeom prst="rect">
            <a:avLst/>
          </a:prstGeom>
          <a:noFill/>
        </p:spPr>
        <p:txBody>
          <a:bodyPr wrap="square">
            <a:spAutoFit/>
          </a:bodyPr>
          <a:lstStyle/>
          <a:p>
            <a:pPr algn="r"/>
            <a:r>
              <a:rPr lang="en-US" altLang="en-US" sz="3400" b="1" spc="-150" dirty="0">
                <a:latin typeface="Arial Nova" panose="020B0504020202020204" pitchFamily="34" charset="0"/>
                <a:ea typeface="Roboto" panose="020B0604020202020204" pitchFamily="2" charset="0"/>
              </a:rPr>
              <a:t>Foundations of Cybersecurity</a:t>
            </a:r>
            <a:endParaRPr lang="en-SG" sz="3400" b="1" spc="-150" dirty="0">
              <a:latin typeface="Arial Nova" panose="020B0504020202020204" pitchFamily="34" charset="0"/>
            </a:endParaRPr>
          </a:p>
        </p:txBody>
      </p:sp>
      <p:pic>
        <p:nvPicPr>
          <p:cNvPr id="8" name="Graphic 7">
            <a:extLst>
              <a:ext uri="{FF2B5EF4-FFF2-40B4-BE49-F238E27FC236}">
                <a16:creationId xmlns:a16="http://schemas.microsoft.com/office/drawing/2014/main" id="{8DDB0E61-499E-455F-A5D3-6261FA854D0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36669" y="1354341"/>
            <a:ext cx="4157604" cy="4157604"/>
          </a:xfrm>
          <a:prstGeom prst="rect">
            <a:avLst/>
          </a:prstGeom>
        </p:spPr>
      </p:pic>
      <p:pic>
        <p:nvPicPr>
          <p:cNvPr id="9" name="Graphic 8">
            <a:extLst>
              <a:ext uri="{FF2B5EF4-FFF2-40B4-BE49-F238E27FC236}">
                <a16:creationId xmlns:a16="http://schemas.microsoft.com/office/drawing/2014/main" id="{6E362F9D-8518-4A7E-9743-E5EAF1DFFD0F}"/>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50207"/>
          <a:stretch/>
        </p:blipFill>
        <p:spPr>
          <a:xfrm>
            <a:off x="1027242" y="3433142"/>
            <a:ext cx="4157604" cy="2070185"/>
          </a:xfrm>
          <a:prstGeom prst="rect">
            <a:avLst/>
          </a:prstGeom>
        </p:spPr>
      </p:pic>
      <p:sp>
        <p:nvSpPr>
          <p:cNvPr id="13" name="Text Placeholder 2">
            <a:extLst>
              <a:ext uri="{FF2B5EF4-FFF2-40B4-BE49-F238E27FC236}">
                <a16:creationId xmlns:a16="http://schemas.microsoft.com/office/drawing/2014/main" id="{CA5F7416-A3F0-4B2C-8382-6FB636DAF2E5}"/>
              </a:ext>
            </a:extLst>
          </p:cNvPr>
          <p:cNvSpPr>
            <a:spLocks noGrp="1"/>
          </p:cNvSpPr>
          <p:nvPr>
            <p:ph type="body" idx="10" hasCustomPrompt="1"/>
          </p:nvPr>
        </p:nvSpPr>
        <p:spPr>
          <a:xfrm>
            <a:off x="5495218" y="3437315"/>
            <a:ext cx="6693741" cy="1241217"/>
          </a:xfrm>
        </p:spPr>
        <p:txBody>
          <a:bodyPr anchor="t">
            <a:noAutofit/>
          </a:bodyPr>
          <a:lstStyle>
            <a:lvl1pPr marL="0" indent="0" algn="r">
              <a:buNone/>
              <a:defRPr sz="2400">
                <a:solidFill>
                  <a:schemeClr val="tx1"/>
                </a:solidFill>
                <a:latin typeface="Arial Nova Light" panose="020B03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Title Here</a:t>
            </a:r>
            <a:br>
              <a:rPr lang="en-GB" dirty="0"/>
            </a:br>
            <a:endParaRPr lang="en-GB" dirty="0"/>
          </a:p>
        </p:txBody>
      </p:sp>
      <p:sp>
        <p:nvSpPr>
          <p:cNvPr id="14" name="TextBox 13">
            <a:extLst>
              <a:ext uri="{FF2B5EF4-FFF2-40B4-BE49-F238E27FC236}">
                <a16:creationId xmlns:a16="http://schemas.microsoft.com/office/drawing/2014/main" id="{E574CF7D-A872-4DD3-8F5C-DBA67CFC686C}"/>
              </a:ext>
            </a:extLst>
          </p:cNvPr>
          <p:cNvSpPr txBox="1"/>
          <p:nvPr userDrawn="1"/>
        </p:nvSpPr>
        <p:spPr>
          <a:xfrm>
            <a:off x="3041" y="4696518"/>
            <a:ext cx="12188959" cy="338554"/>
          </a:xfrm>
          <a:prstGeom prst="rect">
            <a:avLst/>
          </a:prstGeom>
          <a:noFill/>
        </p:spPr>
        <p:txBody>
          <a:bodyPr wrap="square">
            <a:spAutoFit/>
          </a:bodyPr>
          <a:lstStyle/>
          <a:p>
            <a:pPr algn="r"/>
            <a:r>
              <a:rPr lang="en-US" altLang="en-US" sz="1600" b="0" spc="0" dirty="0">
                <a:latin typeface="Arial Nova Light" panose="020B0304020202020204" pitchFamily="34" charset="0"/>
                <a:ea typeface="Roboto" panose="020B0604020202020204" pitchFamily="2" charset="0"/>
              </a:rPr>
              <a:t>Presented By: Shar Lwin </a:t>
            </a:r>
            <a:r>
              <a:rPr lang="en-US" altLang="en-US" sz="1600" b="0" spc="0" dirty="0" err="1">
                <a:latin typeface="Arial Nova Light" panose="020B0304020202020204" pitchFamily="34" charset="0"/>
                <a:ea typeface="Roboto" panose="020B0604020202020204" pitchFamily="2" charset="0"/>
              </a:rPr>
              <a:t>Khin</a:t>
            </a:r>
            <a:endParaRPr lang="en-SG" sz="1600" b="0" spc="0" dirty="0">
              <a:latin typeface="Arial Nova Light" panose="020B0304020202020204" pitchFamily="34" charset="0"/>
            </a:endParaRPr>
          </a:p>
        </p:txBody>
      </p:sp>
      <p:grpSp>
        <p:nvGrpSpPr>
          <p:cNvPr id="19" name="Group 18">
            <a:extLst>
              <a:ext uri="{FF2B5EF4-FFF2-40B4-BE49-F238E27FC236}">
                <a16:creationId xmlns:a16="http://schemas.microsoft.com/office/drawing/2014/main" id="{75375691-E25A-463F-A244-33D5283ECA07}"/>
              </a:ext>
            </a:extLst>
          </p:cNvPr>
          <p:cNvGrpSpPr/>
          <p:nvPr userDrawn="1"/>
        </p:nvGrpSpPr>
        <p:grpSpPr>
          <a:xfrm>
            <a:off x="219412" y="142004"/>
            <a:ext cx="3078914" cy="546273"/>
            <a:chOff x="798998" y="4391812"/>
            <a:chExt cx="3252915" cy="577145"/>
          </a:xfrm>
        </p:grpSpPr>
        <p:pic>
          <p:nvPicPr>
            <p:cNvPr id="20" name="Graphic 19">
              <a:extLst>
                <a:ext uri="{FF2B5EF4-FFF2-40B4-BE49-F238E27FC236}">
                  <a16:creationId xmlns:a16="http://schemas.microsoft.com/office/drawing/2014/main" id="{B4E13C30-8D5A-4621-B756-E54226B0312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416662" y="4391812"/>
              <a:ext cx="1635251" cy="577145"/>
            </a:xfrm>
            <a:prstGeom prst="rect">
              <a:avLst/>
            </a:prstGeom>
          </p:spPr>
        </p:pic>
        <p:pic>
          <p:nvPicPr>
            <p:cNvPr id="21" name="Graphic 20">
              <a:extLst>
                <a:ext uri="{FF2B5EF4-FFF2-40B4-BE49-F238E27FC236}">
                  <a16:creationId xmlns:a16="http://schemas.microsoft.com/office/drawing/2014/main" id="{DA55FD92-6D03-43FA-AF8F-FC98AD97B56A}"/>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98998" y="4393717"/>
              <a:ext cx="1457325" cy="571500"/>
            </a:xfrm>
            <a:prstGeom prst="rect">
              <a:avLst/>
            </a:prstGeom>
          </p:spPr>
        </p:pic>
      </p:grpSp>
    </p:spTree>
    <p:extLst>
      <p:ext uri="{BB962C8B-B14F-4D97-AF65-F5344CB8AC3E}">
        <p14:creationId xmlns:p14="http://schemas.microsoft.com/office/powerpoint/2010/main" val="3523435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No presented by)">
    <p:bg>
      <p:bgPr>
        <a:solidFill>
          <a:schemeClr val="bg1">
            <a:alpha val="58824"/>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B3C88D0-2E08-4670-9044-5186D448CA04}"/>
              </a:ext>
            </a:extLst>
          </p:cNvPr>
          <p:cNvSpPr/>
          <p:nvPr userDrawn="1"/>
        </p:nvSpPr>
        <p:spPr>
          <a:xfrm>
            <a:off x="0" y="3429000"/>
            <a:ext cx="12188959" cy="3453861"/>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 name="Graphic 3">
            <a:extLst>
              <a:ext uri="{FF2B5EF4-FFF2-40B4-BE49-F238E27FC236}">
                <a16:creationId xmlns:a16="http://schemas.microsoft.com/office/drawing/2014/main" id="{2E584884-844F-4B21-AC76-5ED86C2636E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35724" y="1051033"/>
            <a:ext cx="4750676" cy="4742829"/>
          </a:xfrm>
          <a:prstGeom prst="rect">
            <a:avLst/>
          </a:prstGeom>
        </p:spPr>
      </p:pic>
      <p:sp>
        <p:nvSpPr>
          <p:cNvPr id="5" name="Shape 220">
            <a:extLst>
              <a:ext uri="{FF2B5EF4-FFF2-40B4-BE49-F238E27FC236}">
                <a16:creationId xmlns:a16="http://schemas.microsoft.com/office/drawing/2014/main" id="{35520701-497D-44D0-A84B-8664C301EC62}"/>
              </a:ext>
            </a:extLst>
          </p:cNvPr>
          <p:cNvSpPr txBox="1">
            <a:spLocks/>
          </p:cNvSpPr>
          <p:nvPr userDrawn="1"/>
        </p:nvSpPr>
        <p:spPr>
          <a:xfrm>
            <a:off x="3041" y="2478949"/>
            <a:ext cx="12188959" cy="460767"/>
          </a:xfrm>
          <a:prstGeom prst="rect">
            <a:avLst/>
          </a:prstGeom>
          <a:noFill/>
          <a:ln>
            <a:noFill/>
          </a:ln>
        </p:spPr>
        <p:txBody>
          <a:bodyPr vert="horz" wrap="square" lIns="68569" tIns="34275" rIns="68569" bIns="34275" rtlCol="0" anchor="ctr" anchorCtr="0">
            <a:noAutofit/>
          </a:bodyPr>
          <a:lstStyle>
            <a:lvl1pPr algn="l" defTabSz="685800" rtl="0" eaLnBrk="1" latinLnBrk="0" hangingPunct="1">
              <a:lnSpc>
                <a:spcPct val="90000"/>
              </a:lnSpc>
              <a:spcBef>
                <a:spcPct val="0"/>
              </a:spcBef>
              <a:buNone/>
              <a:defRPr sz="2700" b="1" i="0" kern="1200">
                <a:solidFill>
                  <a:schemeClr val="tx1"/>
                </a:solidFill>
                <a:latin typeface="Helvetica Neue Condensed" panose="02000503000000020004" pitchFamily="2" charset="0"/>
                <a:ea typeface="Helvetica Neue Condensed" panose="02000503000000020004" pitchFamily="2" charset="0"/>
                <a:cs typeface="Helvetica Neue Condensed" panose="02000503000000020004" pitchFamily="2" charset="0"/>
              </a:defRPr>
            </a:lvl1pPr>
          </a:lstStyle>
          <a:p>
            <a:pPr algn="r"/>
            <a:r>
              <a:rPr lang="en-US" altLang="en-US" sz="3400" spc="-150" dirty="0">
                <a:latin typeface="Arial Nova" panose="020B0504020202020204" pitchFamily="34" charset="0"/>
                <a:ea typeface="Roboto" panose="020B0604020202020204" pitchFamily="2" charset="0"/>
              </a:rPr>
              <a:t>CS440</a:t>
            </a:r>
            <a:endParaRPr lang="en-US" sz="3400" spc="-150" dirty="0">
              <a:solidFill>
                <a:schemeClr val="accent2"/>
              </a:solidFill>
              <a:latin typeface="Arial Nova" panose="020B0504020202020204" pitchFamily="34" charset="0"/>
              <a:ea typeface="Roboto" panose="020B0604020202020204" pitchFamily="2" charset="0"/>
              <a:cs typeface="Tahoma"/>
              <a:sym typeface="Tahoma"/>
            </a:endParaRPr>
          </a:p>
        </p:txBody>
      </p:sp>
      <p:sp>
        <p:nvSpPr>
          <p:cNvPr id="7" name="TextBox 6">
            <a:extLst>
              <a:ext uri="{FF2B5EF4-FFF2-40B4-BE49-F238E27FC236}">
                <a16:creationId xmlns:a16="http://schemas.microsoft.com/office/drawing/2014/main" id="{D71D5293-5E45-4ED0-8ABB-404EA0C787DB}"/>
              </a:ext>
            </a:extLst>
          </p:cNvPr>
          <p:cNvSpPr txBox="1"/>
          <p:nvPr userDrawn="1"/>
        </p:nvSpPr>
        <p:spPr>
          <a:xfrm>
            <a:off x="0" y="2813447"/>
            <a:ext cx="12188959" cy="615553"/>
          </a:xfrm>
          <a:prstGeom prst="rect">
            <a:avLst/>
          </a:prstGeom>
          <a:noFill/>
        </p:spPr>
        <p:txBody>
          <a:bodyPr wrap="square">
            <a:spAutoFit/>
          </a:bodyPr>
          <a:lstStyle/>
          <a:p>
            <a:pPr algn="r"/>
            <a:r>
              <a:rPr lang="en-US" altLang="en-US" sz="3400" b="1" spc="-150" dirty="0">
                <a:latin typeface="Arial Nova" panose="020B0504020202020204" pitchFamily="34" charset="0"/>
                <a:ea typeface="Roboto" panose="020B0604020202020204" pitchFamily="2" charset="0"/>
              </a:rPr>
              <a:t>Foundations of Cybersecurity</a:t>
            </a:r>
            <a:endParaRPr lang="en-SG" sz="3400" b="1" spc="-150" dirty="0">
              <a:latin typeface="Arial Nova" panose="020B0504020202020204" pitchFamily="34" charset="0"/>
            </a:endParaRPr>
          </a:p>
        </p:txBody>
      </p:sp>
      <p:pic>
        <p:nvPicPr>
          <p:cNvPr id="8" name="Graphic 7">
            <a:extLst>
              <a:ext uri="{FF2B5EF4-FFF2-40B4-BE49-F238E27FC236}">
                <a16:creationId xmlns:a16="http://schemas.microsoft.com/office/drawing/2014/main" id="{8DDB0E61-499E-455F-A5D3-6261FA854D0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36669" y="1354341"/>
            <a:ext cx="4157604" cy="4157604"/>
          </a:xfrm>
          <a:prstGeom prst="rect">
            <a:avLst/>
          </a:prstGeom>
        </p:spPr>
      </p:pic>
      <p:pic>
        <p:nvPicPr>
          <p:cNvPr id="9" name="Graphic 8">
            <a:extLst>
              <a:ext uri="{FF2B5EF4-FFF2-40B4-BE49-F238E27FC236}">
                <a16:creationId xmlns:a16="http://schemas.microsoft.com/office/drawing/2014/main" id="{6E362F9D-8518-4A7E-9743-E5EAF1DFFD0F}"/>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t="50207"/>
          <a:stretch/>
        </p:blipFill>
        <p:spPr>
          <a:xfrm>
            <a:off x="1027242" y="3433142"/>
            <a:ext cx="4157604" cy="2070185"/>
          </a:xfrm>
          <a:prstGeom prst="rect">
            <a:avLst/>
          </a:prstGeom>
        </p:spPr>
      </p:pic>
      <p:sp>
        <p:nvSpPr>
          <p:cNvPr id="15" name="Text Placeholder 2">
            <a:extLst>
              <a:ext uri="{FF2B5EF4-FFF2-40B4-BE49-F238E27FC236}">
                <a16:creationId xmlns:a16="http://schemas.microsoft.com/office/drawing/2014/main" id="{EE169A0C-E452-4AAB-92DC-2B26D2D761D6}"/>
              </a:ext>
            </a:extLst>
          </p:cNvPr>
          <p:cNvSpPr>
            <a:spLocks noGrp="1"/>
          </p:cNvSpPr>
          <p:nvPr>
            <p:ph type="body" idx="10" hasCustomPrompt="1"/>
          </p:nvPr>
        </p:nvSpPr>
        <p:spPr>
          <a:xfrm>
            <a:off x="5495218" y="3437315"/>
            <a:ext cx="6693741" cy="1241217"/>
          </a:xfrm>
        </p:spPr>
        <p:txBody>
          <a:bodyPr anchor="t">
            <a:noAutofit/>
          </a:bodyPr>
          <a:lstStyle>
            <a:lvl1pPr marL="0" indent="0" algn="r">
              <a:buNone/>
              <a:defRPr sz="2400">
                <a:solidFill>
                  <a:schemeClr val="tx1"/>
                </a:solidFill>
                <a:latin typeface="Arial Nova Light" panose="020B03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Title Here</a:t>
            </a:r>
            <a:br>
              <a:rPr lang="en-GB" dirty="0"/>
            </a:br>
            <a:endParaRPr lang="en-GB" dirty="0"/>
          </a:p>
        </p:txBody>
      </p:sp>
      <p:grpSp>
        <p:nvGrpSpPr>
          <p:cNvPr id="17" name="Group 16">
            <a:extLst>
              <a:ext uri="{FF2B5EF4-FFF2-40B4-BE49-F238E27FC236}">
                <a16:creationId xmlns:a16="http://schemas.microsoft.com/office/drawing/2014/main" id="{F87F7D5D-9E6A-4F19-BC0E-EEA8CF4CCCFB}"/>
              </a:ext>
            </a:extLst>
          </p:cNvPr>
          <p:cNvGrpSpPr/>
          <p:nvPr userDrawn="1"/>
        </p:nvGrpSpPr>
        <p:grpSpPr>
          <a:xfrm>
            <a:off x="219412" y="142004"/>
            <a:ext cx="3078914" cy="546273"/>
            <a:chOff x="798998" y="4391812"/>
            <a:chExt cx="3252915" cy="577145"/>
          </a:xfrm>
        </p:grpSpPr>
        <p:pic>
          <p:nvPicPr>
            <p:cNvPr id="18" name="Graphic 17">
              <a:extLst>
                <a:ext uri="{FF2B5EF4-FFF2-40B4-BE49-F238E27FC236}">
                  <a16:creationId xmlns:a16="http://schemas.microsoft.com/office/drawing/2014/main" id="{EF83F0FF-C3A1-4B8A-901B-5D525AE80513}"/>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2416662" y="4391812"/>
              <a:ext cx="1635251" cy="577145"/>
            </a:xfrm>
            <a:prstGeom prst="rect">
              <a:avLst/>
            </a:prstGeom>
          </p:spPr>
        </p:pic>
        <p:pic>
          <p:nvPicPr>
            <p:cNvPr id="19" name="Graphic 18">
              <a:extLst>
                <a:ext uri="{FF2B5EF4-FFF2-40B4-BE49-F238E27FC236}">
                  <a16:creationId xmlns:a16="http://schemas.microsoft.com/office/drawing/2014/main" id="{32BA6559-BBDA-45C5-9199-66F8C4F04494}"/>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98998" y="4393717"/>
              <a:ext cx="1457325" cy="571500"/>
            </a:xfrm>
            <a:prstGeom prst="rect">
              <a:avLst/>
            </a:prstGeom>
          </p:spPr>
        </p:pic>
      </p:grpSp>
    </p:spTree>
    <p:extLst>
      <p:ext uri="{BB962C8B-B14F-4D97-AF65-F5344CB8AC3E}">
        <p14:creationId xmlns:p14="http://schemas.microsoft.com/office/powerpoint/2010/main" val="834320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O/Content Slide">
    <p:bg>
      <p:bgPr>
        <a:solidFill>
          <a:schemeClr val="bg1">
            <a:alpha val="58824"/>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8A8981B-AC8B-4A35-AA1C-761B40FAB541}"/>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sp>
        <p:nvSpPr>
          <p:cNvPr id="13" name="TextBox 12">
            <a:extLst>
              <a:ext uri="{FF2B5EF4-FFF2-40B4-BE49-F238E27FC236}">
                <a16:creationId xmlns:a16="http://schemas.microsoft.com/office/drawing/2014/main" id="{9A117E2B-B80D-4096-90C9-CAFA0DFAC6A8}"/>
              </a:ext>
            </a:extLst>
          </p:cNvPr>
          <p:cNvSpPr txBox="1"/>
          <p:nvPr userDrawn="1"/>
        </p:nvSpPr>
        <p:spPr>
          <a:xfrm>
            <a:off x="1106815" y="420052"/>
            <a:ext cx="4269605" cy="584775"/>
          </a:xfrm>
          <a:prstGeom prst="rect">
            <a:avLst/>
          </a:prstGeom>
          <a:noFill/>
        </p:spPr>
        <p:txBody>
          <a:bodyPr wrap="square" lIns="360000" rIns="360000">
            <a:spAutoFit/>
          </a:bodyPr>
          <a:lstStyle/>
          <a:p>
            <a:pPr algn="ctr"/>
            <a:r>
              <a:rPr lang="en-US" altLang="en-US" sz="3200" b="1" spc="-150" dirty="0">
                <a:latin typeface="Arial Nova" panose="020B0504020202020204" pitchFamily="34" charset="0"/>
                <a:ea typeface="Roboto" panose="020B0604020202020204" pitchFamily="2" charset="0"/>
              </a:rPr>
              <a:t>Content</a:t>
            </a:r>
            <a:endParaRPr lang="en-SG" sz="3200" b="1" spc="-150" dirty="0">
              <a:latin typeface="Arial Nova" panose="020B0504020202020204" pitchFamily="34" charset="0"/>
            </a:endParaRPr>
          </a:p>
        </p:txBody>
      </p:sp>
      <p:cxnSp>
        <p:nvCxnSpPr>
          <p:cNvPr id="17" name="Straight Connector 16">
            <a:extLst>
              <a:ext uri="{FF2B5EF4-FFF2-40B4-BE49-F238E27FC236}">
                <a16:creationId xmlns:a16="http://schemas.microsoft.com/office/drawing/2014/main" id="{F8DD2921-8FDC-4B26-9FB6-69446F913D64}"/>
              </a:ext>
            </a:extLst>
          </p:cNvPr>
          <p:cNvCxnSpPr>
            <a:cxnSpLocks/>
          </p:cNvCxnSpPr>
          <p:nvPr userDrawn="1"/>
        </p:nvCxnSpPr>
        <p:spPr>
          <a:xfrm>
            <a:off x="6096000" y="759436"/>
            <a:ext cx="0" cy="4811226"/>
          </a:xfrm>
          <a:prstGeom prst="line">
            <a:avLst/>
          </a:prstGeom>
          <a:ln w="60325" cap="rnd" cmpd="sng">
            <a:solidFill>
              <a:srgbClr val="FFE285"/>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31AD672-3531-4214-90F6-5BD894F15DA1}"/>
              </a:ext>
            </a:extLst>
          </p:cNvPr>
          <p:cNvSpPr txBox="1"/>
          <p:nvPr userDrawn="1"/>
        </p:nvSpPr>
        <p:spPr>
          <a:xfrm>
            <a:off x="6815580" y="420051"/>
            <a:ext cx="4352035" cy="584775"/>
          </a:xfrm>
          <a:prstGeom prst="rect">
            <a:avLst/>
          </a:prstGeom>
          <a:noFill/>
        </p:spPr>
        <p:txBody>
          <a:bodyPr wrap="square" lIns="360000" rIns="360000">
            <a:spAutoFit/>
          </a:bodyPr>
          <a:lstStyle/>
          <a:p>
            <a:pPr algn="ctr"/>
            <a:r>
              <a:rPr lang="en-US" altLang="en-US" sz="3200" b="1" spc="-150" dirty="0">
                <a:latin typeface="Arial Nova" panose="020B0504020202020204" pitchFamily="34" charset="0"/>
                <a:ea typeface="Roboto" panose="020B0604020202020204" pitchFamily="2" charset="0"/>
              </a:rPr>
              <a:t>Learning Objectives</a:t>
            </a:r>
            <a:endParaRPr lang="en-SG" sz="3200" b="1" spc="-150" dirty="0">
              <a:latin typeface="Arial Nova" panose="020B0504020202020204" pitchFamily="34" charset="0"/>
            </a:endParaRPr>
          </a:p>
        </p:txBody>
      </p:sp>
      <p:sp>
        <p:nvSpPr>
          <p:cNvPr id="25" name="Content Placeholder 2">
            <a:extLst>
              <a:ext uri="{FF2B5EF4-FFF2-40B4-BE49-F238E27FC236}">
                <a16:creationId xmlns:a16="http://schemas.microsoft.com/office/drawing/2014/main" id="{A849563C-90E4-4A69-BD87-8BC98FB6216B}"/>
              </a:ext>
            </a:extLst>
          </p:cNvPr>
          <p:cNvSpPr>
            <a:spLocks noGrp="1"/>
          </p:cNvSpPr>
          <p:nvPr>
            <p:ph sz="half" idx="1"/>
          </p:nvPr>
        </p:nvSpPr>
        <p:spPr>
          <a:xfrm>
            <a:off x="1024385" y="1253331"/>
            <a:ext cx="4352035" cy="4351338"/>
          </a:xfrm>
        </p:spPr>
        <p:txBody>
          <a:bodyPr/>
          <a:lstStyle>
            <a:lvl1pPr>
              <a:defRPr>
                <a:latin typeface="Arial Nova" panose="020B0504020202020204" pitchFamily="34" charset="0"/>
              </a:defRPr>
            </a:lvl1pPr>
            <a:lvl2pPr>
              <a:defRPr>
                <a:latin typeface="Arial Nova" panose="020B0504020202020204" pitchFamily="34" charset="0"/>
              </a:defRPr>
            </a:lvl2pPr>
            <a:lvl3pPr>
              <a:defRPr>
                <a:latin typeface="Arial Nova Light" panose="020B0304020202020204" pitchFamily="34" charset="0"/>
              </a:defRPr>
            </a:lvl3pPr>
            <a:lvl4pPr>
              <a:defRPr>
                <a:latin typeface="Arial Nova Light" panose="020B0304020202020204" pitchFamily="34" charset="0"/>
              </a:defRPr>
            </a:lvl4pPr>
            <a:lvl5pPr>
              <a:defRPr>
                <a:latin typeface="Arial Nova Light" panose="020B03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26" name="Content Placeholder 2">
            <a:extLst>
              <a:ext uri="{FF2B5EF4-FFF2-40B4-BE49-F238E27FC236}">
                <a16:creationId xmlns:a16="http://schemas.microsoft.com/office/drawing/2014/main" id="{C98B1011-7E80-4030-A729-05B3DD2CFCFA}"/>
              </a:ext>
            </a:extLst>
          </p:cNvPr>
          <p:cNvSpPr>
            <a:spLocks noGrp="1"/>
          </p:cNvSpPr>
          <p:nvPr>
            <p:ph sz="half" idx="10"/>
          </p:nvPr>
        </p:nvSpPr>
        <p:spPr>
          <a:xfrm>
            <a:off x="6856797" y="1253331"/>
            <a:ext cx="4310820" cy="4351338"/>
          </a:xfrm>
        </p:spPr>
        <p:txBody>
          <a:bodyPr/>
          <a:lstStyle>
            <a:lvl1pPr>
              <a:defRPr>
                <a:latin typeface="Arial Nova" panose="020B0504020202020204" pitchFamily="34" charset="0"/>
              </a:defRPr>
            </a:lvl1pPr>
            <a:lvl2pPr>
              <a:defRPr>
                <a:latin typeface="Arial Nova" panose="020B0504020202020204" pitchFamily="34" charset="0"/>
              </a:defRPr>
            </a:lvl2pPr>
            <a:lvl3pPr>
              <a:defRPr>
                <a:latin typeface="Arial Nova Light" panose="020B0304020202020204" pitchFamily="34" charset="0"/>
              </a:defRPr>
            </a:lvl3pPr>
            <a:lvl4pPr>
              <a:defRPr>
                <a:latin typeface="Arial Nova Light" panose="020B0304020202020204" pitchFamily="34" charset="0"/>
              </a:defRPr>
            </a:lvl4pPr>
            <a:lvl5pPr>
              <a:defRPr>
                <a:latin typeface="Arial Nova Light" panose="020B03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Tree>
    <p:extLst>
      <p:ext uri="{BB962C8B-B14F-4D97-AF65-F5344CB8AC3E}">
        <p14:creationId xmlns:p14="http://schemas.microsoft.com/office/powerpoint/2010/main" val="2433955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view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5A31952-8378-46DA-9488-641778451731}"/>
              </a:ext>
            </a:extLst>
          </p:cNvPr>
          <p:cNvSpPr/>
          <p:nvPr userDrawn="1"/>
        </p:nvSpPr>
        <p:spPr>
          <a:xfrm>
            <a:off x="0" y="3429000"/>
            <a:ext cx="12188959" cy="3453861"/>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SG" dirty="0"/>
          </a:p>
        </p:txBody>
      </p:sp>
      <p:sp>
        <p:nvSpPr>
          <p:cNvPr id="3" name="Title 1">
            <a:extLst>
              <a:ext uri="{FF2B5EF4-FFF2-40B4-BE49-F238E27FC236}">
                <a16:creationId xmlns:a16="http://schemas.microsoft.com/office/drawing/2014/main" id="{7FCD11AF-F143-4E95-9F76-FBF5262137D5}"/>
              </a:ext>
            </a:extLst>
          </p:cNvPr>
          <p:cNvSpPr>
            <a:spLocks noGrp="1"/>
          </p:cNvSpPr>
          <p:nvPr>
            <p:ph type="title" hasCustomPrompt="1"/>
          </p:nvPr>
        </p:nvSpPr>
        <p:spPr>
          <a:xfrm>
            <a:off x="0" y="2851952"/>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ln>
        </p:spPr>
        <p:txBody>
          <a:bodyPr lIns="360000" rIns="360000">
            <a:noAutofit/>
          </a:bodyPr>
          <a:lstStyle>
            <a:lvl1pPr algn="l">
              <a:defRPr sz="4000">
                <a:latin typeface="Arial Nova" panose="020B0504020202020204" pitchFamily="34" charset="0"/>
              </a:defRPr>
            </a:lvl1pPr>
          </a:lstStyle>
          <a:p>
            <a:r>
              <a:rPr lang="en-GB" dirty="0"/>
              <a:t>Header Here</a:t>
            </a:r>
            <a:endParaRPr lang="en-US" dirty="0"/>
          </a:p>
        </p:txBody>
      </p:sp>
      <p:sp>
        <p:nvSpPr>
          <p:cNvPr id="7" name="TextBox 6">
            <a:extLst>
              <a:ext uri="{FF2B5EF4-FFF2-40B4-BE49-F238E27FC236}">
                <a16:creationId xmlns:a16="http://schemas.microsoft.com/office/drawing/2014/main" id="{48A8981B-AC8B-4A35-AA1C-761B40FAB541}"/>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sp>
        <p:nvSpPr>
          <p:cNvPr id="11" name="Text Placeholder 2">
            <a:extLst>
              <a:ext uri="{FF2B5EF4-FFF2-40B4-BE49-F238E27FC236}">
                <a16:creationId xmlns:a16="http://schemas.microsoft.com/office/drawing/2014/main" id="{1A420E72-2781-4109-9E57-B95FAD77AD31}"/>
              </a:ext>
            </a:extLst>
          </p:cNvPr>
          <p:cNvSpPr>
            <a:spLocks noGrp="1"/>
          </p:cNvSpPr>
          <p:nvPr>
            <p:ph type="body" idx="10" hasCustomPrompt="1"/>
          </p:nvPr>
        </p:nvSpPr>
        <p:spPr>
          <a:xfrm>
            <a:off x="-3041" y="3437316"/>
            <a:ext cx="10843491" cy="363116"/>
          </a:xfrm>
        </p:spPr>
        <p:txBody>
          <a:bodyPr lIns="360000" rIns="360000" anchor="ctr">
            <a:normAutofit/>
          </a:bodyPr>
          <a:lstStyle>
            <a:lvl1pPr marL="0" indent="0" algn="l">
              <a:buNone/>
              <a:defRPr sz="1600">
                <a:solidFill>
                  <a:schemeClr val="tx1"/>
                </a:solidFill>
                <a:latin typeface="Arial Nova Light" panose="020B03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Flavour Text Here</a:t>
            </a:r>
          </a:p>
        </p:txBody>
      </p:sp>
      <p:grpSp>
        <p:nvGrpSpPr>
          <p:cNvPr id="16" name="Group 15">
            <a:extLst>
              <a:ext uri="{FF2B5EF4-FFF2-40B4-BE49-F238E27FC236}">
                <a16:creationId xmlns:a16="http://schemas.microsoft.com/office/drawing/2014/main" id="{6E4BDADD-B6C7-4717-9148-0B325B4E0F79}"/>
              </a:ext>
            </a:extLst>
          </p:cNvPr>
          <p:cNvGrpSpPr/>
          <p:nvPr userDrawn="1"/>
        </p:nvGrpSpPr>
        <p:grpSpPr>
          <a:xfrm>
            <a:off x="219412" y="142004"/>
            <a:ext cx="3078914" cy="546273"/>
            <a:chOff x="798998" y="4391812"/>
            <a:chExt cx="3252915" cy="577145"/>
          </a:xfrm>
        </p:grpSpPr>
        <p:pic>
          <p:nvPicPr>
            <p:cNvPr id="17" name="Graphic 16">
              <a:extLst>
                <a:ext uri="{FF2B5EF4-FFF2-40B4-BE49-F238E27FC236}">
                  <a16:creationId xmlns:a16="http://schemas.microsoft.com/office/drawing/2014/main" id="{58586D31-15C5-425D-85E1-18733954454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16662" y="4391812"/>
              <a:ext cx="1635251" cy="577145"/>
            </a:xfrm>
            <a:prstGeom prst="rect">
              <a:avLst/>
            </a:prstGeom>
          </p:spPr>
        </p:pic>
        <p:pic>
          <p:nvPicPr>
            <p:cNvPr id="18" name="Graphic 17">
              <a:extLst>
                <a:ext uri="{FF2B5EF4-FFF2-40B4-BE49-F238E27FC236}">
                  <a16:creationId xmlns:a16="http://schemas.microsoft.com/office/drawing/2014/main" id="{D9C1CDC5-8FDA-44C4-ADA3-EC69A58B1F5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98998" y="4393717"/>
              <a:ext cx="1457325" cy="571500"/>
            </a:xfrm>
            <a:prstGeom prst="rect">
              <a:avLst/>
            </a:prstGeom>
          </p:spPr>
        </p:pic>
      </p:grpSp>
    </p:spTree>
    <p:extLst>
      <p:ext uri="{BB962C8B-B14F-4D97-AF65-F5344CB8AC3E}">
        <p14:creationId xmlns:p14="http://schemas.microsoft.com/office/powerpoint/2010/main" val="1380257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FCD11AF-F143-4E95-9F76-FBF5262137D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4" name="Straight Connector 3">
            <a:extLst>
              <a:ext uri="{FF2B5EF4-FFF2-40B4-BE49-F238E27FC236}">
                <a16:creationId xmlns:a16="http://schemas.microsoft.com/office/drawing/2014/main" id="{1B1108A6-71D4-4871-A524-4FC6C414A6F8}"/>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CEB485F1-9C7A-4089-BC0C-E0EC4F8CDA6A}"/>
              </a:ext>
            </a:extLst>
          </p:cNvPr>
          <p:cNvSpPr>
            <a:spLocks noGrp="1"/>
          </p:cNvSpPr>
          <p:nvPr>
            <p:ph type="body" idx="11" hasCustomPrompt="1"/>
          </p:nvPr>
        </p:nvSpPr>
        <p:spPr>
          <a:xfrm>
            <a:off x="2831977" y="6347537"/>
            <a:ext cx="6604986" cy="510464"/>
          </a:xfrm>
        </p:spPr>
        <p:txBody>
          <a:bodyPr anchor="b">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7" name="Text Placeholder 2">
            <a:extLst>
              <a:ext uri="{FF2B5EF4-FFF2-40B4-BE49-F238E27FC236}">
                <a16:creationId xmlns:a16="http://schemas.microsoft.com/office/drawing/2014/main" id="{C3ACFFB6-D74F-46F9-BA08-950DC89D9A9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540192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Part Slide (1)">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856D6901-44F1-4E68-9145-D54DC24D486C}"/>
              </a:ext>
            </a:extLst>
          </p:cNvPr>
          <p:cNvGrpSpPr/>
          <p:nvPr userDrawn="1"/>
        </p:nvGrpSpPr>
        <p:grpSpPr>
          <a:xfrm>
            <a:off x="4654966" y="6366048"/>
            <a:ext cx="2882068" cy="452174"/>
            <a:chOff x="4654967" y="6366048"/>
            <a:chExt cx="2882068" cy="452174"/>
          </a:xfrm>
        </p:grpSpPr>
        <p:sp>
          <p:nvSpPr>
            <p:cNvPr id="65" name="Oval 64">
              <a:extLst>
                <a:ext uri="{FF2B5EF4-FFF2-40B4-BE49-F238E27FC236}">
                  <a16:creationId xmlns:a16="http://schemas.microsoft.com/office/drawing/2014/main" id="{2D7825D4-D640-4E3D-8AD8-E7FEC3E96437}"/>
                </a:ext>
              </a:extLst>
            </p:cNvPr>
            <p:cNvSpPr/>
            <p:nvPr userDrawn="1"/>
          </p:nvSpPr>
          <p:spPr>
            <a:xfrm>
              <a:off x="4654967" y="6368222"/>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7087035" y="6366048"/>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5535106"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7E09C187-E0E8-41A1-9532-51B50682CE85}"/>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44724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Part Slide (2)">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856D6901-44F1-4E68-9145-D54DC24D486C}"/>
              </a:ext>
            </a:extLst>
          </p:cNvPr>
          <p:cNvGrpSpPr/>
          <p:nvPr userDrawn="1"/>
        </p:nvGrpSpPr>
        <p:grpSpPr>
          <a:xfrm>
            <a:off x="4654966" y="6366048"/>
            <a:ext cx="2882068" cy="452174"/>
            <a:chOff x="4654967" y="6366048"/>
            <a:chExt cx="2882068" cy="452174"/>
          </a:xfrm>
        </p:grpSpPr>
        <p:sp>
          <p:nvSpPr>
            <p:cNvPr id="65" name="Oval 64">
              <a:extLst>
                <a:ext uri="{FF2B5EF4-FFF2-40B4-BE49-F238E27FC236}">
                  <a16:creationId xmlns:a16="http://schemas.microsoft.com/office/drawing/2014/main" id="{2D7825D4-D640-4E3D-8AD8-E7FEC3E96437}"/>
                </a:ext>
              </a:extLst>
            </p:cNvPr>
            <p:cNvSpPr/>
            <p:nvPr userDrawn="1"/>
          </p:nvSpPr>
          <p:spPr>
            <a:xfrm>
              <a:off x="4654967" y="6368222"/>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7087035" y="6366048"/>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5535106"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7E09C187-E0E8-41A1-9532-51B50682CE85}"/>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204712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Part Slide (1)">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7FB2C3DD-2B40-46EE-BCAD-44D6AB76CAB0}"/>
              </a:ext>
            </a:extLst>
          </p:cNvPr>
          <p:cNvGrpSpPr/>
          <p:nvPr userDrawn="1"/>
        </p:nvGrpSpPr>
        <p:grpSpPr>
          <a:xfrm>
            <a:off x="3225210" y="6363874"/>
            <a:ext cx="5741581" cy="454348"/>
            <a:chOff x="3222094" y="6363874"/>
            <a:chExt cx="5741581" cy="454348"/>
          </a:xfrm>
        </p:grpSpPr>
        <p:sp>
          <p:nvSpPr>
            <p:cNvPr id="65" name="Oval 64">
              <a:extLst>
                <a:ext uri="{FF2B5EF4-FFF2-40B4-BE49-F238E27FC236}">
                  <a16:creationId xmlns:a16="http://schemas.microsoft.com/office/drawing/2014/main" id="{2D7825D4-D640-4E3D-8AD8-E7FEC3E96437}"/>
                </a:ext>
              </a:extLst>
            </p:cNvPr>
            <p:cNvSpPr/>
            <p:nvPr userDrawn="1"/>
          </p:nvSpPr>
          <p:spPr>
            <a:xfrm>
              <a:off x="3222094" y="6368222"/>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5867884" y="6366048"/>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8513675"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420909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738047E-6518-4D62-9C1E-EC0FE3ACB696}"/>
                </a:ext>
              </a:extLst>
            </p:cNvPr>
            <p:cNvCxnSpPr>
              <a:cxnSpLocks/>
            </p:cNvCxnSpPr>
            <p:nvPr userDrawn="1"/>
          </p:nvCxnSpPr>
          <p:spPr>
            <a:xfrm>
              <a:off x="685488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 Placeholder 2">
            <a:extLst>
              <a:ext uri="{FF2B5EF4-FFF2-40B4-BE49-F238E27FC236}">
                <a16:creationId xmlns:a16="http://schemas.microsoft.com/office/drawing/2014/main" id="{9026372B-EB3A-4FE4-91BE-CC9376F485B8}"/>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2" name="Text Placeholder 2">
            <a:extLst>
              <a:ext uri="{FF2B5EF4-FFF2-40B4-BE49-F238E27FC236}">
                <a16:creationId xmlns:a16="http://schemas.microsoft.com/office/drawing/2014/main" id="{347C78BA-B57D-48AB-AA8E-4475D71AD05D}"/>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18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934004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Part Slide (2)">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7FB2C3DD-2B40-46EE-BCAD-44D6AB76CAB0}"/>
              </a:ext>
            </a:extLst>
          </p:cNvPr>
          <p:cNvGrpSpPr/>
          <p:nvPr userDrawn="1"/>
        </p:nvGrpSpPr>
        <p:grpSpPr>
          <a:xfrm>
            <a:off x="3225210" y="6363874"/>
            <a:ext cx="5741581" cy="454348"/>
            <a:chOff x="3222094" y="6363874"/>
            <a:chExt cx="5741581" cy="454348"/>
          </a:xfrm>
        </p:grpSpPr>
        <p:sp>
          <p:nvSpPr>
            <p:cNvPr id="65" name="Oval 64">
              <a:extLst>
                <a:ext uri="{FF2B5EF4-FFF2-40B4-BE49-F238E27FC236}">
                  <a16:creationId xmlns:a16="http://schemas.microsoft.com/office/drawing/2014/main" id="{2D7825D4-D640-4E3D-8AD8-E7FEC3E96437}"/>
                </a:ext>
              </a:extLst>
            </p:cNvPr>
            <p:cNvSpPr/>
            <p:nvPr userDrawn="1"/>
          </p:nvSpPr>
          <p:spPr>
            <a:xfrm>
              <a:off x="3222094" y="6368222"/>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5867884" y="6366048"/>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8513675"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420909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738047E-6518-4D62-9C1E-EC0FE3ACB696}"/>
                </a:ext>
              </a:extLst>
            </p:cNvPr>
            <p:cNvCxnSpPr>
              <a:cxnSpLocks/>
            </p:cNvCxnSpPr>
            <p:nvPr userDrawn="1"/>
          </p:nvCxnSpPr>
          <p:spPr>
            <a:xfrm>
              <a:off x="685488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 Placeholder 2">
            <a:extLst>
              <a:ext uri="{FF2B5EF4-FFF2-40B4-BE49-F238E27FC236}">
                <a16:creationId xmlns:a16="http://schemas.microsoft.com/office/drawing/2014/main" id="{9026372B-EB3A-4FE4-91BE-CC9376F485B8}"/>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2" name="Text Placeholder 2">
            <a:extLst>
              <a:ext uri="{FF2B5EF4-FFF2-40B4-BE49-F238E27FC236}">
                <a16:creationId xmlns:a16="http://schemas.microsoft.com/office/drawing/2014/main" id="{AA6A8000-3EF0-4625-B4F1-196FAA8FE8E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7722635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Part Slide (3)">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7FB2C3DD-2B40-46EE-BCAD-44D6AB76CAB0}"/>
              </a:ext>
            </a:extLst>
          </p:cNvPr>
          <p:cNvGrpSpPr/>
          <p:nvPr userDrawn="1"/>
        </p:nvGrpSpPr>
        <p:grpSpPr>
          <a:xfrm>
            <a:off x="3225210" y="6363874"/>
            <a:ext cx="5741581" cy="454348"/>
            <a:chOff x="3222094" y="6363874"/>
            <a:chExt cx="5741581" cy="454348"/>
          </a:xfrm>
        </p:grpSpPr>
        <p:sp>
          <p:nvSpPr>
            <p:cNvPr id="65" name="Oval 64">
              <a:extLst>
                <a:ext uri="{FF2B5EF4-FFF2-40B4-BE49-F238E27FC236}">
                  <a16:creationId xmlns:a16="http://schemas.microsoft.com/office/drawing/2014/main" id="{2D7825D4-D640-4E3D-8AD8-E7FEC3E96437}"/>
                </a:ext>
              </a:extLst>
            </p:cNvPr>
            <p:cNvSpPr/>
            <p:nvPr userDrawn="1"/>
          </p:nvSpPr>
          <p:spPr>
            <a:xfrm>
              <a:off x="3222094" y="6368222"/>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5867884" y="6366048"/>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8513675" y="636387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cxnSp>
          <p:nvCxnSpPr>
            <p:cNvPr id="68" name="Straight Connector 67">
              <a:extLst>
                <a:ext uri="{FF2B5EF4-FFF2-40B4-BE49-F238E27FC236}">
                  <a16:creationId xmlns:a16="http://schemas.microsoft.com/office/drawing/2014/main" id="{12578F94-9F30-4984-8A78-2F6A0198E634}"/>
                </a:ext>
              </a:extLst>
            </p:cNvPr>
            <p:cNvCxnSpPr>
              <a:cxnSpLocks/>
            </p:cNvCxnSpPr>
            <p:nvPr userDrawn="1"/>
          </p:nvCxnSpPr>
          <p:spPr>
            <a:xfrm>
              <a:off x="420909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1738047E-6518-4D62-9C1E-EC0FE3ACB696}"/>
                </a:ext>
              </a:extLst>
            </p:cNvPr>
            <p:cNvCxnSpPr>
              <a:cxnSpLocks/>
            </p:cNvCxnSpPr>
            <p:nvPr userDrawn="1"/>
          </p:nvCxnSpPr>
          <p:spPr>
            <a:xfrm>
              <a:off x="6854884"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 Placeholder 2">
            <a:extLst>
              <a:ext uri="{FF2B5EF4-FFF2-40B4-BE49-F238E27FC236}">
                <a16:creationId xmlns:a16="http://schemas.microsoft.com/office/drawing/2014/main" id="{9026372B-EB3A-4FE4-91BE-CC9376F485B8}"/>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2" name="Text Placeholder 2">
            <a:extLst>
              <a:ext uri="{FF2B5EF4-FFF2-40B4-BE49-F238E27FC236}">
                <a16:creationId xmlns:a16="http://schemas.microsoft.com/office/drawing/2014/main" id="{CADB5228-5FB9-49A9-9740-193C8967675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9679169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 Part Slide (1)">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F1A7-F9A0-4506-AE38-8BC2A086F36E}"/>
              </a:ext>
            </a:extLst>
          </p:cNvPr>
          <p:cNvGrpSpPr/>
          <p:nvPr userDrawn="1"/>
        </p:nvGrpSpPr>
        <p:grpSpPr>
          <a:xfrm>
            <a:off x="2726367" y="6360464"/>
            <a:ext cx="6739266" cy="453410"/>
            <a:chOff x="2726367" y="6360464"/>
            <a:chExt cx="6739266"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26367"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822789"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6919211"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9015633"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cxnSp>
          <p:nvCxnSpPr>
            <p:cNvPr id="10" name="Straight Connector 9">
              <a:extLst>
                <a:ext uri="{FF2B5EF4-FFF2-40B4-BE49-F238E27FC236}">
                  <a16:creationId xmlns:a16="http://schemas.microsoft.com/office/drawing/2014/main" id="{E2B5A7E0-4F21-421B-B36A-C9BCBEC6899E}"/>
                </a:ext>
              </a:extLst>
            </p:cNvPr>
            <p:cNvCxnSpPr>
              <a:cxnSpLocks/>
            </p:cNvCxnSpPr>
            <p:nvPr userDrawn="1"/>
          </p:nvCxnSpPr>
          <p:spPr>
            <a:xfrm>
              <a:off x="3438683"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09EF7D-A325-4A01-9F37-03EE37C4E7AA}"/>
                </a:ext>
              </a:extLst>
            </p:cNvPr>
            <p:cNvCxnSpPr>
              <a:cxnSpLocks/>
            </p:cNvCxnSpPr>
            <p:nvPr userDrawn="1"/>
          </p:nvCxnSpPr>
          <p:spPr>
            <a:xfrm>
              <a:off x="5535105"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0B568A-72F8-465B-9239-3FBA8A5D5F7B}"/>
                </a:ext>
              </a:extLst>
            </p:cNvPr>
            <p:cNvCxnSpPr>
              <a:cxnSpLocks/>
            </p:cNvCxnSpPr>
            <p:nvPr userDrawn="1"/>
          </p:nvCxnSpPr>
          <p:spPr>
            <a:xfrm>
              <a:off x="7631527"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45E9E151-1807-44F6-9C17-B2CCF37F82ED}"/>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4" name="Text Placeholder 2">
            <a:extLst>
              <a:ext uri="{FF2B5EF4-FFF2-40B4-BE49-F238E27FC236}">
                <a16:creationId xmlns:a16="http://schemas.microsoft.com/office/drawing/2014/main" id="{D014A74E-A0B9-4DD0-B456-BBC8F3A7322D}"/>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655157793"/>
      </p:ext>
    </p:extLst>
  </p:cSld>
  <p:clrMapOvr>
    <a:masterClrMapping/>
  </p:clrMapOvr>
  <p:extLst>
    <p:ext uri="{DCECCB84-F9BA-43D5-87BE-67443E8EF086}">
      <p15:sldGuideLst xmlns:p15="http://schemas.microsoft.com/office/powerpoint/2012/main">
        <p15:guide id="1" orient="horz" pos="2183">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Part Slide (2)">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F1A7-F9A0-4506-AE38-8BC2A086F36E}"/>
              </a:ext>
            </a:extLst>
          </p:cNvPr>
          <p:cNvGrpSpPr/>
          <p:nvPr userDrawn="1"/>
        </p:nvGrpSpPr>
        <p:grpSpPr>
          <a:xfrm>
            <a:off x="2726367" y="6360464"/>
            <a:ext cx="6739266" cy="453410"/>
            <a:chOff x="2726367" y="6360464"/>
            <a:chExt cx="6739266"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26367"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822789" y="636387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6919211"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9015633"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cxnSp>
          <p:nvCxnSpPr>
            <p:cNvPr id="10" name="Straight Connector 9">
              <a:extLst>
                <a:ext uri="{FF2B5EF4-FFF2-40B4-BE49-F238E27FC236}">
                  <a16:creationId xmlns:a16="http://schemas.microsoft.com/office/drawing/2014/main" id="{E2B5A7E0-4F21-421B-B36A-C9BCBEC6899E}"/>
                </a:ext>
              </a:extLst>
            </p:cNvPr>
            <p:cNvCxnSpPr>
              <a:cxnSpLocks/>
            </p:cNvCxnSpPr>
            <p:nvPr userDrawn="1"/>
          </p:nvCxnSpPr>
          <p:spPr>
            <a:xfrm>
              <a:off x="3438683"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09EF7D-A325-4A01-9F37-03EE37C4E7AA}"/>
                </a:ext>
              </a:extLst>
            </p:cNvPr>
            <p:cNvCxnSpPr>
              <a:cxnSpLocks/>
            </p:cNvCxnSpPr>
            <p:nvPr userDrawn="1"/>
          </p:nvCxnSpPr>
          <p:spPr>
            <a:xfrm>
              <a:off x="5535105"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0B568A-72F8-465B-9239-3FBA8A5D5F7B}"/>
                </a:ext>
              </a:extLst>
            </p:cNvPr>
            <p:cNvCxnSpPr>
              <a:cxnSpLocks/>
            </p:cNvCxnSpPr>
            <p:nvPr userDrawn="1"/>
          </p:nvCxnSpPr>
          <p:spPr>
            <a:xfrm>
              <a:off x="7631527"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45E9E151-1807-44F6-9C17-B2CCF37F82ED}"/>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4" name="Text Placeholder 2">
            <a:extLst>
              <a:ext uri="{FF2B5EF4-FFF2-40B4-BE49-F238E27FC236}">
                <a16:creationId xmlns:a16="http://schemas.microsoft.com/office/drawing/2014/main" id="{7778D2C4-BF38-444F-8AF8-00E29162BF15}"/>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312245812"/>
      </p:ext>
    </p:extLst>
  </p:cSld>
  <p:clrMapOvr>
    <a:masterClrMapping/>
  </p:clrMapOvr>
  <p:extLst>
    <p:ext uri="{DCECCB84-F9BA-43D5-87BE-67443E8EF086}">
      <p15:sldGuideLst xmlns:p15="http://schemas.microsoft.com/office/powerpoint/2012/main">
        <p15:guide id="1" orient="horz" pos="2183">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Part Slide (3)">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F1A7-F9A0-4506-AE38-8BC2A086F36E}"/>
              </a:ext>
            </a:extLst>
          </p:cNvPr>
          <p:cNvGrpSpPr/>
          <p:nvPr userDrawn="1"/>
        </p:nvGrpSpPr>
        <p:grpSpPr>
          <a:xfrm>
            <a:off x="2726367" y="6360464"/>
            <a:ext cx="6739266" cy="453410"/>
            <a:chOff x="2726367" y="6360464"/>
            <a:chExt cx="6739266"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26367"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822789"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6919211" y="6362169"/>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9015633"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cxnSp>
          <p:nvCxnSpPr>
            <p:cNvPr id="10" name="Straight Connector 9">
              <a:extLst>
                <a:ext uri="{FF2B5EF4-FFF2-40B4-BE49-F238E27FC236}">
                  <a16:creationId xmlns:a16="http://schemas.microsoft.com/office/drawing/2014/main" id="{E2B5A7E0-4F21-421B-B36A-C9BCBEC6899E}"/>
                </a:ext>
              </a:extLst>
            </p:cNvPr>
            <p:cNvCxnSpPr>
              <a:cxnSpLocks/>
            </p:cNvCxnSpPr>
            <p:nvPr userDrawn="1"/>
          </p:nvCxnSpPr>
          <p:spPr>
            <a:xfrm>
              <a:off x="3438683"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09EF7D-A325-4A01-9F37-03EE37C4E7AA}"/>
                </a:ext>
              </a:extLst>
            </p:cNvPr>
            <p:cNvCxnSpPr>
              <a:cxnSpLocks/>
            </p:cNvCxnSpPr>
            <p:nvPr userDrawn="1"/>
          </p:nvCxnSpPr>
          <p:spPr>
            <a:xfrm>
              <a:off x="5535105"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0B568A-72F8-465B-9239-3FBA8A5D5F7B}"/>
                </a:ext>
              </a:extLst>
            </p:cNvPr>
            <p:cNvCxnSpPr>
              <a:cxnSpLocks/>
            </p:cNvCxnSpPr>
            <p:nvPr userDrawn="1"/>
          </p:nvCxnSpPr>
          <p:spPr>
            <a:xfrm>
              <a:off x="7631527"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45E9E151-1807-44F6-9C17-B2CCF37F82ED}"/>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4" name="Text Placeholder 2">
            <a:extLst>
              <a:ext uri="{FF2B5EF4-FFF2-40B4-BE49-F238E27FC236}">
                <a16:creationId xmlns:a16="http://schemas.microsoft.com/office/drawing/2014/main" id="{246D950D-7856-44BE-8CE8-E5341DA70458}"/>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227320857"/>
      </p:ext>
    </p:extLst>
  </p:cSld>
  <p:clrMapOvr>
    <a:masterClrMapping/>
  </p:clrMapOvr>
  <p:extLst>
    <p:ext uri="{DCECCB84-F9BA-43D5-87BE-67443E8EF086}">
      <p15:sldGuideLst xmlns:p15="http://schemas.microsoft.com/office/powerpoint/2012/main">
        <p15:guide id="1" orient="horz" pos="2183">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Part Slide (4)">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0CC0F1A7-F9A0-4506-AE38-8BC2A086F36E}"/>
              </a:ext>
            </a:extLst>
          </p:cNvPr>
          <p:cNvGrpSpPr/>
          <p:nvPr userDrawn="1"/>
        </p:nvGrpSpPr>
        <p:grpSpPr>
          <a:xfrm>
            <a:off x="2726367" y="6360464"/>
            <a:ext cx="6739266" cy="453410"/>
            <a:chOff x="2726367" y="6360464"/>
            <a:chExt cx="6739266"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26367"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822789"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6919211"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9015633"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cxnSp>
          <p:nvCxnSpPr>
            <p:cNvPr id="10" name="Straight Connector 9">
              <a:extLst>
                <a:ext uri="{FF2B5EF4-FFF2-40B4-BE49-F238E27FC236}">
                  <a16:creationId xmlns:a16="http://schemas.microsoft.com/office/drawing/2014/main" id="{E2B5A7E0-4F21-421B-B36A-C9BCBEC6899E}"/>
                </a:ext>
              </a:extLst>
            </p:cNvPr>
            <p:cNvCxnSpPr>
              <a:cxnSpLocks/>
            </p:cNvCxnSpPr>
            <p:nvPr userDrawn="1"/>
          </p:nvCxnSpPr>
          <p:spPr>
            <a:xfrm>
              <a:off x="3438683"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B09EF7D-A325-4A01-9F37-03EE37C4E7AA}"/>
                </a:ext>
              </a:extLst>
            </p:cNvPr>
            <p:cNvCxnSpPr>
              <a:cxnSpLocks/>
            </p:cNvCxnSpPr>
            <p:nvPr userDrawn="1"/>
          </p:nvCxnSpPr>
          <p:spPr>
            <a:xfrm>
              <a:off x="5535105"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0B568A-72F8-465B-9239-3FBA8A5D5F7B}"/>
                </a:ext>
              </a:extLst>
            </p:cNvPr>
            <p:cNvCxnSpPr>
              <a:cxnSpLocks/>
            </p:cNvCxnSpPr>
            <p:nvPr userDrawn="1"/>
          </p:nvCxnSpPr>
          <p:spPr>
            <a:xfrm>
              <a:off x="7631527" y="6609763"/>
              <a:ext cx="1121790"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Text Placeholder 2">
            <a:extLst>
              <a:ext uri="{FF2B5EF4-FFF2-40B4-BE49-F238E27FC236}">
                <a16:creationId xmlns:a16="http://schemas.microsoft.com/office/drawing/2014/main" id="{45E9E151-1807-44F6-9C17-B2CCF37F82ED}"/>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4" name="Text Placeholder 2">
            <a:extLst>
              <a:ext uri="{FF2B5EF4-FFF2-40B4-BE49-F238E27FC236}">
                <a16:creationId xmlns:a16="http://schemas.microsoft.com/office/drawing/2014/main" id="{7CE1B0DB-E15B-4C21-B367-461909D80891}"/>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1800"/>
            </a:lvl3pPr>
            <a:lvl4pPr>
              <a:defRPr sz="16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938000425"/>
      </p:ext>
    </p:extLst>
  </p:cSld>
  <p:clrMapOvr>
    <a:masterClrMapping/>
  </p:clrMapOvr>
  <p:extLst>
    <p:ext uri="{DCECCB84-F9BA-43D5-87BE-67443E8EF086}">
      <p15:sldGuideLst xmlns:p15="http://schemas.microsoft.com/office/powerpoint/2012/main">
        <p15:guide id="1" orient="horz" pos="2183" userDrawn="1">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 Part Slide (1)">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06D5DC14-943D-4D41-8FE8-E992C268EC2B}"/>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500845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 Part Slide (2)">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6BCC3EC9-5000-4F66-AF20-DE162BE3D134}"/>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9031567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 Part Slide (3)">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ED23105A-C0A1-47BD-A54B-C83DE2C03B7F}"/>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2610773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 Part Slide (4)">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28AF55C2-70B9-4413-A945-B0FE7F8A8BD2}"/>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9398879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 Part Slide (5)">
    <p:spTree>
      <p:nvGrpSpPr>
        <p:cNvPr id="1" name=""/>
        <p:cNvGrpSpPr/>
        <p:nvPr/>
      </p:nvGrpSpPr>
      <p:grpSpPr>
        <a:xfrm>
          <a:off x="0" y="0"/>
          <a:ext cx="0" cy="0"/>
          <a:chOff x="0" y="0"/>
          <a:chExt cx="0" cy="0"/>
        </a:xfrm>
      </p:grpSpPr>
      <p:sp>
        <p:nvSpPr>
          <p:cNvPr id="47" name="Title 1">
            <a:extLst>
              <a:ext uri="{FF2B5EF4-FFF2-40B4-BE49-F238E27FC236}">
                <a16:creationId xmlns:a16="http://schemas.microsoft.com/office/drawing/2014/main" id="{A60DB038-924C-4462-A7F5-E395D88869F5}"/>
              </a:ext>
            </a:extLst>
          </p:cNvPr>
          <p:cNvSpPr>
            <a:spLocks noGrp="1"/>
          </p:cNvSpPr>
          <p:nvPr>
            <p:ph type="title" hasCustomPrompt="1"/>
          </p:nvPr>
        </p:nvSpPr>
        <p:spPr>
          <a:xfrm>
            <a:off x="513349" y="310719"/>
            <a:ext cx="10840451" cy="584828"/>
          </a:xfrm>
          <a:custGeom>
            <a:avLst/>
            <a:gdLst>
              <a:gd name="connsiteX0" fmla="*/ 0 w 10840451"/>
              <a:gd name="connsiteY0" fmla="*/ 0 h 584828"/>
              <a:gd name="connsiteX1" fmla="*/ 10840451 w 10840451"/>
              <a:gd name="connsiteY1" fmla="*/ 0 h 584828"/>
              <a:gd name="connsiteX2" fmla="*/ 10840451 w 10840451"/>
              <a:gd name="connsiteY2" fmla="*/ 584828 h 584828"/>
              <a:gd name="connsiteX3" fmla="*/ 0 w 10840451"/>
              <a:gd name="connsiteY3" fmla="*/ 584828 h 584828"/>
              <a:gd name="connsiteX4" fmla="*/ 0 w 10840451"/>
              <a:gd name="connsiteY4" fmla="*/ 0 h 584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40451" h="584828" extrusionOk="0">
                <a:moveTo>
                  <a:pt x="0" y="0"/>
                </a:moveTo>
                <a:cubicBezTo>
                  <a:pt x="4949079" y="118645"/>
                  <a:pt x="5651555" y="116012"/>
                  <a:pt x="10840451" y="0"/>
                </a:cubicBezTo>
                <a:cubicBezTo>
                  <a:pt x="10879755" y="104910"/>
                  <a:pt x="10885155" y="495597"/>
                  <a:pt x="10840451" y="584828"/>
                </a:cubicBezTo>
                <a:cubicBezTo>
                  <a:pt x="9180180" y="719428"/>
                  <a:pt x="1353659" y="427632"/>
                  <a:pt x="0" y="584828"/>
                </a:cubicBezTo>
                <a:cubicBezTo>
                  <a:pt x="5005" y="485256"/>
                  <a:pt x="4659" y="138876"/>
                  <a:pt x="0" y="0"/>
                </a:cubicBezTo>
                <a:close/>
              </a:path>
            </a:pathLst>
          </a:custGeom>
          <a:noFill/>
          <a:ln w="57150" cmpd="dbl">
            <a:noFill/>
            <a:prstDash val="solid"/>
          </a:ln>
        </p:spPr>
        <p:txBody>
          <a:bodyPr lIns="360000" rIns="360000">
            <a:normAutofit/>
          </a:bodyPr>
          <a:lstStyle>
            <a:lvl1pPr algn="l">
              <a:defRPr sz="3200">
                <a:latin typeface="Arial Nova" panose="020B0504020202020204" pitchFamily="34" charset="0"/>
              </a:defRPr>
            </a:lvl1pPr>
          </a:lstStyle>
          <a:p>
            <a:r>
              <a:rPr lang="en-GB" dirty="0"/>
              <a:t>Title…</a:t>
            </a:r>
            <a:endParaRPr lang="en-US" dirty="0"/>
          </a:p>
        </p:txBody>
      </p:sp>
      <p:cxnSp>
        <p:nvCxnSpPr>
          <p:cNvPr id="50" name="Straight Connector 49">
            <a:extLst>
              <a:ext uri="{FF2B5EF4-FFF2-40B4-BE49-F238E27FC236}">
                <a16:creationId xmlns:a16="http://schemas.microsoft.com/office/drawing/2014/main" id="{B602E2B9-31DC-45A3-96AA-694FE4B5BC60}"/>
              </a:ext>
            </a:extLst>
          </p:cNvPr>
          <p:cNvCxnSpPr>
            <a:cxnSpLocks/>
          </p:cNvCxnSpPr>
          <p:nvPr userDrawn="1"/>
        </p:nvCxnSpPr>
        <p:spPr>
          <a:xfrm>
            <a:off x="513349" y="895547"/>
            <a:ext cx="10840451" cy="0"/>
          </a:xfrm>
          <a:prstGeom prst="line">
            <a:avLst/>
          </a:prstGeom>
          <a:ln w="60325" cmpd="sng">
            <a:solidFill>
              <a:srgbClr val="FFE285"/>
            </a:solidFill>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BA02FA6E-5234-413E-A6B6-B5EE67E54CCA}"/>
              </a:ext>
            </a:extLst>
          </p:cNvPr>
          <p:cNvGrpSpPr/>
          <p:nvPr userDrawn="1"/>
        </p:nvGrpSpPr>
        <p:grpSpPr>
          <a:xfrm>
            <a:off x="2710500" y="6360464"/>
            <a:ext cx="6771000" cy="453410"/>
            <a:chOff x="2710500" y="6360464"/>
            <a:chExt cx="6771000" cy="453410"/>
          </a:xfrm>
        </p:grpSpPr>
        <p:sp>
          <p:nvSpPr>
            <p:cNvPr id="65" name="Oval 64">
              <a:extLst>
                <a:ext uri="{FF2B5EF4-FFF2-40B4-BE49-F238E27FC236}">
                  <a16:creationId xmlns:a16="http://schemas.microsoft.com/office/drawing/2014/main" id="{2D7825D4-D640-4E3D-8AD8-E7FEC3E96437}"/>
                </a:ext>
              </a:extLst>
            </p:cNvPr>
            <p:cNvSpPr/>
            <p:nvPr userDrawn="1"/>
          </p:nvSpPr>
          <p:spPr>
            <a:xfrm>
              <a:off x="271050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1</a:t>
              </a:r>
            </a:p>
          </p:txBody>
        </p:sp>
        <p:sp>
          <p:nvSpPr>
            <p:cNvPr id="66" name="Oval 65">
              <a:extLst>
                <a:ext uri="{FF2B5EF4-FFF2-40B4-BE49-F238E27FC236}">
                  <a16:creationId xmlns:a16="http://schemas.microsoft.com/office/drawing/2014/main" id="{C373B056-F3C2-4385-AF1E-6E5919D7C512}"/>
                </a:ext>
              </a:extLst>
            </p:cNvPr>
            <p:cNvSpPr/>
            <p:nvPr userDrawn="1"/>
          </p:nvSpPr>
          <p:spPr>
            <a:xfrm>
              <a:off x="4290750" y="636387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2</a:t>
              </a:r>
            </a:p>
          </p:txBody>
        </p:sp>
        <p:sp>
          <p:nvSpPr>
            <p:cNvPr id="67" name="Oval 66">
              <a:extLst>
                <a:ext uri="{FF2B5EF4-FFF2-40B4-BE49-F238E27FC236}">
                  <a16:creationId xmlns:a16="http://schemas.microsoft.com/office/drawing/2014/main" id="{4D1D13B0-213A-47AB-8105-5D7B1834A753}"/>
                </a:ext>
              </a:extLst>
            </p:cNvPr>
            <p:cNvSpPr/>
            <p:nvPr userDrawn="1"/>
          </p:nvSpPr>
          <p:spPr>
            <a:xfrm>
              <a:off x="5871000" y="6362169"/>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3</a:t>
              </a:r>
            </a:p>
          </p:txBody>
        </p:sp>
        <p:sp>
          <p:nvSpPr>
            <p:cNvPr id="9" name="Oval 8">
              <a:extLst>
                <a:ext uri="{FF2B5EF4-FFF2-40B4-BE49-F238E27FC236}">
                  <a16:creationId xmlns:a16="http://schemas.microsoft.com/office/drawing/2014/main" id="{0AA28B3C-7DF4-4E23-9939-7C198AAFF73D}"/>
                </a:ext>
              </a:extLst>
            </p:cNvPr>
            <p:cNvSpPr/>
            <p:nvPr userDrawn="1"/>
          </p:nvSpPr>
          <p:spPr>
            <a:xfrm>
              <a:off x="7451250" y="6360464"/>
              <a:ext cx="450000" cy="450000"/>
            </a:xfrm>
            <a:prstGeom prst="ellipse">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4</a:t>
              </a:r>
            </a:p>
          </p:txBody>
        </p:sp>
        <p:sp>
          <p:nvSpPr>
            <p:cNvPr id="13" name="Oval 12">
              <a:extLst>
                <a:ext uri="{FF2B5EF4-FFF2-40B4-BE49-F238E27FC236}">
                  <a16:creationId xmlns:a16="http://schemas.microsoft.com/office/drawing/2014/main" id="{0E52C41B-CDAD-41F5-8690-AFBE44D0D44A}"/>
                </a:ext>
              </a:extLst>
            </p:cNvPr>
            <p:cNvSpPr/>
            <p:nvPr userDrawn="1"/>
          </p:nvSpPr>
          <p:spPr>
            <a:xfrm>
              <a:off x="9031500" y="6360464"/>
              <a:ext cx="450000" cy="45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SG" dirty="0">
                  <a:solidFill>
                    <a:schemeClr val="tx1"/>
                  </a:solidFill>
                </a:rPr>
                <a:t>5</a:t>
              </a:r>
            </a:p>
          </p:txBody>
        </p:sp>
        <p:cxnSp>
          <p:nvCxnSpPr>
            <p:cNvPr id="14" name="Straight Connector 13">
              <a:extLst>
                <a:ext uri="{FF2B5EF4-FFF2-40B4-BE49-F238E27FC236}">
                  <a16:creationId xmlns:a16="http://schemas.microsoft.com/office/drawing/2014/main" id="{F0BBCFA8-F9F9-4DBF-AFAA-0E0DEA52AE59}"/>
                </a:ext>
              </a:extLst>
            </p:cNvPr>
            <p:cNvCxnSpPr>
              <a:cxnSpLocks/>
            </p:cNvCxnSpPr>
            <p:nvPr userDrawn="1"/>
          </p:nvCxnSpPr>
          <p:spPr>
            <a:xfrm>
              <a:off x="33674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DFC2135-FBB6-4B2C-8C2E-9C56AA58FCCA}"/>
                </a:ext>
              </a:extLst>
            </p:cNvPr>
            <p:cNvCxnSpPr>
              <a:cxnSpLocks/>
            </p:cNvCxnSpPr>
            <p:nvPr userDrawn="1"/>
          </p:nvCxnSpPr>
          <p:spPr>
            <a:xfrm>
              <a:off x="49476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E2A0DEC-8886-4BF0-8E3F-ADD631306FFC}"/>
                </a:ext>
              </a:extLst>
            </p:cNvPr>
            <p:cNvCxnSpPr>
              <a:cxnSpLocks/>
            </p:cNvCxnSpPr>
            <p:nvPr userDrawn="1"/>
          </p:nvCxnSpPr>
          <p:spPr>
            <a:xfrm>
              <a:off x="652790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5FC404-BC61-4BBF-A696-F1B4428D101D}"/>
                </a:ext>
              </a:extLst>
            </p:cNvPr>
            <p:cNvCxnSpPr>
              <a:cxnSpLocks/>
            </p:cNvCxnSpPr>
            <p:nvPr userDrawn="1"/>
          </p:nvCxnSpPr>
          <p:spPr>
            <a:xfrm>
              <a:off x="8108156" y="6611336"/>
              <a:ext cx="716438" cy="0"/>
            </a:xfrm>
            <a:prstGeom prst="line">
              <a:avLst/>
            </a:prstGeom>
            <a:ln w="38100" cmpd="sng">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Text Placeholder 2">
            <a:extLst>
              <a:ext uri="{FF2B5EF4-FFF2-40B4-BE49-F238E27FC236}">
                <a16:creationId xmlns:a16="http://schemas.microsoft.com/office/drawing/2014/main" id="{719403F5-D523-457A-8E11-9AB5905A763A}"/>
              </a:ext>
            </a:extLst>
          </p:cNvPr>
          <p:cNvSpPr>
            <a:spLocks noGrp="1"/>
          </p:cNvSpPr>
          <p:nvPr>
            <p:ph type="body" idx="11" hasCustomPrompt="1"/>
          </p:nvPr>
        </p:nvSpPr>
        <p:spPr>
          <a:xfrm>
            <a:off x="0" y="6090975"/>
            <a:ext cx="12192000" cy="198854"/>
          </a:xfrm>
        </p:spPr>
        <p:txBody>
          <a:bodyPr anchor="ctr">
            <a:normAutofit/>
          </a:bodyPr>
          <a:lstStyle>
            <a:lvl1pPr marL="0" indent="0" algn="ctr">
              <a:buNone/>
              <a:defRPr sz="1000">
                <a:solidFill>
                  <a:schemeClr val="tx1"/>
                </a:solidFill>
                <a:latin typeface="Arial Nova" panose="020B0504020202020204"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Credits Here</a:t>
            </a:r>
          </a:p>
        </p:txBody>
      </p:sp>
      <p:sp>
        <p:nvSpPr>
          <p:cNvPr id="19" name="Text Placeholder 2">
            <a:extLst>
              <a:ext uri="{FF2B5EF4-FFF2-40B4-BE49-F238E27FC236}">
                <a16:creationId xmlns:a16="http://schemas.microsoft.com/office/drawing/2014/main" id="{A32F4977-E4C8-45CF-BB26-6212089F4184}"/>
              </a:ext>
            </a:extLst>
          </p:cNvPr>
          <p:cNvSpPr>
            <a:spLocks noGrp="1"/>
          </p:cNvSpPr>
          <p:nvPr>
            <p:ph idx="1" hasCustomPrompt="1"/>
          </p:nvPr>
        </p:nvSpPr>
        <p:spPr>
          <a:xfrm>
            <a:off x="513349" y="1268243"/>
            <a:ext cx="10840451" cy="4723318"/>
          </a:xfrm>
          <a:prstGeom prst="rect">
            <a:avLst/>
          </a:prstGeom>
        </p:spPr>
        <p:txBody>
          <a:bodyPr vert="horz" lIns="91440" tIns="45720" rIns="91440" bIns="45720" rtlCol="0">
            <a:normAutofit/>
          </a:bodyPr>
          <a:lstStyle>
            <a:lvl1pPr>
              <a:defRPr sz="2400"/>
            </a:lvl1pPr>
            <a:lvl2pPr>
              <a:defRPr sz="2200"/>
            </a:lvl2pPr>
            <a:lvl3pPr>
              <a:defRPr sz="2000"/>
            </a:lvl3pPr>
            <a:lvl4pPr>
              <a:defRPr sz="1800"/>
            </a:lvl4pPr>
            <a:lvl5pPr>
              <a:defRPr sz="16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4715789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alpha val="58824"/>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8A8981B-AC8B-4A35-AA1C-761B40FAB541}"/>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990704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a:extLst>
              <a:ext uri="{FF2B5EF4-FFF2-40B4-BE49-F238E27FC236}">
                <a16:creationId xmlns:a16="http://schemas.microsoft.com/office/drawing/2014/main" id="{3C57870E-91D5-0848-9D41-D32323526E06}"/>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457045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192956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996812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295400"/>
            <a:ext cx="5384800" cy="226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295400"/>
            <a:ext cx="5384800" cy="226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7642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4.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alpha val="58824"/>
          </a:srgbClr>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CB7AF6B-0044-4409-B454-9A80AC9E8B75}"/>
              </a:ext>
            </a:extLst>
          </p:cNvPr>
          <p:cNvSpPr/>
          <p:nvPr userDrawn="1"/>
        </p:nvSpPr>
        <p:spPr>
          <a:xfrm>
            <a:off x="0" y="6298033"/>
            <a:ext cx="12188959" cy="584828"/>
          </a:xfrm>
          <a:prstGeom prst="rect">
            <a:avLst/>
          </a:prstGeom>
          <a:solidFill>
            <a:srgbClr val="FFE2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 name="Title Placeholder 1"/>
          <p:cNvSpPr>
            <a:spLocks noGrp="1"/>
          </p:cNvSpPr>
          <p:nvPr>
            <p:ph type="title"/>
          </p:nvPr>
        </p:nvSpPr>
        <p:spPr>
          <a:xfrm>
            <a:off x="513349" y="30834"/>
            <a:ext cx="10840451"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513349" y="1465007"/>
            <a:ext cx="10840451" cy="472331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Box 3">
            <a:extLst>
              <a:ext uri="{FF2B5EF4-FFF2-40B4-BE49-F238E27FC236}">
                <a16:creationId xmlns:a16="http://schemas.microsoft.com/office/drawing/2014/main" id="{297ECBE6-2E2A-4698-82E4-D7E7B0744F06}"/>
              </a:ext>
            </a:extLst>
          </p:cNvPr>
          <p:cNvSpPr txBox="1"/>
          <p:nvPr userDrawn="1"/>
        </p:nvSpPr>
        <p:spPr>
          <a:xfrm>
            <a:off x="11754034" y="6550223"/>
            <a:ext cx="437965" cy="307777"/>
          </a:xfrm>
          <a:prstGeom prst="rect">
            <a:avLst/>
          </a:prstGeom>
          <a:noFill/>
        </p:spPr>
        <p:txBody>
          <a:bodyPr wrap="square" rtlCol="0">
            <a:spAutoFit/>
          </a:bodyPr>
          <a:lstStyle/>
          <a:p>
            <a:pPr algn="ctr"/>
            <a:fld id="{8FD86BCF-B0C7-40BD-8691-2D73369643C4}" type="slidenum">
              <a:rPr lang="en-SG" sz="1400" smtClean="0">
                <a:latin typeface="Arial Nova" panose="020B0504020202020204" pitchFamily="34" charset="0"/>
                <a:ea typeface="Helvetica Neue" panose="02000503000000020004" pitchFamily="2" charset="0"/>
                <a:cs typeface="Helvetica Neue" panose="02000503000000020004" pitchFamily="2" charset="0"/>
              </a:rPr>
              <a:pPr algn="ctr"/>
              <a:t>‹#›</a:t>
            </a:fld>
            <a:endParaRPr lang="en-SG" sz="1400" dirty="0">
              <a:latin typeface="Arial Nova" panose="020B0504020202020204" pitchFamily="34" charset="0"/>
              <a:ea typeface="Helvetica Neue" panose="02000503000000020004" pitchFamily="2" charset="0"/>
              <a:cs typeface="Helvetica Neue" panose="02000503000000020004" pitchFamily="2" charset="0"/>
            </a:endParaRPr>
          </a:p>
        </p:txBody>
      </p:sp>
      <p:grpSp>
        <p:nvGrpSpPr>
          <p:cNvPr id="34" name="Group 33">
            <a:extLst>
              <a:ext uri="{FF2B5EF4-FFF2-40B4-BE49-F238E27FC236}">
                <a16:creationId xmlns:a16="http://schemas.microsoft.com/office/drawing/2014/main" id="{EC7DA68C-E182-408B-8C2D-0709B36851EC}"/>
              </a:ext>
            </a:extLst>
          </p:cNvPr>
          <p:cNvGrpSpPr/>
          <p:nvPr userDrawn="1"/>
        </p:nvGrpSpPr>
        <p:grpSpPr>
          <a:xfrm>
            <a:off x="234855" y="6392470"/>
            <a:ext cx="2205449" cy="391250"/>
            <a:chOff x="798998" y="4391812"/>
            <a:chExt cx="3253331" cy="577145"/>
          </a:xfrm>
        </p:grpSpPr>
        <p:pic>
          <p:nvPicPr>
            <p:cNvPr id="35" name="Graphic 34">
              <a:extLst>
                <a:ext uri="{FF2B5EF4-FFF2-40B4-BE49-F238E27FC236}">
                  <a16:creationId xmlns:a16="http://schemas.microsoft.com/office/drawing/2014/main" id="{841ED958-BA93-481F-B5A4-8C585F19867F}"/>
                </a:ext>
              </a:extLst>
            </p:cNvPr>
            <p:cNvPicPr>
              <a:picLocks noChangeAspect="1"/>
            </p:cNvPicPr>
            <p:nvPr userDrawn="1"/>
          </p:nvPicPr>
          <p:blipFill>
            <a:blip r:embed="rId26">
              <a:extLst>
                <a:ext uri="{96DAC541-7B7A-43D3-8B79-37D633B846F1}">
                  <asvg:svgBlip xmlns:asvg="http://schemas.microsoft.com/office/drawing/2016/SVG/main" r:embed="rId27"/>
                </a:ext>
              </a:extLst>
            </a:blip>
            <a:stretch>
              <a:fillRect/>
            </a:stretch>
          </p:blipFill>
          <p:spPr>
            <a:xfrm>
              <a:off x="2417079" y="4391812"/>
              <a:ext cx="1635250" cy="577145"/>
            </a:xfrm>
            <a:prstGeom prst="rect">
              <a:avLst/>
            </a:prstGeom>
          </p:spPr>
        </p:pic>
        <p:pic>
          <p:nvPicPr>
            <p:cNvPr id="36" name="Graphic 35">
              <a:extLst>
                <a:ext uri="{FF2B5EF4-FFF2-40B4-BE49-F238E27FC236}">
                  <a16:creationId xmlns:a16="http://schemas.microsoft.com/office/drawing/2014/main" id="{1DA310D7-2E97-4E16-B93B-5F9ABF7D93DC}"/>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798998" y="4393717"/>
              <a:ext cx="1457325" cy="571500"/>
            </a:xfrm>
            <a:prstGeom prst="rect">
              <a:avLst/>
            </a:prstGeom>
          </p:spPr>
        </p:pic>
      </p:grpSp>
      <p:sp>
        <p:nvSpPr>
          <p:cNvPr id="6" name="TextBox 5">
            <a:extLst>
              <a:ext uri="{FF2B5EF4-FFF2-40B4-BE49-F238E27FC236}">
                <a16:creationId xmlns:a16="http://schemas.microsoft.com/office/drawing/2014/main" id="{22FBA4F3-46D5-EC3E-75CD-3D1F10608200}"/>
              </a:ext>
            </a:extLst>
          </p:cNvPr>
          <p:cNvSpPr txBox="1"/>
          <p:nvPr userDrawn="1">
            <p:extLst>
              <p:ext uri="{1162E1C5-73C7-4A58-AE30-91384D911F3F}">
                <p184:classification xmlns:p184="http://schemas.microsoft.com/office/powerpoint/2018/4/main" val="hdr"/>
              </p:ext>
            </p:extLst>
          </p:nvPr>
        </p:nvSpPr>
        <p:spPr>
          <a:xfrm>
            <a:off x="5480050" y="0"/>
            <a:ext cx="1254125" cy="121920"/>
          </a:xfrm>
          <a:prstGeom prst="rect">
            <a:avLst/>
          </a:prstGeom>
        </p:spPr>
        <p:txBody>
          <a:bodyPr horzOverflow="overflow" lIns="0" tIns="0" rIns="0" bIns="0">
            <a:spAutoFit/>
          </a:bodyPr>
          <a:lstStyle/>
          <a:p>
            <a:pPr algn="l"/>
            <a:r>
              <a:rPr lang="en-US" sz="800">
                <a:solidFill>
                  <a:srgbClr val="000000"/>
                </a:solidFill>
                <a:latin typeface="Calibri" panose="020F0502020204030204" pitchFamily="34" charset="0"/>
                <a:cs typeface="Calibri" panose="020F0502020204030204" pitchFamily="34" charset="0"/>
              </a:rPr>
              <a:t>SMU Classification: Restricted</a:t>
            </a:r>
          </a:p>
        </p:txBody>
      </p:sp>
    </p:spTree>
    <p:extLst>
      <p:ext uri="{BB962C8B-B14F-4D97-AF65-F5344CB8AC3E}">
        <p14:creationId xmlns:p14="http://schemas.microsoft.com/office/powerpoint/2010/main" val="3286693295"/>
      </p:ext>
    </p:extLst>
  </p:cSld>
  <p:clrMap bg1="lt1" tx1="dk1" bg2="lt2" tx2="dk2" accent1="accent1" accent2="accent2" accent3="accent3" accent4="accent4" accent5="accent5" accent6="accent6" hlink="hlink" folHlink="folHlink"/>
  <p:sldLayoutIdLst>
    <p:sldLayoutId id="2147483798" r:id="rId1"/>
    <p:sldLayoutId id="2147483818" r:id="rId2"/>
    <p:sldLayoutId id="2147483805" r:id="rId3"/>
    <p:sldLayoutId id="2147483806" r:id="rId4"/>
    <p:sldLayoutId id="2147483804" r:id="rId5"/>
    <p:sldLayoutId id="2147483801" r:id="rId6"/>
    <p:sldLayoutId id="2147483808" r:id="rId7"/>
    <p:sldLayoutId id="2147483795" r:id="rId8"/>
    <p:sldLayoutId id="2147483809" r:id="rId9"/>
    <p:sldLayoutId id="2147483810" r:id="rId10"/>
    <p:sldLayoutId id="2147483813" r:id="rId11"/>
    <p:sldLayoutId id="2147483812" r:id="rId12"/>
    <p:sldLayoutId id="2147483811" r:id="rId13"/>
    <p:sldLayoutId id="2147483802" r:id="rId14"/>
    <p:sldLayoutId id="2147483803" r:id="rId15"/>
    <p:sldLayoutId id="2147483814" r:id="rId16"/>
    <p:sldLayoutId id="2147483815" r:id="rId17"/>
    <p:sldLayoutId id="2147483816" r:id="rId18"/>
    <p:sldLayoutId id="2147483817" r:id="rId19"/>
    <p:sldLayoutId id="2147483807" r:id="rId20"/>
    <p:sldLayoutId id="2147483820" r:id="rId21"/>
    <p:sldLayoutId id="2147483821" r:id="rId22"/>
    <p:sldLayoutId id="2147483822" r:id="rId23"/>
    <p:sldLayoutId id="2147483823" r:id="rId24"/>
  </p:sldLayoutIdLst>
  <p:hf sldNum="0" hdr="0" ftr="0" dt="0"/>
  <p:txStyles>
    <p:titleStyle>
      <a:lvl1pPr algn="l" defTabSz="685800" rtl="0" eaLnBrk="1" latinLnBrk="0" hangingPunct="1">
        <a:lnSpc>
          <a:spcPct val="90000"/>
        </a:lnSpc>
        <a:spcBef>
          <a:spcPct val="0"/>
        </a:spcBef>
        <a:buNone/>
        <a:defRPr sz="3200" b="1" i="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1pPr>
    </p:titleStyle>
    <p:bodyStyle>
      <a:lvl1pPr marL="171450" indent="-171450" algn="l" defTabSz="685800" rtl="0" eaLnBrk="1" latinLnBrk="0" hangingPunct="1">
        <a:lnSpc>
          <a:spcPct val="100000"/>
        </a:lnSpc>
        <a:spcBef>
          <a:spcPts val="450"/>
        </a:spcBef>
        <a:spcAft>
          <a:spcPts val="450"/>
        </a:spcAft>
        <a:buFont typeface="Arial" panose="020B0604020202020204" pitchFamily="34" charset="0"/>
        <a:buChar char="•"/>
        <a:defRPr sz="2400" b="0" i="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1pPr>
      <a:lvl2pPr marL="514350" indent="-171450" algn="l" defTabSz="685800" rtl="0" eaLnBrk="1" latinLnBrk="0" hangingPunct="1">
        <a:lnSpc>
          <a:spcPct val="100000"/>
        </a:lnSpc>
        <a:spcBef>
          <a:spcPts val="450"/>
        </a:spcBef>
        <a:spcAft>
          <a:spcPts val="450"/>
        </a:spcAft>
        <a:buFont typeface="Arial" panose="020B0604020202020204" pitchFamily="34" charset="0"/>
        <a:buChar char="•"/>
        <a:defRPr sz="2200" kern="1200">
          <a:solidFill>
            <a:schemeClr val="tx1"/>
          </a:solidFill>
          <a:latin typeface="Arial Nova" panose="020B0504020202020204" pitchFamily="34" charset="0"/>
          <a:ea typeface="Arial Nova" panose="020B0504020202020204" pitchFamily="34" charset="0"/>
          <a:cs typeface="Arial Nova" panose="020B0504020202020204" pitchFamily="34" charset="0"/>
        </a:defRPr>
      </a:lvl2pPr>
      <a:lvl3pPr marL="857250" indent="-171450" algn="l" defTabSz="685800" rtl="0" eaLnBrk="1" latinLnBrk="0" hangingPunct="1">
        <a:lnSpc>
          <a:spcPct val="100000"/>
        </a:lnSpc>
        <a:spcBef>
          <a:spcPts val="450"/>
        </a:spcBef>
        <a:spcAft>
          <a:spcPts val="450"/>
        </a:spcAft>
        <a:buFont typeface="Arial" panose="020B0604020202020204" pitchFamily="34" charset="0"/>
        <a:buChar char="•"/>
        <a:defRPr sz="200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3pPr>
      <a:lvl4pPr marL="1200150" indent="-171450" algn="l" defTabSz="685800" rtl="0" eaLnBrk="1" latinLnBrk="0" hangingPunct="1">
        <a:lnSpc>
          <a:spcPct val="100000"/>
        </a:lnSpc>
        <a:spcBef>
          <a:spcPts val="450"/>
        </a:spcBef>
        <a:spcAft>
          <a:spcPts val="450"/>
        </a:spcAft>
        <a:buFont typeface="Arial" panose="020B0604020202020204" pitchFamily="34" charset="0"/>
        <a:buChar char="•"/>
        <a:defRPr sz="1800" b="0" i="0" kern="1200">
          <a:solidFill>
            <a:schemeClr val="tx1"/>
          </a:solidFill>
          <a:latin typeface="Arial Nova Light" panose="020B0304020202020204" pitchFamily="34" charset="0"/>
          <a:ea typeface="Arial Nova Light" panose="020B0304020202020204" pitchFamily="34" charset="0"/>
          <a:cs typeface="Arial Nova Light" panose="020B0304020202020204" pitchFamily="34" charset="0"/>
        </a:defRPr>
      </a:lvl4pPr>
      <a:lvl5pPr marL="1543050" indent="-171450" algn="l" defTabSz="685800" rtl="0" eaLnBrk="1" latinLnBrk="0" hangingPunct="1">
        <a:lnSpc>
          <a:spcPct val="100000"/>
        </a:lnSpc>
        <a:spcBef>
          <a:spcPts val="450"/>
        </a:spcBef>
        <a:spcAft>
          <a:spcPts val="450"/>
        </a:spcAft>
        <a:buFont typeface="Arial" panose="020B0604020202020204" pitchFamily="34" charset="0"/>
        <a:buChar char="•"/>
        <a:defRPr sz="1600" b="0" i="0" kern="1200">
          <a:solidFill>
            <a:schemeClr val="tx1"/>
          </a:solidFill>
          <a:latin typeface="Arial Nova Light" panose="020B0304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sdpxddDzXfE" TargetMode="External"/><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0.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26.png"/><Relationship Id="rId26" Type="http://schemas.openxmlformats.org/officeDocument/2006/relationships/image" Target="../media/image30.png"/><Relationship Id="rId39" Type="http://schemas.openxmlformats.org/officeDocument/2006/relationships/customXml" Target="../ink/ink19.xml"/><Relationship Id="rId21" Type="http://schemas.openxmlformats.org/officeDocument/2006/relationships/customXml" Target="../ink/ink10.xml"/><Relationship Id="rId34" Type="http://schemas.openxmlformats.org/officeDocument/2006/relationships/image" Target="../media/image34.png"/><Relationship Id="rId42" Type="http://schemas.openxmlformats.org/officeDocument/2006/relationships/image" Target="../media/image38.png"/><Relationship Id="rId47" Type="http://schemas.openxmlformats.org/officeDocument/2006/relationships/customXml" Target="../ink/ink23.xml"/><Relationship Id="rId7" Type="http://schemas.openxmlformats.org/officeDocument/2006/relationships/customXml" Target="../ink/ink3.xml"/><Relationship Id="rId2" Type="http://schemas.openxmlformats.org/officeDocument/2006/relationships/image" Target="../media/image18.png"/><Relationship Id="rId16" Type="http://schemas.openxmlformats.org/officeDocument/2006/relationships/image" Target="../media/image25.png"/><Relationship Id="rId29" Type="http://schemas.openxmlformats.org/officeDocument/2006/relationships/customXml" Target="../ink/ink14.xml"/><Relationship Id="rId1" Type="http://schemas.openxmlformats.org/officeDocument/2006/relationships/slideLayout" Target="../slideLayouts/slideLayout20.xml"/><Relationship Id="rId6" Type="http://schemas.openxmlformats.org/officeDocument/2006/relationships/image" Target="../media/image20.png"/><Relationship Id="rId11" Type="http://schemas.openxmlformats.org/officeDocument/2006/relationships/customXml" Target="../ink/ink5.xml"/><Relationship Id="rId24" Type="http://schemas.openxmlformats.org/officeDocument/2006/relationships/image" Target="../media/image29.png"/><Relationship Id="rId32" Type="http://schemas.openxmlformats.org/officeDocument/2006/relationships/image" Target="../media/image33.png"/><Relationship Id="rId37" Type="http://schemas.openxmlformats.org/officeDocument/2006/relationships/customXml" Target="../ink/ink18.xml"/><Relationship Id="rId40" Type="http://schemas.openxmlformats.org/officeDocument/2006/relationships/image" Target="../media/image37.png"/><Relationship Id="rId45" Type="http://schemas.openxmlformats.org/officeDocument/2006/relationships/customXml" Target="../ink/ink22.xml"/><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31.png"/><Relationship Id="rId36" Type="http://schemas.openxmlformats.org/officeDocument/2006/relationships/image" Target="../media/image35.png"/><Relationship Id="rId10" Type="http://schemas.openxmlformats.org/officeDocument/2006/relationships/image" Target="../media/image22.png"/><Relationship Id="rId19" Type="http://schemas.openxmlformats.org/officeDocument/2006/relationships/customXml" Target="../ink/ink9.xml"/><Relationship Id="rId31" Type="http://schemas.openxmlformats.org/officeDocument/2006/relationships/customXml" Target="../ink/ink15.xml"/><Relationship Id="rId44" Type="http://schemas.openxmlformats.org/officeDocument/2006/relationships/image" Target="../media/image39.png"/><Relationship Id="rId4" Type="http://schemas.openxmlformats.org/officeDocument/2006/relationships/image" Target="../media/image19.png"/><Relationship Id="rId9" Type="http://schemas.openxmlformats.org/officeDocument/2006/relationships/customXml" Target="../ink/ink4.xml"/><Relationship Id="rId14" Type="http://schemas.openxmlformats.org/officeDocument/2006/relationships/image" Target="../media/image24.png"/><Relationship Id="rId22" Type="http://schemas.openxmlformats.org/officeDocument/2006/relationships/image" Target="../media/image28.png"/><Relationship Id="rId27" Type="http://schemas.openxmlformats.org/officeDocument/2006/relationships/customXml" Target="../ink/ink13.xml"/><Relationship Id="rId30" Type="http://schemas.openxmlformats.org/officeDocument/2006/relationships/image" Target="../media/image32.png"/><Relationship Id="rId35" Type="http://schemas.openxmlformats.org/officeDocument/2006/relationships/customXml" Target="../ink/ink17.xml"/><Relationship Id="rId43" Type="http://schemas.openxmlformats.org/officeDocument/2006/relationships/customXml" Target="../ink/ink21.xml"/><Relationship Id="rId48" Type="http://schemas.openxmlformats.org/officeDocument/2006/relationships/image" Target="../media/image41.png"/><Relationship Id="rId8" Type="http://schemas.openxmlformats.org/officeDocument/2006/relationships/image" Target="../media/image21.png"/><Relationship Id="rId3" Type="http://schemas.openxmlformats.org/officeDocument/2006/relationships/customXml" Target="../ink/ink1.xml"/><Relationship Id="rId12" Type="http://schemas.openxmlformats.org/officeDocument/2006/relationships/image" Target="../media/image23.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image" Target="../media/image36.png"/><Relationship Id="rId46" Type="http://schemas.openxmlformats.org/officeDocument/2006/relationships/image" Target="../media/image40.png"/><Relationship Id="rId20" Type="http://schemas.openxmlformats.org/officeDocument/2006/relationships/image" Target="../media/image27.png"/><Relationship Id="rId41" Type="http://schemas.openxmlformats.org/officeDocument/2006/relationships/customXml" Target="../ink/ink20.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8" Type="http://schemas.openxmlformats.org/officeDocument/2006/relationships/customXml" Target="../ink/ink26.xml"/><Relationship Id="rId13" Type="http://schemas.openxmlformats.org/officeDocument/2006/relationships/image" Target="../media/image47.png"/><Relationship Id="rId18" Type="http://schemas.openxmlformats.org/officeDocument/2006/relationships/customXml" Target="../ink/ink31.xml"/><Relationship Id="rId3" Type="http://schemas.openxmlformats.org/officeDocument/2006/relationships/image" Target="../media/image42.png"/><Relationship Id="rId21" Type="http://schemas.openxmlformats.org/officeDocument/2006/relationships/image" Target="../media/image51.png"/><Relationship Id="rId7" Type="http://schemas.openxmlformats.org/officeDocument/2006/relationships/image" Target="../media/image44.png"/><Relationship Id="rId12" Type="http://schemas.openxmlformats.org/officeDocument/2006/relationships/customXml" Target="../ink/ink28.xml"/><Relationship Id="rId17" Type="http://schemas.openxmlformats.org/officeDocument/2006/relationships/image" Target="../media/image49.png"/><Relationship Id="rId2" Type="http://schemas.openxmlformats.org/officeDocument/2006/relationships/notesSlide" Target="../notesSlides/notesSlide3.xml"/><Relationship Id="rId16" Type="http://schemas.openxmlformats.org/officeDocument/2006/relationships/customXml" Target="../ink/ink30.xml"/><Relationship Id="rId20" Type="http://schemas.openxmlformats.org/officeDocument/2006/relationships/customXml" Target="../ink/ink32.xml"/><Relationship Id="rId1" Type="http://schemas.openxmlformats.org/officeDocument/2006/relationships/slideLayout" Target="../slideLayouts/slideLayout5.xml"/><Relationship Id="rId6" Type="http://schemas.openxmlformats.org/officeDocument/2006/relationships/customXml" Target="../ink/ink25.xml"/><Relationship Id="rId11" Type="http://schemas.openxmlformats.org/officeDocument/2006/relationships/image" Target="../media/image46.png"/><Relationship Id="rId5" Type="http://schemas.openxmlformats.org/officeDocument/2006/relationships/image" Target="../media/image43.png"/><Relationship Id="rId15" Type="http://schemas.openxmlformats.org/officeDocument/2006/relationships/image" Target="../media/image48.png"/><Relationship Id="rId10" Type="http://schemas.openxmlformats.org/officeDocument/2006/relationships/customXml" Target="../ink/ink27.xml"/><Relationship Id="rId19" Type="http://schemas.openxmlformats.org/officeDocument/2006/relationships/image" Target="../media/image50.png"/><Relationship Id="rId4" Type="http://schemas.openxmlformats.org/officeDocument/2006/relationships/customXml" Target="../ink/ink24.xml"/><Relationship Id="rId9" Type="http://schemas.openxmlformats.org/officeDocument/2006/relationships/image" Target="../media/image45.png"/><Relationship Id="rId14" Type="http://schemas.openxmlformats.org/officeDocument/2006/relationships/customXml" Target="../ink/ink2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hyperlink" Target="https://www.submarinecablemap.com/#/" TargetMode="External"/><Relationship Id="rId1" Type="http://schemas.openxmlformats.org/officeDocument/2006/relationships/slideLayout" Target="../slideLayouts/slideLayout23.xml"/><Relationship Id="rId4" Type="http://schemas.openxmlformats.org/officeDocument/2006/relationships/image" Target="../media/image53.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54.wmf"/></Relationships>
</file>

<file path=ppt/slides/_rels/slide15.xml.rels><?xml version="1.0" encoding="UTF-8" standalone="yes"?>
<Relationships xmlns="http://schemas.openxmlformats.org/package/2006/relationships"><Relationship Id="rId3" Type="http://schemas.openxmlformats.org/officeDocument/2006/relationships/hyperlink" Target="https://docs.oracle.com/cd/E19455-01/806-0916/6ja85398m/index.html"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6" Type="http://schemas.openxmlformats.org/officeDocument/2006/relationships/image" Target="../media/image67.png"/><Relationship Id="rId21" Type="http://schemas.openxmlformats.org/officeDocument/2006/relationships/customXml" Target="../ink/ink42.xml"/><Relationship Id="rId42" Type="http://schemas.openxmlformats.org/officeDocument/2006/relationships/image" Target="../media/image75.png"/><Relationship Id="rId47" Type="http://schemas.openxmlformats.org/officeDocument/2006/relationships/customXml" Target="../ink/ink55.xml"/><Relationship Id="rId63" Type="http://schemas.openxmlformats.org/officeDocument/2006/relationships/customXml" Target="../ink/ink63.xml"/><Relationship Id="rId68" Type="http://schemas.openxmlformats.org/officeDocument/2006/relationships/image" Target="../media/image88.png"/><Relationship Id="rId16" Type="http://schemas.openxmlformats.org/officeDocument/2006/relationships/image" Target="../media/image62.png"/><Relationship Id="rId11" Type="http://schemas.openxmlformats.org/officeDocument/2006/relationships/customXml" Target="../ink/ink37.xml"/><Relationship Id="rId24" Type="http://schemas.openxmlformats.org/officeDocument/2006/relationships/image" Target="../media/image66.png"/><Relationship Id="rId32" Type="http://schemas.openxmlformats.org/officeDocument/2006/relationships/image" Target="../media/image70.png"/><Relationship Id="rId37" Type="http://schemas.openxmlformats.org/officeDocument/2006/relationships/customXml" Target="../ink/ink50.xml"/><Relationship Id="rId40" Type="http://schemas.openxmlformats.org/officeDocument/2006/relationships/image" Target="../media/image74.png"/><Relationship Id="rId45" Type="http://schemas.openxmlformats.org/officeDocument/2006/relationships/customXml" Target="../ink/ink54.xml"/><Relationship Id="rId53" Type="http://schemas.openxmlformats.org/officeDocument/2006/relationships/customXml" Target="../ink/ink58.xml"/><Relationship Id="rId58" Type="http://schemas.openxmlformats.org/officeDocument/2006/relationships/image" Target="../media/image83.png"/><Relationship Id="rId66" Type="http://schemas.openxmlformats.org/officeDocument/2006/relationships/image" Target="../media/image87.png"/><Relationship Id="rId74" Type="http://schemas.openxmlformats.org/officeDocument/2006/relationships/image" Target="../media/image91.png"/><Relationship Id="rId5" Type="http://schemas.openxmlformats.org/officeDocument/2006/relationships/customXml" Target="../ink/ink34.xml"/><Relationship Id="rId61" Type="http://schemas.openxmlformats.org/officeDocument/2006/relationships/customXml" Target="../ink/ink62.xml"/><Relationship Id="rId19" Type="http://schemas.openxmlformats.org/officeDocument/2006/relationships/customXml" Target="../ink/ink41.xml"/><Relationship Id="rId14" Type="http://schemas.openxmlformats.org/officeDocument/2006/relationships/image" Target="../media/image61.png"/><Relationship Id="rId22" Type="http://schemas.openxmlformats.org/officeDocument/2006/relationships/image" Target="../media/image65.png"/><Relationship Id="rId27" Type="http://schemas.openxmlformats.org/officeDocument/2006/relationships/customXml" Target="../ink/ink45.xml"/><Relationship Id="rId30" Type="http://schemas.openxmlformats.org/officeDocument/2006/relationships/image" Target="../media/image69.png"/><Relationship Id="rId35" Type="http://schemas.openxmlformats.org/officeDocument/2006/relationships/customXml" Target="../ink/ink49.xml"/><Relationship Id="rId43" Type="http://schemas.openxmlformats.org/officeDocument/2006/relationships/customXml" Target="../ink/ink53.xml"/><Relationship Id="rId48" Type="http://schemas.openxmlformats.org/officeDocument/2006/relationships/image" Target="../media/image78.png"/><Relationship Id="rId56" Type="http://schemas.openxmlformats.org/officeDocument/2006/relationships/image" Target="../media/image82.png"/><Relationship Id="rId64" Type="http://schemas.openxmlformats.org/officeDocument/2006/relationships/image" Target="../media/image86.png"/><Relationship Id="rId69" Type="http://schemas.openxmlformats.org/officeDocument/2006/relationships/customXml" Target="../ink/ink66.xml"/><Relationship Id="rId77" Type="http://schemas.openxmlformats.org/officeDocument/2006/relationships/customXml" Target="../ink/ink70.xml"/><Relationship Id="rId8" Type="http://schemas.openxmlformats.org/officeDocument/2006/relationships/image" Target="../media/image58.png"/><Relationship Id="rId51" Type="http://schemas.openxmlformats.org/officeDocument/2006/relationships/customXml" Target="../ink/ink57.xml"/><Relationship Id="rId72" Type="http://schemas.openxmlformats.org/officeDocument/2006/relationships/image" Target="../media/image90.png"/><Relationship Id="rId3" Type="http://schemas.openxmlformats.org/officeDocument/2006/relationships/customXml" Target="../ink/ink33.xml"/><Relationship Id="rId12" Type="http://schemas.openxmlformats.org/officeDocument/2006/relationships/image" Target="../media/image60.png"/><Relationship Id="rId17" Type="http://schemas.openxmlformats.org/officeDocument/2006/relationships/customXml" Target="../ink/ink40.xml"/><Relationship Id="rId25" Type="http://schemas.openxmlformats.org/officeDocument/2006/relationships/customXml" Target="../ink/ink44.xml"/><Relationship Id="rId33" Type="http://schemas.openxmlformats.org/officeDocument/2006/relationships/customXml" Target="../ink/ink48.xml"/><Relationship Id="rId38" Type="http://schemas.openxmlformats.org/officeDocument/2006/relationships/image" Target="../media/image73.png"/><Relationship Id="rId46" Type="http://schemas.openxmlformats.org/officeDocument/2006/relationships/image" Target="../media/image77.png"/><Relationship Id="rId59" Type="http://schemas.openxmlformats.org/officeDocument/2006/relationships/customXml" Target="../ink/ink61.xml"/><Relationship Id="rId67" Type="http://schemas.openxmlformats.org/officeDocument/2006/relationships/customXml" Target="../ink/ink65.xml"/><Relationship Id="rId20" Type="http://schemas.openxmlformats.org/officeDocument/2006/relationships/image" Target="../media/image64.png"/><Relationship Id="rId41" Type="http://schemas.openxmlformats.org/officeDocument/2006/relationships/customXml" Target="../ink/ink52.xml"/><Relationship Id="rId54" Type="http://schemas.openxmlformats.org/officeDocument/2006/relationships/image" Target="../media/image81.png"/><Relationship Id="rId62" Type="http://schemas.openxmlformats.org/officeDocument/2006/relationships/image" Target="../media/image85.png"/><Relationship Id="rId70" Type="http://schemas.openxmlformats.org/officeDocument/2006/relationships/image" Target="../media/image89.png"/><Relationship Id="rId75" Type="http://schemas.openxmlformats.org/officeDocument/2006/relationships/customXml" Target="../ink/ink69.xml"/><Relationship Id="rId1" Type="http://schemas.openxmlformats.org/officeDocument/2006/relationships/slideLayout" Target="../slideLayouts/slideLayout5.xml"/><Relationship Id="rId6" Type="http://schemas.openxmlformats.org/officeDocument/2006/relationships/image" Target="../media/image57.png"/><Relationship Id="rId15" Type="http://schemas.openxmlformats.org/officeDocument/2006/relationships/customXml" Target="../ink/ink39.xml"/><Relationship Id="rId23" Type="http://schemas.openxmlformats.org/officeDocument/2006/relationships/customXml" Target="../ink/ink43.xml"/><Relationship Id="rId28" Type="http://schemas.openxmlformats.org/officeDocument/2006/relationships/image" Target="../media/image68.png"/><Relationship Id="rId36" Type="http://schemas.openxmlformats.org/officeDocument/2006/relationships/image" Target="../media/image72.png"/><Relationship Id="rId49" Type="http://schemas.openxmlformats.org/officeDocument/2006/relationships/customXml" Target="../ink/ink56.xml"/><Relationship Id="rId57" Type="http://schemas.openxmlformats.org/officeDocument/2006/relationships/customXml" Target="../ink/ink60.xml"/><Relationship Id="rId10" Type="http://schemas.openxmlformats.org/officeDocument/2006/relationships/image" Target="../media/image59.png"/><Relationship Id="rId31" Type="http://schemas.openxmlformats.org/officeDocument/2006/relationships/customXml" Target="../ink/ink47.xml"/><Relationship Id="rId44" Type="http://schemas.openxmlformats.org/officeDocument/2006/relationships/image" Target="../media/image76.png"/><Relationship Id="rId52" Type="http://schemas.openxmlformats.org/officeDocument/2006/relationships/image" Target="../media/image80.png"/><Relationship Id="rId60" Type="http://schemas.openxmlformats.org/officeDocument/2006/relationships/image" Target="../media/image84.png"/><Relationship Id="rId65" Type="http://schemas.openxmlformats.org/officeDocument/2006/relationships/customXml" Target="../ink/ink64.xml"/><Relationship Id="rId73" Type="http://schemas.openxmlformats.org/officeDocument/2006/relationships/customXml" Target="../ink/ink68.xml"/><Relationship Id="rId78" Type="http://schemas.openxmlformats.org/officeDocument/2006/relationships/image" Target="../media/image93.png"/><Relationship Id="rId4" Type="http://schemas.openxmlformats.org/officeDocument/2006/relationships/image" Target="../media/image56.png"/><Relationship Id="rId9" Type="http://schemas.openxmlformats.org/officeDocument/2006/relationships/customXml" Target="../ink/ink36.xml"/><Relationship Id="rId13" Type="http://schemas.openxmlformats.org/officeDocument/2006/relationships/customXml" Target="../ink/ink38.xml"/><Relationship Id="rId18" Type="http://schemas.openxmlformats.org/officeDocument/2006/relationships/image" Target="../media/image63.png"/><Relationship Id="rId39" Type="http://schemas.openxmlformats.org/officeDocument/2006/relationships/customXml" Target="../ink/ink51.xml"/><Relationship Id="rId34" Type="http://schemas.openxmlformats.org/officeDocument/2006/relationships/image" Target="../media/image71.png"/><Relationship Id="rId50" Type="http://schemas.openxmlformats.org/officeDocument/2006/relationships/image" Target="../media/image79.png"/><Relationship Id="rId55" Type="http://schemas.openxmlformats.org/officeDocument/2006/relationships/customXml" Target="../ink/ink59.xml"/><Relationship Id="rId76" Type="http://schemas.openxmlformats.org/officeDocument/2006/relationships/image" Target="../media/image92.png"/><Relationship Id="rId7" Type="http://schemas.openxmlformats.org/officeDocument/2006/relationships/customXml" Target="../ink/ink35.xml"/><Relationship Id="rId71" Type="http://schemas.openxmlformats.org/officeDocument/2006/relationships/customXml" Target="../ink/ink67.xml"/><Relationship Id="rId2" Type="http://schemas.openxmlformats.org/officeDocument/2006/relationships/image" Target="../media/image55.gif"/><Relationship Id="rId29" Type="http://schemas.openxmlformats.org/officeDocument/2006/relationships/customXml" Target="../ink/ink46.xml"/></Relationships>
</file>

<file path=ppt/slides/_rels/slide1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hyperlink" Target="http://www.utm.my/" TargetMode="External"/><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17" Type="http://schemas.openxmlformats.org/officeDocument/2006/relationships/image" Target="../media/image157.png"/><Relationship Id="rId21" Type="http://schemas.openxmlformats.org/officeDocument/2006/relationships/image" Target="../media/image109.png"/><Relationship Id="rId42" Type="http://schemas.openxmlformats.org/officeDocument/2006/relationships/customXml" Target="../ink/ink87.xml"/><Relationship Id="rId63" Type="http://schemas.openxmlformats.org/officeDocument/2006/relationships/image" Target="../media/image130.png"/><Relationship Id="rId84" Type="http://schemas.openxmlformats.org/officeDocument/2006/relationships/customXml" Target="../ink/ink108.xml"/><Relationship Id="rId138" Type="http://schemas.openxmlformats.org/officeDocument/2006/relationships/customXml" Target="../ink/ink135.xml"/><Relationship Id="rId107" Type="http://schemas.openxmlformats.org/officeDocument/2006/relationships/image" Target="../media/image152.png"/><Relationship Id="rId11" Type="http://schemas.openxmlformats.org/officeDocument/2006/relationships/image" Target="../media/image104.png"/><Relationship Id="rId32" Type="http://schemas.openxmlformats.org/officeDocument/2006/relationships/customXml" Target="../ink/ink82.xml"/><Relationship Id="rId53" Type="http://schemas.openxmlformats.org/officeDocument/2006/relationships/image" Target="../media/image125.png"/><Relationship Id="rId74" Type="http://schemas.openxmlformats.org/officeDocument/2006/relationships/customXml" Target="../ink/ink103.xml"/><Relationship Id="rId128" Type="http://schemas.openxmlformats.org/officeDocument/2006/relationships/customXml" Target="../ink/ink130.xml"/><Relationship Id="rId5" Type="http://schemas.openxmlformats.org/officeDocument/2006/relationships/image" Target="../media/image99.png"/><Relationship Id="rId90" Type="http://schemas.openxmlformats.org/officeDocument/2006/relationships/customXml" Target="../ink/ink111.xml"/><Relationship Id="rId95" Type="http://schemas.openxmlformats.org/officeDocument/2006/relationships/image" Target="../media/image146.png"/><Relationship Id="rId22" Type="http://schemas.openxmlformats.org/officeDocument/2006/relationships/customXml" Target="../ink/ink77.xml"/><Relationship Id="rId27" Type="http://schemas.openxmlformats.org/officeDocument/2006/relationships/image" Target="../media/image112.png"/><Relationship Id="rId43" Type="http://schemas.openxmlformats.org/officeDocument/2006/relationships/image" Target="../media/image120.png"/><Relationship Id="rId48" Type="http://schemas.openxmlformats.org/officeDocument/2006/relationships/customXml" Target="../ink/ink90.xml"/><Relationship Id="rId64" Type="http://schemas.openxmlformats.org/officeDocument/2006/relationships/customXml" Target="../ink/ink98.xml"/><Relationship Id="rId69" Type="http://schemas.openxmlformats.org/officeDocument/2006/relationships/image" Target="../media/image133.png"/><Relationship Id="rId113" Type="http://schemas.openxmlformats.org/officeDocument/2006/relationships/image" Target="../media/image155.png"/><Relationship Id="rId118" Type="http://schemas.openxmlformats.org/officeDocument/2006/relationships/customXml" Target="../ink/ink125.xml"/><Relationship Id="rId134" Type="http://schemas.openxmlformats.org/officeDocument/2006/relationships/customXml" Target="../ink/ink133.xml"/><Relationship Id="rId139" Type="http://schemas.openxmlformats.org/officeDocument/2006/relationships/image" Target="../media/image168.png"/><Relationship Id="rId80" Type="http://schemas.openxmlformats.org/officeDocument/2006/relationships/customXml" Target="../ink/ink106.xml"/><Relationship Id="rId85" Type="http://schemas.openxmlformats.org/officeDocument/2006/relationships/image" Target="../media/image141.png"/><Relationship Id="rId12" Type="http://schemas.openxmlformats.org/officeDocument/2006/relationships/customXml" Target="../ink/ink72.xml"/><Relationship Id="rId17" Type="http://schemas.openxmlformats.org/officeDocument/2006/relationships/image" Target="../media/image107.png"/><Relationship Id="rId33" Type="http://schemas.openxmlformats.org/officeDocument/2006/relationships/image" Target="../media/image115.png"/><Relationship Id="rId38" Type="http://schemas.openxmlformats.org/officeDocument/2006/relationships/customXml" Target="../ink/ink85.xml"/><Relationship Id="rId59" Type="http://schemas.openxmlformats.org/officeDocument/2006/relationships/image" Target="../media/image128.png"/><Relationship Id="rId103" Type="http://schemas.openxmlformats.org/officeDocument/2006/relationships/image" Target="../media/image150.png"/><Relationship Id="rId108" Type="http://schemas.openxmlformats.org/officeDocument/2006/relationships/customXml" Target="../ink/ink120.xml"/><Relationship Id="rId124" Type="http://schemas.openxmlformats.org/officeDocument/2006/relationships/customXml" Target="../ink/ink128.xml"/><Relationship Id="rId129" Type="http://schemas.openxmlformats.org/officeDocument/2006/relationships/image" Target="../media/image163.png"/><Relationship Id="rId54" Type="http://schemas.openxmlformats.org/officeDocument/2006/relationships/customXml" Target="../ink/ink93.xml"/><Relationship Id="rId70" Type="http://schemas.openxmlformats.org/officeDocument/2006/relationships/customXml" Target="../ink/ink101.xml"/><Relationship Id="rId75" Type="http://schemas.openxmlformats.org/officeDocument/2006/relationships/image" Target="../media/image136.png"/><Relationship Id="rId91" Type="http://schemas.openxmlformats.org/officeDocument/2006/relationships/image" Target="../media/image144.png"/><Relationship Id="rId96" Type="http://schemas.openxmlformats.org/officeDocument/2006/relationships/customXml" Target="../ink/ink114.xml"/><Relationship Id="rId140" Type="http://schemas.openxmlformats.org/officeDocument/2006/relationships/customXml" Target="../ink/ink136.xml"/><Relationship Id="rId145" Type="http://schemas.openxmlformats.org/officeDocument/2006/relationships/image" Target="../media/image171.png"/><Relationship Id="rId1" Type="http://schemas.openxmlformats.org/officeDocument/2006/relationships/slideLayout" Target="../slideLayouts/slideLayout5.xml"/><Relationship Id="rId6" Type="http://schemas.openxmlformats.org/officeDocument/2006/relationships/image" Target="../media/image100.jpeg"/><Relationship Id="rId23" Type="http://schemas.openxmlformats.org/officeDocument/2006/relationships/image" Target="../media/image110.png"/><Relationship Id="rId28" Type="http://schemas.openxmlformats.org/officeDocument/2006/relationships/customXml" Target="../ink/ink80.xml"/><Relationship Id="rId49" Type="http://schemas.openxmlformats.org/officeDocument/2006/relationships/image" Target="../media/image123.png"/><Relationship Id="rId114" Type="http://schemas.openxmlformats.org/officeDocument/2006/relationships/customXml" Target="../ink/ink123.xml"/><Relationship Id="rId119" Type="http://schemas.openxmlformats.org/officeDocument/2006/relationships/image" Target="../media/image158.png"/><Relationship Id="rId44" Type="http://schemas.openxmlformats.org/officeDocument/2006/relationships/customXml" Target="../ink/ink88.xml"/><Relationship Id="rId60" Type="http://schemas.openxmlformats.org/officeDocument/2006/relationships/customXml" Target="../ink/ink96.xml"/><Relationship Id="rId65" Type="http://schemas.openxmlformats.org/officeDocument/2006/relationships/image" Target="../media/image131.png"/><Relationship Id="rId81" Type="http://schemas.openxmlformats.org/officeDocument/2006/relationships/image" Target="../media/image139.png"/><Relationship Id="rId86" Type="http://schemas.openxmlformats.org/officeDocument/2006/relationships/customXml" Target="../ink/ink109.xml"/><Relationship Id="rId130" Type="http://schemas.openxmlformats.org/officeDocument/2006/relationships/customXml" Target="../ink/ink131.xml"/><Relationship Id="rId135" Type="http://schemas.openxmlformats.org/officeDocument/2006/relationships/image" Target="../media/image166.png"/><Relationship Id="rId13" Type="http://schemas.openxmlformats.org/officeDocument/2006/relationships/image" Target="../media/image105.png"/><Relationship Id="rId18" Type="http://schemas.openxmlformats.org/officeDocument/2006/relationships/customXml" Target="../ink/ink75.xml"/><Relationship Id="rId39" Type="http://schemas.openxmlformats.org/officeDocument/2006/relationships/image" Target="../media/image118.png"/><Relationship Id="rId109" Type="http://schemas.openxmlformats.org/officeDocument/2006/relationships/image" Target="../media/image153.png"/><Relationship Id="rId34" Type="http://schemas.openxmlformats.org/officeDocument/2006/relationships/customXml" Target="../ink/ink83.xml"/><Relationship Id="rId50" Type="http://schemas.openxmlformats.org/officeDocument/2006/relationships/customXml" Target="../ink/ink91.xml"/><Relationship Id="rId55" Type="http://schemas.openxmlformats.org/officeDocument/2006/relationships/image" Target="../media/image126.png"/><Relationship Id="rId76" Type="http://schemas.openxmlformats.org/officeDocument/2006/relationships/customXml" Target="../ink/ink104.xml"/><Relationship Id="rId97" Type="http://schemas.openxmlformats.org/officeDocument/2006/relationships/image" Target="../media/image147.png"/><Relationship Id="rId104" Type="http://schemas.openxmlformats.org/officeDocument/2006/relationships/customXml" Target="../ink/ink118.xml"/><Relationship Id="rId120" Type="http://schemas.openxmlformats.org/officeDocument/2006/relationships/customXml" Target="../ink/ink126.xml"/><Relationship Id="rId125" Type="http://schemas.openxmlformats.org/officeDocument/2006/relationships/image" Target="../media/image161.png"/><Relationship Id="rId141" Type="http://schemas.openxmlformats.org/officeDocument/2006/relationships/image" Target="../media/image169.png"/><Relationship Id="rId7" Type="http://schemas.openxmlformats.org/officeDocument/2006/relationships/image" Target="../media/image101.png"/><Relationship Id="rId71" Type="http://schemas.openxmlformats.org/officeDocument/2006/relationships/image" Target="../media/image134.png"/><Relationship Id="rId92" Type="http://schemas.openxmlformats.org/officeDocument/2006/relationships/customXml" Target="../ink/ink112.xml"/><Relationship Id="rId2" Type="http://schemas.openxmlformats.org/officeDocument/2006/relationships/notesSlide" Target="../notesSlides/notesSlide7.xml"/><Relationship Id="rId29" Type="http://schemas.openxmlformats.org/officeDocument/2006/relationships/image" Target="../media/image113.png"/><Relationship Id="rId24" Type="http://schemas.openxmlformats.org/officeDocument/2006/relationships/customXml" Target="../ink/ink78.xml"/><Relationship Id="rId40" Type="http://schemas.openxmlformats.org/officeDocument/2006/relationships/customXml" Target="../ink/ink86.xml"/><Relationship Id="rId45" Type="http://schemas.openxmlformats.org/officeDocument/2006/relationships/image" Target="../media/image121.png"/><Relationship Id="rId66" Type="http://schemas.openxmlformats.org/officeDocument/2006/relationships/customXml" Target="../ink/ink99.xml"/><Relationship Id="rId87" Type="http://schemas.openxmlformats.org/officeDocument/2006/relationships/image" Target="../media/image142.png"/><Relationship Id="rId110" Type="http://schemas.openxmlformats.org/officeDocument/2006/relationships/customXml" Target="../ink/ink121.xml"/><Relationship Id="rId115" Type="http://schemas.openxmlformats.org/officeDocument/2006/relationships/image" Target="../media/image156.png"/><Relationship Id="rId131" Type="http://schemas.openxmlformats.org/officeDocument/2006/relationships/image" Target="../media/image164.png"/><Relationship Id="rId136" Type="http://schemas.openxmlformats.org/officeDocument/2006/relationships/customXml" Target="../ink/ink134.xml"/><Relationship Id="rId61" Type="http://schemas.openxmlformats.org/officeDocument/2006/relationships/image" Target="../media/image129.png"/><Relationship Id="rId82" Type="http://schemas.openxmlformats.org/officeDocument/2006/relationships/customXml" Target="../ink/ink107.xml"/><Relationship Id="rId19" Type="http://schemas.openxmlformats.org/officeDocument/2006/relationships/image" Target="../media/image108.png"/><Relationship Id="rId14" Type="http://schemas.openxmlformats.org/officeDocument/2006/relationships/customXml" Target="../ink/ink73.xml"/><Relationship Id="rId30" Type="http://schemas.openxmlformats.org/officeDocument/2006/relationships/customXml" Target="../ink/ink81.xml"/><Relationship Id="rId35" Type="http://schemas.openxmlformats.org/officeDocument/2006/relationships/image" Target="../media/image116.png"/><Relationship Id="rId56" Type="http://schemas.openxmlformats.org/officeDocument/2006/relationships/customXml" Target="../ink/ink94.xml"/><Relationship Id="rId77" Type="http://schemas.openxmlformats.org/officeDocument/2006/relationships/image" Target="../media/image137.png"/><Relationship Id="rId100" Type="http://schemas.openxmlformats.org/officeDocument/2006/relationships/customXml" Target="../ink/ink116.xml"/><Relationship Id="rId105" Type="http://schemas.openxmlformats.org/officeDocument/2006/relationships/image" Target="../media/image151.png"/><Relationship Id="rId126" Type="http://schemas.openxmlformats.org/officeDocument/2006/relationships/customXml" Target="../ink/ink129.xml"/><Relationship Id="rId8" Type="http://schemas.openxmlformats.org/officeDocument/2006/relationships/image" Target="../media/image102.png"/><Relationship Id="rId51" Type="http://schemas.openxmlformats.org/officeDocument/2006/relationships/image" Target="../media/image124.png"/><Relationship Id="rId72" Type="http://schemas.openxmlformats.org/officeDocument/2006/relationships/customXml" Target="../ink/ink102.xml"/><Relationship Id="rId93" Type="http://schemas.openxmlformats.org/officeDocument/2006/relationships/image" Target="../media/image145.png"/><Relationship Id="rId98" Type="http://schemas.openxmlformats.org/officeDocument/2006/relationships/customXml" Target="../ink/ink115.xml"/><Relationship Id="rId121" Type="http://schemas.openxmlformats.org/officeDocument/2006/relationships/image" Target="../media/image159.png"/><Relationship Id="rId142" Type="http://schemas.openxmlformats.org/officeDocument/2006/relationships/customXml" Target="../ink/ink137.xml"/><Relationship Id="rId3" Type="http://schemas.openxmlformats.org/officeDocument/2006/relationships/image" Target="../media/image97.png"/><Relationship Id="rId25" Type="http://schemas.openxmlformats.org/officeDocument/2006/relationships/image" Target="../media/image111.png"/><Relationship Id="rId46" Type="http://schemas.openxmlformats.org/officeDocument/2006/relationships/customXml" Target="../ink/ink89.xml"/><Relationship Id="rId67" Type="http://schemas.openxmlformats.org/officeDocument/2006/relationships/image" Target="../media/image132.png"/><Relationship Id="rId116" Type="http://schemas.openxmlformats.org/officeDocument/2006/relationships/customXml" Target="../ink/ink124.xml"/><Relationship Id="rId137" Type="http://schemas.openxmlformats.org/officeDocument/2006/relationships/image" Target="../media/image167.png"/><Relationship Id="rId20" Type="http://schemas.openxmlformats.org/officeDocument/2006/relationships/customXml" Target="../ink/ink76.xml"/><Relationship Id="rId41" Type="http://schemas.openxmlformats.org/officeDocument/2006/relationships/image" Target="../media/image119.png"/><Relationship Id="rId62" Type="http://schemas.openxmlformats.org/officeDocument/2006/relationships/customXml" Target="../ink/ink97.xml"/><Relationship Id="rId83" Type="http://schemas.openxmlformats.org/officeDocument/2006/relationships/image" Target="../media/image140.png"/><Relationship Id="rId88" Type="http://schemas.openxmlformats.org/officeDocument/2006/relationships/customXml" Target="../ink/ink110.xml"/><Relationship Id="rId111" Type="http://schemas.openxmlformats.org/officeDocument/2006/relationships/image" Target="../media/image154.png"/><Relationship Id="rId132" Type="http://schemas.openxmlformats.org/officeDocument/2006/relationships/customXml" Target="../ink/ink132.xml"/><Relationship Id="rId15" Type="http://schemas.openxmlformats.org/officeDocument/2006/relationships/image" Target="../media/image106.png"/><Relationship Id="rId36" Type="http://schemas.openxmlformats.org/officeDocument/2006/relationships/customXml" Target="../ink/ink84.xml"/><Relationship Id="rId57" Type="http://schemas.openxmlformats.org/officeDocument/2006/relationships/image" Target="../media/image127.png"/><Relationship Id="rId106" Type="http://schemas.openxmlformats.org/officeDocument/2006/relationships/customXml" Target="../ink/ink119.xml"/><Relationship Id="rId127" Type="http://schemas.openxmlformats.org/officeDocument/2006/relationships/image" Target="../media/image162.png"/><Relationship Id="rId10" Type="http://schemas.openxmlformats.org/officeDocument/2006/relationships/customXml" Target="../ink/ink71.xml"/><Relationship Id="rId31" Type="http://schemas.openxmlformats.org/officeDocument/2006/relationships/image" Target="../media/image114.png"/><Relationship Id="rId52" Type="http://schemas.openxmlformats.org/officeDocument/2006/relationships/customXml" Target="../ink/ink92.xml"/><Relationship Id="rId73" Type="http://schemas.openxmlformats.org/officeDocument/2006/relationships/image" Target="../media/image135.png"/><Relationship Id="rId78" Type="http://schemas.openxmlformats.org/officeDocument/2006/relationships/customXml" Target="../ink/ink105.xml"/><Relationship Id="rId94" Type="http://schemas.openxmlformats.org/officeDocument/2006/relationships/customXml" Target="../ink/ink113.xml"/><Relationship Id="rId99" Type="http://schemas.openxmlformats.org/officeDocument/2006/relationships/image" Target="../media/image148.png"/><Relationship Id="rId101" Type="http://schemas.openxmlformats.org/officeDocument/2006/relationships/image" Target="../media/image149.png"/><Relationship Id="rId122" Type="http://schemas.openxmlformats.org/officeDocument/2006/relationships/customXml" Target="../ink/ink127.xml"/><Relationship Id="rId143" Type="http://schemas.openxmlformats.org/officeDocument/2006/relationships/image" Target="../media/image170.png"/><Relationship Id="rId4" Type="http://schemas.openxmlformats.org/officeDocument/2006/relationships/image" Target="../media/image98.jpeg"/><Relationship Id="rId9" Type="http://schemas.openxmlformats.org/officeDocument/2006/relationships/image" Target="../media/image103.png"/><Relationship Id="rId26" Type="http://schemas.openxmlformats.org/officeDocument/2006/relationships/customXml" Target="../ink/ink79.xml"/><Relationship Id="rId47" Type="http://schemas.openxmlformats.org/officeDocument/2006/relationships/image" Target="../media/image122.png"/><Relationship Id="rId68" Type="http://schemas.openxmlformats.org/officeDocument/2006/relationships/customXml" Target="../ink/ink100.xml"/><Relationship Id="rId89" Type="http://schemas.openxmlformats.org/officeDocument/2006/relationships/image" Target="../media/image143.png"/><Relationship Id="rId112" Type="http://schemas.openxmlformats.org/officeDocument/2006/relationships/customXml" Target="../ink/ink122.xml"/><Relationship Id="rId133" Type="http://schemas.openxmlformats.org/officeDocument/2006/relationships/image" Target="../media/image165.png"/><Relationship Id="rId16" Type="http://schemas.openxmlformats.org/officeDocument/2006/relationships/customXml" Target="../ink/ink74.xml"/><Relationship Id="rId37" Type="http://schemas.openxmlformats.org/officeDocument/2006/relationships/image" Target="../media/image117.png"/><Relationship Id="rId58" Type="http://schemas.openxmlformats.org/officeDocument/2006/relationships/customXml" Target="../ink/ink95.xml"/><Relationship Id="rId79" Type="http://schemas.openxmlformats.org/officeDocument/2006/relationships/image" Target="../media/image138.png"/><Relationship Id="rId102" Type="http://schemas.openxmlformats.org/officeDocument/2006/relationships/customXml" Target="../ink/ink117.xml"/><Relationship Id="rId123" Type="http://schemas.openxmlformats.org/officeDocument/2006/relationships/image" Target="../media/image160.png"/><Relationship Id="rId144" Type="http://schemas.openxmlformats.org/officeDocument/2006/relationships/customXml" Target="../ink/ink138.xml"/></Relationships>
</file>

<file path=ppt/slides/_rels/slide22.xml.rels><?xml version="1.0" encoding="UTF-8" standalone="yes"?>
<Relationships xmlns="http://schemas.openxmlformats.org/package/2006/relationships"><Relationship Id="rId26" Type="http://schemas.openxmlformats.org/officeDocument/2006/relationships/image" Target="../media/image183.png"/><Relationship Id="rId21" Type="http://schemas.openxmlformats.org/officeDocument/2006/relationships/customXml" Target="../ink/ink148.xml"/><Relationship Id="rId42" Type="http://schemas.openxmlformats.org/officeDocument/2006/relationships/image" Target="../media/image191.png"/><Relationship Id="rId47" Type="http://schemas.openxmlformats.org/officeDocument/2006/relationships/customXml" Target="../ink/ink161.xml"/><Relationship Id="rId63" Type="http://schemas.openxmlformats.org/officeDocument/2006/relationships/customXml" Target="../ink/ink169.xml"/><Relationship Id="rId68" Type="http://schemas.openxmlformats.org/officeDocument/2006/relationships/image" Target="../media/image204.png"/><Relationship Id="rId7" Type="http://schemas.openxmlformats.org/officeDocument/2006/relationships/customXml" Target="../ink/ink141.xml"/><Relationship Id="rId2" Type="http://schemas.openxmlformats.org/officeDocument/2006/relationships/notesSlide" Target="../notesSlides/notesSlide8.xml"/><Relationship Id="rId16" Type="http://schemas.openxmlformats.org/officeDocument/2006/relationships/image" Target="../media/image178.png"/><Relationship Id="rId29" Type="http://schemas.openxmlformats.org/officeDocument/2006/relationships/customXml" Target="../ink/ink152.xml"/><Relationship Id="rId11" Type="http://schemas.openxmlformats.org/officeDocument/2006/relationships/customXml" Target="../ink/ink143.xml"/><Relationship Id="rId24" Type="http://schemas.openxmlformats.org/officeDocument/2006/relationships/image" Target="../media/image182.png"/><Relationship Id="rId32" Type="http://schemas.openxmlformats.org/officeDocument/2006/relationships/image" Target="../media/image186.png"/><Relationship Id="rId37" Type="http://schemas.openxmlformats.org/officeDocument/2006/relationships/customXml" Target="../ink/ink156.xml"/><Relationship Id="rId40" Type="http://schemas.openxmlformats.org/officeDocument/2006/relationships/image" Target="../media/image190.png"/><Relationship Id="rId45" Type="http://schemas.openxmlformats.org/officeDocument/2006/relationships/customXml" Target="../ink/ink160.xml"/><Relationship Id="rId53" Type="http://schemas.openxmlformats.org/officeDocument/2006/relationships/customXml" Target="../ink/ink164.xml"/><Relationship Id="rId58" Type="http://schemas.openxmlformats.org/officeDocument/2006/relationships/image" Target="../media/image199.png"/><Relationship Id="rId66" Type="http://schemas.openxmlformats.org/officeDocument/2006/relationships/image" Target="../media/image203.png"/><Relationship Id="rId5" Type="http://schemas.openxmlformats.org/officeDocument/2006/relationships/customXml" Target="../ink/ink140.xml"/><Relationship Id="rId61" Type="http://schemas.openxmlformats.org/officeDocument/2006/relationships/customXml" Target="../ink/ink168.xml"/><Relationship Id="rId19" Type="http://schemas.openxmlformats.org/officeDocument/2006/relationships/customXml" Target="../ink/ink147.xml"/><Relationship Id="rId14" Type="http://schemas.openxmlformats.org/officeDocument/2006/relationships/image" Target="../media/image177.png"/><Relationship Id="rId22" Type="http://schemas.openxmlformats.org/officeDocument/2006/relationships/image" Target="../media/image181.png"/><Relationship Id="rId27" Type="http://schemas.openxmlformats.org/officeDocument/2006/relationships/customXml" Target="../ink/ink151.xml"/><Relationship Id="rId30" Type="http://schemas.openxmlformats.org/officeDocument/2006/relationships/image" Target="../media/image185.png"/><Relationship Id="rId35" Type="http://schemas.openxmlformats.org/officeDocument/2006/relationships/customXml" Target="../ink/ink155.xml"/><Relationship Id="rId43" Type="http://schemas.openxmlformats.org/officeDocument/2006/relationships/customXml" Target="../ink/ink159.xml"/><Relationship Id="rId48" Type="http://schemas.openxmlformats.org/officeDocument/2006/relationships/image" Target="../media/image194.png"/><Relationship Id="rId56" Type="http://schemas.openxmlformats.org/officeDocument/2006/relationships/image" Target="../media/image198.png"/><Relationship Id="rId64" Type="http://schemas.openxmlformats.org/officeDocument/2006/relationships/image" Target="../media/image202.png"/><Relationship Id="rId69" Type="http://schemas.openxmlformats.org/officeDocument/2006/relationships/customXml" Target="../ink/ink172.xml"/><Relationship Id="rId8" Type="http://schemas.openxmlformats.org/officeDocument/2006/relationships/image" Target="../media/image174.png"/><Relationship Id="rId51" Type="http://schemas.openxmlformats.org/officeDocument/2006/relationships/customXml" Target="../ink/ink163.xml"/><Relationship Id="rId3" Type="http://schemas.openxmlformats.org/officeDocument/2006/relationships/customXml" Target="../ink/ink139.xml"/><Relationship Id="rId12" Type="http://schemas.openxmlformats.org/officeDocument/2006/relationships/image" Target="../media/image176.png"/><Relationship Id="rId17" Type="http://schemas.openxmlformats.org/officeDocument/2006/relationships/customXml" Target="../ink/ink146.xml"/><Relationship Id="rId25" Type="http://schemas.openxmlformats.org/officeDocument/2006/relationships/customXml" Target="../ink/ink150.xml"/><Relationship Id="rId33" Type="http://schemas.openxmlformats.org/officeDocument/2006/relationships/customXml" Target="../ink/ink154.xml"/><Relationship Id="rId38" Type="http://schemas.openxmlformats.org/officeDocument/2006/relationships/image" Target="../media/image189.png"/><Relationship Id="rId46" Type="http://schemas.openxmlformats.org/officeDocument/2006/relationships/image" Target="../media/image193.png"/><Relationship Id="rId59" Type="http://schemas.openxmlformats.org/officeDocument/2006/relationships/customXml" Target="../ink/ink167.xml"/><Relationship Id="rId67" Type="http://schemas.openxmlformats.org/officeDocument/2006/relationships/customXml" Target="../ink/ink171.xml"/><Relationship Id="rId20" Type="http://schemas.openxmlformats.org/officeDocument/2006/relationships/image" Target="../media/image180.png"/><Relationship Id="rId41" Type="http://schemas.openxmlformats.org/officeDocument/2006/relationships/customXml" Target="../ink/ink158.xml"/><Relationship Id="rId54" Type="http://schemas.openxmlformats.org/officeDocument/2006/relationships/image" Target="../media/image197.png"/><Relationship Id="rId62" Type="http://schemas.openxmlformats.org/officeDocument/2006/relationships/image" Target="../media/image201.png"/><Relationship Id="rId70" Type="http://schemas.openxmlformats.org/officeDocument/2006/relationships/image" Target="../media/image205.png"/><Relationship Id="rId1" Type="http://schemas.openxmlformats.org/officeDocument/2006/relationships/slideLayout" Target="../slideLayouts/slideLayout5.xml"/><Relationship Id="rId6" Type="http://schemas.openxmlformats.org/officeDocument/2006/relationships/image" Target="../media/image173.png"/><Relationship Id="rId15" Type="http://schemas.openxmlformats.org/officeDocument/2006/relationships/customXml" Target="../ink/ink145.xml"/><Relationship Id="rId23" Type="http://schemas.openxmlformats.org/officeDocument/2006/relationships/customXml" Target="../ink/ink149.xml"/><Relationship Id="rId28" Type="http://schemas.openxmlformats.org/officeDocument/2006/relationships/image" Target="../media/image184.png"/><Relationship Id="rId36" Type="http://schemas.openxmlformats.org/officeDocument/2006/relationships/image" Target="../media/image188.png"/><Relationship Id="rId49" Type="http://schemas.openxmlformats.org/officeDocument/2006/relationships/customXml" Target="../ink/ink162.xml"/><Relationship Id="rId57" Type="http://schemas.openxmlformats.org/officeDocument/2006/relationships/customXml" Target="../ink/ink166.xml"/><Relationship Id="rId10" Type="http://schemas.openxmlformats.org/officeDocument/2006/relationships/image" Target="../media/image175.png"/><Relationship Id="rId31" Type="http://schemas.openxmlformats.org/officeDocument/2006/relationships/customXml" Target="../ink/ink153.xml"/><Relationship Id="rId44" Type="http://schemas.openxmlformats.org/officeDocument/2006/relationships/image" Target="../media/image192.png"/><Relationship Id="rId52" Type="http://schemas.openxmlformats.org/officeDocument/2006/relationships/image" Target="../media/image196.png"/><Relationship Id="rId60" Type="http://schemas.openxmlformats.org/officeDocument/2006/relationships/image" Target="../media/image200.png"/><Relationship Id="rId65" Type="http://schemas.openxmlformats.org/officeDocument/2006/relationships/customXml" Target="../ink/ink170.xml"/><Relationship Id="rId4" Type="http://schemas.openxmlformats.org/officeDocument/2006/relationships/image" Target="../media/image172.png"/><Relationship Id="rId9" Type="http://schemas.openxmlformats.org/officeDocument/2006/relationships/customXml" Target="../ink/ink142.xml"/><Relationship Id="rId13" Type="http://schemas.openxmlformats.org/officeDocument/2006/relationships/customXml" Target="../ink/ink144.xml"/><Relationship Id="rId18" Type="http://schemas.openxmlformats.org/officeDocument/2006/relationships/image" Target="../media/image179.png"/><Relationship Id="rId39" Type="http://schemas.openxmlformats.org/officeDocument/2006/relationships/customXml" Target="../ink/ink157.xml"/><Relationship Id="rId34" Type="http://schemas.openxmlformats.org/officeDocument/2006/relationships/image" Target="../media/image187.png"/><Relationship Id="rId50" Type="http://schemas.openxmlformats.org/officeDocument/2006/relationships/image" Target="../media/image195.png"/><Relationship Id="rId55" Type="http://schemas.openxmlformats.org/officeDocument/2006/relationships/customXml" Target="../ink/ink165.xml"/></Relationships>
</file>

<file path=ppt/slides/_rels/slide23.xml.rels><?xml version="1.0" encoding="UTF-8" standalone="yes"?>
<Relationships xmlns="http://schemas.openxmlformats.org/package/2006/relationships"><Relationship Id="rId26" Type="http://schemas.openxmlformats.org/officeDocument/2006/relationships/customXml" Target="../ink/ink185.xml"/><Relationship Id="rId21" Type="http://schemas.openxmlformats.org/officeDocument/2006/relationships/image" Target="../media/image215.png"/><Relationship Id="rId42" Type="http://schemas.openxmlformats.org/officeDocument/2006/relationships/customXml" Target="../ink/ink193.xml"/><Relationship Id="rId47" Type="http://schemas.openxmlformats.org/officeDocument/2006/relationships/image" Target="../media/image228.png"/><Relationship Id="rId63" Type="http://schemas.openxmlformats.org/officeDocument/2006/relationships/image" Target="../media/image236.png"/><Relationship Id="rId68" Type="http://schemas.openxmlformats.org/officeDocument/2006/relationships/customXml" Target="../ink/ink206.xml"/><Relationship Id="rId84" Type="http://schemas.openxmlformats.org/officeDocument/2006/relationships/customXml" Target="../ink/ink214.xml"/><Relationship Id="rId16" Type="http://schemas.openxmlformats.org/officeDocument/2006/relationships/customXml" Target="../ink/ink180.xml"/><Relationship Id="rId11" Type="http://schemas.openxmlformats.org/officeDocument/2006/relationships/image" Target="../media/image210.png"/><Relationship Id="rId32" Type="http://schemas.openxmlformats.org/officeDocument/2006/relationships/customXml" Target="../ink/ink188.xml"/><Relationship Id="rId37" Type="http://schemas.openxmlformats.org/officeDocument/2006/relationships/image" Target="../media/image223.png"/><Relationship Id="rId53" Type="http://schemas.openxmlformats.org/officeDocument/2006/relationships/image" Target="../media/image231.png"/><Relationship Id="rId58" Type="http://schemas.openxmlformats.org/officeDocument/2006/relationships/customXml" Target="../ink/ink201.xml"/><Relationship Id="rId74" Type="http://schemas.openxmlformats.org/officeDocument/2006/relationships/customXml" Target="../ink/ink209.xml"/><Relationship Id="rId79" Type="http://schemas.openxmlformats.org/officeDocument/2006/relationships/image" Target="../media/image244.png"/><Relationship Id="rId5" Type="http://schemas.openxmlformats.org/officeDocument/2006/relationships/image" Target="../media/image207.png"/><Relationship Id="rId19" Type="http://schemas.openxmlformats.org/officeDocument/2006/relationships/image" Target="../media/image214.png"/><Relationship Id="rId14" Type="http://schemas.openxmlformats.org/officeDocument/2006/relationships/customXml" Target="../ink/ink179.xml"/><Relationship Id="rId22" Type="http://schemas.openxmlformats.org/officeDocument/2006/relationships/customXml" Target="../ink/ink183.xml"/><Relationship Id="rId27" Type="http://schemas.openxmlformats.org/officeDocument/2006/relationships/image" Target="../media/image218.png"/><Relationship Id="rId30" Type="http://schemas.openxmlformats.org/officeDocument/2006/relationships/customXml" Target="../ink/ink187.xml"/><Relationship Id="rId35" Type="http://schemas.openxmlformats.org/officeDocument/2006/relationships/image" Target="../media/image222.png"/><Relationship Id="rId43" Type="http://schemas.openxmlformats.org/officeDocument/2006/relationships/image" Target="../media/image226.png"/><Relationship Id="rId48" Type="http://schemas.openxmlformats.org/officeDocument/2006/relationships/customXml" Target="../ink/ink196.xml"/><Relationship Id="rId56" Type="http://schemas.openxmlformats.org/officeDocument/2006/relationships/customXml" Target="../ink/ink200.xml"/><Relationship Id="rId64" Type="http://schemas.openxmlformats.org/officeDocument/2006/relationships/customXml" Target="../ink/ink204.xml"/><Relationship Id="rId69" Type="http://schemas.openxmlformats.org/officeDocument/2006/relationships/image" Target="../media/image239.png"/><Relationship Id="rId77" Type="http://schemas.openxmlformats.org/officeDocument/2006/relationships/image" Target="../media/image243.png"/><Relationship Id="rId8" Type="http://schemas.openxmlformats.org/officeDocument/2006/relationships/customXml" Target="../ink/ink176.xml"/><Relationship Id="rId51" Type="http://schemas.openxmlformats.org/officeDocument/2006/relationships/image" Target="../media/image230.png"/><Relationship Id="rId72" Type="http://schemas.openxmlformats.org/officeDocument/2006/relationships/customXml" Target="../ink/ink208.xml"/><Relationship Id="rId80" Type="http://schemas.openxmlformats.org/officeDocument/2006/relationships/customXml" Target="../ink/ink212.xml"/><Relationship Id="rId85" Type="http://schemas.openxmlformats.org/officeDocument/2006/relationships/image" Target="../media/image247.png"/><Relationship Id="rId3" Type="http://schemas.openxmlformats.org/officeDocument/2006/relationships/image" Target="../media/image206.png"/><Relationship Id="rId12" Type="http://schemas.openxmlformats.org/officeDocument/2006/relationships/customXml" Target="../ink/ink178.xml"/><Relationship Id="rId17" Type="http://schemas.openxmlformats.org/officeDocument/2006/relationships/image" Target="../media/image213.png"/><Relationship Id="rId25" Type="http://schemas.openxmlformats.org/officeDocument/2006/relationships/image" Target="../media/image217.png"/><Relationship Id="rId33" Type="http://schemas.openxmlformats.org/officeDocument/2006/relationships/image" Target="../media/image221.png"/><Relationship Id="rId38" Type="http://schemas.openxmlformats.org/officeDocument/2006/relationships/customXml" Target="../ink/ink191.xml"/><Relationship Id="rId46" Type="http://schemas.openxmlformats.org/officeDocument/2006/relationships/customXml" Target="../ink/ink195.xml"/><Relationship Id="rId59" Type="http://schemas.openxmlformats.org/officeDocument/2006/relationships/image" Target="../media/image234.png"/><Relationship Id="rId67" Type="http://schemas.openxmlformats.org/officeDocument/2006/relationships/image" Target="../media/image238.png"/><Relationship Id="rId20" Type="http://schemas.openxmlformats.org/officeDocument/2006/relationships/customXml" Target="../ink/ink182.xml"/><Relationship Id="rId41" Type="http://schemas.openxmlformats.org/officeDocument/2006/relationships/image" Target="../media/image225.png"/><Relationship Id="rId54" Type="http://schemas.openxmlformats.org/officeDocument/2006/relationships/customXml" Target="../ink/ink199.xml"/><Relationship Id="rId62" Type="http://schemas.openxmlformats.org/officeDocument/2006/relationships/customXml" Target="../ink/ink203.xml"/><Relationship Id="rId70" Type="http://schemas.openxmlformats.org/officeDocument/2006/relationships/customXml" Target="../ink/ink207.xml"/><Relationship Id="rId75" Type="http://schemas.openxmlformats.org/officeDocument/2006/relationships/image" Target="../media/image242.png"/><Relationship Id="rId83" Type="http://schemas.openxmlformats.org/officeDocument/2006/relationships/image" Target="../media/image246.png"/><Relationship Id="rId1" Type="http://schemas.openxmlformats.org/officeDocument/2006/relationships/slideLayout" Target="../slideLayouts/slideLayout5.xml"/><Relationship Id="rId6" Type="http://schemas.openxmlformats.org/officeDocument/2006/relationships/customXml" Target="../ink/ink175.xml"/><Relationship Id="rId15" Type="http://schemas.openxmlformats.org/officeDocument/2006/relationships/image" Target="../media/image212.png"/><Relationship Id="rId23" Type="http://schemas.openxmlformats.org/officeDocument/2006/relationships/image" Target="../media/image216.png"/><Relationship Id="rId28" Type="http://schemas.openxmlformats.org/officeDocument/2006/relationships/customXml" Target="../ink/ink186.xml"/><Relationship Id="rId36" Type="http://schemas.openxmlformats.org/officeDocument/2006/relationships/customXml" Target="../ink/ink190.xml"/><Relationship Id="rId49" Type="http://schemas.openxmlformats.org/officeDocument/2006/relationships/image" Target="../media/image229.png"/><Relationship Id="rId57" Type="http://schemas.openxmlformats.org/officeDocument/2006/relationships/image" Target="../media/image233.png"/><Relationship Id="rId10" Type="http://schemas.openxmlformats.org/officeDocument/2006/relationships/customXml" Target="../ink/ink177.xml"/><Relationship Id="rId31" Type="http://schemas.openxmlformats.org/officeDocument/2006/relationships/image" Target="../media/image220.png"/><Relationship Id="rId44" Type="http://schemas.openxmlformats.org/officeDocument/2006/relationships/customXml" Target="../ink/ink194.xml"/><Relationship Id="rId52" Type="http://schemas.openxmlformats.org/officeDocument/2006/relationships/customXml" Target="../ink/ink198.xml"/><Relationship Id="rId60" Type="http://schemas.openxmlformats.org/officeDocument/2006/relationships/customXml" Target="../ink/ink202.xml"/><Relationship Id="rId65" Type="http://schemas.openxmlformats.org/officeDocument/2006/relationships/image" Target="../media/image237.png"/><Relationship Id="rId73" Type="http://schemas.openxmlformats.org/officeDocument/2006/relationships/image" Target="../media/image241.png"/><Relationship Id="rId78" Type="http://schemas.openxmlformats.org/officeDocument/2006/relationships/customXml" Target="../ink/ink211.xml"/><Relationship Id="rId81" Type="http://schemas.openxmlformats.org/officeDocument/2006/relationships/image" Target="../media/image245.png"/><Relationship Id="rId4" Type="http://schemas.openxmlformats.org/officeDocument/2006/relationships/customXml" Target="../ink/ink174.xml"/><Relationship Id="rId9" Type="http://schemas.openxmlformats.org/officeDocument/2006/relationships/image" Target="../media/image209.png"/><Relationship Id="rId13" Type="http://schemas.openxmlformats.org/officeDocument/2006/relationships/image" Target="../media/image211.png"/><Relationship Id="rId18" Type="http://schemas.openxmlformats.org/officeDocument/2006/relationships/customXml" Target="../ink/ink181.xml"/><Relationship Id="rId39" Type="http://schemas.openxmlformats.org/officeDocument/2006/relationships/image" Target="../media/image224.png"/><Relationship Id="rId34" Type="http://schemas.openxmlformats.org/officeDocument/2006/relationships/customXml" Target="../ink/ink189.xml"/><Relationship Id="rId50" Type="http://schemas.openxmlformats.org/officeDocument/2006/relationships/customXml" Target="../ink/ink197.xml"/><Relationship Id="rId55" Type="http://schemas.openxmlformats.org/officeDocument/2006/relationships/image" Target="../media/image232.png"/><Relationship Id="rId76" Type="http://schemas.openxmlformats.org/officeDocument/2006/relationships/customXml" Target="../ink/ink210.xml"/><Relationship Id="rId7" Type="http://schemas.openxmlformats.org/officeDocument/2006/relationships/image" Target="../media/image208.png"/><Relationship Id="rId71" Type="http://schemas.openxmlformats.org/officeDocument/2006/relationships/image" Target="../media/image240.png"/><Relationship Id="rId2" Type="http://schemas.openxmlformats.org/officeDocument/2006/relationships/customXml" Target="../ink/ink173.xml"/><Relationship Id="rId29" Type="http://schemas.openxmlformats.org/officeDocument/2006/relationships/image" Target="../media/image219.png"/><Relationship Id="rId24" Type="http://schemas.openxmlformats.org/officeDocument/2006/relationships/customXml" Target="../ink/ink184.xml"/><Relationship Id="rId40" Type="http://schemas.openxmlformats.org/officeDocument/2006/relationships/customXml" Target="../ink/ink192.xml"/><Relationship Id="rId45" Type="http://schemas.openxmlformats.org/officeDocument/2006/relationships/image" Target="../media/image227.png"/><Relationship Id="rId66" Type="http://schemas.openxmlformats.org/officeDocument/2006/relationships/customXml" Target="../ink/ink205.xml"/><Relationship Id="rId61" Type="http://schemas.openxmlformats.org/officeDocument/2006/relationships/image" Target="../media/image235.png"/><Relationship Id="rId82" Type="http://schemas.openxmlformats.org/officeDocument/2006/relationships/customXml" Target="../ink/ink213.xml"/></Relationships>
</file>

<file path=ppt/slides/_rels/slide24.xml.rels><?xml version="1.0" encoding="UTF-8" standalone="yes"?>
<Relationships xmlns="http://schemas.openxmlformats.org/package/2006/relationships"><Relationship Id="rId8" Type="http://schemas.openxmlformats.org/officeDocument/2006/relationships/image" Target="../media/image250.png"/><Relationship Id="rId13" Type="http://schemas.openxmlformats.org/officeDocument/2006/relationships/customXml" Target="../ink/ink220.xml"/><Relationship Id="rId18" Type="http://schemas.openxmlformats.org/officeDocument/2006/relationships/image" Target="../media/image255.png"/><Relationship Id="rId3" Type="http://schemas.openxmlformats.org/officeDocument/2006/relationships/customXml" Target="../ink/ink215.xml"/><Relationship Id="rId7" Type="http://schemas.openxmlformats.org/officeDocument/2006/relationships/customXml" Target="../ink/ink217.xml"/><Relationship Id="rId12" Type="http://schemas.openxmlformats.org/officeDocument/2006/relationships/image" Target="../media/image252.png"/><Relationship Id="rId17" Type="http://schemas.openxmlformats.org/officeDocument/2006/relationships/customXml" Target="../ink/ink222.xml"/><Relationship Id="rId2" Type="http://schemas.openxmlformats.org/officeDocument/2006/relationships/notesSlide" Target="../notesSlides/notesSlide9.xml"/><Relationship Id="rId16" Type="http://schemas.openxmlformats.org/officeDocument/2006/relationships/image" Target="../media/image254.png"/><Relationship Id="rId20" Type="http://schemas.openxmlformats.org/officeDocument/2006/relationships/image" Target="../media/image256.png"/><Relationship Id="rId1" Type="http://schemas.openxmlformats.org/officeDocument/2006/relationships/slideLayout" Target="../slideLayouts/slideLayout5.xml"/><Relationship Id="rId6" Type="http://schemas.openxmlformats.org/officeDocument/2006/relationships/image" Target="../media/image249.png"/><Relationship Id="rId11" Type="http://schemas.openxmlformats.org/officeDocument/2006/relationships/customXml" Target="../ink/ink219.xml"/><Relationship Id="rId5" Type="http://schemas.openxmlformats.org/officeDocument/2006/relationships/customXml" Target="../ink/ink216.xml"/><Relationship Id="rId15" Type="http://schemas.openxmlformats.org/officeDocument/2006/relationships/customXml" Target="../ink/ink221.xml"/><Relationship Id="rId10" Type="http://schemas.openxmlformats.org/officeDocument/2006/relationships/image" Target="../media/image251.png"/><Relationship Id="rId19" Type="http://schemas.openxmlformats.org/officeDocument/2006/relationships/customXml" Target="../ink/ink223.xml"/><Relationship Id="rId4" Type="http://schemas.openxmlformats.org/officeDocument/2006/relationships/image" Target="../media/image248.png"/><Relationship Id="rId9" Type="http://schemas.openxmlformats.org/officeDocument/2006/relationships/customXml" Target="../ink/ink218.xml"/><Relationship Id="rId14" Type="http://schemas.openxmlformats.org/officeDocument/2006/relationships/image" Target="../media/image25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3" Type="http://schemas.openxmlformats.org/officeDocument/2006/relationships/image" Target="../media/image257.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6" Type="http://schemas.openxmlformats.org/officeDocument/2006/relationships/customXml" Target="../ink/ink235.xml"/><Relationship Id="rId21" Type="http://schemas.openxmlformats.org/officeDocument/2006/relationships/image" Target="../media/image267.png"/><Relationship Id="rId42" Type="http://schemas.openxmlformats.org/officeDocument/2006/relationships/customXml" Target="../ink/ink243.xml"/><Relationship Id="rId47" Type="http://schemas.openxmlformats.org/officeDocument/2006/relationships/image" Target="../media/image280.png"/><Relationship Id="rId63" Type="http://schemas.openxmlformats.org/officeDocument/2006/relationships/image" Target="../media/image288.png"/><Relationship Id="rId68" Type="http://schemas.openxmlformats.org/officeDocument/2006/relationships/customXml" Target="../ink/ink256.xml"/><Relationship Id="rId84" Type="http://schemas.openxmlformats.org/officeDocument/2006/relationships/customXml" Target="../ink/ink264.xml"/><Relationship Id="rId89" Type="http://schemas.openxmlformats.org/officeDocument/2006/relationships/image" Target="../media/image301.png"/><Relationship Id="rId16" Type="http://schemas.openxmlformats.org/officeDocument/2006/relationships/customXml" Target="../ink/ink230.xml"/><Relationship Id="rId11" Type="http://schemas.openxmlformats.org/officeDocument/2006/relationships/image" Target="../media/image262.png"/><Relationship Id="rId32" Type="http://schemas.openxmlformats.org/officeDocument/2006/relationships/customXml" Target="../ink/ink238.xml"/><Relationship Id="rId37" Type="http://schemas.openxmlformats.org/officeDocument/2006/relationships/image" Target="../media/image275.png"/><Relationship Id="rId53" Type="http://schemas.openxmlformats.org/officeDocument/2006/relationships/image" Target="../media/image283.png"/><Relationship Id="rId58" Type="http://schemas.openxmlformats.org/officeDocument/2006/relationships/customXml" Target="../ink/ink251.xml"/><Relationship Id="rId74" Type="http://schemas.openxmlformats.org/officeDocument/2006/relationships/customXml" Target="../ink/ink259.xml"/><Relationship Id="rId79" Type="http://schemas.openxmlformats.org/officeDocument/2006/relationships/image" Target="../media/image296.png"/><Relationship Id="rId102" Type="http://schemas.openxmlformats.org/officeDocument/2006/relationships/customXml" Target="../ink/ink273.xml"/><Relationship Id="rId5" Type="http://schemas.openxmlformats.org/officeDocument/2006/relationships/image" Target="../media/image259.png"/><Relationship Id="rId90" Type="http://schemas.openxmlformats.org/officeDocument/2006/relationships/customXml" Target="../ink/ink267.xml"/><Relationship Id="rId95" Type="http://schemas.openxmlformats.org/officeDocument/2006/relationships/image" Target="../media/image304.png"/><Relationship Id="rId22" Type="http://schemas.openxmlformats.org/officeDocument/2006/relationships/customXml" Target="../ink/ink233.xml"/><Relationship Id="rId27" Type="http://schemas.openxmlformats.org/officeDocument/2006/relationships/image" Target="../media/image270.png"/><Relationship Id="rId43" Type="http://schemas.openxmlformats.org/officeDocument/2006/relationships/image" Target="../media/image278.png"/><Relationship Id="rId48" Type="http://schemas.openxmlformats.org/officeDocument/2006/relationships/customXml" Target="../ink/ink246.xml"/><Relationship Id="rId64" Type="http://schemas.openxmlformats.org/officeDocument/2006/relationships/customXml" Target="../ink/ink254.xml"/><Relationship Id="rId69" Type="http://schemas.openxmlformats.org/officeDocument/2006/relationships/image" Target="../media/image291.png"/><Relationship Id="rId80" Type="http://schemas.openxmlformats.org/officeDocument/2006/relationships/customXml" Target="../ink/ink262.xml"/><Relationship Id="rId85" Type="http://schemas.openxmlformats.org/officeDocument/2006/relationships/image" Target="../media/image299.png"/><Relationship Id="rId12" Type="http://schemas.openxmlformats.org/officeDocument/2006/relationships/customXml" Target="../ink/ink228.xml"/><Relationship Id="rId17" Type="http://schemas.openxmlformats.org/officeDocument/2006/relationships/image" Target="../media/image265.png"/><Relationship Id="rId33" Type="http://schemas.openxmlformats.org/officeDocument/2006/relationships/image" Target="../media/image273.png"/><Relationship Id="rId38" Type="http://schemas.openxmlformats.org/officeDocument/2006/relationships/customXml" Target="../ink/ink241.xml"/><Relationship Id="rId59" Type="http://schemas.openxmlformats.org/officeDocument/2006/relationships/image" Target="../media/image286.png"/><Relationship Id="rId103" Type="http://schemas.openxmlformats.org/officeDocument/2006/relationships/image" Target="../media/image308.png"/><Relationship Id="rId20" Type="http://schemas.openxmlformats.org/officeDocument/2006/relationships/customXml" Target="../ink/ink232.xml"/><Relationship Id="rId41" Type="http://schemas.openxmlformats.org/officeDocument/2006/relationships/image" Target="../media/image277.png"/><Relationship Id="rId54" Type="http://schemas.openxmlformats.org/officeDocument/2006/relationships/customXml" Target="../ink/ink249.xml"/><Relationship Id="rId62" Type="http://schemas.openxmlformats.org/officeDocument/2006/relationships/customXml" Target="../ink/ink253.xml"/><Relationship Id="rId70" Type="http://schemas.openxmlformats.org/officeDocument/2006/relationships/customXml" Target="../ink/ink257.xml"/><Relationship Id="rId75" Type="http://schemas.openxmlformats.org/officeDocument/2006/relationships/image" Target="../media/image294.png"/><Relationship Id="rId83" Type="http://schemas.openxmlformats.org/officeDocument/2006/relationships/image" Target="../media/image298.png"/><Relationship Id="rId88" Type="http://schemas.openxmlformats.org/officeDocument/2006/relationships/customXml" Target="../ink/ink266.xml"/><Relationship Id="rId91" Type="http://schemas.openxmlformats.org/officeDocument/2006/relationships/image" Target="../media/image302.png"/><Relationship Id="rId96" Type="http://schemas.openxmlformats.org/officeDocument/2006/relationships/customXml" Target="../ink/ink270.xml"/><Relationship Id="rId1" Type="http://schemas.openxmlformats.org/officeDocument/2006/relationships/slideLayout" Target="../slideLayouts/slideLayout24.xml"/><Relationship Id="rId6" Type="http://schemas.openxmlformats.org/officeDocument/2006/relationships/customXml" Target="../ink/ink225.xml"/><Relationship Id="rId15" Type="http://schemas.openxmlformats.org/officeDocument/2006/relationships/image" Target="../media/image264.png"/><Relationship Id="rId23" Type="http://schemas.openxmlformats.org/officeDocument/2006/relationships/image" Target="../media/image268.png"/><Relationship Id="rId28" Type="http://schemas.openxmlformats.org/officeDocument/2006/relationships/customXml" Target="../ink/ink236.xml"/><Relationship Id="rId36" Type="http://schemas.openxmlformats.org/officeDocument/2006/relationships/customXml" Target="../ink/ink240.xml"/><Relationship Id="rId49" Type="http://schemas.openxmlformats.org/officeDocument/2006/relationships/image" Target="../media/image281.png"/><Relationship Id="rId57" Type="http://schemas.openxmlformats.org/officeDocument/2006/relationships/image" Target="../media/image285.png"/><Relationship Id="rId10" Type="http://schemas.openxmlformats.org/officeDocument/2006/relationships/customXml" Target="../ink/ink227.xml"/><Relationship Id="rId31" Type="http://schemas.openxmlformats.org/officeDocument/2006/relationships/image" Target="../media/image272.png"/><Relationship Id="rId44" Type="http://schemas.openxmlformats.org/officeDocument/2006/relationships/customXml" Target="../ink/ink244.xml"/><Relationship Id="rId52" Type="http://schemas.openxmlformats.org/officeDocument/2006/relationships/customXml" Target="../ink/ink248.xml"/><Relationship Id="rId60" Type="http://schemas.openxmlformats.org/officeDocument/2006/relationships/customXml" Target="../ink/ink252.xml"/><Relationship Id="rId65" Type="http://schemas.openxmlformats.org/officeDocument/2006/relationships/image" Target="../media/image289.png"/><Relationship Id="rId73" Type="http://schemas.openxmlformats.org/officeDocument/2006/relationships/image" Target="../media/image293.png"/><Relationship Id="rId78" Type="http://schemas.openxmlformats.org/officeDocument/2006/relationships/customXml" Target="../ink/ink261.xml"/><Relationship Id="rId81" Type="http://schemas.openxmlformats.org/officeDocument/2006/relationships/image" Target="../media/image297.png"/><Relationship Id="rId86" Type="http://schemas.openxmlformats.org/officeDocument/2006/relationships/customXml" Target="../ink/ink265.xml"/><Relationship Id="rId94" Type="http://schemas.openxmlformats.org/officeDocument/2006/relationships/customXml" Target="../ink/ink269.xml"/><Relationship Id="rId99" Type="http://schemas.openxmlformats.org/officeDocument/2006/relationships/image" Target="../media/image306.png"/><Relationship Id="rId101" Type="http://schemas.openxmlformats.org/officeDocument/2006/relationships/image" Target="../media/image307.png"/><Relationship Id="rId4" Type="http://schemas.openxmlformats.org/officeDocument/2006/relationships/customXml" Target="../ink/ink224.xml"/><Relationship Id="rId9" Type="http://schemas.openxmlformats.org/officeDocument/2006/relationships/image" Target="../media/image261.png"/><Relationship Id="rId13" Type="http://schemas.openxmlformats.org/officeDocument/2006/relationships/image" Target="../media/image263.png"/><Relationship Id="rId18" Type="http://schemas.openxmlformats.org/officeDocument/2006/relationships/customXml" Target="../ink/ink231.xml"/><Relationship Id="rId39" Type="http://schemas.openxmlformats.org/officeDocument/2006/relationships/image" Target="../media/image276.png"/><Relationship Id="rId34" Type="http://schemas.openxmlformats.org/officeDocument/2006/relationships/customXml" Target="../ink/ink239.xml"/><Relationship Id="rId50" Type="http://schemas.openxmlformats.org/officeDocument/2006/relationships/customXml" Target="../ink/ink247.xml"/><Relationship Id="rId55" Type="http://schemas.openxmlformats.org/officeDocument/2006/relationships/image" Target="../media/image284.png"/><Relationship Id="rId76" Type="http://schemas.openxmlformats.org/officeDocument/2006/relationships/customXml" Target="../ink/ink260.xml"/><Relationship Id="rId97" Type="http://schemas.openxmlformats.org/officeDocument/2006/relationships/image" Target="../media/image305.png"/><Relationship Id="rId104" Type="http://schemas.openxmlformats.org/officeDocument/2006/relationships/customXml" Target="../ink/ink274.xml"/><Relationship Id="rId7" Type="http://schemas.openxmlformats.org/officeDocument/2006/relationships/image" Target="../media/image260.png"/><Relationship Id="rId71" Type="http://schemas.openxmlformats.org/officeDocument/2006/relationships/image" Target="../media/image292.png"/><Relationship Id="rId92" Type="http://schemas.openxmlformats.org/officeDocument/2006/relationships/customXml" Target="../ink/ink268.xml"/><Relationship Id="rId2" Type="http://schemas.openxmlformats.org/officeDocument/2006/relationships/notesSlide" Target="../notesSlides/notesSlide12.xml"/><Relationship Id="rId29" Type="http://schemas.openxmlformats.org/officeDocument/2006/relationships/image" Target="../media/image271.png"/><Relationship Id="rId24" Type="http://schemas.openxmlformats.org/officeDocument/2006/relationships/customXml" Target="../ink/ink234.xml"/><Relationship Id="rId40" Type="http://schemas.openxmlformats.org/officeDocument/2006/relationships/customXml" Target="../ink/ink242.xml"/><Relationship Id="rId45" Type="http://schemas.openxmlformats.org/officeDocument/2006/relationships/image" Target="../media/image279.png"/><Relationship Id="rId66" Type="http://schemas.openxmlformats.org/officeDocument/2006/relationships/customXml" Target="../ink/ink255.xml"/><Relationship Id="rId87" Type="http://schemas.openxmlformats.org/officeDocument/2006/relationships/image" Target="../media/image300.png"/><Relationship Id="rId61" Type="http://schemas.openxmlformats.org/officeDocument/2006/relationships/image" Target="../media/image287.png"/><Relationship Id="rId82" Type="http://schemas.openxmlformats.org/officeDocument/2006/relationships/customXml" Target="../ink/ink263.xml"/><Relationship Id="rId19" Type="http://schemas.openxmlformats.org/officeDocument/2006/relationships/image" Target="../media/image266.png"/><Relationship Id="rId14" Type="http://schemas.openxmlformats.org/officeDocument/2006/relationships/customXml" Target="../ink/ink229.xml"/><Relationship Id="rId30" Type="http://schemas.openxmlformats.org/officeDocument/2006/relationships/customXml" Target="../ink/ink237.xml"/><Relationship Id="rId35" Type="http://schemas.openxmlformats.org/officeDocument/2006/relationships/image" Target="../media/image274.png"/><Relationship Id="rId56" Type="http://schemas.openxmlformats.org/officeDocument/2006/relationships/customXml" Target="../ink/ink250.xml"/><Relationship Id="rId77" Type="http://schemas.openxmlformats.org/officeDocument/2006/relationships/image" Target="../media/image295.png"/><Relationship Id="rId100" Type="http://schemas.openxmlformats.org/officeDocument/2006/relationships/customXml" Target="../ink/ink272.xml"/><Relationship Id="rId105" Type="http://schemas.openxmlformats.org/officeDocument/2006/relationships/image" Target="../media/image309.png"/><Relationship Id="rId8" Type="http://schemas.openxmlformats.org/officeDocument/2006/relationships/customXml" Target="../ink/ink226.xml"/><Relationship Id="rId51" Type="http://schemas.openxmlformats.org/officeDocument/2006/relationships/image" Target="../media/image282.png"/><Relationship Id="rId72" Type="http://schemas.openxmlformats.org/officeDocument/2006/relationships/customXml" Target="../ink/ink258.xml"/><Relationship Id="rId93" Type="http://schemas.openxmlformats.org/officeDocument/2006/relationships/image" Target="../media/image303.png"/><Relationship Id="rId98" Type="http://schemas.openxmlformats.org/officeDocument/2006/relationships/customXml" Target="../ink/ink271.xml"/><Relationship Id="rId3" Type="http://schemas.openxmlformats.org/officeDocument/2006/relationships/image" Target="../media/image258.wmf"/><Relationship Id="rId25" Type="http://schemas.openxmlformats.org/officeDocument/2006/relationships/image" Target="../media/image269.png"/><Relationship Id="rId46" Type="http://schemas.openxmlformats.org/officeDocument/2006/relationships/customXml" Target="../ink/ink245.xml"/><Relationship Id="rId67" Type="http://schemas.openxmlformats.org/officeDocument/2006/relationships/image" Target="../media/image290.png"/></Relationships>
</file>

<file path=ppt/slides/_rels/slide29.xml.rels><?xml version="1.0" encoding="UTF-8" standalone="yes"?>
<Relationships xmlns="http://schemas.openxmlformats.org/package/2006/relationships"><Relationship Id="rId13" Type="http://schemas.openxmlformats.org/officeDocument/2006/relationships/customXml" Target="../ink/ink280.xml"/><Relationship Id="rId18" Type="http://schemas.openxmlformats.org/officeDocument/2006/relationships/image" Target="../media/image317.png"/><Relationship Id="rId26" Type="http://schemas.openxmlformats.org/officeDocument/2006/relationships/image" Target="../media/image321.png"/><Relationship Id="rId39" Type="http://schemas.openxmlformats.org/officeDocument/2006/relationships/customXml" Target="../ink/ink293.xml"/><Relationship Id="rId21" Type="http://schemas.openxmlformats.org/officeDocument/2006/relationships/customXml" Target="../ink/ink284.xml"/><Relationship Id="rId34" Type="http://schemas.openxmlformats.org/officeDocument/2006/relationships/image" Target="../media/image325.png"/><Relationship Id="rId42" Type="http://schemas.openxmlformats.org/officeDocument/2006/relationships/image" Target="../media/image329.png"/><Relationship Id="rId47" Type="http://schemas.openxmlformats.org/officeDocument/2006/relationships/customXml" Target="../ink/ink297.xml"/><Relationship Id="rId50" Type="http://schemas.openxmlformats.org/officeDocument/2006/relationships/image" Target="../media/image333.png"/><Relationship Id="rId7" Type="http://schemas.openxmlformats.org/officeDocument/2006/relationships/customXml" Target="../ink/ink277.xml"/><Relationship Id="rId2" Type="http://schemas.openxmlformats.org/officeDocument/2006/relationships/notesSlide" Target="../notesSlides/notesSlide13.xml"/><Relationship Id="rId16" Type="http://schemas.openxmlformats.org/officeDocument/2006/relationships/image" Target="../media/image316.png"/><Relationship Id="rId29" Type="http://schemas.openxmlformats.org/officeDocument/2006/relationships/customXml" Target="../ink/ink288.xml"/><Relationship Id="rId11" Type="http://schemas.openxmlformats.org/officeDocument/2006/relationships/customXml" Target="../ink/ink279.xml"/><Relationship Id="rId24" Type="http://schemas.openxmlformats.org/officeDocument/2006/relationships/image" Target="../media/image320.png"/><Relationship Id="rId32" Type="http://schemas.openxmlformats.org/officeDocument/2006/relationships/image" Target="../media/image324.png"/><Relationship Id="rId37" Type="http://schemas.openxmlformats.org/officeDocument/2006/relationships/customXml" Target="../ink/ink292.xml"/><Relationship Id="rId40" Type="http://schemas.openxmlformats.org/officeDocument/2006/relationships/image" Target="../media/image328.png"/><Relationship Id="rId45" Type="http://schemas.openxmlformats.org/officeDocument/2006/relationships/customXml" Target="../ink/ink296.xml"/><Relationship Id="rId53" Type="http://schemas.openxmlformats.org/officeDocument/2006/relationships/customXml" Target="../ink/ink300.xml"/><Relationship Id="rId5" Type="http://schemas.openxmlformats.org/officeDocument/2006/relationships/customXml" Target="../ink/ink276.xml"/><Relationship Id="rId10" Type="http://schemas.openxmlformats.org/officeDocument/2006/relationships/image" Target="../media/image313.png"/><Relationship Id="rId19" Type="http://schemas.openxmlformats.org/officeDocument/2006/relationships/customXml" Target="../ink/ink283.xml"/><Relationship Id="rId31" Type="http://schemas.openxmlformats.org/officeDocument/2006/relationships/customXml" Target="../ink/ink289.xml"/><Relationship Id="rId44" Type="http://schemas.openxmlformats.org/officeDocument/2006/relationships/image" Target="../media/image330.png"/><Relationship Id="rId52" Type="http://schemas.openxmlformats.org/officeDocument/2006/relationships/image" Target="../media/image334.png"/><Relationship Id="rId4" Type="http://schemas.openxmlformats.org/officeDocument/2006/relationships/image" Target="../media/image310.png"/><Relationship Id="rId9" Type="http://schemas.openxmlformats.org/officeDocument/2006/relationships/customXml" Target="../ink/ink278.xml"/><Relationship Id="rId14" Type="http://schemas.openxmlformats.org/officeDocument/2006/relationships/image" Target="../media/image315.png"/><Relationship Id="rId22" Type="http://schemas.openxmlformats.org/officeDocument/2006/relationships/image" Target="../media/image319.png"/><Relationship Id="rId27" Type="http://schemas.openxmlformats.org/officeDocument/2006/relationships/customXml" Target="../ink/ink287.xml"/><Relationship Id="rId30" Type="http://schemas.openxmlformats.org/officeDocument/2006/relationships/image" Target="../media/image323.png"/><Relationship Id="rId35" Type="http://schemas.openxmlformats.org/officeDocument/2006/relationships/customXml" Target="../ink/ink291.xml"/><Relationship Id="rId43" Type="http://schemas.openxmlformats.org/officeDocument/2006/relationships/customXml" Target="../ink/ink295.xml"/><Relationship Id="rId48" Type="http://schemas.openxmlformats.org/officeDocument/2006/relationships/image" Target="../media/image332.png"/><Relationship Id="rId8" Type="http://schemas.openxmlformats.org/officeDocument/2006/relationships/image" Target="../media/image312.png"/><Relationship Id="rId51" Type="http://schemas.openxmlformats.org/officeDocument/2006/relationships/customXml" Target="../ink/ink299.xml"/><Relationship Id="rId3" Type="http://schemas.openxmlformats.org/officeDocument/2006/relationships/customXml" Target="../ink/ink275.xml"/><Relationship Id="rId12" Type="http://schemas.openxmlformats.org/officeDocument/2006/relationships/image" Target="../media/image314.png"/><Relationship Id="rId17" Type="http://schemas.openxmlformats.org/officeDocument/2006/relationships/customXml" Target="../ink/ink282.xml"/><Relationship Id="rId25" Type="http://schemas.openxmlformats.org/officeDocument/2006/relationships/customXml" Target="../ink/ink286.xml"/><Relationship Id="rId33" Type="http://schemas.openxmlformats.org/officeDocument/2006/relationships/customXml" Target="../ink/ink290.xml"/><Relationship Id="rId38" Type="http://schemas.openxmlformats.org/officeDocument/2006/relationships/image" Target="../media/image327.png"/><Relationship Id="rId46" Type="http://schemas.openxmlformats.org/officeDocument/2006/relationships/image" Target="../media/image331.png"/><Relationship Id="rId20" Type="http://schemas.openxmlformats.org/officeDocument/2006/relationships/image" Target="../media/image318.png"/><Relationship Id="rId41" Type="http://schemas.openxmlformats.org/officeDocument/2006/relationships/customXml" Target="../ink/ink294.xml"/><Relationship Id="rId54" Type="http://schemas.openxmlformats.org/officeDocument/2006/relationships/image" Target="../media/image335.png"/><Relationship Id="rId1" Type="http://schemas.openxmlformats.org/officeDocument/2006/relationships/slideLayout" Target="../slideLayouts/slideLayout5.xml"/><Relationship Id="rId6" Type="http://schemas.openxmlformats.org/officeDocument/2006/relationships/image" Target="../media/image311.png"/><Relationship Id="rId15" Type="http://schemas.openxmlformats.org/officeDocument/2006/relationships/customXml" Target="../ink/ink281.xml"/><Relationship Id="rId23" Type="http://schemas.openxmlformats.org/officeDocument/2006/relationships/customXml" Target="../ink/ink285.xml"/><Relationship Id="rId28" Type="http://schemas.openxmlformats.org/officeDocument/2006/relationships/image" Target="../media/image322.png"/><Relationship Id="rId36" Type="http://schemas.openxmlformats.org/officeDocument/2006/relationships/image" Target="../media/image326.png"/><Relationship Id="rId49" Type="http://schemas.openxmlformats.org/officeDocument/2006/relationships/customXml" Target="../ink/ink298.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18CE5AD-DE2D-8342-8E6F-7ACE9AEC81A8}"/>
              </a:ext>
            </a:extLst>
          </p:cNvPr>
          <p:cNvSpPr>
            <a:spLocks noGrp="1"/>
          </p:cNvSpPr>
          <p:nvPr>
            <p:ph type="body" idx="10"/>
          </p:nvPr>
        </p:nvSpPr>
        <p:spPr/>
        <p:txBody>
          <a:bodyPr/>
          <a:lstStyle/>
          <a:p>
            <a:r>
              <a:rPr lang="en-US" dirty="0"/>
              <a:t>Security Basics</a:t>
            </a:r>
          </a:p>
        </p:txBody>
      </p:sp>
    </p:spTree>
    <p:extLst>
      <p:ext uri="{BB962C8B-B14F-4D97-AF65-F5344CB8AC3E}">
        <p14:creationId xmlns:p14="http://schemas.microsoft.com/office/powerpoint/2010/main" val="2139250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3349" y="310719"/>
            <a:ext cx="10840451" cy="584828"/>
          </a:xfrm>
        </p:spPr>
        <p:txBody>
          <a:bodyPr anchor="ctr">
            <a:normAutofit/>
          </a:bodyPr>
          <a:lstStyle/>
          <a:p>
            <a:r>
              <a:rPr lang="en-US" dirty="0"/>
              <a:t>Overview</a:t>
            </a:r>
            <a:endParaRPr lang="en-SG" dirty="0"/>
          </a:p>
        </p:txBody>
      </p:sp>
      <p:graphicFrame>
        <p:nvGraphicFramePr>
          <p:cNvPr id="10" name="Content Placeholder 3">
            <a:extLst>
              <a:ext uri="{FF2B5EF4-FFF2-40B4-BE49-F238E27FC236}">
                <a16:creationId xmlns:a16="http://schemas.microsoft.com/office/drawing/2014/main" id="{896EF339-C52B-4DB4-A88F-EB88F74F81DC}"/>
              </a:ext>
            </a:extLst>
          </p:cNvPr>
          <p:cNvGraphicFramePr>
            <a:graphicFrameLocks noGrp="1"/>
          </p:cNvGraphicFramePr>
          <p:nvPr>
            <p:ph idx="1"/>
            <p:extLst>
              <p:ext uri="{D42A27DB-BD31-4B8C-83A1-F6EECF244321}">
                <p14:modId xmlns:p14="http://schemas.microsoft.com/office/powerpoint/2010/main" val="254614316"/>
              </p:ext>
            </p:extLst>
          </p:nvPr>
        </p:nvGraphicFramePr>
        <p:xfrm>
          <a:off x="512763" y="1268413"/>
          <a:ext cx="10841037" cy="47228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02806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D93CC-FB8E-D74A-9553-836CED1DD4C8}"/>
              </a:ext>
            </a:extLst>
          </p:cNvPr>
          <p:cNvSpPr>
            <a:spLocks noGrp="1"/>
          </p:cNvSpPr>
          <p:nvPr>
            <p:ph type="title"/>
          </p:nvPr>
        </p:nvSpPr>
        <p:spPr/>
        <p:txBody>
          <a:bodyPr/>
          <a:lstStyle/>
          <a:p>
            <a:r>
              <a:rPr lang="en-US" dirty="0"/>
              <a:t>Cyber attacks are everywhere!</a:t>
            </a:r>
          </a:p>
        </p:txBody>
      </p:sp>
      <p:sp>
        <p:nvSpPr>
          <p:cNvPr id="10" name="Text Placeholder 9">
            <a:extLst>
              <a:ext uri="{FF2B5EF4-FFF2-40B4-BE49-F238E27FC236}">
                <a16:creationId xmlns:a16="http://schemas.microsoft.com/office/drawing/2014/main" id="{EE5A48B7-1DA3-7741-8B49-48AFF648CFDC}"/>
              </a:ext>
            </a:extLst>
          </p:cNvPr>
          <p:cNvSpPr>
            <a:spLocks noGrp="1"/>
          </p:cNvSpPr>
          <p:nvPr>
            <p:ph type="body" idx="11"/>
          </p:nvPr>
        </p:nvSpPr>
        <p:spPr/>
        <p:txBody>
          <a:bodyPr/>
          <a:lstStyle/>
          <a:p>
            <a:endParaRPr lang="en-US"/>
          </a:p>
        </p:txBody>
      </p:sp>
      <p:pic>
        <p:nvPicPr>
          <p:cNvPr id="7" name="Picture 7" descr="Text&#10;&#10;Description automatically generated">
            <a:extLst>
              <a:ext uri="{FF2B5EF4-FFF2-40B4-BE49-F238E27FC236}">
                <a16:creationId xmlns:a16="http://schemas.microsoft.com/office/drawing/2014/main" id="{2C92D910-8A30-42B8-8682-FB8BA75B6797}"/>
              </a:ext>
            </a:extLst>
          </p:cNvPr>
          <p:cNvPicPr>
            <a:picLocks noChangeAspect="1"/>
          </p:cNvPicPr>
          <p:nvPr/>
        </p:nvPicPr>
        <p:blipFill>
          <a:blip r:embed="rId2"/>
          <a:stretch>
            <a:fillRect/>
          </a:stretch>
        </p:blipFill>
        <p:spPr>
          <a:xfrm>
            <a:off x="8098119" y="3747301"/>
            <a:ext cx="3550922" cy="1984386"/>
          </a:xfrm>
          <a:prstGeom prst="rect">
            <a:avLst/>
          </a:prstGeom>
        </p:spPr>
      </p:pic>
      <p:pic>
        <p:nvPicPr>
          <p:cNvPr id="11" name="Picture 10" descr="A screenshot of a computer&#10;&#10;Description automatically generated">
            <a:extLst>
              <a:ext uri="{FF2B5EF4-FFF2-40B4-BE49-F238E27FC236}">
                <a16:creationId xmlns:a16="http://schemas.microsoft.com/office/drawing/2014/main" id="{F29734C3-A7D7-54FA-90D5-9D53858062D8}"/>
              </a:ext>
            </a:extLst>
          </p:cNvPr>
          <p:cNvPicPr>
            <a:picLocks noChangeAspect="1"/>
          </p:cNvPicPr>
          <p:nvPr/>
        </p:nvPicPr>
        <p:blipFill>
          <a:blip r:embed="rId3"/>
          <a:stretch>
            <a:fillRect/>
          </a:stretch>
        </p:blipFill>
        <p:spPr>
          <a:xfrm>
            <a:off x="7300661" y="123273"/>
            <a:ext cx="4466900" cy="3372510"/>
          </a:xfrm>
          <a:prstGeom prst="rect">
            <a:avLst/>
          </a:prstGeom>
        </p:spPr>
      </p:pic>
      <p:pic>
        <p:nvPicPr>
          <p:cNvPr id="14" name="Picture 13" descr="A screenshot of a computer screen&#10;&#10;Description automatically generated">
            <a:extLst>
              <a:ext uri="{FF2B5EF4-FFF2-40B4-BE49-F238E27FC236}">
                <a16:creationId xmlns:a16="http://schemas.microsoft.com/office/drawing/2014/main" id="{ED1F5523-0E82-DFCE-C985-F37970083BFC}"/>
              </a:ext>
            </a:extLst>
          </p:cNvPr>
          <p:cNvPicPr>
            <a:picLocks noChangeAspect="1"/>
          </p:cNvPicPr>
          <p:nvPr/>
        </p:nvPicPr>
        <p:blipFill rotWithShape="1">
          <a:blip r:embed="rId4"/>
          <a:srcRect/>
          <a:stretch/>
        </p:blipFill>
        <p:spPr>
          <a:xfrm>
            <a:off x="1482318" y="1174290"/>
            <a:ext cx="5416190" cy="4256981"/>
          </a:xfrm>
          <a:prstGeom prst="rect">
            <a:avLst/>
          </a:prstGeom>
        </p:spPr>
      </p:pic>
      <p:pic>
        <p:nvPicPr>
          <p:cNvPr id="17" name="Picture 16">
            <a:extLst>
              <a:ext uri="{FF2B5EF4-FFF2-40B4-BE49-F238E27FC236}">
                <a16:creationId xmlns:a16="http://schemas.microsoft.com/office/drawing/2014/main" id="{63380B46-AA38-5DC7-81B4-4944FC82C6B5}"/>
              </a:ext>
            </a:extLst>
          </p:cNvPr>
          <p:cNvPicPr>
            <a:picLocks noChangeAspect="1"/>
          </p:cNvPicPr>
          <p:nvPr/>
        </p:nvPicPr>
        <p:blipFill>
          <a:blip r:embed="rId5"/>
          <a:stretch>
            <a:fillRect/>
          </a:stretch>
        </p:blipFill>
        <p:spPr>
          <a:xfrm>
            <a:off x="0" y="5636950"/>
            <a:ext cx="7815413" cy="584827"/>
          </a:xfrm>
          <a:prstGeom prst="rect">
            <a:avLst/>
          </a:prstGeom>
        </p:spPr>
      </p:pic>
    </p:spTree>
    <p:extLst>
      <p:ext uri="{BB962C8B-B14F-4D97-AF65-F5344CB8AC3E}">
        <p14:creationId xmlns:p14="http://schemas.microsoft.com/office/powerpoint/2010/main" val="5702126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Are We Threatened?</a:t>
            </a:r>
          </a:p>
        </p:txBody>
      </p:sp>
      <p:sp>
        <p:nvSpPr>
          <p:cNvPr id="3" name="Content Placeholder 2"/>
          <p:cNvSpPr>
            <a:spLocks noGrp="1"/>
          </p:cNvSpPr>
          <p:nvPr>
            <p:ph idx="1"/>
          </p:nvPr>
        </p:nvSpPr>
        <p:spPr/>
        <p:txBody>
          <a:bodyPr/>
          <a:lstStyle/>
          <a:p>
            <a:r>
              <a:rPr lang="en-US" dirty="0"/>
              <a:t>Cybersecurity 101 </a:t>
            </a:r>
            <a:r>
              <a:rPr lang="en-US" dirty="0">
                <a:hlinkClick r:id="rId3"/>
              </a:rPr>
              <a:t>https://www.youtube.com/watch?v=sdpxddDzXfE</a:t>
            </a:r>
            <a:endParaRPr lang="en-US" dirty="0"/>
          </a:p>
          <a:p>
            <a:endParaRPr lang="en-US" dirty="0"/>
          </a:p>
          <a:p>
            <a:r>
              <a:rPr lang="en-US" dirty="0"/>
              <a:t>Fundamental Reasons</a:t>
            </a:r>
          </a:p>
          <a:p>
            <a:pPr lvl="1"/>
            <a:r>
              <a:rPr lang="en-US" dirty="0"/>
              <a:t>Resource Sharing</a:t>
            </a:r>
          </a:p>
          <a:p>
            <a:pPr lvl="2"/>
            <a:r>
              <a:rPr lang="en-US" dirty="0"/>
              <a:t>e.g., programs running under the same OS, computers in the same network, virtual machines in the same cloud, …</a:t>
            </a:r>
          </a:p>
          <a:p>
            <a:pPr lvl="1"/>
            <a:r>
              <a:rPr lang="en-US" dirty="0"/>
              <a:t>Dependence</a:t>
            </a:r>
          </a:p>
          <a:p>
            <a:pPr lvl="2"/>
            <a:r>
              <a:rPr lang="en-US" dirty="0"/>
              <a:t>e.g., a communication depending on intermediary devices, OS execution depending on application inputs (occasionally), a program execution depending on inputs from the network …</a:t>
            </a:r>
          </a:p>
        </p:txBody>
      </p:sp>
    </p:spTree>
    <p:extLst>
      <p:ext uri="{BB962C8B-B14F-4D97-AF65-F5344CB8AC3E}">
        <p14:creationId xmlns:p14="http://schemas.microsoft.com/office/powerpoint/2010/main" val="2758607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be 4">
            <a:extLst>
              <a:ext uri="{FF2B5EF4-FFF2-40B4-BE49-F238E27FC236}">
                <a16:creationId xmlns:a16="http://schemas.microsoft.com/office/drawing/2014/main" id="{40B3E5DD-9A0A-BF4E-BBB6-3CE542A6FAE4}"/>
              </a:ext>
            </a:extLst>
          </p:cNvPr>
          <p:cNvSpPr/>
          <p:nvPr/>
        </p:nvSpPr>
        <p:spPr>
          <a:xfrm>
            <a:off x="609600" y="2990545"/>
            <a:ext cx="2810935" cy="2624665"/>
          </a:xfrm>
          <a:prstGeom prst="cube">
            <a:avLst>
              <a:gd name="adj" fmla="val 20698"/>
            </a:avLst>
          </a:prstGeom>
          <a:gradFill flip="none" rotWithShape="1">
            <a:gsLst>
              <a:gs pos="83000">
                <a:schemeClr val="tx1"/>
              </a:gs>
              <a:gs pos="100000">
                <a:srgbClr val="FFFFFF"/>
              </a:gs>
            </a:gsLst>
            <a:lin ang="5400000" scaled="0"/>
            <a:tileRect/>
          </a:gra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dirty="0">
              <a:solidFill>
                <a:srgbClr val="000090"/>
              </a:solidFill>
            </a:endParaRPr>
          </a:p>
        </p:txBody>
      </p:sp>
      <p:sp>
        <p:nvSpPr>
          <p:cNvPr id="6" name="Can 5">
            <a:extLst>
              <a:ext uri="{FF2B5EF4-FFF2-40B4-BE49-F238E27FC236}">
                <a16:creationId xmlns:a16="http://schemas.microsoft.com/office/drawing/2014/main" id="{C9774B5E-E292-C64F-8E52-F825947454B9}"/>
              </a:ext>
            </a:extLst>
          </p:cNvPr>
          <p:cNvSpPr/>
          <p:nvPr/>
        </p:nvSpPr>
        <p:spPr>
          <a:xfrm>
            <a:off x="1106316" y="2990545"/>
            <a:ext cx="526815" cy="442148"/>
          </a:xfrm>
          <a:prstGeom prst="can">
            <a:avLst>
              <a:gd name="adj" fmla="val 39894"/>
            </a:avLst>
          </a:prstGeom>
          <a:solidFill>
            <a:srgbClr val="008000"/>
          </a:solidFill>
          <a:ln>
            <a:solidFill>
              <a:srgbClr val="0000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dirty="0">
                <a:solidFill>
                  <a:schemeClr val="bg1"/>
                </a:solidFill>
              </a:rPr>
              <a:t>app</a:t>
            </a:r>
          </a:p>
        </p:txBody>
      </p:sp>
      <p:sp>
        <p:nvSpPr>
          <p:cNvPr id="7" name="Can 6">
            <a:extLst>
              <a:ext uri="{FF2B5EF4-FFF2-40B4-BE49-F238E27FC236}">
                <a16:creationId xmlns:a16="http://schemas.microsoft.com/office/drawing/2014/main" id="{C4701B0A-21D5-2147-A861-1E4F72833528}"/>
              </a:ext>
            </a:extLst>
          </p:cNvPr>
          <p:cNvSpPr/>
          <p:nvPr/>
        </p:nvSpPr>
        <p:spPr>
          <a:xfrm>
            <a:off x="2444039" y="2940685"/>
            <a:ext cx="526815" cy="442148"/>
          </a:xfrm>
          <a:prstGeom prst="can">
            <a:avLst>
              <a:gd name="adj" fmla="val 39894"/>
            </a:avLst>
          </a:prstGeom>
          <a:solidFill>
            <a:srgbClr val="008000"/>
          </a:solidFill>
          <a:ln>
            <a:solidFill>
              <a:srgbClr val="0000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dirty="0">
                <a:solidFill>
                  <a:schemeClr val="bg1"/>
                </a:solidFill>
              </a:rPr>
              <a:t>app</a:t>
            </a:r>
          </a:p>
        </p:txBody>
      </p:sp>
      <p:sp>
        <p:nvSpPr>
          <p:cNvPr id="8" name="Can 7">
            <a:extLst>
              <a:ext uri="{FF2B5EF4-FFF2-40B4-BE49-F238E27FC236}">
                <a16:creationId xmlns:a16="http://schemas.microsoft.com/office/drawing/2014/main" id="{F44CF098-77FF-6841-97D1-435A771B0FB5}"/>
              </a:ext>
            </a:extLst>
          </p:cNvPr>
          <p:cNvSpPr/>
          <p:nvPr/>
        </p:nvSpPr>
        <p:spPr>
          <a:xfrm>
            <a:off x="1757305" y="3067689"/>
            <a:ext cx="526815" cy="442148"/>
          </a:xfrm>
          <a:prstGeom prst="can">
            <a:avLst>
              <a:gd name="adj" fmla="val 39894"/>
            </a:avLst>
          </a:prstGeom>
          <a:solidFill>
            <a:srgbClr val="008000"/>
          </a:solidFill>
          <a:ln>
            <a:solidFill>
              <a:srgbClr val="0000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dirty="0">
                <a:solidFill>
                  <a:schemeClr val="bg1"/>
                </a:solidFill>
              </a:rPr>
              <a:t>app</a:t>
            </a:r>
          </a:p>
        </p:txBody>
      </p:sp>
      <p:sp>
        <p:nvSpPr>
          <p:cNvPr id="9" name="TextBox 8">
            <a:extLst>
              <a:ext uri="{FF2B5EF4-FFF2-40B4-BE49-F238E27FC236}">
                <a16:creationId xmlns:a16="http://schemas.microsoft.com/office/drawing/2014/main" id="{848031E6-DD61-6E4C-864F-B9F9E7C2CBC4}"/>
              </a:ext>
            </a:extLst>
          </p:cNvPr>
          <p:cNvSpPr txBox="1"/>
          <p:nvPr/>
        </p:nvSpPr>
        <p:spPr>
          <a:xfrm>
            <a:off x="1926638" y="3609721"/>
            <a:ext cx="684803" cy="1446550"/>
          </a:xfrm>
          <a:prstGeom prst="rect">
            <a:avLst/>
          </a:prstGeom>
          <a:noFill/>
        </p:spPr>
        <p:txBody>
          <a:bodyPr wrap="none" rtlCol="0">
            <a:spAutoFit/>
          </a:bodyPr>
          <a:lstStyle/>
          <a:p>
            <a:r>
              <a:rPr lang="en-US" sz="8800" dirty="0">
                <a:ln w="18415" cmpd="sng">
                  <a:solidFill>
                    <a:srgbClr val="FFFFFF"/>
                  </a:solidFill>
                  <a:prstDash val="solid"/>
                </a:ln>
                <a:solidFill>
                  <a:srgbClr val="FFFFFF"/>
                </a:solidFill>
                <a:effectLst>
                  <a:outerShdw blurRad="63500" dir="3600000" algn="tl" rotWithShape="0">
                    <a:srgbClr val="000000">
                      <a:alpha val="70000"/>
                    </a:srgbClr>
                  </a:outerShdw>
                </a:effectLst>
              </a:rPr>
              <a:t>?</a:t>
            </a:r>
          </a:p>
        </p:txBody>
      </p:sp>
      <p:sp>
        <p:nvSpPr>
          <p:cNvPr id="10" name="Up Arrow 9">
            <a:extLst>
              <a:ext uri="{FF2B5EF4-FFF2-40B4-BE49-F238E27FC236}">
                <a16:creationId xmlns:a16="http://schemas.microsoft.com/office/drawing/2014/main" id="{43B86E20-CAC3-D84C-A738-7DC30E6C12D3}"/>
              </a:ext>
            </a:extLst>
          </p:cNvPr>
          <p:cNvSpPr/>
          <p:nvPr/>
        </p:nvSpPr>
        <p:spPr>
          <a:xfrm>
            <a:off x="1587971" y="2003472"/>
            <a:ext cx="338667" cy="909671"/>
          </a:xfrm>
          <a:prstGeom prst="upArrow">
            <a:avLst/>
          </a:prstGeom>
          <a:solidFill>
            <a:schemeClr val="bg1"/>
          </a:solidFill>
          <a:ln>
            <a:solidFill>
              <a:srgbClr val="0000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dirty="0">
              <a:solidFill>
                <a:srgbClr val="000090"/>
              </a:solidFill>
            </a:endParaRPr>
          </a:p>
        </p:txBody>
      </p:sp>
      <p:sp>
        <p:nvSpPr>
          <p:cNvPr id="11" name="Down Arrow 10">
            <a:extLst>
              <a:ext uri="{FF2B5EF4-FFF2-40B4-BE49-F238E27FC236}">
                <a16:creationId xmlns:a16="http://schemas.microsoft.com/office/drawing/2014/main" id="{D1685D1F-2531-0D4F-B736-BA66E8AF7FF4}"/>
              </a:ext>
            </a:extLst>
          </p:cNvPr>
          <p:cNvSpPr/>
          <p:nvPr/>
        </p:nvSpPr>
        <p:spPr>
          <a:xfrm>
            <a:off x="2110083" y="2052373"/>
            <a:ext cx="348073" cy="870176"/>
          </a:xfrm>
          <a:prstGeom prst="downArrow">
            <a:avLst/>
          </a:prstGeom>
          <a:solidFill>
            <a:srgbClr val="FFFFFF"/>
          </a:solidFill>
          <a:ln>
            <a:solidFill>
              <a:srgbClr val="0000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dirty="0">
              <a:solidFill>
                <a:srgbClr val="000090"/>
              </a:solidFill>
            </a:endParaRPr>
          </a:p>
        </p:txBody>
      </p:sp>
      <p:pic>
        <p:nvPicPr>
          <p:cNvPr id="12" name="Picture 11" descr="female.png">
            <a:extLst>
              <a:ext uri="{FF2B5EF4-FFF2-40B4-BE49-F238E27FC236}">
                <a16:creationId xmlns:a16="http://schemas.microsoft.com/office/drawing/2014/main" id="{EC931583-32CB-814F-B6B7-814152F549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9129" y="533400"/>
            <a:ext cx="1317037" cy="1434308"/>
          </a:xfrm>
          <a:prstGeom prst="rect">
            <a:avLst/>
          </a:prstGeom>
        </p:spPr>
      </p:pic>
      <p:sp>
        <p:nvSpPr>
          <p:cNvPr id="13" name="TextBox 12">
            <a:extLst>
              <a:ext uri="{FF2B5EF4-FFF2-40B4-BE49-F238E27FC236}">
                <a16:creationId xmlns:a16="http://schemas.microsoft.com/office/drawing/2014/main" id="{B93A0AA2-D504-DD44-946D-FA02A285A17F}"/>
              </a:ext>
            </a:extLst>
          </p:cNvPr>
          <p:cNvSpPr txBox="1"/>
          <p:nvPr/>
        </p:nvSpPr>
        <p:spPr>
          <a:xfrm>
            <a:off x="753157" y="5909004"/>
            <a:ext cx="2262414" cy="400110"/>
          </a:xfrm>
          <a:prstGeom prst="rect">
            <a:avLst/>
          </a:prstGeom>
          <a:noFill/>
        </p:spPr>
        <p:txBody>
          <a:bodyPr wrap="none" rtlCol="0">
            <a:spAutoFit/>
          </a:bodyPr>
          <a:lstStyle/>
          <a:p>
            <a:r>
              <a:rPr lang="en-US" sz="2000" dirty="0"/>
              <a:t>Computer System A</a:t>
            </a:r>
          </a:p>
        </p:txBody>
      </p:sp>
      <p:pic>
        <p:nvPicPr>
          <p:cNvPr id="14" name="Picture 13">
            <a:extLst>
              <a:ext uri="{FF2B5EF4-FFF2-40B4-BE49-F238E27FC236}">
                <a16:creationId xmlns:a16="http://schemas.microsoft.com/office/drawing/2014/main" id="{8B529AAE-007E-C84A-8624-8B285BA81D9B}"/>
              </a:ext>
            </a:extLst>
          </p:cNvPr>
          <p:cNvPicPr>
            <a:picLocks noChangeAspect="1"/>
          </p:cNvPicPr>
          <p:nvPr/>
        </p:nvPicPr>
        <p:blipFill>
          <a:blip r:embed="rId3"/>
          <a:stretch>
            <a:fillRect/>
          </a:stretch>
        </p:blipFill>
        <p:spPr>
          <a:xfrm>
            <a:off x="1623738" y="5189684"/>
            <a:ext cx="825498" cy="451501"/>
          </a:xfrm>
          <a:prstGeom prst="rect">
            <a:avLst/>
          </a:prstGeom>
        </p:spPr>
      </p:pic>
      <p:sp>
        <p:nvSpPr>
          <p:cNvPr id="15" name="TextBox 14">
            <a:extLst>
              <a:ext uri="{FF2B5EF4-FFF2-40B4-BE49-F238E27FC236}">
                <a16:creationId xmlns:a16="http://schemas.microsoft.com/office/drawing/2014/main" id="{46F729A3-CE96-7944-97AC-DE514B319E97}"/>
              </a:ext>
            </a:extLst>
          </p:cNvPr>
          <p:cNvSpPr txBox="1"/>
          <p:nvPr/>
        </p:nvSpPr>
        <p:spPr>
          <a:xfrm>
            <a:off x="753157" y="3686666"/>
            <a:ext cx="774571" cy="646331"/>
          </a:xfrm>
          <a:prstGeom prst="rect">
            <a:avLst/>
          </a:prstGeom>
          <a:noFill/>
          <a:scene3d>
            <a:camera prst="perspectiveContrastingRightFacing"/>
            <a:lightRig rig="threePt" dir="t"/>
          </a:scene3d>
        </p:spPr>
        <p:txBody>
          <a:bodyPr wrap="none" rtlCol="0">
            <a:spAutoFit/>
          </a:bodyPr>
          <a:lstStyle/>
          <a:p>
            <a:r>
              <a:rPr lang="en-US" sz="3600" dirty="0">
                <a:solidFill>
                  <a:schemeClr val="bg1">
                    <a:lumMod val="50000"/>
                  </a:schemeClr>
                </a:solidFill>
              </a:rPr>
              <a:t>OS</a:t>
            </a:r>
            <a:endParaRPr lang="en-US" sz="2800" dirty="0">
              <a:solidFill>
                <a:schemeClr val="bg1">
                  <a:lumMod val="50000"/>
                </a:schemeClr>
              </a:solidFill>
            </a:endParaRPr>
          </a:p>
        </p:txBody>
      </p:sp>
      <p:sp>
        <p:nvSpPr>
          <p:cNvPr id="16" name="Cube 15">
            <a:extLst>
              <a:ext uri="{FF2B5EF4-FFF2-40B4-BE49-F238E27FC236}">
                <a16:creationId xmlns:a16="http://schemas.microsoft.com/office/drawing/2014/main" id="{27EFA982-8914-B740-8ECE-9826317E2442}"/>
              </a:ext>
            </a:extLst>
          </p:cNvPr>
          <p:cNvSpPr/>
          <p:nvPr/>
        </p:nvSpPr>
        <p:spPr>
          <a:xfrm>
            <a:off x="753156" y="2389550"/>
            <a:ext cx="2667378" cy="743172"/>
          </a:xfrm>
          <a:prstGeom prst="cube">
            <a:avLst>
              <a:gd name="adj" fmla="val 78708"/>
            </a:avLst>
          </a:prstGeom>
          <a:solidFill>
            <a:srgbClr val="CCFFCC">
              <a:alpha val="54000"/>
            </a:srgbClr>
          </a:solid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dirty="0">
              <a:solidFill>
                <a:schemeClr val="tx1"/>
              </a:solidFill>
            </a:endParaRPr>
          </a:p>
        </p:txBody>
      </p:sp>
      <p:sp>
        <p:nvSpPr>
          <p:cNvPr id="17" name="TextBox 16">
            <a:extLst>
              <a:ext uri="{FF2B5EF4-FFF2-40B4-BE49-F238E27FC236}">
                <a16:creationId xmlns:a16="http://schemas.microsoft.com/office/drawing/2014/main" id="{C5774ACF-2FD2-0A40-8D8A-39CBBDE85903}"/>
              </a:ext>
            </a:extLst>
          </p:cNvPr>
          <p:cNvSpPr txBox="1"/>
          <p:nvPr/>
        </p:nvSpPr>
        <p:spPr>
          <a:xfrm>
            <a:off x="2407754" y="2289550"/>
            <a:ext cx="1141659" cy="461665"/>
          </a:xfrm>
          <a:prstGeom prst="rect">
            <a:avLst/>
          </a:prstGeom>
          <a:noFill/>
        </p:spPr>
        <p:txBody>
          <a:bodyPr wrap="none" rtlCol="0">
            <a:spAutoFit/>
          </a:bodyPr>
          <a:lstStyle/>
          <a:p>
            <a:r>
              <a:rPr lang="en-US" dirty="0"/>
              <a:t>Display</a:t>
            </a:r>
          </a:p>
        </p:txBody>
      </p:sp>
      <p:pic>
        <p:nvPicPr>
          <p:cNvPr id="18" name="Picture 17">
            <a:extLst>
              <a:ext uri="{FF2B5EF4-FFF2-40B4-BE49-F238E27FC236}">
                <a16:creationId xmlns:a16="http://schemas.microsoft.com/office/drawing/2014/main" id="{E89C94C0-F9FC-AD49-8F73-CD5193B9E945}"/>
              </a:ext>
            </a:extLst>
          </p:cNvPr>
          <p:cNvPicPr>
            <a:picLocks noChangeAspect="1"/>
          </p:cNvPicPr>
          <p:nvPr/>
        </p:nvPicPr>
        <p:blipFill>
          <a:blip r:embed="rId4"/>
          <a:stretch>
            <a:fillRect/>
          </a:stretch>
        </p:blipFill>
        <p:spPr>
          <a:xfrm>
            <a:off x="867966" y="5104955"/>
            <a:ext cx="511162" cy="510255"/>
          </a:xfrm>
          <a:prstGeom prst="rect">
            <a:avLst/>
          </a:prstGeom>
        </p:spPr>
      </p:pic>
      <p:sp>
        <p:nvSpPr>
          <p:cNvPr id="19" name="Cube 18">
            <a:extLst>
              <a:ext uri="{FF2B5EF4-FFF2-40B4-BE49-F238E27FC236}">
                <a16:creationId xmlns:a16="http://schemas.microsoft.com/office/drawing/2014/main" id="{8F63D3EF-FA79-5C47-866E-70B151A7832E}"/>
              </a:ext>
            </a:extLst>
          </p:cNvPr>
          <p:cNvSpPr/>
          <p:nvPr/>
        </p:nvSpPr>
        <p:spPr>
          <a:xfrm>
            <a:off x="8642587" y="2914345"/>
            <a:ext cx="2810935" cy="2624665"/>
          </a:xfrm>
          <a:prstGeom prst="cube">
            <a:avLst>
              <a:gd name="adj" fmla="val 20698"/>
            </a:avLst>
          </a:prstGeom>
          <a:gradFill flip="none" rotWithShape="1">
            <a:gsLst>
              <a:gs pos="83000">
                <a:srgbClr val="002060"/>
              </a:gs>
              <a:gs pos="100000">
                <a:srgbClr val="FFFFFF"/>
              </a:gs>
            </a:gsLst>
            <a:lin ang="5400000" scaled="0"/>
            <a:tileRect/>
          </a:gra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dirty="0">
              <a:solidFill>
                <a:srgbClr val="000090"/>
              </a:solidFill>
            </a:endParaRPr>
          </a:p>
        </p:txBody>
      </p:sp>
      <p:sp>
        <p:nvSpPr>
          <p:cNvPr id="20" name="Can 19">
            <a:extLst>
              <a:ext uri="{FF2B5EF4-FFF2-40B4-BE49-F238E27FC236}">
                <a16:creationId xmlns:a16="http://schemas.microsoft.com/office/drawing/2014/main" id="{C5980B21-468E-2E4E-9C99-531807E61378}"/>
              </a:ext>
            </a:extLst>
          </p:cNvPr>
          <p:cNvSpPr/>
          <p:nvPr/>
        </p:nvSpPr>
        <p:spPr>
          <a:xfrm>
            <a:off x="9139303" y="2914345"/>
            <a:ext cx="526815" cy="442148"/>
          </a:xfrm>
          <a:prstGeom prst="can">
            <a:avLst>
              <a:gd name="adj" fmla="val 39894"/>
            </a:avLst>
          </a:prstGeom>
          <a:solidFill>
            <a:srgbClr val="008000"/>
          </a:solidFill>
          <a:ln>
            <a:solidFill>
              <a:srgbClr val="0000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dirty="0">
                <a:solidFill>
                  <a:schemeClr val="bg1"/>
                </a:solidFill>
              </a:rPr>
              <a:t>app</a:t>
            </a:r>
          </a:p>
        </p:txBody>
      </p:sp>
      <p:sp>
        <p:nvSpPr>
          <p:cNvPr id="21" name="Can 20">
            <a:extLst>
              <a:ext uri="{FF2B5EF4-FFF2-40B4-BE49-F238E27FC236}">
                <a16:creationId xmlns:a16="http://schemas.microsoft.com/office/drawing/2014/main" id="{91A5F230-D144-EB4A-9B9B-43843CF756DB}"/>
              </a:ext>
            </a:extLst>
          </p:cNvPr>
          <p:cNvSpPr/>
          <p:nvPr/>
        </p:nvSpPr>
        <p:spPr>
          <a:xfrm>
            <a:off x="10477026" y="2864485"/>
            <a:ext cx="526815" cy="442148"/>
          </a:xfrm>
          <a:prstGeom prst="can">
            <a:avLst>
              <a:gd name="adj" fmla="val 39894"/>
            </a:avLst>
          </a:prstGeom>
          <a:solidFill>
            <a:srgbClr val="008000"/>
          </a:solidFill>
          <a:ln>
            <a:solidFill>
              <a:srgbClr val="0000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dirty="0">
                <a:solidFill>
                  <a:schemeClr val="bg1"/>
                </a:solidFill>
              </a:rPr>
              <a:t>app</a:t>
            </a:r>
          </a:p>
        </p:txBody>
      </p:sp>
      <p:sp>
        <p:nvSpPr>
          <p:cNvPr id="22" name="Can 21">
            <a:extLst>
              <a:ext uri="{FF2B5EF4-FFF2-40B4-BE49-F238E27FC236}">
                <a16:creationId xmlns:a16="http://schemas.microsoft.com/office/drawing/2014/main" id="{EDB4D92E-E924-1346-9A2D-704BD1560E44}"/>
              </a:ext>
            </a:extLst>
          </p:cNvPr>
          <p:cNvSpPr/>
          <p:nvPr/>
        </p:nvSpPr>
        <p:spPr>
          <a:xfrm>
            <a:off x="9790292" y="2991489"/>
            <a:ext cx="526815" cy="442148"/>
          </a:xfrm>
          <a:prstGeom prst="can">
            <a:avLst>
              <a:gd name="adj" fmla="val 39894"/>
            </a:avLst>
          </a:prstGeom>
          <a:solidFill>
            <a:srgbClr val="008000"/>
          </a:solidFill>
          <a:ln>
            <a:solidFill>
              <a:srgbClr val="0000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dirty="0">
                <a:solidFill>
                  <a:schemeClr val="bg1"/>
                </a:solidFill>
              </a:rPr>
              <a:t>app</a:t>
            </a:r>
          </a:p>
        </p:txBody>
      </p:sp>
      <p:sp>
        <p:nvSpPr>
          <p:cNvPr id="23" name="TextBox 22">
            <a:extLst>
              <a:ext uri="{FF2B5EF4-FFF2-40B4-BE49-F238E27FC236}">
                <a16:creationId xmlns:a16="http://schemas.microsoft.com/office/drawing/2014/main" id="{2A5798E1-4000-0B49-A4CE-601C829463DA}"/>
              </a:ext>
            </a:extLst>
          </p:cNvPr>
          <p:cNvSpPr txBox="1"/>
          <p:nvPr/>
        </p:nvSpPr>
        <p:spPr>
          <a:xfrm>
            <a:off x="9959625" y="3533521"/>
            <a:ext cx="684803" cy="1446550"/>
          </a:xfrm>
          <a:prstGeom prst="rect">
            <a:avLst/>
          </a:prstGeom>
          <a:noFill/>
        </p:spPr>
        <p:txBody>
          <a:bodyPr wrap="none" rtlCol="0">
            <a:spAutoFit/>
          </a:bodyPr>
          <a:lstStyle/>
          <a:p>
            <a:r>
              <a:rPr lang="en-US" sz="8800" dirty="0">
                <a:ln w="18415" cmpd="sng">
                  <a:solidFill>
                    <a:srgbClr val="FFFFFF"/>
                  </a:solidFill>
                  <a:prstDash val="solid"/>
                </a:ln>
                <a:solidFill>
                  <a:srgbClr val="FFFFFF"/>
                </a:solidFill>
                <a:effectLst>
                  <a:outerShdw blurRad="63500" dir="3600000" algn="tl" rotWithShape="0">
                    <a:srgbClr val="000000">
                      <a:alpha val="70000"/>
                    </a:srgbClr>
                  </a:outerShdw>
                </a:effectLst>
              </a:rPr>
              <a:t>?</a:t>
            </a:r>
          </a:p>
        </p:txBody>
      </p:sp>
      <p:sp>
        <p:nvSpPr>
          <p:cNvPr id="24" name="Up Arrow 23">
            <a:extLst>
              <a:ext uri="{FF2B5EF4-FFF2-40B4-BE49-F238E27FC236}">
                <a16:creationId xmlns:a16="http://schemas.microsoft.com/office/drawing/2014/main" id="{472DE101-197C-414F-803B-23A4F44A7FF4}"/>
              </a:ext>
            </a:extLst>
          </p:cNvPr>
          <p:cNvSpPr/>
          <p:nvPr/>
        </p:nvSpPr>
        <p:spPr>
          <a:xfrm>
            <a:off x="9620958" y="1927272"/>
            <a:ext cx="338667" cy="909671"/>
          </a:xfrm>
          <a:prstGeom prst="upArrow">
            <a:avLst/>
          </a:prstGeom>
          <a:solidFill>
            <a:schemeClr val="bg1"/>
          </a:solidFill>
          <a:ln>
            <a:solidFill>
              <a:srgbClr val="0000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dirty="0">
              <a:solidFill>
                <a:srgbClr val="000090"/>
              </a:solidFill>
            </a:endParaRPr>
          </a:p>
        </p:txBody>
      </p:sp>
      <p:sp>
        <p:nvSpPr>
          <p:cNvPr id="25" name="Down Arrow 24">
            <a:extLst>
              <a:ext uri="{FF2B5EF4-FFF2-40B4-BE49-F238E27FC236}">
                <a16:creationId xmlns:a16="http://schemas.microsoft.com/office/drawing/2014/main" id="{6DA76D92-F8D3-964F-BA02-B28F92E8012A}"/>
              </a:ext>
            </a:extLst>
          </p:cNvPr>
          <p:cNvSpPr/>
          <p:nvPr/>
        </p:nvSpPr>
        <p:spPr>
          <a:xfrm>
            <a:off x="10143070" y="1976173"/>
            <a:ext cx="348073" cy="870176"/>
          </a:xfrm>
          <a:prstGeom prst="downArrow">
            <a:avLst/>
          </a:prstGeom>
          <a:solidFill>
            <a:srgbClr val="FFFFFF"/>
          </a:solidFill>
          <a:ln>
            <a:solidFill>
              <a:srgbClr val="0000F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dirty="0">
              <a:solidFill>
                <a:srgbClr val="000090"/>
              </a:solidFill>
            </a:endParaRPr>
          </a:p>
        </p:txBody>
      </p:sp>
      <p:pic>
        <p:nvPicPr>
          <p:cNvPr id="26" name="Picture 25" descr="female.png">
            <a:extLst>
              <a:ext uri="{FF2B5EF4-FFF2-40B4-BE49-F238E27FC236}">
                <a16:creationId xmlns:a16="http://schemas.microsoft.com/office/drawing/2014/main" id="{0FBD0C35-8F27-2E48-951E-38A1F05C4E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12116" y="457200"/>
            <a:ext cx="1317037" cy="1434308"/>
          </a:xfrm>
          <a:prstGeom prst="rect">
            <a:avLst/>
          </a:prstGeom>
        </p:spPr>
      </p:pic>
      <p:sp>
        <p:nvSpPr>
          <p:cNvPr id="27" name="TextBox 26">
            <a:extLst>
              <a:ext uri="{FF2B5EF4-FFF2-40B4-BE49-F238E27FC236}">
                <a16:creationId xmlns:a16="http://schemas.microsoft.com/office/drawing/2014/main" id="{592422A6-03DA-0F40-B830-FFA70E4E7027}"/>
              </a:ext>
            </a:extLst>
          </p:cNvPr>
          <p:cNvSpPr txBox="1"/>
          <p:nvPr/>
        </p:nvSpPr>
        <p:spPr>
          <a:xfrm>
            <a:off x="8786144" y="5832804"/>
            <a:ext cx="2262158" cy="400110"/>
          </a:xfrm>
          <a:prstGeom prst="rect">
            <a:avLst/>
          </a:prstGeom>
          <a:noFill/>
        </p:spPr>
        <p:txBody>
          <a:bodyPr wrap="none" rtlCol="0">
            <a:spAutoFit/>
          </a:bodyPr>
          <a:lstStyle/>
          <a:p>
            <a:r>
              <a:rPr lang="en-US" sz="2000" dirty="0"/>
              <a:t>Computer System B</a:t>
            </a:r>
          </a:p>
        </p:txBody>
      </p:sp>
      <p:pic>
        <p:nvPicPr>
          <p:cNvPr id="28" name="Picture 27">
            <a:extLst>
              <a:ext uri="{FF2B5EF4-FFF2-40B4-BE49-F238E27FC236}">
                <a16:creationId xmlns:a16="http://schemas.microsoft.com/office/drawing/2014/main" id="{A3287192-5669-8447-AE3F-954422E7AABA}"/>
              </a:ext>
            </a:extLst>
          </p:cNvPr>
          <p:cNvPicPr>
            <a:picLocks noChangeAspect="1"/>
          </p:cNvPicPr>
          <p:nvPr/>
        </p:nvPicPr>
        <p:blipFill>
          <a:blip r:embed="rId3"/>
          <a:stretch>
            <a:fillRect/>
          </a:stretch>
        </p:blipFill>
        <p:spPr>
          <a:xfrm>
            <a:off x="9656725" y="5113484"/>
            <a:ext cx="825498" cy="451501"/>
          </a:xfrm>
          <a:prstGeom prst="rect">
            <a:avLst/>
          </a:prstGeom>
        </p:spPr>
      </p:pic>
      <p:sp>
        <p:nvSpPr>
          <p:cNvPr id="29" name="TextBox 28">
            <a:extLst>
              <a:ext uri="{FF2B5EF4-FFF2-40B4-BE49-F238E27FC236}">
                <a16:creationId xmlns:a16="http://schemas.microsoft.com/office/drawing/2014/main" id="{1F97084E-DC00-D642-BCD5-C9A99C544396}"/>
              </a:ext>
            </a:extLst>
          </p:cNvPr>
          <p:cNvSpPr txBox="1"/>
          <p:nvPr/>
        </p:nvSpPr>
        <p:spPr>
          <a:xfrm>
            <a:off x="8786144" y="3610466"/>
            <a:ext cx="774571" cy="646331"/>
          </a:xfrm>
          <a:prstGeom prst="rect">
            <a:avLst/>
          </a:prstGeom>
          <a:noFill/>
          <a:scene3d>
            <a:camera prst="perspectiveContrastingRightFacing"/>
            <a:lightRig rig="threePt" dir="t"/>
          </a:scene3d>
        </p:spPr>
        <p:txBody>
          <a:bodyPr wrap="none" rtlCol="0">
            <a:spAutoFit/>
          </a:bodyPr>
          <a:lstStyle/>
          <a:p>
            <a:r>
              <a:rPr lang="en-US" sz="3600" dirty="0">
                <a:solidFill>
                  <a:schemeClr val="bg1">
                    <a:lumMod val="50000"/>
                  </a:schemeClr>
                </a:solidFill>
              </a:rPr>
              <a:t>OS</a:t>
            </a:r>
            <a:endParaRPr lang="en-US" sz="2800" dirty="0">
              <a:solidFill>
                <a:schemeClr val="bg1">
                  <a:lumMod val="50000"/>
                </a:schemeClr>
              </a:solidFill>
            </a:endParaRPr>
          </a:p>
        </p:txBody>
      </p:sp>
      <p:sp>
        <p:nvSpPr>
          <p:cNvPr id="30" name="Cube 29">
            <a:extLst>
              <a:ext uri="{FF2B5EF4-FFF2-40B4-BE49-F238E27FC236}">
                <a16:creationId xmlns:a16="http://schemas.microsoft.com/office/drawing/2014/main" id="{A381B90D-9C6F-C94E-AB31-F803DAA0BB5F}"/>
              </a:ext>
            </a:extLst>
          </p:cNvPr>
          <p:cNvSpPr/>
          <p:nvPr/>
        </p:nvSpPr>
        <p:spPr>
          <a:xfrm>
            <a:off x="8786143" y="2313350"/>
            <a:ext cx="2667378" cy="743172"/>
          </a:xfrm>
          <a:prstGeom prst="cube">
            <a:avLst>
              <a:gd name="adj" fmla="val 78708"/>
            </a:avLst>
          </a:prstGeom>
          <a:solidFill>
            <a:srgbClr val="CCFFCC">
              <a:alpha val="54000"/>
            </a:srgbClr>
          </a:solid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dirty="0">
              <a:solidFill>
                <a:schemeClr val="tx1"/>
              </a:solidFill>
            </a:endParaRPr>
          </a:p>
        </p:txBody>
      </p:sp>
      <p:sp>
        <p:nvSpPr>
          <p:cNvPr id="31" name="TextBox 30">
            <a:extLst>
              <a:ext uri="{FF2B5EF4-FFF2-40B4-BE49-F238E27FC236}">
                <a16:creationId xmlns:a16="http://schemas.microsoft.com/office/drawing/2014/main" id="{A165C2F8-F98A-924E-A67E-93CEEEEC25F8}"/>
              </a:ext>
            </a:extLst>
          </p:cNvPr>
          <p:cNvSpPr txBox="1"/>
          <p:nvPr/>
        </p:nvSpPr>
        <p:spPr>
          <a:xfrm>
            <a:off x="10440741" y="2213350"/>
            <a:ext cx="1141659" cy="461665"/>
          </a:xfrm>
          <a:prstGeom prst="rect">
            <a:avLst/>
          </a:prstGeom>
          <a:noFill/>
        </p:spPr>
        <p:txBody>
          <a:bodyPr wrap="none" rtlCol="0">
            <a:spAutoFit/>
          </a:bodyPr>
          <a:lstStyle/>
          <a:p>
            <a:r>
              <a:rPr lang="en-US" dirty="0"/>
              <a:t>Display</a:t>
            </a:r>
          </a:p>
        </p:txBody>
      </p:sp>
      <p:pic>
        <p:nvPicPr>
          <p:cNvPr id="32" name="Picture 31">
            <a:extLst>
              <a:ext uri="{FF2B5EF4-FFF2-40B4-BE49-F238E27FC236}">
                <a16:creationId xmlns:a16="http://schemas.microsoft.com/office/drawing/2014/main" id="{DC1FA9E8-A5EF-984D-B4B4-4D3695303E9F}"/>
              </a:ext>
            </a:extLst>
          </p:cNvPr>
          <p:cNvPicPr>
            <a:picLocks noChangeAspect="1"/>
          </p:cNvPicPr>
          <p:nvPr/>
        </p:nvPicPr>
        <p:blipFill>
          <a:blip r:embed="rId4"/>
          <a:stretch>
            <a:fillRect/>
          </a:stretch>
        </p:blipFill>
        <p:spPr>
          <a:xfrm>
            <a:off x="8900953" y="5028755"/>
            <a:ext cx="511162" cy="510255"/>
          </a:xfrm>
          <a:prstGeom prst="rect">
            <a:avLst/>
          </a:prstGeom>
        </p:spPr>
      </p:pic>
      <p:sp>
        <p:nvSpPr>
          <p:cNvPr id="33" name="Left-right Arrow 32">
            <a:extLst>
              <a:ext uri="{FF2B5EF4-FFF2-40B4-BE49-F238E27FC236}">
                <a16:creationId xmlns:a16="http://schemas.microsoft.com/office/drawing/2014/main" id="{06EDCA6B-1FBF-4543-9E3E-702E6203B415}"/>
              </a:ext>
            </a:extLst>
          </p:cNvPr>
          <p:cNvSpPr/>
          <p:nvPr/>
        </p:nvSpPr>
        <p:spPr>
          <a:xfrm>
            <a:off x="3420534" y="4256797"/>
            <a:ext cx="5222053" cy="620003"/>
          </a:xfrm>
          <a:prstGeom prst="lef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Cloud 33">
            <a:extLst>
              <a:ext uri="{FF2B5EF4-FFF2-40B4-BE49-F238E27FC236}">
                <a16:creationId xmlns:a16="http://schemas.microsoft.com/office/drawing/2014/main" id="{53AE9808-7C38-F643-B03A-CEDDADE08F20}"/>
              </a:ext>
            </a:extLst>
          </p:cNvPr>
          <p:cNvSpPr/>
          <p:nvPr/>
        </p:nvSpPr>
        <p:spPr>
          <a:xfrm>
            <a:off x="5067300" y="4053443"/>
            <a:ext cx="2057400" cy="865271"/>
          </a:xfrm>
          <a:prstGeom prst="cloud">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9C5ED4C9-6CA2-984B-BD73-78E79E3C86AF}"/>
              </a:ext>
            </a:extLst>
          </p:cNvPr>
          <p:cNvSpPr txBox="1"/>
          <p:nvPr/>
        </p:nvSpPr>
        <p:spPr>
          <a:xfrm>
            <a:off x="5893713" y="3762803"/>
            <a:ext cx="593864" cy="1446550"/>
          </a:xfrm>
          <a:prstGeom prst="rect">
            <a:avLst/>
          </a:prstGeom>
          <a:noFill/>
        </p:spPr>
        <p:txBody>
          <a:bodyPr wrap="square" rtlCol="0">
            <a:spAutoFit/>
          </a:bodyPr>
          <a:lstStyle/>
          <a:p>
            <a:r>
              <a:rPr lang="en-US" sz="8800" dirty="0">
                <a:ln w="18415" cmpd="sng">
                  <a:solidFill>
                    <a:srgbClr val="FFFFFF"/>
                  </a:solidFill>
                  <a:prstDash val="solid"/>
                </a:ln>
                <a:solidFill>
                  <a:srgbClr val="FFFFFF"/>
                </a:solidFill>
                <a:effectLst>
                  <a:outerShdw blurRad="63500" dir="3600000" algn="tl" rotWithShape="0">
                    <a:srgbClr val="000000">
                      <a:alpha val="70000"/>
                    </a:srgbClr>
                  </a:outerShdw>
                </a:effectLst>
              </a:rPr>
              <a:t>?</a:t>
            </a:r>
          </a:p>
        </p:txBody>
      </p:sp>
    </p:spTree>
    <p:extLst>
      <p:ext uri="{BB962C8B-B14F-4D97-AF65-F5344CB8AC3E}">
        <p14:creationId xmlns:p14="http://schemas.microsoft.com/office/powerpoint/2010/main" val="431454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E213F3-2637-8348-88AC-3A1D4843738D}"/>
              </a:ext>
            </a:extLst>
          </p:cNvPr>
          <p:cNvSpPr>
            <a:spLocks noGrp="1"/>
          </p:cNvSpPr>
          <p:nvPr>
            <p:ph type="title"/>
          </p:nvPr>
        </p:nvSpPr>
        <p:spPr>
          <a:xfrm>
            <a:off x="513349" y="30834"/>
            <a:ext cx="10840451" cy="1325563"/>
          </a:xfrm>
        </p:spPr>
        <p:txBody>
          <a:bodyPr anchor="ctr">
            <a:normAutofit/>
          </a:bodyPr>
          <a:lstStyle/>
          <a:p>
            <a:r>
              <a:rPr lang="en-US" dirty="0"/>
              <a:t>Three types of threats</a:t>
            </a:r>
          </a:p>
        </p:txBody>
      </p:sp>
      <p:graphicFrame>
        <p:nvGraphicFramePr>
          <p:cNvPr id="11" name="Content Placeholder 3">
            <a:extLst>
              <a:ext uri="{FF2B5EF4-FFF2-40B4-BE49-F238E27FC236}">
                <a16:creationId xmlns:a16="http://schemas.microsoft.com/office/drawing/2014/main" id="{EAB32D33-3494-4C0A-850D-ABE589A0B968}"/>
              </a:ext>
            </a:extLst>
          </p:cNvPr>
          <p:cNvGraphicFramePr>
            <a:graphicFrameLocks noGrp="1"/>
          </p:cNvGraphicFramePr>
          <p:nvPr>
            <p:ph idx="1"/>
            <p:extLst>
              <p:ext uri="{D42A27DB-BD31-4B8C-83A1-F6EECF244321}">
                <p14:modId xmlns:p14="http://schemas.microsoft.com/office/powerpoint/2010/main" val="3060114788"/>
              </p:ext>
            </p:extLst>
          </p:nvPr>
        </p:nvGraphicFramePr>
        <p:xfrm>
          <a:off x="513349" y="1486028"/>
          <a:ext cx="10840451" cy="47233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74596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9EDA9-9A4D-104A-ACD0-D84D0600E6BC}"/>
              </a:ext>
            </a:extLst>
          </p:cNvPr>
          <p:cNvSpPr>
            <a:spLocks noGrp="1"/>
          </p:cNvSpPr>
          <p:nvPr>
            <p:ph type="title"/>
          </p:nvPr>
        </p:nvSpPr>
        <p:spPr/>
        <p:txBody>
          <a:bodyPr/>
          <a:lstStyle/>
          <a:p>
            <a:r>
              <a:rPr lang="en-US" dirty="0"/>
              <a:t>A Glance into Computers</a:t>
            </a:r>
          </a:p>
        </p:txBody>
      </p:sp>
      <p:sp>
        <p:nvSpPr>
          <p:cNvPr id="3" name="Content Placeholder 2">
            <a:extLst>
              <a:ext uri="{FF2B5EF4-FFF2-40B4-BE49-F238E27FC236}">
                <a16:creationId xmlns:a16="http://schemas.microsoft.com/office/drawing/2014/main" id="{FEDFDC22-DD8D-4A4F-9FA3-4FF69CA9E512}"/>
              </a:ext>
            </a:extLst>
          </p:cNvPr>
          <p:cNvSpPr>
            <a:spLocks noGrp="1"/>
          </p:cNvSpPr>
          <p:nvPr>
            <p:ph idx="1"/>
          </p:nvPr>
        </p:nvSpPr>
        <p:spPr/>
        <p:txBody>
          <a:bodyPr/>
          <a:lstStyle/>
          <a:p>
            <a:r>
              <a:rPr lang="en-US" dirty="0"/>
              <a:t>Instruction execution</a:t>
            </a:r>
          </a:p>
          <a:p>
            <a:r>
              <a:rPr lang="en-US" dirty="0"/>
              <a:t>Memory</a:t>
            </a:r>
          </a:p>
          <a:p>
            <a:r>
              <a:rPr lang="en-US" dirty="0"/>
              <a:t>CPU privilege</a:t>
            </a:r>
          </a:p>
        </p:txBody>
      </p:sp>
      <p:sp>
        <p:nvSpPr>
          <p:cNvPr id="6" name="TextBox 5">
            <a:extLst>
              <a:ext uri="{FF2B5EF4-FFF2-40B4-BE49-F238E27FC236}">
                <a16:creationId xmlns:a16="http://schemas.microsoft.com/office/drawing/2014/main" id="{F2D10755-6471-E99B-DBB9-3CB40D5555E1}"/>
              </a:ext>
            </a:extLst>
          </p:cNvPr>
          <p:cNvSpPr txBox="1"/>
          <p:nvPr/>
        </p:nvSpPr>
        <p:spPr>
          <a:xfrm>
            <a:off x="5985164" y="6543304"/>
            <a:ext cx="1122551" cy="307777"/>
          </a:xfrm>
          <a:prstGeom prst="rect">
            <a:avLst/>
          </a:prstGeom>
          <a:noFill/>
        </p:spPr>
        <p:txBody>
          <a:bodyPr wrap="none" rtlCol="0">
            <a:spAutoFit/>
          </a:bodyPr>
          <a:lstStyle/>
          <a:p>
            <a:r>
              <a:rPr lang="en-US" sz="1400" dirty="0"/>
              <a:t>Out of Scope</a:t>
            </a: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471664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Execution of flow of instructions</a:t>
            </a:r>
          </a:p>
        </p:txBody>
      </p:sp>
      <p:sp>
        <p:nvSpPr>
          <p:cNvPr id="3" name="Content Placeholder 2"/>
          <p:cNvSpPr>
            <a:spLocks noGrp="1"/>
          </p:cNvSpPr>
          <p:nvPr>
            <p:ph idx="1"/>
          </p:nvPr>
        </p:nvSpPr>
        <p:spPr>
          <a:xfrm>
            <a:off x="513350" y="1268243"/>
            <a:ext cx="7916344" cy="4723318"/>
          </a:xfrm>
        </p:spPr>
        <p:txBody>
          <a:bodyPr>
            <a:normAutofit/>
          </a:bodyPr>
          <a:lstStyle/>
          <a:p>
            <a:r>
              <a:rPr lang="en-US" dirty="0"/>
              <a:t>CPU continuously fetches instructions from the main memory.</a:t>
            </a:r>
          </a:p>
          <a:p>
            <a:r>
              <a:rPr lang="en-US" dirty="0"/>
              <a:t>The address of the instruction to fetch is stored in a register (e.g. EIP) which is updated automatically.</a:t>
            </a:r>
          </a:p>
          <a:p>
            <a:r>
              <a:rPr lang="en-US" dirty="0"/>
              <a:t>All addresses used by CPU are virtual addresses.</a:t>
            </a:r>
          </a:p>
          <a:p>
            <a:r>
              <a:rPr lang="en-US" dirty="0"/>
              <a:t>MMU maps virtual addresses to physical address.</a:t>
            </a:r>
          </a:p>
          <a:p>
            <a:r>
              <a:rPr lang="en-US" dirty="0"/>
              <a:t>Using different address spaces:</a:t>
            </a:r>
          </a:p>
          <a:p>
            <a:pPr lvl="1"/>
            <a:r>
              <a:rPr lang="en-US" dirty="0"/>
              <a:t>more efficient physical memory utilization</a:t>
            </a:r>
          </a:p>
          <a:p>
            <a:pPr lvl="1"/>
            <a:r>
              <a:rPr lang="en-US" dirty="0"/>
              <a:t>more flexible control of the software</a:t>
            </a:r>
          </a:p>
        </p:txBody>
      </p:sp>
      <p:sp>
        <p:nvSpPr>
          <p:cNvPr id="5" name="Oval 4"/>
          <p:cNvSpPr/>
          <p:nvPr/>
        </p:nvSpPr>
        <p:spPr>
          <a:xfrm>
            <a:off x="9293725" y="1115371"/>
            <a:ext cx="998662" cy="1009567"/>
          </a:xfrm>
          <a:prstGeom prst="ellipse">
            <a:avLst/>
          </a:prstGeom>
          <a:no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dirty="0">
                <a:solidFill>
                  <a:schemeClr val="tx1"/>
                </a:solidFill>
              </a:rPr>
              <a:t>CPU</a:t>
            </a:r>
          </a:p>
        </p:txBody>
      </p:sp>
      <p:sp>
        <p:nvSpPr>
          <p:cNvPr id="7" name="TextBox 6"/>
          <p:cNvSpPr txBox="1"/>
          <p:nvPr/>
        </p:nvSpPr>
        <p:spPr>
          <a:xfrm>
            <a:off x="10294822" y="2809639"/>
            <a:ext cx="1430200" cy="461665"/>
          </a:xfrm>
          <a:prstGeom prst="rect">
            <a:avLst/>
          </a:prstGeom>
          <a:noFill/>
        </p:spPr>
        <p:txBody>
          <a:bodyPr wrap="none" rtlCol="0">
            <a:spAutoFit/>
          </a:bodyPr>
          <a:lstStyle/>
          <a:p>
            <a:r>
              <a:rPr lang="en-US" dirty="0"/>
              <a:t>read/write</a:t>
            </a:r>
          </a:p>
        </p:txBody>
      </p:sp>
      <p:sp>
        <p:nvSpPr>
          <p:cNvPr id="8" name="Rectangle 7"/>
          <p:cNvSpPr/>
          <p:nvPr/>
        </p:nvSpPr>
        <p:spPr>
          <a:xfrm>
            <a:off x="8533872" y="3754066"/>
            <a:ext cx="2719242" cy="488500"/>
          </a:xfrm>
          <a:prstGeom prst="rect">
            <a:avLst/>
          </a:prstGeom>
          <a:no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10" name="TextBox 9"/>
          <p:cNvSpPr txBox="1"/>
          <p:nvPr/>
        </p:nvSpPr>
        <p:spPr>
          <a:xfrm>
            <a:off x="8826959" y="3754066"/>
            <a:ext cx="685216" cy="488500"/>
          </a:xfrm>
          <a:prstGeom prst="rect">
            <a:avLst/>
          </a:prstGeom>
          <a:noFill/>
          <a:ln w="19050">
            <a:solidFill>
              <a:schemeClr val="tx1"/>
            </a:solidFill>
          </a:ln>
        </p:spPr>
        <p:txBody>
          <a:bodyPr wrap="none" rtlCol="0">
            <a:noAutofit/>
          </a:bodyPr>
          <a:lstStyle/>
          <a:p>
            <a:r>
              <a:rPr lang="en-US" dirty="0"/>
              <a:t>code</a:t>
            </a:r>
          </a:p>
        </p:txBody>
      </p:sp>
      <p:sp>
        <p:nvSpPr>
          <p:cNvPr id="11" name="TextBox 10"/>
          <p:cNvSpPr txBox="1"/>
          <p:nvPr/>
        </p:nvSpPr>
        <p:spPr>
          <a:xfrm>
            <a:off x="10173412" y="3754066"/>
            <a:ext cx="685216" cy="488500"/>
          </a:xfrm>
          <a:prstGeom prst="rect">
            <a:avLst/>
          </a:prstGeom>
          <a:noFill/>
          <a:ln w="19050">
            <a:solidFill>
              <a:schemeClr val="tx1"/>
            </a:solidFill>
          </a:ln>
        </p:spPr>
        <p:txBody>
          <a:bodyPr wrap="none" rtlCol="0">
            <a:noAutofit/>
          </a:bodyPr>
          <a:lstStyle/>
          <a:p>
            <a:r>
              <a:rPr lang="en-US" dirty="0"/>
              <a:t>data</a:t>
            </a:r>
          </a:p>
        </p:txBody>
      </p:sp>
      <p:cxnSp>
        <p:nvCxnSpPr>
          <p:cNvPr id="16" name="Straight Arrow Connector 15"/>
          <p:cNvCxnSpPr>
            <a:endCxn id="5" idx="3"/>
          </p:cNvCxnSpPr>
          <p:nvPr/>
        </p:nvCxnSpPr>
        <p:spPr>
          <a:xfrm flipV="1">
            <a:off x="9021930" y="1977090"/>
            <a:ext cx="418046" cy="1776977"/>
          </a:xfrm>
          <a:prstGeom prst="straightConnector1">
            <a:avLst/>
          </a:prstGeom>
          <a:ln>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208603" y="2798783"/>
            <a:ext cx="1576072" cy="830997"/>
          </a:xfrm>
          <a:prstGeom prst="rect">
            <a:avLst/>
          </a:prstGeom>
          <a:noFill/>
        </p:spPr>
        <p:txBody>
          <a:bodyPr wrap="none" rtlCol="0">
            <a:spAutoFit/>
          </a:bodyPr>
          <a:lstStyle/>
          <a:p>
            <a:r>
              <a:rPr lang="en-US" dirty="0"/>
              <a:t>instruction </a:t>
            </a:r>
          </a:p>
          <a:p>
            <a:r>
              <a:rPr lang="en-US" dirty="0"/>
              <a:t>fetch</a:t>
            </a:r>
          </a:p>
        </p:txBody>
      </p:sp>
      <p:sp>
        <p:nvSpPr>
          <p:cNvPr id="20" name="Rectangle 19"/>
          <p:cNvSpPr/>
          <p:nvPr/>
        </p:nvSpPr>
        <p:spPr>
          <a:xfrm>
            <a:off x="9180641" y="3480387"/>
            <a:ext cx="316149" cy="180756"/>
          </a:xfrm>
          <a:prstGeom prst="rect">
            <a:avLst/>
          </a:prstGeom>
          <a:solidFill>
            <a:srgbClr val="333399"/>
          </a:solid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21" name="Rectangle 20"/>
          <p:cNvSpPr/>
          <p:nvPr/>
        </p:nvSpPr>
        <p:spPr>
          <a:xfrm>
            <a:off x="9789332" y="1781303"/>
            <a:ext cx="304843" cy="195786"/>
          </a:xfrm>
          <a:prstGeom prst="rect">
            <a:avLst/>
          </a:prstGeom>
          <a:pattFill prst="pct50">
            <a:fgClr>
              <a:schemeClr val="bg2"/>
            </a:fgClr>
            <a:bgClr>
              <a:prstClr val="white"/>
            </a:bgClr>
          </a:patt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dirty="0">
              <a:solidFill>
                <a:schemeClr val="tx1"/>
              </a:solidFill>
            </a:endParaRPr>
          </a:p>
        </p:txBody>
      </p:sp>
      <p:cxnSp>
        <p:nvCxnSpPr>
          <p:cNvPr id="18" name="Straight Arrow Connector 17"/>
          <p:cNvCxnSpPr>
            <a:stCxn id="5" idx="5"/>
            <a:endCxn id="11" idx="0"/>
          </p:cNvCxnSpPr>
          <p:nvPr/>
        </p:nvCxnSpPr>
        <p:spPr>
          <a:xfrm>
            <a:off x="10146136" y="1977090"/>
            <a:ext cx="369884" cy="1776977"/>
          </a:xfrm>
          <a:prstGeom prst="straightConnector1">
            <a:avLst/>
          </a:prstGeom>
          <a:ln>
            <a:solidFill>
              <a:srgbClr val="000000"/>
            </a:solidFill>
            <a:headEnd type="arrow"/>
            <a:tailEnd type="arrow"/>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9134104" y="2409858"/>
            <a:ext cx="1255459" cy="399781"/>
          </a:xfrm>
          <a:prstGeom prst="rect">
            <a:avLst/>
          </a:prstGeom>
          <a:solidFill>
            <a:schemeClr val="bg1"/>
          </a:solidFill>
          <a:ln w="19050"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dirty="0">
                <a:solidFill>
                  <a:schemeClr val="tx1"/>
                </a:solidFill>
              </a:rPr>
              <a:t>MMU</a:t>
            </a:r>
          </a:p>
        </p:txBody>
      </p:sp>
      <p:sp>
        <p:nvSpPr>
          <p:cNvPr id="24" name="TextBox 23"/>
          <p:cNvSpPr txBox="1"/>
          <p:nvPr/>
        </p:nvSpPr>
        <p:spPr>
          <a:xfrm>
            <a:off x="9180641" y="4272591"/>
            <a:ext cx="1899879" cy="461665"/>
          </a:xfrm>
          <a:prstGeom prst="rect">
            <a:avLst/>
          </a:prstGeom>
          <a:noFill/>
        </p:spPr>
        <p:txBody>
          <a:bodyPr wrap="none" rtlCol="0">
            <a:spAutoFit/>
          </a:bodyPr>
          <a:lstStyle/>
          <a:p>
            <a:r>
              <a:rPr lang="en-US" dirty="0"/>
              <a:t>main memory</a:t>
            </a:r>
          </a:p>
        </p:txBody>
      </p:sp>
      <p:sp>
        <p:nvSpPr>
          <p:cNvPr id="6" name="TextBox 5">
            <a:extLst>
              <a:ext uri="{FF2B5EF4-FFF2-40B4-BE49-F238E27FC236}">
                <a16:creationId xmlns:a16="http://schemas.microsoft.com/office/drawing/2014/main" id="{5DAE9DFF-C9FA-8B4D-BD2D-F81A03F42C41}"/>
              </a:ext>
            </a:extLst>
          </p:cNvPr>
          <p:cNvSpPr txBox="1"/>
          <p:nvPr/>
        </p:nvSpPr>
        <p:spPr>
          <a:xfrm>
            <a:off x="7610442" y="5176557"/>
            <a:ext cx="4302781" cy="707886"/>
          </a:xfrm>
          <a:prstGeom prst="rect">
            <a:avLst/>
          </a:prstGeom>
          <a:noFill/>
        </p:spPr>
        <p:txBody>
          <a:bodyPr wrap="none" rtlCol="0">
            <a:spAutoFit/>
          </a:bodyPr>
          <a:lstStyle/>
          <a:p>
            <a:pPr marL="342900" indent="-342900">
              <a:buFont typeface="Arial" panose="020B0604020202020204" pitchFamily="34" charset="0"/>
              <a:buChar char="•"/>
            </a:pPr>
            <a:r>
              <a:rPr lang="en-US" sz="2000" dirty="0">
                <a:latin typeface="+mn-lt"/>
              </a:rPr>
              <a:t>CPU: Central Processing Unit</a:t>
            </a:r>
          </a:p>
          <a:p>
            <a:pPr marL="342900" indent="-342900">
              <a:buFont typeface="Arial" panose="020B0604020202020204" pitchFamily="34" charset="0"/>
              <a:buChar char="•"/>
            </a:pPr>
            <a:r>
              <a:rPr lang="en-US" sz="2000" dirty="0">
                <a:latin typeface="+mn-lt"/>
              </a:rPr>
              <a:t>MMU: Memory Management Unit</a:t>
            </a:r>
          </a:p>
        </p:txBody>
      </p:sp>
      <p:sp>
        <p:nvSpPr>
          <p:cNvPr id="12" name="TextBox 11">
            <a:extLst>
              <a:ext uri="{FF2B5EF4-FFF2-40B4-BE49-F238E27FC236}">
                <a16:creationId xmlns:a16="http://schemas.microsoft.com/office/drawing/2014/main" id="{000F6317-9928-997C-0E08-60AE3E6A5A2E}"/>
              </a:ext>
            </a:extLst>
          </p:cNvPr>
          <p:cNvSpPr txBox="1"/>
          <p:nvPr/>
        </p:nvSpPr>
        <p:spPr>
          <a:xfrm>
            <a:off x="5985164" y="6543304"/>
            <a:ext cx="1122551" cy="307777"/>
          </a:xfrm>
          <a:prstGeom prst="rect">
            <a:avLst/>
          </a:prstGeom>
          <a:noFill/>
        </p:spPr>
        <p:txBody>
          <a:bodyPr wrap="none" rtlCol="0">
            <a:spAutoFit/>
          </a:bodyPr>
          <a:lstStyle/>
          <a:p>
            <a:r>
              <a:rPr lang="en-US" sz="1400" dirty="0"/>
              <a:t>Out of Scope</a:t>
            </a: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4010509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accel="50000" decel="50000" fill="remove" grpId="0" nodeType="withEffect">
                                  <p:stCondLst>
                                    <p:cond delay="0"/>
                                  </p:stCondLst>
                                  <p:childTnLst>
                                    <p:animMotion origin="layout" path="M -3.60576E-6 -2.478E-6 L 0.03835 -0.25729 " pathEditMode="fixed" rAng="0" ptsTypes="AA">
                                      <p:cBhvr>
                                        <p:cTn id="6" dur="2000" fill="hold"/>
                                        <p:tgtEl>
                                          <p:spTgt spid="20"/>
                                        </p:tgtEl>
                                        <p:attrNameLst>
                                          <p:attrName>ppt_x</p:attrName>
                                          <p:attrName>ppt_y</p:attrName>
                                        </p:attrNameLst>
                                      </p:cBhvr>
                                      <p:rCtr x="1909" y="-12876"/>
                                    </p:animMotion>
                                  </p:childTnLst>
                                </p:cTn>
                              </p:par>
                            </p:childTnLst>
                          </p:cTn>
                        </p:par>
                        <p:par>
                          <p:cTn id="7" fill="hold">
                            <p:stCondLst>
                              <p:cond delay="2000"/>
                            </p:stCondLst>
                            <p:childTnLst>
                              <p:par>
                                <p:cTn id="8" presetID="0" presetClass="path" presetSubtype="0" repeatCount="indefinite" accel="50000" decel="50000" fill="remove" grpId="0" nodeType="afterEffect">
                                  <p:stCondLst>
                                    <p:cond delay="10"/>
                                  </p:stCondLst>
                                  <p:childTnLst>
                                    <p:animMotion origin="layout" path="M 5.37914E-8 2.566E-6 L 0.04355 0.27258 " pathEditMode="relative" rAng="0" ptsTypes="AA">
                                      <p:cBhvr>
                                        <p:cTn id="9" dur="2000" fill="hold"/>
                                        <p:tgtEl>
                                          <p:spTgt spid="21"/>
                                        </p:tgtEl>
                                        <p:attrNameLst>
                                          <p:attrName>ppt_x</p:attrName>
                                          <p:attrName>ppt_y</p:attrName>
                                        </p:attrNameLst>
                                      </p:cBhvr>
                                      <p:rCtr x="2169" y="13617"/>
                                    </p:animMotion>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01384" y="311150"/>
            <a:ext cx="10039654" cy="584200"/>
          </a:xfrm>
        </p:spPr>
        <p:txBody>
          <a:bodyPr/>
          <a:lstStyle/>
          <a:p>
            <a:r>
              <a:rPr lang="en-US" dirty="0"/>
              <a:t>Memory access</a:t>
            </a:r>
          </a:p>
        </p:txBody>
      </p:sp>
      <p:sp>
        <p:nvSpPr>
          <p:cNvPr id="6" name="Rectangle 5"/>
          <p:cNvSpPr/>
          <p:nvPr/>
        </p:nvSpPr>
        <p:spPr>
          <a:xfrm>
            <a:off x="2181728" y="5678643"/>
            <a:ext cx="4794107" cy="461665"/>
          </a:xfrm>
          <a:prstGeom prst="rect">
            <a:avLst/>
          </a:prstGeom>
        </p:spPr>
        <p:txBody>
          <a:bodyPr wrap="square">
            <a:spAutoFit/>
          </a:bodyPr>
          <a:lstStyle/>
          <a:p>
            <a:r>
              <a:rPr lang="en-US" sz="1200" dirty="0">
                <a:solidFill>
                  <a:schemeClr val="bg1">
                    <a:lumMod val="50000"/>
                  </a:schemeClr>
                </a:solidFill>
              </a:rPr>
              <a:t>By </a:t>
            </a:r>
            <a:r>
              <a:rPr lang="en-US" sz="1200" dirty="0" err="1">
                <a:solidFill>
                  <a:schemeClr val="bg1">
                    <a:lumMod val="50000"/>
                  </a:schemeClr>
                </a:solidFill>
              </a:rPr>
              <a:t>Mdjango</a:t>
            </a:r>
            <a:r>
              <a:rPr lang="en-US" sz="1200" dirty="0">
                <a:solidFill>
                  <a:schemeClr val="bg1">
                    <a:lumMod val="50000"/>
                  </a:schemeClr>
                </a:solidFill>
              </a:rPr>
              <a:t>, Andrew S. </a:t>
            </a:r>
            <a:r>
              <a:rPr lang="en-US" sz="1200" dirty="0" err="1">
                <a:solidFill>
                  <a:schemeClr val="bg1">
                    <a:lumMod val="50000"/>
                  </a:schemeClr>
                </a:solidFill>
              </a:rPr>
              <a:t>Tanenbaum</a:t>
            </a:r>
            <a:r>
              <a:rPr lang="en-US" sz="1200" dirty="0">
                <a:solidFill>
                  <a:schemeClr val="bg1">
                    <a:lumMod val="50000"/>
                  </a:schemeClr>
                </a:solidFill>
              </a:rPr>
              <a:t> - Own work, CC BY-SA 3.0, https://</a:t>
            </a:r>
            <a:r>
              <a:rPr lang="en-US" sz="1200" dirty="0" err="1">
                <a:solidFill>
                  <a:schemeClr val="bg1">
                    <a:lumMod val="50000"/>
                  </a:schemeClr>
                </a:solidFill>
              </a:rPr>
              <a:t>commons.wikimedia.org</a:t>
            </a:r>
            <a:r>
              <a:rPr lang="en-US" sz="1200" dirty="0">
                <a:solidFill>
                  <a:schemeClr val="bg1">
                    <a:lumMod val="50000"/>
                  </a:schemeClr>
                </a:solidFill>
              </a:rPr>
              <a:t>/w/</a:t>
            </a:r>
            <a:r>
              <a:rPr lang="en-US" sz="1200" dirty="0" err="1">
                <a:solidFill>
                  <a:schemeClr val="bg1">
                    <a:lumMod val="50000"/>
                  </a:schemeClr>
                </a:solidFill>
              </a:rPr>
              <a:t>index.php?curid</a:t>
            </a:r>
            <a:r>
              <a:rPr lang="en-US" sz="1200" dirty="0">
                <a:solidFill>
                  <a:schemeClr val="bg1">
                    <a:lumMod val="50000"/>
                  </a:schemeClr>
                </a:solidFill>
              </a:rPr>
              <a:t>=20478405</a:t>
            </a:r>
          </a:p>
        </p:txBody>
      </p:sp>
      <p:pic>
        <p:nvPicPr>
          <p:cNvPr id="7" name="Picture 6" descr="MMU_principle_updat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8230" y="1088991"/>
            <a:ext cx="7043571" cy="4061124"/>
          </a:xfrm>
          <a:prstGeom prst="rect">
            <a:avLst/>
          </a:prstGeom>
        </p:spPr>
      </p:pic>
      <p:sp>
        <p:nvSpPr>
          <p:cNvPr id="4" name="TextBox 3">
            <a:extLst>
              <a:ext uri="{FF2B5EF4-FFF2-40B4-BE49-F238E27FC236}">
                <a16:creationId xmlns:a16="http://schemas.microsoft.com/office/drawing/2014/main" id="{91101F4F-FC75-0642-AEE8-80C2392FE780}"/>
              </a:ext>
            </a:extLst>
          </p:cNvPr>
          <p:cNvSpPr txBox="1"/>
          <p:nvPr/>
        </p:nvSpPr>
        <p:spPr>
          <a:xfrm>
            <a:off x="6010015" y="6567545"/>
            <a:ext cx="1122551" cy="307777"/>
          </a:xfrm>
          <a:prstGeom prst="rect">
            <a:avLst/>
          </a:prstGeom>
          <a:noFill/>
        </p:spPr>
        <p:txBody>
          <a:bodyPr wrap="none" rtlCol="0">
            <a:spAutoFit/>
          </a:bodyPr>
          <a:lstStyle/>
          <a:p>
            <a:r>
              <a:rPr lang="en-US" sz="1400" dirty="0"/>
              <a:t>Out of Scope</a:t>
            </a: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p:txBody>
      </p:sp>
      <mc:AlternateContent xmlns:mc="http://schemas.openxmlformats.org/markup-compatibility/2006">
        <mc:Choice xmlns:p14="http://schemas.microsoft.com/office/powerpoint/2010/main" Requires="p14">
          <p:contentPart p14:bwMode="auto" r:id="rId3">
            <p14:nvContentPartPr>
              <p14:cNvPr id="34" name="Ink 33">
                <a:extLst>
                  <a:ext uri="{FF2B5EF4-FFF2-40B4-BE49-F238E27FC236}">
                    <a16:creationId xmlns:a16="http://schemas.microsoft.com/office/drawing/2014/main" id="{FC917C4B-2FD5-70E0-118D-E81DD4464A0F}"/>
                  </a:ext>
                </a:extLst>
              </p14:cNvPr>
              <p14:cNvContentPartPr/>
              <p14:nvPr/>
            </p14:nvContentPartPr>
            <p14:xfrm>
              <a:off x="10468999" y="881932"/>
              <a:ext cx="557280" cy="322200"/>
            </p14:xfrm>
          </p:contentPart>
        </mc:Choice>
        <mc:Fallback>
          <p:pic>
            <p:nvPicPr>
              <p:cNvPr id="34" name="Ink 33">
                <a:extLst>
                  <a:ext uri="{FF2B5EF4-FFF2-40B4-BE49-F238E27FC236}">
                    <a16:creationId xmlns:a16="http://schemas.microsoft.com/office/drawing/2014/main" id="{FC917C4B-2FD5-70E0-118D-E81DD4464A0F}"/>
                  </a:ext>
                </a:extLst>
              </p:cNvPr>
              <p:cNvPicPr/>
              <p:nvPr/>
            </p:nvPicPr>
            <p:blipFill>
              <a:blip r:embed="rId4"/>
              <a:stretch>
                <a:fillRect/>
              </a:stretch>
            </p:blipFill>
            <p:spPr>
              <a:xfrm>
                <a:off x="10458199" y="871132"/>
                <a:ext cx="578520" cy="3434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5" name="Ink 34">
                <a:extLst>
                  <a:ext uri="{FF2B5EF4-FFF2-40B4-BE49-F238E27FC236}">
                    <a16:creationId xmlns:a16="http://schemas.microsoft.com/office/drawing/2014/main" id="{2E61762F-A90D-756B-BF99-F40DADBDD5A5}"/>
                  </a:ext>
                </a:extLst>
              </p14:cNvPr>
              <p14:cNvContentPartPr/>
              <p14:nvPr/>
            </p14:nvContentPartPr>
            <p14:xfrm>
              <a:off x="9844039" y="835852"/>
              <a:ext cx="333720" cy="324720"/>
            </p14:xfrm>
          </p:contentPart>
        </mc:Choice>
        <mc:Fallback>
          <p:pic>
            <p:nvPicPr>
              <p:cNvPr id="35" name="Ink 34">
                <a:extLst>
                  <a:ext uri="{FF2B5EF4-FFF2-40B4-BE49-F238E27FC236}">
                    <a16:creationId xmlns:a16="http://schemas.microsoft.com/office/drawing/2014/main" id="{2E61762F-A90D-756B-BF99-F40DADBDD5A5}"/>
                  </a:ext>
                </a:extLst>
              </p:cNvPr>
              <p:cNvPicPr/>
              <p:nvPr/>
            </p:nvPicPr>
            <p:blipFill>
              <a:blip r:embed="rId6"/>
              <a:stretch>
                <a:fillRect/>
              </a:stretch>
            </p:blipFill>
            <p:spPr>
              <a:xfrm>
                <a:off x="9833239" y="825052"/>
                <a:ext cx="354960" cy="3459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6" name="Ink 35">
                <a:extLst>
                  <a:ext uri="{FF2B5EF4-FFF2-40B4-BE49-F238E27FC236}">
                    <a16:creationId xmlns:a16="http://schemas.microsoft.com/office/drawing/2014/main" id="{707271BC-A9A5-63E0-89B1-BF3E22E7272A}"/>
                  </a:ext>
                </a:extLst>
              </p14:cNvPr>
              <p14:cNvContentPartPr/>
              <p14:nvPr/>
            </p14:nvContentPartPr>
            <p14:xfrm>
              <a:off x="10840159" y="393052"/>
              <a:ext cx="978120" cy="353160"/>
            </p14:xfrm>
          </p:contentPart>
        </mc:Choice>
        <mc:Fallback>
          <p:pic>
            <p:nvPicPr>
              <p:cNvPr id="36" name="Ink 35">
                <a:extLst>
                  <a:ext uri="{FF2B5EF4-FFF2-40B4-BE49-F238E27FC236}">
                    <a16:creationId xmlns:a16="http://schemas.microsoft.com/office/drawing/2014/main" id="{707271BC-A9A5-63E0-89B1-BF3E22E7272A}"/>
                  </a:ext>
                </a:extLst>
              </p:cNvPr>
              <p:cNvPicPr/>
              <p:nvPr/>
            </p:nvPicPr>
            <p:blipFill>
              <a:blip r:embed="rId8"/>
              <a:stretch>
                <a:fillRect/>
              </a:stretch>
            </p:blipFill>
            <p:spPr>
              <a:xfrm>
                <a:off x="10829359" y="382612"/>
                <a:ext cx="999360" cy="3744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37" name="Ink 36">
                <a:extLst>
                  <a:ext uri="{FF2B5EF4-FFF2-40B4-BE49-F238E27FC236}">
                    <a16:creationId xmlns:a16="http://schemas.microsoft.com/office/drawing/2014/main" id="{8A8A0A25-395B-7226-AC99-810404A3CE81}"/>
                  </a:ext>
                </a:extLst>
              </p14:cNvPr>
              <p14:cNvContentPartPr/>
              <p14:nvPr/>
            </p14:nvContentPartPr>
            <p14:xfrm>
              <a:off x="9850879" y="247252"/>
              <a:ext cx="748080" cy="381240"/>
            </p14:xfrm>
          </p:contentPart>
        </mc:Choice>
        <mc:Fallback>
          <p:pic>
            <p:nvPicPr>
              <p:cNvPr id="37" name="Ink 36">
                <a:extLst>
                  <a:ext uri="{FF2B5EF4-FFF2-40B4-BE49-F238E27FC236}">
                    <a16:creationId xmlns:a16="http://schemas.microsoft.com/office/drawing/2014/main" id="{8A8A0A25-395B-7226-AC99-810404A3CE81}"/>
                  </a:ext>
                </a:extLst>
              </p:cNvPr>
              <p:cNvPicPr/>
              <p:nvPr/>
            </p:nvPicPr>
            <p:blipFill>
              <a:blip r:embed="rId10"/>
              <a:stretch>
                <a:fillRect/>
              </a:stretch>
            </p:blipFill>
            <p:spPr>
              <a:xfrm>
                <a:off x="9840084" y="236812"/>
                <a:ext cx="769310" cy="40248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50" name="Ink 49">
                <a:extLst>
                  <a:ext uri="{FF2B5EF4-FFF2-40B4-BE49-F238E27FC236}">
                    <a16:creationId xmlns:a16="http://schemas.microsoft.com/office/drawing/2014/main" id="{872EC294-49C3-BD41-AF17-45D6D65B7094}"/>
                  </a:ext>
                </a:extLst>
              </p14:cNvPr>
              <p14:cNvContentPartPr/>
              <p14:nvPr/>
            </p14:nvContentPartPr>
            <p14:xfrm>
              <a:off x="9936559" y="1297732"/>
              <a:ext cx="1040040" cy="311040"/>
            </p14:xfrm>
          </p:contentPart>
        </mc:Choice>
        <mc:Fallback>
          <p:pic>
            <p:nvPicPr>
              <p:cNvPr id="50" name="Ink 49">
                <a:extLst>
                  <a:ext uri="{FF2B5EF4-FFF2-40B4-BE49-F238E27FC236}">
                    <a16:creationId xmlns:a16="http://schemas.microsoft.com/office/drawing/2014/main" id="{872EC294-49C3-BD41-AF17-45D6D65B7094}"/>
                  </a:ext>
                </a:extLst>
              </p:cNvPr>
              <p:cNvPicPr/>
              <p:nvPr/>
            </p:nvPicPr>
            <p:blipFill>
              <a:blip r:embed="rId12"/>
              <a:stretch>
                <a:fillRect/>
              </a:stretch>
            </p:blipFill>
            <p:spPr>
              <a:xfrm>
                <a:off x="9926115" y="1287292"/>
                <a:ext cx="1061287" cy="3322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51" name="Ink 50">
                <a:extLst>
                  <a:ext uri="{FF2B5EF4-FFF2-40B4-BE49-F238E27FC236}">
                    <a16:creationId xmlns:a16="http://schemas.microsoft.com/office/drawing/2014/main" id="{F9462534-66B6-E1FA-0064-6A4EC9E44E00}"/>
                  </a:ext>
                </a:extLst>
              </p14:cNvPr>
              <p14:cNvContentPartPr/>
              <p14:nvPr/>
            </p14:nvContentPartPr>
            <p14:xfrm>
              <a:off x="11260999" y="931972"/>
              <a:ext cx="247680" cy="222480"/>
            </p14:xfrm>
          </p:contentPart>
        </mc:Choice>
        <mc:Fallback>
          <p:pic>
            <p:nvPicPr>
              <p:cNvPr id="51" name="Ink 50">
                <a:extLst>
                  <a:ext uri="{FF2B5EF4-FFF2-40B4-BE49-F238E27FC236}">
                    <a16:creationId xmlns:a16="http://schemas.microsoft.com/office/drawing/2014/main" id="{F9462534-66B6-E1FA-0064-6A4EC9E44E00}"/>
                  </a:ext>
                </a:extLst>
              </p:cNvPr>
              <p:cNvPicPr/>
              <p:nvPr/>
            </p:nvPicPr>
            <p:blipFill>
              <a:blip r:embed="rId14"/>
              <a:stretch>
                <a:fillRect/>
              </a:stretch>
            </p:blipFill>
            <p:spPr>
              <a:xfrm>
                <a:off x="11250199" y="921532"/>
                <a:ext cx="268920" cy="2437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55" name="Ink 54">
                <a:extLst>
                  <a:ext uri="{FF2B5EF4-FFF2-40B4-BE49-F238E27FC236}">
                    <a16:creationId xmlns:a16="http://schemas.microsoft.com/office/drawing/2014/main" id="{BC0D003A-0F33-1C8D-6BAD-163FA04FE56C}"/>
                  </a:ext>
                </a:extLst>
              </p14:cNvPr>
              <p14:cNvContentPartPr/>
              <p14:nvPr/>
            </p14:nvContentPartPr>
            <p14:xfrm>
              <a:off x="9757279" y="1909012"/>
              <a:ext cx="421200" cy="322200"/>
            </p14:xfrm>
          </p:contentPart>
        </mc:Choice>
        <mc:Fallback>
          <p:pic>
            <p:nvPicPr>
              <p:cNvPr id="55" name="Ink 54">
                <a:extLst>
                  <a:ext uri="{FF2B5EF4-FFF2-40B4-BE49-F238E27FC236}">
                    <a16:creationId xmlns:a16="http://schemas.microsoft.com/office/drawing/2014/main" id="{BC0D003A-0F33-1C8D-6BAD-163FA04FE56C}"/>
                  </a:ext>
                </a:extLst>
              </p:cNvPr>
              <p:cNvPicPr/>
              <p:nvPr/>
            </p:nvPicPr>
            <p:blipFill>
              <a:blip r:embed="rId16"/>
              <a:stretch>
                <a:fillRect/>
              </a:stretch>
            </p:blipFill>
            <p:spPr>
              <a:xfrm>
                <a:off x="9746839" y="1898212"/>
                <a:ext cx="442440" cy="3434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79" name="Ink 78">
                <a:extLst>
                  <a:ext uri="{FF2B5EF4-FFF2-40B4-BE49-F238E27FC236}">
                    <a16:creationId xmlns:a16="http://schemas.microsoft.com/office/drawing/2014/main" id="{070E75E5-A6D3-C20F-5DE2-25A699541803}"/>
                  </a:ext>
                </a:extLst>
              </p14:cNvPr>
              <p14:cNvContentPartPr/>
              <p14:nvPr/>
            </p14:nvContentPartPr>
            <p14:xfrm>
              <a:off x="10698319" y="2503012"/>
              <a:ext cx="222480" cy="274680"/>
            </p14:xfrm>
          </p:contentPart>
        </mc:Choice>
        <mc:Fallback>
          <p:pic>
            <p:nvPicPr>
              <p:cNvPr id="79" name="Ink 78">
                <a:extLst>
                  <a:ext uri="{FF2B5EF4-FFF2-40B4-BE49-F238E27FC236}">
                    <a16:creationId xmlns:a16="http://schemas.microsoft.com/office/drawing/2014/main" id="{070E75E5-A6D3-C20F-5DE2-25A699541803}"/>
                  </a:ext>
                </a:extLst>
              </p:cNvPr>
              <p:cNvPicPr/>
              <p:nvPr/>
            </p:nvPicPr>
            <p:blipFill>
              <a:blip r:embed="rId18"/>
              <a:stretch>
                <a:fillRect/>
              </a:stretch>
            </p:blipFill>
            <p:spPr>
              <a:xfrm>
                <a:off x="10687879" y="2492212"/>
                <a:ext cx="243720" cy="29592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83" name="Ink 82">
                <a:extLst>
                  <a:ext uri="{FF2B5EF4-FFF2-40B4-BE49-F238E27FC236}">
                    <a16:creationId xmlns:a16="http://schemas.microsoft.com/office/drawing/2014/main" id="{B538DEF6-9C58-EC54-95F5-542BE1829FFF}"/>
                  </a:ext>
                </a:extLst>
              </p14:cNvPr>
              <p14:cNvContentPartPr/>
              <p14:nvPr/>
            </p14:nvContentPartPr>
            <p14:xfrm>
              <a:off x="11168119" y="2549812"/>
              <a:ext cx="414720" cy="287640"/>
            </p14:xfrm>
          </p:contentPart>
        </mc:Choice>
        <mc:Fallback>
          <p:pic>
            <p:nvPicPr>
              <p:cNvPr id="83" name="Ink 82">
                <a:extLst>
                  <a:ext uri="{FF2B5EF4-FFF2-40B4-BE49-F238E27FC236}">
                    <a16:creationId xmlns:a16="http://schemas.microsoft.com/office/drawing/2014/main" id="{B538DEF6-9C58-EC54-95F5-542BE1829FFF}"/>
                  </a:ext>
                </a:extLst>
              </p:cNvPr>
              <p:cNvPicPr/>
              <p:nvPr/>
            </p:nvPicPr>
            <p:blipFill>
              <a:blip r:embed="rId20"/>
              <a:stretch>
                <a:fillRect/>
              </a:stretch>
            </p:blipFill>
            <p:spPr>
              <a:xfrm>
                <a:off x="11157328" y="2539012"/>
                <a:ext cx="435942" cy="3088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84" name="Ink 83">
                <a:extLst>
                  <a:ext uri="{FF2B5EF4-FFF2-40B4-BE49-F238E27FC236}">
                    <a16:creationId xmlns:a16="http://schemas.microsoft.com/office/drawing/2014/main" id="{61D510D6-CCDC-EE8B-63E1-CA40BEF0B546}"/>
                  </a:ext>
                </a:extLst>
              </p14:cNvPr>
              <p14:cNvContentPartPr/>
              <p14:nvPr/>
            </p14:nvContentPartPr>
            <p14:xfrm>
              <a:off x="9726319" y="2442532"/>
              <a:ext cx="780120" cy="438480"/>
            </p14:xfrm>
          </p:contentPart>
        </mc:Choice>
        <mc:Fallback>
          <p:pic>
            <p:nvPicPr>
              <p:cNvPr id="84" name="Ink 83">
                <a:extLst>
                  <a:ext uri="{FF2B5EF4-FFF2-40B4-BE49-F238E27FC236}">
                    <a16:creationId xmlns:a16="http://schemas.microsoft.com/office/drawing/2014/main" id="{61D510D6-CCDC-EE8B-63E1-CA40BEF0B546}"/>
                  </a:ext>
                </a:extLst>
              </p:cNvPr>
              <p:cNvPicPr/>
              <p:nvPr/>
            </p:nvPicPr>
            <p:blipFill>
              <a:blip r:embed="rId22"/>
              <a:stretch>
                <a:fillRect/>
              </a:stretch>
            </p:blipFill>
            <p:spPr>
              <a:xfrm>
                <a:off x="9715879" y="2431723"/>
                <a:ext cx="801360" cy="459737"/>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85" name="Ink 84">
                <a:extLst>
                  <a:ext uri="{FF2B5EF4-FFF2-40B4-BE49-F238E27FC236}">
                    <a16:creationId xmlns:a16="http://schemas.microsoft.com/office/drawing/2014/main" id="{40FE9E4D-077A-DD3A-9A26-E2DBF58E756A}"/>
                  </a:ext>
                </a:extLst>
              </p14:cNvPr>
              <p14:cNvContentPartPr/>
              <p14:nvPr/>
            </p14:nvContentPartPr>
            <p14:xfrm>
              <a:off x="11174239" y="2022412"/>
              <a:ext cx="860400" cy="270360"/>
            </p14:xfrm>
          </p:contentPart>
        </mc:Choice>
        <mc:Fallback>
          <p:pic>
            <p:nvPicPr>
              <p:cNvPr id="85" name="Ink 84">
                <a:extLst>
                  <a:ext uri="{FF2B5EF4-FFF2-40B4-BE49-F238E27FC236}">
                    <a16:creationId xmlns:a16="http://schemas.microsoft.com/office/drawing/2014/main" id="{40FE9E4D-077A-DD3A-9A26-E2DBF58E756A}"/>
                  </a:ext>
                </a:extLst>
              </p:cNvPr>
              <p:cNvPicPr/>
              <p:nvPr/>
            </p:nvPicPr>
            <p:blipFill>
              <a:blip r:embed="rId24"/>
              <a:stretch>
                <a:fillRect/>
              </a:stretch>
            </p:blipFill>
            <p:spPr>
              <a:xfrm>
                <a:off x="11163439" y="2011986"/>
                <a:ext cx="881640" cy="291572"/>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86" name="Ink 85">
                <a:extLst>
                  <a:ext uri="{FF2B5EF4-FFF2-40B4-BE49-F238E27FC236}">
                    <a16:creationId xmlns:a16="http://schemas.microsoft.com/office/drawing/2014/main" id="{6E71800C-779A-0C45-8F16-DC9A0A30CD14}"/>
                  </a:ext>
                </a:extLst>
              </p14:cNvPr>
              <p14:cNvContentPartPr/>
              <p14:nvPr/>
            </p14:nvContentPartPr>
            <p14:xfrm>
              <a:off x="10400959" y="1924852"/>
              <a:ext cx="550800" cy="305280"/>
            </p14:xfrm>
          </p:contentPart>
        </mc:Choice>
        <mc:Fallback>
          <p:pic>
            <p:nvPicPr>
              <p:cNvPr id="86" name="Ink 85">
                <a:extLst>
                  <a:ext uri="{FF2B5EF4-FFF2-40B4-BE49-F238E27FC236}">
                    <a16:creationId xmlns:a16="http://schemas.microsoft.com/office/drawing/2014/main" id="{6E71800C-779A-0C45-8F16-DC9A0A30CD14}"/>
                  </a:ext>
                </a:extLst>
              </p:cNvPr>
              <p:cNvPicPr/>
              <p:nvPr/>
            </p:nvPicPr>
            <p:blipFill>
              <a:blip r:embed="rId26"/>
              <a:stretch>
                <a:fillRect/>
              </a:stretch>
            </p:blipFill>
            <p:spPr>
              <a:xfrm>
                <a:off x="10390166" y="1914065"/>
                <a:ext cx="572026" cy="326495"/>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87" name="Ink 86">
                <a:extLst>
                  <a:ext uri="{FF2B5EF4-FFF2-40B4-BE49-F238E27FC236}">
                    <a16:creationId xmlns:a16="http://schemas.microsoft.com/office/drawing/2014/main" id="{00F035E7-B0B0-4DBF-F178-4E8ED5D4DD7D}"/>
                  </a:ext>
                </a:extLst>
              </p14:cNvPr>
              <p14:cNvContentPartPr/>
              <p14:nvPr/>
            </p14:nvContentPartPr>
            <p14:xfrm>
              <a:off x="11366119" y="2577172"/>
              <a:ext cx="87120" cy="297360"/>
            </p14:xfrm>
          </p:contentPart>
        </mc:Choice>
        <mc:Fallback>
          <p:pic>
            <p:nvPicPr>
              <p:cNvPr id="87" name="Ink 86">
                <a:extLst>
                  <a:ext uri="{FF2B5EF4-FFF2-40B4-BE49-F238E27FC236}">
                    <a16:creationId xmlns:a16="http://schemas.microsoft.com/office/drawing/2014/main" id="{00F035E7-B0B0-4DBF-F178-4E8ED5D4DD7D}"/>
                  </a:ext>
                </a:extLst>
              </p:cNvPr>
              <p:cNvPicPr/>
              <p:nvPr/>
            </p:nvPicPr>
            <p:blipFill>
              <a:blip r:embed="rId28"/>
              <a:stretch>
                <a:fillRect/>
              </a:stretch>
            </p:blipFill>
            <p:spPr>
              <a:xfrm>
                <a:off x="11355319" y="2566732"/>
                <a:ext cx="108360" cy="3186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21" name="Ink 120">
                <a:extLst>
                  <a:ext uri="{FF2B5EF4-FFF2-40B4-BE49-F238E27FC236}">
                    <a16:creationId xmlns:a16="http://schemas.microsoft.com/office/drawing/2014/main" id="{71E7A70A-81CC-2C72-0884-0DED648B2C99}"/>
                  </a:ext>
                </a:extLst>
              </p14:cNvPr>
              <p14:cNvContentPartPr/>
              <p14:nvPr/>
            </p14:nvContentPartPr>
            <p14:xfrm>
              <a:off x="9609319" y="4582012"/>
              <a:ext cx="977400" cy="340560"/>
            </p14:xfrm>
          </p:contentPart>
        </mc:Choice>
        <mc:Fallback>
          <p:pic>
            <p:nvPicPr>
              <p:cNvPr id="121" name="Ink 120">
                <a:extLst>
                  <a:ext uri="{FF2B5EF4-FFF2-40B4-BE49-F238E27FC236}">
                    <a16:creationId xmlns:a16="http://schemas.microsoft.com/office/drawing/2014/main" id="{71E7A70A-81CC-2C72-0884-0DED648B2C99}"/>
                  </a:ext>
                </a:extLst>
              </p:cNvPr>
              <p:cNvPicPr/>
              <p:nvPr/>
            </p:nvPicPr>
            <p:blipFill>
              <a:blip r:embed="rId30"/>
              <a:stretch>
                <a:fillRect/>
              </a:stretch>
            </p:blipFill>
            <p:spPr>
              <a:xfrm>
                <a:off x="9598879" y="4571212"/>
                <a:ext cx="998640" cy="3618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22" name="Ink 121">
                <a:extLst>
                  <a:ext uri="{FF2B5EF4-FFF2-40B4-BE49-F238E27FC236}">
                    <a16:creationId xmlns:a16="http://schemas.microsoft.com/office/drawing/2014/main" id="{E5D9A82E-57D4-522A-0818-5DBB223EC1B2}"/>
                  </a:ext>
                </a:extLst>
              </p14:cNvPr>
              <p14:cNvContentPartPr/>
              <p14:nvPr/>
            </p14:nvContentPartPr>
            <p14:xfrm>
              <a:off x="11619559" y="4192132"/>
              <a:ext cx="192240" cy="275400"/>
            </p14:xfrm>
          </p:contentPart>
        </mc:Choice>
        <mc:Fallback>
          <p:pic>
            <p:nvPicPr>
              <p:cNvPr id="122" name="Ink 121">
                <a:extLst>
                  <a:ext uri="{FF2B5EF4-FFF2-40B4-BE49-F238E27FC236}">
                    <a16:creationId xmlns:a16="http://schemas.microsoft.com/office/drawing/2014/main" id="{E5D9A82E-57D4-522A-0818-5DBB223EC1B2}"/>
                  </a:ext>
                </a:extLst>
              </p:cNvPr>
              <p:cNvPicPr/>
              <p:nvPr/>
            </p:nvPicPr>
            <p:blipFill>
              <a:blip r:embed="rId32"/>
              <a:stretch>
                <a:fillRect/>
              </a:stretch>
            </p:blipFill>
            <p:spPr>
              <a:xfrm>
                <a:off x="11609119" y="4181332"/>
                <a:ext cx="213480" cy="29664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123" name="Ink 122">
                <a:extLst>
                  <a:ext uri="{FF2B5EF4-FFF2-40B4-BE49-F238E27FC236}">
                    <a16:creationId xmlns:a16="http://schemas.microsoft.com/office/drawing/2014/main" id="{D6BDF619-D4B6-41EA-5F17-742256523005}"/>
                  </a:ext>
                </a:extLst>
              </p14:cNvPr>
              <p14:cNvContentPartPr/>
              <p14:nvPr/>
            </p14:nvContentPartPr>
            <p14:xfrm>
              <a:off x="10945999" y="4155052"/>
              <a:ext cx="475920" cy="315360"/>
            </p14:xfrm>
          </p:contentPart>
        </mc:Choice>
        <mc:Fallback>
          <p:pic>
            <p:nvPicPr>
              <p:cNvPr id="123" name="Ink 122">
                <a:extLst>
                  <a:ext uri="{FF2B5EF4-FFF2-40B4-BE49-F238E27FC236}">
                    <a16:creationId xmlns:a16="http://schemas.microsoft.com/office/drawing/2014/main" id="{D6BDF619-D4B6-41EA-5F17-742256523005}"/>
                  </a:ext>
                </a:extLst>
              </p:cNvPr>
              <p:cNvPicPr/>
              <p:nvPr/>
            </p:nvPicPr>
            <p:blipFill>
              <a:blip r:embed="rId34"/>
              <a:stretch>
                <a:fillRect/>
              </a:stretch>
            </p:blipFill>
            <p:spPr>
              <a:xfrm>
                <a:off x="10935207" y="4144252"/>
                <a:ext cx="497144" cy="33660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124" name="Ink 123">
                <a:extLst>
                  <a:ext uri="{FF2B5EF4-FFF2-40B4-BE49-F238E27FC236}">
                    <a16:creationId xmlns:a16="http://schemas.microsoft.com/office/drawing/2014/main" id="{8D316907-B461-7CE5-6F40-7BD9F00DB037}"/>
                  </a:ext>
                </a:extLst>
              </p14:cNvPr>
              <p14:cNvContentPartPr/>
              <p14:nvPr/>
            </p14:nvContentPartPr>
            <p14:xfrm>
              <a:off x="9874999" y="4124092"/>
              <a:ext cx="891000" cy="278640"/>
            </p14:xfrm>
          </p:contentPart>
        </mc:Choice>
        <mc:Fallback>
          <p:pic>
            <p:nvPicPr>
              <p:cNvPr id="124" name="Ink 123">
                <a:extLst>
                  <a:ext uri="{FF2B5EF4-FFF2-40B4-BE49-F238E27FC236}">
                    <a16:creationId xmlns:a16="http://schemas.microsoft.com/office/drawing/2014/main" id="{8D316907-B461-7CE5-6F40-7BD9F00DB037}"/>
                  </a:ext>
                </a:extLst>
              </p:cNvPr>
              <p:cNvPicPr/>
              <p:nvPr/>
            </p:nvPicPr>
            <p:blipFill>
              <a:blip r:embed="rId36"/>
              <a:stretch>
                <a:fillRect/>
              </a:stretch>
            </p:blipFill>
            <p:spPr>
              <a:xfrm>
                <a:off x="9864203" y="4113292"/>
                <a:ext cx="912231" cy="2998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125" name="Ink 124">
                <a:extLst>
                  <a:ext uri="{FF2B5EF4-FFF2-40B4-BE49-F238E27FC236}">
                    <a16:creationId xmlns:a16="http://schemas.microsoft.com/office/drawing/2014/main" id="{2537CB55-A70F-E24B-D710-D8F7DFA79F5E}"/>
                  </a:ext>
                </a:extLst>
              </p14:cNvPr>
              <p14:cNvContentPartPr/>
              <p14:nvPr/>
            </p14:nvContentPartPr>
            <p14:xfrm>
              <a:off x="11298079" y="3666172"/>
              <a:ext cx="426960" cy="241920"/>
            </p14:xfrm>
          </p:contentPart>
        </mc:Choice>
        <mc:Fallback>
          <p:pic>
            <p:nvPicPr>
              <p:cNvPr id="125" name="Ink 124">
                <a:extLst>
                  <a:ext uri="{FF2B5EF4-FFF2-40B4-BE49-F238E27FC236}">
                    <a16:creationId xmlns:a16="http://schemas.microsoft.com/office/drawing/2014/main" id="{2537CB55-A70F-E24B-D710-D8F7DFA79F5E}"/>
                  </a:ext>
                </a:extLst>
              </p:cNvPr>
              <p:cNvPicPr/>
              <p:nvPr/>
            </p:nvPicPr>
            <p:blipFill>
              <a:blip r:embed="rId38"/>
              <a:stretch>
                <a:fillRect/>
              </a:stretch>
            </p:blipFill>
            <p:spPr>
              <a:xfrm>
                <a:off x="11287288" y="3655716"/>
                <a:ext cx="448182" cy="263192"/>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126" name="Ink 125">
                <a:extLst>
                  <a:ext uri="{FF2B5EF4-FFF2-40B4-BE49-F238E27FC236}">
                    <a16:creationId xmlns:a16="http://schemas.microsoft.com/office/drawing/2014/main" id="{121968AE-8994-0720-B5D3-CF02FD7EF0C1}"/>
                  </a:ext>
                </a:extLst>
              </p14:cNvPr>
              <p14:cNvContentPartPr/>
              <p14:nvPr/>
            </p14:nvContentPartPr>
            <p14:xfrm>
              <a:off x="9881119" y="3530812"/>
              <a:ext cx="1194480" cy="432000"/>
            </p14:xfrm>
          </p:contentPart>
        </mc:Choice>
        <mc:Fallback>
          <p:pic>
            <p:nvPicPr>
              <p:cNvPr id="126" name="Ink 125">
                <a:extLst>
                  <a:ext uri="{FF2B5EF4-FFF2-40B4-BE49-F238E27FC236}">
                    <a16:creationId xmlns:a16="http://schemas.microsoft.com/office/drawing/2014/main" id="{121968AE-8994-0720-B5D3-CF02FD7EF0C1}"/>
                  </a:ext>
                </a:extLst>
              </p:cNvPr>
              <p:cNvPicPr/>
              <p:nvPr/>
            </p:nvPicPr>
            <p:blipFill>
              <a:blip r:embed="rId40"/>
              <a:stretch>
                <a:fillRect/>
              </a:stretch>
            </p:blipFill>
            <p:spPr>
              <a:xfrm>
                <a:off x="9870319" y="3520012"/>
                <a:ext cx="1215720" cy="45324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127" name="Ink 126">
                <a:extLst>
                  <a:ext uri="{FF2B5EF4-FFF2-40B4-BE49-F238E27FC236}">
                    <a16:creationId xmlns:a16="http://schemas.microsoft.com/office/drawing/2014/main" id="{905ED5A4-F9B7-BAC7-F8BB-914D1426C4AC}"/>
                  </a:ext>
                </a:extLst>
              </p14:cNvPr>
              <p14:cNvContentPartPr/>
              <p14:nvPr/>
            </p14:nvContentPartPr>
            <p14:xfrm>
              <a:off x="9800479" y="2973172"/>
              <a:ext cx="439920" cy="351000"/>
            </p14:xfrm>
          </p:contentPart>
        </mc:Choice>
        <mc:Fallback>
          <p:pic>
            <p:nvPicPr>
              <p:cNvPr id="127" name="Ink 126">
                <a:extLst>
                  <a:ext uri="{FF2B5EF4-FFF2-40B4-BE49-F238E27FC236}">
                    <a16:creationId xmlns:a16="http://schemas.microsoft.com/office/drawing/2014/main" id="{905ED5A4-F9B7-BAC7-F8BB-914D1426C4AC}"/>
                  </a:ext>
                </a:extLst>
              </p:cNvPr>
              <p:cNvPicPr/>
              <p:nvPr/>
            </p:nvPicPr>
            <p:blipFill>
              <a:blip r:embed="rId42"/>
              <a:stretch>
                <a:fillRect/>
              </a:stretch>
            </p:blipFill>
            <p:spPr>
              <a:xfrm>
                <a:off x="9790030" y="2962732"/>
                <a:ext cx="461177" cy="37224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163" name="Ink 162">
                <a:extLst>
                  <a:ext uri="{FF2B5EF4-FFF2-40B4-BE49-F238E27FC236}">
                    <a16:creationId xmlns:a16="http://schemas.microsoft.com/office/drawing/2014/main" id="{B63B697E-EAE8-AA0D-523D-2DE7498A3563}"/>
                  </a:ext>
                </a:extLst>
              </p14:cNvPr>
              <p14:cNvContentPartPr/>
              <p14:nvPr/>
            </p14:nvContentPartPr>
            <p14:xfrm>
              <a:off x="9430039" y="4722052"/>
              <a:ext cx="2592360" cy="1075680"/>
            </p14:xfrm>
          </p:contentPart>
        </mc:Choice>
        <mc:Fallback>
          <p:pic>
            <p:nvPicPr>
              <p:cNvPr id="163" name="Ink 162">
                <a:extLst>
                  <a:ext uri="{FF2B5EF4-FFF2-40B4-BE49-F238E27FC236}">
                    <a16:creationId xmlns:a16="http://schemas.microsoft.com/office/drawing/2014/main" id="{B63B697E-EAE8-AA0D-523D-2DE7498A3563}"/>
                  </a:ext>
                </a:extLst>
              </p:cNvPr>
              <p:cNvPicPr/>
              <p:nvPr/>
            </p:nvPicPr>
            <p:blipFill>
              <a:blip r:embed="rId44"/>
              <a:stretch>
                <a:fillRect/>
              </a:stretch>
            </p:blipFill>
            <p:spPr>
              <a:xfrm>
                <a:off x="9419599" y="4711612"/>
                <a:ext cx="2613600" cy="109692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189" name="Ink 188">
                <a:extLst>
                  <a:ext uri="{FF2B5EF4-FFF2-40B4-BE49-F238E27FC236}">
                    <a16:creationId xmlns:a16="http://schemas.microsoft.com/office/drawing/2014/main" id="{15248161-294D-35A1-5E8A-E21EAD3A490C}"/>
                  </a:ext>
                </a:extLst>
              </p14:cNvPr>
              <p14:cNvContentPartPr/>
              <p14:nvPr/>
            </p14:nvContentPartPr>
            <p14:xfrm>
              <a:off x="6948919" y="5683252"/>
              <a:ext cx="1243440" cy="326880"/>
            </p14:xfrm>
          </p:contentPart>
        </mc:Choice>
        <mc:Fallback>
          <p:pic>
            <p:nvPicPr>
              <p:cNvPr id="189" name="Ink 188">
                <a:extLst>
                  <a:ext uri="{FF2B5EF4-FFF2-40B4-BE49-F238E27FC236}">
                    <a16:creationId xmlns:a16="http://schemas.microsoft.com/office/drawing/2014/main" id="{15248161-294D-35A1-5E8A-E21EAD3A490C}"/>
                  </a:ext>
                </a:extLst>
              </p:cNvPr>
              <p:cNvPicPr/>
              <p:nvPr/>
            </p:nvPicPr>
            <p:blipFill>
              <a:blip r:embed="rId46"/>
              <a:stretch>
                <a:fillRect/>
              </a:stretch>
            </p:blipFill>
            <p:spPr>
              <a:xfrm>
                <a:off x="6938479" y="5672812"/>
                <a:ext cx="1264680" cy="34812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190" name="Ink 189">
                <a:extLst>
                  <a:ext uri="{FF2B5EF4-FFF2-40B4-BE49-F238E27FC236}">
                    <a16:creationId xmlns:a16="http://schemas.microsoft.com/office/drawing/2014/main" id="{5BA9E78C-6FAA-8DD4-81BA-49D378D9F962}"/>
                  </a:ext>
                </a:extLst>
              </p14:cNvPr>
              <p14:cNvContentPartPr/>
              <p14:nvPr/>
            </p14:nvContentPartPr>
            <p14:xfrm>
              <a:off x="6570919" y="4690372"/>
              <a:ext cx="1407960" cy="825480"/>
            </p14:xfrm>
          </p:contentPart>
        </mc:Choice>
        <mc:Fallback>
          <p:pic>
            <p:nvPicPr>
              <p:cNvPr id="190" name="Ink 189">
                <a:extLst>
                  <a:ext uri="{FF2B5EF4-FFF2-40B4-BE49-F238E27FC236}">
                    <a16:creationId xmlns:a16="http://schemas.microsoft.com/office/drawing/2014/main" id="{5BA9E78C-6FAA-8DD4-81BA-49D378D9F962}"/>
                  </a:ext>
                </a:extLst>
              </p:cNvPr>
              <p:cNvPicPr/>
              <p:nvPr/>
            </p:nvPicPr>
            <p:blipFill>
              <a:blip r:embed="rId48"/>
              <a:stretch>
                <a:fillRect/>
              </a:stretch>
            </p:blipFill>
            <p:spPr>
              <a:xfrm>
                <a:off x="6560122" y="4679932"/>
                <a:ext cx="1429195" cy="846720"/>
              </a:xfrm>
              <a:prstGeom prst="rect">
                <a:avLst/>
              </a:prstGeom>
            </p:spPr>
          </p:pic>
        </mc:Fallback>
      </mc:AlternateContent>
    </p:spTree>
    <p:extLst>
      <p:ext uri="{BB962C8B-B14F-4D97-AF65-F5344CB8AC3E}">
        <p14:creationId xmlns:p14="http://schemas.microsoft.com/office/powerpoint/2010/main" val="2505574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3349" y="30834"/>
            <a:ext cx="10840451" cy="1325563"/>
          </a:xfrm>
        </p:spPr>
        <p:txBody>
          <a:bodyPr anchor="ctr">
            <a:normAutofit/>
          </a:bodyPr>
          <a:lstStyle/>
          <a:p>
            <a:r>
              <a:rPr lang="en-US" dirty="0"/>
              <a:t>Importance of Main Memory</a:t>
            </a:r>
          </a:p>
        </p:txBody>
      </p:sp>
      <p:sp>
        <p:nvSpPr>
          <p:cNvPr id="3" name="Content Placeholder 2"/>
          <p:cNvSpPr>
            <a:spLocks noGrp="1"/>
          </p:cNvSpPr>
          <p:nvPr>
            <p:ph sz="half" idx="1"/>
          </p:nvPr>
        </p:nvSpPr>
        <p:spPr>
          <a:xfrm>
            <a:off x="609600" y="1295400"/>
            <a:ext cx="5384800" cy="4191000"/>
          </a:xfrm>
        </p:spPr>
        <p:txBody>
          <a:bodyPr>
            <a:normAutofit/>
          </a:bodyPr>
          <a:lstStyle/>
          <a:p>
            <a:pPr>
              <a:lnSpc>
                <a:spcPct val="90000"/>
              </a:lnSpc>
            </a:pPr>
            <a:r>
              <a:rPr lang="en-US" sz="2000" dirty="0"/>
              <a:t>The main memory is the storage for code and data.</a:t>
            </a:r>
          </a:p>
          <a:p>
            <a:pPr>
              <a:lnSpc>
                <a:spcPct val="90000"/>
              </a:lnSpc>
            </a:pPr>
            <a:r>
              <a:rPr lang="en-US" sz="2000" dirty="0"/>
              <a:t>It is “physically shared” by ALLLLL programs in the computer, though “virtually separated”  </a:t>
            </a:r>
          </a:p>
          <a:p>
            <a:pPr>
              <a:lnSpc>
                <a:spcPct val="90000"/>
              </a:lnSpc>
            </a:pPr>
            <a:r>
              <a:rPr lang="en-US" sz="2000" dirty="0"/>
              <a:t>Many malware compromises require memory corruption or illicit memory accesses.</a:t>
            </a:r>
          </a:p>
          <a:p>
            <a:pPr lvl="1">
              <a:lnSpc>
                <a:spcPct val="90000"/>
              </a:lnSpc>
            </a:pPr>
            <a:r>
              <a:rPr lang="en-US" sz="2000" dirty="0"/>
              <a:t>memory corruption: modified code or data</a:t>
            </a:r>
          </a:p>
          <a:p>
            <a:pPr lvl="1">
              <a:lnSpc>
                <a:spcPct val="90000"/>
              </a:lnSpc>
            </a:pPr>
            <a:r>
              <a:rPr lang="en-US" sz="2000" dirty="0"/>
              <a:t>illicit memory access: information leakage. </a:t>
            </a:r>
          </a:p>
        </p:txBody>
      </p:sp>
      <p:pic>
        <p:nvPicPr>
          <p:cNvPr id="5" name="Picture 4" descr="Text&#10;&#10;Description automatically generated with medium confidence"/>
          <p:cNvPicPr>
            <a:picLocks noChangeAspect="1"/>
          </p:cNvPicPr>
          <p:nvPr/>
        </p:nvPicPr>
        <p:blipFill>
          <a:blip r:embed="rId2"/>
          <a:stretch>
            <a:fillRect/>
          </a:stretch>
        </p:blipFill>
        <p:spPr>
          <a:xfrm>
            <a:off x="6197600" y="1593723"/>
            <a:ext cx="5384800" cy="3594353"/>
          </a:xfrm>
          <a:prstGeom prst="rect">
            <a:avLst/>
          </a:prstGeom>
          <a:noFill/>
        </p:spPr>
      </p:pic>
      <p:sp>
        <p:nvSpPr>
          <p:cNvPr id="4" name="TextBox 3">
            <a:extLst>
              <a:ext uri="{FF2B5EF4-FFF2-40B4-BE49-F238E27FC236}">
                <a16:creationId xmlns:a16="http://schemas.microsoft.com/office/drawing/2014/main" id="{1C69020D-674A-5441-BBAD-E196B59947F0}"/>
              </a:ext>
            </a:extLst>
          </p:cNvPr>
          <p:cNvSpPr txBox="1"/>
          <p:nvPr/>
        </p:nvSpPr>
        <p:spPr>
          <a:xfrm>
            <a:off x="5985164" y="6543304"/>
            <a:ext cx="1122551" cy="307777"/>
          </a:xfrm>
          <a:prstGeom prst="rect">
            <a:avLst/>
          </a:prstGeom>
          <a:noFill/>
        </p:spPr>
        <p:txBody>
          <a:bodyPr wrap="none" rtlCol="0">
            <a:spAutoFit/>
          </a:bodyPr>
          <a:lstStyle/>
          <a:p>
            <a:r>
              <a:rPr lang="en-US" sz="1400" dirty="0"/>
              <a:t>Out of Scope</a:t>
            </a: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942705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CPU Privilege (Protection) Ring</a:t>
            </a:r>
          </a:p>
        </p:txBody>
      </p:sp>
      <p:sp>
        <p:nvSpPr>
          <p:cNvPr id="10" name="Content Placeholder 9">
            <a:extLst>
              <a:ext uri="{FF2B5EF4-FFF2-40B4-BE49-F238E27FC236}">
                <a16:creationId xmlns:a16="http://schemas.microsoft.com/office/drawing/2014/main" id="{16658528-1457-B342-BE6A-EB5E95232076}"/>
              </a:ext>
            </a:extLst>
          </p:cNvPr>
          <p:cNvSpPr>
            <a:spLocks noGrp="1"/>
          </p:cNvSpPr>
          <p:nvPr>
            <p:ph idx="1"/>
          </p:nvPr>
        </p:nvSpPr>
        <p:spPr>
          <a:xfrm>
            <a:off x="513350" y="1268243"/>
            <a:ext cx="7081250" cy="4063151"/>
          </a:xfrm>
        </p:spPr>
        <p:txBody>
          <a:bodyPr vert="horz" lIns="91440" tIns="45720" rIns="91440" bIns="45720" rtlCol="0" anchor="t">
            <a:normAutofit/>
          </a:bodyPr>
          <a:lstStyle/>
          <a:p>
            <a:r>
              <a:rPr lang="en-US" sz="2000"/>
              <a:t>Privilege = Order / Hierarchy </a:t>
            </a:r>
          </a:p>
          <a:p>
            <a:r>
              <a:rPr lang="en-US" sz="2000"/>
              <a:t>CPU always runs in a particular Ring which decides:</a:t>
            </a:r>
          </a:p>
          <a:p>
            <a:pPr lvl="1" indent="-188595">
              <a:buFont typeface="Wingdings" charset="2"/>
              <a:buChar char="§"/>
            </a:pPr>
            <a:r>
              <a:rPr lang="en-US" sz="1800">
                <a:latin typeface="Arial Nova"/>
              </a:rPr>
              <a:t>whether the current code accesses the memory and I/O ports; </a:t>
            </a:r>
          </a:p>
          <a:p>
            <a:pPr lvl="1" indent="-188912">
              <a:buFont typeface="Wingdings" charset="2"/>
              <a:buChar char="§"/>
            </a:pPr>
            <a:r>
              <a:rPr lang="en-US" sz="1800">
                <a:latin typeface="Arial Nova"/>
              </a:rPr>
              <a:t>whether an instruction can be executed. (Some instructions can only be run when CPU in Ring 0, e.g., loading control registers, CR3)</a:t>
            </a:r>
          </a:p>
          <a:p>
            <a:pPr lvl="1" indent="-188595">
              <a:buFont typeface="Wingdings" charset="2"/>
              <a:buChar char="§"/>
            </a:pPr>
            <a:r>
              <a:rPr lang="en-US" sz="1800">
                <a:latin typeface="Arial Nova"/>
              </a:rPr>
              <a:t>Some memory regions (e.g., I/O registers, kernel code) can only be accessed when CPU is in Ring 0. </a:t>
            </a:r>
            <a:endParaRPr lang="en-US" sz="2000"/>
          </a:p>
          <a:p>
            <a:pPr marL="0" indent="0">
              <a:buNone/>
            </a:pPr>
            <a:endParaRPr lang="en-US" sz="2000"/>
          </a:p>
          <a:p>
            <a:pPr indent="-188595">
              <a:buFont typeface="Wingdings" charset="2"/>
              <a:buChar char="§"/>
            </a:pPr>
            <a:r>
              <a:rPr lang="en-US" sz="2000">
                <a:latin typeface="Arial Nova"/>
              </a:rPr>
              <a:t>CPU Privilege is important to protect sensitive resources</a:t>
            </a:r>
          </a:p>
          <a:p>
            <a:endParaRPr lang="en-US"/>
          </a:p>
        </p:txBody>
      </p:sp>
      <p:sp>
        <p:nvSpPr>
          <p:cNvPr id="6" name="Rectangle 5"/>
          <p:cNvSpPr/>
          <p:nvPr/>
        </p:nvSpPr>
        <p:spPr>
          <a:xfrm>
            <a:off x="7836608" y="4869729"/>
            <a:ext cx="4025192" cy="461665"/>
          </a:xfrm>
          <a:prstGeom prst="rect">
            <a:avLst/>
          </a:prstGeom>
        </p:spPr>
        <p:txBody>
          <a:bodyPr wrap="square">
            <a:spAutoFit/>
          </a:bodyPr>
          <a:lstStyle/>
          <a:p>
            <a:r>
              <a:rPr lang="en-US" sz="1200">
                <a:solidFill>
                  <a:schemeClr val="tx1">
                    <a:lumMod val="50000"/>
                    <a:lumOff val="50000"/>
                  </a:schemeClr>
                </a:solidFill>
              </a:rPr>
              <a:t>By </a:t>
            </a:r>
            <a:r>
              <a:rPr lang="en-US" sz="1200" err="1">
                <a:solidFill>
                  <a:schemeClr val="tx1">
                    <a:lumMod val="50000"/>
                    <a:lumOff val="50000"/>
                  </a:schemeClr>
                </a:solidFill>
              </a:rPr>
              <a:t>Hertzsprung</a:t>
            </a:r>
            <a:r>
              <a:rPr lang="en-US" sz="1200">
                <a:solidFill>
                  <a:schemeClr val="tx1">
                    <a:lumMod val="50000"/>
                    <a:lumOff val="50000"/>
                  </a:schemeClr>
                </a:solidFill>
              </a:rPr>
              <a:t> at English Wikipedia, CC BY-SA 3.0, https://</a:t>
            </a:r>
            <a:r>
              <a:rPr lang="en-US" sz="1200" err="1">
                <a:solidFill>
                  <a:schemeClr val="tx1">
                    <a:lumMod val="50000"/>
                    <a:lumOff val="50000"/>
                  </a:schemeClr>
                </a:solidFill>
              </a:rPr>
              <a:t>commons.wikimedia.org</a:t>
            </a:r>
            <a:r>
              <a:rPr lang="en-US" sz="1200">
                <a:solidFill>
                  <a:schemeClr val="tx1">
                    <a:lumMod val="50000"/>
                    <a:lumOff val="50000"/>
                  </a:schemeClr>
                </a:solidFill>
              </a:rPr>
              <a:t>/w/</a:t>
            </a:r>
            <a:r>
              <a:rPr lang="en-US" sz="1200" err="1">
                <a:solidFill>
                  <a:schemeClr val="tx1">
                    <a:lumMod val="50000"/>
                    <a:lumOff val="50000"/>
                  </a:schemeClr>
                </a:solidFill>
              </a:rPr>
              <a:t>index.php?curid</a:t>
            </a:r>
            <a:r>
              <a:rPr lang="en-US" sz="1200">
                <a:solidFill>
                  <a:schemeClr val="tx1">
                    <a:lumMod val="50000"/>
                    <a:lumOff val="50000"/>
                  </a:schemeClr>
                </a:solidFill>
              </a:rPr>
              <a:t>=8950144</a:t>
            </a:r>
          </a:p>
        </p:txBody>
      </p:sp>
      <p:pic>
        <p:nvPicPr>
          <p:cNvPr id="7" name="Picture 6"/>
          <p:cNvPicPr>
            <a:picLocks noChangeAspect="1"/>
          </p:cNvPicPr>
          <p:nvPr/>
        </p:nvPicPr>
        <p:blipFill>
          <a:blip r:embed="rId3"/>
          <a:stretch>
            <a:fillRect/>
          </a:stretch>
        </p:blipFill>
        <p:spPr>
          <a:xfrm>
            <a:off x="7546070" y="1297655"/>
            <a:ext cx="4290331" cy="3218298"/>
          </a:xfrm>
          <a:prstGeom prst="rect">
            <a:avLst/>
          </a:prstGeom>
        </p:spPr>
      </p:pic>
      <p:sp>
        <p:nvSpPr>
          <p:cNvPr id="9" name="TextBox 8"/>
          <p:cNvSpPr txBox="1"/>
          <p:nvPr/>
        </p:nvSpPr>
        <p:spPr>
          <a:xfrm>
            <a:off x="2795641" y="5706784"/>
            <a:ext cx="6600718" cy="461665"/>
          </a:xfrm>
          <a:prstGeom prst="rect">
            <a:avLst/>
          </a:prstGeom>
          <a:solidFill>
            <a:srgbClr val="FFFF00"/>
          </a:solidFill>
          <a:ln>
            <a:noFill/>
          </a:ln>
          <a:effectLst>
            <a:outerShdw blurRad="50800" dist="76200" dir="19200000" algn="l" rotWithShape="0">
              <a:prstClr val="black">
                <a:alpha val="40000"/>
              </a:prstClr>
            </a:outerShdw>
          </a:effectLst>
        </p:spPr>
        <p:txBody>
          <a:bodyPr wrap="none" rtlCol="0">
            <a:spAutoFit/>
          </a:bodyPr>
          <a:lstStyle/>
          <a:p>
            <a:r>
              <a:rPr lang="en-US"/>
              <a:t>CPU Privilege is NOT related to user/root privilege </a:t>
            </a:r>
          </a:p>
        </p:txBody>
      </p:sp>
      <p:sp>
        <p:nvSpPr>
          <p:cNvPr id="3" name="TextBox 2">
            <a:extLst>
              <a:ext uri="{FF2B5EF4-FFF2-40B4-BE49-F238E27FC236}">
                <a16:creationId xmlns:a16="http://schemas.microsoft.com/office/drawing/2014/main" id="{A90DEEA0-5F9B-C58D-EA55-6CD702956C5F}"/>
              </a:ext>
            </a:extLst>
          </p:cNvPr>
          <p:cNvSpPr txBox="1"/>
          <p:nvPr/>
        </p:nvSpPr>
        <p:spPr>
          <a:xfrm>
            <a:off x="5985164" y="6543304"/>
            <a:ext cx="1122551" cy="307777"/>
          </a:xfrm>
          <a:prstGeom prst="rect">
            <a:avLst/>
          </a:prstGeom>
          <a:noFill/>
        </p:spPr>
        <p:txBody>
          <a:bodyPr wrap="none" rtlCol="0">
            <a:spAutoFit/>
          </a:bodyPr>
          <a:lstStyle/>
          <a:p>
            <a:r>
              <a:rPr lang="en-US" sz="1400" dirty="0"/>
              <a:t>Out of Scope</a:t>
            </a: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p:txBody>
      </p:sp>
      <mc:AlternateContent xmlns:mc="http://schemas.openxmlformats.org/markup-compatibility/2006">
        <mc:Choice xmlns:p14="http://schemas.microsoft.com/office/powerpoint/2010/main" Requires="p14">
          <p:contentPart p14:bwMode="auto" r:id="rId4">
            <p14:nvContentPartPr>
              <p14:cNvPr id="14" name="Ink 13">
                <a:extLst>
                  <a:ext uri="{FF2B5EF4-FFF2-40B4-BE49-F238E27FC236}">
                    <a16:creationId xmlns:a16="http://schemas.microsoft.com/office/drawing/2014/main" id="{961BC653-EC6C-6EA4-1569-CF9E5117362D}"/>
                  </a:ext>
                </a:extLst>
              </p14:cNvPr>
              <p14:cNvContentPartPr/>
              <p14:nvPr/>
            </p14:nvContentPartPr>
            <p14:xfrm>
              <a:off x="8311773" y="366283"/>
              <a:ext cx="180720" cy="326160"/>
            </p14:xfrm>
          </p:contentPart>
        </mc:Choice>
        <mc:Fallback>
          <p:pic>
            <p:nvPicPr>
              <p:cNvPr id="14" name="Ink 13">
                <a:extLst>
                  <a:ext uri="{FF2B5EF4-FFF2-40B4-BE49-F238E27FC236}">
                    <a16:creationId xmlns:a16="http://schemas.microsoft.com/office/drawing/2014/main" id="{961BC653-EC6C-6EA4-1569-CF9E5117362D}"/>
                  </a:ext>
                </a:extLst>
              </p:cNvPr>
              <p:cNvPicPr/>
              <p:nvPr/>
            </p:nvPicPr>
            <p:blipFill>
              <a:blip r:embed="rId5"/>
              <a:stretch>
                <a:fillRect/>
              </a:stretch>
            </p:blipFill>
            <p:spPr>
              <a:xfrm>
                <a:off x="8301333" y="355843"/>
                <a:ext cx="201960" cy="3474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9" name="Ink 28">
                <a:extLst>
                  <a:ext uri="{FF2B5EF4-FFF2-40B4-BE49-F238E27FC236}">
                    <a16:creationId xmlns:a16="http://schemas.microsoft.com/office/drawing/2014/main" id="{A6DCC73B-CCCF-D102-BA39-C680914AC9E2}"/>
                  </a:ext>
                </a:extLst>
              </p14:cNvPr>
              <p14:cNvContentPartPr/>
              <p14:nvPr/>
            </p14:nvContentPartPr>
            <p14:xfrm>
              <a:off x="10436853" y="431803"/>
              <a:ext cx="386640" cy="249480"/>
            </p14:xfrm>
          </p:contentPart>
        </mc:Choice>
        <mc:Fallback>
          <p:pic>
            <p:nvPicPr>
              <p:cNvPr id="29" name="Ink 28">
                <a:extLst>
                  <a:ext uri="{FF2B5EF4-FFF2-40B4-BE49-F238E27FC236}">
                    <a16:creationId xmlns:a16="http://schemas.microsoft.com/office/drawing/2014/main" id="{A6DCC73B-CCCF-D102-BA39-C680914AC9E2}"/>
                  </a:ext>
                </a:extLst>
              </p:cNvPr>
              <p:cNvPicPr/>
              <p:nvPr/>
            </p:nvPicPr>
            <p:blipFill>
              <a:blip r:embed="rId7"/>
              <a:stretch>
                <a:fillRect/>
              </a:stretch>
            </p:blipFill>
            <p:spPr>
              <a:xfrm>
                <a:off x="10426053" y="421019"/>
                <a:ext cx="407880" cy="270689"/>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30" name="Ink 29">
                <a:extLst>
                  <a:ext uri="{FF2B5EF4-FFF2-40B4-BE49-F238E27FC236}">
                    <a16:creationId xmlns:a16="http://schemas.microsoft.com/office/drawing/2014/main" id="{BD20FCBB-0D36-C76E-C10B-7DAE73A22CA6}"/>
                  </a:ext>
                </a:extLst>
              </p14:cNvPr>
              <p14:cNvContentPartPr/>
              <p14:nvPr/>
            </p14:nvContentPartPr>
            <p14:xfrm>
              <a:off x="9452253" y="372043"/>
              <a:ext cx="748440" cy="261000"/>
            </p14:xfrm>
          </p:contentPart>
        </mc:Choice>
        <mc:Fallback>
          <p:pic>
            <p:nvPicPr>
              <p:cNvPr id="30" name="Ink 29">
                <a:extLst>
                  <a:ext uri="{FF2B5EF4-FFF2-40B4-BE49-F238E27FC236}">
                    <a16:creationId xmlns:a16="http://schemas.microsoft.com/office/drawing/2014/main" id="{BD20FCBB-0D36-C76E-C10B-7DAE73A22CA6}"/>
                  </a:ext>
                </a:extLst>
              </p:cNvPr>
              <p:cNvPicPr/>
              <p:nvPr/>
            </p:nvPicPr>
            <p:blipFill>
              <a:blip r:embed="rId9"/>
              <a:stretch>
                <a:fillRect/>
              </a:stretch>
            </p:blipFill>
            <p:spPr>
              <a:xfrm>
                <a:off x="9441808" y="361243"/>
                <a:ext cx="769690" cy="2822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31" name="Ink 30">
                <a:extLst>
                  <a:ext uri="{FF2B5EF4-FFF2-40B4-BE49-F238E27FC236}">
                    <a16:creationId xmlns:a16="http://schemas.microsoft.com/office/drawing/2014/main" id="{4B8A3628-08AB-E539-9E44-B260FAC5E4E8}"/>
                  </a:ext>
                </a:extLst>
              </p14:cNvPr>
              <p14:cNvContentPartPr/>
              <p14:nvPr/>
            </p14:nvContentPartPr>
            <p14:xfrm>
              <a:off x="8698413" y="356923"/>
              <a:ext cx="492840" cy="336240"/>
            </p14:xfrm>
          </p:contentPart>
        </mc:Choice>
        <mc:Fallback>
          <p:pic>
            <p:nvPicPr>
              <p:cNvPr id="31" name="Ink 30">
                <a:extLst>
                  <a:ext uri="{FF2B5EF4-FFF2-40B4-BE49-F238E27FC236}">
                    <a16:creationId xmlns:a16="http://schemas.microsoft.com/office/drawing/2014/main" id="{4B8A3628-08AB-E539-9E44-B260FAC5E4E8}"/>
                  </a:ext>
                </a:extLst>
              </p:cNvPr>
              <p:cNvPicPr/>
              <p:nvPr/>
            </p:nvPicPr>
            <p:blipFill>
              <a:blip r:embed="rId11"/>
              <a:stretch>
                <a:fillRect/>
              </a:stretch>
            </p:blipFill>
            <p:spPr>
              <a:xfrm>
                <a:off x="8687965" y="346483"/>
                <a:ext cx="514096" cy="3574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2" name="Ink 31">
                <a:extLst>
                  <a:ext uri="{FF2B5EF4-FFF2-40B4-BE49-F238E27FC236}">
                    <a16:creationId xmlns:a16="http://schemas.microsoft.com/office/drawing/2014/main" id="{E968283D-B927-F6BB-71E5-D5BBFD92C337}"/>
                  </a:ext>
                </a:extLst>
              </p14:cNvPr>
              <p14:cNvContentPartPr/>
              <p14:nvPr/>
            </p14:nvContentPartPr>
            <p14:xfrm>
              <a:off x="7483053" y="280963"/>
              <a:ext cx="613080" cy="465840"/>
            </p14:xfrm>
          </p:contentPart>
        </mc:Choice>
        <mc:Fallback>
          <p:pic>
            <p:nvPicPr>
              <p:cNvPr id="32" name="Ink 31">
                <a:extLst>
                  <a:ext uri="{FF2B5EF4-FFF2-40B4-BE49-F238E27FC236}">
                    <a16:creationId xmlns:a16="http://schemas.microsoft.com/office/drawing/2014/main" id="{E968283D-B927-F6BB-71E5-D5BBFD92C337}"/>
                  </a:ext>
                </a:extLst>
              </p:cNvPr>
              <p:cNvPicPr/>
              <p:nvPr/>
            </p:nvPicPr>
            <p:blipFill>
              <a:blip r:embed="rId13"/>
              <a:stretch>
                <a:fillRect/>
              </a:stretch>
            </p:blipFill>
            <p:spPr>
              <a:xfrm>
                <a:off x="7472613" y="270523"/>
                <a:ext cx="634320" cy="4870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59" name="Ink 58">
                <a:extLst>
                  <a:ext uri="{FF2B5EF4-FFF2-40B4-BE49-F238E27FC236}">
                    <a16:creationId xmlns:a16="http://schemas.microsoft.com/office/drawing/2014/main" id="{08F52A7F-2EBB-048C-D5CB-92F8418380D6}"/>
                  </a:ext>
                </a:extLst>
              </p14:cNvPr>
              <p14:cNvContentPartPr/>
              <p14:nvPr/>
            </p14:nvContentPartPr>
            <p14:xfrm>
              <a:off x="10407333" y="969643"/>
              <a:ext cx="862920" cy="263160"/>
            </p14:xfrm>
          </p:contentPart>
        </mc:Choice>
        <mc:Fallback>
          <p:pic>
            <p:nvPicPr>
              <p:cNvPr id="59" name="Ink 58">
                <a:extLst>
                  <a:ext uri="{FF2B5EF4-FFF2-40B4-BE49-F238E27FC236}">
                    <a16:creationId xmlns:a16="http://schemas.microsoft.com/office/drawing/2014/main" id="{08F52A7F-2EBB-048C-D5CB-92F8418380D6}"/>
                  </a:ext>
                </a:extLst>
              </p:cNvPr>
              <p:cNvPicPr/>
              <p:nvPr/>
            </p:nvPicPr>
            <p:blipFill>
              <a:blip r:embed="rId15"/>
              <a:stretch>
                <a:fillRect/>
              </a:stretch>
            </p:blipFill>
            <p:spPr>
              <a:xfrm>
                <a:off x="10396533" y="959203"/>
                <a:ext cx="884160" cy="2844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60" name="Ink 59">
                <a:extLst>
                  <a:ext uri="{FF2B5EF4-FFF2-40B4-BE49-F238E27FC236}">
                    <a16:creationId xmlns:a16="http://schemas.microsoft.com/office/drawing/2014/main" id="{AD46D10E-78F0-648B-988E-A1582A18549E}"/>
                  </a:ext>
                </a:extLst>
              </p14:cNvPr>
              <p14:cNvContentPartPr/>
              <p14:nvPr/>
            </p14:nvContentPartPr>
            <p14:xfrm>
              <a:off x="9693093" y="950203"/>
              <a:ext cx="442080" cy="235080"/>
            </p14:xfrm>
          </p:contentPart>
        </mc:Choice>
        <mc:Fallback>
          <p:pic>
            <p:nvPicPr>
              <p:cNvPr id="60" name="Ink 59">
                <a:extLst>
                  <a:ext uri="{FF2B5EF4-FFF2-40B4-BE49-F238E27FC236}">
                    <a16:creationId xmlns:a16="http://schemas.microsoft.com/office/drawing/2014/main" id="{AD46D10E-78F0-648B-988E-A1582A18549E}"/>
                  </a:ext>
                </a:extLst>
              </p:cNvPr>
              <p:cNvPicPr/>
              <p:nvPr/>
            </p:nvPicPr>
            <p:blipFill>
              <a:blip r:embed="rId17"/>
              <a:stretch>
                <a:fillRect/>
              </a:stretch>
            </p:blipFill>
            <p:spPr>
              <a:xfrm>
                <a:off x="9682302" y="939420"/>
                <a:ext cx="463303" cy="256288"/>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61" name="Ink 60">
                <a:extLst>
                  <a:ext uri="{FF2B5EF4-FFF2-40B4-BE49-F238E27FC236}">
                    <a16:creationId xmlns:a16="http://schemas.microsoft.com/office/drawing/2014/main" id="{A8F617C6-7B55-C193-899F-4A83B34D6846}"/>
                  </a:ext>
                </a:extLst>
              </p14:cNvPr>
              <p14:cNvContentPartPr/>
              <p14:nvPr/>
            </p14:nvContentPartPr>
            <p14:xfrm>
              <a:off x="8503293" y="916003"/>
              <a:ext cx="868320" cy="280800"/>
            </p14:xfrm>
          </p:contentPart>
        </mc:Choice>
        <mc:Fallback>
          <p:pic>
            <p:nvPicPr>
              <p:cNvPr id="61" name="Ink 60">
                <a:extLst>
                  <a:ext uri="{FF2B5EF4-FFF2-40B4-BE49-F238E27FC236}">
                    <a16:creationId xmlns:a16="http://schemas.microsoft.com/office/drawing/2014/main" id="{A8F617C6-7B55-C193-899F-4A83B34D6846}"/>
                  </a:ext>
                </a:extLst>
              </p:cNvPr>
              <p:cNvPicPr/>
              <p:nvPr/>
            </p:nvPicPr>
            <p:blipFill>
              <a:blip r:embed="rId19"/>
              <a:stretch>
                <a:fillRect/>
              </a:stretch>
            </p:blipFill>
            <p:spPr>
              <a:xfrm>
                <a:off x="8492497" y="905550"/>
                <a:ext cx="889551" cy="302067"/>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62" name="Ink 61">
                <a:extLst>
                  <a:ext uri="{FF2B5EF4-FFF2-40B4-BE49-F238E27FC236}">
                    <a16:creationId xmlns:a16="http://schemas.microsoft.com/office/drawing/2014/main" id="{BE29A8B7-D441-2341-5A52-F2909B8363EA}"/>
                  </a:ext>
                </a:extLst>
              </p14:cNvPr>
              <p14:cNvContentPartPr/>
              <p14:nvPr/>
            </p14:nvContentPartPr>
            <p14:xfrm>
              <a:off x="7503213" y="954163"/>
              <a:ext cx="678600" cy="286560"/>
            </p14:xfrm>
          </p:contentPart>
        </mc:Choice>
        <mc:Fallback>
          <p:pic>
            <p:nvPicPr>
              <p:cNvPr id="62" name="Ink 61">
                <a:extLst>
                  <a:ext uri="{FF2B5EF4-FFF2-40B4-BE49-F238E27FC236}">
                    <a16:creationId xmlns:a16="http://schemas.microsoft.com/office/drawing/2014/main" id="{BE29A8B7-D441-2341-5A52-F2909B8363EA}"/>
                  </a:ext>
                </a:extLst>
              </p:cNvPr>
              <p:cNvPicPr/>
              <p:nvPr/>
            </p:nvPicPr>
            <p:blipFill>
              <a:blip r:embed="rId21"/>
              <a:stretch>
                <a:fillRect/>
              </a:stretch>
            </p:blipFill>
            <p:spPr>
              <a:xfrm>
                <a:off x="7492407" y="943363"/>
                <a:ext cx="699851" cy="307800"/>
              </a:xfrm>
              <a:prstGeom prst="rect">
                <a:avLst/>
              </a:prstGeom>
            </p:spPr>
          </p:pic>
        </mc:Fallback>
      </mc:AlternateContent>
    </p:spTree>
    <p:extLst>
      <p:ext uri="{BB962C8B-B14F-4D97-AF65-F5344CB8AC3E}">
        <p14:creationId xmlns:p14="http://schemas.microsoft.com/office/powerpoint/2010/main" val="89795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CA211-E922-AD43-A094-49E182605031}"/>
              </a:ext>
            </a:extLst>
          </p:cNvPr>
          <p:cNvSpPr>
            <a:spLocks noGrp="1"/>
          </p:cNvSpPr>
          <p:nvPr>
            <p:ph type="title"/>
          </p:nvPr>
        </p:nvSpPr>
        <p:spPr/>
        <p:txBody>
          <a:bodyPr/>
          <a:lstStyle/>
          <a:p>
            <a:r>
              <a:rPr lang="en-US" dirty="0"/>
              <a:t>A Glance into Networking</a:t>
            </a:r>
          </a:p>
        </p:txBody>
      </p:sp>
      <p:sp>
        <p:nvSpPr>
          <p:cNvPr id="3" name="Content Placeholder 2">
            <a:extLst>
              <a:ext uri="{FF2B5EF4-FFF2-40B4-BE49-F238E27FC236}">
                <a16:creationId xmlns:a16="http://schemas.microsoft.com/office/drawing/2014/main" id="{6C35DA36-8D85-BB40-BBCB-38F12F66F0AC}"/>
              </a:ext>
            </a:extLst>
          </p:cNvPr>
          <p:cNvSpPr>
            <a:spLocks noGrp="1"/>
          </p:cNvSpPr>
          <p:nvPr>
            <p:ph idx="1"/>
          </p:nvPr>
        </p:nvSpPr>
        <p:spPr/>
        <p:txBody>
          <a:bodyPr/>
          <a:lstStyle/>
          <a:p>
            <a:r>
              <a:rPr lang="en-US" dirty="0"/>
              <a:t>Physical networks</a:t>
            </a:r>
          </a:p>
          <a:p>
            <a:r>
              <a:rPr lang="en-US" dirty="0"/>
              <a:t>TCP/IP Internet Protocol suite</a:t>
            </a:r>
          </a:p>
          <a:p>
            <a:r>
              <a:rPr lang="en-US" dirty="0"/>
              <a:t>Routing</a:t>
            </a:r>
          </a:p>
          <a:p>
            <a:r>
              <a:rPr lang="en-US" dirty="0"/>
              <a:t>Important services</a:t>
            </a:r>
          </a:p>
        </p:txBody>
      </p:sp>
      <p:sp>
        <p:nvSpPr>
          <p:cNvPr id="6" name="TextBox 5">
            <a:extLst>
              <a:ext uri="{FF2B5EF4-FFF2-40B4-BE49-F238E27FC236}">
                <a16:creationId xmlns:a16="http://schemas.microsoft.com/office/drawing/2014/main" id="{1C2B9DC3-A4E2-6B18-80E1-16F92B228878}"/>
              </a:ext>
            </a:extLst>
          </p:cNvPr>
          <p:cNvSpPr txBox="1"/>
          <p:nvPr/>
        </p:nvSpPr>
        <p:spPr>
          <a:xfrm>
            <a:off x="5985164" y="6543304"/>
            <a:ext cx="1122551" cy="307777"/>
          </a:xfrm>
          <a:prstGeom prst="rect">
            <a:avLst/>
          </a:prstGeom>
          <a:noFill/>
        </p:spPr>
        <p:txBody>
          <a:bodyPr wrap="none" rtlCol="0">
            <a:spAutoFit/>
          </a:bodyPr>
          <a:lstStyle/>
          <a:p>
            <a:r>
              <a:rPr lang="en-US" sz="1400" dirty="0"/>
              <a:t>Out of Scope</a:t>
            </a: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7539828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BF2766F2-5FC9-4045-B88E-C3CA3FB493FB}"/>
              </a:ext>
            </a:extLst>
          </p:cNvPr>
          <p:cNvSpPr>
            <a:spLocks noGrp="1"/>
          </p:cNvSpPr>
          <p:nvPr>
            <p:ph type="title"/>
          </p:nvPr>
        </p:nvSpPr>
        <p:spPr/>
        <p:txBody>
          <a:bodyPr wrap="square" anchor="ctr">
            <a:normAutofit/>
          </a:bodyPr>
          <a:lstStyle/>
          <a:p>
            <a:r>
              <a:rPr lang="en-US" dirty="0"/>
              <a:t>We are connected, physically!</a:t>
            </a:r>
          </a:p>
        </p:txBody>
      </p:sp>
      <p:sp>
        <p:nvSpPr>
          <p:cNvPr id="19" name="Text Placeholder 2">
            <a:extLst>
              <a:ext uri="{FF2B5EF4-FFF2-40B4-BE49-F238E27FC236}">
                <a16:creationId xmlns:a16="http://schemas.microsoft.com/office/drawing/2014/main" id="{B6545DEA-9173-46E6-A4C6-6C0C7AB87A06}"/>
              </a:ext>
            </a:extLst>
          </p:cNvPr>
          <p:cNvSpPr>
            <a:spLocks noGrp="1"/>
          </p:cNvSpPr>
          <p:nvPr>
            <p:ph type="body" idx="1"/>
          </p:nvPr>
        </p:nvSpPr>
        <p:spPr/>
        <p:txBody>
          <a:bodyPr>
            <a:normAutofit fontScale="55000" lnSpcReduction="20000"/>
          </a:bodyPr>
          <a:lstStyle/>
          <a:p>
            <a:r>
              <a:rPr lang="en-US" dirty="0"/>
              <a:t>Connections among ISPs</a:t>
            </a:r>
          </a:p>
          <a:p>
            <a:r>
              <a:rPr lang="en-US" dirty="0"/>
              <a:t>https://</a:t>
            </a:r>
            <a:r>
              <a:rPr lang="en-US" dirty="0" err="1"/>
              <a:t>commons.wikimedia.org</a:t>
            </a:r>
            <a:r>
              <a:rPr lang="en-US" dirty="0"/>
              <a:t>/w/</a:t>
            </a:r>
            <a:r>
              <a:rPr lang="en-US" dirty="0" err="1"/>
              <a:t>index.php?curid</a:t>
            </a:r>
            <a:r>
              <a:rPr lang="en-US" dirty="0"/>
              <a:t>=1538544</a:t>
            </a:r>
          </a:p>
        </p:txBody>
      </p:sp>
      <p:sp>
        <p:nvSpPr>
          <p:cNvPr id="16" name="Content Placeholder 15">
            <a:extLst>
              <a:ext uri="{FF2B5EF4-FFF2-40B4-BE49-F238E27FC236}">
                <a16:creationId xmlns:a16="http://schemas.microsoft.com/office/drawing/2014/main" id="{4DD6B8A9-6684-0C4C-8C44-B98E55ADD9CB}"/>
              </a:ext>
            </a:extLst>
          </p:cNvPr>
          <p:cNvSpPr>
            <a:spLocks noGrp="1"/>
          </p:cNvSpPr>
          <p:nvPr>
            <p:ph sz="half" idx="2"/>
          </p:nvPr>
        </p:nvSpPr>
        <p:spPr/>
        <p:txBody>
          <a:bodyPr/>
          <a:lstStyle/>
          <a:p>
            <a:endParaRPr lang="en-US"/>
          </a:p>
        </p:txBody>
      </p:sp>
      <p:sp>
        <p:nvSpPr>
          <p:cNvPr id="21" name="Text Placeholder 4">
            <a:extLst>
              <a:ext uri="{FF2B5EF4-FFF2-40B4-BE49-F238E27FC236}">
                <a16:creationId xmlns:a16="http://schemas.microsoft.com/office/drawing/2014/main" id="{BD269459-FD50-4440-8924-14CB84F956DE}"/>
              </a:ext>
            </a:extLst>
          </p:cNvPr>
          <p:cNvSpPr>
            <a:spLocks noGrp="1"/>
          </p:cNvSpPr>
          <p:nvPr>
            <p:ph type="body" sz="quarter" idx="3"/>
          </p:nvPr>
        </p:nvSpPr>
        <p:spPr/>
        <p:txBody>
          <a:bodyPr>
            <a:normAutofit fontScale="55000" lnSpcReduction="20000"/>
          </a:bodyPr>
          <a:lstStyle/>
          <a:p>
            <a:r>
              <a:rPr lang="en-US" dirty="0"/>
              <a:t>Undersea cables </a:t>
            </a:r>
          </a:p>
          <a:p>
            <a:r>
              <a:rPr lang="en-US" dirty="0">
                <a:hlinkClick r:id="rId2"/>
              </a:rPr>
              <a:t>https://www.submarinecablemap.com/#/</a:t>
            </a:r>
            <a:endParaRPr lang="en-US" dirty="0"/>
          </a:p>
        </p:txBody>
      </p:sp>
      <p:sp>
        <p:nvSpPr>
          <p:cNvPr id="17" name="Content Placeholder 16">
            <a:extLst>
              <a:ext uri="{FF2B5EF4-FFF2-40B4-BE49-F238E27FC236}">
                <a16:creationId xmlns:a16="http://schemas.microsoft.com/office/drawing/2014/main" id="{07B7912D-1ADA-364A-86C7-D40A3E2A9277}"/>
              </a:ext>
            </a:extLst>
          </p:cNvPr>
          <p:cNvSpPr>
            <a:spLocks noGrp="1"/>
          </p:cNvSpPr>
          <p:nvPr>
            <p:ph sz="quarter" idx="4"/>
          </p:nvPr>
        </p:nvSpPr>
        <p:spPr/>
        <p:txBody>
          <a:bodyPr/>
          <a:lstStyle/>
          <a:p>
            <a:endParaRPr lang="en-US"/>
          </a:p>
        </p:txBody>
      </p:sp>
      <p:pic>
        <p:nvPicPr>
          <p:cNvPr id="9" name="Picture 8">
            <a:extLst>
              <a:ext uri="{FF2B5EF4-FFF2-40B4-BE49-F238E27FC236}">
                <a16:creationId xmlns:a16="http://schemas.microsoft.com/office/drawing/2014/main" id="{AC14C2D4-1CD8-B64D-B7E9-1E0D8832C9F4}"/>
              </a:ext>
            </a:extLst>
          </p:cNvPr>
          <p:cNvPicPr>
            <a:picLocks noChangeAspect="1"/>
          </p:cNvPicPr>
          <p:nvPr/>
        </p:nvPicPr>
        <p:blipFill rotWithShape="1">
          <a:blip r:embed="rId3"/>
          <a:srcRect t="12417" r="-2" b="14231"/>
          <a:stretch/>
        </p:blipFill>
        <p:spPr>
          <a:xfrm>
            <a:off x="609600" y="2174875"/>
            <a:ext cx="5386917" cy="3951288"/>
          </a:xfrm>
          <a:prstGeom prst="rect">
            <a:avLst/>
          </a:prstGeom>
          <a:noFill/>
        </p:spPr>
      </p:pic>
      <p:pic>
        <p:nvPicPr>
          <p:cNvPr id="5" name="Picture 4" descr="Diagram&#10;&#10;Description automatically generated">
            <a:extLst>
              <a:ext uri="{FF2B5EF4-FFF2-40B4-BE49-F238E27FC236}">
                <a16:creationId xmlns:a16="http://schemas.microsoft.com/office/drawing/2014/main" id="{0109CB68-961E-EF4A-90AC-916AD53AF7DD}"/>
              </a:ext>
            </a:extLst>
          </p:cNvPr>
          <p:cNvPicPr>
            <a:picLocks noChangeAspect="1"/>
          </p:cNvPicPr>
          <p:nvPr/>
        </p:nvPicPr>
        <p:blipFill rotWithShape="1">
          <a:blip r:embed="rId4"/>
          <a:srcRect t="8749" r="3" b="3180"/>
          <a:stretch/>
        </p:blipFill>
        <p:spPr>
          <a:xfrm>
            <a:off x="6193368" y="2174875"/>
            <a:ext cx="5389033" cy="3951288"/>
          </a:xfrm>
          <a:prstGeom prst="rect">
            <a:avLst/>
          </a:prstGeom>
          <a:noFill/>
        </p:spPr>
      </p:pic>
      <p:sp>
        <p:nvSpPr>
          <p:cNvPr id="2" name="TextBox 1">
            <a:extLst>
              <a:ext uri="{FF2B5EF4-FFF2-40B4-BE49-F238E27FC236}">
                <a16:creationId xmlns:a16="http://schemas.microsoft.com/office/drawing/2014/main" id="{ED46C327-9B03-F34C-B89E-50993B8B1D2C}"/>
              </a:ext>
            </a:extLst>
          </p:cNvPr>
          <p:cNvSpPr txBox="1"/>
          <p:nvPr/>
        </p:nvSpPr>
        <p:spPr>
          <a:xfrm>
            <a:off x="5996517" y="6612036"/>
            <a:ext cx="1122551" cy="307777"/>
          </a:xfrm>
          <a:prstGeom prst="rect">
            <a:avLst/>
          </a:prstGeom>
          <a:noFill/>
        </p:spPr>
        <p:txBody>
          <a:bodyPr wrap="none" rtlCol="0">
            <a:spAutoFit/>
          </a:bodyPr>
          <a:lstStyle/>
          <a:p>
            <a:r>
              <a:rPr lang="en-US" sz="1400" dirty="0"/>
              <a:t>Out of Scope</a:t>
            </a: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6332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10" name="Shape 410"/>
          <p:cNvSpPr txBox="1">
            <a:spLocks noGrp="1"/>
          </p:cNvSpPr>
          <p:nvPr>
            <p:ph type="title"/>
          </p:nvPr>
        </p:nvSpPr>
        <p:spPr>
          <a:prstGeom prst="rect">
            <a:avLst/>
          </a:prstGeom>
          <a:noFill/>
          <a:ln>
            <a:noFill/>
          </a:ln>
        </p:spPr>
        <p:txBody>
          <a:bodyPr vert="horz" wrap="square" lIns="91425" tIns="45700" rIns="91425" bIns="45700" rtlCol="0" anchor="ctr" anchorCtr="0">
            <a:noAutofit/>
          </a:bodyPr>
          <a:lstStyle/>
          <a:p>
            <a:r>
              <a:rPr lang="en-US" dirty="0"/>
              <a:t>TCP/IP Internet Protocol Suite</a:t>
            </a:r>
          </a:p>
        </p:txBody>
      </p:sp>
      <p:grpSp>
        <p:nvGrpSpPr>
          <p:cNvPr id="2" name="Group 1">
            <a:extLst>
              <a:ext uri="{FF2B5EF4-FFF2-40B4-BE49-F238E27FC236}">
                <a16:creationId xmlns:a16="http://schemas.microsoft.com/office/drawing/2014/main" id="{79934DFA-C065-FE4A-8B55-DDF81AEEEF4B}"/>
              </a:ext>
            </a:extLst>
          </p:cNvPr>
          <p:cNvGrpSpPr/>
          <p:nvPr/>
        </p:nvGrpSpPr>
        <p:grpSpPr>
          <a:xfrm>
            <a:off x="2010938" y="1423529"/>
            <a:ext cx="8352263" cy="4619208"/>
            <a:chOff x="486937" y="1616923"/>
            <a:chExt cx="8352263" cy="4619208"/>
          </a:xfrm>
        </p:grpSpPr>
        <p:graphicFrame>
          <p:nvGraphicFramePr>
            <p:cNvPr id="50" name="Group 3">
              <a:extLst>
                <a:ext uri="{FF2B5EF4-FFF2-40B4-BE49-F238E27FC236}">
                  <a16:creationId xmlns:a16="http://schemas.microsoft.com/office/drawing/2014/main" id="{83D874C3-6984-684B-8C25-F75C7CAFFC76}"/>
                </a:ext>
              </a:extLst>
            </p:cNvPr>
            <p:cNvGraphicFramePr>
              <a:graphicFrameLocks/>
            </p:cNvGraphicFramePr>
            <p:nvPr/>
          </p:nvGraphicFramePr>
          <p:xfrm>
            <a:off x="990600" y="1616923"/>
            <a:ext cx="1524000" cy="2282825"/>
          </p:xfrm>
          <a:graphic>
            <a:graphicData uri="http://schemas.openxmlformats.org/drawingml/2006/table">
              <a:tbl>
                <a:tblPr/>
                <a:tblGrid>
                  <a:gridCol w="1524000">
                    <a:extLst>
                      <a:ext uri="{9D8B030D-6E8A-4147-A177-3AD203B41FA5}">
                        <a16:colId xmlns:a16="http://schemas.microsoft.com/office/drawing/2014/main" val="20000"/>
                      </a:ext>
                    </a:extLst>
                  </a:gridCol>
                </a:tblGrid>
                <a:tr h="481147">
                  <a:tc>
                    <a:txBody>
                      <a:bodyPr/>
                      <a:lstStyle/>
                      <a:p>
                        <a:pPr marL="0" marR="0" lvl="0" indent="0" algn="ctr" defTabSz="914400" rtl="0" eaLnBrk="1" fontAlgn="base" latinLnBrk="0" hangingPunct="1">
                          <a:lnSpc>
                            <a:spcPct val="100000"/>
                          </a:lnSpc>
                          <a:spcBef>
                            <a:spcPct val="20000"/>
                          </a:spcBef>
                          <a:spcAft>
                            <a:spcPct val="20000"/>
                          </a:spcAft>
                          <a:buClrTx/>
                          <a:buSzTx/>
                          <a:buFontTx/>
                          <a:buNone/>
                          <a:tabLst/>
                        </a:pPr>
                        <a:r>
                          <a:rPr kumimoji="0" lang="en-US" sz="2000" b="0" i="0" u="none" strike="noStrike" cap="none" normalizeH="0" baseline="0" dirty="0">
                            <a:ln>
                              <a:noFill/>
                            </a:ln>
                            <a:solidFill>
                              <a:schemeClr val="tx1"/>
                            </a:solidFill>
                            <a:effectLst/>
                            <a:latin typeface="Comic Sans MS" pitchFamily="66" charset="0"/>
                          </a:rPr>
                          <a:t>Application</a:t>
                        </a:r>
                      </a:p>
                    </a:txBody>
                    <a:tcPr marT="45733" marB="4573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965">
                  <a:tc>
                    <a:txBody>
                      <a:bodyPr/>
                      <a:lstStyle/>
                      <a:p>
                        <a:pPr marL="0" marR="0" lvl="0" indent="0" algn="ctr" defTabSz="914400" rtl="0" eaLnBrk="1" fontAlgn="base" latinLnBrk="0" hangingPunct="1">
                          <a:lnSpc>
                            <a:spcPct val="100000"/>
                          </a:lnSpc>
                          <a:spcBef>
                            <a:spcPct val="20000"/>
                          </a:spcBef>
                          <a:spcAft>
                            <a:spcPct val="20000"/>
                          </a:spcAft>
                          <a:buClrTx/>
                          <a:buSzTx/>
                          <a:buFontTx/>
                          <a:buNone/>
                          <a:tabLst/>
                        </a:pPr>
                        <a:r>
                          <a:rPr kumimoji="0" lang="en-US" sz="2000" b="0" i="0" u="none" strike="noStrike" cap="none" normalizeH="0" baseline="0" dirty="0">
                            <a:ln>
                              <a:noFill/>
                            </a:ln>
                            <a:solidFill>
                              <a:schemeClr val="tx1"/>
                            </a:solidFill>
                            <a:effectLst/>
                            <a:latin typeface="Comic Sans MS" pitchFamily="66" charset="0"/>
                          </a:rPr>
                          <a:t>Transport</a:t>
                        </a:r>
                      </a:p>
                    </a:txBody>
                    <a:tcPr marT="45733" marB="4573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350">
                  <a:tc>
                    <a:txBody>
                      <a:bodyPr/>
                      <a:lstStyle/>
                      <a:p>
                        <a:pPr marL="0" marR="0" lvl="0" indent="0" algn="ctr" defTabSz="914400" rtl="0" eaLnBrk="1" fontAlgn="base" latinLnBrk="0" hangingPunct="1">
                          <a:lnSpc>
                            <a:spcPct val="100000"/>
                          </a:lnSpc>
                          <a:spcBef>
                            <a:spcPct val="20000"/>
                          </a:spcBef>
                          <a:spcAft>
                            <a:spcPct val="20000"/>
                          </a:spcAft>
                          <a:buClrTx/>
                          <a:buSzTx/>
                          <a:buFontTx/>
                          <a:buNone/>
                          <a:tabLst/>
                        </a:pPr>
                        <a:r>
                          <a:rPr kumimoji="0" lang="en-US" sz="2000" b="0" i="0" u="none" strike="noStrike" cap="none" normalizeH="0" baseline="0" dirty="0">
                            <a:ln>
                              <a:noFill/>
                            </a:ln>
                            <a:solidFill>
                              <a:schemeClr val="tx1"/>
                            </a:solidFill>
                            <a:effectLst/>
                            <a:latin typeface="Comic Sans MS" pitchFamily="66" charset="0"/>
                          </a:rPr>
                          <a:t>Network</a:t>
                        </a:r>
                      </a:p>
                    </a:txBody>
                    <a:tcPr marT="45733" marB="4573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3378">
                  <a:tc>
                    <a:txBody>
                      <a:bodyPr/>
                      <a:lstStyle/>
                      <a:p>
                        <a:pPr marL="0" marR="0" lvl="0" indent="0" algn="ctr" defTabSz="914400" rtl="0" eaLnBrk="1" fontAlgn="base" latinLnBrk="0" hangingPunct="1">
                          <a:lnSpc>
                            <a:spcPct val="100000"/>
                          </a:lnSpc>
                          <a:spcBef>
                            <a:spcPct val="20000"/>
                          </a:spcBef>
                          <a:spcAft>
                            <a:spcPct val="20000"/>
                          </a:spcAft>
                          <a:buClrTx/>
                          <a:buSzTx/>
                          <a:buFontTx/>
                          <a:buNone/>
                          <a:tabLst/>
                        </a:pPr>
                        <a:r>
                          <a:rPr kumimoji="0" lang="en-US" sz="2000" b="0" i="0" u="none" strike="noStrike" cap="none" normalizeH="0" baseline="0" dirty="0">
                            <a:ln>
                              <a:noFill/>
                            </a:ln>
                            <a:solidFill>
                              <a:schemeClr val="tx1"/>
                            </a:solidFill>
                            <a:effectLst/>
                            <a:latin typeface="Comic Sans MS" pitchFamily="66" charset="0"/>
                          </a:rPr>
                          <a:t>Data Link</a:t>
                        </a:r>
                      </a:p>
                    </a:txBody>
                    <a:tcPr marT="45733" marB="4573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985">
                  <a:tc>
                    <a:txBody>
                      <a:bodyPr/>
                      <a:lstStyle/>
                      <a:p>
                        <a:pPr marL="0" marR="0" lvl="0" indent="0" algn="ctr" defTabSz="914400" rtl="0" eaLnBrk="1" fontAlgn="base" latinLnBrk="0" hangingPunct="1">
                          <a:lnSpc>
                            <a:spcPct val="100000"/>
                          </a:lnSpc>
                          <a:spcBef>
                            <a:spcPct val="20000"/>
                          </a:spcBef>
                          <a:spcAft>
                            <a:spcPct val="20000"/>
                          </a:spcAft>
                          <a:buClrTx/>
                          <a:buSzTx/>
                          <a:buFontTx/>
                          <a:buNone/>
                          <a:tabLst/>
                        </a:pPr>
                        <a:r>
                          <a:rPr kumimoji="0" lang="en-US" sz="2000" b="0" i="0" u="none" strike="noStrike" cap="none" normalizeH="0" baseline="0" dirty="0">
                            <a:ln>
                              <a:noFill/>
                            </a:ln>
                            <a:solidFill>
                              <a:schemeClr val="tx1"/>
                            </a:solidFill>
                            <a:effectLst/>
                            <a:latin typeface="Comic Sans MS" pitchFamily="66" charset="0"/>
                          </a:rPr>
                          <a:t>Physical</a:t>
                        </a:r>
                      </a:p>
                    </a:txBody>
                    <a:tcPr marT="45733" marB="4573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aphicFrame>
          <p:nvGraphicFramePr>
            <p:cNvPr id="51" name="Group 17">
              <a:extLst>
                <a:ext uri="{FF2B5EF4-FFF2-40B4-BE49-F238E27FC236}">
                  <a16:creationId xmlns:a16="http://schemas.microsoft.com/office/drawing/2014/main" id="{3C567288-7A0D-9C44-8180-9C0BBD94AB38}"/>
                </a:ext>
              </a:extLst>
            </p:cNvPr>
            <p:cNvGraphicFramePr>
              <a:graphicFrameLocks/>
            </p:cNvGraphicFramePr>
            <p:nvPr/>
          </p:nvGraphicFramePr>
          <p:xfrm>
            <a:off x="6858000" y="1616923"/>
            <a:ext cx="1524000" cy="2273301"/>
          </p:xfrm>
          <a:graphic>
            <a:graphicData uri="http://schemas.openxmlformats.org/drawingml/2006/table">
              <a:tbl>
                <a:tblPr/>
                <a:tblGrid>
                  <a:gridCol w="1524000">
                    <a:extLst>
                      <a:ext uri="{9D8B030D-6E8A-4147-A177-3AD203B41FA5}">
                        <a16:colId xmlns:a16="http://schemas.microsoft.com/office/drawing/2014/main" val="20000"/>
                      </a:ext>
                    </a:extLst>
                  </a:gridCol>
                </a:tblGrid>
                <a:tr h="400050">
                  <a:tc>
                    <a:txBody>
                      <a:bodyPr/>
                      <a:lstStyle/>
                      <a:p>
                        <a:pPr marL="0" marR="0" lvl="0" indent="0" algn="ctr" defTabSz="914400" rtl="0" eaLnBrk="1" fontAlgn="base" latinLnBrk="0" hangingPunct="1">
                          <a:lnSpc>
                            <a:spcPct val="100000"/>
                          </a:lnSpc>
                          <a:spcBef>
                            <a:spcPct val="20000"/>
                          </a:spcBef>
                          <a:spcAft>
                            <a:spcPct val="20000"/>
                          </a:spcAft>
                          <a:buClrTx/>
                          <a:buSzTx/>
                          <a:buFontTx/>
                          <a:buNone/>
                          <a:tabLst/>
                        </a:pPr>
                        <a:r>
                          <a:rPr kumimoji="0" lang="en-US" sz="2000" b="0" i="0" u="none" strike="noStrike" cap="none" normalizeH="0" baseline="0" dirty="0">
                            <a:ln>
                              <a:noFill/>
                            </a:ln>
                            <a:solidFill>
                              <a:schemeClr val="tx1"/>
                            </a:solidFill>
                            <a:effectLst/>
                            <a:latin typeface="Comic Sans MS" pitchFamily="66" charset="0"/>
                          </a:rPr>
                          <a:t>Application</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7675">
                  <a:tc>
                    <a:txBody>
                      <a:bodyPr/>
                      <a:lstStyle/>
                      <a:p>
                        <a:pPr marL="0" marR="0" lvl="0" indent="0" algn="ctr" defTabSz="914400" rtl="0" eaLnBrk="1" fontAlgn="base" latinLnBrk="0" hangingPunct="1">
                          <a:lnSpc>
                            <a:spcPct val="100000"/>
                          </a:lnSpc>
                          <a:spcBef>
                            <a:spcPct val="20000"/>
                          </a:spcBef>
                          <a:spcAft>
                            <a:spcPct val="20000"/>
                          </a:spcAft>
                          <a:buClrTx/>
                          <a:buSzTx/>
                          <a:buFontTx/>
                          <a:buNone/>
                          <a:tabLst/>
                        </a:pPr>
                        <a:r>
                          <a:rPr kumimoji="0" lang="en-US" sz="2000" b="0" i="0" u="none" strike="noStrike" cap="none" normalizeH="0" baseline="0" dirty="0">
                            <a:ln>
                              <a:noFill/>
                            </a:ln>
                            <a:solidFill>
                              <a:schemeClr val="tx1"/>
                            </a:solidFill>
                            <a:effectLst/>
                            <a:latin typeface="Comic Sans MS" pitchFamily="66" charset="0"/>
                          </a:rPr>
                          <a:t>Transport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4663">
                  <a:tc>
                    <a:txBody>
                      <a:bodyPr/>
                      <a:lstStyle/>
                      <a:p>
                        <a:pPr marL="0" marR="0" lvl="0" indent="0" algn="ctr" defTabSz="914400" rtl="0" eaLnBrk="1" fontAlgn="base" latinLnBrk="0" hangingPunct="1">
                          <a:lnSpc>
                            <a:spcPct val="100000"/>
                          </a:lnSpc>
                          <a:spcBef>
                            <a:spcPct val="20000"/>
                          </a:spcBef>
                          <a:spcAft>
                            <a:spcPct val="20000"/>
                          </a:spcAft>
                          <a:buClrTx/>
                          <a:buSzTx/>
                          <a:buFontTx/>
                          <a:buNone/>
                          <a:tabLst/>
                        </a:pPr>
                        <a:r>
                          <a:rPr kumimoji="0" lang="en-US" sz="2000" b="0" i="0" u="none" strike="noStrike" cap="none" normalizeH="0" baseline="0" dirty="0">
                            <a:ln>
                              <a:noFill/>
                            </a:ln>
                            <a:solidFill>
                              <a:schemeClr val="tx1"/>
                            </a:solidFill>
                            <a:effectLst/>
                            <a:latin typeface="Comic Sans MS" pitchFamily="66" charset="0"/>
                          </a:rPr>
                          <a:t>Network</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5138">
                  <a:tc>
                    <a:txBody>
                      <a:bodyPr/>
                      <a:lstStyle/>
                      <a:p>
                        <a:pPr marL="0" marR="0" lvl="0" indent="0" algn="ctr" defTabSz="914400" rtl="0" eaLnBrk="1" fontAlgn="base" latinLnBrk="0" hangingPunct="1">
                          <a:lnSpc>
                            <a:spcPct val="100000"/>
                          </a:lnSpc>
                          <a:spcBef>
                            <a:spcPct val="20000"/>
                          </a:spcBef>
                          <a:spcAft>
                            <a:spcPct val="20000"/>
                          </a:spcAft>
                          <a:buClrTx/>
                          <a:buSzTx/>
                          <a:buFontTx/>
                          <a:buNone/>
                          <a:tabLst/>
                        </a:pPr>
                        <a:r>
                          <a:rPr kumimoji="0" lang="en-US" sz="2000" b="0" i="0" u="none" strike="noStrike" cap="none" normalizeH="0" baseline="0" dirty="0">
                            <a:ln>
                              <a:noFill/>
                            </a:ln>
                            <a:solidFill>
                              <a:schemeClr val="tx1"/>
                            </a:solidFill>
                            <a:effectLst/>
                            <a:latin typeface="Comic Sans MS" pitchFamily="66" charset="0"/>
                          </a:rPr>
                          <a:t>Data Link</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5775">
                  <a:tc>
                    <a:txBody>
                      <a:bodyPr/>
                      <a:lstStyle/>
                      <a:p>
                        <a:pPr marL="0" marR="0" lvl="0" indent="0" algn="ctr" defTabSz="914400" rtl="0" eaLnBrk="1" fontAlgn="base" latinLnBrk="0" hangingPunct="1">
                          <a:lnSpc>
                            <a:spcPct val="100000"/>
                          </a:lnSpc>
                          <a:spcBef>
                            <a:spcPct val="20000"/>
                          </a:spcBef>
                          <a:spcAft>
                            <a:spcPct val="20000"/>
                          </a:spcAft>
                          <a:buClrTx/>
                          <a:buSzTx/>
                          <a:buFontTx/>
                          <a:buNone/>
                          <a:tabLst/>
                        </a:pPr>
                        <a:r>
                          <a:rPr kumimoji="0" lang="en-US" sz="2000" b="0" i="0" u="none" strike="noStrike" cap="none" normalizeH="0" baseline="0" dirty="0">
                            <a:ln>
                              <a:noFill/>
                            </a:ln>
                            <a:solidFill>
                              <a:schemeClr val="tx1"/>
                            </a:solidFill>
                            <a:effectLst/>
                            <a:latin typeface="Comic Sans MS" pitchFamily="66" charset="0"/>
                          </a:rPr>
                          <a:t>Physical</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2" name="Line 44">
              <a:extLst>
                <a:ext uri="{FF2B5EF4-FFF2-40B4-BE49-F238E27FC236}">
                  <a16:creationId xmlns:a16="http://schemas.microsoft.com/office/drawing/2014/main" id="{B7043072-E8B2-9B4E-951D-9E270509ECCF}"/>
                </a:ext>
              </a:extLst>
            </p:cNvPr>
            <p:cNvSpPr>
              <a:spLocks noChangeShapeType="1"/>
            </p:cNvSpPr>
            <p:nvPr/>
          </p:nvSpPr>
          <p:spPr bwMode="auto">
            <a:xfrm>
              <a:off x="2533650" y="3636223"/>
              <a:ext cx="8191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53" name="Line 45">
              <a:extLst>
                <a:ext uri="{FF2B5EF4-FFF2-40B4-BE49-F238E27FC236}">
                  <a16:creationId xmlns:a16="http://schemas.microsoft.com/office/drawing/2014/main" id="{67CE3EAA-4EA5-4E49-9DF8-150364018B19}"/>
                </a:ext>
              </a:extLst>
            </p:cNvPr>
            <p:cNvSpPr>
              <a:spLocks noChangeShapeType="1"/>
            </p:cNvSpPr>
            <p:nvPr/>
          </p:nvSpPr>
          <p:spPr bwMode="auto">
            <a:xfrm>
              <a:off x="6076950" y="3598123"/>
              <a:ext cx="8191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54" name="Text Box 46">
              <a:extLst>
                <a:ext uri="{FF2B5EF4-FFF2-40B4-BE49-F238E27FC236}">
                  <a16:creationId xmlns:a16="http://schemas.microsoft.com/office/drawing/2014/main" id="{01594EB3-EE30-794D-95AC-4665AE93D020}"/>
                </a:ext>
              </a:extLst>
            </p:cNvPr>
            <p:cNvSpPr txBox="1">
              <a:spLocks noChangeArrowheads="1"/>
            </p:cNvSpPr>
            <p:nvPr/>
          </p:nvSpPr>
          <p:spPr bwMode="auto">
            <a:xfrm>
              <a:off x="2590800" y="1921723"/>
              <a:ext cx="1181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469900" indent="-469900"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solidFill>
                    <a:srgbClr val="0000CC"/>
                  </a:solidFill>
                  <a:latin typeface="Comic Sans MS" panose="030F0702030302020204" pitchFamily="66" charset="0"/>
                </a:rPr>
                <a:t>Host A</a:t>
              </a:r>
            </a:p>
          </p:txBody>
        </p:sp>
        <p:sp>
          <p:nvSpPr>
            <p:cNvPr id="55" name="Text Box 47">
              <a:extLst>
                <a:ext uri="{FF2B5EF4-FFF2-40B4-BE49-F238E27FC236}">
                  <a16:creationId xmlns:a16="http://schemas.microsoft.com/office/drawing/2014/main" id="{A65F4F1F-E3D1-5C4D-AA5A-CCE759D0D1F9}"/>
                </a:ext>
              </a:extLst>
            </p:cNvPr>
            <p:cNvSpPr txBox="1">
              <a:spLocks noChangeArrowheads="1"/>
            </p:cNvSpPr>
            <p:nvPr/>
          </p:nvSpPr>
          <p:spPr bwMode="auto">
            <a:xfrm>
              <a:off x="5562600" y="1921723"/>
              <a:ext cx="1150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469900" indent="-469900"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a:solidFill>
                    <a:srgbClr val="0000CC"/>
                  </a:solidFill>
                  <a:latin typeface="Comic Sans MS" panose="030F0702030302020204" pitchFamily="66" charset="0"/>
                </a:rPr>
                <a:t>Host B</a:t>
              </a:r>
            </a:p>
          </p:txBody>
        </p:sp>
        <p:graphicFrame>
          <p:nvGraphicFramePr>
            <p:cNvPr id="56" name="Object 2">
              <a:hlinkClick r:id="" action="ppaction://ole?verb=0"/>
              <a:extLst>
                <a:ext uri="{FF2B5EF4-FFF2-40B4-BE49-F238E27FC236}">
                  <a16:creationId xmlns:a16="http://schemas.microsoft.com/office/drawing/2014/main" id="{CE1A526F-5BF9-6340-8099-8C3BFDBF6099}"/>
                </a:ext>
              </a:extLst>
            </p:cNvPr>
            <p:cNvGraphicFramePr>
              <a:graphicFrameLocks/>
            </p:cNvGraphicFramePr>
            <p:nvPr/>
          </p:nvGraphicFramePr>
          <p:xfrm>
            <a:off x="3124200" y="2988523"/>
            <a:ext cx="3124200" cy="990600"/>
          </p:xfrm>
          <a:graphic>
            <a:graphicData uri="http://schemas.openxmlformats.org/presentationml/2006/ole">
              <mc:AlternateContent xmlns:mc="http://schemas.openxmlformats.org/markup-compatibility/2006">
                <mc:Choice xmlns:v="urn:schemas-microsoft-com:vml" Requires="v">
                  <p:oleObj name="CorelDRAW!" r:id="rId3" imgW="3932238" imgH="2138363" progId="">
                    <p:embed/>
                  </p:oleObj>
                </mc:Choice>
                <mc:Fallback>
                  <p:oleObj name="CorelDRAW!" r:id="rId3" imgW="3932238" imgH="2138363" progId="">
                    <p:embed/>
                    <p:pic>
                      <p:nvPicPr>
                        <p:cNvPr id="56" name="Object 2">
                          <a:hlinkClick r:id="" action="ppaction://ole?verb=0"/>
                          <a:extLst>
                            <a:ext uri="{FF2B5EF4-FFF2-40B4-BE49-F238E27FC236}">
                              <a16:creationId xmlns:a16="http://schemas.microsoft.com/office/drawing/2014/main" id="{CE1A526F-5BF9-6340-8099-8C3BFDBF609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2988523"/>
                          <a:ext cx="31242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7" name="TextBox 16">
              <a:extLst>
                <a:ext uri="{FF2B5EF4-FFF2-40B4-BE49-F238E27FC236}">
                  <a16:creationId xmlns:a16="http://schemas.microsoft.com/office/drawing/2014/main" id="{DA2AD667-6B84-F645-BDAC-E8A52B3A8D23}"/>
                </a:ext>
              </a:extLst>
            </p:cNvPr>
            <p:cNvSpPr txBox="1">
              <a:spLocks noChangeArrowheads="1"/>
            </p:cNvSpPr>
            <p:nvPr/>
          </p:nvSpPr>
          <p:spPr bwMode="auto">
            <a:xfrm>
              <a:off x="4038600" y="3217123"/>
              <a:ext cx="1460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3200" dirty="0"/>
                <a:t>Internet</a:t>
              </a:r>
            </a:p>
          </p:txBody>
        </p:sp>
        <p:sp>
          <p:nvSpPr>
            <p:cNvPr id="58" name="Rectangle 9">
              <a:extLst>
                <a:ext uri="{FF2B5EF4-FFF2-40B4-BE49-F238E27FC236}">
                  <a16:creationId xmlns:a16="http://schemas.microsoft.com/office/drawing/2014/main" id="{48E88DD6-C3D6-6E49-8D92-0DFED4E5951F}"/>
                </a:ext>
              </a:extLst>
            </p:cNvPr>
            <p:cNvSpPr>
              <a:spLocks noChangeArrowheads="1"/>
            </p:cNvSpPr>
            <p:nvPr/>
          </p:nvSpPr>
          <p:spPr bwMode="auto">
            <a:xfrm>
              <a:off x="609600" y="4969723"/>
              <a:ext cx="8229600" cy="533400"/>
            </a:xfrm>
            <a:prstGeom prst="rect">
              <a:avLst/>
            </a:prstGeom>
            <a:solidFill>
              <a:srgbClr val="CCFFFF"/>
            </a:solidFill>
            <a:ln w="9525" algn="ctr">
              <a:solidFill>
                <a:schemeClr val="tx1"/>
              </a:solidFill>
              <a:miter lim="800000"/>
              <a:headEnd/>
              <a:tailEnd/>
            </a:ln>
          </p:spPr>
          <p:txBody>
            <a:bodyPr wrap="none" anchor="ctr"/>
            <a:lstStyle>
              <a:lvl1pPr marL="469900" indent="-469900"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2000" dirty="0" err="1">
                  <a:latin typeface="Comic Sans MS" panose="030F0702030302020204" pitchFamily="66" charset="0"/>
                </a:rPr>
                <a:t>Src</a:t>
              </a:r>
              <a:r>
                <a:rPr lang="en-US" altLang="en-US" sz="2000" dirty="0">
                  <a:latin typeface="Comic Sans MS" panose="030F0702030302020204" pitchFamily="66" charset="0"/>
                </a:rPr>
                <a:t> IP </a:t>
              </a:r>
              <a:r>
                <a:rPr lang="en-US" altLang="en-US" sz="2000" dirty="0" err="1">
                  <a:latin typeface="Comic Sans MS" panose="030F0702030302020204" pitchFamily="66" charset="0"/>
                </a:rPr>
                <a:t>Adr</a:t>
              </a:r>
              <a:r>
                <a:rPr lang="en-US" altLang="en-US" sz="2000" dirty="0">
                  <a:latin typeface="Comic Sans MS" panose="030F0702030302020204" pitchFamily="66" charset="0"/>
                </a:rPr>
                <a:t>; Des IP </a:t>
              </a:r>
              <a:r>
                <a:rPr lang="en-US" altLang="en-US" sz="2000" dirty="0" err="1">
                  <a:latin typeface="Comic Sans MS" panose="030F0702030302020204" pitchFamily="66" charset="0"/>
                </a:rPr>
                <a:t>Adr</a:t>
              </a:r>
              <a:r>
                <a:rPr lang="en-US" altLang="en-US" sz="2000" dirty="0">
                  <a:latin typeface="Comic Sans MS" panose="030F0702030302020204" pitchFamily="66" charset="0"/>
                </a:rPr>
                <a:t>     </a:t>
              </a:r>
              <a:r>
                <a:rPr lang="en-US" altLang="en-US" sz="2000" dirty="0" err="1">
                  <a:solidFill>
                    <a:srgbClr val="C00000"/>
                  </a:solidFill>
                  <a:latin typeface="Comic Sans MS" panose="030F0702030302020204" pitchFamily="66" charset="0"/>
                </a:rPr>
                <a:t>Src</a:t>
              </a:r>
              <a:r>
                <a:rPr lang="en-US" altLang="en-US" sz="2000" dirty="0">
                  <a:solidFill>
                    <a:srgbClr val="C00000"/>
                  </a:solidFill>
                  <a:latin typeface="Comic Sans MS" panose="030F0702030302020204" pitchFamily="66" charset="0"/>
                </a:rPr>
                <a:t> Port#; Des Port#            </a:t>
              </a:r>
              <a:r>
                <a:rPr lang="en-US" altLang="en-US" sz="2000" dirty="0">
                  <a:latin typeface="Comic Sans MS" panose="030F0702030302020204" pitchFamily="66" charset="0"/>
                </a:rPr>
                <a:t>Payload</a:t>
              </a:r>
            </a:p>
          </p:txBody>
        </p:sp>
        <p:sp>
          <p:nvSpPr>
            <p:cNvPr id="59" name="Line 10">
              <a:extLst>
                <a:ext uri="{FF2B5EF4-FFF2-40B4-BE49-F238E27FC236}">
                  <a16:creationId xmlns:a16="http://schemas.microsoft.com/office/drawing/2014/main" id="{66A3AC22-9D9E-534E-8186-852D51C79F5A}"/>
                </a:ext>
              </a:extLst>
            </p:cNvPr>
            <p:cNvSpPr>
              <a:spLocks noChangeShapeType="1"/>
            </p:cNvSpPr>
            <p:nvPr/>
          </p:nvSpPr>
          <p:spPr bwMode="auto">
            <a:xfrm>
              <a:off x="3632200" y="496972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60" name="Line 11">
              <a:extLst>
                <a:ext uri="{FF2B5EF4-FFF2-40B4-BE49-F238E27FC236}">
                  <a16:creationId xmlns:a16="http://schemas.microsoft.com/office/drawing/2014/main" id="{7CFA1B75-D9E3-0243-A2AD-BC738075A320}"/>
                </a:ext>
              </a:extLst>
            </p:cNvPr>
            <p:cNvSpPr>
              <a:spLocks noChangeShapeType="1"/>
            </p:cNvSpPr>
            <p:nvPr/>
          </p:nvSpPr>
          <p:spPr bwMode="auto">
            <a:xfrm>
              <a:off x="6705600" y="4969723"/>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SG"/>
            </a:p>
          </p:txBody>
        </p:sp>
        <p:sp>
          <p:nvSpPr>
            <p:cNvPr id="61" name="Left Brace 60">
              <a:extLst>
                <a:ext uri="{FF2B5EF4-FFF2-40B4-BE49-F238E27FC236}">
                  <a16:creationId xmlns:a16="http://schemas.microsoft.com/office/drawing/2014/main" id="{716CF205-0E5D-2144-A4E9-4EA2625FA161}"/>
                </a:ext>
              </a:extLst>
            </p:cNvPr>
            <p:cNvSpPr/>
            <p:nvPr/>
          </p:nvSpPr>
          <p:spPr>
            <a:xfrm rot="16200000" flipV="1">
              <a:off x="2019300" y="4245823"/>
              <a:ext cx="152400" cy="2971800"/>
            </a:xfrm>
            <a:prstGeom prst="leftBrace">
              <a:avLst/>
            </a:prstGeom>
            <a:ln>
              <a:solidFill>
                <a:schemeClr val="accent6"/>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62" name="Left Brace 61">
              <a:extLst>
                <a:ext uri="{FF2B5EF4-FFF2-40B4-BE49-F238E27FC236}">
                  <a16:creationId xmlns:a16="http://schemas.microsoft.com/office/drawing/2014/main" id="{2F95FCA5-7989-874E-BB3F-701886C81906}"/>
                </a:ext>
              </a:extLst>
            </p:cNvPr>
            <p:cNvSpPr/>
            <p:nvPr/>
          </p:nvSpPr>
          <p:spPr>
            <a:xfrm rot="16200000" flipV="1">
              <a:off x="5067300" y="4169623"/>
              <a:ext cx="228600" cy="3048000"/>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63" name="TextBox 24">
              <a:extLst>
                <a:ext uri="{FF2B5EF4-FFF2-40B4-BE49-F238E27FC236}">
                  <a16:creationId xmlns:a16="http://schemas.microsoft.com/office/drawing/2014/main" id="{84159612-CBF0-0E4B-A216-413D2CF25C0B}"/>
                </a:ext>
              </a:extLst>
            </p:cNvPr>
            <p:cNvSpPr txBox="1">
              <a:spLocks noChangeArrowheads="1"/>
            </p:cNvSpPr>
            <p:nvPr/>
          </p:nvSpPr>
          <p:spPr bwMode="auto">
            <a:xfrm>
              <a:off x="486937" y="5731723"/>
              <a:ext cx="31646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dirty="0">
                  <a:latin typeface="Comic Sans MS" panose="030F0702030302020204" pitchFamily="66" charset="0"/>
                  <a:ea typeface="Calibri" panose="020F0502020204030204" pitchFamily="34" charset="0"/>
                  <a:cs typeface="Calibri" panose="020F0502020204030204" pitchFamily="34" charset="0"/>
                </a:rPr>
                <a:t>Network (IP) header</a:t>
              </a:r>
            </a:p>
          </p:txBody>
        </p:sp>
        <p:sp>
          <p:nvSpPr>
            <p:cNvPr id="64" name="TextBox 27">
              <a:extLst>
                <a:ext uri="{FF2B5EF4-FFF2-40B4-BE49-F238E27FC236}">
                  <a16:creationId xmlns:a16="http://schemas.microsoft.com/office/drawing/2014/main" id="{D5117200-A819-674F-86AF-47E2759B4CBB}"/>
                </a:ext>
              </a:extLst>
            </p:cNvPr>
            <p:cNvSpPr txBox="1">
              <a:spLocks noChangeArrowheads="1"/>
            </p:cNvSpPr>
            <p:nvPr/>
          </p:nvSpPr>
          <p:spPr bwMode="auto">
            <a:xfrm>
              <a:off x="3727786" y="5774466"/>
              <a:ext cx="43588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dirty="0">
                  <a:latin typeface="Comic Sans MS" panose="030F0702030302020204" pitchFamily="66" charset="0"/>
                </a:rPr>
                <a:t>Transport (TCP/UDP) header</a:t>
              </a:r>
            </a:p>
          </p:txBody>
        </p:sp>
        <p:sp>
          <p:nvSpPr>
            <p:cNvPr id="65" name="Left Brace 64">
              <a:extLst>
                <a:ext uri="{FF2B5EF4-FFF2-40B4-BE49-F238E27FC236}">
                  <a16:creationId xmlns:a16="http://schemas.microsoft.com/office/drawing/2014/main" id="{79EBC524-F038-7E40-9BAF-AD5E1B63B005}"/>
                </a:ext>
              </a:extLst>
            </p:cNvPr>
            <p:cNvSpPr/>
            <p:nvPr/>
          </p:nvSpPr>
          <p:spPr>
            <a:xfrm rot="5400000">
              <a:off x="4610100" y="664423"/>
              <a:ext cx="228600" cy="8229600"/>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66" name="TextBox 29">
              <a:extLst>
                <a:ext uri="{FF2B5EF4-FFF2-40B4-BE49-F238E27FC236}">
                  <a16:creationId xmlns:a16="http://schemas.microsoft.com/office/drawing/2014/main" id="{BD3823C4-BCC8-2C44-A19B-8D91FFBD16D0}"/>
                </a:ext>
              </a:extLst>
            </p:cNvPr>
            <p:cNvSpPr txBox="1">
              <a:spLocks noChangeArrowheads="1"/>
            </p:cNvSpPr>
            <p:nvPr/>
          </p:nvSpPr>
          <p:spPr bwMode="auto">
            <a:xfrm>
              <a:off x="3657600" y="4207723"/>
              <a:ext cx="47995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dirty="0"/>
                <a:t>IP datagram/packet (network packet) </a:t>
              </a:r>
            </a:p>
          </p:txBody>
        </p:sp>
      </p:grpSp>
      <p:sp>
        <p:nvSpPr>
          <p:cNvPr id="3" name="TextBox 2">
            <a:extLst>
              <a:ext uri="{FF2B5EF4-FFF2-40B4-BE49-F238E27FC236}">
                <a16:creationId xmlns:a16="http://schemas.microsoft.com/office/drawing/2014/main" id="{77B5C64E-4984-3341-9218-2EEA8925C466}"/>
              </a:ext>
            </a:extLst>
          </p:cNvPr>
          <p:cNvSpPr txBox="1"/>
          <p:nvPr/>
        </p:nvSpPr>
        <p:spPr>
          <a:xfrm>
            <a:off x="2334408" y="1060078"/>
            <a:ext cx="1936377" cy="307777"/>
          </a:xfrm>
          <a:prstGeom prst="rect">
            <a:avLst/>
          </a:prstGeom>
          <a:noFill/>
          <a:ln>
            <a:solidFill>
              <a:schemeClr val="accent1"/>
            </a:solidFill>
          </a:ln>
        </p:spPr>
        <p:txBody>
          <a:bodyPr wrap="square" rtlCol="0">
            <a:spAutoFit/>
          </a:bodyPr>
          <a:lstStyle/>
          <a:p>
            <a:pPr algn="l"/>
            <a:r>
              <a:rPr lang="en-US" sz="1400" dirty="0">
                <a:latin typeface="Comic Sans MS" panose="030F0902030302020204" pitchFamily="66" charset="0"/>
                <a:ea typeface="Helvetica Neue" panose="02000503000000020004" pitchFamily="2" charset="0"/>
                <a:cs typeface="Helvetica Neue" panose="02000503000000020004" pitchFamily="2" charset="0"/>
              </a:rPr>
              <a:t>Business Application</a:t>
            </a:r>
          </a:p>
        </p:txBody>
      </p:sp>
      <p:sp>
        <p:nvSpPr>
          <p:cNvPr id="23" name="TextBox 22">
            <a:extLst>
              <a:ext uri="{FF2B5EF4-FFF2-40B4-BE49-F238E27FC236}">
                <a16:creationId xmlns:a16="http://schemas.microsoft.com/office/drawing/2014/main" id="{689149C8-5CED-A74B-B432-A605F3A98ACA}"/>
              </a:ext>
            </a:extLst>
          </p:cNvPr>
          <p:cNvSpPr txBox="1"/>
          <p:nvPr/>
        </p:nvSpPr>
        <p:spPr>
          <a:xfrm>
            <a:off x="8175812" y="1051101"/>
            <a:ext cx="1936377" cy="307777"/>
          </a:xfrm>
          <a:prstGeom prst="rect">
            <a:avLst/>
          </a:prstGeom>
          <a:noFill/>
          <a:ln>
            <a:solidFill>
              <a:schemeClr val="accent1"/>
            </a:solidFill>
          </a:ln>
        </p:spPr>
        <p:txBody>
          <a:bodyPr wrap="square" rtlCol="0">
            <a:spAutoFit/>
          </a:bodyPr>
          <a:lstStyle/>
          <a:p>
            <a:pPr algn="l"/>
            <a:r>
              <a:rPr lang="en-US" sz="1400" dirty="0">
                <a:latin typeface="Comic Sans MS" panose="030F0902030302020204" pitchFamily="66" charset="0"/>
                <a:ea typeface="Helvetica Neue" panose="02000503000000020004" pitchFamily="2" charset="0"/>
                <a:cs typeface="Helvetica Neue" panose="02000503000000020004" pitchFamily="2" charset="0"/>
              </a:rPr>
              <a:t>Business Application</a:t>
            </a:r>
          </a:p>
        </p:txBody>
      </p:sp>
      <p:sp>
        <p:nvSpPr>
          <p:cNvPr id="7" name="TextBox 6">
            <a:extLst>
              <a:ext uri="{FF2B5EF4-FFF2-40B4-BE49-F238E27FC236}">
                <a16:creationId xmlns:a16="http://schemas.microsoft.com/office/drawing/2014/main" id="{4327F54B-C0E8-3565-449C-2B9AD2E50B44}"/>
              </a:ext>
            </a:extLst>
          </p:cNvPr>
          <p:cNvSpPr txBox="1"/>
          <p:nvPr/>
        </p:nvSpPr>
        <p:spPr>
          <a:xfrm>
            <a:off x="5985164" y="6543304"/>
            <a:ext cx="1122551" cy="307777"/>
          </a:xfrm>
          <a:prstGeom prst="rect">
            <a:avLst/>
          </a:prstGeom>
          <a:noFill/>
        </p:spPr>
        <p:txBody>
          <a:bodyPr wrap="none" rtlCol="0">
            <a:spAutoFit/>
          </a:bodyPr>
          <a:lstStyle/>
          <a:p>
            <a:r>
              <a:rPr lang="en-US" sz="1400" dirty="0"/>
              <a:t>Out of Scope</a:t>
            </a: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119202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10" name="Shape 410"/>
          <p:cNvSpPr txBox="1">
            <a:spLocks noGrp="1"/>
          </p:cNvSpPr>
          <p:nvPr>
            <p:ph type="title"/>
          </p:nvPr>
        </p:nvSpPr>
        <p:spPr/>
        <p:txBody>
          <a:bodyPr/>
          <a:lstStyle/>
          <a:p>
            <a:pPr lvl="0"/>
            <a:r>
              <a:rPr lang="en-US" dirty="0"/>
              <a:t>TCP/IP Internet Protocol Suite</a:t>
            </a:r>
            <a:endParaRPr lang="en-US" dirty="0">
              <a:sym typeface="Tahoma"/>
            </a:endParaRPr>
          </a:p>
        </p:txBody>
      </p:sp>
      <p:sp>
        <p:nvSpPr>
          <p:cNvPr id="7" name="Text Placeholder 6">
            <a:extLst>
              <a:ext uri="{FF2B5EF4-FFF2-40B4-BE49-F238E27FC236}">
                <a16:creationId xmlns:a16="http://schemas.microsoft.com/office/drawing/2014/main" id="{043C18DF-F020-5943-A616-000911844698}"/>
              </a:ext>
            </a:extLst>
          </p:cNvPr>
          <p:cNvSpPr>
            <a:spLocks noGrp="1"/>
          </p:cNvSpPr>
          <p:nvPr>
            <p:ph idx="1"/>
          </p:nvPr>
        </p:nvSpPr>
        <p:spPr>
          <a:xfrm>
            <a:off x="513349" y="5481095"/>
            <a:ext cx="10840451" cy="510465"/>
          </a:xfrm>
        </p:spPr>
        <p:txBody>
          <a:bodyPr>
            <a:normAutofit/>
          </a:bodyPr>
          <a:lstStyle/>
          <a:p>
            <a:pPr marL="0" indent="0" algn="ctr">
              <a:buNone/>
            </a:pPr>
            <a:r>
              <a:rPr lang="en-US" sz="1800" dirty="0">
                <a:ea typeface="Helvetica Neue" panose="02000503000000020004" pitchFamily="2" charset="0"/>
                <a:cs typeface="Helvetica Neue" panose="02000503000000020004" pitchFamily="2" charset="0"/>
                <a:hlinkClick r:id="rId3"/>
              </a:rPr>
              <a:t>https://docs.oracle.com/cd/E19455-01/806-0916/6ja85398m/index.html</a:t>
            </a:r>
            <a:endParaRPr lang="en-US" sz="1800" dirty="0">
              <a:ea typeface="Helvetica Neue" panose="02000503000000020004" pitchFamily="2" charset="0"/>
              <a:cs typeface="Helvetica Neue" panose="02000503000000020004" pitchFamily="2" charset="0"/>
            </a:endParaRPr>
          </a:p>
        </p:txBody>
      </p:sp>
      <p:graphicFrame>
        <p:nvGraphicFramePr>
          <p:cNvPr id="8" name="Group 3">
            <a:extLst>
              <a:ext uri="{FF2B5EF4-FFF2-40B4-BE49-F238E27FC236}">
                <a16:creationId xmlns:a16="http://schemas.microsoft.com/office/drawing/2014/main" id="{C469E03B-EF7B-274E-8F9B-9C0E193FAE52}"/>
              </a:ext>
            </a:extLst>
          </p:cNvPr>
          <p:cNvGraphicFramePr>
            <a:graphicFrameLocks/>
          </p:cNvGraphicFramePr>
          <p:nvPr/>
        </p:nvGraphicFramePr>
        <p:xfrm>
          <a:off x="1931193" y="1352136"/>
          <a:ext cx="8329613" cy="3986477"/>
        </p:xfrm>
        <a:graphic>
          <a:graphicData uri="http://schemas.openxmlformats.org/drawingml/2006/table">
            <a:tbl>
              <a:tblPr/>
              <a:tblGrid>
                <a:gridCol w="2172942">
                  <a:extLst>
                    <a:ext uri="{9D8B030D-6E8A-4147-A177-3AD203B41FA5}">
                      <a16:colId xmlns:a16="http://schemas.microsoft.com/office/drawing/2014/main" val="20000"/>
                    </a:ext>
                  </a:extLst>
                </a:gridCol>
                <a:gridCol w="6156671">
                  <a:extLst>
                    <a:ext uri="{9D8B030D-6E8A-4147-A177-3AD203B41FA5}">
                      <a16:colId xmlns:a16="http://schemas.microsoft.com/office/drawing/2014/main" val="3083730292"/>
                    </a:ext>
                  </a:extLst>
                </a:gridCol>
              </a:tblGrid>
              <a:tr h="481147">
                <a:tc>
                  <a:txBody>
                    <a:bodyPr/>
                    <a:lstStyle/>
                    <a:p>
                      <a:pPr marL="0" marR="0" lvl="0" indent="0" algn="ctr" defTabSz="914400" rtl="0" eaLnBrk="1" fontAlgn="base" latinLnBrk="0" hangingPunct="1">
                        <a:lnSpc>
                          <a:spcPct val="100000"/>
                        </a:lnSpc>
                        <a:spcBef>
                          <a:spcPct val="20000"/>
                        </a:spcBef>
                        <a:spcAft>
                          <a:spcPct val="20000"/>
                        </a:spcAft>
                        <a:buClrTx/>
                        <a:buSzTx/>
                        <a:buFontTx/>
                        <a:buNone/>
                        <a:tabLst/>
                      </a:pPr>
                      <a:r>
                        <a:rPr kumimoji="0" lang="en-US" sz="2000" b="1" i="0" u="none" strike="noStrike" cap="none" normalizeH="0" baseline="0" dirty="0">
                          <a:ln>
                            <a:noFill/>
                          </a:ln>
                          <a:solidFill>
                            <a:schemeClr val="tx1"/>
                          </a:solidFill>
                          <a:effectLst/>
                          <a:latin typeface="Comic Sans MS" pitchFamily="66" charset="0"/>
                        </a:rPr>
                        <a:t>Layer Name</a:t>
                      </a:r>
                    </a:p>
                  </a:txBody>
                  <a:tcPr marT="45733" marB="4573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20000"/>
                        </a:spcAft>
                        <a:buClrTx/>
                        <a:buSzTx/>
                        <a:buFontTx/>
                        <a:buNone/>
                        <a:tabLst/>
                      </a:pPr>
                      <a:r>
                        <a:rPr kumimoji="0" lang="en-US" sz="2000" b="1" i="0" u="none" strike="noStrike" cap="none" normalizeH="0" baseline="0" dirty="0">
                          <a:ln>
                            <a:noFill/>
                          </a:ln>
                          <a:solidFill>
                            <a:schemeClr val="tx1"/>
                          </a:solidFill>
                          <a:effectLst/>
                          <a:latin typeface="Comic Sans MS" pitchFamily="66" charset="0"/>
                        </a:rPr>
                        <a:t>Description</a:t>
                      </a:r>
                    </a:p>
                  </a:txBody>
                  <a:tcPr marT="45733" marB="4573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69761429"/>
                  </a:ext>
                </a:extLst>
              </a:tr>
              <a:tr h="481147">
                <a:tc>
                  <a:txBody>
                    <a:bodyPr/>
                    <a:lstStyle/>
                    <a:p>
                      <a:pPr marL="0" marR="0" lvl="0" indent="0" algn="ctr" defTabSz="914400" rtl="0" eaLnBrk="1" fontAlgn="base" latinLnBrk="0" hangingPunct="1">
                        <a:lnSpc>
                          <a:spcPct val="100000"/>
                        </a:lnSpc>
                        <a:spcBef>
                          <a:spcPct val="20000"/>
                        </a:spcBef>
                        <a:spcAft>
                          <a:spcPct val="20000"/>
                        </a:spcAft>
                        <a:buClrTx/>
                        <a:buSzTx/>
                        <a:buFontTx/>
                        <a:buNone/>
                        <a:tabLst/>
                      </a:pPr>
                      <a:r>
                        <a:rPr kumimoji="0" lang="en-US" sz="2000" b="0" i="0" u="none" strike="noStrike" cap="none" normalizeH="0" baseline="0" dirty="0">
                          <a:ln>
                            <a:noFill/>
                          </a:ln>
                          <a:solidFill>
                            <a:schemeClr val="tx1"/>
                          </a:solidFill>
                          <a:effectLst/>
                          <a:latin typeface="Comic Sans MS" pitchFamily="66" charset="0"/>
                        </a:rPr>
                        <a:t>Application</a:t>
                      </a:r>
                    </a:p>
                  </a:txBody>
                  <a:tcPr marT="45733" marB="4573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20000"/>
                        </a:spcAft>
                        <a:buClrTx/>
                        <a:buSzTx/>
                        <a:buFontTx/>
                        <a:buNone/>
                        <a:tabLst/>
                        <a:defRPr/>
                      </a:pPr>
                      <a:r>
                        <a:rPr kumimoji="0" lang="en-US" sz="2000" b="0" i="0" u="none" strike="noStrike" cap="none" normalizeH="0" baseline="0" dirty="0">
                          <a:ln>
                            <a:noFill/>
                          </a:ln>
                          <a:solidFill>
                            <a:schemeClr val="tx1"/>
                          </a:solidFill>
                          <a:effectLst/>
                          <a:latin typeface="Comic Sans MS" pitchFamily="66" charset="0"/>
                        </a:rPr>
                        <a:t>Consists of standard communication services and applications that everyone can use </a:t>
                      </a:r>
                    </a:p>
                  </a:txBody>
                  <a:tcPr marT="45733" marB="4573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965">
                <a:tc>
                  <a:txBody>
                    <a:bodyPr/>
                    <a:lstStyle/>
                    <a:p>
                      <a:pPr marL="0" marR="0" lvl="0" indent="0" algn="ctr" defTabSz="914400" rtl="0" eaLnBrk="1" fontAlgn="base" latinLnBrk="0" hangingPunct="1">
                        <a:lnSpc>
                          <a:spcPct val="100000"/>
                        </a:lnSpc>
                        <a:spcBef>
                          <a:spcPct val="20000"/>
                        </a:spcBef>
                        <a:spcAft>
                          <a:spcPct val="20000"/>
                        </a:spcAft>
                        <a:buClrTx/>
                        <a:buSzTx/>
                        <a:buFontTx/>
                        <a:buNone/>
                        <a:tabLst/>
                      </a:pPr>
                      <a:r>
                        <a:rPr kumimoji="0" lang="en-US" sz="2000" b="0" i="0" u="none" strike="noStrike" cap="none" normalizeH="0" baseline="0" dirty="0">
                          <a:ln>
                            <a:noFill/>
                          </a:ln>
                          <a:solidFill>
                            <a:schemeClr val="tx1"/>
                          </a:solidFill>
                          <a:effectLst/>
                          <a:latin typeface="Comic Sans MS" pitchFamily="66" charset="0"/>
                        </a:rPr>
                        <a:t>Transport</a:t>
                      </a:r>
                    </a:p>
                  </a:txBody>
                  <a:tcPr marT="45733" marB="4573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20000"/>
                        </a:spcAft>
                        <a:buClrTx/>
                        <a:buSzTx/>
                        <a:buFontTx/>
                        <a:buNone/>
                        <a:tabLst/>
                        <a:defRPr/>
                      </a:pPr>
                      <a:r>
                        <a:rPr kumimoji="0" lang="en-US" sz="2000" b="0" i="0" u="none" strike="noStrike" cap="none" normalizeH="0" baseline="0" dirty="0">
                          <a:ln>
                            <a:noFill/>
                          </a:ln>
                          <a:solidFill>
                            <a:schemeClr val="tx1"/>
                          </a:solidFill>
                          <a:effectLst/>
                          <a:latin typeface="Comic Sans MS" pitchFamily="66" charset="0"/>
                        </a:rPr>
                        <a:t>Manages the transfer of data and assures that received and transmitted data are identical </a:t>
                      </a:r>
                    </a:p>
                  </a:txBody>
                  <a:tcPr marT="45733" marB="4573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350">
                <a:tc>
                  <a:txBody>
                    <a:bodyPr/>
                    <a:lstStyle/>
                    <a:p>
                      <a:pPr marL="0" marR="0" lvl="0" indent="0" algn="ctr" defTabSz="914400" rtl="0" eaLnBrk="1" fontAlgn="base" latinLnBrk="0" hangingPunct="1">
                        <a:lnSpc>
                          <a:spcPct val="100000"/>
                        </a:lnSpc>
                        <a:spcBef>
                          <a:spcPct val="20000"/>
                        </a:spcBef>
                        <a:spcAft>
                          <a:spcPct val="20000"/>
                        </a:spcAft>
                        <a:buClrTx/>
                        <a:buSzTx/>
                        <a:buFontTx/>
                        <a:buNone/>
                        <a:tabLst/>
                      </a:pPr>
                      <a:r>
                        <a:rPr kumimoji="0" lang="en-US" sz="2000" b="0" i="0" u="none" strike="noStrike" cap="none" normalizeH="0" baseline="0" dirty="0">
                          <a:ln>
                            <a:noFill/>
                          </a:ln>
                          <a:solidFill>
                            <a:schemeClr val="tx1"/>
                          </a:solidFill>
                          <a:effectLst/>
                          <a:latin typeface="Comic Sans MS" pitchFamily="66" charset="0"/>
                        </a:rPr>
                        <a:t>Network</a:t>
                      </a:r>
                    </a:p>
                  </a:txBody>
                  <a:tcPr marT="45733" marB="4573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20000"/>
                        </a:spcAft>
                        <a:buClrTx/>
                        <a:buSzTx/>
                        <a:buFontTx/>
                        <a:buNone/>
                        <a:tabLst/>
                        <a:defRPr/>
                      </a:pPr>
                      <a:r>
                        <a:rPr kumimoji="0" lang="en-US" sz="2000" b="0" i="0" u="none" strike="noStrike" cap="none" normalizeH="0" baseline="0" dirty="0">
                          <a:ln>
                            <a:noFill/>
                          </a:ln>
                          <a:solidFill>
                            <a:schemeClr val="tx1"/>
                          </a:solidFill>
                          <a:effectLst/>
                          <a:latin typeface="Comic Sans MS" pitchFamily="66" charset="0"/>
                        </a:rPr>
                        <a:t>Manages data addressing and delivery between networks </a:t>
                      </a:r>
                    </a:p>
                  </a:txBody>
                  <a:tcPr marT="45733" marB="4573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3378">
                <a:tc>
                  <a:txBody>
                    <a:bodyPr/>
                    <a:lstStyle/>
                    <a:p>
                      <a:pPr marL="0" marR="0" lvl="0" indent="0" algn="ctr" defTabSz="914400" rtl="0" eaLnBrk="1" fontAlgn="base" latinLnBrk="0" hangingPunct="1">
                        <a:lnSpc>
                          <a:spcPct val="100000"/>
                        </a:lnSpc>
                        <a:spcBef>
                          <a:spcPct val="20000"/>
                        </a:spcBef>
                        <a:spcAft>
                          <a:spcPct val="20000"/>
                        </a:spcAft>
                        <a:buClrTx/>
                        <a:buSzTx/>
                        <a:buFontTx/>
                        <a:buNone/>
                        <a:tabLst/>
                      </a:pPr>
                      <a:r>
                        <a:rPr kumimoji="0" lang="en-US" sz="2000" b="0" i="0" u="none" strike="noStrike" cap="none" normalizeH="0" baseline="0" dirty="0">
                          <a:ln>
                            <a:noFill/>
                          </a:ln>
                          <a:solidFill>
                            <a:schemeClr val="tx1"/>
                          </a:solidFill>
                          <a:effectLst/>
                          <a:latin typeface="Comic Sans MS" pitchFamily="66" charset="0"/>
                        </a:rPr>
                        <a:t>Data Link</a:t>
                      </a:r>
                    </a:p>
                  </a:txBody>
                  <a:tcPr marT="45733" marB="4573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20000"/>
                        </a:spcAft>
                        <a:buClrTx/>
                        <a:buSzTx/>
                        <a:buFontTx/>
                        <a:buNone/>
                        <a:tabLst/>
                        <a:defRPr/>
                      </a:pPr>
                      <a:r>
                        <a:rPr kumimoji="0" lang="en-US" sz="2000" b="0" i="0" u="none" strike="noStrike" cap="none" normalizeH="0" baseline="0" dirty="0">
                          <a:ln>
                            <a:noFill/>
                          </a:ln>
                          <a:solidFill>
                            <a:schemeClr val="tx1"/>
                          </a:solidFill>
                          <a:effectLst/>
                          <a:latin typeface="Comic Sans MS" pitchFamily="66" charset="0"/>
                        </a:rPr>
                        <a:t>Handles the transfer of data across the network media; provides error handling</a:t>
                      </a:r>
                    </a:p>
                  </a:txBody>
                  <a:tcPr marT="45733" marB="4573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985">
                <a:tc>
                  <a:txBody>
                    <a:bodyPr/>
                    <a:lstStyle/>
                    <a:p>
                      <a:pPr marL="0" marR="0" lvl="0" indent="0" algn="ctr" defTabSz="914400" rtl="0" eaLnBrk="1" fontAlgn="base" latinLnBrk="0" hangingPunct="1">
                        <a:lnSpc>
                          <a:spcPct val="100000"/>
                        </a:lnSpc>
                        <a:spcBef>
                          <a:spcPct val="20000"/>
                        </a:spcBef>
                        <a:spcAft>
                          <a:spcPct val="20000"/>
                        </a:spcAft>
                        <a:buClrTx/>
                        <a:buSzTx/>
                        <a:buFontTx/>
                        <a:buNone/>
                        <a:tabLst/>
                      </a:pPr>
                      <a:r>
                        <a:rPr kumimoji="0" lang="en-US" sz="2000" b="0" i="0" u="none" strike="noStrike" cap="none" normalizeH="0" baseline="0" dirty="0">
                          <a:ln>
                            <a:noFill/>
                          </a:ln>
                          <a:solidFill>
                            <a:schemeClr val="tx1"/>
                          </a:solidFill>
                          <a:effectLst/>
                          <a:latin typeface="Comic Sans MS" pitchFamily="66" charset="0"/>
                        </a:rPr>
                        <a:t>Physical</a:t>
                      </a:r>
                    </a:p>
                  </a:txBody>
                  <a:tcPr marT="45733" marB="4573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20000"/>
                        </a:spcAft>
                        <a:buClrTx/>
                        <a:buSzTx/>
                        <a:buFontTx/>
                        <a:buNone/>
                        <a:tabLst/>
                        <a:defRPr/>
                      </a:pPr>
                      <a:r>
                        <a:rPr kumimoji="0" lang="en-US" sz="2000" b="0" i="0" u="none" strike="noStrike" cap="none" normalizeH="0" baseline="0" dirty="0">
                          <a:ln>
                            <a:noFill/>
                          </a:ln>
                          <a:solidFill>
                            <a:schemeClr val="tx1"/>
                          </a:solidFill>
                          <a:effectLst/>
                          <a:latin typeface="Comic Sans MS" pitchFamily="66" charset="0"/>
                        </a:rPr>
                        <a:t>Defines the characteristics of the network hardware </a:t>
                      </a:r>
                    </a:p>
                  </a:txBody>
                  <a:tcPr marT="45733" marB="4573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05771993-6688-54EF-4AE1-49ECAF7D2713}"/>
              </a:ext>
            </a:extLst>
          </p:cNvPr>
          <p:cNvSpPr txBox="1"/>
          <p:nvPr/>
        </p:nvSpPr>
        <p:spPr>
          <a:xfrm>
            <a:off x="5985164" y="6543304"/>
            <a:ext cx="1122551" cy="307777"/>
          </a:xfrm>
          <a:prstGeom prst="rect">
            <a:avLst/>
          </a:prstGeom>
          <a:noFill/>
        </p:spPr>
        <p:txBody>
          <a:bodyPr wrap="none" rtlCol="0">
            <a:spAutoFit/>
          </a:bodyPr>
          <a:lstStyle/>
          <a:p>
            <a:r>
              <a:rPr lang="en-US" sz="1400" dirty="0"/>
              <a:t>Out of Scope</a:t>
            </a: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158252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4AD1F-5599-3741-9AFD-AA6A75ECE47E}"/>
              </a:ext>
            </a:extLst>
          </p:cNvPr>
          <p:cNvSpPr>
            <a:spLocks noGrp="1"/>
          </p:cNvSpPr>
          <p:nvPr>
            <p:ph type="title"/>
          </p:nvPr>
        </p:nvSpPr>
        <p:spPr/>
        <p:txBody>
          <a:bodyPr/>
          <a:lstStyle/>
          <a:p>
            <a:r>
              <a:rPr lang="en-US" dirty="0"/>
              <a:t>IP (Network) Packet</a:t>
            </a:r>
          </a:p>
        </p:txBody>
      </p:sp>
      <p:sp>
        <p:nvSpPr>
          <p:cNvPr id="3" name="Text Placeholder 2">
            <a:extLst>
              <a:ext uri="{FF2B5EF4-FFF2-40B4-BE49-F238E27FC236}">
                <a16:creationId xmlns:a16="http://schemas.microsoft.com/office/drawing/2014/main" id="{D97D1085-E81A-5A43-965F-E575BE7D9963}"/>
              </a:ext>
            </a:extLst>
          </p:cNvPr>
          <p:cNvSpPr>
            <a:spLocks noGrp="1"/>
          </p:cNvSpPr>
          <p:nvPr>
            <p:ph type="body" idx="11"/>
          </p:nvPr>
        </p:nvSpPr>
        <p:spPr/>
        <p:txBody>
          <a:bodyPr/>
          <a:lstStyle/>
          <a:p>
            <a:r>
              <a:rPr lang="en-US" dirty="0"/>
              <a:t>image source</a:t>
            </a:r>
            <a:r>
              <a:rPr lang="en-US"/>
              <a:t>: https://www.ccontrols.com/ieu/courses/ie201.html</a:t>
            </a:r>
            <a:endParaRPr lang="en-US" dirty="0"/>
          </a:p>
        </p:txBody>
      </p:sp>
      <p:sp>
        <p:nvSpPr>
          <p:cNvPr id="4" name="TextBox 3">
            <a:extLst>
              <a:ext uri="{FF2B5EF4-FFF2-40B4-BE49-F238E27FC236}">
                <a16:creationId xmlns:a16="http://schemas.microsoft.com/office/drawing/2014/main" id="{53F9C610-D95E-0A3C-4F10-7C8D5521307C}"/>
              </a:ext>
            </a:extLst>
          </p:cNvPr>
          <p:cNvSpPr txBox="1"/>
          <p:nvPr/>
        </p:nvSpPr>
        <p:spPr>
          <a:xfrm>
            <a:off x="5534724" y="6322105"/>
            <a:ext cx="1122551" cy="307777"/>
          </a:xfrm>
          <a:prstGeom prst="rect">
            <a:avLst/>
          </a:prstGeom>
          <a:noFill/>
        </p:spPr>
        <p:txBody>
          <a:bodyPr wrap="none" rtlCol="0">
            <a:spAutoFit/>
          </a:bodyPr>
          <a:lstStyle/>
          <a:p>
            <a:r>
              <a:rPr lang="en-US" sz="1400" dirty="0"/>
              <a:t>Out of Scope</a:t>
            </a: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17" name="Picture 16" descr="A diagram of a computer program&#10;&#10;Description automatically generated">
            <a:extLst>
              <a:ext uri="{FF2B5EF4-FFF2-40B4-BE49-F238E27FC236}">
                <a16:creationId xmlns:a16="http://schemas.microsoft.com/office/drawing/2014/main" id="{D016DA22-A159-48BB-2D8F-29F7A2A5DB9B}"/>
              </a:ext>
            </a:extLst>
          </p:cNvPr>
          <p:cNvPicPr>
            <a:picLocks noChangeAspect="1"/>
          </p:cNvPicPr>
          <p:nvPr/>
        </p:nvPicPr>
        <p:blipFill>
          <a:blip r:embed="rId2"/>
          <a:stretch>
            <a:fillRect/>
          </a:stretch>
        </p:blipFill>
        <p:spPr>
          <a:xfrm>
            <a:off x="3009585" y="1192456"/>
            <a:ext cx="6172828" cy="4703695"/>
          </a:xfrm>
          <a:prstGeom prst="rect">
            <a:avLst/>
          </a:prstGeom>
        </p:spPr>
      </p:pic>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F22BA092-168C-7336-913F-5F4EB3A8262B}"/>
                  </a:ext>
                </a:extLst>
              </p14:cNvPr>
              <p14:cNvContentPartPr/>
              <p14:nvPr/>
            </p14:nvContentPartPr>
            <p14:xfrm>
              <a:off x="4333831" y="2560684"/>
              <a:ext cx="140400" cy="230040"/>
            </p14:xfrm>
          </p:contentPart>
        </mc:Choice>
        <mc:Fallback>
          <p:pic>
            <p:nvPicPr>
              <p:cNvPr id="5" name="Ink 4">
                <a:extLst>
                  <a:ext uri="{FF2B5EF4-FFF2-40B4-BE49-F238E27FC236}">
                    <a16:creationId xmlns:a16="http://schemas.microsoft.com/office/drawing/2014/main" id="{F22BA092-168C-7336-913F-5F4EB3A8262B}"/>
                  </a:ext>
                </a:extLst>
              </p:cNvPr>
              <p:cNvPicPr/>
              <p:nvPr/>
            </p:nvPicPr>
            <p:blipFill>
              <a:blip r:embed="rId4"/>
              <a:stretch>
                <a:fillRect/>
              </a:stretch>
            </p:blipFill>
            <p:spPr>
              <a:xfrm>
                <a:off x="4323391" y="2549884"/>
                <a:ext cx="161640" cy="2512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5" name="Ink 14">
                <a:extLst>
                  <a:ext uri="{FF2B5EF4-FFF2-40B4-BE49-F238E27FC236}">
                    <a16:creationId xmlns:a16="http://schemas.microsoft.com/office/drawing/2014/main" id="{0763C3D9-2EB8-AC16-8C73-0B4032F7AC6B}"/>
                  </a:ext>
                </a:extLst>
              </p14:cNvPr>
              <p14:cNvContentPartPr/>
              <p14:nvPr/>
            </p14:nvContentPartPr>
            <p14:xfrm>
              <a:off x="3671791" y="2028964"/>
              <a:ext cx="792720" cy="307080"/>
            </p14:xfrm>
          </p:contentPart>
        </mc:Choice>
        <mc:Fallback>
          <p:pic>
            <p:nvPicPr>
              <p:cNvPr id="15" name="Ink 14">
                <a:extLst>
                  <a:ext uri="{FF2B5EF4-FFF2-40B4-BE49-F238E27FC236}">
                    <a16:creationId xmlns:a16="http://schemas.microsoft.com/office/drawing/2014/main" id="{0763C3D9-2EB8-AC16-8C73-0B4032F7AC6B}"/>
                  </a:ext>
                </a:extLst>
              </p:cNvPr>
              <p:cNvPicPr/>
              <p:nvPr/>
            </p:nvPicPr>
            <p:blipFill>
              <a:blip r:embed="rId6"/>
              <a:stretch>
                <a:fillRect/>
              </a:stretch>
            </p:blipFill>
            <p:spPr>
              <a:xfrm>
                <a:off x="3661351" y="2018524"/>
                <a:ext cx="813960" cy="3283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7" name="Ink 46">
                <a:extLst>
                  <a:ext uri="{FF2B5EF4-FFF2-40B4-BE49-F238E27FC236}">
                    <a16:creationId xmlns:a16="http://schemas.microsoft.com/office/drawing/2014/main" id="{1202C306-B7AC-F608-A506-D13C9798E89F}"/>
                  </a:ext>
                </a:extLst>
              </p14:cNvPr>
              <p14:cNvContentPartPr/>
              <p14:nvPr/>
            </p14:nvContentPartPr>
            <p14:xfrm>
              <a:off x="3194071" y="2872444"/>
              <a:ext cx="1227240" cy="454320"/>
            </p14:xfrm>
          </p:contentPart>
        </mc:Choice>
        <mc:Fallback>
          <p:pic>
            <p:nvPicPr>
              <p:cNvPr id="47" name="Ink 46">
                <a:extLst>
                  <a:ext uri="{FF2B5EF4-FFF2-40B4-BE49-F238E27FC236}">
                    <a16:creationId xmlns:a16="http://schemas.microsoft.com/office/drawing/2014/main" id="{1202C306-B7AC-F608-A506-D13C9798E89F}"/>
                  </a:ext>
                </a:extLst>
              </p:cNvPr>
              <p:cNvPicPr/>
              <p:nvPr/>
            </p:nvPicPr>
            <p:blipFill>
              <a:blip r:embed="rId8"/>
              <a:stretch>
                <a:fillRect/>
              </a:stretch>
            </p:blipFill>
            <p:spPr>
              <a:xfrm>
                <a:off x="3183631" y="2861996"/>
                <a:ext cx="1248480" cy="475577"/>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48" name="Ink 47">
                <a:extLst>
                  <a:ext uri="{FF2B5EF4-FFF2-40B4-BE49-F238E27FC236}">
                    <a16:creationId xmlns:a16="http://schemas.microsoft.com/office/drawing/2014/main" id="{701AC659-1D6F-A509-A8EB-2175E9DEFE73}"/>
                  </a:ext>
                </a:extLst>
              </p14:cNvPr>
              <p14:cNvContentPartPr/>
              <p14:nvPr/>
            </p14:nvContentPartPr>
            <p14:xfrm>
              <a:off x="3971311" y="2328844"/>
              <a:ext cx="1126440" cy="388800"/>
            </p14:xfrm>
          </p:contentPart>
        </mc:Choice>
        <mc:Fallback>
          <p:pic>
            <p:nvPicPr>
              <p:cNvPr id="48" name="Ink 47">
                <a:extLst>
                  <a:ext uri="{FF2B5EF4-FFF2-40B4-BE49-F238E27FC236}">
                    <a16:creationId xmlns:a16="http://schemas.microsoft.com/office/drawing/2014/main" id="{701AC659-1D6F-A509-A8EB-2175E9DEFE73}"/>
                  </a:ext>
                </a:extLst>
              </p:cNvPr>
              <p:cNvPicPr/>
              <p:nvPr/>
            </p:nvPicPr>
            <p:blipFill>
              <a:blip r:embed="rId10"/>
              <a:stretch>
                <a:fillRect/>
              </a:stretch>
            </p:blipFill>
            <p:spPr>
              <a:xfrm>
                <a:off x="3960868" y="2318054"/>
                <a:ext cx="1147687" cy="4100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49" name="Ink 48">
                <a:extLst>
                  <a:ext uri="{FF2B5EF4-FFF2-40B4-BE49-F238E27FC236}">
                    <a16:creationId xmlns:a16="http://schemas.microsoft.com/office/drawing/2014/main" id="{58029CFC-45E0-AE87-B9CD-089857D93386}"/>
                  </a:ext>
                </a:extLst>
              </p14:cNvPr>
              <p14:cNvContentPartPr/>
              <p14:nvPr/>
            </p14:nvContentPartPr>
            <p14:xfrm>
              <a:off x="3387031" y="2440804"/>
              <a:ext cx="430200" cy="303840"/>
            </p14:xfrm>
          </p:contentPart>
        </mc:Choice>
        <mc:Fallback>
          <p:pic>
            <p:nvPicPr>
              <p:cNvPr id="49" name="Ink 48">
                <a:extLst>
                  <a:ext uri="{FF2B5EF4-FFF2-40B4-BE49-F238E27FC236}">
                    <a16:creationId xmlns:a16="http://schemas.microsoft.com/office/drawing/2014/main" id="{58029CFC-45E0-AE87-B9CD-089857D93386}"/>
                  </a:ext>
                </a:extLst>
              </p:cNvPr>
              <p:cNvPicPr/>
              <p:nvPr/>
            </p:nvPicPr>
            <p:blipFill>
              <a:blip r:embed="rId12"/>
              <a:stretch>
                <a:fillRect/>
              </a:stretch>
            </p:blipFill>
            <p:spPr>
              <a:xfrm>
                <a:off x="3376240" y="2430364"/>
                <a:ext cx="451422" cy="3250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72" name="Ink 71">
                <a:extLst>
                  <a:ext uri="{FF2B5EF4-FFF2-40B4-BE49-F238E27FC236}">
                    <a16:creationId xmlns:a16="http://schemas.microsoft.com/office/drawing/2014/main" id="{F26D05A4-F5EE-0A30-627A-1DD805A0AA21}"/>
                  </a:ext>
                </a:extLst>
              </p14:cNvPr>
              <p14:cNvContentPartPr/>
              <p14:nvPr/>
            </p14:nvContentPartPr>
            <p14:xfrm>
              <a:off x="10324852" y="1347491"/>
              <a:ext cx="897120" cy="322920"/>
            </p14:xfrm>
          </p:contentPart>
        </mc:Choice>
        <mc:Fallback>
          <p:pic>
            <p:nvPicPr>
              <p:cNvPr id="72" name="Ink 71">
                <a:extLst>
                  <a:ext uri="{FF2B5EF4-FFF2-40B4-BE49-F238E27FC236}">
                    <a16:creationId xmlns:a16="http://schemas.microsoft.com/office/drawing/2014/main" id="{F26D05A4-F5EE-0A30-627A-1DD805A0AA21}"/>
                  </a:ext>
                </a:extLst>
              </p:cNvPr>
              <p:cNvPicPr/>
              <p:nvPr/>
            </p:nvPicPr>
            <p:blipFill>
              <a:blip r:embed="rId14"/>
              <a:stretch>
                <a:fillRect/>
              </a:stretch>
            </p:blipFill>
            <p:spPr>
              <a:xfrm>
                <a:off x="10314408" y="1337039"/>
                <a:ext cx="918369" cy="344184"/>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73" name="Ink 72">
                <a:extLst>
                  <a:ext uri="{FF2B5EF4-FFF2-40B4-BE49-F238E27FC236}">
                    <a16:creationId xmlns:a16="http://schemas.microsoft.com/office/drawing/2014/main" id="{641204CE-C9AE-AE77-9507-EDCF80CF62D1}"/>
                  </a:ext>
                </a:extLst>
              </p14:cNvPr>
              <p14:cNvContentPartPr/>
              <p14:nvPr/>
            </p14:nvContentPartPr>
            <p14:xfrm>
              <a:off x="10005532" y="1347131"/>
              <a:ext cx="187920" cy="144360"/>
            </p14:xfrm>
          </p:contentPart>
        </mc:Choice>
        <mc:Fallback>
          <p:pic>
            <p:nvPicPr>
              <p:cNvPr id="73" name="Ink 72">
                <a:extLst>
                  <a:ext uri="{FF2B5EF4-FFF2-40B4-BE49-F238E27FC236}">
                    <a16:creationId xmlns:a16="http://schemas.microsoft.com/office/drawing/2014/main" id="{641204CE-C9AE-AE77-9507-EDCF80CF62D1}"/>
                  </a:ext>
                </a:extLst>
              </p:cNvPr>
              <p:cNvPicPr/>
              <p:nvPr/>
            </p:nvPicPr>
            <p:blipFill>
              <a:blip r:embed="rId16"/>
              <a:stretch>
                <a:fillRect/>
              </a:stretch>
            </p:blipFill>
            <p:spPr>
              <a:xfrm>
                <a:off x="9994732" y="1336691"/>
                <a:ext cx="20916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74" name="Ink 73">
                <a:extLst>
                  <a:ext uri="{FF2B5EF4-FFF2-40B4-BE49-F238E27FC236}">
                    <a16:creationId xmlns:a16="http://schemas.microsoft.com/office/drawing/2014/main" id="{E598890B-8E34-D227-0B79-D2EF9F435FC6}"/>
                  </a:ext>
                </a:extLst>
              </p14:cNvPr>
              <p14:cNvContentPartPr/>
              <p14:nvPr/>
            </p14:nvContentPartPr>
            <p14:xfrm>
              <a:off x="9495772" y="1238411"/>
              <a:ext cx="345240" cy="229320"/>
            </p14:xfrm>
          </p:contentPart>
        </mc:Choice>
        <mc:Fallback>
          <p:pic>
            <p:nvPicPr>
              <p:cNvPr id="74" name="Ink 73">
                <a:extLst>
                  <a:ext uri="{FF2B5EF4-FFF2-40B4-BE49-F238E27FC236}">
                    <a16:creationId xmlns:a16="http://schemas.microsoft.com/office/drawing/2014/main" id="{E598890B-8E34-D227-0B79-D2EF9F435FC6}"/>
                  </a:ext>
                </a:extLst>
              </p:cNvPr>
              <p:cNvPicPr/>
              <p:nvPr/>
            </p:nvPicPr>
            <p:blipFill>
              <a:blip r:embed="rId18"/>
              <a:stretch>
                <a:fillRect/>
              </a:stretch>
            </p:blipFill>
            <p:spPr>
              <a:xfrm>
                <a:off x="9485321" y="1227611"/>
                <a:ext cx="366502" cy="2505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78" name="Ink 77">
                <a:extLst>
                  <a:ext uri="{FF2B5EF4-FFF2-40B4-BE49-F238E27FC236}">
                    <a16:creationId xmlns:a16="http://schemas.microsoft.com/office/drawing/2014/main" id="{1D9485F9-DA01-5393-63AA-701E4BE67051}"/>
                  </a:ext>
                </a:extLst>
              </p14:cNvPr>
              <p14:cNvContentPartPr/>
              <p14:nvPr/>
            </p14:nvContentPartPr>
            <p14:xfrm>
              <a:off x="9499012" y="1673651"/>
              <a:ext cx="330480" cy="184320"/>
            </p14:xfrm>
          </p:contentPart>
        </mc:Choice>
        <mc:Fallback>
          <p:pic>
            <p:nvPicPr>
              <p:cNvPr id="78" name="Ink 77">
                <a:extLst>
                  <a:ext uri="{FF2B5EF4-FFF2-40B4-BE49-F238E27FC236}">
                    <a16:creationId xmlns:a16="http://schemas.microsoft.com/office/drawing/2014/main" id="{1D9485F9-DA01-5393-63AA-701E4BE67051}"/>
                  </a:ext>
                </a:extLst>
              </p:cNvPr>
              <p:cNvPicPr/>
              <p:nvPr/>
            </p:nvPicPr>
            <p:blipFill>
              <a:blip r:embed="rId20"/>
              <a:stretch>
                <a:fillRect/>
              </a:stretch>
            </p:blipFill>
            <p:spPr>
              <a:xfrm>
                <a:off x="9488212" y="1663211"/>
                <a:ext cx="351720" cy="20556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13" name="Ink 112">
                <a:extLst>
                  <a:ext uri="{FF2B5EF4-FFF2-40B4-BE49-F238E27FC236}">
                    <a16:creationId xmlns:a16="http://schemas.microsoft.com/office/drawing/2014/main" id="{C7B17CFE-6B4D-5845-3DAB-7129F136D995}"/>
                  </a:ext>
                </a:extLst>
              </p14:cNvPr>
              <p14:cNvContentPartPr/>
              <p14:nvPr/>
            </p14:nvContentPartPr>
            <p14:xfrm>
              <a:off x="9570292" y="1729811"/>
              <a:ext cx="1370160" cy="799920"/>
            </p14:xfrm>
          </p:contentPart>
        </mc:Choice>
        <mc:Fallback>
          <p:pic>
            <p:nvPicPr>
              <p:cNvPr id="113" name="Ink 112">
                <a:extLst>
                  <a:ext uri="{FF2B5EF4-FFF2-40B4-BE49-F238E27FC236}">
                    <a16:creationId xmlns:a16="http://schemas.microsoft.com/office/drawing/2014/main" id="{C7B17CFE-6B4D-5845-3DAB-7129F136D995}"/>
                  </a:ext>
                </a:extLst>
              </p:cNvPr>
              <p:cNvPicPr/>
              <p:nvPr/>
            </p:nvPicPr>
            <p:blipFill>
              <a:blip r:embed="rId22"/>
              <a:stretch>
                <a:fillRect/>
              </a:stretch>
            </p:blipFill>
            <p:spPr>
              <a:xfrm>
                <a:off x="9559492" y="1719371"/>
                <a:ext cx="1391400" cy="8211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35" name="Ink 134">
                <a:extLst>
                  <a:ext uri="{FF2B5EF4-FFF2-40B4-BE49-F238E27FC236}">
                    <a16:creationId xmlns:a16="http://schemas.microsoft.com/office/drawing/2014/main" id="{4AE21B7D-92CF-A813-2605-19630FCC29F6}"/>
                  </a:ext>
                </a:extLst>
              </p14:cNvPr>
              <p14:cNvContentPartPr/>
              <p14:nvPr/>
            </p14:nvContentPartPr>
            <p14:xfrm>
              <a:off x="9859607" y="2849571"/>
              <a:ext cx="556560" cy="200880"/>
            </p14:xfrm>
          </p:contentPart>
        </mc:Choice>
        <mc:Fallback>
          <p:pic>
            <p:nvPicPr>
              <p:cNvPr id="135" name="Ink 134">
                <a:extLst>
                  <a:ext uri="{FF2B5EF4-FFF2-40B4-BE49-F238E27FC236}">
                    <a16:creationId xmlns:a16="http://schemas.microsoft.com/office/drawing/2014/main" id="{4AE21B7D-92CF-A813-2605-19630FCC29F6}"/>
                  </a:ext>
                </a:extLst>
              </p:cNvPr>
              <p:cNvPicPr/>
              <p:nvPr/>
            </p:nvPicPr>
            <p:blipFill>
              <a:blip r:embed="rId24"/>
              <a:stretch>
                <a:fillRect/>
              </a:stretch>
            </p:blipFill>
            <p:spPr>
              <a:xfrm>
                <a:off x="9849167" y="2838771"/>
                <a:ext cx="57780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36" name="Ink 135">
                <a:extLst>
                  <a:ext uri="{FF2B5EF4-FFF2-40B4-BE49-F238E27FC236}">
                    <a16:creationId xmlns:a16="http://schemas.microsoft.com/office/drawing/2014/main" id="{B51CFD7E-2F49-7CD6-1C32-0166B4235637}"/>
                  </a:ext>
                </a:extLst>
              </p14:cNvPr>
              <p14:cNvContentPartPr/>
              <p14:nvPr/>
            </p14:nvContentPartPr>
            <p14:xfrm>
              <a:off x="9268487" y="2803131"/>
              <a:ext cx="473760" cy="250920"/>
            </p14:xfrm>
          </p:contentPart>
        </mc:Choice>
        <mc:Fallback>
          <p:pic>
            <p:nvPicPr>
              <p:cNvPr id="136" name="Ink 135">
                <a:extLst>
                  <a:ext uri="{FF2B5EF4-FFF2-40B4-BE49-F238E27FC236}">
                    <a16:creationId xmlns:a16="http://schemas.microsoft.com/office/drawing/2014/main" id="{B51CFD7E-2F49-7CD6-1C32-0166B4235637}"/>
                  </a:ext>
                </a:extLst>
              </p:cNvPr>
              <p:cNvPicPr/>
              <p:nvPr/>
            </p:nvPicPr>
            <p:blipFill>
              <a:blip r:embed="rId26"/>
              <a:stretch>
                <a:fillRect/>
              </a:stretch>
            </p:blipFill>
            <p:spPr>
              <a:xfrm>
                <a:off x="9258047" y="2792331"/>
                <a:ext cx="495000" cy="27216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71" name="Ink 170">
                <a:extLst>
                  <a:ext uri="{FF2B5EF4-FFF2-40B4-BE49-F238E27FC236}">
                    <a16:creationId xmlns:a16="http://schemas.microsoft.com/office/drawing/2014/main" id="{74A9B607-B680-2F4A-D358-C87F6F784D61}"/>
                  </a:ext>
                </a:extLst>
              </p14:cNvPr>
              <p14:cNvContentPartPr/>
              <p14:nvPr/>
            </p14:nvContentPartPr>
            <p14:xfrm>
              <a:off x="9716327" y="3443211"/>
              <a:ext cx="504000" cy="214560"/>
            </p14:xfrm>
          </p:contentPart>
        </mc:Choice>
        <mc:Fallback>
          <p:pic>
            <p:nvPicPr>
              <p:cNvPr id="171" name="Ink 170">
                <a:extLst>
                  <a:ext uri="{FF2B5EF4-FFF2-40B4-BE49-F238E27FC236}">
                    <a16:creationId xmlns:a16="http://schemas.microsoft.com/office/drawing/2014/main" id="{74A9B607-B680-2F4A-D358-C87F6F784D61}"/>
                  </a:ext>
                </a:extLst>
              </p:cNvPr>
              <p:cNvPicPr/>
              <p:nvPr/>
            </p:nvPicPr>
            <p:blipFill>
              <a:blip r:embed="rId28"/>
              <a:stretch>
                <a:fillRect/>
              </a:stretch>
            </p:blipFill>
            <p:spPr>
              <a:xfrm>
                <a:off x="9705880" y="3432411"/>
                <a:ext cx="525255" cy="2358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72" name="Ink 171">
                <a:extLst>
                  <a:ext uri="{FF2B5EF4-FFF2-40B4-BE49-F238E27FC236}">
                    <a16:creationId xmlns:a16="http://schemas.microsoft.com/office/drawing/2014/main" id="{52B86A0F-71F4-5178-E1DA-A3A7C7AB2F06}"/>
                  </a:ext>
                </a:extLst>
              </p14:cNvPr>
              <p14:cNvContentPartPr/>
              <p14:nvPr/>
            </p14:nvContentPartPr>
            <p14:xfrm>
              <a:off x="9326087" y="3456891"/>
              <a:ext cx="226800" cy="156240"/>
            </p14:xfrm>
          </p:contentPart>
        </mc:Choice>
        <mc:Fallback>
          <p:pic>
            <p:nvPicPr>
              <p:cNvPr id="172" name="Ink 171">
                <a:extLst>
                  <a:ext uri="{FF2B5EF4-FFF2-40B4-BE49-F238E27FC236}">
                    <a16:creationId xmlns:a16="http://schemas.microsoft.com/office/drawing/2014/main" id="{52B86A0F-71F4-5178-E1DA-A3A7C7AB2F06}"/>
                  </a:ext>
                </a:extLst>
              </p:cNvPr>
              <p:cNvPicPr/>
              <p:nvPr/>
            </p:nvPicPr>
            <p:blipFill>
              <a:blip r:embed="rId30"/>
              <a:stretch>
                <a:fillRect/>
              </a:stretch>
            </p:blipFill>
            <p:spPr>
              <a:xfrm>
                <a:off x="9315647" y="3446091"/>
                <a:ext cx="24804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73" name="Ink 172">
                <a:extLst>
                  <a:ext uri="{FF2B5EF4-FFF2-40B4-BE49-F238E27FC236}">
                    <a16:creationId xmlns:a16="http://schemas.microsoft.com/office/drawing/2014/main" id="{BA79831F-080B-59C4-FC20-C0319E94D0C7}"/>
                  </a:ext>
                </a:extLst>
              </p14:cNvPr>
              <p14:cNvContentPartPr/>
              <p14:nvPr/>
            </p14:nvContentPartPr>
            <p14:xfrm>
              <a:off x="9400247" y="3112371"/>
              <a:ext cx="743760" cy="172080"/>
            </p14:xfrm>
          </p:contentPart>
        </mc:Choice>
        <mc:Fallback>
          <p:pic>
            <p:nvPicPr>
              <p:cNvPr id="173" name="Ink 172">
                <a:extLst>
                  <a:ext uri="{FF2B5EF4-FFF2-40B4-BE49-F238E27FC236}">
                    <a16:creationId xmlns:a16="http://schemas.microsoft.com/office/drawing/2014/main" id="{BA79831F-080B-59C4-FC20-C0319E94D0C7}"/>
                  </a:ext>
                </a:extLst>
              </p:cNvPr>
              <p:cNvPicPr/>
              <p:nvPr/>
            </p:nvPicPr>
            <p:blipFill>
              <a:blip r:embed="rId32"/>
              <a:stretch>
                <a:fillRect/>
              </a:stretch>
            </p:blipFill>
            <p:spPr>
              <a:xfrm>
                <a:off x="9389447" y="3101931"/>
                <a:ext cx="765000" cy="19332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174" name="Ink 173">
                <a:extLst>
                  <a:ext uri="{FF2B5EF4-FFF2-40B4-BE49-F238E27FC236}">
                    <a16:creationId xmlns:a16="http://schemas.microsoft.com/office/drawing/2014/main" id="{0B61D7E6-7979-32BB-12F1-66E5695E34B1}"/>
                  </a:ext>
                </a:extLst>
              </p14:cNvPr>
              <p14:cNvContentPartPr/>
              <p14:nvPr/>
            </p14:nvContentPartPr>
            <p14:xfrm>
              <a:off x="10750967" y="2867931"/>
              <a:ext cx="212760" cy="136080"/>
            </p14:xfrm>
          </p:contentPart>
        </mc:Choice>
        <mc:Fallback>
          <p:pic>
            <p:nvPicPr>
              <p:cNvPr id="174" name="Ink 173">
                <a:extLst>
                  <a:ext uri="{FF2B5EF4-FFF2-40B4-BE49-F238E27FC236}">
                    <a16:creationId xmlns:a16="http://schemas.microsoft.com/office/drawing/2014/main" id="{0B61D7E6-7979-32BB-12F1-66E5695E34B1}"/>
                  </a:ext>
                </a:extLst>
              </p:cNvPr>
              <p:cNvPicPr/>
              <p:nvPr/>
            </p:nvPicPr>
            <p:blipFill>
              <a:blip r:embed="rId34"/>
              <a:stretch>
                <a:fillRect/>
              </a:stretch>
            </p:blipFill>
            <p:spPr>
              <a:xfrm>
                <a:off x="10740167" y="2857463"/>
                <a:ext cx="234000" cy="157376"/>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175" name="Ink 174">
                <a:extLst>
                  <a:ext uri="{FF2B5EF4-FFF2-40B4-BE49-F238E27FC236}">
                    <a16:creationId xmlns:a16="http://schemas.microsoft.com/office/drawing/2014/main" id="{307A1368-00EB-6281-E650-ED0D0FE59001}"/>
                  </a:ext>
                </a:extLst>
              </p14:cNvPr>
              <p14:cNvContentPartPr/>
              <p14:nvPr/>
            </p14:nvContentPartPr>
            <p14:xfrm>
              <a:off x="10540727" y="2897811"/>
              <a:ext cx="78840" cy="101880"/>
            </p14:xfrm>
          </p:contentPart>
        </mc:Choice>
        <mc:Fallback>
          <p:pic>
            <p:nvPicPr>
              <p:cNvPr id="175" name="Ink 174">
                <a:extLst>
                  <a:ext uri="{FF2B5EF4-FFF2-40B4-BE49-F238E27FC236}">
                    <a16:creationId xmlns:a16="http://schemas.microsoft.com/office/drawing/2014/main" id="{307A1368-00EB-6281-E650-ED0D0FE59001}"/>
                  </a:ext>
                </a:extLst>
              </p:cNvPr>
              <p:cNvPicPr/>
              <p:nvPr/>
            </p:nvPicPr>
            <p:blipFill>
              <a:blip r:embed="rId36"/>
              <a:stretch>
                <a:fillRect/>
              </a:stretch>
            </p:blipFill>
            <p:spPr>
              <a:xfrm>
                <a:off x="10530287" y="2887371"/>
                <a:ext cx="10008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183" name="Ink 182">
                <a:extLst>
                  <a:ext uri="{FF2B5EF4-FFF2-40B4-BE49-F238E27FC236}">
                    <a16:creationId xmlns:a16="http://schemas.microsoft.com/office/drawing/2014/main" id="{7D89CED8-C32D-DAF6-B062-F260D4A2C9F4}"/>
                  </a:ext>
                </a:extLst>
              </p14:cNvPr>
              <p14:cNvContentPartPr/>
              <p14:nvPr/>
            </p14:nvContentPartPr>
            <p14:xfrm>
              <a:off x="10308738" y="3484258"/>
              <a:ext cx="583200" cy="133920"/>
            </p14:xfrm>
          </p:contentPart>
        </mc:Choice>
        <mc:Fallback>
          <p:pic>
            <p:nvPicPr>
              <p:cNvPr id="183" name="Ink 182">
                <a:extLst>
                  <a:ext uri="{FF2B5EF4-FFF2-40B4-BE49-F238E27FC236}">
                    <a16:creationId xmlns:a16="http://schemas.microsoft.com/office/drawing/2014/main" id="{7D89CED8-C32D-DAF6-B062-F260D4A2C9F4}"/>
                  </a:ext>
                </a:extLst>
              </p:cNvPr>
              <p:cNvPicPr/>
              <p:nvPr/>
            </p:nvPicPr>
            <p:blipFill>
              <a:blip r:embed="rId38"/>
              <a:stretch>
                <a:fillRect/>
              </a:stretch>
            </p:blipFill>
            <p:spPr>
              <a:xfrm>
                <a:off x="10297945" y="3473458"/>
                <a:ext cx="604427"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189" name="Ink 188">
                <a:extLst>
                  <a:ext uri="{FF2B5EF4-FFF2-40B4-BE49-F238E27FC236}">
                    <a16:creationId xmlns:a16="http://schemas.microsoft.com/office/drawing/2014/main" id="{9216A29F-03BA-A233-2445-8A231291FFE6}"/>
                  </a:ext>
                </a:extLst>
              </p14:cNvPr>
              <p14:cNvContentPartPr/>
              <p14:nvPr/>
            </p14:nvContentPartPr>
            <p14:xfrm>
              <a:off x="9420978" y="3756778"/>
              <a:ext cx="362880" cy="142200"/>
            </p14:xfrm>
          </p:contentPart>
        </mc:Choice>
        <mc:Fallback>
          <p:pic>
            <p:nvPicPr>
              <p:cNvPr id="189" name="Ink 188">
                <a:extLst>
                  <a:ext uri="{FF2B5EF4-FFF2-40B4-BE49-F238E27FC236}">
                    <a16:creationId xmlns:a16="http://schemas.microsoft.com/office/drawing/2014/main" id="{9216A29F-03BA-A233-2445-8A231291FFE6}"/>
                  </a:ext>
                </a:extLst>
              </p:cNvPr>
              <p:cNvPicPr/>
              <p:nvPr/>
            </p:nvPicPr>
            <p:blipFill>
              <a:blip r:embed="rId40"/>
              <a:stretch>
                <a:fillRect/>
              </a:stretch>
            </p:blipFill>
            <p:spPr>
              <a:xfrm>
                <a:off x="9410178" y="3745978"/>
                <a:ext cx="38412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16" name="Ink 215">
                <a:extLst>
                  <a:ext uri="{FF2B5EF4-FFF2-40B4-BE49-F238E27FC236}">
                    <a16:creationId xmlns:a16="http://schemas.microsoft.com/office/drawing/2014/main" id="{557DD71F-1B9C-3DA9-DEC3-DA9C0A454F0B}"/>
                  </a:ext>
                </a:extLst>
              </p14:cNvPr>
              <p14:cNvContentPartPr/>
              <p14:nvPr/>
            </p14:nvContentPartPr>
            <p14:xfrm>
              <a:off x="9554898" y="4028218"/>
              <a:ext cx="884520" cy="188280"/>
            </p14:xfrm>
          </p:contentPart>
        </mc:Choice>
        <mc:Fallback>
          <p:pic>
            <p:nvPicPr>
              <p:cNvPr id="216" name="Ink 215">
                <a:extLst>
                  <a:ext uri="{FF2B5EF4-FFF2-40B4-BE49-F238E27FC236}">
                    <a16:creationId xmlns:a16="http://schemas.microsoft.com/office/drawing/2014/main" id="{557DD71F-1B9C-3DA9-DEC3-DA9C0A454F0B}"/>
                  </a:ext>
                </a:extLst>
              </p:cNvPr>
              <p:cNvPicPr/>
              <p:nvPr/>
            </p:nvPicPr>
            <p:blipFill>
              <a:blip r:embed="rId42"/>
              <a:stretch>
                <a:fillRect/>
              </a:stretch>
            </p:blipFill>
            <p:spPr>
              <a:xfrm>
                <a:off x="9544102" y="4017418"/>
                <a:ext cx="905751"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17" name="Ink 216">
                <a:extLst>
                  <a:ext uri="{FF2B5EF4-FFF2-40B4-BE49-F238E27FC236}">
                    <a16:creationId xmlns:a16="http://schemas.microsoft.com/office/drawing/2014/main" id="{CA061E70-31F4-9007-F8DC-12F1B6806EB0}"/>
                  </a:ext>
                </a:extLst>
              </p14:cNvPr>
              <p14:cNvContentPartPr/>
              <p14:nvPr/>
            </p14:nvContentPartPr>
            <p14:xfrm>
              <a:off x="10808778" y="3796378"/>
              <a:ext cx="148320" cy="141120"/>
            </p14:xfrm>
          </p:contentPart>
        </mc:Choice>
        <mc:Fallback>
          <p:pic>
            <p:nvPicPr>
              <p:cNvPr id="217" name="Ink 216">
                <a:extLst>
                  <a:ext uri="{FF2B5EF4-FFF2-40B4-BE49-F238E27FC236}">
                    <a16:creationId xmlns:a16="http://schemas.microsoft.com/office/drawing/2014/main" id="{CA061E70-31F4-9007-F8DC-12F1B6806EB0}"/>
                  </a:ext>
                </a:extLst>
              </p:cNvPr>
              <p:cNvPicPr/>
              <p:nvPr/>
            </p:nvPicPr>
            <p:blipFill>
              <a:blip r:embed="rId44"/>
              <a:stretch>
                <a:fillRect/>
              </a:stretch>
            </p:blipFill>
            <p:spPr>
              <a:xfrm>
                <a:off x="10797978" y="3785578"/>
                <a:ext cx="169560" cy="16236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18" name="Ink 217">
                <a:extLst>
                  <a:ext uri="{FF2B5EF4-FFF2-40B4-BE49-F238E27FC236}">
                    <a16:creationId xmlns:a16="http://schemas.microsoft.com/office/drawing/2014/main" id="{801CBE66-8683-B320-AD6E-F4AFD895B95E}"/>
                  </a:ext>
                </a:extLst>
              </p14:cNvPr>
              <p14:cNvContentPartPr/>
              <p14:nvPr/>
            </p14:nvContentPartPr>
            <p14:xfrm>
              <a:off x="10462458" y="3761458"/>
              <a:ext cx="222120" cy="162720"/>
            </p14:xfrm>
          </p:contentPart>
        </mc:Choice>
        <mc:Fallback>
          <p:pic>
            <p:nvPicPr>
              <p:cNvPr id="218" name="Ink 217">
                <a:extLst>
                  <a:ext uri="{FF2B5EF4-FFF2-40B4-BE49-F238E27FC236}">
                    <a16:creationId xmlns:a16="http://schemas.microsoft.com/office/drawing/2014/main" id="{801CBE66-8683-B320-AD6E-F4AFD895B95E}"/>
                  </a:ext>
                </a:extLst>
              </p:cNvPr>
              <p:cNvPicPr/>
              <p:nvPr/>
            </p:nvPicPr>
            <p:blipFill>
              <a:blip r:embed="rId46"/>
              <a:stretch>
                <a:fillRect/>
              </a:stretch>
            </p:blipFill>
            <p:spPr>
              <a:xfrm>
                <a:off x="10451658" y="3750682"/>
                <a:ext cx="243360" cy="183913"/>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19" name="Ink 218">
                <a:extLst>
                  <a:ext uri="{FF2B5EF4-FFF2-40B4-BE49-F238E27FC236}">
                    <a16:creationId xmlns:a16="http://schemas.microsoft.com/office/drawing/2014/main" id="{2B160A03-8976-4E98-E1F3-274083BB9B85}"/>
                  </a:ext>
                </a:extLst>
              </p14:cNvPr>
              <p14:cNvContentPartPr/>
              <p14:nvPr/>
            </p14:nvContentPartPr>
            <p14:xfrm>
              <a:off x="9926778" y="3742738"/>
              <a:ext cx="378720" cy="205920"/>
            </p14:xfrm>
          </p:contentPart>
        </mc:Choice>
        <mc:Fallback>
          <p:pic>
            <p:nvPicPr>
              <p:cNvPr id="219" name="Ink 218">
                <a:extLst>
                  <a:ext uri="{FF2B5EF4-FFF2-40B4-BE49-F238E27FC236}">
                    <a16:creationId xmlns:a16="http://schemas.microsoft.com/office/drawing/2014/main" id="{2B160A03-8976-4E98-E1F3-274083BB9B85}"/>
                  </a:ext>
                </a:extLst>
              </p:cNvPr>
              <p:cNvPicPr/>
              <p:nvPr/>
            </p:nvPicPr>
            <p:blipFill>
              <a:blip r:embed="rId48"/>
              <a:stretch>
                <a:fillRect/>
              </a:stretch>
            </p:blipFill>
            <p:spPr>
              <a:xfrm>
                <a:off x="9915988" y="3732298"/>
                <a:ext cx="399940" cy="22716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257" name="Ink 256">
                <a:extLst>
                  <a:ext uri="{FF2B5EF4-FFF2-40B4-BE49-F238E27FC236}">
                    <a16:creationId xmlns:a16="http://schemas.microsoft.com/office/drawing/2014/main" id="{73CF13D1-54BA-6FE9-BFF0-D4C765DFE4E9}"/>
                  </a:ext>
                </a:extLst>
              </p14:cNvPr>
              <p14:cNvContentPartPr/>
              <p14:nvPr/>
            </p14:nvContentPartPr>
            <p14:xfrm>
              <a:off x="11420727" y="4430873"/>
              <a:ext cx="268200" cy="132120"/>
            </p14:xfrm>
          </p:contentPart>
        </mc:Choice>
        <mc:Fallback>
          <p:pic>
            <p:nvPicPr>
              <p:cNvPr id="257" name="Ink 256">
                <a:extLst>
                  <a:ext uri="{FF2B5EF4-FFF2-40B4-BE49-F238E27FC236}">
                    <a16:creationId xmlns:a16="http://schemas.microsoft.com/office/drawing/2014/main" id="{73CF13D1-54BA-6FE9-BFF0-D4C765DFE4E9}"/>
                  </a:ext>
                </a:extLst>
              </p:cNvPr>
              <p:cNvPicPr/>
              <p:nvPr/>
            </p:nvPicPr>
            <p:blipFill>
              <a:blip r:embed="rId50"/>
              <a:stretch>
                <a:fillRect/>
              </a:stretch>
            </p:blipFill>
            <p:spPr>
              <a:xfrm>
                <a:off x="11409927" y="4420433"/>
                <a:ext cx="289440" cy="15336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258" name="Ink 257">
                <a:extLst>
                  <a:ext uri="{FF2B5EF4-FFF2-40B4-BE49-F238E27FC236}">
                    <a16:creationId xmlns:a16="http://schemas.microsoft.com/office/drawing/2014/main" id="{F974EA78-994E-71ED-5DC5-5B04D587D343}"/>
                  </a:ext>
                </a:extLst>
              </p14:cNvPr>
              <p14:cNvContentPartPr/>
              <p14:nvPr/>
            </p14:nvContentPartPr>
            <p14:xfrm>
              <a:off x="9966327" y="4279673"/>
              <a:ext cx="1352880" cy="313200"/>
            </p14:xfrm>
          </p:contentPart>
        </mc:Choice>
        <mc:Fallback>
          <p:pic>
            <p:nvPicPr>
              <p:cNvPr id="258" name="Ink 257">
                <a:extLst>
                  <a:ext uri="{FF2B5EF4-FFF2-40B4-BE49-F238E27FC236}">
                    <a16:creationId xmlns:a16="http://schemas.microsoft.com/office/drawing/2014/main" id="{F974EA78-994E-71ED-5DC5-5B04D587D343}"/>
                  </a:ext>
                </a:extLst>
              </p:cNvPr>
              <p:cNvPicPr/>
              <p:nvPr/>
            </p:nvPicPr>
            <p:blipFill>
              <a:blip r:embed="rId52"/>
              <a:stretch>
                <a:fillRect/>
              </a:stretch>
            </p:blipFill>
            <p:spPr>
              <a:xfrm>
                <a:off x="9955887" y="4269233"/>
                <a:ext cx="1374120" cy="33444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266" name="Ink 265">
                <a:extLst>
                  <a:ext uri="{FF2B5EF4-FFF2-40B4-BE49-F238E27FC236}">
                    <a16:creationId xmlns:a16="http://schemas.microsoft.com/office/drawing/2014/main" id="{B6B27EA3-4995-D5CF-2F27-9603871F6035}"/>
                  </a:ext>
                </a:extLst>
              </p14:cNvPr>
              <p14:cNvContentPartPr/>
              <p14:nvPr/>
            </p14:nvContentPartPr>
            <p14:xfrm>
              <a:off x="4617803" y="1053496"/>
              <a:ext cx="788040" cy="1748880"/>
            </p14:xfrm>
          </p:contentPart>
        </mc:Choice>
        <mc:Fallback>
          <p:pic>
            <p:nvPicPr>
              <p:cNvPr id="266" name="Ink 265">
                <a:extLst>
                  <a:ext uri="{FF2B5EF4-FFF2-40B4-BE49-F238E27FC236}">
                    <a16:creationId xmlns:a16="http://schemas.microsoft.com/office/drawing/2014/main" id="{B6B27EA3-4995-D5CF-2F27-9603871F6035}"/>
                  </a:ext>
                </a:extLst>
              </p:cNvPr>
              <p:cNvPicPr/>
              <p:nvPr/>
            </p:nvPicPr>
            <p:blipFill>
              <a:blip r:embed="rId54"/>
              <a:stretch>
                <a:fillRect/>
              </a:stretch>
            </p:blipFill>
            <p:spPr>
              <a:xfrm>
                <a:off x="4607363" y="1043056"/>
                <a:ext cx="809280" cy="177012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267" name="Ink 266">
                <a:extLst>
                  <a:ext uri="{FF2B5EF4-FFF2-40B4-BE49-F238E27FC236}">
                    <a16:creationId xmlns:a16="http://schemas.microsoft.com/office/drawing/2014/main" id="{B41269CB-835B-0B88-E824-995E97482060}"/>
                  </a:ext>
                </a:extLst>
              </p14:cNvPr>
              <p14:cNvContentPartPr/>
              <p14:nvPr/>
            </p14:nvContentPartPr>
            <p14:xfrm>
              <a:off x="3042000" y="3974777"/>
              <a:ext cx="552960" cy="83160"/>
            </p14:xfrm>
          </p:contentPart>
        </mc:Choice>
        <mc:Fallback>
          <p:pic>
            <p:nvPicPr>
              <p:cNvPr id="267" name="Ink 266">
                <a:extLst>
                  <a:ext uri="{FF2B5EF4-FFF2-40B4-BE49-F238E27FC236}">
                    <a16:creationId xmlns:a16="http://schemas.microsoft.com/office/drawing/2014/main" id="{B41269CB-835B-0B88-E824-995E97482060}"/>
                  </a:ext>
                </a:extLst>
              </p:cNvPr>
              <p:cNvPicPr/>
              <p:nvPr/>
            </p:nvPicPr>
            <p:blipFill>
              <a:blip r:embed="rId56"/>
              <a:stretch>
                <a:fillRect/>
              </a:stretch>
            </p:blipFill>
            <p:spPr>
              <a:xfrm>
                <a:off x="3031560" y="3963977"/>
                <a:ext cx="57420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275" name="Ink 274">
                <a:extLst>
                  <a:ext uri="{FF2B5EF4-FFF2-40B4-BE49-F238E27FC236}">
                    <a16:creationId xmlns:a16="http://schemas.microsoft.com/office/drawing/2014/main" id="{B08326E3-3C0A-8F2F-5EE3-07CC53CACFE6}"/>
                  </a:ext>
                </a:extLst>
              </p14:cNvPr>
              <p14:cNvContentPartPr/>
              <p14:nvPr/>
            </p14:nvContentPartPr>
            <p14:xfrm>
              <a:off x="1340640" y="3654377"/>
              <a:ext cx="1267560" cy="574200"/>
            </p14:xfrm>
          </p:contentPart>
        </mc:Choice>
        <mc:Fallback>
          <p:pic>
            <p:nvPicPr>
              <p:cNvPr id="275" name="Ink 274">
                <a:extLst>
                  <a:ext uri="{FF2B5EF4-FFF2-40B4-BE49-F238E27FC236}">
                    <a16:creationId xmlns:a16="http://schemas.microsoft.com/office/drawing/2014/main" id="{B08326E3-3C0A-8F2F-5EE3-07CC53CACFE6}"/>
                  </a:ext>
                </a:extLst>
              </p:cNvPr>
              <p:cNvPicPr/>
              <p:nvPr/>
            </p:nvPicPr>
            <p:blipFill>
              <a:blip r:embed="rId58"/>
              <a:stretch>
                <a:fillRect/>
              </a:stretch>
            </p:blipFill>
            <p:spPr>
              <a:xfrm>
                <a:off x="1330200" y="3643584"/>
                <a:ext cx="1288800" cy="595427"/>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276" name="Ink 275">
                <a:extLst>
                  <a:ext uri="{FF2B5EF4-FFF2-40B4-BE49-F238E27FC236}">
                    <a16:creationId xmlns:a16="http://schemas.microsoft.com/office/drawing/2014/main" id="{85C05305-9642-E09F-C0D8-CEEA84051F4B}"/>
                  </a:ext>
                </a:extLst>
              </p14:cNvPr>
              <p14:cNvContentPartPr/>
              <p14:nvPr/>
            </p14:nvContentPartPr>
            <p14:xfrm>
              <a:off x="2554354" y="4952958"/>
              <a:ext cx="250920" cy="106200"/>
            </p14:xfrm>
          </p:contentPart>
        </mc:Choice>
        <mc:Fallback>
          <p:pic>
            <p:nvPicPr>
              <p:cNvPr id="276" name="Ink 275">
                <a:extLst>
                  <a:ext uri="{FF2B5EF4-FFF2-40B4-BE49-F238E27FC236}">
                    <a16:creationId xmlns:a16="http://schemas.microsoft.com/office/drawing/2014/main" id="{85C05305-9642-E09F-C0D8-CEEA84051F4B}"/>
                  </a:ext>
                </a:extLst>
              </p:cNvPr>
              <p:cNvPicPr/>
              <p:nvPr/>
            </p:nvPicPr>
            <p:blipFill>
              <a:blip r:embed="rId60"/>
              <a:stretch>
                <a:fillRect/>
              </a:stretch>
            </p:blipFill>
            <p:spPr>
              <a:xfrm>
                <a:off x="2543914" y="4942158"/>
                <a:ext cx="272160" cy="12744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290" name="Ink 289">
                <a:extLst>
                  <a:ext uri="{FF2B5EF4-FFF2-40B4-BE49-F238E27FC236}">
                    <a16:creationId xmlns:a16="http://schemas.microsoft.com/office/drawing/2014/main" id="{1A1F84D4-2984-0042-6580-ACD4BD0AC324}"/>
                  </a:ext>
                </a:extLst>
              </p14:cNvPr>
              <p14:cNvContentPartPr/>
              <p14:nvPr/>
            </p14:nvContentPartPr>
            <p14:xfrm>
              <a:off x="1503874" y="5539398"/>
              <a:ext cx="687960" cy="267120"/>
            </p14:xfrm>
          </p:contentPart>
        </mc:Choice>
        <mc:Fallback>
          <p:pic>
            <p:nvPicPr>
              <p:cNvPr id="290" name="Ink 289">
                <a:extLst>
                  <a:ext uri="{FF2B5EF4-FFF2-40B4-BE49-F238E27FC236}">
                    <a16:creationId xmlns:a16="http://schemas.microsoft.com/office/drawing/2014/main" id="{1A1F84D4-2984-0042-6580-ACD4BD0AC324}"/>
                  </a:ext>
                </a:extLst>
              </p:cNvPr>
              <p:cNvPicPr/>
              <p:nvPr/>
            </p:nvPicPr>
            <p:blipFill>
              <a:blip r:embed="rId62"/>
              <a:stretch>
                <a:fillRect/>
              </a:stretch>
            </p:blipFill>
            <p:spPr>
              <a:xfrm>
                <a:off x="1493080" y="5528613"/>
                <a:ext cx="709189" cy="288331"/>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291" name="Ink 290">
                <a:extLst>
                  <a:ext uri="{FF2B5EF4-FFF2-40B4-BE49-F238E27FC236}">
                    <a16:creationId xmlns:a16="http://schemas.microsoft.com/office/drawing/2014/main" id="{1E1DC8E6-A778-6ABA-8AAB-23BDDF428850}"/>
                  </a:ext>
                </a:extLst>
              </p14:cNvPr>
              <p14:cNvContentPartPr/>
              <p14:nvPr/>
            </p14:nvContentPartPr>
            <p14:xfrm>
              <a:off x="1462474" y="5098398"/>
              <a:ext cx="514080" cy="296280"/>
            </p14:xfrm>
          </p:contentPart>
        </mc:Choice>
        <mc:Fallback>
          <p:pic>
            <p:nvPicPr>
              <p:cNvPr id="291" name="Ink 290">
                <a:extLst>
                  <a:ext uri="{FF2B5EF4-FFF2-40B4-BE49-F238E27FC236}">
                    <a16:creationId xmlns:a16="http://schemas.microsoft.com/office/drawing/2014/main" id="{1E1DC8E6-A778-6ABA-8AAB-23BDDF428850}"/>
                  </a:ext>
                </a:extLst>
              </p:cNvPr>
              <p:cNvPicPr/>
              <p:nvPr/>
            </p:nvPicPr>
            <p:blipFill>
              <a:blip r:embed="rId64"/>
              <a:stretch>
                <a:fillRect/>
              </a:stretch>
            </p:blipFill>
            <p:spPr>
              <a:xfrm>
                <a:off x="1451674" y="5087598"/>
                <a:ext cx="535320" cy="31752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308" name="Ink 307">
                <a:extLst>
                  <a:ext uri="{FF2B5EF4-FFF2-40B4-BE49-F238E27FC236}">
                    <a16:creationId xmlns:a16="http://schemas.microsoft.com/office/drawing/2014/main" id="{EC2A273D-F508-78AF-2DE1-8964356335CD}"/>
                  </a:ext>
                </a:extLst>
              </p14:cNvPr>
              <p14:cNvContentPartPr/>
              <p14:nvPr/>
            </p14:nvContentPartPr>
            <p14:xfrm>
              <a:off x="2899433" y="5915519"/>
              <a:ext cx="606240" cy="304200"/>
            </p14:xfrm>
          </p:contentPart>
        </mc:Choice>
        <mc:Fallback>
          <p:pic>
            <p:nvPicPr>
              <p:cNvPr id="308" name="Ink 307">
                <a:extLst>
                  <a:ext uri="{FF2B5EF4-FFF2-40B4-BE49-F238E27FC236}">
                    <a16:creationId xmlns:a16="http://schemas.microsoft.com/office/drawing/2014/main" id="{EC2A273D-F508-78AF-2DE1-8964356335CD}"/>
                  </a:ext>
                </a:extLst>
              </p:cNvPr>
              <p:cNvPicPr/>
              <p:nvPr/>
            </p:nvPicPr>
            <p:blipFill>
              <a:blip r:embed="rId66"/>
              <a:stretch>
                <a:fillRect/>
              </a:stretch>
            </p:blipFill>
            <p:spPr>
              <a:xfrm>
                <a:off x="2888993" y="5904719"/>
                <a:ext cx="627480" cy="32544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309" name="Ink 308">
                <a:extLst>
                  <a:ext uri="{FF2B5EF4-FFF2-40B4-BE49-F238E27FC236}">
                    <a16:creationId xmlns:a16="http://schemas.microsoft.com/office/drawing/2014/main" id="{ABA36895-2889-E674-6652-86CEB8CF2E19}"/>
                  </a:ext>
                </a:extLst>
              </p14:cNvPr>
              <p14:cNvContentPartPr/>
              <p14:nvPr/>
            </p14:nvContentPartPr>
            <p14:xfrm>
              <a:off x="2022113" y="5941439"/>
              <a:ext cx="674280" cy="237240"/>
            </p14:xfrm>
          </p:contentPart>
        </mc:Choice>
        <mc:Fallback>
          <p:pic>
            <p:nvPicPr>
              <p:cNvPr id="309" name="Ink 308">
                <a:extLst>
                  <a:ext uri="{FF2B5EF4-FFF2-40B4-BE49-F238E27FC236}">
                    <a16:creationId xmlns:a16="http://schemas.microsoft.com/office/drawing/2014/main" id="{ABA36895-2889-E674-6652-86CEB8CF2E19}"/>
                  </a:ext>
                </a:extLst>
              </p:cNvPr>
              <p:cNvPicPr/>
              <p:nvPr/>
            </p:nvPicPr>
            <p:blipFill>
              <a:blip r:embed="rId68"/>
              <a:stretch>
                <a:fillRect/>
              </a:stretch>
            </p:blipFill>
            <p:spPr>
              <a:xfrm>
                <a:off x="2011667" y="5930655"/>
                <a:ext cx="695531" cy="258448"/>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310" name="Ink 309">
                <a:extLst>
                  <a:ext uri="{FF2B5EF4-FFF2-40B4-BE49-F238E27FC236}">
                    <a16:creationId xmlns:a16="http://schemas.microsoft.com/office/drawing/2014/main" id="{E7FF50AF-BB9E-93CE-6A16-12FA3DEBA061}"/>
                  </a:ext>
                </a:extLst>
              </p14:cNvPr>
              <p14:cNvContentPartPr/>
              <p14:nvPr/>
            </p14:nvContentPartPr>
            <p14:xfrm>
              <a:off x="1465193" y="5960159"/>
              <a:ext cx="353520" cy="174960"/>
            </p14:xfrm>
          </p:contentPart>
        </mc:Choice>
        <mc:Fallback>
          <p:pic>
            <p:nvPicPr>
              <p:cNvPr id="310" name="Ink 309">
                <a:extLst>
                  <a:ext uri="{FF2B5EF4-FFF2-40B4-BE49-F238E27FC236}">
                    <a16:creationId xmlns:a16="http://schemas.microsoft.com/office/drawing/2014/main" id="{E7FF50AF-BB9E-93CE-6A16-12FA3DEBA061}"/>
                  </a:ext>
                </a:extLst>
              </p:cNvPr>
              <p:cNvPicPr/>
              <p:nvPr/>
            </p:nvPicPr>
            <p:blipFill>
              <a:blip r:embed="rId70"/>
              <a:stretch>
                <a:fillRect/>
              </a:stretch>
            </p:blipFill>
            <p:spPr>
              <a:xfrm>
                <a:off x="1454753" y="5949719"/>
                <a:ext cx="374760" cy="19620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320" name="Ink 319">
                <a:extLst>
                  <a:ext uri="{FF2B5EF4-FFF2-40B4-BE49-F238E27FC236}">
                    <a16:creationId xmlns:a16="http://schemas.microsoft.com/office/drawing/2014/main" id="{FB7631AA-23A9-BDC1-E9CE-D18406736FA3}"/>
                  </a:ext>
                </a:extLst>
              </p14:cNvPr>
              <p14:cNvContentPartPr/>
              <p14:nvPr/>
            </p14:nvContentPartPr>
            <p14:xfrm>
              <a:off x="3709073" y="5964479"/>
              <a:ext cx="948600" cy="255600"/>
            </p14:xfrm>
          </p:contentPart>
        </mc:Choice>
        <mc:Fallback>
          <p:pic>
            <p:nvPicPr>
              <p:cNvPr id="320" name="Ink 319">
                <a:extLst>
                  <a:ext uri="{FF2B5EF4-FFF2-40B4-BE49-F238E27FC236}">
                    <a16:creationId xmlns:a16="http://schemas.microsoft.com/office/drawing/2014/main" id="{FB7631AA-23A9-BDC1-E9CE-D18406736FA3}"/>
                  </a:ext>
                </a:extLst>
              </p:cNvPr>
              <p:cNvPicPr/>
              <p:nvPr/>
            </p:nvPicPr>
            <p:blipFill>
              <a:blip r:embed="rId72"/>
              <a:stretch>
                <a:fillRect/>
              </a:stretch>
            </p:blipFill>
            <p:spPr>
              <a:xfrm>
                <a:off x="3698277" y="5953679"/>
                <a:ext cx="969832" cy="27684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321" name="Ink 320">
                <a:extLst>
                  <a:ext uri="{FF2B5EF4-FFF2-40B4-BE49-F238E27FC236}">
                    <a16:creationId xmlns:a16="http://schemas.microsoft.com/office/drawing/2014/main" id="{5B3F6E4E-52A0-4E7A-3D30-3AA256563EA5}"/>
                  </a:ext>
                </a:extLst>
              </p14:cNvPr>
              <p14:cNvContentPartPr/>
              <p14:nvPr/>
            </p14:nvContentPartPr>
            <p14:xfrm>
              <a:off x="967267" y="5391507"/>
              <a:ext cx="267840" cy="183960"/>
            </p14:xfrm>
          </p:contentPart>
        </mc:Choice>
        <mc:Fallback>
          <p:pic>
            <p:nvPicPr>
              <p:cNvPr id="321" name="Ink 320">
                <a:extLst>
                  <a:ext uri="{FF2B5EF4-FFF2-40B4-BE49-F238E27FC236}">
                    <a16:creationId xmlns:a16="http://schemas.microsoft.com/office/drawing/2014/main" id="{5B3F6E4E-52A0-4E7A-3D30-3AA256563EA5}"/>
                  </a:ext>
                </a:extLst>
              </p:cNvPr>
              <p:cNvPicPr/>
              <p:nvPr/>
            </p:nvPicPr>
            <p:blipFill>
              <a:blip r:embed="rId74"/>
              <a:stretch>
                <a:fillRect/>
              </a:stretch>
            </p:blipFill>
            <p:spPr>
              <a:xfrm>
                <a:off x="956467" y="5381067"/>
                <a:ext cx="289080" cy="20520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322" name="Ink 321">
                <a:extLst>
                  <a:ext uri="{FF2B5EF4-FFF2-40B4-BE49-F238E27FC236}">
                    <a16:creationId xmlns:a16="http://schemas.microsoft.com/office/drawing/2014/main" id="{F1F46409-1D4A-7641-9EBC-5A8FD3855335}"/>
                  </a:ext>
                </a:extLst>
              </p14:cNvPr>
              <p14:cNvContentPartPr/>
              <p14:nvPr/>
            </p14:nvContentPartPr>
            <p14:xfrm>
              <a:off x="627787" y="5130507"/>
              <a:ext cx="169560" cy="219240"/>
            </p14:xfrm>
          </p:contentPart>
        </mc:Choice>
        <mc:Fallback>
          <p:pic>
            <p:nvPicPr>
              <p:cNvPr id="322" name="Ink 321">
                <a:extLst>
                  <a:ext uri="{FF2B5EF4-FFF2-40B4-BE49-F238E27FC236}">
                    <a16:creationId xmlns:a16="http://schemas.microsoft.com/office/drawing/2014/main" id="{F1F46409-1D4A-7641-9EBC-5A8FD3855335}"/>
                  </a:ext>
                </a:extLst>
              </p:cNvPr>
              <p:cNvPicPr/>
              <p:nvPr/>
            </p:nvPicPr>
            <p:blipFill>
              <a:blip r:embed="rId76"/>
              <a:stretch>
                <a:fillRect/>
              </a:stretch>
            </p:blipFill>
            <p:spPr>
              <a:xfrm>
                <a:off x="616987" y="5120067"/>
                <a:ext cx="190800" cy="24048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323" name="Ink 322">
                <a:extLst>
                  <a:ext uri="{FF2B5EF4-FFF2-40B4-BE49-F238E27FC236}">
                    <a16:creationId xmlns:a16="http://schemas.microsoft.com/office/drawing/2014/main" id="{49619564-6D7A-F502-63A9-B7518F9C507A}"/>
                  </a:ext>
                </a:extLst>
              </p14:cNvPr>
              <p14:cNvContentPartPr/>
              <p14:nvPr/>
            </p14:nvContentPartPr>
            <p14:xfrm>
              <a:off x="867547" y="5405907"/>
              <a:ext cx="7560" cy="28440"/>
            </p14:xfrm>
          </p:contentPart>
        </mc:Choice>
        <mc:Fallback>
          <p:pic>
            <p:nvPicPr>
              <p:cNvPr id="323" name="Ink 322">
                <a:extLst>
                  <a:ext uri="{FF2B5EF4-FFF2-40B4-BE49-F238E27FC236}">
                    <a16:creationId xmlns:a16="http://schemas.microsoft.com/office/drawing/2014/main" id="{49619564-6D7A-F502-63A9-B7518F9C507A}"/>
                  </a:ext>
                </a:extLst>
              </p:cNvPr>
              <p:cNvPicPr/>
              <p:nvPr/>
            </p:nvPicPr>
            <p:blipFill>
              <a:blip r:embed="rId78"/>
              <a:stretch>
                <a:fillRect/>
              </a:stretch>
            </p:blipFill>
            <p:spPr>
              <a:xfrm>
                <a:off x="857107" y="5395107"/>
                <a:ext cx="28800" cy="49680"/>
              </a:xfrm>
              <a:prstGeom prst="rect">
                <a:avLst/>
              </a:prstGeom>
            </p:spPr>
          </p:pic>
        </mc:Fallback>
      </mc:AlternateContent>
    </p:spTree>
    <p:extLst>
      <p:ext uri="{BB962C8B-B14F-4D97-AF65-F5344CB8AC3E}">
        <p14:creationId xmlns:p14="http://schemas.microsoft.com/office/powerpoint/2010/main" val="3451432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r>
              <a:rPr lang="en-US" dirty="0"/>
              <a:t>Router</a:t>
            </a:r>
          </a:p>
        </p:txBody>
      </p:sp>
      <p:sp>
        <p:nvSpPr>
          <p:cNvPr id="14340" name="Rectangle 3"/>
          <p:cNvSpPr>
            <a:spLocks noGrp="1" noChangeArrowheads="1"/>
          </p:cNvSpPr>
          <p:nvPr>
            <p:ph idx="1"/>
          </p:nvPr>
        </p:nvSpPr>
        <p:spPr/>
        <p:txBody>
          <a:bodyPr/>
          <a:lstStyle/>
          <a:p>
            <a:r>
              <a:rPr lang="en-US" dirty="0"/>
              <a:t>The postman in the Internet</a:t>
            </a:r>
          </a:p>
          <a:p>
            <a:pPr lvl="1"/>
            <a:r>
              <a:rPr lang="en-US" dirty="0"/>
              <a:t>store and forward</a:t>
            </a:r>
          </a:p>
          <a:p>
            <a:r>
              <a:rPr lang="en-US" dirty="0"/>
              <a:t>On arrival of an IP packet, it makes a routing decision based on the packet’s destination IP address.</a:t>
            </a:r>
          </a:p>
          <a:p>
            <a:r>
              <a:rPr lang="en-US" dirty="0"/>
              <a:t>Routing decision: to choose the next router to forward the packet, based on a routing table</a:t>
            </a:r>
          </a:p>
        </p:txBody>
      </p:sp>
      <p:pic>
        <p:nvPicPr>
          <p:cNvPr id="4" name="Picture 3"/>
          <p:cNvPicPr>
            <a:picLocks noChangeAspect="1"/>
          </p:cNvPicPr>
          <p:nvPr/>
        </p:nvPicPr>
        <p:blipFill>
          <a:blip r:embed="rId2"/>
          <a:stretch>
            <a:fillRect/>
          </a:stretch>
        </p:blipFill>
        <p:spPr>
          <a:xfrm>
            <a:off x="432800" y="3883549"/>
            <a:ext cx="5545085" cy="2286000"/>
          </a:xfrm>
          <a:prstGeom prst="rect">
            <a:avLst/>
          </a:prstGeom>
        </p:spPr>
      </p:pic>
      <p:grpSp>
        <p:nvGrpSpPr>
          <p:cNvPr id="2" name="Group 1">
            <a:extLst>
              <a:ext uri="{FF2B5EF4-FFF2-40B4-BE49-F238E27FC236}">
                <a16:creationId xmlns:a16="http://schemas.microsoft.com/office/drawing/2014/main" id="{2B46AEF5-2137-A147-9653-CBB3D6304707}"/>
              </a:ext>
            </a:extLst>
          </p:cNvPr>
          <p:cNvGrpSpPr/>
          <p:nvPr/>
        </p:nvGrpSpPr>
        <p:grpSpPr>
          <a:xfrm>
            <a:off x="6471550" y="4130675"/>
            <a:ext cx="5334000" cy="1670552"/>
            <a:chOff x="453405" y="2209800"/>
            <a:chExt cx="8651188" cy="2286000"/>
          </a:xfrm>
        </p:grpSpPr>
        <p:pic>
          <p:nvPicPr>
            <p:cNvPr id="6" name="Picture 5">
              <a:extLst>
                <a:ext uri="{FF2B5EF4-FFF2-40B4-BE49-F238E27FC236}">
                  <a16:creationId xmlns:a16="http://schemas.microsoft.com/office/drawing/2014/main" id="{DDEBB08B-9487-4B4F-94E5-B684CFE92B7D}"/>
                </a:ext>
              </a:extLst>
            </p:cNvPr>
            <p:cNvPicPr>
              <a:picLocks noChangeAspect="1"/>
            </p:cNvPicPr>
            <p:nvPr/>
          </p:nvPicPr>
          <p:blipFill>
            <a:blip r:embed="rId3"/>
            <a:stretch>
              <a:fillRect/>
            </a:stretch>
          </p:blipFill>
          <p:spPr>
            <a:xfrm>
              <a:off x="4800600" y="2209800"/>
              <a:ext cx="4303993" cy="2286000"/>
            </a:xfrm>
            <a:prstGeom prst="rect">
              <a:avLst/>
            </a:prstGeom>
          </p:spPr>
        </p:pic>
        <p:sp>
          <p:nvSpPr>
            <p:cNvPr id="7" name="TextBox 6">
              <a:extLst>
                <a:ext uri="{FF2B5EF4-FFF2-40B4-BE49-F238E27FC236}">
                  <a16:creationId xmlns:a16="http://schemas.microsoft.com/office/drawing/2014/main" id="{F829AD6C-DF7B-9A4F-9638-3FEFEE78D1AD}"/>
                </a:ext>
              </a:extLst>
            </p:cNvPr>
            <p:cNvSpPr txBox="1"/>
            <p:nvPr/>
          </p:nvSpPr>
          <p:spPr>
            <a:xfrm>
              <a:off x="453405" y="2621340"/>
              <a:ext cx="3045006" cy="1642542"/>
            </a:xfrm>
            <a:prstGeom prst="rect">
              <a:avLst/>
            </a:prstGeom>
            <a:noFill/>
          </p:spPr>
          <p:txBody>
            <a:bodyPr wrap="none" rtlCol="0">
              <a:spAutoFit/>
            </a:bodyPr>
            <a:lstStyle/>
            <a:p>
              <a:r>
                <a:rPr lang="en-US" sz="3600" dirty="0">
                  <a:solidFill>
                    <a:srgbClr val="006666"/>
                  </a:solidFill>
                  <a:latin typeface="+mn-lt"/>
                </a:rPr>
                <a:t>Network</a:t>
              </a:r>
            </a:p>
            <a:p>
              <a:r>
                <a:rPr lang="en-US" sz="3600" dirty="0">
                  <a:solidFill>
                    <a:srgbClr val="006666"/>
                  </a:solidFill>
                  <a:latin typeface="+mn-lt"/>
                </a:rPr>
                <a:t>Packets</a:t>
              </a:r>
              <a:endParaRPr lang="en-US" sz="1100" dirty="0">
                <a:solidFill>
                  <a:srgbClr val="006666"/>
                </a:solidFill>
                <a:latin typeface="+mn-lt"/>
              </a:endParaRPr>
            </a:p>
          </p:txBody>
        </p:sp>
        <p:cxnSp>
          <p:nvCxnSpPr>
            <p:cNvPr id="8" name="Straight Connector 7">
              <a:extLst>
                <a:ext uri="{FF2B5EF4-FFF2-40B4-BE49-F238E27FC236}">
                  <a16:creationId xmlns:a16="http://schemas.microsoft.com/office/drawing/2014/main" id="{58A82122-6B58-FB49-B0CF-D7B21152296C}"/>
                </a:ext>
              </a:extLst>
            </p:cNvPr>
            <p:cNvCxnSpPr/>
            <p:nvPr/>
          </p:nvCxnSpPr>
          <p:spPr>
            <a:xfrm>
              <a:off x="3733800" y="3352800"/>
              <a:ext cx="1066800" cy="0"/>
            </a:xfrm>
            <a:prstGeom prst="line">
              <a:avLst/>
            </a:prstGeom>
            <a:ln w="76200" cmpd="sng">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9415825-594B-D142-AF13-3A723D5B0F21}"/>
                </a:ext>
              </a:extLst>
            </p:cNvPr>
            <p:cNvCxnSpPr/>
            <p:nvPr/>
          </p:nvCxnSpPr>
          <p:spPr>
            <a:xfrm>
              <a:off x="3733800" y="3581400"/>
              <a:ext cx="1066800" cy="0"/>
            </a:xfrm>
            <a:prstGeom prst="line">
              <a:avLst/>
            </a:prstGeom>
            <a:ln w="76200" cmpd="sng">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11" name="TextBox 10">
            <a:extLst>
              <a:ext uri="{FF2B5EF4-FFF2-40B4-BE49-F238E27FC236}">
                <a16:creationId xmlns:a16="http://schemas.microsoft.com/office/drawing/2014/main" id="{1FC308D5-71FD-FB13-F815-441712829351}"/>
              </a:ext>
            </a:extLst>
          </p:cNvPr>
          <p:cNvSpPr txBox="1"/>
          <p:nvPr/>
        </p:nvSpPr>
        <p:spPr>
          <a:xfrm>
            <a:off x="5985164" y="6543304"/>
            <a:ext cx="1122551" cy="307777"/>
          </a:xfrm>
          <a:prstGeom prst="rect">
            <a:avLst/>
          </a:prstGeom>
          <a:noFill/>
        </p:spPr>
        <p:txBody>
          <a:bodyPr wrap="none" rtlCol="0">
            <a:spAutoFit/>
          </a:bodyPr>
          <a:lstStyle/>
          <a:p>
            <a:r>
              <a:rPr lang="en-US" sz="1400" dirty="0"/>
              <a:t>Out of Scope</a:t>
            </a: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637931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513349" y="30834"/>
            <a:ext cx="10840451" cy="1325563"/>
          </a:xfrm>
        </p:spPr>
        <p:txBody>
          <a:bodyPr anchor="ctr">
            <a:normAutofit/>
          </a:bodyPr>
          <a:lstStyle/>
          <a:p>
            <a:r>
              <a:rPr lang="en-US" dirty="0"/>
              <a:t>Router Architecture Overview</a:t>
            </a:r>
          </a:p>
        </p:txBody>
      </p:sp>
      <p:sp>
        <p:nvSpPr>
          <p:cNvPr id="15364" name="Rectangle 3"/>
          <p:cNvSpPr>
            <a:spLocks noGrp="1" noChangeArrowheads="1"/>
          </p:cNvSpPr>
          <p:nvPr>
            <p:ph sz="half" idx="1"/>
          </p:nvPr>
        </p:nvSpPr>
        <p:spPr>
          <a:xfrm>
            <a:off x="609600" y="1295400"/>
            <a:ext cx="5384800" cy="4191000"/>
          </a:xfrm>
        </p:spPr>
        <p:txBody>
          <a:bodyPr>
            <a:normAutofit/>
          </a:bodyPr>
          <a:lstStyle/>
          <a:p>
            <a:r>
              <a:rPr lang="en-US" sz="2400" dirty="0"/>
              <a:t>Two key router functions: </a:t>
            </a:r>
          </a:p>
          <a:p>
            <a:r>
              <a:rPr lang="en-US" sz="2400" dirty="0"/>
              <a:t>run routing algorithms/protocol</a:t>
            </a:r>
          </a:p>
          <a:p>
            <a:r>
              <a:rPr lang="en-US" sz="2400" dirty="0"/>
              <a:t>forwarding datagrams from incoming to outgoing link</a:t>
            </a:r>
          </a:p>
        </p:txBody>
      </p:sp>
      <p:pic>
        <p:nvPicPr>
          <p:cNvPr id="15365" name="Picture 4" descr="461 swtch components"/>
          <p:cNvPicPr>
            <a:picLocks noChangeAspect="1" noChangeArrowheads="1"/>
          </p:cNvPicPr>
          <p:nvPr/>
        </p:nvPicPr>
        <p:blipFill>
          <a:blip r:embed="rId2" cstate="print"/>
          <a:stretch>
            <a:fillRect/>
          </a:stretch>
        </p:blipFill>
        <p:spPr bwMode="auto">
          <a:xfrm>
            <a:off x="6197600" y="1672515"/>
            <a:ext cx="5384800" cy="3436769"/>
          </a:xfrm>
          <a:prstGeom prst="rect">
            <a:avLst/>
          </a:prstGeom>
          <a:noFill/>
          <a:ln w="9525">
            <a:noFill/>
            <a:miter lim="800000"/>
            <a:headEnd/>
            <a:tailEnd/>
          </a:ln>
        </p:spPr>
      </p:pic>
      <p:sp>
        <p:nvSpPr>
          <p:cNvPr id="2" name="TextBox 1">
            <a:extLst>
              <a:ext uri="{FF2B5EF4-FFF2-40B4-BE49-F238E27FC236}">
                <a16:creationId xmlns:a16="http://schemas.microsoft.com/office/drawing/2014/main" id="{EE426A23-60AC-6B4C-8A7B-D784EA6911FC}"/>
              </a:ext>
            </a:extLst>
          </p:cNvPr>
          <p:cNvSpPr txBox="1"/>
          <p:nvPr/>
        </p:nvSpPr>
        <p:spPr>
          <a:xfrm>
            <a:off x="5783283" y="6550223"/>
            <a:ext cx="1122551" cy="307777"/>
          </a:xfrm>
          <a:prstGeom prst="rect">
            <a:avLst/>
          </a:prstGeom>
          <a:noFill/>
        </p:spPr>
        <p:txBody>
          <a:bodyPr wrap="none" rtlCol="0">
            <a:spAutoFit/>
          </a:bodyPr>
          <a:lstStyle/>
          <a:p>
            <a:r>
              <a:rPr lang="en-US" sz="1400" dirty="0"/>
              <a:t>Out of Scope</a:t>
            </a: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2781716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a:t>
            </a:r>
          </a:p>
        </p:txBody>
      </p:sp>
      <p:sp>
        <p:nvSpPr>
          <p:cNvPr id="3" name="Content Placeholder 2"/>
          <p:cNvSpPr>
            <a:spLocks noGrp="1"/>
          </p:cNvSpPr>
          <p:nvPr>
            <p:ph idx="1"/>
          </p:nvPr>
        </p:nvSpPr>
        <p:spPr/>
        <p:txBody>
          <a:bodyPr>
            <a:normAutofit/>
          </a:bodyPr>
          <a:lstStyle/>
          <a:p>
            <a:r>
              <a:rPr lang="en-US" dirty="0"/>
              <a:t>How far away is Johor </a:t>
            </a:r>
            <a:r>
              <a:rPr lang="en-US" dirty="0" err="1"/>
              <a:t>Bahru</a:t>
            </a:r>
            <a:r>
              <a:rPr lang="en-US" dirty="0"/>
              <a:t> from us?</a:t>
            </a:r>
          </a:p>
          <a:p>
            <a:r>
              <a:rPr lang="en-US" dirty="0"/>
              <a:t>Try traceroute </a:t>
            </a:r>
            <a:r>
              <a:rPr lang="en-US" dirty="0">
                <a:hlinkClick r:id="rId3"/>
              </a:rPr>
              <a:t>www.utm.my</a:t>
            </a:r>
            <a:endParaRPr lang="en-US" dirty="0"/>
          </a:p>
          <a:p>
            <a:r>
              <a:rPr lang="en-US" dirty="0"/>
              <a:t>Windows 10 command:  tracert</a:t>
            </a:r>
          </a:p>
          <a:p>
            <a:r>
              <a:rPr lang="en-US" dirty="0"/>
              <a:t>MAC command: traceroute</a:t>
            </a:r>
          </a:p>
        </p:txBody>
      </p:sp>
      <p:sp>
        <p:nvSpPr>
          <p:cNvPr id="6" name="TextBox 5">
            <a:extLst>
              <a:ext uri="{FF2B5EF4-FFF2-40B4-BE49-F238E27FC236}">
                <a16:creationId xmlns:a16="http://schemas.microsoft.com/office/drawing/2014/main" id="{5EDC78E1-4B63-D2CA-2A9D-8AFF8D565E19}"/>
              </a:ext>
            </a:extLst>
          </p:cNvPr>
          <p:cNvSpPr txBox="1"/>
          <p:nvPr/>
        </p:nvSpPr>
        <p:spPr>
          <a:xfrm>
            <a:off x="5985164" y="6543304"/>
            <a:ext cx="1122551" cy="307777"/>
          </a:xfrm>
          <a:prstGeom prst="rect">
            <a:avLst/>
          </a:prstGeom>
          <a:noFill/>
        </p:spPr>
        <p:txBody>
          <a:bodyPr wrap="none" rtlCol="0">
            <a:spAutoFit/>
          </a:bodyPr>
          <a:lstStyle/>
          <a:p>
            <a:r>
              <a:rPr lang="en-US" sz="1400" dirty="0"/>
              <a:t>Out of Scope</a:t>
            </a: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641384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870157D-2CEB-FE4C-9763-914DB02FEBB6}"/>
              </a:ext>
            </a:extLst>
          </p:cNvPr>
          <p:cNvSpPr>
            <a:spLocks noGrp="1"/>
          </p:cNvSpPr>
          <p:nvPr>
            <p:ph type="title"/>
          </p:nvPr>
        </p:nvSpPr>
        <p:spPr/>
        <p:txBody>
          <a:bodyPr/>
          <a:lstStyle/>
          <a:p>
            <a:r>
              <a:rPr lang="en-US" dirty="0"/>
              <a:t>Defining Security</a:t>
            </a:r>
          </a:p>
        </p:txBody>
      </p:sp>
    </p:spTree>
    <p:extLst>
      <p:ext uri="{BB962C8B-B14F-4D97-AF65-F5344CB8AC3E}">
        <p14:creationId xmlns:p14="http://schemas.microsoft.com/office/powerpoint/2010/main" val="2392350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2" name="Picture 28" descr="Zbds Setting Center To Modify The Data Svg Png Icon Free Download (#188390)  - OnlineWebFonts.COM">
            <a:extLst>
              <a:ext uri="{FF2B5EF4-FFF2-40B4-BE49-F238E27FC236}">
                <a16:creationId xmlns:a16="http://schemas.microsoft.com/office/drawing/2014/main" id="{47415B66-6D59-5D43-2502-59C8544018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98817" y="3973998"/>
            <a:ext cx="631334" cy="631334"/>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descr="放大镜图标图片素材下载- 觅知网">
            <a:extLst>
              <a:ext uri="{FF2B5EF4-FFF2-40B4-BE49-F238E27FC236}">
                <a16:creationId xmlns:a16="http://schemas.microsoft.com/office/drawing/2014/main" id="{5F4CCEE5-A081-EAB7-4F9B-325983507B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5253" y="1632678"/>
            <a:ext cx="818462" cy="818462"/>
          </a:xfrm>
          <a:prstGeom prst="rect">
            <a:avLst/>
          </a:prstGeom>
          <a:noFill/>
          <a:extLst>
            <a:ext uri="{909E8E84-426E-40DD-AFC4-6F175D3DCCD1}">
              <a14:hiddenFill xmlns:a14="http://schemas.microsoft.com/office/drawing/2010/main">
                <a:solidFill>
                  <a:srgbClr val="FFFFFF"/>
                </a:solidFill>
              </a14:hiddenFill>
            </a:ext>
          </a:extLst>
        </p:spPr>
      </p:pic>
      <p:sp>
        <p:nvSpPr>
          <p:cNvPr id="72706" name="Rectangle 2"/>
          <p:cNvSpPr>
            <a:spLocks noGrp="1" noChangeArrowheads="1"/>
          </p:cNvSpPr>
          <p:nvPr>
            <p:ph type="title"/>
          </p:nvPr>
        </p:nvSpPr>
        <p:spPr/>
        <p:txBody>
          <a:bodyPr/>
          <a:lstStyle/>
          <a:p>
            <a:r>
              <a:rPr lang="en-US" altLang="zh-CN" dirty="0">
                <a:latin typeface="Arial Nova"/>
              </a:rPr>
              <a:t>Example</a:t>
            </a:r>
            <a:r>
              <a:rPr lang="zh-CN" altLang="en-US" dirty="0">
                <a:latin typeface="Arial Nova"/>
              </a:rPr>
              <a:t> </a:t>
            </a:r>
            <a:r>
              <a:rPr lang="en-US" altLang="zh-CN" dirty="0">
                <a:latin typeface="Arial Nova"/>
              </a:rPr>
              <a:t>-</a:t>
            </a:r>
            <a:r>
              <a:rPr lang="zh-CN" altLang="en-US" dirty="0">
                <a:latin typeface="Arial Nova"/>
              </a:rPr>
              <a:t> </a:t>
            </a:r>
            <a:r>
              <a:rPr lang="en-US" dirty="0">
                <a:latin typeface="Arial Nova"/>
              </a:rPr>
              <a:t>CIA Triad</a:t>
            </a:r>
            <a:endParaRPr lang="en-US" dirty="0"/>
          </a:p>
        </p:txBody>
      </p:sp>
      <p:pic>
        <p:nvPicPr>
          <p:cNvPr id="1026" name="Picture 2" descr="User Avatar – Reloaded – WordPress plugin | WordPress.org">
            <a:extLst>
              <a:ext uri="{FF2B5EF4-FFF2-40B4-BE49-F238E27FC236}">
                <a16:creationId xmlns:a16="http://schemas.microsoft.com/office/drawing/2014/main" id="{FF5FA1D4-EE0B-80BA-0AF4-2AF5B3C0DC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3789" y="2817839"/>
            <a:ext cx="1182007" cy="1182007"/>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Govt goes for banks' financial health check-up | Dhaka Tribune">
            <a:extLst>
              <a:ext uri="{FF2B5EF4-FFF2-40B4-BE49-F238E27FC236}">
                <a16:creationId xmlns:a16="http://schemas.microsoft.com/office/drawing/2014/main" id="{4CFFA5DA-5F0C-BA54-34A7-5954960E10F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81859" y="2725783"/>
            <a:ext cx="1922339" cy="1270968"/>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a:extLst>
              <a:ext uri="{FF2B5EF4-FFF2-40B4-BE49-F238E27FC236}">
                <a16:creationId xmlns:a16="http://schemas.microsoft.com/office/drawing/2014/main" id="{740917E3-FD7C-07A9-5479-119C22352D1A}"/>
              </a:ext>
            </a:extLst>
          </p:cNvPr>
          <p:cNvCxnSpPr/>
          <p:nvPr/>
        </p:nvCxnSpPr>
        <p:spPr>
          <a:xfrm>
            <a:off x="4331305" y="2965753"/>
            <a:ext cx="407851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83D7517F-9CF3-8BEE-27F5-C9ED33B8E70D}"/>
              </a:ext>
            </a:extLst>
          </p:cNvPr>
          <p:cNvCxnSpPr/>
          <p:nvPr/>
        </p:nvCxnSpPr>
        <p:spPr>
          <a:xfrm>
            <a:off x="4393850" y="3976299"/>
            <a:ext cx="407851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9F9624CE-FF30-0CA0-2D27-1C10ACF5FFCA}"/>
              </a:ext>
            </a:extLst>
          </p:cNvPr>
          <p:cNvSpPr txBox="1"/>
          <p:nvPr/>
        </p:nvSpPr>
        <p:spPr>
          <a:xfrm>
            <a:off x="4661600" y="2526995"/>
            <a:ext cx="3417923" cy="307777"/>
          </a:xfrm>
          <a:prstGeom prst="rect">
            <a:avLst/>
          </a:prstGeom>
          <a:noFill/>
        </p:spPr>
        <p:txBody>
          <a:bodyPr wrap="none" rtlCol="0">
            <a:spAutoFit/>
          </a:bodyPr>
          <a:lstStyle/>
          <a:p>
            <a:pPr algn="l"/>
            <a:r>
              <a:rPr lang="en-US" altLang="zh-CN" sz="1400" dirty="0">
                <a:latin typeface="Helvetica Neue" panose="02000503000000020004" pitchFamily="2" charset="0"/>
                <a:ea typeface="Helvetica Neue" panose="02000503000000020004" pitchFamily="2" charset="0"/>
                <a:cs typeface="Helvetica Neue" panose="02000503000000020004" pitchFamily="2" charset="0"/>
              </a:rPr>
              <a:t>1.</a:t>
            </a:r>
            <a:r>
              <a:rPr lang="zh-CN" altLang="en-US" sz="1400" dirty="0">
                <a:latin typeface="Helvetica Neue" panose="02000503000000020004" pitchFamily="2" charset="0"/>
                <a:ea typeface="Helvetica Neue" panose="02000503000000020004" pitchFamily="2" charset="0"/>
                <a:cs typeface="Helvetica Neue" panose="02000503000000020004" pitchFamily="2" charset="0"/>
              </a:rPr>
              <a:t> </a:t>
            </a:r>
            <a:r>
              <a:rPr lang="en-US" altLang="zh-CN" sz="1400"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Username</a:t>
            </a:r>
            <a:r>
              <a:rPr lang="zh-CN" altLang="en-US" sz="1400" dirty="0">
                <a:latin typeface="Helvetica Neue" panose="02000503000000020004" pitchFamily="2" charset="0"/>
                <a:ea typeface="Helvetica Neue" panose="02000503000000020004" pitchFamily="2" charset="0"/>
                <a:cs typeface="Helvetica Neue" panose="02000503000000020004" pitchFamily="2" charset="0"/>
              </a:rPr>
              <a:t> </a:t>
            </a:r>
            <a:r>
              <a:rPr lang="en-US" altLang="zh-CN" sz="1400" dirty="0">
                <a:latin typeface="Helvetica Neue" panose="02000503000000020004" pitchFamily="2" charset="0"/>
                <a:ea typeface="Helvetica Neue" panose="02000503000000020004" pitchFamily="2" charset="0"/>
                <a:cs typeface="Helvetica Neue" panose="02000503000000020004" pitchFamily="2" charset="0"/>
              </a:rPr>
              <a:t>&amp;</a:t>
            </a:r>
            <a:r>
              <a:rPr lang="zh-CN" altLang="en-US" sz="1400" dirty="0">
                <a:latin typeface="Helvetica Neue" panose="02000503000000020004" pitchFamily="2" charset="0"/>
                <a:ea typeface="Helvetica Neue" panose="02000503000000020004" pitchFamily="2" charset="0"/>
                <a:cs typeface="Helvetica Neue" panose="02000503000000020004" pitchFamily="2" charset="0"/>
              </a:rPr>
              <a:t> </a:t>
            </a:r>
            <a:r>
              <a:rPr lang="en-US" altLang="zh-CN" sz="1400"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Password</a:t>
            </a:r>
            <a:r>
              <a:rPr lang="zh-CN" altLang="en-US" sz="1400"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sz="1400" dirty="0">
                <a:latin typeface="Helvetica Neue" panose="02000503000000020004" pitchFamily="2" charset="0"/>
                <a:ea typeface="Helvetica Neue" panose="02000503000000020004" pitchFamily="2" charset="0"/>
                <a:cs typeface="Helvetica Neue" panose="02000503000000020004" pitchFamily="2" charset="0"/>
              </a:rPr>
              <a:t>Authentication</a:t>
            </a: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3" name="TextBox 12">
            <a:extLst>
              <a:ext uri="{FF2B5EF4-FFF2-40B4-BE49-F238E27FC236}">
                <a16:creationId xmlns:a16="http://schemas.microsoft.com/office/drawing/2014/main" id="{767F3FB5-8D8E-61B0-B43E-45E5409A88A4}"/>
              </a:ext>
            </a:extLst>
          </p:cNvPr>
          <p:cNvSpPr txBox="1"/>
          <p:nvPr/>
        </p:nvSpPr>
        <p:spPr>
          <a:xfrm>
            <a:off x="4662926" y="3602892"/>
            <a:ext cx="2213555" cy="307777"/>
          </a:xfrm>
          <a:prstGeom prst="rect">
            <a:avLst/>
          </a:prstGeom>
          <a:noFill/>
        </p:spPr>
        <p:txBody>
          <a:bodyPr wrap="none" rtlCol="0">
            <a:spAutoFit/>
          </a:bodyPr>
          <a:lstStyle/>
          <a:p>
            <a:pPr algn="l"/>
            <a:r>
              <a:rPr lang="en-US" altLang="zh-CN" sz="1400" dirty="0">
                <a:latin typeface="Helvetica Neue" panose="02000503000000020004" pitchFamily="2" charset="0"/>
                <a:ea typeface="Helvetica Neue" panose="02000503000000020004" pitchFamily="2" charset="0"/>
                <a:cs typeface="Helvetica Neue" panose="02000503000000020004" pitchFamily="2" charset="0"/>
              </a:rPr>
              <a:t>2.</a:t>
            </a:r>
            <a:r>
              <a:rPr lang="zh-CN" altLang="en-US" sz="1400" dirty="0">
                <a:latin typeface="Helvetica Neue" panose="02000503000000020004" pitchFamily="2" charset="0"/>
                <a:ea typeface="Helvetica Neue" panose="02000503000000020004" pitchFamily="2" charset="0"/>
                <a:cs typeface="Helvetica Neue" panose="02000503000000020004" pitchFamily="2" charset="0"/>
              </a:rPr>
              <a:t> </a:t>
            </a:r>
            <a:r>
              <a:rPr lang="en-US" altLang="zh-CN" sz="1400" dirty="0">
                <a:latin typeface="Helvetica Neue" panose="02000503000000020004" pitchFamily="2" charset="0"/>
                <a:ea typeface="Helvetica Neue" panose="02000503000000020004" pitchFamily="2" charset="0"/>
                <a:cs typeface="Helvetica Neue" panose="02000503000000020004" pitchFamily="2" charset="0"/>
              </a:rPr>
              <a:t>“Transfer</a:t>
            </a:r>
            <a:r>
              <a:rPr lang="zh-CN" altLang="en-US" sz="1400" dirty="0">
                <a:latin typeface="Helvetica Neue" panose="02000503000000020004" pitchFamily="2" charset="0"/>
                <a:ea typeface="Helvetica Neue" panose="02000503000000020004" pitchFamily="2" charset="0"/>
                <a:cs typeface="Helvetica Neue" panose="02000503000000020004" pitchFamily="2" charset="0"/>
              </a:rPr>
              <a:t> </a:t>
            </a:r>
            <a:r>
              <a:rPr lang="en-US" altLang="zh-CN" sz="1400"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$100</a:t>
            </a:r>
            <a:r>
              <a:rPr lang="zh-CN" altLang="en-US" sz="1400"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sz="1400" dirty="0">
                <a:latin typeface="Helvetica Neue" panose="02000503000000020004" pitchFamily="2" charset="0"/>
                <a:ea typeface="Helvetica Neue" panose="02000503000000020004" pitchFamily="2" charset="0"/>
                <a:cs typeface="Helvetica Neue" panose="02000503000000020004" pitchFamily="2" charset="0"/>
              </a:rPr>
              <a:t>to</a:t>
            </a:r>
            <a:r>
              <a:rPr lang="zh-CN" altLang="en-US" sz="1400" dirty="0">
                <a:latin typeface="Helvetica Neue" panose="02000503000000020004" pitchFamily="2" charset="0"/>
                <a:ea typeface="Helvetica Neue" panose="02000503000000020004" pitchFamily="2" charset="0"/>
                <a:cs typeface="Helvetica Neue" panose="02000503000000020004" pitchFamily="2" charset="0"/>
              </a:rPr>
              <a:t> </a:t>
            </a:r>
            <a:r>
              <a:rPr lang="en-US" altLang="zh-CN" sz="1400"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Bob</a:t>
            </a:r>
            <a:r>
              <a:rPr lang="en-US" altLang="zh-CN" sz="1400" dirty="0">
                <a:latin typeface="Helvetica Neue" panose="02000503000000020004" pitchFamily="2" charset="0"/>
                <a:ea typeface="Helvetica Neue" panose="02000503000000020004" pitchFamily="2" charset="0"/>
                <a:cs typeface="Helvetica Neue" panose="02000503000000020004" pitchFamily="2" charset="0"/>
              </a:rPr>
              <a:t>”</a:t>
            </a: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5" name="TextBox 14">
            <a:extLst>
              <a:ext uri="{FF2B5EF4-FFF2-40B4-BE49-F238E27FC236}">
                <a16:creationId xmlns:a16="http://schemas.microsoft.com/office/drawing/2014/main" id="{D56C7569-5996-6AFF-3093-E0062D5AC0D7}"/>
              </a:ext>
            </a:extLst>
          </p:cNvPr>
          <p:cNvSpPr txBox="1"/>
          <p:nvPr/>
        </p:nvSpPr>
        <p:spPr>
          <a:xfrm>
            <a:off x="4450667" y="1347550"/>
            <a:ext cx="2366158" cy="369332"/>
          </a:xfrm>
          <a:prstGeom prst="rect">
            <a:avLst/>
          </a:prstGeom>
          <a:noFill/>
        </p:spPr>
        <p:txBody>
          <a:bodyPr wrap="square">
            <a:spAutoFit/>
          </a:bodyPr>
          <a:lstStyle/>
          <a:p>
            <a:r>
              <a:rPr lang="en-US" b="1" dirty="0">
                <a:solidFill>
                  <a:schemeClr val="tx2"/>
                </a:solidFill>
                <a:latin typeface="Arial Nova"/>
              </a:rPr>
              <a:t>CONFIDENTIALITY</a:t>
            </a:r>
            <a:endParaRPr lang="en-US" dirty="0"/>
          </a:p>
        </p:txBody>
      </p:sp>
      <p:pic>
        <p:nvPicPr>
          <p:cNvPr id="16" name="Picture 15">
            <a:extLst>
              <a:ext uri="{FF2B5EF4-FFF2-40B4-BE49-F238E27FC236}">
                <a16:creationId xmlns:a16="http://schemas.microsoft.com/office/drawing/2014/main" id="{A3CEA06B-EC47-2D6D-CAA3-B4290C5C74DF}"/>
              </a:ext>
            </a:extLst>
          </p:cNvPr>
          <p:cNvPicPr>
            <a:picLocks noChangeAspect="1"/>
          </p:cNvPicPr>
          <p:nvPr/>
        </p:nvPicPr>
        <p:blipFill>
          <a:blip r:embed="rId7"/>
          <a:stretch>
            <a:fillRect/>
          </a:stretch>
        </p:blipFill>
        <p:spPr>
          <a:xfrm>
            <a:off x="3363566" y="1446463"/>
            <a:ext cx="1054748" cy="1161698"/>
          </a:xfrm>
          <a:prstGeom prst="rect">
            <a:avLst/>
          </a:prstGeom>
        </p:spPr>
      </p:pic>
      <p:cxnSp>
        <p:nvCxnSpPr>
          <p:cNvPr id="18" name="Curved Connector 17">
            <a:extLst>
              <a:ext uri="{FF2B5EF4-FFF2-40B4-BE49-F238E27FC236}">
                <a16:creationId xmlns:a16="http://schemas.microsoft.com/office/drawing/2014/main" id="{A8589B55-3C6F-B68F-42CF-3C0807825D97}"/>
              </a:ext>
            </a:extLst>
          </p:cNvPr>
          <p:cNvCxnSpPr>
            <a:cxnSpLocks/>
          </p:cNvCxnSpPr>
          <p:nvPr/>
        </p:nvCxnSpPr>
        <p:spPr>
          <a:xfrm>
            <a:off x="4450667" y="1918637"/>
            <a:ext cx="838260" cy="654417"/>
          </a:xfrm>
          <a:prstGeom prst="curvedConnector3">
            <a:avLst>
              <a:gd name="adj1" fmla="val 76917"/>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AD67722C-64F8-9647-9002-3297C56B158D}"/>
              </a:ext>
            </a:extLst>
          </p:cNvPr>
          <p:cNvSpPr txBox="1"/>
          <p:nvPr/>
        </p:nvSpPr>
        <p:spPr>
          <a:xfrm>
            <a:off x="4621997" y="5266529"/>
            <a:ext cx="1641763" cy="333296"/>
          </a:xfrm>
          <a:prstGeom prst="rect">
            <a:avLst/>
          </a:prstGeom>
          <a:noFill/>
        </p:spPr>
        <p:txBody>
          <a:bodyPr wrap="square">
            <a:spAutoFit/>
          </a:bodyPr>
          <a:lstStyle/>
          <a:p>
            <a:pPr algn="ctr" defTabSz="895350" eaLnBrk="0" hangingPunct="0">
              <a:lnSpc>
                <a:spcPct val="87000"/>
              </a:lnSpc>
            </a:pPr>
            <a:r>
              <a:rPr lang="en-US" b="1" dirty="0">
                <a:solidFill>
                  <a:schemeClr val="tx2"/>
                </a:solidFill>
                <a:latin typeface="Arial Nova"/>
              </a:rPr>
              <a:t>INTEGRITY</a:t>
            </a:r>
          </a:p>
        </p:txBody>
      </p:sp>
      <p:pic>
        <p:nvPicPr>
          <p:cNvPr id="27" name="Picture 26">
            <a:extLst>
              <a:ext uri="{FF2B5EF4-FFF2-40B4-BE49-F238E27FC236}">
                <a16:creationId xmlns:a16="http://schemas.microsoft.com/office/drawing/2014/main" id="{E24002AB-543C-4246-0038-0A8FF52CA5CB}"/>
              </a:ext>
            </a:extLst>
          </p:cNvPr>
          <p:cNvPicPr>
            <a:picLocks noChangeAspect="1"/>
          </p:cNvPicPr>
          <p:nvPr/>
        </p:nvPicPr>
        <p:blipFill>
          <a:blip r:embed="rId7"/>
          <a:stretch>
            <a:fillRect/>
          </a:stretch>
        </p:blipFill>
        <p:spPr>
          <a:xfrm>
            <a:off x="3475409" y="4483718"/>
            <a:ext cx="1054748" cy="1161698"/>
          </a:xfrm>
          <a:prstGeom prst="rect">
            <a:avLst/>
          </a:prstGeom>
        </p:spPr>
      </p:pic>
      <p:cxnSp>
        <p:nvCxnSpPr>
          <p:cNvPr id="28" name="Curved Connector 27">
            <a:extLst>
              <a:ext uri="{FF2B5EF4-FFF2-40B4-BE49-F238E27FC236}">
                <a16:creationId xmlns:a16="http://schemas.microsoft.com/office/drawing/2014/main" id="{541D1DA7-DE6E-D233-32E5-B2589D74D8F3}"/>
              </a:ext>
            </a:extLst>
          </p:cNvPr>
          <p:cNvCxnSpPr>
            <a:cxnSpLocks/>
          </p:cNvCxnSpPr>
          <p:nvPr/>
        </p:nvCxnSpPr>
        <p:spPr>
          <a:xfrm rot="5400000" flipH="1" flipV="1">
            <a:off x="4535029" y="3890615"/>
            <a:ext cx="1092759" cy="1037796"/>
          </a:xfrm>
          <a:prstGeom prst="curved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31" name="TextBox 30">
            <a:extLst>
              <a:ext uri="{FF2B5EF4-FFF2-40B4-BE49-F238E27FC236}">
                <a16:creationId xmlns:a16="http://schemas.microsoft.com/office/drawing/2014/main" id="{1A6DFB18-B83E-7786-D4DC-6190FEF562A7}"/>
              </a:ext>
            </a:extLst>
          </p:cNvPr>
          <p:cNvSpPr txBox="1"/>
          <p:nvPr/>
        </p:nvSpPr>
        <p:spPr>
          <a:xfrm>
            <a:off x="4864027" y="4612070"/>
            <a:ext cx="2221570" cy="307777"/>
          </a:xfrm>
          <a:prstGeom prst="rect">
            <a:avLst/>
          </a:prstGeom>
          <a:noFill/>
        </p:spPr>
        <p:txBody>
          <a:bodyPr wrap="none" rtlCol="0">
            <a:spAutoFit/>
          </a:bodyPr>
          <a:lstStyle/>
          <a:p>
            <a:pPr algn="l"/>
            <a:r>
              <a:rPr lang="en-US" altLang="zh-CN" sz="1400" dirty="0">
                <a:latin typeface="Helvetica Neue" panose="02000503000000020004" pitchFamily="2" charset="0"/>
                <a:ea typeface="Helvetica Neue" panose="02000503000000020004" pitchFamily="2" charset="0"/>
                <a:cs typeface="Helvetica Neue" panose="02000503000000020004" pitchFamily="2" charset="0"/>
              </a:rPr>
              <a:t>“Transfer</a:t>
            </a:r>
            <a:r>
              <a:rPr lang="zh-CN" altLang="en-US" sz="1400" dirty="0">
                <a:latin typeface="Helvetica Neue" panose="02000503000000020004" pitchFamily="2" charset="0"/>
                <a:ea typeface="Helvetica Neue" panose="02000503000000020004" pitchFamily="2" charset="0"/>
                <a:cs typeface="Helvetica Neue" panose="02000503000000020004" pitchFamily="2" charset="0"/>
              </a:rPr>
              <a:t> </a:t>
            </a:r>
            <a:r>
              <a:rPr lang="en-US" altLang="zh-CN" sz="1400"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$1,000</a:t>
            </a:r>
            <a:r>
              <a:rPr lang="zh-CN" altLang="en-US" sz="1400"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 </a:t>
            </a:r>
            <a:r>
              <a:rPr lang="en-US" altLang="zh-CN" sz="1400" dirty="0">
                <a:latin typeface="Helvetica Neue" panose="02000503000000020004" pitchFamily="2" charset="0"/>
                <a:ea typeface="Helvetica Neue" panose="02000503000000020004" pitchFamily="2" charset="0"/>
                <a:cs typeface="Helvetica Neue" panose="02000503000000020004" pitchFamily="2" charset="0"/>
              </a:rPr>
              <a:t>to</a:t>
            </a:r>
            <a:r>
              <a:rPr lang="zh-CN" altLang="en-US" sz="1400" dirty="0">
                <a:latin typeface="Helvetica Neue" panose="02000503000000020004" pitchFamily="2" charset="0"/>
                <a:ea typeface="Helvetica Neue" panose="02000503000000020004" pitchFamily="2" charset="0"/>
                <a:cs typeface="Helvetica Neue" panose="02000503000000020004" pitchFamily="2" charset="0"/>
              </a:rPr>
              <a:t> </a:t>
            </a:r>
            <a:r>
              <a:rPr lang="en-US" altLang="zh-CN" sz="1400" dirty="0">
                <a:solidFill>
                  <a:srgbClr val="FF0000"/>
                </a:solidFill>
                <a:latin typeface="Helvetica Neue" panose="02000503000000020004" pitchFamily="2" charset="0"/>
                <a:ea typeface="Helvetica Neue" panose="02000503000000020004" pitchFamily="2" charset="0"/>
                <a:cs typeface="Helvetica Neue" panose="02000503000000020004" pitchFamily="2" charset="0"/>
              </a:rPr>
              <a:t>Alice</a:t>
            </a:r>
            <a:r>
              <a:rPr lang="en-US" altLang="zh-CN" sz="1400" dirty="0">
                <a:latin typeface="Helvetica Neue" panose="02000503000000020004" pitchFamily="2" charset="0"/>
                <a:ea typeface="Helvetica Neue" panose="02000503000000020004" pitchFamily="2" charset="0"/>
                <a:cs typeface="Helvetica Neue" panose="02000503000000020004" pitchFamily="2" charset="0"/>
              </a:rPr>
              <a:t>”</a:t>
            </a:r>
            <a:endParaRPr lang="en-US" sz="1400"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1056" name="Picture 32" descr="DDoS attack (Denial of Service or DoS) - Definition">
            <a:extLst>
              <a:ext uri="{FF2B5EF4-FFF2-40B4-BE49-F238E27FC236}">
                <a16:creationId xmlns:a16="http://schemas.microsoft.com/office/drawing/2014/main" id="{1B9F9608-4F2E-E1CA-96AB-F06B18E6BFC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15659" y="4789652"/>
            <a:ext cx="1333957" cy="1306733"/>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197A1310-91C3-AAC7-1C5E-C71BC1BAA3B9}"/>
              </a:ext>
            </a:extLst>
          </p:cNvPr>
          <p:cNvSpPr txBox="1"/>
          <p:nvPr/>
        </p:nvSpPr>
        <p:spPr>
          <a:xfrm>
            <a:off x="10234332" y="4146985"/>
            <a:ext cx="1781627" cy="369332"/>
          </a:xfrm>
          <a:prstGeom prst="rect">
            <a:avLst/>
          </a:prstGeom>
          <a:noFill/>
        </p:spPr>
        <p:txBody>
          <a:bodyPr wrap="square">
            <a:spAutoFit/>
          </a:bodyPr>
          <a:lstStyle/>
          <a:p>
            <a:r>
              <a:rPr lang="en-US" b="1" dirty="0">
                <a:solidFill>
                  <a:schemeClr val="tx2"/>
                </a:solidFill>
                <a:latin typeface="Arial Nova"/>
              </a:rPr>
              <a:t>AVAILABILITY</a:t>
            </a:r>
            <a:endParaRPr lang="en-US" dirty="0"/>
          </a:p>
        </p:txBody>
      </p:sp>
      <p:cxnSp>
        <p:nvCxnSpPr>
          <p:cNvPr id="34" name="Curved Connector 33">
            <a:extLst>
              <a:ext uri="{FF2B5EF4-FFF2-40B4-BE49-F238E27FC236}">
                <a16:creationId xmlns:a16="http://schemas.microsoft.com/office/drawing/2014/main" id="{B827CE39-44E1-E5FE-4EE4-CED8BB02093D}"/>
              </a:ext>
            </a:extLst>
          </p:cNvPr>
          <p:cNvCxnSpPr>
            <a:cxnSpLocks/>
          </p:cNvCxnSpPr>
          <p:nvPr/>
        </p:nvCxnSpPr>
        <p:spPr>
          <a:xfrm rot="16200000" flipV="1">
            <a:off x="9853671" y="4156207"/>
            <a:ext cx="923095" cy="604186"/>
          </a:xfrm>
          <a:prstGeom prst="curved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pic>
        <p:nvPicPr>
          <p:cNvPr id="1060" name="Picture 36" descr="Ddos - Free computer icons">
            <a:extLst>
              <a:ext uri="{FF2B5EF4-FFF2-40B4-BE49-F238E27FC236}">
                <a16:creationId xmlns:a16="http://schemas.microsoft.com/office/drawing/2014/main" id="{7F570EAC-608B-9CB7-8B0C-D9203BB26A6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865687" y="4270086"/>
            <a:ext cx="516082" cy="516082"/>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3057F8F8-B3CA-A49D-1D24-5CBEC893F147}"/>
              </a:ext>
            </a:extLst>
          </p:cNvPr>
          <p:cNvSpPr txBox="1"/>
          <p:nvPr/>
        </p:nvSpPr>
        <p:spPr>
          <a:xfrm>
            <a:off x="737909" y="1211577"/>
            <a:ext cx="2094068" cy="369332"/>
          </a:xfrm>
          <a:prstGeom prst="rect">
            <a:avLst/>
          </a:prstGeom>
          <a:noFill/>
        </p:spPr>
        <p:txBody>
          <a:bodyPr wrap="square">
            <a:spAutoFit/>
          </a:bodyPr>
          <a:lstStyle/>
          <a:p>
            <a:r>
              <a:rPr lang="en-US" altLang="zh-CN" dirty="0"/>
              <a:t>E</a:t>
            </a:r>
            <a:r>
              <a:rPr lang="en-US" dirty="0"/>
              <a:t>lectronic </a:t>
            </a:r>
            <a:r>
              <a:rPr lang="en-US" altLang="zh-CN" dirty="0"/>
              <a:t>T</a:t>
            </a:r>
            <a:r>
              <a:rPr lang="en-US" dirty="0"/>
              <a:t>ransfer</a:t>
            </a:r>
          </a:p>
        </p:txBody>
      </p:sp>
      <p:sp>
        <p:nvSpPr>
          <p:cNvPr id="2" name="TextBox 1">
            <a:extLst>
              <a:ext uri="{FF2B5EF4-FFF2-40B4-BE49-F238E27FC236}">
                <a16:creationId xmlns:a16="http://schemas.microsoft.com/office/drawing/2014/main" id="{7067E060-8321-604D-7406-FE7EC859FC78}"/>
              </a:ext>
            </a:extLst>
          </p:cNvPr>
          <p:cNvSpPr txBox="1"/>
          <p:nvPr/>
        </p:nvSpPr>
        <p:spPr>
          <a:xfrm>
            <a:off x="3047011" y="5802851"/>
            <a:ext cx="6097978" cy="369332"/>
          </a:xfrm>
          <a:prstGeom prst="rect">
            <a:avLst/>
          </a:prstGeom>
          <a:noFill/>
        </p:spPr>
        <p:txBody>
          <a:bodyPr wrap="square">
            <a:spAutoFit/>
          </a:bodyPr>
          <a:lstStyle/>
          <a:p>
            <a:r>
              <a:rPr lang="en-AU" dirty="0"/>
              <a:t>What are the potential attacks in the above scenario?</a:t>
            </a:r>
          </a:p>
        </p:txBody>
      </p:sp>
      <mc:AlternateContent xmlns:mc="http://schemas.openxmlformats.org/markup-compatibility/2006">
        <mc:Choice xmlns:p14="http://schemas.microsoft.com/office/powerpoint/2010/main" Requires="p14">
          <p:contentPart p14:bwMode="auto" r:id="rId10">
            <p14:nvContentPartPr>
              <p14:cNvPr id="44" name="Ink 43">
                <a:extLst>
                  <a:ext uri="{FF2B5EF4-FFF2-40B4-BE49-F238E27FC236}">
                    <a16:creationId xmlns:a16="http://schemas.microsoft.com/office/drawing/2014/main" id="{7330924E-C985-A0E8-014D-E45CB3990F65}"/>
                  </a:ext>
                </a:extLst>
              </p14:cNvPr>
              <p14:cNvContentPartPr/>
              <p14:nvPr/>
            </p14:nvContentPartPr>
            <p14:xfrm>
              <a:off x="6632184" y="5091540"/>
              <a:ext cx="1596600" cy="749160"/>
            </p14:xfrm>
          </p:contentPart>
        </mc:Choice>
        <mc:Fallback>
          <p:pic>
            <p:nvPicPr>
              <p:cNvPr id="44" name="Ink 43">
                <a:extLst>
                  <a:ext uri="{FF2B5EF4-FFF2-40B4-BE49-F238E27FC236}">
                    <a16:creationId xmlns:a16="http://schemas.microsoft.com/office/drawing/2014/main" id="{7330924E-C985-A0E8-014D-E45CB3990F65}"/>
                  </a:ext>
                </a:extLst>
              </p:cNvPr>
              <p:cNvPicPr/>
              <p:nvPr/>
            </p:nvPicPr>
            <p:blipFill>
              <a:blip r:embed="rId11"/>
              <a:stretch>
                <a:fillRect/>
              </a:stretch>
            </p:blipFill>
            <p:spPr>
              <a:xfrm>
                <a:off x="6621742" y="5080740"/>
                <a:ext cx="1617845" cy="7704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49" name="Ink 48">
                <a:extLst>
                  <a:ext uri="{FF2B5EF4-FFF2-40B4-BE49-F238E27FC236}">
                    <a16:creationId xmlns:a16="http://schemas.microsoft.com/office/drawing/2014/main" id="{98D6E81D-1055-E36F-9D05-380DF41AEE2B}"/>
                  </a:ext>
                </a:extLst>
              </p14:cNvPr>
              <p14:cNvContentPartPr/>
              <p14:nvPr/>
            </p14:nvContentPartPr>
            <p14:xfrm>
              <a:off x="8300145" y="5477246"/>
              <a:ext cx="384480" cy="218520"/>
            </p14:xfrm>
          </p:contentPart>
        </mc:Choice>
        <mc:Fallback>
          <p:pic>
            <p:nvPicPr>
              <p:cNvPr id="49" name="Ink 48">
                <a:extLst>
                  <a:ext uri="{FF2B5EF4-FFF2-40B4-BE49-F238E27FC236}">
                    <a16:creationId xmlns:a16="http://schemas.microsoft.com/office/drawing/2014/main" id="{98D6E81D-1055-E36F-9D05-380DF41AEE2B}"/>
                  </a:ext>
                </a:extLst>
              </p:cNvPr>
              <p:cNvPicPr/>
              <p:nvPr/>
            </p:nvPicPr>
            <p:blipFill>
              <a:blip r:embed="rId13"/>
              <a:stretch>
                <a:fillRect/>
              </a:stretch>
            </p:blipFill>
            <p:spPr>
              <a:xfrm>
                <a:off x="8289705" y="5466806"/>
                <a:ext cx="405720" cy="2397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34" name="Ink 1033">
                <a:extLst>
                  <a:ext uri="{FF2B5EF4-FFF2-40B4-BE49-F238E27FC236}">
                    <a16:creationId xmlns:a16="http://schemas.microsoft.com/office/drawing/2014/main" id="{26B71947-5369-3FC2-FC9F-9F1BD9E61205}"/>
                  </a:ext>
                </a:extLst>
              </p14:cNvPr>
              <p14:cNvContentPartPr/>
              <p14:nvPr/>
            </p14:nvContentPartPr>
            <p14:xfrm>
              <a:off x="8875785" y="5487326"/>
              <a:ext cx="902880" cy="326160"/>
            </p14:xfrm>
          </p:contentPart>
        </mc:Choice>
        <mc:Fallback>
          <p:pic>
            <p:nvPicPr>
              <p:cNvPr id="1034" name="Ink 1033">
                <a:extLst>
                  <a:ext uri="{FF2B5EF4-FFF2-40B4-BE49-F238E27FC236}">
                    <a16:creationId xmlns:a16="http://schemas.microsoft.com/office/drawing/2014/main" id="{26B71947-5369-3FC2-FC9F-9F1BD9E61205}"/>
                  </a:ext>
                </a:extLst>
              </p:cNvPr>
              <p:cNvPicPr/>
              <p:nvPr/>
            </p:nvPicPr>
            <p:blipFill>
              <a:blip r:embed="rId15"/>
              <a:stretch>
                <a:fillRect/>
              </a:stretch>
            </p:blipFill>
            <p:spPr>
              <a:xfrm>
                <a:off x="8864989" y="5476886"/>
                <a:ext cx="924112" cy="3474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35" name="Ink 1034">
                <a:extLst>
                  <a:ext uri="{FF2B5EF4-FFF2-40B4-BE49-F238E27FC236}">
                    <a16:creationId xmlns:a16="http://schemas.microsoft.com/office/drawing/2014/main" id="{F011EEDD-2011-5C72-0339-F5D1FF783CF1}"/>
                  </a:ext>
                </a:extLst>
              </p14:cNvPr>
              <p14:cNvContentPartPr/>
              <p14:nvPr/>
            </p14:nvContentPartPr>
            <p14:xfrm>
              <a:off x="2916660" y="5677909"/>
              <a:ext cx="144720" cy="156240"/>
            </p14:xfrm>
          </p:contentPart>
        </mc:Choice>
        <mc:Fallback>
          <p:pic>
            <p:nvPicPr>
              <p:cNvPr id="1035" name="Ink 1034">
                <a:extLst>
                  <a:ext uri="{FF2B5EF4-FFF2-40B4-BE49-F238E27FC236}">
                    <a16:creationId xmlns:a16="http://schemas.microsoft.com/office/drawing/2014/main" id="{F011EEDD-2011-5C72-0339-F5D1FF783CF1}"/>
                  </a:ext>
                </a:extLst>
              </p:cNvPr>
              <p:cNvPicPr/>
              <p:nvPr/>
            </p:nvPicPr>
            <p:blipFill>
              <a:blip r:embed="rId17"/>
              <a:stretch>
                <a:fillRect/>
              </a:stretch>
            </p:blipFill>
            <p:spPr>
              <a:xfrm>
                <a:off x="2906220" y="5667109"/>
                <a:ext cx="16596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036" name="Ink 1035">
                <a:extLst>
                  <a:ext uri="{FF2B5EF4-FFF2-40B4-BE49-F238E27FC236}">
                    <a16:creationId xmlns:a16="http://schemas.microsoft.com/office/drawing/2014/main" id="{554ECD3F-0CB6-208B-FB57-21C6A0990AA2}"/>
                  </a:ext>
                </a:extLst>
              </p14:cNvPr>
              <p14:cNvContentPartPr/>
              <p14:nvPr/>
            </p14:nvContentPartPr>
            <p14:xfrm>
              <a:off x="1423380" y="4867189"/>
              <a:ext cx="27720" cy="261360"/>
            </p14:xfrm>
          </p:contentPart>
        </mc:Choice>
        <mc:Fallback>
          <p:pic>
            <p:nvPicPr>
              <p:cNvPr id="1036" name="Ink 1035">
                <a:extLst>
                  <a:ext uri="{FF2B5EF4-FFF2-40B4-BE49-F238E27FC236}">
                    <a16:creationId xmlns:a16="http://schemas.microsoft.com/office/drawing/2014/main" id="{554ECD3F-0CB6-208B-FB57-21C6A0990AA2}"/>
                  </a:ext>
                </a:extLst>
              </p:cNvPr>
              <p:cNvPicPr/>
              <p:nvPr/>
            </p:nvPicPr>
            <p:blipFill>
              <a:blip r:embed="rId19"/>
              <a:stretch>
                <a:fillRect/>
              </a:stretch>
            </p:blipFill>
            <p:spPr>
              <a:xfrm>
                <a:off x="1412580" y="4856389"/>
                <a:ext cx="48960" cy="2826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037" name="Ink 1036">
                <a:extLst>
                  <a:ext uri="{FF2B5EF4-FFF2-40B4-BE49-F238E27FC236}">
                    <a16:creationId xmlns:a16="http://schemas.microsoft.com/office/drawing/2014/main" id="{F23A9A2C-AA24-5482-B67F-17E267B5867C}"/>
                  </a:ext>
                </a:extLst>
              </p14:cNvPr>
              <p14:cNvContentPartPr/>
              <p14:nvPr/>
            </p14:nvContentPartPr>
            <p14:xfrm>
              <a:off x="1403580" y="4823629"/>
              <a:ext cx="159840" cy="269280"/>
            </p14:xfrm>
          </p:contentPart>
        </mc:Choice>
        <mc:Fallback>
          <p:pic>
            <p:nvPicPr>
              <p:cNvPr id="1037" name="Ink 1036">
                <a:extLst>
                  <a:ext uri="{FF2B5EF4-FFF2-40B4-BE49-F238E27FC236}">
                    <a16:creationId xmlns:a16="http://schemas.microsoft.com/office/drawing/2014/main" id="{F23A9A2C-AA24-5482-B67F-17E267B5867C}"/>
                  </a:ext>
                </a:extLst>
              </p:cNvPr>
              <p:cNvPicPr/>
              <p:nvPr/>
            </p:nvPicPr>
            <p:blipFill>
              <a:blip r:embed="rId21"/>
              <a:stretch>
                <a:fillRect/>
              </a:stretch>
            </p:blipFill>
            <p:spPr>
              <a:xfrm>
                <a:off x="1393140" y="4813189"/>
                <a:ext cx="181080" cy="2905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039" name="Ink 1038">
                <a:extLst>
                  <a:ext uri="{FF2B5EF4-FFF2-40B4-BE49-F238E27FC236}">
                    <a16:creationId xmlns:a16="http://schemas.microsoft.com/office/drawing/2014/main" id="{2A914DA2-98BD-F1B4-7D4E-3AF76B6D9983}"/>
                  </a:ext>
                </a:extLst>
              </p14:cNvPr>
              <p14:cNvContentPartPr/>
              <p14:nvPr/>
            </p14:nvContentPartPr>
            <p14:xfrm>
              <a:off x="1548300" y="4909669"/>
              <a:ext cx="117000" cy="140760"/>
            </p14:xfrm>
          </p:contentPart>
        </mc:Choice>
        <mc:Fallback>
          <p:pic>
            <p:nvPicPr>
              <p:cNvPr id="1039" name="Ink 1038">
                <a:extLst>
                  <a:ext uri="{FF2B5EF4-FFF2-40B4-BE49-F238E27FC236}">
                    <a16:creationId xmlns:a16="http://schemas.microsoft.com/office/drawing/2014/main" id="{2A914DA2-98BD-F1B4-7D4E-3AF76B6D9983}"/>
                  </a:ext>
                </a:extLst>
              </p:cNvPr>
              <p:cNvPicPr/>
              <p:nvPr/>
            </p:nvPicPr>
            <p:blipFill>
              <a:blip r:embed="rId23"/>
              <a:stretch>
                <a:fillRect/>
              </a:stretch>
            </p:blipFill>
            <p:spPr>
              <a:xfrm>
                <a:off x="1537860" y="4898869"/>
                <a:ext cx="13824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040" name="Ink 1039">
                <a:extLst>
                  <a:ext uri="{FF2B5EF4-FFF2-40B4-BE49-F238E27FC236}">
                    <a16:creationId xmlns:a16="http://schemas.microsoft.com/office/drawing/2014/main" id="{7E18D80A-4362-B6DD-2D69-1A30D92CBF94}"/>
                  </a:ext>
                </a:extLst>
              </p14:cNvPr>
              <p14:cNvContentPartPr/>
              <p14:nvPr/>
            </p14:nvContentPartPr>
            <p14:xfrm>
              <a:off x="1676820" y="4905709"/>
              <a:ext cx="90000" cy="171000"/>
            </p14:xfrm>
          </p:contentPart>
        </mc:Choice>
        <mc:Fallback>
          <p:pic>
            <p:nvPicPr>
              <p:cNvPr id="1040" name="Ink 1039">
                <a:extLst>
                  <a:ext uri="{FF2B5EF4-FFF2-40B4-BE49-F238E27FC236}">
                    <a16:creationId xmlns:a16="http://schemas.microsoft.com/office/drawing/2014/main" id="{7E18D80A-4362-B6DD-2D69-1A30D92CBF94}"/>
                  </a:ext>
                </a:extLst>
              </p:cNvPr>
              <p:cNvPicPr/>
              <p:nvPr/>
            </p:nvPicPr>
            <p:blipFill>
              <a:blip r:embed="rId25"/>
              <a:stretch>
                <a:fillRect/>
              </a:stretch>
            </p:blipFill>
            <p:spPr>
              <a:xfrm>
                <a:off x="1666020" y="4894909"/>
                <a:ext cx="11124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041" name="Ink 1040">
                <a:extLst>
                  <a:ext uri="{FF2B5EF4-FFF2-40B4-BE49-F238E27FC236}">
                    <a16:creationId xmlns:a16="http://schemas.microsoft.com/office/drawing/2014/main" id="{28B3F3C5-D177-72F3-E5DE-8232918D740F}"/>
                  </a:ext>
                </a:extLst>
              </p14:cNvPr>
              <p14:cNvContentPartPr/>
              <p14:nvPr/>
            </p14:nvContentPartPr>
            <p14:xfrm>
              <a:off x="1809300" y="4890229"/>
              <a:ext cx="11880" cy="191520"/>
            </p14:xfrm>
          </p:contentPart>
        </mc:Choice>
        <mc:Fallback>
          <p:pic>
            <p:nvPicPr>
              <p:cNvPr id="1041" name="Ink 1040">
                <a:extLst>
                  <a:ext uri="{FF2B5EF4-FFF2-40B4-BE49-F238E27FC236}">
                    <a16:creationId xmlns:a16="http://schemas.microsoft.com/office/drawing/2014/main" id="{28B3F3C5-D177-72F3-E5DE-8232918D740F}"/>
                  </a:ext>
                </a:extLst>
              </p:cNvPr>
              <p:cNvPicPr/>
              <p:nvPr/>
            </p:nvPicPr>
            <p:blipFill>
              <a:blip r:embed="rId27"/>
              <a:stretch>
                <a:fillRect/>
              </a:stretch>
            </p:blipFill>
            <p:spPr>
              <a:xfrm>
                <a:off x="1798860" y="4879429"/>
                <a:ext cx="33120" cy="2127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042" name="Ink 1041">
                <a:extLst>
                  <a:ext uri="{FF2B5EF4-FFF2-40B4-BE49-F238E27FC236}">
                    <a16:creationId xmlns:a16="http://schemas.microsoft.com/office/drawing/2014/main" id="{CC4E81E6-60DA-46A3-2C47-5C0EC05E33E1}"/>
                  </a:ext>
                </a:extLst>
              </p14:cNvPr>
              <p14:cNvContentPartPr/>
              <p14:nvPr/>
            </p14:nvContentPartPr>
            <p14:xfrm>
              <a:off x="1825500" y="4917229"/>
              <a:ext cx="120960" cy="125280"/>
            </p14:xfrm>
          </p:contentPart>
        </mc:Choice>
        <mc:Fallback>
          <p:pic>
            <p:nvPicPr>
              <p:cNvPr id="1042" name="Ink 1041">
                <a:extLst>
                  <a:ext uri="{FF2B5EF4-FFF2-40B4-BE49-F238E27FC236}">
                    <a16:creationId xmlns:a16="http://schemas.microsoft.com/office/drawing/2014/main" id="{CC4E81E6-60DA-46A3-2C47-5C0EC05E33E1}"/>
                  </a:ext>
                </a:extLst>
              </p:cNvPr>
              <p:cNvPicPr/>
              <p:nvPr/>
            </p:nvPicPr>
            <p:blipFill>
              <a:blip r:embed="rId29"/>
              <a:stretch>
                <a:fillRect/>
              </a:stretch>
            </p:blipFill>
            <p:spPr>
              <a:xfrm>
                <a:off x="1814700" y="4906789"/>
                <a:ext cx="14220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043" name="Ink 1042">
                <a:extLst>
                  <a:ext uri="{FF2B5EF4-FFF2-40B4-BE49-F238E27FC236}">
                    <a16:creationId xmlns:a16="http://schemas.microsoft.com/office/drawing/2014/main" id="{CDE1F5F9-DF8D-115A-A38E-5B9CA17164FC}"/>
                  </a:ext>
                </a:extLst>
              </p14:cNvPr>
              <p14:cNvContentPartPr/>
              <p14:nvPr/>
            </p14:nvContentPartPr>
            <p14:xfrm>
              <a:off x="2132940" y="4890229"/>
              <a:ext cx="125280" cy="167760"/>
            </p14:xfrm>
          </p:contentPart>
        </mc:Choice>
        <mc:Fallback>
          <p:pic>
            <p:nvPicPr>
              <p:cNvPr id="1043" name="Ink 1042">
                <a:extLst>
                  <a:ext uri="{FF2B5EF4-FFF2-40B4-BE49-F238E27FC236}">
                    <a16:creationId xmlns:a16="http://schemas.microsoft.com/office/drawing/2014/main" id="{CDE1F5F9-DF8D-115A-A38E-5B9CA17164FC}"/>
                  </a:ext>
                </a:extLst>
              </p:cNvPr>
              <p:cNvPicPr/>
              <p:nvPr/>
            </p:nvPicPr>
            <p:blipFill>
              <a:blip r:embed="rId31"/>
              <a:stretch>
                <a:fillRect/>
              </a:stretch>
            </p:blipFill>
            <p:spPr>
              <a:xfrm>
                <a:off x="2122500" y="4879429"/>
                <a:ext cx="14652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044" name="Ink 1043">
                <a:extLst>
                  <a:ext uri="{FF2B5EF4-FFF2-40B4-BE49-F238E27FC236}">
                    <a16:creationId xmlns:a16="http://schemas.microsoft.com/office/drawing/2014/main" id="{0CDD5236-2AF7-83FA-03F3-B2DDD3EAA62D}"/>
                  </a:ext>
                </a:extLst>
              </p14:cNvPr>
              <p14:cNvContentPartPr/>
              <p14:nvPr/>
            </p14:nvContentPartPr>
            <p14:xfrm>
              <a:off x="2211060" y="4898509"/>
              <a:ext cx="105480" cy="140400"/>
            </p14:xfrm>
          </p:contentPart>
        </mc:Choice>
        <mc:Fallback>
          <p:pic>
            <p:nvPicPr>
              <p:cNvPr id="1044" name="Ink 1043">
                <a:extLst>
                  <a:ext uri="{FF2B5EF4-FFF2-40B4-BE49-F238E27FC236}">
                    <a16:creationId xmlns:a16="http://schemas.microsoft.com/office/drawing/2014/main" id="{0CDD5236-2AF7-83FA-03F3-B2DDD3EAA62D}"/>
                  </a:ext>
                </a:extLst>
              </p:cNvPr>
              <p:cNvPicPr/>
              <p:nvPr/>
            </p:nvPicPr>
            <p:blipFill>
              <a:blip r:embed="rId33"/>
              <a:stretch>
                <a:fillRect/>
              </a:stretch>
            </p:blipFill>
            <p:spPr>
              <a:xfrm>
                <a:off x="2200260" y="4887709"/>
                <a:ext cx="12672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045" name="Ink 1044">
                <a:extLst>
                  <a:ext uri="{FF2B5EF4-FFF2-40B4-BE49-F238E27FC236}">
                    <a16:creationId xmlns:a16="http://schemas.microsoft.com/office/drawing/2014/main" id="{B5357E92-7918-C148-D7B9-8567EBB65712}"/>
                  </a:ext>
                </a:extLst>
              </p14:cNvPr>
              <p14:cNvContentPartPr/>
              <p14:nvPr/>
            </p14:nvContentPartPr>
            <p14:xfrm>
              <a:off x="2343540" y="4851709"/>
              <a:ext cx="132840" cy="179640"/>
            </p14:xfrm>
          </p:contentPart>
        </mc:Choice>
        <mc:Fallback>
          <p:pic>
            <p:nvPicPr>
              <p:cNvPr id="1045" name="Ink 1044">
                <a:extLst>
                  <a:ext uri="{FF2B5EF4-FFF2-40B4-BE49-F238E27FC236}">
                    <a16:creationId xmlns:a16="http://schemas.microsoft.com/office/drawing/2014/main" id="{B5357E92-7918-C148-D7B9-8567EBB65712}"/>
                  </a:ext>
                </a:extLst>
              </p:cNvPr>
              <p:cNvPicPr/>
              <p:nvPr/>
            </p:nvPicPr>
            <p:blipFill>
              <a:blip r:embed="rId35"/>
              <a:stretch>
                <a:fillRect/>
              </a:stretch>
            </p:blipFill>
            <p:spPr>
              <a:xfrm>
                <a:off x="2333100" y="4840909"/>
                <a:ext cx="15408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046" name="Ink 1045">
                <a:extLst>
                  <a:ext uri="{FF2B5EF4-FFF2-40B4-BE49-F238E27FC236}">
                    <a16:creationId xmlns:a16="http://schemas.microsoft.com/office/drawing/2014/main" id="{62757429-19FC-C098-8ADB-ABF3670FB03E}"/>
                  </a:ext>
                </a:extLst>
              </p14:cNvPr>
              <p14:cNvContentPartPr/>
              <p14:nvPr/>
            </p14:nvContentPartPr>
            <p14:xfrm>
              <a:off x="2612820" y="4835509"/>
              <a:ext cx="27720" cy="199080"/>
            </p14:xfrm>
          </p:contentPart>
        </mc:Choice>
        <mc:Fallback>
          <p:pic>
            <p:nvPicPr>
              <p:cNvPr id="1046" name="Ink 1045">
                <a:extLst>
                  <a:ext uri="{FF2B5EF4-FFF2-40B4-BE49-F238E27FC236}">
                    <a16:creationId xmlns:a16="http://schemas.microsoft.com/office/drawing/2014/main" id="{62757429-19FC-C098-8ADB-ABF3670FB03E}"/>
                  </a:ext>
                </a:extLst>
              </p:cNvPr>
              <p:cNvPicPr/>
              <p:nvPr/>
            </p:nvPicPr>
            <p:blipFill>
              <a:blip r:embed="rId37"/>
              <a:stretch>
                <a:fillRect/>
              </a:stretch>
            </p:blipFill>
            <p:spPr>
              <a:xfrm>
                <a:off x="2602020" y="4824709"/>
                <a:ext cx="48960" cy="2203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047" name="Ink 1046">
                <a:extLst>
                  <a:ext uri="{FF2B5EF4-FFF2-40B4-BE49-F238E27FC236}">
                    <a16:creationId xmlns:a16="http://schemas.microsoft.com/office/drawing/2014/main" id="{20BDF673-13CE-B2A6-B2B2-2778E3FA6E92}"/>
                  </a:ext>
                </a:extLst>
              </p14:cNvPr>
              <p14:cNvContentPartPr/>
              <p14:nvPr/>
            </p14:nvContentPartPr>
            <p14:xfrm>
              <a:off x="2574660" y="4839469"/>
              <a:ext cx="140040" cy="280800"/>
            </p14:xfrm>
          </p:contentPart>
        </mc:Choice>
        <mc:Fallback>
          <p:pic>
            <p:nvPicPr>
              <p:cNvPr id="1047" name="Ink 1046">
                <a:extLst>
                  <a:ext uri="{FF2B5EF4-FFF2-40B4-BE49-F238E27FC236}">
                    <a16:creationId xmlns:a16="http://schemas.microsoft.com/office/drawing/2014/main" id="{20BDF673-13CE-B2A6-B2B2-2778E3FA6E92}"/>
                  </a:ext>
                </a:extLst>
              </p:cNvPr>
              <p:cNvPicPr/>
              <p:nvPr/>
            </p:nvPicPr>
            <p:blipFill>
              <a:blip r:embed="rId39"/>
              <a:stretch>
                <a:fillRect/>
              </a:stretch>
            </p:blipFill>
            <p:spPr>
              <a:xfrm>
                <a:off x="2563860" y="4828669"/>
                <a:ext cx="161280" cy="3020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048" name="Ink 1047">
                <a:extLst>
                  <a:ext uri="{FF2B5EF4-FFF2-40B4-BE49-F238E27FC236}">
                    <a16:creationId xmlns:a16="http://schemas.microsoft.com/office/drawing/2014/main" id="{0373C2B7-731B-BFDE-C2EC-1155ABB99B1B}"/>
                  </a:ext>
                </a:extLst>
              </p14:cNvPr>
              <p14:cNvContentPartPr/>
              <p14:nvPr/>
            </p14:nvContentPartPr>
            <p14:xfrm>
              <a:off x="2788140" y="4839829"/>
              <a:ext cx="121320" cy="232920"/>
            </p14:xfrm>
          </p:contentPart>
        </mc:Choice>
        <mc:Fallback>
          <p:pic>
            <p:nvPicPr>
              <p:cNvPr id="1048" name="Ink 1047">
                <a:extLst>
                  <a:ext uri="{FF2B5EF4-FFF2-40B4-BE49-F238E27FC236}">
                    <a16:creationId xmlns:a16="http://schemas.microsoft.com/office/drawing/2014/main" id="{0373C2B7-731B-BFDE-C2EC-1155ABB99B1B}"/>
                  </a:ext>
                </a:extLst>
              </p:cNvPr>
              <p:cNvPicPr/>
              <p:nvPr/>
            </p:nvPicPr>
            <p:blipFill>
              <a:blip r:embed="rId41"/>
              <a:stretch>
                <a:fillRect/>
              </a:stretch>
            </p:blipFill>
            <p:spPr>
              <a:xfrm>
                <a:off x="2777700" y="4829389"/>
                <a:ext cx="142560" cy="2541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1049" name="Ink 1048">
                <a:extLst>
                  <a:ext uri="{FF2B5EF4-FFF2-40B4-BE49-F238E27FC236}">
                    <a16:creationId xmlns:a16="http://schemas.microsoft.com/office/drawing/2014/main" id="{23F0BDB4-26B0-12B5-B81B-0671CB8E1523}"/>
                  </a:ext>
                </a:extLst>
              </p14:cNvPr>
              <p14:cNvContentPartPr/>
              <p14:nvPr/>
            </p14:nvContentPartPr>
            <p14:xfrm>
              <a:off x="2920620" y="4868989"/>
              <a:ext cx="15840" cy="193320"/>
            </p14:xfrm>
          </p:contentPart>
        </mc:Choice>
        <mc:Fallback>
          <p:pic>
            <p:nvPicPr>
              <p:cNvPr id="1049" name="Ink 1048">
                <a:extLst>
                  <a:ext uri="{FF2B5EF4-FFF2-40B4-BE49-F238E27FC236}">
                    <a16:creationId xmlns:a16="http://schemas.microsoft.com/office/drawing/2014/main" id="{23F0BDB4-26B0-12B5-B81B-0671CB8E1523}"/>
                  </a:ext>
                </a:extLst>
              </p:cNvPr>
              <p:cNvPicPr/>
              <p:nvPr/>
            </p:nvPicPr>
            <p:blipFill>
              <a:blip r:embed="rId43"/>
              <a:stretch>
                <a:fillRect/>
              </a:stretch>
            </p:blipFill>
            <p:spPr>
              <a:xfrm>
                <a:off x="2910180" y="4858189"/>
                <a:ext cx="37080" cy="2145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1051" name="Ink 1050">
                <a:extLst>
                  <a:ext uri="{FF2B5EF4-FFF2-40B4-BE49-F238E27FC236}">
                    <a16:creationId xmlns:a16="http://schemas.microsoft.com/office/drawing/2014/main" id="{A686D145-CBFE-A630-9B59-B8CA1BA84238}"/>
                  </a:ext>
                </a:extLst>
              </p14:cNvPr>
              <p14:cNvContentPartPr/>
              <p14:nvPr/>
            </p14:nvContentPartPr>
            <p14:xfrm>
              <a:off x="2877780" y="4901749"/>
              <a:ext cx="168120" cy="121320"/>
            </p14:xfrm>
          </p:contentPart>
        </mc:Choice>
        <mc:Fallback>
          <p:pic>
            <p:nvPicPr>
              <p:cNvPr id="1051" name="Ink 1050">
                <a:extLst>
                  <a:ext uri="{FF2B5EF4-FFF2-40B4-BE49-F238E27FC236}">
                    <a16:creationId xmlns:a16="http://schemas.microsoft.com/office/drawing/2014/main" id="{A686D145-CBFE-A630-9B59-B8CA1BA84238}"/>
                  </a:ext>
                </a:extLst>
              </p:cNvPr>
              <p:cNvPicPr/>
              <p:nvPr/>
            </p:nvPicPr>
            <p:blipFill>
              <a:blip r:embed="rId45"/>
              <a:stretch>
                <a:fillRect/>
              </a:stretch>
            </p:blipFill>
            <p:spPr>
              <a:xfrm>
                <a:off x="2867340" y="4891309"/>
                <a:ext cx="18936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1053" name="Ink 1052">
                <a:extLst>
                  <a:ext uri="{FF2B5EF4-FFF2-40B4-BE49-F238E27FC236}">
                    <a16:creationId xmlns:a16="http://schemas.microsoft.com/office/drawing/2014/main" id="{1BC3B3B2-C2CC-8C00-ACF7-F84D80515029}"/>
                  </a:ext>
                </a:extLst>
              </p14:cNvPr>
              <p14:cNvContentPartPr/>
              <p14:nvPr/>
            </p14:nvContentPartPr>
            <p14:xfrm>
              <a:off x="1400700" y="5230069"/>
              <a:ext cx="96840" cy="236160"/>
            </p14:xfrm>
          </p:contentPart>
        </mc:Choice>
        <mc:Fallback>
          <p:pic>
            <p:nvPicPr>
              <p:cNvPr id="1053" name="Ink 1052">
                <a:extLst>
                  <a:ext uri="{FF2B5EF4-FFF2-40B4-BE49-F238E27FC236}">
                    <a16:creationId xmlns:a16="http://schemas.microsoft.com/office/drawing/2014/main" id="{1BC3B3B2-C2CC-8C00-ACF7-F84D80515029}"/>
                  </a:ext>
                </a:extLst>
              </p:cNvPr>
              <p:cNvPicPr/>
              <p:nvPr/>
            </p:nvPicPr>
            <p:blipFill>
              <a:blip r:embed="rId47"/>
              <a:stretch>
                <a:fillRect/>
              </a:stretch>
            </p:blipFill>
            <p:spPr>
              <a:xfrm>
                <a:off x="1389900" y="5219629"/>
                <a:ext cx="11808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054" name="Ink 1053">
                <a:extLst>
                  <a:ext uri="{FF2B5EF4-FFF2-40B4-BE49-F238E27FC236}">
                    <a16:creationId xmlns:a16="http://schemas.microsoft.com/office/drawing/2014/main" id="{33F1BEF7-672D-FC33-AEE0-25A014F30777}"/>
                  </a:ext>
                </a:extLst>
              </p14:cNvPr>
              <p14:cNvContentPartPr/>
              <p14:nvPr/>
            </p14:nvContentPartPr>
            <p14:xfrm>
              <a:off x="1520580" y="5225749"/>
              <a:ext cx="97920" cy="191160"/>
            </p14:xfrm>
          </p:contentPart>
        </mc:Choice>
        <mc:Fallback>
          <p:pic>
            <p:nvPicPr>
              <p:cNvPr id="1054" name="Ink 1053">
                <a:extLst>
                  <a:ext uri="{FF2B5EF4-FFF2-40B4-BE49-F238E27FC236}">
                    <a16:creationId xmlns:a16="http://schemas.microsoft.com/office/drawing/2014/main" id="{33F1BEF7-672D-FC33-AEE0-25A014F30777}"/>
                  </a:ext>
                </a:extLst>
              </p:cNvPr>
              <p:cNvPicPr/>
              <p:nvPr/>
            </p:nvPicPr>
            <p:blipFill>
              <a:blip r:embed="rId49"/>
              <a:stretch>
                <a:fillRect/>
              </a:stretch>
            </p:blipFill>
            <p:spPr>
              <a:xfrm>
                <a:off x="1510140" y="5215309"/>
                <a:ext cx="119160" cy="2124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1055" name="Ink 1054">
                <a:extLst>
                  <a:ext uri="{FF2B5EF4-FFF2-40B4-BE49-F238E27FC236}">
                    <a16:creationId xmlns:a16="http://schemas.microsoft.com/office/drawing/2014/main" id="{9A0DDBF6-3D4C-F772-8D1D-F9B0D7E26DF8}"/>
                  </a:ext>
                </a:extLst>
              </p14:cNvPr>
              <p14:cNvContentPartPr/>
              <p14:nvPr/>
            </p14:nvContentPartPr>
            <p14:xfrm>
              <a:off x="1664940" y="5260669"/>
              <a:ext cx="78480" cy="151920"/>
            </p14:xfrm>
          </p:contentPart>
        </mc:Choice>
        <mc:Fallback>
          <p:pic>
            <p:nvPicPr>
              <p:cNvPr id="1055" name="Ink 1054">
                <a:extLst>
                  <a:ext uri="{FF2B5EF4-FFF2-40B4-BE49-F238E27FC236}">
                    <a16:creationId xmlns:a16="http://schemas.microsoft.com/office/drawing/2014/main" id="{9A0DDBF6-3D4C-F772-8D1D-F9B0D7E26DF8}"/>
                  </a:ext>
                </a:extLst>
              </p:cNvPr>
              <p:cNvPicPr/>
              <p:nvPr/>
            </p:nvPicPr>
            <p:blipFill>
              <a:blip r:embed="rId51"/>
              <a:stretch>
                <a:fillRect/>
              </a:stretch>
            </p:blipFill>
            <p:spPr>
              <a:xfrm>
                <a:off x="1654500" y="5249869"/>
                <a:ext cx="9972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1057" name="Ink 1056">
                <a:extLst>
                  <a:ext uri="{FF2B5EF4-FFF2-40B4-BE49-F238E27FC236}">
                    <a16:creationId xmlns:a16="http://schemas.microsoft.com/office/drawing/2014/main" id="{5E240989-34C5-4DE9-2FD3-628D476FBFC3}"/>
                  </a:ext>
                </a:extLst>
              </p14:cNvPr>
              <p14:cNvContentPartPr/>
              <p14:nvPr/>
            </p14:nvContentPartPr>
            <p14:xfrm>
              <a:off x="1766460" y="5241589"/>
              <a:ext cx="120960" cy="237240"/>
            </p14:xfrm>
          </p:contentPart>
        </mc:Choice>
        <mc:Fallback>
          <p:pic>
            <p:nvPicPr>
              <p:cNvPr id="1057" name="Ink 1056">
                <a:extLst>
                  <a:ext uri="{FF2B5EF4-FFF2-40B4-BE49-F238E27FC236}">
                    <a16:creationId xmlns:a16="http://schemas.microsoft.com/office/drawing/2014/main" id="{5E240989-34C5-4DE9-2FD3-628D476FBFC3}"/>
                  </a:ext>
                </a:extLst>
              </p:cNvPr>
              <p:cNvPicPr/>
              <p:nvPr/>
            </p:nvPicPr>
            <p:blipFill>
              <a:blip r:embed="rId53"/>
              <a:stretch>
                <a:fillRect/>
              </a:stretch>
            </p:blipFill>
            <p:spPr>
              <a:xfrm>
                <a:off x="1755660" y="5230789"/>
                <a:ext cx="14220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1058" name="Ink 1057">
                <a:extLst>
                  <a:ext uri="{FF2B5EF4-FFF2-40B4-BE49-F238E27FC236}">
                    <a16:creationId xmlns:a16="http://schemas.microsoft.com/office/drawing/2014/main" id="{06032EAE-A7E2-A54A-6E63-CE8E8CEAD66C}"/>
                  </a:ext>
                </a:extLst>
              </p14:cNvPr>
              <p14:cNvContentPartPr/>
              <p14:nvPr/>
            </p14:nvContentPartPr>
            <p14:xfrm>
              <a:off x="2067060" y="5278309"/>
              <a:ext cx="155880" cy="107280"/>
            </p14:xfrm>
          </p:contentPart>
        </mc:Choice>
        <mc:Fallback>
          <p:pic>
            <p:nvPicPr>
              <p:cNvPr id="1058" name="Ink 1057">
                <a:extLst>
                  <a:ext uri="{FF2B5EF4-FFF2-40B4-BE49-F238E27FC236}">
                    <a16:creationId xmlns:a16="http://schemas.microsoft.com/office/drawing/2014/main" id="{06032EAE-A7E2-A54A-6E63-CE8E8CEAD66C}"/>
                  </a:ext>
                </a:extLst>
              </p:cNvPr>
              <p:cNvPicPr/>
              <p:nvPr/>
            </p:nvPicPr>
            <p:blipFill>
              <a:blip r:embed="rId55"/>
              <a:stretch>
                <a:fillRect/>
              </a:stretch>
            </p:blipFill>
            <p:spPr>
              <a:xfrm>
                <a:off x="2056620" y="5267869"/>
                <a:ext cx="17712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1059" name="Ink 1058">
                <a:extLst>
                  <a:ext uri="{FF2B5EF4-FFF2-40B4-BE49-F238E27FC236}">
                    <a16:creationId xmlns:a16="http://schemas.microsoft.com/office/drawing/2014/main" id="{1124A3D4-A56B-08CD-6812-5F84348EB7A6}"/>
                  </a:ext>
                </a:extLst>
              </p14:cNvPr>
              <p14:cNvContentPartPr/>
              <p14:nvPr/>
            </p14:nvContentPartPr>
            <p14:xfrm>
              <a:off x="2245980" y="5223589"/>
              <a:ext cx="51120" cy="212760"/>
            </p14:xfrm>
          </p:contentPart>
        </mc:Choice>
        <mc:Fallback>
          <p:pic>
            <p:nvPicPr>
              <p:cNvPr id="1059" name="Ink 1058">
                <a:extLst>
                  <a:ext uri="{FF2B5EF4-FFF2-40B4-BE49-F238E27FC236}">
                    <a16:creationId xmlns:a16="http://schemas.microsoft.com/office/drawing/2014/main" id="{1124A3D4-A56B-08CD-6812-5F84348EB7A6}"/>
                  </a:ext>
                </a:extLst>
              </p:cNvPr>
              <p:cNvPicPr/>
              <p:nvPr/>
            </p:nvPicPr>
            <p:blipFill>
              <a:blip r:embed="rId57"/>
              <a:stretch>
                <a:fillRect/>
              </a:stretch>
            </p:blipFill>
            <p:spPr>
              <a:xfrm>
                <a:off x="2235540" y="5213149"/>
                <a:ext cx="7236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1061" name="Ink 1060">
                <a:extLst>
                  <a:ext uri="{FF2B5EF4-FFF2-40B4-BE49-F238E27FC236}">
                    <a16:creationId xmlns:a16="http://schemas.microsoft.com/office/drawing/2014/main" id="{A3AC2487-D69E-0441-B908-92CF60B0DEAD}"/>
                  </a:ext>
                </a:extLst>
              </p14:cNvPr>
              <p14:cNvContentPartPr/>
              <p14:nvPr/>
            </p14:nvContentPartPr>
            <p14:xfrm>
              <a:off x="2245980" y="5288029"/>
              <a:ext cx="62640" cy="47160"/>
            </p14:xfrm>
          </p:contentPart>
        </mc:Choice>
        <mc:Fallback>
          <p:pic>
            <p:nvPicPr>
              <p:cNvPr id="1061" name="Ink 1060">
                <a:extLst>
                  <a:ext uri="{FF2B5EF4-FFF2-40B4-BE49-F238E27FC236}">
                    <a16:creationId xmlns:a16="http://schemas.microsoft.com/office/drawing/2014/main" id="{A3AC2487-D69E-0441-B908-92CF60B0DEAD}"/>
                  </a:ext>
                </a:extLst>
              </p:cNvPr>
              <p:cNvPicPr/>
              <p:nvPr/>
            </p:nvPicPr>
            <p:blipFill>
              <a:blip r:embed="rId59"/>
              <a:stretch>
                <a:fillRect/>
              </a:stretch>
            </p:blipFill>
            <p:spPr>
              <a:xfrm>
                <a:off x="2235540" y="5277229"/>
                <a:ext cx="83880" cy="684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1062" name="Ink 1061">
                <a:extLst>
                  <a:ext uri="{FF2B5EF4-FFF2-40B4-BE49-F238E27FC236}">
                    <a16:creationId xmlns:a16="http://schemas.microsoft.com/office/drawing/2014/main" id="{4BA71A5F-2E93-8834-BA54-6BEF41D0062F}"/>
                  </a:ext>
                </a:extLst>
              </p14:cNvPr>
              <p14:cNvContentPartPr/>
              <p14:nvPr/>
            </p14:nvContentPartPr>
            <p14:xfrm>
              <a:off x="2386380" y="5213869"/>
              <a:ext cx="19800" cy="210960"/>
            </p14:xfrm>
          </p:contentPart>
        </mc:Choice>
        <mc:Fallback>
          <p:pic>
            <p:nvPicPr>
              <p:cNvPr id="1062" name="Ink 1061">
                <a:extLst>
                  <a:ext uri="{FF2B5EF4-FFF2-40B4-BE49-F238E27FC236}">
                    <a16:creationId xmlns:a16="http://schemas.microsoft.com/office/drawing/2014/main" id="{4BA71A5F-2E93-8834-BA54-6BEF41D0062F}"/>
                  </a:ext>
                </a:extLst>
              </p:cNvPr>
              <p:cNvPicPr/>
              <p:nvPr/>
            </p:nvPicPr>
            <p:blipFill>
              <a:blip r:embed="rId61"/>
              <a:stretch>
                <a:fillRect/>
              </a:stretch>
            </p:blipFill>
            <p:spPr>
              <a:xfrm>
                <a:off x="2375940" y="5203069"/>
                <a:ext cx="4104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1063" name="Ink 1062">
                <a:extLst>
                  <a:ext uri="{FF2B5EF4-FFF2-40B4-BE49-F238E27FC236}">
                    <a16:creationId xmlns:a16="http://schemas.microsoft.com/office/drawing/2014/main" id="{69AE573A-06D3-4A4E-2A5C-20A03718D5EE}"/>
                  </a:ext>
                </a:extLst>
              </p14:cNvPr>
              <p14:cNvContentPartPr/>
              <p14:nvPr/>
            </p14:nvContentPartPr>
            <p14:xfrm>
              <a:off x="2359740" y="5284069"/>
              <a:ext cx="81720" cy="43200"/>
            </p14:xfrm>
          </p:contentPart>
        </mc:Choice>
        <mc:Fallback>
          <p:pic>
            <p:nvPicPr>
              <p:cNvPr id="1063" name="Ink 1062">
                <a:extLst>
                  <a:ext uri="{FF2B5EF4-FFF2-40B4-BE49-F238E27FC236}">
                    <a16:creationId xmlns:a16="http://schemas.microsoft.com/office/drawing/2014/main" id="{69AE573A-06D3-4A4E-2A5C-20A03718D5EE}"/>
                  </a:ext>
                </a:extLst>
              </p:cNvPr>
              <p:cNvPicPr/>
              <p:nvPr/>
            </p:nvPicPr>
            <p:blipFill>
              <a:blip r:embed="rId63"/>
              <a:stretch>
                <a:fillRect/>
              </a:stretch>
            </p:blipFill>
            <p:spPr>
              <a:xfrm>
                <a:off x="2348940" y="5273269"/>
                <a:ext cx="10296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1064" name="Ink 1063">
                <a:extLst>
                  <a:ext uri="{FF2B5EF4-FFF2-40B4-BE49-F238E27FC236}">
                    <a16:creationId xmlns:a16="http://schemas.microsoft.com/office/drawing/2014/main" id="{3FC74536-1E8C-65D0-54A6-5C44A621FA24}"/>
                  </a:ext>
                </a:extLst>
              </p14:cNvPr>
              <p14:cNvContentPartPr/>
              <p14:nvPr/>
            </p14:nvContentPartPr>
            <p14:xfrm>
              <a:off x="2468460" y="5258869"/>
              <a:ext cx="132840" cy="83880"/>
            </p14:xfrm>
          </p:contentPart>
        </mc:Choice>
        <mc:Fallback>
          <p:pic>
            <p:nvPicPr>
              <p:cNvPr id="1064" name="Ink 1063">
                <a:extLst>
                  <a:ext uri="{FF2B5EF4-FFF2-40B4-BE49-F238E27FC236}">
                    <a16:creationId xmlns:a16="http://schemas.microsoft.com/office/drawing/2014/main" id="{3FC74536-1E8C-65D0-54A6-5C44A621FA24}"/>
                  </a:ext>
                </a:extLst>
              </p:cNvPr>
              <p:cNvPicPr/>
              <p:nvPr/>
            </p:nvPicPr>
            <p:blipFill>
              <a:blip r:embed="rId65"/>
              <a:stretch>
                <a:fillRect/>
              </a:stretch>
            </p:blipFill>
            <p:spPr>
              <a:xfrm>
                <a:off x="2457660" y="5248069"/>
                <a:ext cx="154080" cy="10512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1065" name="Ink 1064">
                <a:extLst>
                  <a:ext uri="{FF2B5EF4-FFF2-40B4-BE49-F238E27FC236}">
                    <a16:creationId xmlns:a16="http://schemas.microsoft.com/office/drawing/2014/main" id="{1F3FB2B0-CAD6-DC2F-A649-7A9D45D17ADE}"/>
                  </a:ext>
                </a:extLst>
              </p14:cNvPr>
              <p14:cNvContentPartPr/>
              <p14:nvPr/>
            </p14:nvContentPartPr>
            <p14:xfrm>
              <a:off x="2566740" y="5210629"/>
              <a:ext cx="104760" cy="172800"/>
            </p14:xfrm>
          </p:contentPart>
        </mc:Choice>
        <mc:Fallback>
          <p:pic>
            <p:nvPicPr>
              <p:cNvPr id="1065" name="Ink 1064">
                <a:extLst>
                  <a:ext uri="{FF2B5EF4-FFF2-40B4-BE49-F238E27FC236}">
                    <a16:creationId xmlns:a16="http://schemas.microsoft.com/office/drawing/2014/main" id="{1F3FB2B0-CAD6-DC2F-A649-7A9D45D17ADE}"/>
                  </a:ext>
                </a:extLst>
              </p:cNvPr>
              <p:cNvPicPr/>
              <p:nvPr/>
            </p:nvPicPr>
            <p:blipFill>
              <a:blip r:embed="rId67"/>
              <a:stretch>
                <a:fillRect/>
              </a:stretch>
            </p:blipFill>
            <p:spPr>
              <a:xfrm>
                <a:off x="2555940" y="5200189"/>
                <a:ext cx="12600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1066" name="Ink 1065">
                <a:extLst>
                  <a:ext uri="{FF2B5EF4-FFF2-40B4-BE49-F238E27FC236}">
                    <a16:creationId xmlns:a16="http://schemas.microsoft.com/office/drawing/2014/main" id="{A0A08527-6BA0-A2E3-9644-B41C863D9CEF}"/>
                  </a:ext>
                </a:extLst>
              </p14:cNvPr>
              <p14:cNvContentPartPr/>
              <p14:nvPr/>
            </p14:nvContentPartPr>
            <p14:xfrm>
              <a:off x="2686620" y="5229709"/>
              <a:ext cx="23760" cy="140400"/>
            </p14:xfrm>
          </p:contentPart>
        </mc:Choice>
        <mc:Fallback>
          <p:pic>
            <p:nvPicPr>
              <p:cNvPr id="1066" name="Ink 1065">
                <a:extLst>
                  <a:ext uri="{FF2B5EF4-FFF2-40B4-BE49-F238E27FC236}">
                    <a16:creationId xmlns:a16="http://schemas.microsoft.com/office/drawing/2014/main" id="{A0A08527-6BA0-A2E3-9644-B41C863D9CEF}"/>
                  </a:ext>
                </a:extLst>
              </p:cNvPr>
              <p:cNvPicPr/>
              <p:nvPr/>
            </p:nvPicPr>
            <p:blipFill>
              <a:blip r:embed="rId69"/>
              <a:stretch>
                <a:fillRect/>
              </a:stretch>
            </p:blipFill>
            <p:spPr>
              <a:xfrm>
                <a:off x="2676180" y="5219269"/>
                <a:ext cx="4500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1067" name="Ink 1066">
                <a:extLst>
                  <a:ext uri="{FF2B5EF4-FFF2-40B4-BE49-F238E27FC236}">
                    <a16:creationId xmlns:a16="http://schemas.microsoft.com/office/drawing/2014/main" id="{21D8D78E-15F2-9DD4-79FC-51A29E322BCC}"/>
                  </a:ext>
                </a:extLst>
              </p14:cNvPr>
              <p14:cNvContentPartPr/>
              <p14:nvPr/>
            </p14:nvContentPartPr>
            <p14:xfrm>
              <a:off x="2710740" y="5217829"/>
              <a:ext cx="97560" cy="90000"/>
            </p14:xfrm>
          </p:contentPart>
        </mc:Choice>
        <mc:Fallback>
          <p:pic>
            <p:nvPicPr>
              <p:cNvPr id="1067" name="Ink 1066">
                <a:extLst>
                  <a:ext uri="{FF2B5EF4-FFF2-40B4-BE49-F238E27FC236}">
                    <a16:creationId xmlns:a16="http://schemas.microsoft.com/office/drawing/2014/main" id="{21D8D78E-15F2-9DD4-79FC-51A29E322BCC}"/>
                  </a:ext>
                </a:extLst>
              </p:cNvPr>
              <p:cNvPicPr/>
              <p:nvPr/>
            </p:nvPicPr>
            <p:blipFill>
              <a:blip r:embed="rId71"/>
              <a:stretch>
                <a:fillRect/>
              </a:stretch>
            </p:blipFill>
            <p:spPr>
              <a:xfrm>
                <a:off x="2699940" y="5207029"/>
                <a:ext cx="11880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1068" name="Ink 1067">
                <a:extLst>
                  <a:ext uri="{FF2B5EF4-FFF2-40B4-BE49-F238E27FC236}">
                    <a16:creationId xmlns:a16="http://schemas.microsoft.com/office/drawing/2014/main" id="{99CB7FE8-9B34-B2EA-0DC8-0499C35A2438}"/>
                  </a:ext>
                </a:extLst>
              </p14:cNvPr>
              <p14:cNvContentPartPr/>
              <p14:nvPr/>
            </p14:nvContentPartPr>
            <p14:xfrm>
              <a:off x="2838900" y="5284069"/>
              <a:ext cx="8280" cy="19800"/>
            </p14:xfrm>
          </p:contentPart>
        </mc:Choice>
        <mc:Fallback>
          <p:pic>
            <p:nvPicPr>
              <p:cNvPr id="1068" name="Ink 1067">
                <a:extLst>
                  <a:ext uri="{FF2B5EF4-FFF2-40B4-BE49-F238E27FC236}">
                    <a16:creationId xmlns:a16="http://schemas.microsoft.com/office/drawing/2014/main" id="{99CB7FE8-9B34-B2EA-0DC8-0499C35A2438}"/>
                  </a:ext>
                </a:extLst>
              </p:cNvPr>
              <p:cNvPicPr/>
              <p:nvPr/>
            </p:nvPicPr>
            <p:blipFill>
              <a:blip r:embed="rId73"/>
              <a:stretch>
                <a:fillRect/>
              </a:stretch>
            </p:blipFill>
            <p:spPr>
              <a:xfrm>
                <a:off x="2828100" y="5273269"/>
                <a:ext cx="2952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1069" name="Ink 1068">
                <a:extLst>
                  <a:ext uri="{FF2B5EF4-FFF2-40B4-BE49-F238E27FC236}">
                    <a16:creationId xmlns:a16="http://schemas.microsoft.com/office/drawing/2014/main" id="{BB6EAF06-196B-283B-BC02-EEE27A837261}"/>
                  </a:ext>
                </a:extLst>
              </p14:cNvPr>
              <p14:cNvContentPartPr/>
              <p14:nvPr/>
            </p14:nvContentPartPr>
            <p14:xfrm>
              <a:off x="1302420" y="5565229"/>
              <a:ext cx="82080" cy="249120"/>
            </p14:xfrm>
          </p:contentPart>
        </mc:Choice>
        <mc:Fallback>
          <p:pic>
            <p:nvPicPr>
              <p:cNvPr id="1069" name="Ink 1068">
                <a:extLst>
                  <a:ext uri="{FF2B5EF4-FFF2-40B4-BE49-F238E27FC236}">
                    <a16:creationId xmlns:a16="http://schemas.microsoft.com/office/drawing/2014/main" id="{BB6EAF06-196B-283B-BC02-EEE27A837261}"/>
                  </a:ext>
                </a:extLst>
              </p:cNvPr>
              <p:cNvPicPr/>
              <p:nvPr/>
            </p:nvPicPr>
            <p:blipFill>
              <a:blip r:embed="rId75"/>
              <a:stretch>
                <a:fillRect/>
              </a:stretch>
            </p:blipFill>
            <p:spPr>
              <a:xfrm>
                <a:off x="1291620" y="5554429"/>
                <a:ext cx="103320" cy="2703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1070" name="Ink 1069">
                <a:extLst>
                  <a:ext uri="{FF2B5EF4-FFF2-40B4-BE49-F238E27FC236}">
                    <a16:creationId xmlns:a16="http://schemas.microsoft.com/office/drawing/2014/main" id="{7C1F364F-4E77-D7E8-702E-721256889EBB}"/>
                  </a:ext>
                </a:extLst>
              </p14:cNvPr>
              <p14:cNvContentPartPr/>
              <p14:nvPr/>
            </p14:nvContentPartPr>
            <p14:xfrm>
              <a:off x="1392420" y="5624269"/>
              <a:ext cx="85680" cy="147600"/>
            </p14:xfrm>
          </p:contentPart>
        </mc:Choice>
        <mc:Fallback>
          <p:pic>
            <p:nvPicPr>
              <p:cNvPr id="1070" name="Ink 1069">
                <a:extLst>
                  <a:ext uri="{FF2B5EF4-FFF2-40B4-BE49-F238E27FC236}">
                    <a16:creationId xmlns:a16="http://schemas.microsoft.com/office/drawing/2014/main" id="{7C1F364F-4E77-D7E8-702E-721256889EBB}"/>
                  </a:ext>
                </a:extLst>
              </p:cNvPr>
              <p:cNvPicPr/>
              <p:nvPr/>
            </p:nvPicPr>
            <p:blipFill>
              <a:blip r:embed="rId77"/>
              <a:stretch>
                <a:fillRect/>
              </a:stretch>
            </p:blipFill>
            <p:spPr>
              <a:xfrm>
                <a:off x="1381980" y="5613469"/>
                <a:ext cx="10692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1071" name="Ink 1070">
                <a:extLst>
                  <a:ext uri="{FF2B5EF4-FFF2-40B4-BE49-F238E27FC236}">
                    <a16:creationId xmlns:a16="http://schemas.microsoft.com/office/drawing/2014/main" id="{72406F2D-3098-F3EF-E388-D8644F7D08E3}"/>
                  </a:ext>
                </a:extLst>
              </p14:cNvPr>
              <p14:cNvContentPartPr/>
              <p14:nvPr/>
            </p14:nvContentPartPr>
            <p14:xfrm>
              <a:off x="1509060" y="5572429"/>
              <a:ext cx="90000" cy="211320"/>
            </p14:xfrm>
          </p:contentPart>
        </mc:Choice>
        <mc:Fallback>
          <p:pic>
            <p:nvPicPr>
              <p:cNvPr id="1071" name="Ink 1070">
                <a:extLst>
                  <a:ext uri="{FF2B5EF4-FFF2-40B4-BE49-F238E27FC236}">
                    <a16:creationId xmlns:a16="http://schemas.microsoft.com/office/drawing/2014/main" id="{72406F2D-3098-F3EF-E388-D8644F7D08E3}"/>
                  </a:ext>
                </a:extLst>
              </p:cNvPr>
              <p:cNvPicPr/>
              <p:nvPr/>
            </p:nvPicPr>
            <p:blipFill>
              <a:blip r:embed="rId79"/>
              <a:stretch>
                <a:fillRect/>
              </a:stretch>
            </p:blipFill>
            <p:spPr>
              <a:xfrm>
                <a:off x="1498260" y="5561989"/>
                <a:ext cx="111240" cy="23256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1072" name="Ink 1071">
                <a:extLst>
                  <a:ext uri="{FF2B5EF4-FFF2-40B4-BE49-F238E27FC236}">
                    <a16:creationId xmlns:a16="http://schemas.microsoft.com/office/drawing/2014/main" id="{7F6A0CBD-0275-6CBA-EBDB-616AD6BEED6E}"/>
                  </a:ext>
                </a:extLst>
              </p14:cNvPr>
              <p14:cNvContentPartPr/>
              <p14:nvPr/>
            </p14:nvContentPartPr>
            <p14:xfrm>
              <a:off x="1622100" y="5576389"/>
              <a:ext cx="70560" cy="161640"/>
            </p14:xfrm>
          </p:contentPart>
        </mc:Choice>
        <mc:Fallback>
          <p:pic>
            <p:nvPicPr>
              <p:cNvPr id="1072" name="Ink 1071">
                <a:extLst>
                  <a:ext uri="{FF2B5EF4-FFF2-40B4-BE49-F238E27FC236}">
                    <a16:creationId xmlns:a16="http://schemas.microsoft.com/office/drawing/2014/main" id="{7F6A0CBD-0275-6CBA-EBDB-616AD6BEED6E}"/>
                  </a:ext>
                </a:extLst>
              </p:cNvPr>
              <p:cNvPicPr/>
              <p:nvPr/>
            </p:nvPicPr>
            <p:blipFill>
              <a:blip r:embed="rId81"/>
              <a:stretch>
                <a:fillRect/>
              </a:stretch>
            </p:blipFill>
            <p:spPr>
              <a:xfrm>
                <a:off x="1611660" y="5565949"/>
                <a:ext cx="9180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1073" name="Ink 1072">
                <a:extLst>
                  <a:ext uri="{FF2B5EF4-FFF2-40B4-BE49-F238E27FC236}">
                    <a16:creationId xmlns:a16="http://schemas.microsoft.com/office/drawing/2014/main" id="{D6A3CE1E-B714-0604-F1C2-6FBAFFB4E727}"/>
                  </a:ext>
                </a:extLst>
              </p14:cNvPr>
              <p14:cNvContentPartPr/>
              <p14:nvPr/>
            </p14:nvContentPartPr>
            <p14:xfrm>
              <a:off x="1700580" y="5580709"/>
              <a:ext cx="62280" cy="144360"/>
            </p14:xfrm>
          </p:contentPart>
        </mc:Choice>
        <mc:Fallback>
          <p:pic>
            <p:nvPicPr>
              <p:cNvPr id="1073" name="Ink 1072">
                <a:extLst>
                  <a:ext uri="{FF2B5EF4-FFF2-40B4-BE49-F238E27FC236}">
                    <a16:creationId xmlns:a16="http://schemas.microsoft.com/office/drawing/2014/main" id="{D6A3CE1E-B714-0604-F1C2-6FBAFFB4E727}"/>
                  </a:ext>
                </a:extLst>
              </p:cNvPr>
              <p:cNvPicPr/>
              <p:nvPr/>
            </p:nvPicPr>
            <p:blipFill>
              <a:blip r:embed="rId83"/>
              <a:stretch>
                <a:fillRect/>
              </a:stretch>
            </p:blipFill>
            <p:spPr>
              <a:xfrm>
                <a:off x="1689780" y="5570269"/>
                <a:ext cx="83520" cy="1656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1074" name="Ink 1073">
                <a:extLst>
                  <a:ext uri="{FF2B5EF4-FFF2-40B4-BE49-F238E27FC236}">
                    <a16:creationId xmlns:a16="http://schemas.microsoft.com/office/drawing/2014/main" id="{FDFFFC49-2D3C-FF49-9EE4-E284004FF035}"/>
                  </a:ext>
                </a:extLst>
              </p14:cNvPr>
              <p14:cNvContentPartPr/>
              <p14:nvPr/>
            </p14:nvContentPartPr>
            <p14:xfrm>
              <a:off x="1789860" y="5592229"/>
              <a:ext cx="101880" cy="171360"/>
            </p14:xfrm>
          </p:contentPart>
        </mc:Choice>
        <mc:Fallback>
          <p:pic>
            <p:nvPicPr>
              <p:cNvPr id="1074" name="Ink 1073">
                <a:extLst>
                  <a:ext uri="{FF2B5EF4-FFF2-40B4-BE49-F238E27FC236}">
                    <a16:creationId xmlns:a16="http://schemas.microsoft.com/office/drawing/2014/main" id="{FDFFFC49-2D3C-FF49-9EE4-E284004FF035}"/>
                  </a:ext>
                </a:extLst>
              </p:cNvPr>
              <p:cNvPicPr/>
              <p:nvPr/>
            </p:nvPicPr>
            <p:blipFill>
              <a:blip r:embed="rId85"/>
              <a:stretch>
                <a:fillRect/>
              </a:stretch>
            </p:blipFill>
            <p:spPr>
              <a:xfrm>
                <a:off x="1779060" y="5581429"/>
                <a:ext cx="123120" cy="19260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1075" name="Ink 1074">
                <a:extLst>
                  <a:ext uri="{FF2B5EF4-FFF2-40B4-BE49-F238E27FC236}">
                    <a16:creationId xmlns:a16="http://schemas.microsoft.com/office/drawing/2014/main" id="{ACCB8BEA-059D-A3E0-AC4B-44339C1DC208}"/>
                  </a:ext>
                </a:extLst>
              </p14:cNvPr>
              <p14:cNvContentPartPr/>
              <p14:nvPr/>
            </p14:nvContentPartPr>
            <p14:xfrm>
              <a:off x="2070660" y="5540029"/>
              <a:ext cx="140760" cy="213840"/>
            </p14:xfrm>
          </p:contentPart>
        </mc:Choice>
        <mc:Fallback>
          <p:pic>
            <p:nvPicPr>
              <p:cNvPr id="1075" name="Ink 1074">
                <a:extLst>
                  <a:ext uri="{FF2B5EF4-FFF2-40B4-BE49-F238E27FC236}">
                    <a16:creationId xmlns:a16="http://schemas.microsoft.com/office/drawing/2014/main" id="{ACCB8BEA-059D-A3E0-AC4B-44339C1DC208}"/>
                  </a:ext>
                </a:extLst>
              </p:cNvPr>
              <p:cNvPicPr/>
              <p:nvPr/>
            </p:nvPicPr>
            <p:blipFill>
              <a:blip r:embed="rId87"/>
              <a:stretch>
                <a:fillRect/>
              </a:stretch>
            </p:blipFill>
            <p:spPr>
              <a:xfrm>
                <a:off x="2059860" y="5529589"/>
                <a:ext cx="162000" cy="23508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1076" name="Ink 1075">
                <a:extLst>
                  <a:ext uri="{FF2B5EF4-FFF2-40B4-BE49-F238E27FC236}">
                    <a16:creationId xmlns:a16="http://schemas.microsoft.com/office/drawing/2014/main" id="{C0751780-EE35-A474-8E8E-3CEEA3C9169F}"/>
                  </a:ext>
                </a:extLst>
              </p14:cNvPr>
              <p14:cNvContentPartPr/>
              <p14:nvPr/>
            </p14:nvContentPartPr>
            <p14:xfrm>
              <a:off x="2171820" y="5575669"/>
              <a:ext cx="156240" cy="141480"/>
            </p14:xfrm>
          </p:contentPart>
        </mc:Choice>
        <mc:Fallback>
          <p:pic>
            <p:nvPicPr>
              <p:cNvPr id="1076" name="Ink 1075">
                <a:extLst>
                  <a:ext uri="{FF2B5EF4-FFF2-40B4-BE49-F238E27FC236}">
                    <a16:creationId xmlns:a16="http://schemas.microsoft.com/office/drawing/2014/main" id="{C0751780-EE35-A474-8E8E-3CEEA3C9169F}"/>
                  </a:ext>
                </a:extLst>
              </p:cNvPr>
              <p:cNvPicPr/>
              <p:nvPr/>
            </p:nvPicPr>
            <p:blipFill>
              <a:blip r:embed="rId89"/>
              <a:stretch>
                <a:fillRect/>
              </a:stretch>
            </p:blipFill>
            <p:spPr>
              <a:xfrm>
                <a:off x="2161380" y="5564869"/>
                <a:ext cx="177480" cy="16272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1077" name="Ink 1076">
                <a:extLst>
                  <a:ext uri="{FF2B5EF4-FFF2-40B4-BE49-F238E27FC236}">
                    <a16:creationId xmlns:a16="http://schemas.microsoft.com/office/drawing/2014/main" id="{F7319BD3-AE9D-8D28-F784-C315CCD30067}"/>
                  </a:ext>
                </a:extLst>
              </p14:cNvPr>
              <p14:cNvContentPartPr/>
              <p14:nvPr/>
            </p14:nvContentPartPr>
            <p14:xfrm>
              <a:off x="2300700" y="5556949"/>
              <a:ext cx="101880" cy="151920"/>
            </p14:xfrm>
          </p:contentPart>
        </mc:Choice>
        <mc:Fallback>
          <p:pic>
            <p:nvPicPr>
              <p:cNvPr id="1077" name="Ink 1076">
                <a:extLst>
                  <a:ext uri="{FF2B5EF4-FFF2-40B4-BE49-F238E27FC236}">
                    <a16:creationId xmlns:a16="http://schemas.microsoft.com/office/drawing/2014/main" id="{F7319BD3-AE9D-8D28-F784-C315CCD30067}"/>
                  </a:ext>
                </a:extLst>
              </p:cNvPr>
              <p:cNvPicPr/>
              <p:nvPr/>
            </p:nvPicPr>
            <p:blipFill>
              <a:blip r:embed="rId91"/>
              <a:stretch>
                <a:fillRect/>
              </a:stretch>
            </p:blipFill>
            <p:spPr>
              <a:xfrm>
                <a:off x="2289900" y="5546509"/>
                <a:ext cx="12312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1078" name="Ink 1077">
                <a:extLst>
                  <a:ext uri="{FF2B5EF4-FFF2-40B4-BE49-F238E27FC236}">
                    <a16:creationId xmlns:a16="http://schemas.microsoft.com/office/drawing/2014/main" id="{74F51EDE-1473-27B0-3C69-D35F5B6B0654}"/>
                  </a:ext>
                </a:extLst>
              </p14:cNvPr>
              <p14:cNvContentPartPr/>
              <p14:nvPr/>
            </p14:nvContentPartPr>
            <p14:xfrm>
              <a:off x="2421660" y="5554069"/>
              <a:ext cx="23760" cy="155520"/>
            </p14:xfrm>
          </p:contentPart>
        </mc:Choice>
        <mc:Fallback>
          <p:pic>
            <p:nvPicPr>
              <p:cNvPr id="1078" name="Ink 1077">
                <a:extLst>
                  <a:ext uri="{FF2B5EF4-FFF2-40B4-BE49-F238E27FC236}">
                    <a16:creationId xmlns:a16="http://schemas.microsoft.com/office/drawing/2014/main" id="{74F51EDE-1473-27B0-3C69-D35F5B6B0654}"/>
                  </a:ext>
                </a:extLst>
              </p:cNvPr>
              <p:cNvPicPr/>
              <p:nvPr/>
            </p:nvPicPr>
            <p:blipFill>
              <a:blip r:embed="rId93"/>
              <a:stretch>
                <a:fillRect/>
              </a:stretch>
            </p:blipFill>
            <p:spPr>
              <a:xfrm>
                <a:off x="2410860" y="5543269"/>
                <a:ext cx="4500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1079" name="Ink 1078">
                <a:extLst>
                  <a:ext uri="{FF2B5EF4-FFF2-40B4-BE49-F238E27FC236}">
                    <a16:creationId xmlns:a16="http://schemas.microsoft.com/office/drawing/2014/main" id="{AB7013F6-7E75-E345-CBA3-47CFF0462D68}"/>
                  </a:ext>
                </a:extLst>
              </p14:cNvPr>
              <p14:cNvContentPartPr/>
              <p14:nvPr/>
            </p14:nvContentPartPr>
            <p14:xfrm>
              <a:off x="2473140" y="5560909"/>
              <a:ext cx="73440" cy="101880"/>
            </p14:xfrm>
          </p:contentPart>
        </mc:Choice>
        <mc:Fallback>
          <p:pic>
            <p:nvPicPr>
              <p:cNvPr id="1079" name="Ink 1078">
                <a:extLst>
                  <a:ext uri="{FF2B5EF4-FFF2-40B4-BE49-F238E27FC236}">
                    <a16:creationId xmlns:a16="http://schemas.microsoft.com/office/drawing/2014/main" id="{AB7013F6-7E75-E345-CBA3-47CFF0462D68}"/>
                  </a:ext>
                </a:extLst>
              </p:cNvPr>
              <p:cNvPicPr/>
              <p:nvPr/>
            </p:nvPicPr>
            <p:blipFill>
              <a:blip r:embed="rId95"/>
              <a:stretch>
                <a:fillRect/>
              </a:stretch>
            </p:blipFill>
            <p:spPr>
              <a:xfrm>
                <a:off x="2462340" y="5550109"/>
                <a:ext cx="9468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1080" name="Ink 1079">
                <a:extLst>
                  <a:ext uri="{FF2B5EF4-FFF2-40B4-BE49-F238E27FC236}">
                    <a16:creationId xmlns:a16="http://schemas.microsoft.com/office/drawing/2014/main" id="{32F62DEB-31F2-05EE-E63F-98DA93EC2FE6}"/>
                  </a:ext>
                </a:extLst>
              </p14:cNvPr>
              <p14:cNvContentPartPr/>
              <p14:nvPr/>
            </p14:nvContentPartPr>
            <p14:xfrm>
              <a:off x="2534700" y="5580349"/>
              <a:ext cx="70560" cy="121320"/>
            </p14:xfrm>
          </p:contentPart>
        </mc:Choice>
        <mc:Fallback>
          <p:pic>
            <p:nvPicPr>
              <p:cNvPr id="1080" name="Ink 1079">
                <a:extLst>
                  <a:ext uri="{FF2B5EF4-FFF2-40B4-BE49-F238E27FC236}">
                    <a16:creationId xmlns:a16="http://schemas.microsoft.com/office/drawing/2014/main" id="{32F62DEB-31F2-05EE-E63F-98DA93EC2FE6}"/>
                  </a:ext>
                </a:extLst>
              </p:cNvPr>
              <p:cNvPicPr/>
              <p:nvPr/>
            </p:nvPicPr>
            <p:blipFill>
              <a:blip r:embed="rId97"/>
              <a:stretch>
                <a:fillRect/>
              </a:stretch>
            </p:blipFill>
            <p:spPr>
              <a:xfrm>
                <a:off x="2523900" y="5569909"/>
                <a:ext cx="91800" cy="1425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1081" name="Ink 1080">
                <a:extLst>
                  <a:ext uri="{FF2B5EF4-FFF2-40B4-BE49-F238E27FC236}">
                    <a16:creationId xmlns:a16="http://schemas.microsoft.com/office/drawing/2014/main" id="{A87F3149-071C-648E-DBC8-55CAADAB6058}"/>
                  </a:ext>
                </a:extLst>
              </p14:cNvPr>
              <p14:cNvContentPartPr/>
              <p14:nvPr/>
            </p14:nvContentPartPr>
            <p14:xfrm>
              <a:off x="2581860" y="5512309"/>
              <a:ext cx="81720" cy="200160"/>
            </p14:xfrm>
          </p:contentPart>
        </mc:Choice>
        <mc:Fallback>
          <p:pic>
            <p:nvPicPr>
              <p:cNvPr id="1081" name="Ink 1080">
                <a:extLst>
                  <a:ext uri="{FF2B5EF4-FFF2-40B4-BE49-F238E27FC236}">
                    <a16:creationId xmlns:a16="http://schemas.microsoft.com/office/drawing/2014/main" id="{A87F3149-071C-648E-DBC8-55CAADAB6058}"/>
                  </a:ext>
                </a:extLst>
              </p:cNvPr>
              <p:cNvPicPr/>
              <p:nvPr/>
            </p:nvPicPr>
            <p:blipFill>
              <a:blip r:embed="rId99"/>
              <a:stretch>
                <a:fillRect/>
              </a:stretch>
            </p:blipFill>
            <p:spPr>
              <a:xfrm>
                <a:off x="2571420" y="5501869"/>
                <a:ext cx="102960" cy="2214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1082" name="Ink 1081">
                <a:extLst>
                  <a:ext uri="{FF2B5EF4-FFF2-40B4-BE49-F238E27FC236}">
                    <a16:creationId xmlns:a16="http://schemas.microsoft.com/office/drawing/2014/main" id="{709826AB-0A76-BB01-C551-FA9897200F49}"/>
                  </a:ext>
                </a:extLst>
              </p14:cNvPr>
              <p14:cNvContentPartPr/>
              <p14:nvPr/>
            </p14:nvContentPartPr>
            <p14:xfrm>
              <a:off x="1205580" y="5957269"/>
              <a:ext cx="136080" cy="174960"/>
            </p14:xfrm>
          </p:contentPart>
        </mc:Choice>
        <mc:Fallback>
          <p:pic>
            <p:nvPicPr>
              <p:cNvPr id="1082" name="Ink 1081">
                <a:extLst>
                  <a:ext uri="{FF2B5EF4-FFF2-40B4-BE49-F238E27FC236}">
                    <a16:creationId xmlns:a16="http://schemas.microsoft.com/office/drawing/2014/main" id="{709826AB-0A76-BB01-C551-FA9897200F49}"/>
                  </a:ext>
                </a:extLst>
              </p:cNvPr>
              <p:cNvPicPr/>
              <p:nvPr/>
            </p:nvPicPr>
            <p:blipFill>
              <a:blip r:embed="rId101"/>
              <a:stretch>
                <a:fillRect/>
              </a:stretch>
            </p:blipFill>
            <p:spPr>
              <a:xfrm>
                <a:off x="1195140" y="5946829"/>
                <a:ext cx="157320" cy="19620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1083" name="Ink 1082">
                <a:extLst>
                  <a:ext uri="{FF2B5EF4-FFF2-40B4-BE49-F238E27FC236}">
                    <a16:creationId xmlns:a16="http://schemas.microsoft.com/office/drawing/2014/main" id="{C87FCE12-254D-C3B3-2CAA-807C9108E696}"/>
                  </a:ext>
                </a:extLst>
              </p14:cNvPr>
              <p14:cNvContentPartPr/>
              <p14:nvPr/>
            </p14:nvContentPartPr>
            <p14:xfrm>
              <a:off x="1349220" y="5905789"/>
              <a:ext cx="93960" cy="193680"/>
            </p14:xfrm>
          </p:contentPart>
        </mc:Choice>
        <mc:Fallback>
          <p:pic>
            <p:nvPicPr>
              <p:cNvPr id="1083" name="Ink 1082">
                <a:extLst>
                  <a:ext uri="{FF2B5EF4-FFF2-40B4-BE49-F238E27FC236}">
                    <a16:creationId xmlns:a16="http://schemas.microsoft.com/office/drawing/2014/main" id="{C87FCE12-254D-C3B3-2CAA-807C9108E696}"/>
                  </a:ext>
                </a:extLst>
              </p:cNvPr>
              <p:cNvPicPr/>
              <p:nvPr/>
            </p:nvPicPr>
            <p:blipFill>
              <a:blip r:embed="rId103"/>
              <a:stretch>
                <a:fillRect/>
              </a:stretch>
            </p:blipFill>
            <p:spPr>
              <a:xfrm>
                <a:off x="1338420" y="5894989"/>
                <a:ext cx="115200" cy="21492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1084" name="Ink 1083">
                <a:extLst>
                  <a:ext uri="{FF2B5EF4-FFF2-40B4-BE49-F238E27FC236}">
                    <a16:creationId xmlns:a16="http://schemas.microsoft.com/office/drawing/2014/main" id="{4F51A186-5E11-10F3-62F1-B733E8BC85B4}"/>
                  </a:ext>
                </a:extLst>
              </p14:cNvPr>
              <p14:cNvContentPartPr/>
              <p14:nvPr/>
            </p14:nvContentPartPr>
            <p14:xfrm>
              <a:off x="1470180" y="5900029"/>
              <a:ext cx="74520" cy="191520"/>
            </p14:xfrm>
          </p:contentPart>
        </mc:Choice>
        <mc:Fallback>
          <p:pic>
            <p:nvPicPr>
              <p:cNvPr id="1084" name="Ink 1083">
                <a:extLst>
                  <a:ext uri="{FF2B5EF4-FFF2-40B4-BE49-F238E27FC236}">
                    <a16:creationId xmlns:a16="http://schemas.microsoft.com/office/drawing/2014/main" id="{4F51A186-5E11-10F3-62F1-B733E8BC85B4}"/>
                  </a:ext>
                </a:extLst>
              </p:cNvPr>
              <p:cNvPicPr/>
              <p:nvPr/>
            </p:nvPicPr>
            <p:blipFill>
              <a:blip r:embed="rId105"/>
              <a:stretch>
                <a:fillRect/>
              </a:stretch>
            </p:blipFill>
            <p:spPr>
              <a:xfrm>
                <a:off x="1459380" y="5889589"/>
                <a:ext cx="95760" cy="21276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1085" name="Ink 1084">
                <a:extLst>
                  <a:ext uri="{FF2B5EF4-FFF2-40B4-BE49-F238E27FC236}">
                    <a16:creationId xmlns:a16="http://schemas.microsoft.com/office/drawing/2014/main" id="{A8E8F4F4-F17C-91D8-391D-DBA390CE2EFF}"/>
                  </a:ext>
                </a:extLst>
              </p14:cNvPr>
              <p14:cNvContentPartPr/>
              <p14:nvPr/>
            </p14:nvContentPartPr>
            <p14:xfrm>
              <a:off x="1715700" y="5948269"/>
              <a:ext cx="132840" cy="187200"/>
            </p14:xfrm>
          </p:contentPart>
        </mc:Choice>
        <mc:Fallback>
          <p:pic>
            <p:nvPicPr>
              <p:cNvPr id="1085" name="Ink 1084">
                <a:extLst>
                  <a:ext uri="{FF2B5EF4-FFF2-40B4-BE49-F238E27FC236}">
                    <a16:creationId xmlns:a16="http://schemas.microsoft.com/office/drawing/2014/main" id="{A8E8F4F4-F17C-91D8-391D-DBA390CE2EFF}"/>
                  </a:ext>
                </a:extLst>
              </p:cNvPr>
              <p:cNvPicPr/>
              <p:nvPr/>
            </p:nvPicPr>
            <p:blipFill>
              <a:blip r:embed="rId107"/>
              <a:stretch>
                <a:fillRect/>
              </a:stretch>
            </p:blipFill>
            <p:spPr>
              <a:xfrm>
                <a:off x="1705260" y="5937469"/>
                <a:ext cx="154080" cy="20844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1086" name="Ink 1085">
                <a:extLst>
                  <a:ext uri="{FF2B5EF4-FFF2-40B4-BE49-F238E27FC236}">
                    <a16:creationId xmlns:a16="http://schemas.microsoft.com/office/drawing/2014/main" id="{E13F5E27-61BC-5628-63D5-1CE69F9B7DDE}"/>
                  </a:ext>
                </a:extLst>
              </p14:cNvPr>
              <p14:cNvContentPartPr/>
              <p14:nvPr/>
            </p14:nvContentPartPr>
            <p14:xfrm>
              <a:off x="1836660" y="5982109"/>
              <a:ext cx="62640" cy="113040"/>
            </p14:xfrm>
          </p:contentPart>
        </mc:Choice>
        <mc:Fallback>
          <p:pic>
            <p:nvPicPr>
              <p:cNvPr id="1086" name="Ink 1085">
                <a:extLst>
                  <a:ext uri="{FF2B5EF4-FFF2-40B4-BE49-F238E27FC236}">
                    <a16:creationId xmlns:a16="http://schemas.microsoft.com/office/drawing/2014/main" id="{E13F5E27-61BC-5628-63D5-1CE69F9B7DDE}"/>
                  </a:ext>
                </a:extLst>
              </p:cNvPr>
              <p:cNvPicPr/>
              <p:nvPr/>
            </p:nvPicPr>
            <p:blipFill>
              <a:blip r:embed="rId109"/>
              <a:stretch>
                <a:fillRect/>
              </a:stretch>
            </p:blipFill>
            <p:spPr>
              <a:xfrm>
                <a:off x="1825860" y="5971309"/>
                <a:ext cx="8388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1087" name="Ink 1086">
                <a:extLst>
                  <a:ext uri="{FF2B5EF4-FFF2-40B4-BE49-F238E27FC236}">
                    <a16:creationId xmlns:a16="http://schemas.microsoft.com/office/drawing/2014/main" id="{B050200D-D1F2-1D9D-B1B7-2CE173E4F50E}"/>
                  </a:ext>
                </a:extLst>
              </p14:cNvPr>
              <p14:cNvContentPartPr/>
              <p14:nvPr/>
            </p14:nvContentPartPr>
            <p14:xfrm>
              <a:off x="1212780" y="5958709"/>
              <a:ext cx="74520" cy="55080"/>
            </p14:xfrm>
          </p:contentPart>
        </mc:Choice>
        <mc:Fallback>
          <p:pic>
            <p:nvPicPr>
              <p:cNvPr id="1087" name="Ink 1086">
                <a:extLst>
                  <a:ext uri="{FF2B5EF4-FFF2-40B4-BE49-F238E27FC236}">
                    <a16:creationId xmlns:a16="http://schemas.microsoft.com/office/drawing/2014/main" id="{B050200D-D1F2-1D9D-B1B7-2CE173E4F50E}"/>
                  </a:ext>
                </a:extLst>
              </p:cNvPr>
              <p:cNvPicPr/>
              <p:nvPr/>
            </p:nvPicPr>
            <p:blipFill>
              <a:blip r:embed="rId111"/>
              <a:stretch>
                <a:fillRect/>
              </a:stretch>
            </p:blipFill>
            <p:spPr>
              <a:xfrm>
                <a:off x="1201980" y="5947909"/>
                <a:ext cx="95760" cy="7632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72704" name="Ink 72703">
                <a:extLst>
                  <a:ext uri="{FF2B5EF4-FFF2-40B4-BE49-F238E27FC236}">
                    <a16:creationId xmlns:a16="http://schemas.microsoft.com/office/drawing/2014/main" id="{EB014879-A356-9316-51EF-D76CA302986D}"/>
                  </a:ext>
                </a:extLst>
              </p14:cNvPr>
              <p14:cNvContentPartPr/>
              <p14:nvPr/>
            </p14:nvContentPartPr>
            <p14:xfrm>
              <a:off x="2105580" y="5966269"/>
              <a:ext cx="97920" cy="155520"/>
            </p14:xfrm>
          </p:contentPart>
        </mc:Choice>
        <mc:Fallback>
          <p:pic>
            <p:nvPicPr>
              <p:cNvPr id="72704" name="Ink 72703">
                <a:extLst>
                  <a:ext uri="{FF2B5EF4-FFF2-40B4-BE49-F238E27FC236}">
                    <a16:creationId xmlns:a16="http://schemas.microsoft.com/office/drawing/2014/main" id="{EB014879-A356-9316-51EF-D76CA302986D}"/>
                  </a:ext>
                </a:extLst>
              </p:cNvPr>
              <p:cNvPicPr/>
              <p:nvPr/>
            </p:nvPicPr>
            <p:blipFill>
              <a:blip r:embed="rId113"/>
              <a:stretch>
                <a:fillRect/>
              </a:stretch>
            </p:blipFill>
            <p:spPr>
              <a:xfrm>
                <a:off x="2095140" y="5955829"/>
                <a:ext cx="119160" cy="17676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72705" name="Ink 72704">
                <a:extLst>
                  <a:ext uri="{FF2B5EF4-FFF2-40B4-BE49-F238E27FC236}">
                    <a16:creationId xmlns:a16="http://schemas.microsoft.com/office/drawing/2014/main" id="{B4BAECA7-6346-4FEE-1AAE-B431CF2C60E3}"/>
                  </a:ext>
                </a:extLst>
              </p14:cNvPr>
              <p14:cNvContentPartPr/>
              <p14:nvPr/>
            </p14:nvContentPartPr>
            <p14:xfrm>
              <a:off x="2222580" y="5947909"/>
              <a:ext cx="97920" cy="177480"/>
            </p14:xfrm>
          </p:contentPart>
        </mc:Choice>
        <mc:Fallback>
          <p:pic>
            <p:nvPicPr>
              <p:cNvPr id="72705" name="Ink 72704">
                <a:extLst>
                  <a:ext uri="{FF2B5EF4-FFF2-40B4-BE49-F238E27FC236}">
                    <a16:creationId xmlns:a16="http://schemas.microsoft.com/office/drawing/2014/main" id="{B4BAECA7-6346-4FEE-1AAE-B431CF2C60E3}"/>
                  </a:ext>
                </a:extLst>
              </p:cNvPr>
              <p:cNvPicPr/>
              <p:nvPr/>
            </p:nvPicPr>
            <p:blipFill>
              <a:blip r:embed="rId115"/>
              <a:stretch>
                <a:fillRect/>
              </a:stretch>
            </p:blipFill>
            <p:spPr>
              <a:xfrm>
                <a:off x="2212140" y="5937109"/>
                <a:ext cx="11916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2707" name="Ink 72706">
                <a:extLst>
                  <a:ext uri="{FF2B5EF4-FFF2-40B4-BE49-F238E27FC236}">
                    <a16:creationId xmlns:a16="http://schemas.microsoft.com/office/drawing/2014/main" id="{39381273-71DD-9613-7C31-B1ACD8CFC9B2}"/>
                  </a:ext>
                </a:extLst>
              </p14:cNvPr>
              <p14:cNvContentPartPr/>
              <p14:nvPr/>
            </p14:nvContentPartPr>
            <p14:xfrm>
              <a:off x="2335620" y="5947189"/>
              <a:ext cx="148680" cy="167040"/>
            </p14:xfrm>
          </p:contentPart>
        </mc:Choice>
        <mc:Fallback>
          <p:pic>
            <p:nvPicPr>
              <p:cNvPr id="72707" name="Ink 72706">
                <a:extLst>
                  <a:ext uri="{FF2B5EF4-FFF2-40B4-BE49-F238E27FC236}">
                    <a16:creationId xmlns:a16="http://schemas.microsoft.com/office/drawing/2014/main" id="{39381273-71DD-9613-7C31-B1ACD8CFC9B2}"/>
                  </a:ext>
                </a:extLst>
              </p:cNvPr>
              <p:cNvPicPr/>
              <p:nvPr/>
            </p:nvPicPr>
            <p:blipFill>
              <a:blip r:embed="rId117"/>
              <a:stretch>
                <a:fillRect/>
              </a:stretch>
            </p:blipFill>
            <p:spPr>
              <a:xfrm>
                <a:off x="2325180" y="5936749"/>
                <a:ext cx="169920" cy="18828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2708" name="Ink 72707">
                <a:extLst>
                  <a:ext uri="{FF2B5EF4-FFF2-40B4-BE49-F238E27FC236}">
                    <a16:creationId xmlns:a16="http://schemas.microsoft.com/office/drawing/2014/main" id="{77AF9A36-B3B4-CA63-B776-BE4DF9572ADC}"/>
                  </a:ext>
                </a:extLst>
              </p14:cNvPr>
              <p14:cNvContentPartPr/>
              <p14:nvPr/>
            </p14:nvContentPartPr>
            <p14:xfrm>
              <a:off x="1454340" y="6184789"/>
              <a:ext cx="152280" cy="202320"/>
            </p14:xfrm>
          </p:contentPart>
        </mc:Choice>
        <mc:Fallback>
          <p:pic>
            <p:nvPicPr>
              <p:cNvPr id="72708" name="Ink 72707">
                <a:extLst>
                  <a:ext uri="{FF2B5EF4-FFF2-40B4-BE49-F238E27FC236}">
                    <a16:creationId xmlns:a16="http://schemas.microsoft.com/office/drawing/2014/main" id="{77AF9A36-B3B4-CA63-B776-BE4DF9572ADC}"/>
                  </a:ext>
                </a:extLst>
              </p:cNvPr>
              <p:cNvPicPr/>
              <p:nvPr/>
            </p:nvPicPr>
            <p:blipFill>
              <a:blip r:embed="rId119"/>
              <a:stretch>
                <a:fillRect/>
              </a:stretch>
            </p:blipFill>
            <p:spPr>
              <a:xfrm>
                <a:off x="1443900" y="6174349"/>
                <a:ext cx="17352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2709" name="Ink 72708">
                <a:extLst>
                  <a:ext uri="{FF2B5EF4-FFF2-40B4-BE49-F238E27FC236}">
                    <a16:creationId xmlns:a16="http://schemas.microsoft.com/office/drawing/2014/main" id="{0FD76F17-41E1-D6E6-CDA7-773C28F0FD28}"/>
                  </a:ext>
                </a:extLst>
              </p14:cNvPr>
              <p14:cNvContentPartPr/>
              <p14:nvPr/>
            </p14:nvContentPartPr>
            <p14:xfrm>
              <a:off x="1547940" y="6236269"/>
              <a:ext cx="117360" cy="85320"/>
            </p14:xfrm>
          </p:contentPart>
        </mc:Choice>
        <mc:Fallback>
          <p:pic>
            <p:nvPicPr>
              <p:cNvPr id="72709" name="Ink 72708">
                <a:extLst>
                  <a:ext uri="{FF2B5EF4-FFF2-40B4-BE49-F238E27FC236}">
                    <a16:creationId xmlns:a16="http://schemas.microsoft.com/office/drawing/2014/main" id="{0FD76F17-41E1-D6E6-CDA7-773C28F0FD28}"/>
                  </a:ext>
                </a:extLst>
              </p:cNvPr>
              <p:cNvPicPr/>
              <p:nvPr/>
            </p:nvPicPr>
            <p:blipFill>
              <a:blip r:embed="rId121"/>
              <a:stretch>
                <a:fillRect/>
              </a:stretch>
            </p:blipFill>
            <p:spPr>
              <a:xfrm>
                <a:off x="1537500" y="6225829"/>
                <a:ext cx="13860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2710" name="Ink 72709">
                <a:extLst>
                  <a:ext uri="{FF2B5EF4-FFF2-40B4-BE49-F238E27FC236}">
                    <a16:creationId xmlns:a16="http://schemas.microsoft.com/office/drawing/2014/main" id="{080C4AEB-067B-1BC3-9122-8ED38F43958C}"/>
                  </a:ext>
                </a:extLst>
              </p14:cNvPr>
              <p14:cNvContentPartPr/>
              <p14:nvPr/>
            </p14:nvContentPartPr>
            <p14:xfrm>
              <a:off x="1700220" y="6231949"/>
              <a:ext cx="82080" cy="125640"/>
            </p14:xfrm>
          </p:contentPart>
        </mc:Choice>
        <mc:Fallback>
          <p:pic>
            <p:nvPicPr>
              <p:cNvPr id="72710" name="Ink 72709">
                <a:extLst>
                  <a:ext uri="{FF2B5EF4-FFF2-40B4-BE49-F238E27FC236}">
                    <a16:creationId xmlns:a16="http://schemas.microsoft.com/office/drawing/2014/main" id="{080C4AEB-067B-1BC3-9122-8ED38F43958C}"/>
                  </a:ext>
                </a:extLst>
              </p:cNvPr>
              <p:cNvPicPr/>
              <p:nvPr/>
            </p:nvPicPr>
            <p:blipFill>
              <a:blip r:embed="rId123"/>
              <a:stretch>
                <a:fillRect/>
              </a:stretch>
            </p:blipFill>
            <p:spPr>
              <a:xfrm>
                <a:off x="1689420" y="6221509"/>
                <a:ext cx="103320" cy="14688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2711" name="Ink 72710">
                <a:extLst>
                  <a:ext uri="{FF2B5EF4-FFF2-40B4-BE49-F238E27FC236}">
                    <a16:creationId xmlns:a16="http://schemas.microsoft.com/office/drawing/2014/main" id="{6E70799C-E5B3-206B-6C60-2516E0E6AD16}"/>
                  </a:ext>
                </a:extLst>
              </p14:cNvPr>
              <p14:cNvContentPartPr/>
              <p14:nvPr/>
            </p14:nvContentPartPr>
            <p14:xfrm>
              <a:off x="2011980" y="6181189"/>
              <a:ext cx="132840" cy="197640"/>
            </p14:xfrm>
          </p:contentPart>
        </mc:Choice>
        <mc:Fallback>
          <p:pic>
            <p:nvPicPr>
              <p:cNvPr id="72711" name="Ink 72710">
                <a:extLst>
                  <a:ext uri="{FF2B5EF4-FFF2-40B4-BE49-F238E27FC236}">
                    <a16:creationId xmlns:a16="http://schemas.microsoft.com/office/drawing/2014/main" id="{6E70799C-E5B3-206B-6C60-2516E0E6AD16}"/>
                  </a:ext>
                </a:extLst>
              </p:cNvPr>
              <p:cNvPicPr/>
              <p:nvPr/>
            </p:nvPicPr>
            <p:blipFill>
              <a:blip r:embed="rId125"/>
              <a:stretch>
                <a:fillRect/>
              </a:stretch>
            </p:blipFill>
            <p:spPr>
              <a:xfrm>
                <a:off x="2001540" y="6170749"/>
                <a:ext cx="154080" cy="21888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2712" name="Ink 72711">
                <a:extLst>
                  <a:ext uri="{FF2B5EF4-FFF2-40B4-BE49-F238E27FC236}">
                    <a16:creationId xmlns:a16="http://schemas.microsoft.com/office/drawing/2014/main" id="{FA24CB38-1E06-2286-06C7-0921E5397FEC}"/>
                  </a:ext>
                </a:extLst>
              </p14:cNvPr>
              <p14:cNvContentPartPr/>
              <p14:nvPr/>
            </p14:nvContentPartPr>
            <p14:xfrm>
              <a:off x="2148420" y="6239509"/>
              <a:ext cx="86040" cy="131040"/>
            </p14:xfrm>
          </p:contentPart>
        </mc:Choice>
        <mc:Fallback>
          <p:pic>
            <p:nvPicPr>
              <p:cNvPr id="72712" name="Ink 72711">
                <a:extLst>
                  <a:ext uri="{FF2B5EF4-FFF2-40B4-BE49-F238E27FC236}">
                    <a16:creationId xmlns:a16="http://schemas.microsoft.com/office/drawing/2014/main" id="{FA24CB38-1E06-2286-06C7-0921E5397FEC}"/>
                  </a:ext>
                </a:extLst>
              </p:cNvPr>
              <p:cNvPicPr/>
              <p:nvPr/>
            </p:nvPicPr>
            <p:blipFill>
              <a:blip r:embed="rId127"/>
              <a:stretch>
                <a:fillRect/>
              </a:stretch>
            </p:blipFill>
            <p:spPr>
              <a:xfrm>
                <a:off x="2137980" y="6228709"/>
                <a:ext cx="107280" cy="15228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2713" name="Ink 72712">
                <a:extLst>
                  <a:ext uri="{FF2B5EF4-FFF2-40B4-BE49-F238E27FC236}">
                    <a16:creationId xmlns:a16="http://schemas.microsoft.com/office/drawing/2014/main" id="{A569E130-34AC-639C-3CD7-D6C9F191BD4A}"/>
                  </a:ext>
                </a:extLst>
              </p14:cNvPr>
              <p14:cNvContentPartPr/>
              <p14:nvPr/>
            </p14:nvContentPartPr>
            <p14:xfrm>
              <a:off x="2296740" y="6196669"/>
              <a:ext cx="15120" cy="175320"/>
            </p14:xfrm>
          </p:contentPart>
        </mc:Choice>
        <mc:Fallback>
          <p:pic>
            <p:nvPicPr>
              <p:cNvPr id="72713" name="Ink 72712">
                <a:extLst>
                  <a:ext uri="{FF2B5EF4-FFF2-40B4-BE49-F238E27FC236}">
                    <a16:creationId xmlns:a16="http://schemas.microsoft.com/office/drawing/2014/main" id="{A569E130-34AC-639C-3CD7-D6C9F191BD4A}"/>
                  </a:ext>
                </a:extLst>
              </p:cNvPr>
              <p:cNvPicPr/>
              <p:nvPr/>
            </p:nvPicPr>
            <p:blipFill>
              <a:blip r:embed="rId129"/>
              <a:stretch>
                <a:fillRect/>
              </a:stretch>
            </p:blipFill>
            <p:spPr>
              <a:xfrm>
                <a:off x="2286300" y="6185869"/>
                <a:ext cx="3636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2714" name="Ink 72713">
                <a:extLst>
                  <a:ext uri="{FF2B5EF4-FFF2-40B4-BE49-F238E27FC236}">
                    <a16:creationId xmlns:a16="http://schemas.microsoft.com/office/drawing/2014/main" id="{9C066F6B-3636-FBD9-1B04-1B6E0B178F87}"/>
                  </a:ext>
                </a:extLst>
              </p14:cNvPr>
              <p14:cNvContentPartPr/>
              <p14:nvPr/>
            </p14:nvContentPartPr>
            <p14:xfrm>
              <a:off x="2281260" y="6258949"/>
              <a:ext cx="70560" cy="51120"/>
            </p14:xfrm>
          </p:contentPart>
        </mc:Choice>
        <mc:Fallback>
          <p:pic>
            <p:nvPicPr>
              <p:cNvPr id="72714" name="Ink 72713">
                <a:extLst>
                  <a:ext uri="{FF2B5EF4-FFF2-40B4-BE49-F238E27FC236}">
                    <a16:creationId xmlns:a16="http://schemas.microsoft.com/office/drawing/2014/main" id="{9C066F6B-3636-FBD9-1B04-1B6E0B178F87}"/>
                  </a:ext>
                </a:extLst>
              </p:cNvPr>
              <p:cNvPicPr/>
              <p:nvPr/>
            </p:nvPicPr>
            <p:blipFill>
              <a:blip r:embed="rId131"/>
              <a:stretch>
                <a:fillRect/>
              </a:stretch>
            </p:blipFill>
            <p:spPr>
              <a:xfrm>
                <a:off x="2270460" y="6248149"/>
                <a:ext cx="9180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72715" name="Ink 72714">
                <a:extLst>
                  <a:ext uri="{FF2B5EF4-FFF2-40B4-BE49-F238E27FC236}">
                    <a16:creationId xmlns:a16="http://schemas.microsoft.com/office/drawing/2014/main" id="{7C7CAE83-E9E2-CEA2-001D-E773AF8771EA}"/>
                  </a:ext>
                </a:extLst>
              </p14:cNvPr>
              <p14:cNvContentPartPr/>
              <p14:nvPr/>
            </p14:nvContentPartPr>
            <p14:xfrm>
              <a:off x="2362980" y="6200989"/>
              <a:ext cx="70560" cy="135720"/>
            </p14:xfrm>
          </p:contentPart>
        </mc:Choice>
        <mc:Fallback>
          <p:pic>
            <p:nvPicPr>
              <p:cNvPr id="72715" name="Ink 72714">
                <a:extLst>
                  <a:ext uri="{FF2B5EF4-FFF2-40B4-BE49-F238E27FC236}">
                    <a16:creationId xmlns:a16="http://schemas.microsoft.com/office/drawing/2014/main" id="{7C7CAE83-E9E2-CEA2-001D-E773AF8771EA}"/>
                  </a:ext>
                </a:extLst>
              </p:cNvPr>
              <p:cNvPicPr/>
              <p:nvPr/>
            </p:nvPicPr>
            <p:blipFill>
              <a:blip r:embed="rId133"/>
              <a:stretch>
                <a:fillRect/>
              </a:stretch>
            </p:blipFill>
            <p:spPr>
              <a:xfrm>
                <a:off x="2352540" y="6190189"/>
                <a:ext cx="9180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72716" name="Ink 72715">
                <a:extLst>
                  <a:ext uri="{FF2B5EF4-FFF2-40B4-BE49-F238E27FC236}">
                    <a16:creationId xmlns:a16="http://schemas.microsoft.com/office/drawing/2014/main" id="{2310F624-71A2-BC9E-2DD1-492450191B4E}"/>
                  </a:ext>
                </a:extLst>
              </p14:cNvPr>
              <p14:cNvContentPartPr/>
              <p14:nvPr/>
            </p14:nvContentPartPr>
            <p14:xfrm>
              <a:off x="2445060" y="6220069"/>
              <a:ext cx="70560" cy="165960"/>
            </p14:xfrm>
          </p:contentPart>
        </mc:Choice>
        <mc:Fallback>
          <p:pic>
            <p:nvPicPr>
              <p:cNvPr id="72716" name="Ink 72715">
                <a:extLst>
                  <a:ext uri="{FF2B5EF4-FFF2-40B4-BE49-F238E27FC236}">
                    <a16:creationId xmlns:a16="http://schemas.microsoft.com/office/drawing/2014/main" id="{2310F624-71A2-BC9E-2DD1-492450191B4E}"/>
                  </a:ext>
                </a:extLst>
              </p:cNvPr>
              <p:cNvPicPr/>
              <p:nvPr/>
            </p:nvPicPr>
            <p:blipFill>
              <a:blip r:embed="rId135"/>
              <a:stretch>
                <a:fillRect/>
              </a:stretch>
            </p:blipFill>
            <p:spPr>
              <a:xfrm>
                <a:off x="2434260" y="6209269"/>
                <a:ext cx="9180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72717" name="Ink 72716">
                <a:extLst>
                  <a:ext uri="{FF2B5EF4-FFF2-40B4-BE49-F238E27FC236}">
                    <a16:creationId xmlns:a16="http://schemas.microsoft.com/office/drawing/2014/main" id="{D14B0CB2-DB7E-23AD-AFDF-61230F1D2E10}"/>
                  </a:ext>
                </a:extLst>
              </p14:cNvPr>
              <p14:cNvContentPartPr/>
              <p14:nvPr/>
            </p14:nvContentPartPr>
            <p14:xfrm>
              <a:off x="2554140" y="6266869"/>
              <a:ext cx="4320" cy="4320"/>
            </p14:xfrm>
          </p:contentPart>
        </mc:Choice>
        <mc:Fallback>
          <p:pic>
            <p:nvPicPr>
              <p:cNvPr id="72717" name="Ink 72716">
                <a:extLst>
                  <a:ext uri="{FF2B5EF4-FFF2-40B4-BE49-F238E27FC236}">
                    <a16:creationId xmlns:a16="http://schemas.microsoft.com/office/drawing/2014/main" id="{D14B0CB2-DB7E-23AD-AFDF-61230F1D2E10}"/>
                  </a:ext>
                </a:extLst>
              </p:cNvPr>
              <p:cNvPicPr/>
              <p:nvPr/>
            </p:nvPicPr>
            <p:blipFill>
              <a:blip r:embed="rId137"/>
              <a:stretch>
                <a:fillRect/>
              </a:stretch>
            </p:blipFill>
            <p:spPr>
              <a:xfrm>
                <a:off x="2543700" y="6256069"/>
                <a:ext cx="25560" cy="255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72721" name="Ink 72720">
                <a:extLst>
                  <a:ext uri="{FF2B5EF4-FFF2-40B4-BE49-F238E27FC236}">
                    <a16:creationId xmlns:a16="http://schemas.microsoft.com/office/drawing/2014/main" id="{EB9844B1-CC18-4D5F-1E42-AD100733595E}"/>
                  </a:ext>
                </a:extLst>
              </p14:cNvPr>
              <p14:cNvContentPartPr/>
              <p14:nvPr/>
            </p14:nvContentPartPr>
            <p14:xfrm>
              <a:off x="1157400" y="4513058"/>
              <a:ext cx="108720" cy="194400"/>
            </p14:xfrm>
          </p:contentPart>
        </mc:Choice>
        <mc:Fallback>
          <p:pic>
            <p:nvPicPr>
              <p:cNvPr id="72721" name="Ink 72720">
                <a:extLst>
                  <a:ext uri="{FF2B5EF4-FFF2-40B4-BE49-F238E27FC236}">
                    <a16:creationId xmlns:a16="http://schemas.microsoft.com/office/drawing/2014/main" id="{EB9844B1-CC18-4D5F-1E42-AD100733595E}"/>
                  </a:ext>
                </a:extLst>
              </p:cNvPr>
              <p:cNvPicPr/>
              <p:nvPr/>
            </p:nvPicPr>
            <p:blipFill>
              <a:blip r:embed="rId139"/>
              <a:stretch>
                <a:fillRect/>
              </a:stretch>
            </p:blipFill>
            <p:spPr>
              <a:xfrm>
                <a:off x="1146600" y="4502618"/>
                <a:ext cx="129960" cy="21564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72747" name="Ink 72746">
                <a:extLst>
                  <a:ext uri="{FF2B5EF4-FFF2-40B4-BE49-F238E27FC236}">
                    <a16:creationId xmlns:a16="http://schemas.microsoft.com/office/drawing/2014/main" id="{DA400EA7-53B1-84B0-80E8-296DC729EA54}"/>
                  </a:ext>
                </a:extLst>
              </p14:cNvPr>
              <p14:cNvContentPartPr/>
              <p14:nvPr/>
            </p14:nvContentPartPr>
            <p14:xfrm>
              <a:off x="191520" y="3771818"/>
              <a:ext cx="1565640" cy="341640"/>
            </p14:xfrm>
          </p:contentPart>
        </mc:Choice>
        <mc:Fallback>
          <p:pic>
            <p:nvPicPr>
              <p:cNvPr id="72747" name="Ink 72746">
                <a:extLst>
                  <a:ext uri="{FF2B5EF4-FFF2-40B4-BE49-F238E27FC236}">
                    <a16:creationId xmlns:a16="http://schemas.microsoft.com/office/drawing/2014/main" id="{DA400EA7-53B1-84B0-80E8-296DC729EA54}"/>
                  </a:ext>
                </a:extLst>
              </p:cNvPr>
              <p:cNvPicPr/>
              <p:nvPr/>
            </p:nvPicPr>
            <p:blipFill>
              <a:blip r:embed="rId141"/>
              <a:stretch>
                <a:fillRect/>
              </a:stretch>
            </p:blipFill>
            <p:spPr>
              <a:xfrm>
                <a:off x="181078" y="3761367"/>
                <a:ext cx="1586885" cy="362902"/>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72748" name="Ink 72747">
                <a:extLst>
                  <a:ext uri="{FF2B5EF4-FFF2-40B4-BE49-F238E27FC236}">
                    <a16:creationId xmlns:a16="http://schemas.microsoft.com/office/drawing/2014/main" id="{7926F0D8-F5CE-70A6-51C9-B37CC57CE8F1}"/>
                  </a:ext>
                </a:extLst>
              </p14:cNvPr>
              <p14:cNvContentPartPr/>
              <p14:nvPr/>
            </p14:nvContentPartPr>
            <p14:xfrm>
              <a:off x="233640" y="3337658"/>
              <a:ext cx="1001520" cy="333000"/>
            </p14:xfrm>
          </p:contentPart>
        </mc:Choice>
        <mc:Fallback>
          <p:pic>
            <p:nvPicPr>
              <p:cNvPr id="72748" name="Ink 72747">
                <a:extLst>
                  <a:ext uri="{FF2B5EF4-FFF2-40B4-BE49-F238E27FC236}">
                    <a16:creationId xmlns:a16="http://schemas.microsoft.com/office/drawing/2014/main" id="{7926F0D8-F5CE-70A6-51C9-B37CC57CE8F1}"/>
                  </a:ext>
                </a:extLst>
              </p:cNvPr>
              <p:cNvPicPr/>
              <p:nvPr/>
            </p:nvPicPr>
            <p:blipFill>
              <a:blip r:embed="rId143"/>
              <a:stretch>
                <a:fillRect/>
              </a:stretch>
            </p:blipFill>
            <p:spPr>
              <a:xfrm>
                <a:off x="222840" y="3327207"/>
                <a:ext cx="1022760" cy="354263"/>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72772" name="Ink 72771">
                <a:extLst>
                  <a:ext uri="{FF2B5EF4-FFF2-40B4-BE49-F238E27FC236}">
                    <a16:creationId xmlns:a16="http://schemas.microsoft.com/office/drawing/2014/main" id="{5287DCC9-CEA1-E1DE-2815-911066EA10DE}"/>
                  </a:ext>
                </a:extLst>
              </p14:cNvPr>
              <p14:cNvContentPartPr/>
              <p14:nvPr/>
            </p14:nvContentPartPr>
            <p14:xfrm>
              <a:off x="1034468" y="1622258"/>
              <a:ext cx="3585240" cy="2036160"/>
            </p14:xfrm>
          </p:contentPart>
        </mc:Choice>
        <mc:Fallback>
          <p:pic>
            <p:nvPicPr>
              <p:cNvPr id="72772" name="Ink 72771">
                <a:extLst>
                  <a:ext uri="{FF2B5EF4-FFF2-40B4-BE49-F238E27FC236}">
                    <a16:creationId xmlns:a16="http://schemas.microsoft.com/office/drawing/2014/main" id="{5287DCC9-CEA1-E1DE-2815-911066EA10DE}"/>
                  </a:ext>
                </a:extLst>
              </p:cNvPr>
              <p:cNvPicPr/>
              <p:nvPr/>
            </p:nvPicPr>
            <p:blipFill>
              <a:blip r:embed="rId145"/>
              <a:stretch>
                <a:fillRect/>
              </a:stretch>
            </p:blipFill>
            <p:spPr>
              <a:xfrm>
                <a:off x="1023668" y="1611818"/>
                <a:ext cx="3606480" cy="2057400"/>
              </a:xfrm>
              <a:prstGeom prst="rect">
                <a:avLst/>
              </a:prstGeom>
            </p:spPr>
          </p:pic>
        </mc:Fallback>
      </mc:AlternateContent>
    </p:spTree>
    <p:extLst>
      <p:ext uri="{BB962C8B-B14F-4D97-AF65-F5344CB8AC3E}">
        <p14:creationId xmlns:p14="http://schemas.microsoft.com/office/powerpoint/2010/main" val="1296651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5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5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5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6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5" grpId="0"/>
      <p:bldP spid="31" grpId="0"/>
      <p:bldP spid="33" grpId="0"/>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US"/>
              <a:t>Classical Security Objectives</a:t>
            </a:r>
          </a:p>
        </p:txBody>
      </p:sp>
      <p:sp>
        <p:nvSpPr>
          <p:cNvPr id="72708" name="Rectangle 4"/>
          <p:cNvSpPr>
            <a:spLocks noChangeArrowheads="1"/>
          </p:cNvSpPr>
          <p:nvPr/>
        </p:nvSpPr>
        <p:spPr bwMode="auto">
          <a:xfrm>
            <a:off x="1981200" y="2965790"/>
            <a:ext cx="2590800" cy="1987211"/>
          </a:xfrm>
          <a:prstGeom prst="rect">
            <a:avLst/>
          </a:prstGeom>
          <a:noFill/>
          <a:ln w="9525">
            <a:noFill/>
            <a:miter lim="800000"/>
            <a:headEnd/>
            <a:tailEnd/>
          </a:ln>
          <a:effectLst/>
        </p:spPr>
        <p:txBody>
          <a:bodyPr wrap="square" lIns="61912" tIns="25400" rIns="61912" bIns="25400">
            <a:spAutoFit/>
          </a:bodyPr>
          <a:lstStyle/>
          <a:p>
            <a:pPr algn="ctr" defTabSz="895350" eaLnBrk="0" hangingPunct="0">
              <a:lnSpc>
                <a:spcPct val="87000"/>
              </a:lnSpc>
            </a:pPr>
            <a:r>
              <a:rPr lang="en-US" b="1" dirty="0">
                <a:solidFill>
                  <a:schemeClr val="tx2"/>
                </a:solidFill>
              </a:rPr>
              <a:t>INTEGRITY</a:t>
            </a:r>
          </a:p>
          <a:p>
            <a:pPr marL="0" lvl="1" algn="ctr" defTabSz="895350" eaLnBrk="0" hangingPunct="0">
              <a:lnSpc>
                <a:spcPct val="87000"/>
              </a:lnSpc>
            </a:pPr>
            <a:r>
              <a:rPr lang="en-US" dirty="0">
                <a:solidFill>
                  <a:srgbClr val="000090"/>
                </a:solidFill>
              </a:rPr>
              <a:t>Information is not modified by unauthorized parties.</a:t>
            </a:r>
          </a:p>
          <a:p>
            <a:pPr algn="ctr" defTabSz="895350" eaLnBrk="0" hangingPunct="0">
              <a:lnSpc>
                <a:spcPct val="87000"/>
              </a:lnSpc>
            </a:pPr>
            <a:endParaRPr lang="en-US" b="1" dirty="0">
              <a:solidFill>
                <a:schemeClr val="tx2"/>
              </a:solidFill>
            </a:endParaRPr>
          </a:p>
        </p:txBody>
      </p:sp>
      <p:sp>
        <p:nvSpPr>
          <p:cNvPr id="72709" name="Rectangle 5"/>
          <p:cNvSpPr>
            <a:spLocks noChangeArrowheads="1"/>
          </p:cNvSpPr>
          <p:nvPr/>
        </p:nvSpPr>
        <p:spPr bwMode="auto">
          <a:xfrm>
            <a:off x="7772400" y="2906108"/>
            <a:ext cx="2895600" cy="1665892"/>
          </a:xfrm>
          <a:prstGeom prst="rect">
            <a:avLst/>
          </a:prstGeom>
          <a:noFill/>
          <a:ln w="9525">
            <a:noFill/>
            <a:miter lim="800000"/>
            <a:headEnd/>
            <a:tailEnd/>
          </a:ln>
          <a:effectLst/>
        </p:spPr>
        <p:txBody>
          <a:bodyPr wrap="square" lIns="61912" tIns="25400" rIns="61912" bIns="25400">
            <a:spAutoFit/>
          </a:bodyPr>
          <a:lstStyle/>
          <a:p>
            <a:pPr algn="ctr" defTabSz="895350" eaLnBrk="0" hangingPunct="0">
              <a:lnSpc>
                <a:spcPct val="87000"/>
              </a:lnSpc>
            </a:pPr>
            <a:r>
              <a:rPr lang="en-US" b="1" dirty="0">
                <a:solidFill>
                  <a:schemeClr val="tx2"/>
                </a:solidFill>
              </a:rPr>
              <a:t>AVAILABILITY</a:t>
            </a:r>
          </a:p>
          <a:p>
            <a:pPr algn="ctr" defTabSz="895350" eaLnBrk="0" hangingPunct="0">
              <a:lnSpc>
                <a:spcPct val="87000"/>
              </a:lnSpc>
            </a:pPr>
            <a:r>
              <a:rPr lang="en-US" dirty="0">
                <a:solidFill>
                  <a:srgbClr val="000090"/>
                </a:solidFill>
              </a:rPr>
              <a:t>Information can be accessed by authorized parties at proper time.</a:t>
            </a:r>
            <a:endParaRPr lang="en-US" b="1" dirty="0">
              <a:solidFill>
                <a:srgbClr val="000090"/>
              </a:solidFill>
            </a:endParaRPr>
          </a:p>
        </p:txBody>
      </p:sp>
      <p:grpSp>
        <p:nvGrpSpPr>
          <p:cNvPr id="2" name="Group 6"/>
          <p:cNvGrpSpPr>
            <a:grpSpLocks/>
          </p:cNvGrpSpPr>
          <p:nvPr/>
        </p:nvGrpSpPr>
        <p:grpSpPr bwMode="auto">
          <a:xfrm>
            <a:off x="4646614" y="2133600"/>
            <a:ext cx="2973387" cy="1765300"/>
            <a:chOff x="1917" y="1988"/>
            <a:chExt cx="1873" cy="1112"/>
          </a:xfrm>
        </p:grpSpPr>
        <p:sp>
          <p:nvSpPr>
            <p:cNvPr id="72711" name="Oval 7"/>
            <p:cNvSpPr>
              <a:spLocks noChangeArrowheads="1"/>
            </p:cNvSpPr>
            <p:nvPr/>
          </p:nvSpPr>
          <p:spPr bwMode="auto">
            <a:xfrm>
              <a:off x="2676" y="1988"/>
              <a:ext cx="1114" cy="1112"/>
            </a:xfrm>
            <a:prstGeom prst="ellipse">
              <a:avLst/>
            </a:prstGeom>
            <a:noFill/>
            <a:ln w="50800">
              <a:solidFill>
                <a:schemeClr val="tx1"/>
              </a:solidFill>
              <a:round/>
              <a:headEnd/>
              <a:tailEnd/>
            </a:ln>
            <a:effectLst/>
          </p:spPr>
          <p:txBody>
            <a:bodyPr wrap="none" anchor="ctr"/>
            <a:lstStyle/>
            <a:p>
              <a:endParaRPr lang="en-US"/>
            </a:p>
          </p:txBody>
        </p:sp>
        <p:sp>
          <p:nvSpPr>
            <p:cNvPr id="72712" name="Oval 8"/>
            <p:cNvSpPr>
              <a:spLocks noChangeArrowheads="1"/>
            </p:cNvSpPr>
            <p:nvPr/>
          </p:nvSpPr>
          <p:spPr bwMode="auto">
            <a:xfrm>
              <a:off x="1917" y="1988"/>
              <a:ext cx="1114" cy="1112"/>
            </a:xfrm>
            <a:prstGeom prst="ellipse">
              <a:avLst/>
            </a:prstGeom>
            <a:noFill/>
            <a:ln w="50800">
              <a:solidFill>
                <a:schemeClr val="tx1"/>
              </a:solidFill>
              <a:round/>
              <a:headEnd/>
              <a:tailEnd/>
            </a:ln>
            <a:effectLst/>
          </p:spPr>
          <p:txBody>
            <a:bodyPr wrap="none" anchor="ctr"/>
            <a:lstStyle/>
            <a:p>
              <a:endParaRPr lang="en-US"/>
            </a:p>
          </p:txBody>
        </p:sp>
      </p:grpSp>
      <p:sp>
        <p:nvSpPr>
          <p:cNvPr id="72713" name="Rectangle 9"/>
          <p:cNvSpPr>
            <a:spLocks noChangeArrowheads="1"/>
          </p:cNvSpPr>
          <p:nvPr/>
        </p:nvSpPr>
        <p:spPr bwMode="auto">
          <a:xfrm>
            <a:off x="4572000" y="4754564"/>
            <a:ext cx="3352801" cy="1344573"/>
          </a:xfrm>
          <a:prstGeom prst="rect">
            <a:avLst/>
          </a:prstGeom>
          <a:noFill/>
          <a:ln w="9525">
            <a:noFill/>
            <a:miter lim="800000"/>
            <a:headEnd/>
            <a:tailEnd/>
          </a:ln>
          <a:effectLst/>
        </p:spPr>
        <p:txBody>
          <a:bodyPr wrap="square" lIns="61912" tIns="25400" rIns="61912" bIns="25400">
            <a:spAutoFit/>
          </a:bodyPr>
          <a:lstStyle/>
          <a:p>
            <a:pPr algn="ctr" defTabSz="895350" eaLnBrk="0" hangingPunct="0">
              <a:lnSpc>
                <a:spcPct val="87000"/>
              </a:lnSpc>
            </a:pPr>
            <a:r>
              <a:rPr lang="en-US" b="1" dirty="0">
                <a:solidFill>
                  <a:schemeClr val="tx2"/>
                </a:solidFill>
              </a:rPr>
              <a:t>CONFIDENTIALITY</a:t>
            </a:r>
          </a:p>
          <a:p>
            <a:pPr algn="ctr" defTabSz="895350" eaLnBrk="0" hangingPunct="0">
              <a:lnSpc>
                <a:spcPct val="87000"/>
              </a:lnSpc>
            </a:pPr>
            <a:r>
              <a:rPr lang="en-US" dirty="0">
                <a:solidFill>
                  <a:srgbClr val="000090"/>
                </a:solidFill>
              </a:rPr>
              <a:t>Information is not exposed to  unauthorized parties.</a:t>
            </a:r>
            <a:endParaRPr lang="en-US" b="1" dirty="0">
              <a:solidFill>
                <a:srgbClr val="000090"/>
              </a:solidFill>
            </a:endParaRPr>
          </a:p>
        </p:txBody>
      </p:sp>
      <p:sp>
        <p:nvSpPr>
          <p:cNvPr id="72714" name="Oval 10"/>
          <p:cNvSpPr>
            <a:spLocks noChangeArrowheads="1"/>
          </p:cNvSpPr>
          <p:nvPr/>
        </p:nvSpPr>
        <p:spPr bwMode="auto">
          <a:xfrm>
            <a:off x="5243514" y="2763838"/>
            <a:ext cx="1766887" cy="1765300"/>
          </a:xfrm>
          <a:prstGeom prst="ellipse">
            <a:avLst/>
          </a:prstGeom>
          <a:noFill/>
          <a:ln w="50800">
            <a:solidFill>
              <a:schemeClr val="tx1"/>
            </a:solidFill>
            <a:round/>
            <a:headEnd/>
            <a:tailEnd/>
          </a:ln>
          <a:effectLst/>
        </p:spPr>
        <p:txBody>
          <a:bodyPr wrap="none" anchor="ctr"/>
          <a:lstStyle/>
          <a:p>
            <a:endParaRPr lang="en-US"/>
          </a:p>
        </p:txBody>
      </p:sp>
      <p:sp>
        <p:nvSpPr>
          <p:cNvPr id="4" name="TextBox 3">
            <a:extLst>
              <a:ext uri="{FF2B5EF4-FFF2-40B4-BE49-F238E27FC236}">
                <a16:creationId xmlns:a16="http://schemas.microsoft.com/office/drawing/2014/main" id="{7D727F09-A235-1E12-FCCA-9CE7F6F9D033}"/>
              </a:ext>
            </a:extLst>
          </p:cNvPr>
          <p:cNvSpPr txBox="1"/>
          <p:nvPr/>
        </p:nvSpPr>
        <p:spPr>
          <a:xfrm>
            <a:off x="3366100" y="5781870"/>
            <a:ext cx="6097978" cy="369332"/>
          </a:xfrm>
          <a:prstGeom prst="rect">
            <a:avLst/>
          </a:prstGeom>
          <a:noFill/>
        </p:spPr>
        <p:txBody>
          <a:bodyPr wrap="square">
            <a:spAutoFit/>
          </a:bodyPr>
          <a:lstStyle/>
          <a:p>
            <a:pPr algn="ctr"/>
            <a:r>
              <a:rPr lang="en-US" dirty="0"/>
              <a:t>The CIA triad (NIST standard FIPS 199)</a:t>
            </a:r>
          </a:p>
        </p:txBody>
      </p:sp>
      <mc:AlternateContent xmlns:mc="http://schemas.openxmlformats.org/markup-compatibility/2006">
        <mc:Choice xmlns:p14="http://schemas.microsoft.com/office/powerpoint/2010/main" Requires="p14">
          <p:contentPart p14:bwMode="auto" r:id="rId3">
            <p14:nvContentPartPr>
              <p14:cNvPr id="10" name="Ink 9">
                <a:extLst>
                  <a:ext uri="{FF2B5EF4-FFF2-40B4-BE49-F238E27FC236}">
                    <a16:creationId xmlns:a16="http://schemas.microsoft.com/office/drawing/2014/main" id="{4F461A72-5ED0-D720-6AC7-F7DA59682961}"/>
                  </a:ext>
                </a:extLst>
              </p14:cNvPr>
              <p14:cNvContentPartPr/>
              <p14:nvPr/>
            </p14:nvContentPartPr>
            <p14:xfrm>
              <a:off x="7159420" y="4739675"/>
              <a:ext cx="446400" cy="232920"/>
            </p14:xfrm>
          </p:contentPart>
        </mc:Choice>
        <mc:Fallback>
          <p:pic>
            <p:nvPicPr>
              <p:cNvPr id="10" name="Ink 9">
                <a:extLst>
                  <a:ext uri="{FF2B5EF4-FFF2-40B4-BE49-F238E27FC236}">
                    <a16:creationId xmlns:a16="http://schemas.microsoft.com/office/drawing/2014/main" id="{4F461A72-5ED0-D720-6AC7-F7DA59682961}"/>
                  </a:ext>
                </a:extLst>
              </p:cNvPr>
              <p:cNvPicPr/>
              <p:nvPr/>
            </p:nvPicPr>
            <p:blipFill>
              <a:blip r:embed="rId4"/>
              <a:stretch>
                <a:fillRect/>
              </a:stretch>
            </p:blipFill>
            <p:spPr>
              <a:xfrm>
                <a:off x="7148620" y="4728892"/>
                <a:ext cx="467640" cy="254127"/>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2" name="Ink 31">
                <a:extLst>
                  <a:ext uri="{FF2B5EF4-FFF2-40B4-BE49-F238E27FC236}">
                    <a16:creationId xmlns:a16="http://schemas.microsoft.com/office/drawing/2014/main" id="{47498E8E-2B9C-9263-DE15-11490238F0AD}"/>
                  </a:ext>
                </a:extLst>
              </p14:cNvPr>
              <p14:cNvContentPartPr/>
              <p14:nvPr/>
            </p14:nvContentPartPr>
            <p14:xfrm>
              <a:off x="8181460" y="5078435"/>
              <a:ext cx="409680" cy="154800"/>
            </p14:xfrm>
          </p:contentPart>
        </mc:Choice>
        <mc:Fallback>
          <p:pic>
            <p:nvPicPr>
              <p:cNvPr id="32" name="Ink 31">
                <a:extLst>
                  <a:ext uri="{FF2B5EF4-FFF2-40B4-BE49-F238E27FC236}">
                    <a16:creationId xmlns:a16="http://schemas.microsoft.com/office/drawing/2014/main" id="{47498E8E-2B9C-9263-DE15-11490238F0AD}"/>
                  </a:ext>
                </a:extLst>
              </p:cNvPr>
              <p:cNvPicPr/>
              <p:nvPr/>
            </p:nvPicPr>
            <p:blipFill>
              <a:blip r:embed="rId6"/>
              <a:stretch>
                <a:fillRect/>
              </a:stretch>
            </p:blipFill>
            <p:spPr>
              <a:xfrm>
                <a:off x="8170651" y="5067995"/>
                <a:ext cx="430939"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3" name="Ink 32">
                <a:extLst>
                  <a:ext uri="{FF2B5EF4-FFF2-40B4-BE49-F238E27FC236}">
                    <a16:creationId xmlns:a16="http://schemas.microsoft.com/office/drawing/2014/main" id="{F3D90497-EAF5-70F8-F67C-95DBA328AAE0}"/>
                  </a:ext>
                </a:extLst>
              </p14:cNvPr>
              <p14:cNvContentPartPr/>
              <p14:nvPr/>
            </p14:nvContentPartPr>
            <p14:xfrm>
              <a:off x="7809940" y="5059355"/>
              <a:ext cx="223920" cy="124560"/>
            </p14:xfrm>
          </p:contentPart>
        </mc:Choice>
        <mc:Fallback>
          <p:pic>
            <p:nvPicPr>
              <p:cNvPr id="33" name="Ink 32">
                <a:extLst>
                  <a:ext uri="{FF2B5EF4-FFF2-40B4-BE49-F238E27FC236}">
                    <a16:creationId xmlns:a16="http://schemas.microsoft.com/office/drawing/2014/main" id="{F3D90497-EAF5-70F8-F67C-95DBA328AAE0}"/>
                  </a:ext>
                </a:extLst>
              </p:cNvPr>
              <p:cNvPicPr/>
              <p:nvPr/>
            </p:nvPicPr>
            <p:blipFill>
              <a:blip r:embed="rId8"/>
              <a:stretch>
                <a:fillRect/>
              </a:stretch>
            </p:blipFill>
            <p:spPr>
              <a:xfrm>
                <a:off x="7799483" y="5048915"/>
                <a:ext cx="245194" cy="1458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34" name="Ink 33">
                <a:extLst>
                  <a:ext uri="{FF2B5EF4-FFF2-40B4-BE49-F238E27FC236}">
                    <a16:creationId xmlns:a16="http://schemas.microsoft.com/office/drawing/2014/main" id="{97E92AA9-C5E3-4E37-25C6-2C08D36C92BE}"/>
                  </a:ext>
                </a:extLst>
              </p14:cNvPr>
              <p14:cNvContentPartPr/>
              <p14:nvPr/>
            </p14:nvContentPartPr>
            <p14:xfrm>
              <a:off x="7725340" y="4765235"/>
              <a:ext cx="705600" cy="188640"/>
            </p14:xfrm>
          </p:contentPart>
        </mc:Choice>
        <mc:Fallback>
          <p:pic>
            <p:nvPicPr>
              <p:cNvPr id="34" name="Ink 33">
                <a:extLst>
                  <a:ext uri="{FF2B5EF4-FFF2-40B4-BE49-F238E27FC236}">
                    <a16:creationId xmlns:a16="http://schemas.microsoft.com/office/drawing/2014/main" id="{97E92AA9-C5E3-4E37-25C6-2C08D36C92BE}"/>
                  </a:ext>
                </a:extLst>
              </p:cNvPr>
              <p:cNvPicPr/>
              <p:nvPr/>
            </p:nvPicPr>
            <p:blipFill>
              <a:blip r:embed="rId10"/>
              <a:stretch>
                <a:fillRect/>
              </a:stretch>
            </p:blipFill>
            <p:spPr>
              <a:xfrm>
                <a:off x="7714540" y="4754775"/>
                <a:ext cx="726840" cy="209921"/>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35" name="Ink 34">
                <a:extLst>
                  <a:ext uri="{FF2B5EF4-FFF2-40B4-BE49-F238E27FC236}">
                    <a16:creationId xmlns:a16="http://schemas.microsoft.com/office/drawing/2014/main" id="{6B5ED3A5-5711-8130-868B-C980E753F8BB}"/>
                  </a:ext>
                </a:extLst>
              </p14:cNvPr>
              <p14:cNvContentPartPr/>
              <p14:nvPr/>
            </p14:nvContentPartPr>
            <p14:xfrm>
              <a:off x="2694994" y="2814760"/>
              <a:ext cx="72360" cy="151200"/>
            </p14:xfrm>
          </p:contentPart>
        </mc:Choice>
        <mc:Fallback>
          <p:pic>
            <p:nvPicPr>
              <p:cNvPr id="35" name="Ink 34">
                <a:extLst>
                  <a:ext uri="{FF2B5EF4-FFF2-40B4-BE49-F238E27FC236}">
                    <a16:creationId xmlns:a16="http://schemas.microsoft.com/office/drawing/2014/main" id="{6B5ED3A5-5711-8130-868B-C980E753F8BB}"/>
                  </a:ext>
                </a:extLst>
              </p:cNvPr>
              <p:cNvPicPr/>
              <p:nvPr/>
            </p:nvPicPr>
            <p:blipFill>
              <a:blip r:embed="rId12"/>
              <a:stretch>
                <a:fillRect/>
              </a:stretch>
            </p:blipFill>
            <p:spPr>
              <a:xfrm>
                <a:off x="2684554" y="2804320"/>
                <a:ext cx="93600" cy="17244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36" name="Ink 35">
                <a:extLst>
                  <a:ext uri="{FF2B5EF4-FFF2-40B4-BE49-F238E27FC236}">
                    <a16:creationId xmlns:a16="http://schemas.microsoft.com/office/drawing/2014/main" id="{F3F5D5E1-F8F8-5522-81BB-929EC6157418}"/>
                  </a:ext>
                </a:extLst>
              </p14:cNvPr>
              <p14:cNvContentPartPr/>
              <p14:nvPr/>
            </p14:nvContentPartPr>
            <p14:xfrm>
              <a:off x="2238785" y="2406084"/>
              <a:ext cx="88560" cy="167400"/>
            </p14:xfrm>
          </p:contentPart>
        </mc:Choice>
        <mc:Fallback>
          <p:pic>
            <p:nvPicPr>
              <p:cNvPr id="36" name="Ink 35">
                <a:extLst>
                  <a:ext uri="{FF2B5EF4-FFF2-40B4-BE49-F238E27FC236}">
                    <a16:creationId xmlns:a16="http://schemas.microsoft.com/office/drawing/2014/main" id="{F3F5D5E1-F8F8-5522-81BB-929EC6157418}"/>
                  </a:ext>
                </a:extLst>
              </p:cNvPr>
              <p:cNvPicPr/>
              <p:nvPr/>
            </p:nvPicPr>
            <p:blipFill>
              <a:blip r:embed="rId14"/>
              <a:stretch>
                <a:fillRect/>
              </a:stretch>
            </p:blipFill>
            <p:spPr>
              <a:xfrm>
                <a:off x="2227985" y="2395644"/>
                <a:ext cx="10980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37" name="Ink 36">
                <a:extLst>
                  <a:ext uri="{FF2B5EF4-FFF2-40B4-BE49-F238E27FC236}">
                    <a16:creationId xmlns:a16="http://schemas.microsoft.com/office/drawing/2014/main" id="{6532336D-86F2-0CAD-C8B6-6F89045E7CCF}"/>
                  </a:ext>
                </a:extLst>
              </p14:cNvPr>
              <p14:cNvContentPartPr/>
              <p14:nvPr/>
            </p14:nvContentPartPr>
            <p14:xfrm>
              <a:off x="2366585" y="2416524"/>
              <a:ext cx="65160" cy="152640"/>
            </p14:xfrm>
          </p:contentPart>
        </mc:Choice>
        <mc:Fallback>
          <p:pic>
            <p:nvPicPr>
              <p:cNvPr id="37" name="Ink 36">
                <a:extLst>
                  <a:ext uri="{FF2B5EF4-FFF2-40B4-BE49-F238E27FC236}">
                    <a16:creationId xmlns:a16="http://schemas.microsoft.com/office/drawing/2014/main" id="{6532336D-86F2-0CAD-C8B6-6F89045E7CCF}"/>
                  </a:ext>
                </a:extLst>
              </p:cNvPr>
              <p:cNvPicPr/>
              <p:nvPr/>
            </p:nvPicPr>
            <p:blipFill>
              <a:blip r:embed="rId16"/>
              <a:stretch>
                <a:fillRect/>
              </a:stretch>
            </p:blipFill>
            <p:spPr>
              <a:xfrm>
                <a:off x="2356145" y="2405724"/>
                <a:ext cx="8640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38" name="Ink 37">
                <a:extLst>
                  <a:ext uri="{FF2B5EF4-FFF2-40B4-BE49-F238E27FC236}">
                    <a16:creationId xmlns:a16="http://schemas.microsoft.com/office/drawing/2014/main" id="{B806FB27-3821-1769-132C-99F2C378BACB}"/>
                  </a:ext>
                </a:extLst>
              </p14:cNvPr>
              <p14:cNvContentPartPr/>
              <p14:nvPr/>
            </p14:nvContentPartPr>
            <p14:xfrm>
              <a:off x="2461265" y="2381604"/>
              <a:ext cx="32760" cy="137880"/>
            </p14:xfrm>
          </p:contentPart>
        </mc:Choice>
        <mc:Fallback>
          <p:pic>
            <p:nvPicPr>
              <p:cNvPr id="38" name="Ink 37">
                <a:extLst>
                  <a:ext uri="{FF2B5EF4-FFF2-40B4-BE49-F238E27FC236}">
                    <a16:creationId xmlns:a16="http://schemas.microsoft.com/office/drawing/2014/main" id="{B806FB27-3821-1769-132C-99F2C378BACB}"/>
                  </a:ext>
                </a:extLst>
              </p:cNvPr>
              <p:cNvPicPr/>
              <p:nvPr/>
            </p:nvPicPr>
            <p:blipFill>
              <a:blip r:embed="rId18"/>
              <a:stretch>
                <a:fillRect/>
              </a:stretch>
            </p:blipFill>
            <p:spPr>
              <a:xfrm>
                <a:off x="2450825" y="2370804"/>
                <a:ext cx="54000" cy="15912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39" name="Ink 38">
                <a:extLst>
                  <a:ext uri="{FF2B5EF4-FFF2-40B4-BE49-F238E27FC236}">
                    <a16:creationId xmlns:a16="http://schemas.microsoft.com/office/drawing/2014/main" id="{0C9031F5-5349-7D64-44C9-32696D7AFDE3}"/>
                  </a:ext>
                </a:extLst>
              </p14:cNvPr>
              <p14:cNvContentPartPr/>
              <p14:nvPr/>
            </p14:nvContentPartPr>
            <p14:xfrm>
              <a:off x="2498345" y="2459004"/>
              <a:ext cx="30240" cy="9720"/>
            </p14:xfrm>
          </p:contentPart>
        </mc:Choice>
        <mc:Fallback>
          <p:pic>
            <p:nvPicPr>
              <p:cNvPr id="39" name="Ink 38">
                <a:extLst>
                  <a:ext uri="{FF2B5EF4-FFF2-40B4-BE49-F238E27FC236}">
                    <a16:creationId xmlns:a16="http://schemas.microsoft.com/office/drawing/2014/main" id="{0C9031F5-5349-7D64-44C9-32696D7AFDE3}"/>
                  </a:ext>
                </a:extLst>
              </p:cNvPr>
              <p:cNvPicPr/>
              <p:nvPr/>
            </p:nvPicPr>
            <p:blipFill>
              <a:blip r:embed="rId20"/>
              <a:stretch>
                <a:fillRect/>
              </a:stretch>
            </p:blipFill>
            <p:spPr>
              <a:xfrm>
                <a:off x="2487545" y="2448204"/>
                <a:ext cx="5148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40" name="Ink 39">
                <a:extLst>
                  <a:ext uri="{FF2B5EF4-FFF2-40B4-BE49-F238E27FC236}">
                    <a16:creationId xmlns:a16="http://schemas.microsoft.com/office/drawing/2014/main" id="{896A54D4-94C4-940D-7CFC-371AA0D56C17}"/>
                  </a:ext>
                </a:extLst>
              </p14:cNvPr>
              <p14:cNvContentPartPr/>
              <p14:nvPr/>
            </p14:nvContentPartPr>
            <p14:xfrm>
              <a:off x="2537585" y="2415084"/>
              <a:ext cx="18720" cy="230400"/>
            </p14:xfrm>
          </p:contentPart>
        </mc:Choice>
        <mc:Fallback>
          <p:pic>
            <p:nvPicPr>
              <p:cNvPr id="40" name="Ink 39">
                <a:extLst>
                  <a:ext uri="{FF2B5EF4-FFF2-40B4-BE49-F238E27FC236}">
                    <a16:creationId xmlns:a16="http://schemas.microsoft.com/office/drawing/2014/main" id="{896A54D4-94C4-940D-7CFC-371AA0D56C17}"/>
                  </a:ext>
                </a:extLst>
              </p:cNvPr>
              <p:cNvPicPr/>
              <p:nvPr/>
            </p:nvPicPr>
            <p:blipFill>
              <a:blip r:embed="rId22"/>
              <a:stretch>
                <a:fillRect/>
              </a:stretch>
            </p:blipFill>
            <p:spPr>
              <a:xfrm>
                <a:off x="2526785" y="2404644"/>
                <a:ext cx="39960" cy="2516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41" name="Ink 40">
                <a:extLst>
                  <a:ext uri="{FF2B5EF4-FFF2-40B4-BE49-F238E27FC236}">
                    <a16:creationId xmlns:a16="http://schemas.microsoft.com/office/drawing/2014/main" id="{55A414C5-8996-C26A-9209-2D225324903B}"/>
                  </a:ext>
                </a:extLst>
              </p14:cNvPr>
              <p14:cNvContentPartPr/>
              <p14:nvPr/>
            </p14:nvContentPartPr>
            <p14:xfrm>
              <a:off x="2685185" y="2440644"/>
              <a:ext cx="95040" cy="117720"/>
            </p14:xfrm>
          </p:contentPart>
        </mc:Choice>
        <mc:Fallback>
          <p:pic>
            <p:nvPicPr>
              <p:cNvPr id="41" name="Ink 40">
                <a:extLst>
                  <a:ext uri="{FF2B5EF4-FFF2-40B4-BE49-F238E27FC236}">
                    <a16:creationId xmlns:a16="http://schemas.microsoft.com/office/drawing/2014/main" id="{55A414C5-8996-C26A-9209-2D225324903B}"/>
                  </a:ext>
                </a:extLst>
              </p:cNvPr>
              <p:cNvPicPr/>
              <p:nvPr/>
            </p:nvPicPr>
            <p:blipFill>
              <a:blip r:embed="rId24"/>
              <a:stretch>
                <a:fillRect/>
              </a:stretch>
            </p:blipFill>
            <p:spPr>
              <a:xfrm>
                <a:off x="2674745" y="2429844"/>
                <a:ext cx="11628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42" name="Ink 41">
                <a:extLst>
                  <a:ext uri="{FF2B5EF4-FFF2-40B4-BE49-F238E27FC236}">
                    <a16:creationId xmlns:a16="http://schemas.microsoft.com/office/drawing/2014/main" id="{78FDF4D2-3588-AA77-C4D8-EF76420DCFAC}"/>
                  </a:ext>
                </a:extLst>
              </p14:cNvPr>
              <p14:cNvContentPartPr/>
              <p14:nvPr/>
            </p14:nvContentPartPr>
            <p14:xfrm>
              <a:off x="2787065" y="2435604"/>
              <a:ext cx="81000" cy="101880"/>
            </p14:xfrm>
          </p:contentPart>
        </mc:Choice>
        <mc:Fallback>
          <p:pic>
            <p:nvPicPr>
              <p:cNvPr id="42" name="Ink 41">
                <a:extLst>
                  <a:ext uri="{FF2B5EF4-FFF2-40B4-BE49-F238E27FC236}">
                    <a16:creationId xmlns:a16="http://schemas.microsoft.com/office/drawing/2014/main" id="{78FDF4D2-3588-AA77-C4D8-EF76420DCFAC}"/>
                  </a:ext>
                </a:extLst>
              </p:cNvPr>
              <p:cNvPicPr/>
              <p:nvPr/>
            </p:nvPicPr>
            <p:blipFill>
              <a:blip r:embed="rId26"/>
              <a:stretch>
                <a:fillRect/>
              </a:stretch>
            </p:blipFill>
            <p:spPr>
              <a:xfrm>
                <a:off x="2776265" y="2425164"/>
                <a:ext cx="10224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43" name="Ink 42">
                <a:extLst>
                  <a:ext uri="{FF2B5EF4-FFF2-40B4-BE49-F238E27FC236}">
                    <a16:creationId xmlns:a16="http://schemas.microsoft.com/office/drawing/2014/main" id="{DE5C4AFE-6B18-F985-D48A-C1E82CE8FD29}"/>
                  </a:ext>
                </a:extLst>
              </p14:cNvPr>
              <p14:cNvContentPartPr/>
              <p14:nvPr/>
            </p14:nvContentPartPr>
            <p14:xfrm>
              <a:off x="2895425" y="2364324"/>
              <a:ext cx="30240" cy="165600"/>
            </p14:xfrm>
          </p:contentPart>
        </mc:Choice>
        <mc:Fallback>
          <p:pic>
            <p:nvPicPr>
              <p:cNvPr id="43" name="Ink 42">
                <a:extLst>
                  <a:ext uri="{FF2B5EF4-FFF2-40B4-BE49-F238E27FC236}">
                    <a16:creationId xmlns:a16="http://schemas.microsoft.com/office/drawing/2014/main" id="{DE5C4AFE-6B18-F985-D48A-C1E82CE8FD29}"/>
                  </a:ext>
                </a:extLst>
              </p:cNvPr>
              <p:cNvPicPr/>
              <p:nvPr/>
            </p:nvPicPr>
            <p:blipFill>
              <a:blip r:embed="rId28"/>
              <a:stretch>
                <a:fillRect/>
              </a:stretch>
            </p:blipFill>
            <p:spPr>
              <a:xfrm>
                <a:off x="2884625" y="2353884"/>
                <a:ext cx="51480" cy="18684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44" name="Ink 43">
                <a:extLst>
                  <a:ext uri="{FF2B5EF4-FFF2-40B4-BE49-F238E27FC236}">
                    <a16:creationId xmlns:a16="http://schemas.microsoft.com/office/drawing/2014/main" id="{2F190B50-3A01-56F0-029E-7D02A145D8EB}"/>
                  </a:ext>
                </a:extLst>
              </p14:cNvPr>
              <p14:cNvContentPartPr/>
              <p14:nvPr/>
            </p14:nvContentPartPr>
            <p14:xfrm>
              <a:off x="2888585" y="2429124"/>
              <a:ext cx="48960" cy="51120"/>
            </p14:xfrm>
          </p:contentPart>
        </mc:Choice>
        <mc:Fallback>
          <p:pic>
            <p:nvPicPr>
              <p:cNvPr id="44" name="Ink 43">
                <a:extLst>
                  <a:ext uri="{FF2B5EF4-FFF2-40B4-BE49-F238E27FC236}">
                    <a16:creationId xmlns:a16="http://schemas.microsoft.com/office/drawing/2014/main" id="{2F190B50-3A01-56F0-029E-7D02A145D8EB}"/>
                  </a:ext>
                </a:extLst>
              </p:cNvPr>
              <p:cNvPicPr/>
              <p:nvPr/>
            </p:nvPicPr>
            <p:blipFill>
              <a:blip r:embed="rId30"/>
              <a:stretch>
                <a:fillRect/>
              </a:stretch>
            </p:blipFill>
            <p:spPr>
              <a:xfrm>
                <a:off x="2877785" y="2418324"/>
                <a:ext cx="7020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45" name="Ink 44">
                <a:extLst>
                  <a:ext uri="{FF2B5EF4-FFF2-40B4-BE49-F238E27FC236}">
                    <a16:creationId xmlns:a16="http://schemas.microsoft.com/office/drawing/2014/main" id="{0E50C539-D77E-216E-0482-1774F5D0B4F7}"/>
                  </a:ext>
                </a:extLst>
              </p14:cNvPr>
              <p14:cNvContentPartPr/>
              <p14:nvPr/>
            </p14:nvContentPartPr>
            <p14:xfrm>
              <a:off x="2948705" y="2385204"/>
              <a:ext cx="65160" cy="127440"/>
            </p14:xfrm>
          </p:contentPart>
        </mc:Choice>
        <mc:Fallback>
          <p:pic>
            <p:nvPicPr>
              <p:cNvPr id="45" name="Ink 44">
                <a:extLst>
                  <a:ext uri="{FF2B5EF4-FFF2-40B4-BE49-F238E27FC236}">
                    <a16:creationId xmlns:a16="http://schemas.microsoft.com/office/drawing/2014/main" id="{0E50C539-D77E-216E-0482-1774F5D0B4F7}"/>
                  </a:ext>
                </a:extLst>
              </p:cNvPr>
              <p:cNvPicPr/>
              <p:nvPr/>
            </p:nvPicPr>
            <p:blipFill>
              <a:blip r:embed="rId32"/>
              <a:stretch>
                <a:fillRect/>
              </a:stretch>
            </p:blipFill>
            <p:spPr>
              <a:xfrm>
                <a:off x="2937905" y="2374404"/>
                <a:ext cx="8640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46" name="Ink 45">
                <a:extLst>
                  <a:ext uri="{FF2B5EF4-FFF2-40B4-BE49-F238E27FC236}">
                    <a16:creationId xmlns:a16="http://schemas.microsoft.com/office/drawing/2014/main" id="{9E224BE8-9DFB-DDE2-AC75-84C806ADE62B}"/>
                  </a:ext>
                </a:extLst>
              </p14:cNvPr>
              <p14:cNvContentPartPr/>
              <p14:nvPr/>
            </p14:nvContentPartPr>
            <p14:xfrm>
              <a:off x="3027185" y="2412924"/>
              <a:ext cx="39600" cy="87480"/>
            </p14:xfrm>
          </p:contentPart>
        </mc:Choice>
        <mc:Fallback>
          <p:pic>
            <p:nvPicPr>
              <p:cNvPr id="46" name="Ink 45">
                <a:extLst>
                  <a:ext uri="{FF2B5EF4-FFF2-40B4-BE49-F238E27FC236}">
                    <a16:creationId xmlns:a16="http://schemas.microsoft.com/office/drawing/2014/main" id="{9E224BE8-9DFB-DDE2-AC75-84C806ADE62B}"/>
                  </a:ext>
                </a:extLst>
              </p:cNvPr>
              <p:cNvPicPr/>
              <p:nvPr/>
            </p:nvPicPr>
            <p:blipFill>
              <a:blip r:embed="rId34"/>
              <a:stretch>
                <a:fillRect/>
              </a:stretch>
            </p:blipFill>
            <p:spPr>
              <a:xfrm>
                <a:off x="3016385" y="2402124"/>
                <a:ext cx="60840" cy="10872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47" name="Ink 46">
                <a:extLst>
                  <a:ext uri="{FF2B5EF4-FFF2-40B4-BE49-F238E27FC236}">
                    <a16:creationId xmlns:a16="http://schemas.microsoft.com/office/drawing/2014/main" id="{E8C23B7B-0514-857A-E8A3-E893EFF2025B}"/>
                  </a:ext>
                </a:extLst>
              </p14:cNvPr>
              <p14:cNvContentPartPr/>
              <p14:nvPr/>
            </p14:nvContentPartPr>
            <p14:xfrm>
              <a:off x="3066425" y="2396724"/>
              <a:ext cx="67320" cy="135360"/>
            </p14:xfrm>
          </p:contentPart>
        </mc:Choice>
        <mc:Fallback>
          <p:pic>
            <p:nvPicPr>
              <p:cNvPr id="47" name="Ink 46">
                <a:extLst>
                  <a:ext uri="{FF2B5EF4-FFF2-40B4-BE49-F238E27FC236}">
                    <a16:creationId xmlns:a16="http://schemas.microsoft.com/office/drawing/2014/main" id="{E8C23B7B-0514-857A-E8A3-E893EFF2025B}"/>
                  </a:ext>
                </a:extLst>
              </p:cNvPr>
              <p:cNvPicPr/>
              <p:nvPr/>
            </p:nvPicPr>
            <p:blipFill>
              <a:blip r:embed="rId36"/>
              <a:stretch>
                <a:fillRect/>
              </a:stretch>
            </p:blipFill>
            <p:spPr>
              <a:xfrm>
                <a:off x="3055625" y="2385924"/>
                <a:ext cx="8856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48" name="Ink 47">
                <a:extLst>
                  <a:ext uri="{FF2B5EF4-FFF2-40B4-BE49-F238E27FC236}">
                    <a16:creationId xmlns:a16="http://schemas.microsoft.com/office/drawing/2014/main" id="{37BD7384-B879-9910-D6A9-1B57D8A0253C}"/>
                  </a:ext>
                </a:extLst>
              </p14:cNvPr>
              <p14:cNvContentPartPr/>
              <p14:nvPr/>
            </p14:nvContentPartPr>
            <p14:xfrm>
              <a:off x="3147065" y="2417604"/>
              <a:ext cx="2520" cy="77760"/>
            </p14:xfrm>
          </p:contentPart>
        </mc:Choice>
        <mc:Fallback>
          <p:pic>
            <p:nvPicPr>
              <p:cNvPr id="48" name="Ink 47">
                <a:extLst>
                  <a:ext uri="{FF2B5EF4-FFF2-40B4-BE49-F238E27FC236}">
                    <a16:creationId xmlns:a16="http://schemas.microsoft.com/office/drawing/2014/main" id="{37BD7384-B879-9910-D6A9-1B57D8A0253C}"/>
                  </a:ext>
                </a:extLst>
              </p:cNvPr>
              <p:cNvPicPr/>
              <p:nvPr/>
            </p:nvPicPr>
            <p:blipFill>
              <a:blip r:embed="rId38"/>
              <a:stretch>
                <a:fillRect/>
              </a:stretch>
            </p:blipFill>
            <p:spPr>
              <a:xfrm>
                <a:off x="3136625" y="2406804"/>
                <a:ext cx="23760" cy="990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49" name="Ink 48">
                <a:extLst>
                  <a:ext uri="{FF2B5EF4-FFF2-40B4-BE49-F238E27FC236}">
                    <a16:creationId xmlns:a16="http://schemas.microsoft.com/office/drawing/2014/main" id="{25054DD8-4522-4168-091E-F7FE07E17A94}"/>
                  </a:ext>
                </a:extLst>
              </p14:cNvPr>
              <p14:cNvContentPartPr/>
              <p14:nvPr/>
            </p14:nvContentPartPr>
            <p14:xfrm>
              <a:off x="3147065" y="2389884"/>
              <a:ext cx="7200" cy="11520"/>
            </p14:xfrm>
          </p:contentPart>
        </mc:Choice>
        <mc:Fallback>
          <p:pic>
            <p:nvPicPr>
              <p:cNvPr id="49" name="Ink 48">
                <a:extLst>
                  <a:ext uri="{FF2B5EF4-FFF2-40B4-BE49-F238E27FC236}">
                    <a16:creationId xmlns:a16="http://schemas.microsoft.com/office/drawing/2014/main" id="{25054DD8-4522-4168-091E-F7FE07E17A94}"/>
                  </a:ext>
                </a:extLst>
              </p:cNvPr>
              <p:cNvPicPr/>
              <p:nvPr/>
            </p:nvPicPr>
            <p:blipFill>
              <a:blip r:embed="rId40"/>
              <a:stretch>
                <a:fillRect/>
              </a:stretch>
            </p:blipFill>
            <p:spPr>
              <a:xfrm>
                <a:off x="3136625" y="2379444"/>
                <a:ext cx="28440" cy="327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50" name="Ink 49">
                <a:extLst>
                  <a:ext uri="{FF2B5EF4-FFF2-40B4-BE49-F238E27FC236}">
                    <a16:creationId xmlns:a16="http://schemas.microsoft.com/office/drawing/2014/main" id="{398EF796-55E7-C447-F5E9-97BAC49D70F5}"/>
                  </a:ext>
                </a:extLst>
              </p14:cNvPr>
              <p14:cNvContentPartPr/>
              <p14:nvPr/>
            </p14:nvContentPartPr>
            <p14:xfrm>
              <a:off x="3197825" y="2394204"/>
              <a:ext cx="39600" cy="124920"/>
            </p14:xfrm>
          </p:contentPart>
        </mc:Choice>
        <mc:Fallback>
          <p:pic>
            <p:nvPicPr>
              <p:cNvPr id="50" name="Ink 49">
                <a:extLst>
                  <a:ext uri="{FF2B5EF4-FFF2-40B4-BE49-F238E27FC236}">
                    <a16:creationId xmlns:a16="http://schemas.microsoft.com/office/drawing/2014/main" id="{398EF796-55E7-C447-F5E9-97BAC49D70F5}"/>
                  </a:ext>
                </a:extLst>
              </p:cNvPr>
              <p:cNvPicPr/>
              <p:nvPr/>
            </p:nvPicPr>
            <p:blipFill>
              <a:blip r:embed="rId42"/>
              <a:stretch>
                <a:fillRect/>
              </a:stretch>
            </p:blipFill>
            <p:spPr>
              <a:xfrm>
                <a:off x="3187385" y="2383764"/>
                <a:ext cx="6084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51" name="Ink 50">
                <a:extLst>
                  <a:ext uri="{FF2B5EF4-FFF2-40B4-BE49-F238E27FC236}">
                    <a16:creationId xmlns:a16="http://schemas.microsoft.com/office/drawing/2014/main" id="{4F926702-39F6-AFAA-9733-89FCE96D43C3}"/>
                  </a:ext>
                </a:extLst>
              </p14:cNvPr>
              <p14:cNvContentPartPr/>
              <p14:nvPr/>
            </p14:nvContentPartPr>
            <p14:xfrm>
              <a:off x="3253265" y="2405724"/>
              <a:ext cx="72000" cy="107640"/>
            </p14:xfrm>
          </p:contentPart>
        </mc:Choice>
        <mc:Fallback>
          <p:pic>
            <p:nvPicPr>
              <p:cNvPr id="51" name="Ink 50">
                <a:extLst>
                  <a:ext uri="{FF2B5EF4-FFF2-40B4-BE49-F238E27FC236}">
                    <a16:creationId xmlns:a16="http://schemas.microsoft.com/office/drawing/2014/main" id="{4F926702-39F6-AFAA-9733-89FCE96D43C3}"/>
                  </a:ext>
                </a:extLst>
              </p:cNvPr>
              <p:cNvPicPr/>
              <p:nvPr/>
            </p:nvPicPr>
            <p:blipFill>
              <a:blip r:embed="rId44"/>
              <a:stretch>
                <a:fillRect/>
              </a:stretch>
            </p:blipFill>
            <p:spPr>
              <a:xfrm>
                <a:off x="3242825" y="2395284"/>
                <a:ext cx="9324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52" name="Ink 51">
                <a:extLst>
                  <a:ext uri="{FF2B5EF4-FFF2-40B4-BE49-F238E27FC236}">
                    <a16:creationId xmlns:a16="http://schemas.microsoft.com/office/drawing/2014/main" id="{DDB156ED-6321-D7C7-08CA-E931CC75FB2F}"/>
                  </a:ext>
                </a:extLst>
              </p14:cNvPr>
              <p14:cNvContentPartPr/>
              <p14:nvPr/>
            </p14:nvContentPartPr>
            <p14:xfrm>
              <a:off x="3324905" y="2367924"/>
              <a:ext cx="46440" cy="153360"/>
            </p14:xfrm>
          </p:contentPart>
        </mc:Choice>
        <mc:Fallback>
          <p:pic>
            <p:nvPicPr>
              <p:cNvPr id="52" name="Ink 51">
                <a:extLst>
                  <a:ext uri="{FF2B5EF4-FFF2-40B4-BE49-F238E27FC236}">
                    <a16:creationId xmlns:a16="http://schemas.microsoft.com/office/drawing/2014/main" id="{DDB156ED-6321-D7C7-08CA-E931CC75FB2F}"/>
                  </a:ext>
                </a:extLst>
              </p:cNvPr>
              <p:cNvPicPr/>
              <p:nvPr/>
            </p:nvPicPr>
            <p:blipFill>
              <a:blip r:embed="rId46"/>
              <a:stretch>
                <a:fillRect/>
              </a:stretch>
            </p:blipFill>
            <p:spPr>
              <a:xfrm>
                <a:off x="3314465" y="2357124"/>
                <a:ext cx="6768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53" name="Ink 52">
                <a:extLst>
                  <a:ext uri="{FF2B5EF4-FFF2-40B4-BE49-F238E27FC236}">
                    <a16:creationId xmlns:a16="http://schemas.microsoft.com/office/drawing/2014/main" id="{0591E690-FE41-852D-D195-F368FC316727}"/>
                  </a:ext>
                </a:extLst>
              </p14:cNvPr>
              <p14:cNvContentPartPr/>
              <p14:nvPr/>
            </p14:nvContentPartPr>
            <p14:xfrm>
              <a:off x="2791385" y="2646564"/>
              <a:ext cx="74160" cy="131400"/>
            </p14:xfrm>
          </p:contentPart>
        </mc:Choice>
        <mc:Fallback>
          <p:pic>
            <p:nvPicPr>
              <p:cNvPr id="53" name="Ink 52">
                <a:extLst>
                  <a:ext uri="{FF2B5EF4-FFF2-40B4-BE49-F238E27FC236}">
                    <a16:creationId xmlns:a16="http://schemas.microsoft.com/office/drawing/2014/main" id="{0591E690-FE41-852D-D195-F368FC316727}"/>
                  </a:ext>
                </a:extLst>
              </p:cNvPr>
              <p:cNvPicPr/>
              <p:nvPr/>
            </p:nvPicPr>
            <p:blipFill>
              <a:blip r:embed="rId48"/>
              <a:stretch>
                <a:fillRect/>
              </a:stretch>
            </p:blipFill>
            <p:spPr>
              <a:xfrm>
                <a:off x="2780945" y="2635764"/>
                <a:ext cx="9540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54" name="Ink 53">
                <a:extLst>
                  <a:ext uri="{FF2B5EF4-FFF2-40B4-BE49-F238E27FC236}">
                    <a16:creationId xmlns:a16="http://schemas.microsoft.com/office/drawing/2014/main" id="{C756DC02-3079-3AA7-7D77-AF31D806C06E}"/>
                  </a:ext>
                </a:extLst>
              </p14:cNvPr>
              <p14:cNvContentPartPr/>
              <p14:nvPr/>
            </p14:nvContentPartPr>
            <p14:xfrm>
              <a:off x="2823785" y="2658804"/>
              <a:ext cx="88200" cy="84240"/>
            </p14:xfrm>
          </p:contentPart>
        </mc:Choice>
        <mc:Fallback>
          <p:pic>
            <p:nvPicPr>
              <p:cNvPr id="54" name="Ink 53">
                <a:extLst>
                  <a:ext uri="{FF2B5EF4-FFF2-40B4-BE49-F238E27FC236}">
                    <a16:creationId xmlns:a16="http://schemas.microsoft.com/office/drawing/2014/main" id="{C756DC02-3079-3AA7-7D77-AF31D806C06E}"/>
                  </a:ext>
                </a:extLst>
              </p:cNvPr>
              <p:cNvPicPr/>
              <p:nvPr/>
            </p:nvPicPr>
            <p:blipFill>
              <a:blip r:embed="rId50"/>
              <a:stretch>
                <a:fillRect/>
              </a:stretch>
            </p:blipFill>
            <p:spPr>
              <a:xfrm>
                <a:off x="2813345" y="2648364"/>
                <a:ext cx="10944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55" name="Ink 54">
                <a:extLst>
                  <a:ext uri="{FF2B5EF4-FFF2-40B4-BE49-F238E27FC236}">
                    <a16:creationId xmlns:a16="http://schemas.microsoft.com/office/drawing/2014/main" id="{1C302A08-9A0F-B22D-3DDD-D3EE87EB746C}"/>
                  </a:ext>
                </a:extLst>
              </p14:cNvPr>
              <p14:cNvContentPartPr/>
              <p14:nvPr/>
            </p14:nvContentPartPr>
            <p14:xfrm>
              <a:off x="2913785" y="2660244"/>
              <a:ext cx="74160" cy="88200"/>
            </p14:xfrm>
          </p:contentPart>
        </mc:Choice>
        <mc:Fallback>
          <p:pic>
            <p:nvPicPr>
              <p:cNvPr id="55" name="Ink 54">
                <a:extLst>
                  <a:ext uri="{FF2B5EF4-FFF2-40B4-BE49-F238E27FC236}">
                    <a16:creationId xmlns:a16="http://schemas.microsoft.com/office/drawing/2014/main" id="{1C302A08-9A0F-B22D-3DDD-D3EE87EB746C}"/>
                  </a:ext>
                </a:extLst>
              </p:cNvPr>
              <p:cNvPicPr/>
              <p:nvPr/>
            </p:nvPicPr>
            <p:blipFill>
              <a:blip r:embed="rId52"/>
              <a:stretch>
                <a:fillRect/>
              </a:stretch>
            </p:blipFill>
            <p:spPr>
              <a:xfrm>
                <a:off x="2903345" y="2649444"/>
                <a:ext cx="95400" cy="10944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56" name="Ink 55">
                <a:extLst>
                  <a:ext uri="{FF2B5EF4-FFF2-40B4-BE49-F238E27FC236}">
                    <a16:creationId xmlns:a16="http://schemas.microsoft.com/office/drawing/2014/main" id="{6C25902C-AA36-6BFF-B57C-FA6E1F95D8C3}"/>
                  </a:ext>
                </a:extLst>
              </p14:cNvPr>
              <p14:cNvContentPartPr/>
              <p14:nvPr/>
            </p14:nvContentPartPr>
            <p14:xfrm>
              <a:off x="3117185" y="2639004"/>
              <a:ext cx="132120" cy="144720"/>
            </p14:xfrm>
          </p:contentPart>
        </mc:Choice>
        <mc:Fallback>
          <p:pic>
            <p:nvPicPr>
              <p:cNvPr id="56" name="Ink 55">
                <a:extLst>
                  <a:ext uri="{FF2B5EF4-FFF2-40B4-BE49-F238E27FC236}">
                    <a16:creationId xmlns:a16="http://schemas.microsoft.com/office/drawing/2014/main" id="{6C25902C-AA36-6BFF-B57C-FA6E1F95D8C3}"/>
                  </a:ext>
                </a:extLst>
              </p:cNvPr>
              <p:cNvPicPr/>
              <p:nvPr/>
            </p:nvPicPr>
            <p:blipFill>
              <a:blip r:embed="rId54"/>
              <a:stretch>
                <a:fillRect/>
              </a:stretch>
            </p:blipFill>
            <p:spPr>
              <a:xfrm>
                <a:off x="3106385" y="2628204"/>
                <a:ext cx="15336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57" name="Ink 56">
                <a:extLst>
                  <a:ext uri="{FF2B5EF4-FFF2-40B4-BE49-F238E27FC236}">
                    <a16:creationId xmlns:a16="http://schemas.microsoft.com/office/drawing/2014/main" id="{4083091F-85C4-69B2-4D78-E85EF4879554}"/>
                  </a:ext>
                </a:extLst>
              </p14:cNvPr>
              <p14:cNvContentPartPr/>
              <p14:nvPr/>
            </p14:nvContentPartPr>
            <p14:xfrm>
              <a:off x="3248585" y="2666724"/>
              <a:ext cx="41760" cy="71640"/>
            </p14:xfrm>
          </p:contentPart>
        </mc:Choice>
        <mc:Fallback>
          <p:pic>
            <p:nvPicPr>
              <p:cNvPr id="57" name="Ink 56">
                <a:extLst>
                  <a:ext uri="{FF2B5EF4-FFF2-40B4-BE49-F238E27FC236}">
                    <a16:creationId xmlns:a16="http://schemas.microsoft.com/office/drawing/2014/main" id="{4083091F-85C4-69B2-4D78-E85EF4879554}"/>
                  </a:ext>
                </a:extLst>
              </p:cNvPr>
              <p:cNvPicPr/>
              <p:nvPr/>
            </p:nvPicPr>
            <p:blipFill>
              <a:blip r:embed="rId56"/>
              <a:stretch>
                <a:fillRect/>
              </a:stretch>
            </p:blipFill>
            <p:spPr>
              <a:xfrm>
                <a:off x="3238145" y="2656284"/>
                <a:ext cx="6300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58" name="Ink 57">
                <a:extLst>
                  <a:ext uri="{FF2B5EF4-FFF2-40B4-BE49-F238E27FC236}">
                    <a16:creationId xmlns:a16="http://schemas.microsoft.com/office/drawing/2014/main" id="{245E7CE3-EE35-B6E7-623A-16BE5C012A56}"/>
                  </a:ext>
                </a:extLst>
              </p14:cNvPr>
              <p14:cNvContentPartPr/>
              <p14:nvPr/>
            </p14:nvContentPartPr>
            <p14:xfrm>
              <a:off x="3301865" y="2615964"/>
              <a:ext cx="76680" cy="164160"/>
            </p14:xfrm>
          </p:contentPart>
        </mc:Choice>
        <mc:Fallback>
          <p:pic>
            <p:nvPicPr>
              <p:cNvPr id="58" name="Ink 57">
                <a:extLst>
                  <a:ext uri="{FF2B5EF4-FFF2-40B4-BE49-F238E27FC236}">
                    <a16:creationId xmlns:a16="http://schemas.microsoft.com/office/drawing/2014/main" id="{245E7CE3-EE35-B6E7-623A-16BE5C012A56}"/>
                  </a:ext>
                </a:extLst>
              </p:cNvPr>
              <p:cNvPicPr/>
              <p:nvPr/>
            </p:nvPicPr>
            <p:blipFill>
              <a:blip r:embed="rId58"/>
              <a:stretch>
                <a:fillRect/>
              </a:stretch>
            </p:blipFill>
            <p:spPr>
              <a:xfrm>
                <a:off x="3291065" y="2605524"/>
                <a:ext cx="97920"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59" name="Ink 58">
                <a:extLst>
                  <a:ext uri="{FF2B5EF4-FFF2-40B4-BE49-F238E27FC236}">
                    <a16:creationId xmlns:a16="http://schemas.microsoft.com/office/drawing/2014/main" id="{05A8FD79-3B5C-A6B7-9B9D-8458585EDBBE}"/>
                  </a:ext>
                </a:extLst>
              </p14:cNvPr>
              <p14:cNvContentPartPr/>
              <p14:nvPr/>
            </p14:nvContentPartPr>
            <p14:xfrm>
              <a:off x="3391865" y="2648724"/>
              <a:ext cx="16560" cy="108000"/>
            </p14:xfrm>
          </p:contentPart>
        </mc:Choice>
        <mc:Fallback>
          <p:pic>
            <p:nvPicPr>
              <p:cNvPr id="59" name="Ink 58">
                <a:extLst>
                  <a:ext uri="{FF2B5EF4-FFF2-40B4-BE49-F238E27FC236}">
                    <a16:creationId xmlns:a16="http://schemas.microsoft.com/office/drawing/2014/main" id="{05A8FD79-3B5C-A6B7-9B9D-8458585EDBBE}"/>
                  </a:ext>
                </a:extLst>
              </p:cNvPr>
              <p:cNvPicPr/>
              <p:nvPr/>
            </p:nvPicPr>
            <p:blipFill>
              <a:blip r:embed="rId60"/>
              <a:stretch>
                <a:fillRect/>
              </a:stretch>
            </p:blipFill>
            <p:spPr>
              <a:xfrm>
                <a:off x="3381425" y="2637924"/>
                <a:ext cx="3780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60" name="Ink 59">
                <a:extLst>
                  <a:ext uri="{FF2B5EF4-FFF2-40B4-BE49-F238E27FC236}">
                    <a16:creationId xmlns:a16="http://schemas.microsoft.com/office/drawing/2014/main" id="{8138D2F5-209D-7672-9155-6F9D222D5B9C}"/>
                  </a:ext>
                </a:extLst>
              </p14:cNvPr>
              <p14:cNvContentPartPr/>
              <p14:nvPr/>
            </p14:nvContentPartPr>
            <p14:xfrm>
              <a:off x="3440465" y="2643684"/>
              <a:ext cx="39600" cy="127080"/>
            </p14:xfrm>
          </p:contentPart>
        </mc:Choice>
        <mc:Fallback>
          <p:pic>
            <p:nvPicPr>
              <p:cNvPr id="60" name="Ink 59">
                <a:extLst>
                  <a:ext uri="{FF2B5EF4-FFF2-40B4-BE49-F238E27FC236}">
                    <a16:creationId xmlns:a16="http://schemas.microsoft.com/office/drawing/2014/main" id="{8138D2F5-209D-7672-9155-6F9D222D5B9C}"/>
                  </a:ext>
                </a:extLst>
              </p:cNvPr>
              <p:cNvPicPr/>
              <p:nvPr/>
            </p:nvPicPr>
            <p:blipFill>
              <a:blip r:embed="rId62"/>
              <a:stretch>
                <a:fillRect/>
              </a:stretch>
            </p:blipFill>
            <p:spPr>
              <a:xfrm>
                <a:off x="3429665" y="2633244"/>
                <a:ext cx="6084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61" name="Ink 60">
                <a:extLst>
                  <a:ext uri="{FF2B5EF4-FFF2-40B4-BE49-F238E27FC236}">
                    <a16:creationId xmlns:a16="http://schemas.microsoft.com/office/drawing/2014/main" id="{F381D155-9CDC-1097-ABF7-2E875639493A}"/>
                  </a:ext>
                </a:extLst>
              </p14:cNvPr>
              <p14:cNvContentPartPr/>
              <p14:nvPr/>
            </p14:nvContentPartPr>
            <p14:xfrm>
              <a:off x="3435785" y="2682924"/>
              <a:ext cx="46440" cy="51120"/>
            </p14:xfrm>
          </p:contentPart>
        </mc:Choice>
        <mc:Fallback>
          <p:pic>
            <p:nvPicPr>
              <p:cNvPr id="61" name="Ink 60">
                <a:extLst>
                  <a:ext uri="{FF2B5EF4-FFF2-40B4-BE49-F238E27FC236}">
                    <a16:creationId xmlns:a16="http://schemas.microsoft.com/office/drawing/2014/main" id="{F381D155-9CDC-1097-ABF7-2E875639493A}"/>
                  </a:ext>
                </a:extLst>
              </p:cNvPr>
              <p:cNvPicPr/>
              <p:nvPr/>
            </p:nvPicPr>
            <p:blipFill>
              <a:blip r:embed="rId64"/>
              <a:stretch>
                <a:fillRect/>
              </a:stretch>
            </p:blipFill>
            <p:spPr>
              <a:xfrm>
                <a:off x="3424985" y="2672484"/>
                <a:ext cx="6768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62" name="Ink 61">
                <a:extLst>
                  <a:ext uri="{FF2B5EF4-FFF2-40B4-BE49-F238E27FC236}">
                    <a16:creationId xmlns:a16="http://schemas.microsoft.com/office/drawing/2014/main" id="{02E95CD7-DBA2-6FB4-1685-5B987252B6EC}"/>
                  </a:ext>
                </a:extLst>
              </p14:cNvPr>
              <p14:cNvContentPartPr/>
              <p14:nvPr/>
            </p14:nvContentPartPr>
            <p14:xfrm>
              <a:off x="3484385" y="2685444"/>
              <a:ext cx="34920" cy="9720"/>
            </p14:xfrm>
          </p:contentPart>
        </mc:Choice>
        <mc:Fallback>
          <p:pic>
            <p:nvPicPr>
              <p:cNvPr id="62" name="Ink 61">
                <a:extLst>
                  <a:ext uri="{FF2B5EF4-FFF2-40B4-BE49-F238E27FC236}">
                    <a16:creationId xmlns:a16="http://schemas.microsoft.com/office/drawing/2014/main" id="{02E95CD7-DBA2-6FB4-1685-5B987252B6EC}"/>
                  </a:ext>
                </a:extLst>
              </p:cNvPr>
              <p:cNvPicPr/>
              <p:nvPr/>
            </p:nvPicPr>
            <p:blipFill>
              <a:blip r:embed="rId66"/>
              <a:stretch>
                <a:fillRect/>
              </a:stretch>
            </p:blipFill>
            <p:spPr>
              <a:xfrm>
                <a:off x="3473585" y="2674644"/>
                <a:ext cx="56160" cy="3096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63" name="Ink 62">
                <a:extLst>
                  <a:ext uri="{FF2B5EF4-FFF2-40B4-BE49-F238E27FC236}">
                    <a16:creationId xmlns:a16="http://schemas.microsoft.com/office/drawing/2014/main" id="{6E3B09FF-2019-6B92-0FAC-AA92EEF846DD}"/>
                  </a:ext>
                </a:extLst>
              </p14:cNvPr>
              <p14:cNvContentPartPr/>
              <p14:nvPr/>
            </p14:nvContentPartPr>
            <p14:xfrm>
              <a:off x="3521105" y="2662044"/>
              <a:ext cx="5040" cy="155160"/>
            </p14:xfrm>
          </p:contentPart>
        </mc:Choice>
        <mc:Fallback>
          <p:pic>
            <p:nvPicPr>
              <p:cNvPr id="63" name="Ink 62">
                <a:extLst>
                  <a:ext uri="{FF2B5EF4-FFF2-40B4-BE49-F238E27FC236}">
                    <a16:creationId xmlns:a16="http://schemas.microsoft.com/office/drawing/2014/main" id="{6E3B09FF-2019-6B92-0FAC-AA92EEF846DD}"/>
                  </a:ext>
                </a:extLst>
              </p:cNvPr>
              <p:cNvPicPr/>
              <p:nvPr/>
            </p:nvPicPr>
            <p:blipFill>
              <a:blip r:embed="rId68"/>
              <a:stretch>
                <a:fillRect/>
              </a:stretch>
            </p:blipFill>
            <p:spPr>
              <a:xfrm>
                <a:off x="3510665" y="2651604"/>
                <a:ext cx="2628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72758" name="Ink 72757">
                <a:extLst>
                  <a:ext uri="{FF2B5EF4-FFF2-40B4-BE49-F238E27FC236}">
                    <a16:creationId xmlns:a16="http://schemas.microsoft.com/office/drawing/2014/main" id="{C2CC5463-1683-73A4-492E-75AF9ED3477B}"/>
                  </a:ext>
                </a:extLst>
              </p14:cNvPr>
              <p14:cNvContentPartPr/>
              <p14:nvPr/>
            </p14:nvContentPartPr>
            <p14:xfrm>
              <a:off x="8612836" y="2394385"/>
              <a:ext cx="1491840" cy="547560"/>
            </p14:xfrm>
          </p:contentPart>
        </mc:Choice>
        <mc:Fallback>
          <p:pic>
            <p:nvPicPr>
              <p:cNvPr id="72758" name="Ink 72757">
                <a:extLst>
                  <a:ext uri="{FF2B5EF4-FFF2-40B4-BE49-F238E27FC236}">
                    <a16:creationId xmlns:a16="http://schemas.microsoft.com/office/drawing/2014/main" id="{C2CC5463-1683-73A4-492E-75AF9ED3477B}"/>
                  </a:ext>
                </a:extLst>
              </p:cNvPr>
              <p:cNvPicPr/>
              <p:nvPr/>
            </p:nvPicPr>
            <p:blipFill>
              <a:blip r:embed="rId70"/>
              <a:stretch>
                <a:fillRect/>
              </a:stretch>
            </p:blipFill>
            <p:spPr>
              <a:xfrm>
                <a:off x="8602039" y="2383585"/>
                <a:ext cx="1513075" cy="568800"/>
              </a:xfrm>
              <a:prstGeom prst="rect">
                <a:avLst/>
              </a:prstGeom>
            </p:spPr>
          </p:pic>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52BDF-829B-0D35-B705-D40A34F7D8EB}"/>
              </a:ext>
            </a:extLst>
          </p:cNvPr>
          <p:cNvSpPr>
            <a:spLocks noGrp="1"/>
          </p:cNvSpPr>
          <p:nvPr>
            <p:ph type="title"/>
          </p:nvPr>
        </p:nvSpPr>
        <p:spPr/>
        <p:txBody>
          <a:bodyPr/>
          <a:lstStyle/>
          <a:p>
            <a:r>
              <a:rPr lang="en-US" dirty="0">
                <a:latin typeface="Arial Nova"/>
              </a:rPr>
              <a:t>Some Security Terms</a:t>
            </a:r>
            <a:endParaRPr lang="en-US" dirty="0"/>
          </a:p>
        </p:txBody>
      </p:sp>
      <p:sp>
        <p:nvSpPr>
          <p:cNvPr id="4" name="Content Placeholder 3">
            <a:extLst>
              <a:ext uri="{FF2B5EF4-FFF2-40B4-BE49-F238E27FC236}">
                <a16:creationId xmlns:a16="http://schemas.microsoft.com/office/drawing/2014/main" id="{4A76C40A-E414-0E3C-CAFE-2909B446C273}"/>
              </a:ext>
            </a:extLst>
          </p:cNvPr>
          <p:cNvSpPr>
            <a:spLocks noGrp="1"/>
          </p:cNvSpPr>
          <p:nvPr>
            <p:ph idx="1"/>
          </p:nvPr>
        </p:nvSpPr>
        <p:spPr/>
        <p:txBody>
          <a:bodyPr vert="horz" lIns="91440" tIns="45720" rIns="91440" bIns="45720" rtlCol="0" anchor="t">
            <a:normAutofit/>
          </a:bodyPr>
          <a:lstStyle/>
          <a:p>
            <a:r>
              <a:rPr lang="en-US" sz="2000" b="1" dirty="0">
                <a:latin typeface="Arial Nova"/>
              </a:rPr>
              <a:t>Authentication</a:t>
            </a:r>
            <a:r>
              <a:rPr lang="en-US" sz="2000" dirty="0">
                <a:latin typeface="Arial Nova"/>
              </a:rPr>
              <a:t>: the ability of a system to confirm the identity of a sender</a:t>
            </a:r>
            <a:endParaRPr lang="en-US" sz="2000" dirty="0"/>
          </a:p>
          <a:p>
            <a:endParaRPr lang="en-US" sz="2000" dirty="0">
              <a:latin typeface="Arial Nova"/>
            </a:endParaRPr>
          </a:p>
          <a:p>
            <a:r>
              <a:rPr lang="en-US" sz="2000" b="1" dirty="0">
                <a:latin typeface="Arial Nova"/>
              </a:rPr>
              <a:t>Authorization: </a:t>
            </a:r>
            <a:r>
              <a:rPr lang="en-US" sz="2000" dirty="0">
                <a:latin typeface="Arial Nova"/>
              </a:rPr>
              <a:t>the ability of a system to</a:t>
            </a:r>
            <a:r>
              <a:rPr lang="en-US" sz="2000" b="1" dirty="0">
                <a:latin typeface="Arial Nova"/>
              </a:rPr>
              <a:t> </a:t>
            </a:r>
            <a:r>
              <a:rPr lang="en-US" sz="2000" dirty="0">
                <a:latin typeface="Arial Nova"/>
              </a:rPr>
              <a:t>provide correct level of access that a user should have based on their credentials </a:t>
            </a:r>
            <a:endParaRPr lang="en-US" sz="1800" dirty="0">
              <a:latin typeface="Arial Nova"/>
            </a:endParaRPr>
          </a:p>
          <a:p>
            <a:endParaRPr lang="en-US" sz="2000" b="1" dirty="0">
              <a:latin typeface="Arial Nova"/>
            </a:endParaRPr>
          </a:p>
          <a:p>
            <a:r>
              <a:rPr lang="en-US" sz="2000" b="1" dirty="0">
                <a:latin typeface="Arial Nova"/>
              </a:rPr>
              <a:t>Accounting: </a:t>
            </a:r>
            <a:r>
              <a:rPr lang="en-US" sz="2000" dirty="0">
                <a:latin typeface="Arial Nova"/>
              </a:rPr>
              <a:t>the ability of a system to keep track of what users do while they are logged into a system</a:t>
            </a:r>
            <a:r>
              <a:rPr lang="en-US" sz="2000">
                <a:latin typeface="Arial Nova"/>
              </a:rPr>
              <a:t>. </a:t>
            </a:r>
            <a:endParaRPr lang="en-US" sz="2000" dirty="0">
              <a:latin typeface="Arial Nova"/>
            </a:endParaRP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FEE00915-50BD-6EAC-98C3-41F704B435EE}"/>
                  </a:ext>
                </a:extLst>
              </p14:cNvPr>
              <p14:cNvContentPartPr/>
              <p14:nvPr/>
            </p14:nvContentPartPr>
            <p14:xfrm>
              <a:off x="6603840" y="710960"/>
              <a:ext cx="34560" cy="564120"/>
            </p14:xfrm>
          </p:contentPart>
        </mc:Choice>
        <mc:Fallback>
          <p:pic>
            <p:nvPicPr>
              <p:cNvPr id="3" name="Ink 2">
                <a:extLst>
                  <a:ext uri="{FF2B5EF4-FFF2-40B4-BE49-F238E27FC236}">
                    <a16:creationId xmlns:a16="http://schemas.microsoft.com/office/drawing/2014/main" id="{FEE00915-50BD-6EAC-98C3-41F704B435EE}"/>
                  </a:ext>
                </a:extLst>
              </p:cNvPr>
              <p:cNvPicPr/>
              <p:nvPr/>
            </p:nvPicPr>
            <p:blipFill>
              <a:blip r:embed="rId3"/>
              <a:stretch>
                <a:fillRect/>
              </a:stretch>
            </p:blipFill>
            <p:spPr>
              <a:xfrm>
                <a:off x="6593040" y="700520"/>
                <a:ext cx="55800" cy="5853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8" name="Ink 17">
                <a:extLst>
                  <a:ext uri="{FF2B5EF4-FFF2-40B4-BE49-F238E27FC236}">
                    <a16:creationId xmlns:a16="http://schemas.microsoft.com/office/drawing/2014/main" id="{D80C8941-DAAF-2935-BCAD-6009366E0C2B}"/>
                  </a:ext>
                </a:extLst>
              </p14:cNvPr>
              <p14:cNvContentPartPr/>
              <p14:nvPr/>
            </p14:nvContentPartPr>
            <p14:xfrm>
              <a:off x="6370560" y="267800"/>
              <a:ext cx="958680" cy="198720"/>
            </p14:xfrm>
          </p:contentPart>
        </mc:Choice>
        <mc:Fallback>
          <p:pic>
            <p:nvPicPr>
              <p:cNvPr id="18" name="Ink 17">
                <a:extLst>
                  <a:ext uri="{FF2B5EF4-FFF2-40B4-BE49-F238E27FC236}">
                    <a16:creationId xmlns:a16="http://schemas.microsoft.com/office/drawing/2014/main" id="{D80C8941-DAAF-2935-BCAD-6009366E0C2B}"/>
                  </a:ext>
                </a:extLst>
              </p:cNvPr>
              <p:cNvPicPr/>
              <p:nvPr/>
            </p:nvPicPr>
            <p:blipFill>
              <a:blip r:embed="rId5"/>
              <a:stretch>
                <a:fillRect/>
              </a:stretch>
            </p:blipFill>
            <p:spPr>
              <a:xfrm>
                <a:off x="6360120" y="257360"/>
                <a:ext cx="97992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9" name="Ink 28">
                <a:extLst>
                  <a:ext uri="{FF2B5EF4-FFF2-40B4-BE49-F238E27FC236}">
                    <a16:creationId xmlns:a16="http://schemas.microsoft.com/office/drawing/2014/main" id="{7E6B3466-655E-7C39-98EE-6052AE7003D2}"/>
                  </a:ext>
                </a:extLst>
              </p14:cNvPr>
              <p14:cNvContentPartPr/>
              <p14:nvPr/>
            </p14:nvContentPartPr>
            <p14:xfrm>
              <a:off x="6378480" y="497480"/>
              <a:ext cx="569520" cy="167760"/>
            </p14:xfrm>
          </p:contentPart>
        </mc:Choice>
        <mc:Fallback>
          <p:pic>
            <p:nvPicPr>
              <p:cNvPr id="29" name="Ink 28">
                <a:extLst>
                  <a:ext uri="{FF2B5EF4-FFF2-40B4-BE49-F238E27FC236}">
                    <a16:creationId xmlns:a16="http://schemas.microsoft.com/office/drawing/2014/main" id="{7E6B3466-655E-7C39-98EE-6052AE7003D2}"/>
                  </a:ext>
                </a:extLst>
              </p:cNvPr>
              <p:cNvPicPr/>
              <p:nvPr/>
            </p:nvPicPr>
            <p:blipFill>
              <a:blip r:embed="rId7"/>
              <a:stretch>
                <a:fillRect/>
              </a:stretch>
            </p:blipFill>
            <p:spPr>
              <a:xfrm>
                <a:off x="6368040" y="486680"/>
                <a:ext cx="59076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39" name="Ink 38">
                <a:extLst>
                  <a:ext uri="{FF2B5EF4-FFF2-40B4-BE49-F238E27FC236}">
                    <a16:creationId xmlns:a16="http://schemas.microsoft.com/office/drawing/2014/main" id="{0F17C727-472B-93D4-0F65-6BCBD22FB400}"/>
                  </a:ext>
                </a:extLst>
              </p14:cNvPr>
              <p14:cNvContentPartPr/>
              <p14:nvPr/>
            </p14:nvContentPartPr>
            <p14:xfrm>
              <a:off x="7058880" y="443120"/>
              <a:ext cx="806040" cy="169920"/>
            </p14:xfrm>
          </p:contentPart>
        </mc:Choice>
        <mc:Fallback>
          <p:pic>
            <p:nvPicPr>
              <p:cNvPr id="39" name="Ink 38">
                <a:extLst>
                  <a:ext uri="{FF2B5EF4-FFF2-40B4-BE49-F238E27FC236}">
                    <a16:creationId xmlns:a16="http://schemas.microsoft.com/office/drawing/2014/main" id="{0F17C727-472B-93D4-0F65-6BCBD22FB400}"/>
                  </a:ext>
                </a:extLst>
              </p:cNvPr>
              <p:cNvPicPr/>
              <p:nvPr/>
            </p:nvPicPr>
            <p:blipFill>
              <a:blip r:embed="rId9"/>
              <a:stretch>
                <a:fillRect/>
              </a:stretch>
            </p:blipFill>
            <p:spPr>
              <a:xfrm>
                <a:off x="7048085" y="432680"/>
                <a:ext cx="827271" cy="1911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51" name="Ink 50">
                <a:extLst>
                  <a:ext uri="{FF2B5EF4-FFF2-40B4-BE49-F238E27FC236}">
                    <a16:creationId xmlns:a16="http://schemas.microsoft.com/office/drawing/2014/main" id="{CA7C731D-4C8A-8916-E560-26F851044AEA}"/>
                  </a:ext>
                </a:extLst>
              </p14:cNvPr>
              <p14:cNvContentPartPr/>
              <p14:nvPr/>
            </p14:nvContentPartPr>
            <p14:xfrm>
              <a:off x="6924960" y="678560"/>
              <a:ext cx="1059840" cy="164160"/>
            </p14:xfrm>
          </p:contentPart>
        </mc:Choice>
        <mc:Fallback>
          <p:pic>
            <p:nvPicPr>
              <p:cNvPr id="51" name="Ink 50">
                <a:extLst>
                  <a:ext uri="{FF2B5EF4-FFF2-40B4-BE49-F238E27FC236}">
                    <a16:creationId xmlns:a16="http://schemas.microsoft.com/office/drawing/2014/main" id="{CA7C731D-4C8A-8916-E560-26F851044AEA}"/>
                  </a:ext>
                </a:extLst>
              </p:cNvPr>
              <p:cNvPicPr/>
              <p:nvPr/>
            </p:nvPicPr>
            <p:blipFill>
              <a:blip r:embed="rId11"/>
              <a:stretch>
                <a:fillRect/>
              </a:stretch>
            </p:blipFill>
            <p:spPr>
              <a:xfrm>
                <a:off x="6914164" y="668120"/>
                <a:ext cx="1081073" cy="1854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52" name="Ink 51">
                <a:extLst>
                  <a:ext uri="{FF2B5EF4-FFF2-40B4-BE49-F238E27FC236}">
                    <a16:creationId xmlns:a16="http://schemas.microsoft.com/office/drawing/2014/main" id="{4CA2AC38-D63B-50ED-2553-C2AF5EF7F619}"/>
                  </a:ext>
                </a:extLst>
              </p14:cNvPr>
              <p14:cNvContentPartPr/>
              <p14:nvPr/>
            </p14:nvContentPartPr>
            <p14:xfrm>
              <a:off x="5264407" y="1176955"/>
              <a:ext cx="17640" cy="183600"/>
            </p14:xfrm>
          </p:contentPart>
        </mc:Choice>
        <mc:Fallback>
          <p:pic>
            <p:nvPicPr>
              <p:cNvPr id="52" name="Ink 51">
                <a:extLst>
                  <a:ext uri="{FF2B5EF4-FFF2-40B4-BE49-F238E27FC236}">
                    <a16:creationId xmlns:a16="http://schemas.microsoft.com/office/drawing/2014/main" id="{4CA2AC38-D63B-50ED-2553-C2AF5EF7F619}"/>
                  </a:ext>
                </a:extLst>
              </p:cNvPr>
              <p:cNvPicPr/>
              <p:nvPr/>
            </p:nvPicPr>
            <p:blipFill>
              <a:blip r:embed="rId13"/>
              <a:stretch>
                <a:fillRect/>
              </a:stretch>
            </p:blipFill>
            <p:spPr>
              <a:xfrm>
                <a:off x="5253607" y="1166515"/>
                <a:ext cx="38880" cy="2048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53" name="Ink 52">
                <a:extLst>
                  <a:ext uri="{FF2B5EF4-FFF2-40B4-BE49-F238E27FC236}">
                    <a16:creationId xmlns:a16="http://schemas.microsoft.com/office/drawing/2014/main" id="{FB4C8162-56CF-A3A7-06A6-B2A87B1D381C}"/>
                  </a:ext>
                </a:extLst>
              </p14:cNvPr>
              <p14:cNvContentPartPr/>
              <p14:nvPr/>
            </p14:nvContentPartPr>
            <p14:xfrm>
              <a:off x="4592647" y="985435"/>
              <a:ext cx="67320" cy="144720"/>
            </p14:xfrm>
          </p:contentPart>
        </mc:Choice>
        <mc:Fallback>
          <p:pic>
            <p:nvPicPr>
              <p:cNvPr id="53" name="Ink 52">
                <a:extLst>
                  <a:ext uri="{FF2B5EF4-FFF2-40B4-BE49-F238E27FC236}">
                    <a16:creationId xmlns:a16="http://schemas.microsoft.com/office/drawing/2014/main" id="{FB4C8162-56CF-A3A7-06A6-B2A87B1D381C}"/>
                  </a:ext>
                </a:extLst>
              </p:cNvPr>
              <p:cNvPicPr/>
              <p:nvPr/>
            </p:nvPicPr>
            <p:blipFill>
              <a:blip r:embed="rId15"/>
              <a:stretch>
                <a:fillRect/>
              </a:stretch>
            </p:blipFill>
            <p:spPr>
              <a:xfrm>
                <a:off x="4582207" y="974995"/>
                <a:ext cx="88560" cy="1659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54" name="Ink 53">
                <a:extLst>
                  <a:ext uri="{FF2B5EF4-FFF2-40B4-BE49-F238E27FC236}">
                    <a16:creationId xmlns:a16="http://schemas.microsoft.com/office/drawing/2014/main" id="{97A31A59-846E-BDF1-09F8-1827DB475CEC}"/>
                  </a:ext>
                </a:extLst>
              </p14:cNvPr>
              <p14:cNvContentPartPr/>
              <p14:nvPr/>
            </p14:nvContentPartPr>
            <p14:xfrm>
              <a:off x="4674007" y="979315"/>
              <a:ext cx="87480" cy="133920"/>
            </p14:xfrm>
          </p:contentPart>
        </mc:Choice>
        <mc:Fallback>
          <p:pic>
            <p:nvPicPr>
              <p:cNvPr id="54" name="Ink 53">
                <a:extLst>
                  <a:ext uri="{FF2B5EF4-FFF2-40B4-BE49-F238E27FC236}">
                    <a16:creationId xmlns:a16="http://schemas.microsoft.com/office/drawing/2014/main" id="{97A31A59-846E-BDF1-09F8-1827DB475CEC}"/>
                  </a:ext>
                </a:extLst>
              </p:cNvPr>
              <p:cNvPicPr/>
              <p:nvPr/>
            </p:nvPicPr>
            <p:blipFill>
              <a:blip r:embed="rId17"/>
              <a:stretch>
                <a:fillRect/>
              </a:stretch>
            </p:blipFill>
            <p:spPr>
              <a:xfrm>
                <a:off x="4663567" y="968875"/>
                <a:ext cx="10872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55" name="Ink 54">
                <a:extLst>
                  <a:ext uri="{FF2B5EF4-FFF2-40B4-BE49-F238E27FC236}">
                    <a16:creationId xmlns:a16="http://schemas.microsoft.com/office/drawing/2014/main" id="{15F8A2E5-EB47-3CBE-E348-0AD4CAF77003}"/>
                  </a:ext>
                </a:extLst>
              </p14:cNvPr>
              <p14:cNvContentPartPr/>
              <p14:nvPr/>
            </p14:nvContentPartPr>
            <p14:xfrm>
              <a:off x="4773007" y="999835"/>
              <a:ext cx="70200" cy="97560"/>
            </p14:xfrm>
          </p:contentPart>
        </mc:Choice>
        <mc:Fallback>
          <p:pic>
            <p:nvPicPr>
              <p:cNvPr id="55" name="Ink 54">
                <a:extLst>
                  <a:ext uri="{FF2B5EF4-FFF2-40B4-BE49-F238E27FC236}">
                    <a16:creationId xmlns:a16="http://schemas.microsoft.com/office/drawing/2014/main" id="{15F8A2E5-EB47-3CBE-E348-0AD4CAF77003}"/>
                  </a:ext>
                </a:extLst>
              </p:cNvPr>
              <p:cNvPicPr/>
              <p:nvPr/>
            </p:nvPicPr>
            <p:blipFill>
              <a:blip r:embed="rId19"/>
              <a:stretch>
                <a:fillRect/>
              </a:stretch>
            </p:blipFill>
            <p:spPr>
              <a:xfrm>
                <a:off x="4762207" y="989035"/>
                <a:ext cx="9144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56" name="Ink 55">
                <a:extLst>
                  <a:ext uri="{FF2B5EF4-FFF2-40B4-BE49-F238E27FC236}">
                    <a16:creationId xmlns:a16="http://schemas.microsoft.com/office/drawing/2014/main" id="{C01A18E2-75F9-E691-C028-75371DD07EB5}"/>
                  </a:ext>
                </a:extLst>
              </p14:cNvPr>
              <p14:cNvContentPartPr/>
              <p14:nvPr/>
            </p14:nvContentPartPr>
            <p14:xfrm>
              <a:off x="4822327" y="999835"/>
              <a:ext cx="61560" cy="78840"/>
            </p14:xfrm>
          </p:contentPart>
        </mc:Choice>
        <mc:Fallback>
          <p:pic>
            <p:nvPicPr>
              <p:cNvPr id="56" name="Ink 55">
                <a:extLst>
                  <a:ext uri="{FF2B5EF4-FFF2-40B4-BE49-F238E27FC236}">
                    <a16:creationId xmlns:a16="http://schemas.microsoft.com/office/drawing/2014/main" id="{C01A18E2-75F9-E691-C028-75371DD07EB5}"/>
                  </a:ext>
                </a:extLst>
              </p:cNvPr>
              <p:cNvPicPr/>
              <p:nvPr/>
            </p:nvPicPr>
            <p:blipFill>
              <a:blip r:embed="rId21"/>
              <a:stretch>
                <a:fillRect/>
              </a:stretch>
            </p:blipFill>
            <p:spPr>
              <a:xfrm>
                <a:off x="4811887" y="989035"/>
                <a:ext cx="8280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57" name="Ink 56">
                <a:extLst>
                  <a:ext uri="{FF2B5EF4-FFF2-40B4-BE49-F238E27FC236}">
                    <a16:creationId xmlns:a16="http://schemas.microsoft.com/office/drawing/2014/main" id="{908D5FDD-471F-E616-350A-2C47357F36FF}"/>
                  </a:ext>
                </a:extLst>
              </p14:cNvPr>
              <p14:cNvContentPartPr/>
              <p14:nvPr/>
            </p14:nvContentPartPr>
            <p14:xfrm>
              <a:off x="4877767" y="991195"/>
              <a:ext cx="26640" cy="99360"/>
            </p14:xfrm>
          </p:contentPart>
        </mc:Choice>
        <mc:Fallback>
          <p:pic>
            <p:nvPicPr>
              <p:cNvPr id="57" name="Ink 56">
                <a:extLst>
                  <a:ext uri="{FF2B5EF4-FFF2-40B4-BE49-F238E27FC236}">
                    <a16:creationId xmlns:a16="http://schemas.microsoft.com/office/drawing/2014/main" id="{908D5FDD-471F-E616-350A-2C47357F36FF}"/>
                  </a:ext>
                </a:extLst>
              </p:cNvPr>
              <p:cNvPicPr/>
              <p:nvPr/>
            </p:nvPicPr>
            <p:blipFill>
              <a:blip r:embed="rId23"/>
              <a:stretch>
                <a:fillRect/>
              </a:stretch>
            </p:blipFill>
            <p:spPr>
              <a:xfrm>
                <a:off x="4866967" y="980395"/>
                <a:ext cx="47880" cy="1206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58" name="Ink 57">
                <a:extLst>
                  <a:ext uri="{FF2B5EF4-FFF2-40B4-BE49-F238E27FC236}">
                    <a16:creationId xmlns:a16="http://schemas.microsoft.com/office/drawing/2014/main" id="{94C233EE-6349-77B0-0E0A-91C44AA73077}"/>
                  </a:ext>
                </a:extLst>
              </p14:cNvPr>
              <p14:cNvContentPartPr/>
              <p14:nvPr/>
            </p14:nvContentPartPr>
            <p14:xfrm>
              <a:off x="4900807" y="996955"/>
              <a:ext cx="64440" cy="70200"/>
            </p14:xfrm>
          </p:contentPart>
        </mc:Choice>
        <mc:Fallback>
          <p:pic>
            <p:nvPicPr>
              <p:cNvPr id="58" name="Ink 57">
                <a:extLst>
                  <a:ext uri="{FF2B5EF4-FFF2-40B4-BE49-F238E27FC236}">
                    <a16:creationId xmlns:a16="http://schemas.microsoft.com/office/drawing/2014/main" id="{94C233EE-6349-77B0-0E0A-91C44AA73077}"/>
                  </a:ext>
                </a:extLst>
              </p:cNvPr>
              <p:cNvPicPr/>
              <p:nvPr/>
            </p:nvPicPr>
            <p:blipFill>
              <a:blip r:embed="rId25"/>
              <a:stretch>
                <a:fillRect/>
              </a:stretch>
            </p:blipFill>
            <p:spPr>
              <a:xfrm>
                <a:off x="4890367" y="986155"/>
                <a:ext cx="85680" cy="914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59" name="Ink 58">
                <a:extLst>
                  <a:ext uri="{FF2B5EF4-FFF2-40B4-BE49-F238E27FC236}">
                    <a16:creationId xmlns:a16="http://schemas.microsoft.com/office/drawing/2014/main" id="{836C635E-1DD6-F46F-321C-BA2D079593F1}"/>
                  </a:ext>
                </a:extLst>
              </p14:cNvPr>
              <p14:cNvContentPartPr/>
              <p14:nvPr/>
            </p14:nvContentPartPr>
            <p14:xfrm>
              <a:off x="5072887" y="976795"/>
              <a:ext cx="40680" cy="118080"/>
            </p14:xfrm>
          </p:contentPart>
        </mc:Choice>
        <mc:Fallback>
          <p:pic>
            <p:nvPicPr>
              <p:cNvPr id="59" name="Ink 58">
                <a:extLst>
                  <a:ext uri="{FF2B5EF4-FFF2-40B4-BE49-F238E27FC236}">
                    <a16:creationId xmlns:a16="http://schemas.microsoft.com/office/drawing/2014/main" id="{836C635E-1DD6-F46F-321C-BA2D079593F1}"/>
                  </a:ext>
                </a:extLst>
              </p:cNvPr>
              <p:cNvPicPr/>
              <p:nvPr/>
            </p:nvPicPr>
            <p:blipFill>
              <a:blip r:embed="rId27"/>
              <a:stretch>
                <a:fillRect/>
              </a:stretch>
            </p:blipFill>
            <p:spPr>
              <a:xfrm>
                <a:off x="5062087" y="966355"/>
                <a:ext cx="6192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60" name="Ink 59">
                <a:extLst>
                  <a:ext uri="{FF2B5EF4-FFF2-40B4-BE49-F238E27FC236}">
                    <a16:creationId xmlns:a16="http://schemas.microsoft.com/office/drawing/2014/main" id="{CBD5C444-EF78-3187-5E6C-1A8D54D715E2}"/>
                  </a:ext>
                </a:extLst>
              </p14:cNvPr>
              <p14:cNvContentPartPr/>
              <p14:nvPr/>
            </p14:nvContentPartPr>
            <p14:xfrm>
              <a:off x="5054887" y="1026115"/>
              <a:ext cx="58320" cy="35280"/>
            </p14:xfrm>
          </p:contentPart>
        </mc:Choice>
        <mc:Fallback>
          <p:pic>
            <p:nvPicPr>
              <p:cNvPr id="60" name="Ink 59">
                <a:extLst>
                  <a:ext uri="{FF2B5EF4-FFF2-40B4-BE49-F238E27FC236}">
                    <a16:creationId xmlns:a16="http://schemas.microsoft.com/office/drawing/2014/main" id="{CBD5C444-EF78-3187-5E6C-1A8D54D715E2}"/>
                  </a:ext>
                </a:extLst>
              </p:cNvPr>
              <p:cNvPicPr/>
              <p:nvPr/>
            </p:nvPicPr>
            <p:blipFill>
              <a:blip r:embed="rId29"/>
              <a:stretch>
                <a:fillRect/>
              </a:stretch>
            </p:blipFill>
            <p:spPr>
              <a:xfrm>
                <a:off x="5044447" y="1015315"/>
                <a:ext cx="7956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61" name="Ink 60">
                <a:extLst>
                  <a:ext uri="{FF2B5EF4-FFF2-40B4-BE49-F238E27FC236}">
                    <a16:creationId xmlns:a16="http://schemas.microsoft.com/office/drawing/2014/main" id="{A610294E-1506-54FE-82A0-B757582D7DBA}"/>
                  </a:ext>
                </a:extLst>
              </p14:cNvPr>
              <p14:cNvContentPartPr/>
              <p14:nvPr/>
            </p14:nvContentPartPr>
            <p14:xfrm>
              <a:off x="5124727" y="996955"/>
              <a:ext cx="66960" cy="97560"/>
            </p14:xfrm>
          </p:contentPart>
        </mc:Choice>
        <mc:Fallback>
          <p:pic>
            <p:nvPicPr>
              <p:cNvPr id="61" name="Ink 60">
                <a:extLst>
                  <a:ext uri="{FF2B5EF4-FFF2-40B4-BE49-F238E27FC236}">
                    <a16:creationId xmlns:a16="http://schemas.microsoft.com/office/drawing/2014/main" id="{A610294E-1506-54FE-82A0-B757582D7DBA}"/>
                  </a:ext>
                </a:extLst>
              </p:cNvPr>
              <p:cNvPicPr/>
              <p:nvPr/>
            </p:nvPicPr>
            <p:blipFill>
              <a:blip r:embed="rId31"/>
              <a:stretch>
                <a:fillRect/>
              </a:stretch>
            </p:blipFill>
            <p:spPr>
              <a:xfrm>
                <a:off x="5113927" y="986155"/>
                <a:ext cx="8820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62" name="Ink 61">
                <a:extLst>
                  <a:ext uri="{FF2B5EF4-FFF2-40B4-BE49-F238E27FC236}">
                    <a16:creationId xmlns:a16="http://schemas.microsoft.com/office/drawing/2014/main" id="{AFE184E9-3BB6-F10D-CE2E-1E263693B8A8}"/>
                  </a:ext>
                </a:extLst>
              </p14:cNvPr>
              <p14:cNvContentPartPr/>
              <p14:nvPr/>
            </p14:nvContentPartPr>
            <p14:xfrm>
              <a:off x="5203207" y="985435"/>
              <a:ext cx="137160" cy="90000"/>
            </p14:xfrm>
          </p:contentPart>
        </mc:Choice>
        <mc:Fallback>
          <p:pic>
            <p:nvPicPr>
              <p:cNvPr id="62" name="Ink 61">
                <a:extLst>
                  <a:ext uri="{FF2B5EF4-FFF2-40B4-BE49-F238E27FC236}">
                    <a16:creationId xmlns:a16="http://schemas.microsoft.com/office/drawing/2014/main" id="{AFE184E9-3BB6-F10D-CE2E-1E263693B8A8}"/>
                  </a:ext>
                </a:extLst>
              </p:cNvPr>
              <p:cNvPicPr/>
              <p:nvPr/>
            </p:nvPicPr>
            <p:blipFill>
              <a:blip r:embed="rId33"/>
              <a:stretch>
                <a:fillRect/>
              </a:stretch>
            </p:blipFill>
            <p:spPr>
              <a:xfrm>
                <a:off x="5192767" y="974995"/>
                <a:ext cx="15840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63" name="Ink 62">
                <a:extLst>
                  <a:ext uri="{FF2B5EF4-FFF2-40B4-BE49-F238E27FC236}">
                    <a16:creationId xmlns:a16="http://schemas.microsoft.com/office/drawing/2014/main" id="{9B8B57B1-F45F-DE52-D3D5-611F3BE34B1A}"/>
                  </a:ext>
                </a:extLst>
              </p14:cNvPr>
              <p14:cNvContentPartPr/>
              <p14:nvPr/>
            </p14:nvContentPartPr>
            <p14:xfrm>
              <a:off x="5432887" y="968875"/>
              <a:ext cx="133920" cy="127800"/>
            </p14:xfrm>
          </p:contentPart>
        </mc:Choice>
        <mc:Fallback>
          <p:pic>
            <p:nvPicPr>
              <p:cNvPr id="63" name="Ink 62">
                <a:extLst>
                  <a:ext uri="{FF2B5EF4-FFF2-40B4-BE49-F238E27FC236}">
                    <a16:creationId xmlns:a16="http://schemas.microsoft.com/office/drawing/2014/main" id="{9B8B57B1-F45F-DE52-D3D5-611F3BE34B1A}"/>
                  </a:ext>
                </a:extLst>
              </p:cNvPr>
              <p:cNvPicPr/>
              <p:nvPr/>
            </p:nvPicPr>
            <p:blipFill>
              <a:blip r:embed="rId35"/>
              <a:stretch>
                <a:fillRect/>
              </a:stretch>
            </p:blipFill>
            <p:spPr>
              <a:xfrm>
                <a:off x="5422087" y="958075"/>
                <a:ext cx="15516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64" name="Ink 63">
                <a:extLst>
                  <a:ext uri="{FF2B5EF4-FFF2-40B4-BE49-F238E27FC236}">
                    <a16:creationId xmlns:a16="http://schemas.microsoft.com/office/drawing/2014/main" id="{EE4012E4-7786-4D7D-5467-1FF298351B98}"/>
                  </a:ext>
                </a:extLst>
              </p14:cNvPr>
              <p14:cNvContentPartPr/>
              <p14:nvPr/>
            </p14:nvContentPartPr>
            <p14:xfrm>
              <a:off x="5555287" y="976075"/>
              <a:ext cx="92880" cy="84960"/>
            </p14:xfrm>
          </p:contentPart>
        </mc:Choice>
        <mc:Fallback>
          <p:pic>
            <p:nvPicPr>
              <p:cNvPr id="64" name="Ink 63">
                <a:extLst>
                  <a:ext uri="{FF2B5EF4-FFF2-40B4-BE49-F238E27FC236}">
                    <a16:creationId xmlns:a16="http://schemas.microsoft.com/office/drawing/2014/main" id="{EE4012E4-7786-4D7D-5467-1FF298351B98}"/>
                  </a:ext>
                </a:extLst>
              </p:cNvPr>
              <p:cNvPicPr/>
              <p:nvPr/>
            </p:nvPicPr>
            <p:blipFill>
              <a:blip r:embed="rId37"/>
              <a:stretch>
                <a:fillRect/>
              </a:stretch>
            </p:blipFill>
            <p:spPr>
              <a:xfrm>
                <a:off x="5544487" y="965635"/>
                <a:ext cx="11412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65" name="Ink 64">
                <a:extLst>
                  <a:ext uri="{FF2B5EF4-FFF2-40B4-BE49-F238E27FC236}">
                    <a16:creationId xmlns:a16="http://schemas.microsoft.com/office/drawing/2014/main" id="{AC47368B-8FFB-8DA1-8793-A4C53439D8D6}"/>
                  </a:ext>
                </a:extLst>
              </p14:cNvPr>
              <p14:cNvContentPartPr/>
              <p14:nvPr/>
            </p14:nvContentPartPr>
            <p14:xfrm>
              <a:off x="5645287" y="988315"/>
              <a:ext cx="69840" cy="93240"/>
            </p14:xfrm>
          </p:contentPart>
        </mc:Choice>
        <mc:Fallback>
          <p:pic>
            <p:nvPicPr>
              <p:cNvPr id="65" name="Ink 64">
                <a:extLst>
                  <a:ext uri="{FF2B5EF4-FFF2-40B4-BE49-F238E27FC236}">
                    <a16:creationId xmlns:a16="http://schemas.microsoft.com/office/drawing/2014/main" id="{AC47368B-8FFB-8DA1-8793-A4C53439D8D6}"/>
                  </a:ext>
                </a:extLst>
              </p:cNvPr>
              <p:cNvPicPr/>
              <p:nvPr/>
            </p:nvPicPr>
            <p:blipFill>
              <a:blip r:embed="rId39"/>
              <a:stretch>
                <a:fillRect/>
              </a:stretch>
            </p:blipFill>
            <p:spPr>
              <a:xfrm>
                <a:off x="5634847" y="977515"/>
                <a:ext cx="9108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66" name="Ink 65">
                <a:extLst>
                  <a:ext uri="{FF2B5EF4-FFF2-40B4-BE49-F238E27FC236}">
                    <a16:creationId xmlns:a16="http://schemas.microsoft.com/office/drawing/2014/main" id="{AEB9E348-4232-D8EA-F5BB-4E54BCA37D0A}"/>
                  </a:ext>
                </a:extLst>
              </p14:cNvPr>
              <p14:cNvContentPartPr/>
              <p14:nvPr/>
            </p14:nvContentPartPr>
            <p14:xfrm>
              <a:off x="5706127" y="977875"/>
              <a:ext cx="75960" cy="106560"/>
            </p14:xfrm>
          </p:contentPart>
        </mc:Choice>
        <mc:Fallback>
          <p:pic>
            <p:nvPicPr>
              <p:cNvPr id="66" name="Ink 65">
                <a:extLst>
                  <a:ext uri="{FF2B5EF4-FFF2-40B4-BE49-F238E27FC236}">
                    <a16:creationId xmlns:a16="http://schemas.microsoft.com/office/drawing/2014/main" id="{AEB9E348-4232-D8EA-F5BB-4E54BCA37D0A}"/>
                  </a:ext>
                </a:extLst>
              </p:cNvPr>
              <p:cNvPicPr/>
              <p:nvPr/>
            </p:nvPicPr>
            <p:blipFill>
              <a:blip r:embed="rId41"/>
              <a:stretch>
                <a:fillRect/>
              </a:stretch>
            </p:blipFill>
            <p:spPr>
              <a:xfrm>
                <a:off x="5695327" y="967075"/>
                <a:ext cx="9720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67" name="Ink 66">
                <a:extLst>
                  <a:ext uri="{FF2B5EF4-FFF2-40B4-BE49-F238E27FC236}">
                    <a16:creationId xmlns:a16="http://schemas.microsoft.com/office/drawing/2014/main" id="{D4276552-D018-BD30-86C5-1F1CE40587CA}"/>
                  </a:ext>
                </a:extLst>
              </p14:cNvPr>
              <p14:cNvContentPartPr/>
              <p14:nvPr/>
            </p14:nvContentPartPr>
            <p14:xfrm>
              <a:off x="5796127" y="1008475"/>
              <a:ext cx="9000" cy="55440"/>
            </p14:xfrm>
          </p:contentPart>
        </mc:Choice>
        <mc:Fallback>
          <p:pic>
            <p:nvPicPr>
              <p:cNvPr id="67" name="Ink 66">
                <a:extLst>
                  <a:ext uri="{FF2B5EF4-FFF2-40B4-BE49-F238E27FC236}">
                    <a16:creationId xmlns:a16="http://schemas.microsoft.com/office/drawing/2014/main" id="{D4276552-D018-BD30-86C5-1F1CE40587CA}"/>
                  </a:ext>
                </a:extLst>
              </p:cNvPr>
              <p:cNvPicPr/>
              <p:nvPr/>
            </p:nvPicPr>
            <p:blipFill>
              <a:blip r:embed="rId43"/>
              <a:stretch>
                <a:fillRect/>
              </a:stretch>
            </p:blipFill>
            <p:spPr>
              <a:xfrm>
                <a:off x="5785687" y="998035"/>
                <a:ext cx="30240" cy="766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68" name="Ink 67">
                <a:extLst>
                  <a:ext uri="{FF2B5EF4-FFF2-40B4-BE49-F238E27FC236}">
                    <a16:creationId xmlns:a16="http://schemas.microsoft.com/office/drawing/2014/main" id="{33D2125E-D7DF-2EB7-FB8E-F931B52C8488}"/>
                  </a:ext>
                </a:extLst>
              </p14:cNvPr>
              <p14:cNvContentPartPr/>
              <p14:nvPr/>
            </p14:nvContentPartPr>
            <p14:xfrm>
              <a:off x="5799367" y="976435"/>
              <a:ext cx="8640" cy="9000"/>
            </p14:xfrm>
          </p:contentPart>
        </mc:Choice>
        <mc:Fallback>
          <p:pic>
            <p:nvPicPr>
              <p:cNvPr id="68" name="Ink 67">
                <a:extLst>
                  <a:ext uri="{FF2B5EF4-FFF2-40B4-BE49-F238E27FC236}">
                    <a16:creationId xmlns:a16="http://schemas.microsoft.com/office/drawing/2014/main" id="{33D2125E-D7DF-2EB7-FB8E-F931B52C8488}"/>
                  </a:ext>
                </a:extLst>
              </p:cNvPr>
              <p:cNvPicPr/>
              <p:nvPr/>
            </p:nvPicPr>
            <p:blipFill>
              <a:blip r:embed="rId45"/>
              <a:stretch>
                <a:fillRect/>
              </a:stretch>
            </p:blipFill>
            <p:spPr>
              <a:xfrm>
                <a:off x="5788927" y="965995"/>
                <a:ext cx="2988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69" name="Ink 68">
                <a:extLst>
                  <a:ext uri="{FF2B5EF4-FFF2-40B4-BE49-F238E27FC236}">
                    <a16:creationId xmlns:a16="http://schemas.microsoft.com/office/drawing/2014/main" id="{77829F48-6B35-C053-3933-E3B42CE76802}"/>
                  </a:ext>
                </a:extLst>
              </p14:cNvPr>
              <p14:cNvContentPartPr/>
              <p14:nvPr/>
            </p14:nvContentPartPr>
            <p14:xfrm>
              <a:off x="5828167" y="979315"/>
              <a:ext cx="70200" cy="91800"/>
            </p14:xfrm>
          </p:contentPart>
        </mc:Choice>
        <mc:Fallback>
          <p:pic>
            <p:nvPicPr>
              <p:cNvPr id="69" name="Ink 68">
                <a:extLst>
                  <a:ext uri="{FF2B5EF4-FFF2-40B4-BE49-F238E27FC236}">
                    <a16:creationId xmlns:a16="http://schemas.microsoft.com/office/drawing/2014/main" id="{77829F48-6B35-C053-3933-E3B42CE76802}"/>
                  </a:ext>
                </a:extLst>
              </p:cNvPr>
              <p:cNvPicPr/>
              <p:nvPr/>
            </p:nvPicPr>
            <p:blipFill>
              <a:blip r:embed="rId47"/>
              <a:stretch>
                <a:fillRect/>
              </a:stretch>
            </p:blipFill>
            <p:spPr>
              <a:xfrm>
                <a:off x="5817727" y="968875"/>
                <a:ext cx="9144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70" name="Ink 69">
                <a:extLst>
                  <a:ext uri="{FF2B5EF4-FFF2-40B4-BE49-F238E27FC236}">
                    <a16:creationId xmlns:a16="http://schemas.microsoft.com/office/drawing/2014/main" id="{7B4635E2-5BF6-4A85-5A7C-64899C241432}"/>
                  </a:ext>
                </a:extLst>
              </p14:cNvPr>
              <p14:cNvContentPartPr/>
              <p14:nvPr/>
            </p14:nvContentPartPr>
            <p14:xfrm>
              <a:off x="5909527" y="965275"/>
              <a:ext cx="93240" cy="107640"/>
            </p14:xfrm>
          </p:contentPart>
        </mc:Choice>
        <mc:Fallback>
          <p:pic>
            <p:nvPicPr>
              <p:cNvPr id="70" name="Ink 69">
                <a:extLst>
                  <a:ext uri="{FF2B5EF4-FFF2-40B4-BE49-F238E27FC236}">
                    <a16:creationId xmlns:a16="http://schemas.microsoft.com/office/drawing/2014/main" id="{7B4635E2-5BF6-4A85-5A7C-64899C241432}"/>
                  </a:ext>
                </a:extLst>
              </p:cNvPr>
              <p:cNvPicPr/>
              <p:nvPr/>
            </p:nvPicPr>
            <p:blipFill>
              <a:blip r:embed="rId49"/>
              <a:stretch>
                <a:fillRect/>
              </a:stretch>
            </p:blipFill>
            <p:spPr>
              <a:xfrm>
                <a:off x="5899087" y="954475"/>
                <a:ext cx="11448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71" name="Ink 70">
                <a:extLst>
                  <a:ext uri="{FF2B5EF4-FFF2-40B4-BE49-F238E27FC236}">
                    <a16:creationId xmlns:a16="http://schemas.microsoft.com/office/drawing/2014/main" id="{611B578C-E0FC-92A8-F011-239B2578AD99}"/>
                  </a:ext>
                </a:extLst>
              </p14:cNvPr>
              <p14:cNvContentPartPr/>
              <p14:nvPr/>
            </p14:nvContentPartPr>
            <p14:xfrm>
              <a:off x="6081247" y="982915"/>
              <a:ext cx="46800" cy="92880"/>
            </p14:xfrm>
          </p:contentPart>
        </mc:Choice>
        <mc:Fallback>
          <p:pic>
            <p:nvPicPr>
              <p:cNvPr id="71" name="Ink 70">
                <a:extLst>
                  <a:ext uri="{FF2B5EF4-FFF2-40B4-BE49-F238E27FC236}">
                    <a16:creationId xmlns:a16="http://schemas.microsoft.com/office/drawing/2014/main" id="{611B578C-E0FC-92A8-F011-239B2578AD99}"/>
                  </a:ext>
                </a:extLst>
              </p:cNvPr>
              <p:cNvPicPr/>
              <p:nvPr/>
            </p:nvPicPr>
            <p:blipFill>
              <a:blip r:embed="rId51"/>
              <a:stretch>
                <a:fillRect/>
              </a:stretch>
            </p:blipFill>
            <p:spPr>
              <a:xfrm>
                <a:off x="6070447" y="972475"/>
                <a:ext cx="68040" cy="11412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72" name="Ink 71">
                <a:extLst>
                  <a:ext uri="{FF2B5EF4-FFF2-40B4-BE49-F238E27FC236}">
                    <a16:creationId xmlns:a16="http://schemas.microsoft.com/office/drawing/2014/main" id="{F8169718-62E8-E73E-3B5F-D0B8954E9BE1}"/>
                  </a:ext>
                </a:extLst>
              </p14:cNvPr>
              <p14:cNvContentPartPr/>
              <p14:nvPr/>
            </p14:nvContentPartPr>
            <p14:xfrm>
              <a:off x="6144967" y="970675"/>
              <a:ext cx="75960" cy="119160"/>
            </p14:xfrm>
          </p:contentPart>
        </mc:Choice>
        <mc:Fallback>
          <p:pic>
            <p:nvPicPr>
              <p:cNvPr id="72" name="Ink 71">
                <a:extLst>
                  <a:ext uri="{FF2B5EF4-FFF2-40B4-BE49-F238E27FC236}">
                    <a16:creationId xmlns:a16="http://schemas.microsoft.com/office/drawing/2014/main" id="{F8169718-62E8-E73E-3B5F-D0B8954E9BE1}"/>
                  </a:ext>
                </a:extLst>
              </p:cNvPr>
              <p:cNvPicPr/>
              <p:nvPr/>
            </p:nvPicPr>
            <p:blipFill>
              <a:blip r:embed="rId53"/>
              <a:stretch>
                <a:fillRect/>
              </a:stretch>
            </p:blipFill>
            <p:spPr>
              <a:xfrm>
                <a:off x="6134527" y="960235"/>
                <a:ext cx="9720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73" name="Ink 72">
                <a:extLst>
                  <a:ext uri="{FF2B5EF4-FFF2-40B4-BE49-F238E27FC236}">
                    <a16:creationId xmlns:a16="http://schemas.microsoft.com/office/drawing/2014/main" id="{034588ED-8B35-7102-18CF-A2E11E911FB5}"/>
                  </a:ext>
                </a:extLst>
              </p14:cNvPr>
              <p14:cNvContentPartPr/>
              <p14:nvPr/>
            </p14:nvContentPartPr>
            <p14:xfrm>
              <a:off x="5543407" y="1224115"/>
              <a:ext cx="108000" cy="79560"/>
            </p14:xfrm>
          </p:contentPart>
        </mc:Choice>
        <mc:Fallback>
          <p:pic>
            <p:nvPicPr>
              <p:cNvPr id="73" name="Ink 72">
                <a:extLst>
                  <a:ext uri="{FF2B5EF4-FFF2-40B4-BE49-F238E27FC236}">
                    <a16:creationId xmlns:a16="http://schemas.microsoft.com/office/drawing/2014/main" id="{034588ED-8B35-7102-18CF-A2E11E911FB5}"/>
                  </a:ext>
                </a:extLst>
              </p:cNvPr>
              <p:cNvPicPr/>
              <p:nvPr/>
            </p:nvPicPr>
            <p:blipFill>
              <a:blip r:embed="rId55"/>
              <a:stretch>
                <a:fillRect/>
              </a:stretch>
            </p:blipFill>
            <p:spPr>
              <a:xfrm>
                <a:off x="5532607" y="1213675"/>
                <a:ext cx="129240"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74" name="Ink 73">
                <a:extLst>
                  <a:ext uri="{FF2B5EF4-FFF2-40B4-BE49-F238E27FC236}">
                    <a16:creationId xmlns:a16="http://schemas.microsoft.com/office/drawing/2014/main" id="{E1D1E30B-5F4B-D776-DE0B-7B3646A4AFDB}"/>
                  </a:ext>
                </a:extLst>
              </p14:cNvPr>
              <p14:cNvContentPartPr/>
              <p14:nvPr/>
            </p14:nvContentPartPr>
            <p14:xfrm>
              <a:off x="5642047" y="1223755"/>
              <a:ext cx="52560" cy="64440"/>
            </p14:xfrm>
          </p:contentPart>
        </mc:Choice>
        <mc:Fallback>
          <p:pic>
            <p:nvPicPr>
              <p:cNvPr id="74" name="Ink 73">
                <a:extLst>
                  <a:ext uri="{FF2B5EF4-FFF2-40B4-BE49-F238E27FC236}">
                    <a16:creationId xmlns:a16="http://schemas.microsoft.com/office/drawing/2014/main" id="{E1D1E30B-5F4B-D776-DE0B-7B3646A4AFDB}"/>
                  </a:ext>
                </a:extLst>
              </p:cNvPr>
              <p:cNvPicPr/>
              <p:nvPr/>
            </p:nvPicPr>
            <p:blipFill>
              <a:blip r:embed="rId57"/>
              <a:stretch>
                <a:fillRect/>
              </a:stretch>
            </p:blipFill>
            <p:spPr>
              <a:xfrm>
                <a:off x="5631607" y="1212955"/>
                <a:ext cx="73800" cy="856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75" name="Ink 74">
                <a:extLst>
                  <a:ext uri="{FF2B5EF4-FFF2-40B4-BE49-F238E27FC236}">
                    <a16:creationId xmlns:a16="http://schemas.microsoft.com/office/drawing/2014/main" id="{C71D698A-D263-A4A0-5F39-D59F989072A2}"/>
                  </a:ext>
                </a:extLst>
              </p14:cNvPr>
              <p14:cNvContentPartPr/>
              <p14:nvPr/>
            </p14:nvContentPartPr>
            <p14:xfrm>
              <a:off x="5720527" y="1185955"/>
              <a:ext cx="57240" cy="125280"/>
            </p14:xfrm>
          </p:contentPart>
        </mc:Choice>
        <mc:Fallback>
          <p:pic>
            <p:nvPicPr>
              <p:cNvPr id="75" name="Ink 74">
                <a:extLst>
                  <a:ext uri="{FF2B5EF4-FFF2-40B4-BE49-F238E27FC236}">
                    <a16:creationId xmlns:a16="http://schemas.microsoft.com/office/drawing/2014/main" id="{C71D698A-D263-A4A0-5F39-D59F989072A2}"/>
                  </a:ext>
                </a:extLst>
              </p:cNvPr>
              <p:cNvPicPr/>
              <p:nvPr/>
            </p:nvPicPr>
            <p:blipFill>
              <a:blip r:embed="rId59"/>
              <a:stretch>
                <a:fillRect/>
              </a:stretch>
            </p:blipFill>
            <p:spPr>
              <a:xfrm>
                <a:off x="5710087" y="1175155"/>
                <a:ext cx="7848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76" name="Ink 75">
                <a:extLst>
                  <a:ext uri="{FF2B5EF4-FFF2-40B4-BE49-F238E27FC236}">
                    <a16:creationId xmlns:a16="http://schemas.microsoft.com/office/drawing/2014/main" id="{B977045C-19A2-85D1-6B44-AE68EDF692C9}"/>
                  </a:ext>
                </a:extLst>
              </p14:cNvPr>
              <p14:cNvContentPartPr/>
              <p14:nvPr/>
            </p14:nvContentPartPr>
            <p14:xfrm>
              <a:off x="5738167" y="1241035"/>
              <a:ext cx="43920" cy="38160"/>
            </p14:xfrm>
          </p:contentPart>
        </mc:Choice>
        <mc:Fallback>
          <p:pic>
            <p:nvPicPr>
              <p:cNvPr id="76" name="Ink 75">
                <a:extLst>
                  <a:ext uri="{FF2B5EF4-FFF2-40B4-BE49-F238E27FC236}">
                    <a16:creationId xmlns:a16="http://schemas.microsoft.com/office/drawing/2014/main" id="{B977045C-19A2-85D1-6B44-AE68EDF692C9}"/>
                  </a:ext>
                </a:extLst>
              </p:cNvPr>
              <p:cNvPicPr/>
              <p:nvPr/>
            </p:nvPicPr>
            <p:blipFill>
              <a:blip r:embed="rId61"/>
              <a:stretch>
                <a:fillRect/>
              </a:stretch>
            </p:blipFill>
            <p:spPr>
              <a:xfrm>
                <a:off x="5727367" y="1230595"/>
                <a:ext cx="6516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77" name="Ink 76">
                <a:extLst>
                  <a:ext uri="{FF2B5EF4-FFF2-40B4-BE49-F238E27FC236}">
                    <a16:creationId xmlns:a16="http://schemas.microsoft.com/office/drawing/2014/main" id="{4EF008BE-06A5-D9AF-CA91-48202E36248A}"/>
                  </a:ext>
                </a:extLst>
              </p14:cNvPr>
              <p14:cNvContentPartPr/>
              <p14:nvPr/>
            </p14:nvContentPartPr>
            <p14:xfrm>
              <a:off x="5810887" y="1249675"/>
              <a:ext cx="3240" cy="17640"/>
            </p14:xfrm>
          </p:contentPart>
        </mc:Choice>
        <mc:Fallback>
          <p:pic>
            <p:nvPicPr>
              <p:cNvPr id="77" name="Ink 76">
                <a:extLst>
                  <a:ext uri="{FF2B5EF4-FFF2-40B4-BE49-F238E27FC236}">
                    <a16:creationId xmlns:a16="http://schemas.microsoft.com/office/drawing/2014/main" id="{4EF008BE-06A5-D9AF-CA91-48202E36248A}"/>
                  </a:ext>
                </a:extLst>
              </p:cNvPr>
              <p:cNvPicPr/>
              <p:nvPr/>
            </p:nvPicPr>
            <p:blipFill>
              <a:blip r:embed="rId63"/>
              <a:stretch>
                <a:fillRect/>
              </a:stretch>
            </p:blipFill>
            <p:spPr>
              <a:xfrm>
                <a:off x="5800087" y="1239235"/>
                <a:ext cx="24480" cy="388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80" name="Ink 79">
                <a:extLst>
                  <a:ext uri="{FF2B5EF4-FFF2-40B4-BE49-F238E27FC236}">
                    <a16:creationId xmlns:a16="http://schemas.microsoft.com/office/drawing/2014/main" id="{08C593D8-B60C-47BA-239B-48AE41DDDD9D}"/>
                  </a:ext>
                </a:extLst>
              </p14:cNvPr>
              <p14:cNvContentPartPr/>
              <p14:nvPr/>
            </p14:nvContentPartPr>
            <p14:xfrm>
              <a:off x="9407616" y="2033142"/>
              <a:ext cx="9360" cy="159120"/>
            </p14:xfrm>
          </p:contentPart>
        </mc:Choice>
        <mc:Fallback>
          <p:pic>
            <p:nvPicPr>
              <p:cNvPr id="80" name="Ink 79">
                <a:extLst>
                  <a:ext uri="{FF2B5EF4-FFF2-40B4-BE49-F238E27FC236}">
                    <a16:creationId xmlns:a16="http://schemas.microsoft.com/office/drawing/2014/main" id="{08C593D8-B60C-47BA-239B-48AE41DDDD9D}"/>
                  </a:ext>
                </a:extLst>
              </p:cNvPr>
              <p:cNvPicPr/>
              <p:nvPr/>
            </p:nvPicPr>
            <p:blipFill>
              <a:blip r:embed="rId65"/>
              <a:stretch>
                <a:fillRect/>
              </a:stretch>
            </p:blipFill>
            <p:spPr>
              <a:xfrm>
                <a:off x="9396816" y="2022702"/>
                <a:ext cx="3060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86" name="Ink 85">
                <a:extLst>
                  <a:ext uri="{FF2B5EF4-FFF2-40B4-BE49-F238E27FC236}">
                    <a16:creationId xmlns:a16="http://schemas.microsoft.com/office/drawing/2014/main" id="{74226B61-912E-3E48-7697-252036B07596}"/>
                  </a:ext>
                </a:extLst>
              </p14:cNvPr>
              <p14:cNvContentPartPr/>
              <p14:nvPr/>
            </p14:nvContentPartPr>
            <p14:xfrm>
              <a:off x="9162816" y="1583502"/>
              <a:ext cx="281520" cy="176040"/>
            </p14:xfrm>
          </p:contentPart>
        </mc:Choice>
        <mc:Fallback>
          <p:pic>
            <p:nvPicPr>
              <p:cNvPr id="86" name="Ink 85">
                <a:extLst>
                  <a:ext uri="{FF2B5EF4-FFF2-40B4-BE49-F238E27FC236}">
                    <a16:creationId xmlns:a16="http://schemas.microsoft.com/office/drawing/2014/main" id="{74226B61-912E-3E48-7697-252036B07596}"/>
                  </a:ext>
                </a:extLst>
              </p:cNvPr>
              <p:cNvPicPr/>
              <p:nvPr/>
            </p:nvPicPr>
            <p:blipFill>
              <a:blip r:embed="rId67"/>
              <a:stretch>
                <a:fillRect/>
              </a:stretch>
            </p:blipFill>
            <p:spPr>
              <a:xfrm>
                <a:off x="9152363" y="1572702"/>
                <a:ext cx="302787"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99" name="Ink 98">
                <a:extLst>
                  <a:ext uri="{FF2B5EF4-FFF2-40B4-BE49-F238E27FC236}">
                    <a16:creationId xmlns:a16="http://schemas.microsoft.com/office/drawing/2014/main" id="{DEB6DB5D-BF9F-305C-2B41-226C780D1827}"/>
                  </a:ext>
                </a:extLst>
              </p14:cNvPr>
              <p14:cNvContentPartPr/>
              <p14:nvPr/>
            </p14:nvContentPartPr>
            <p14:xfrm>
              <a:off x="9210662" y="1826800"/>
              <a:ext cx="236160" cy="118800"/>
            </p14:xfrm>
          </p:contentPart>
        </mc:Choice>
        <mc:Fallback>
          <p:pic>
            <p:nvPicPr>
              <p:cNvPr id="99" name="Ink 98">
                <a:extLst>
                  <a:ext uri="{FF2B5EF4-FFF2-40B4-BE49-F238E27FC236}">
                    <a16:creationId xmlns:a16="http://schemas.microsoft.com/office/drawing/2014/main" id="{DEB6DB5D-BF9F-305C-2B41-226C780D1827}"/>
                  </a:ext>
                </a:extLst>
              </p:cNvPr>
              <p:cNvPicPr/>
              <p:nvPr/>
            </p:nvPicPr>
            <p:blipFill>
              <a:blip r:embed="rId69"/>
              <a:stretch>
                <a:fillRect/>
              </a:stretch>
            </p:blipFill>
            <p:spPr>
              <a:xfrm>
                <a:off x="9200206" y="1816360"/>
                <a:ext cx="257432"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100" name="Ink 99">
                <a:extLst>
                  <a:ext uri="{FF2B5EF4-FFF2-40B4-BE49-F238E27FC236}">
                    <a16:creationId xmlns:a16="http://schemas.microsoft.com/office/drawing/2014/main" id="{B46B1005-4ADA-7602-D552-476929839A25}"/>
                  </a:ext>
                </a:extLst>
              </p14:cNvPr>
              <p14:cNvContentPartPr/>
              <p14:nvPr/>
            </p14:nvContentPartPr>
            <p14:xfrm>
              <a:off x="9587222" y="1514680"/>
              <a:ext cx="859320" cy="194040"/>
            </p14:xfrm>
          </p:contentPart>
        </mc:Choice>
        <mc:Fallback>
          <p:pic>
            <p:nvPicPr>
              <p:cNvPr id="100" name="Ink 99">
                <a:extLst>
                  <a:ext uri="{FF2B5EF4-FFF2-40B4-BE49-F238E27FC236}">
                    <a16:creationId xmlns:a16="http://schemas.microsoft.com/office/drawing/2014/main" id="{B46B1005-4ADA-7602-D552-476929839A25}"/>
                  </a:ext>
                </a:extLst>
              </p:cNvPr>
              <p:cNvPicPr/>
              <p:nvPr/>
            </p:nvPicPr>
            <p:blipFill>
              <a:blip r:embed="rId71"/>
              <a:stretch>
                <a:fillRect/>
              </a:stretch>
            </p:blipFill>
            <p:spPr>
              <a:xfrm>
                <a:off x="9576422" y="1503900"/>
                <a:ext cx="880560" cy="215241"/>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108" name="Ink 107">
                <a:extLst>
                  <a:ext uri="{FF2B5EF4-FFF2-40B4-BE49-F238E27FC236}">
                    <a16:creationId xmlns:a16="http://schemas.microsoft.com/office/drawing/2014/main" id="{9D19ECC4-ACA4-66F5-FF87-CBBB67A536FE}"/>
                  </a:ext>
                </a:extLst>
              </p14:cNvPr>
              <p14:cNvContentPartPr/>
              <p14:nvPr/>
            </p14:nvContentPartPr>
            <p14:xfrm>
              <a:off x="9580382" y="1756960"/>
              <a:ext cx="598320" cy="215280"/>
            </p14:xfrm>
          </p:contentPart>
        </mc:Choice>
        <mc:Fallback>
          <p:pic>
            <p:nvPicPr>
              <p:cNvPr id="108" name="Ink 107">
                <a:extLst>
                  <a:ext uri="{FF2B5EF4-FFF2-40B4-BE49-F238E27FC236}">
                    <a16:creationId xmlns:a16="http://schemas.microsoft.com/office/drawing/2014/main" id="{9D19ECC4-ACA4-66F5-FF87-CBBB67A536FE}"/>
                  </a:ext>
                </a:extLst>
              </p:cNvPr>
              <p:cNvPicPr/>
              <p:nvPr/>
            </p:nvPicPr>
            <p:blipFill>
              <a:blip r:embed="rId73"/>
              <a:stretch>
                <a:fillRect/>
              </a:stretch>
            </p:blipFill>
            <p:spPr>
              <a:xfrm>
                <a:off x="9569582" y="1746520"/>
                <a:ext cx="619560" cy="23652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138" name="Ink 137">
                <a:extLst>
                  <a:ext uri="{FF2B5EF4-FFF2-40B4-BE49-F238E27FC236}">
                    <a16:creationId xmlns:a16="http://schemas.microsoft.com/office/drawing/2014/main" id="{D6D0BFF2-0D2C-075A-E15D-3E470CFF140C}"/>
                  </a:ext>
                </a:extLst>
              </p14:cNvPr>
              <p14:cNvContentPartPr/>
              <p14:nvPr/>
            </p14:nvContentPartPr>
            <p14:xfrm>
              <a:off x="10453382" y="1951000"/>
              <a:ext cx="856440" cy="219600"/>
            </p14:xfrm>
          </p:contentPart>
        </mc:Choice>
        <mc:Fallback>
          <p:pic>
            <p:nvPicPr>
              <p:cNvPr id="138" name="Ink 137">
                <a:extLst>
                  <a:ext uri="{FF2B5EF4-FFF2-40B4-BE49-F238E27FC236}">
                    <a16:creationId xmlns:a16="http://schemas.microsoft.com/office/drawing/2014/main" id="{D6D0BFF2-0D2C-075A-E15D-3E470CFF140C}"/>
                  </a:ext>
                </a:extLst>
              </p:cNvPr>
              <p:cNvPicPr/>
              <p:nvPr/>
            </p:nvPicPr>
            <p:blipFill>
              <a:blip r:embed="rId75"/>
              <a:stretch>
                <a:fillRect/>
              </a:stretch>
            </p:blipFill>
            <p:spPr>
              <a:xfrm>
                <a:off x="10442587" y="1940560"/>
                <a:ext cx="877671" cy="2408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139" name="Ink 138">
                <a:extLst>
                  <a:ext uri="{FF2B5EF4-FFF2-40B4-BE49-F238E27FC236}">
                    <a16:creationId xmlns:a16="http://schemas.microsoft.com/office/drawing/2014/main" id="{F58A16CD-3E63-5882-748A-3B0F3F296C47}"/>
                  </a:ext>
                </a:extLst>
              </p14:cNvPr>
              <p14:cNvContentPartPr/>
              <p14:nvPr/>
            </p14:nvContentPartPr>
            <p14:xfrm>
              <a:off x="10118222" y="2006440"/>
              <a:ext cx="208080" cy="188640"/>
            </p14:xfrm>
          </p:contentPart>
        </mc:Choice>
        <mc:Fallback>
          <p:pic>
            <p:nvPicPr>
              <p:cNvPr id="139" name="Ink 138">
                <a:extLst>
                  <a:ext uri="{FF2B5EF4-FFF2-40B4-BE49-F238E27FC236}">
                    <a16:creationId xmlns:a16="http://schemas.microsoft.com/office/drawing/2014/main" id="{F58A16CD-3E63-5882-748A-3B0F3F296C47}"/>
                  </a:ext>
                </a:extLst>
              </p:cNvPr>
              <p:cNvPicPr/>
              <p:nvPr/>
            </p:nvPicPr>
            <p:blipFill>
              <a:blip r:embed="rId77"/>
              <a:stretch>
                <a:fillRect/>
              </a:stretch>
            </p:blipFill>
            <p:spPr>
              <a:xfrm>
                <a:off x="10107782" y="1995640"/>
                <a:ext cx="229320" cy="2098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140" name="Ink 139">
                <a:extLst>
                  <a:ext uri="{FF2B5EF4-FFF2-40B4-BE49-F238E27FC236}">
                    <a16:creationId xmlns:a16="http://schemas.microsoft.com/office/drawing/2014/main" id="{029914A4-167A-6497-D7D9-56564F372643}"/>
                  </a:ext>
                </a:extLst>
              </p14:cNvPr>
              <p14:cNvContentPartPr/>
              <p14:nvPr/>
            </p14:nvContentPartPr>
            <p14:xfrm>
              <a:off x="9580742" y="2029840"/>
              <a:ext cx="417960" cy="152280"/>
            </p14:xfrm>
          </p:contentPart>
        </mc:Choice>
        <mc:Fallback>
          <p:pic>
            <p:nvPicPr>
              <p:cNvPr id="140" name="Ink 139">
                <a:extLst>
                  <a:ext uri="{FF2B5EF4-FFF2-40B4-BE49-F238E27FC236}">
                    <a16:creationId xmlns:a16="http://schemas.microsoft.com/office/drawing/2014/main" id="{029914A4-167A-6497-D7D9-56564F372643}"/>
                  </a:ext>
                </a:extLst>
              </p:cNvPr>
              <p:cNvPicPr/>
              <p:nvPr/>
            </p:nvPicPr>
            <p:blipFill>
              <a:blip r:embed="rId79"/>
              <a:stretch>
                <a:fillRect/>
              </a:stretch>
            </p:blipFill>
            <p:spPr>
              <a:xfrm>
                <a:off x="9570302" y="2019040"/>
                <a:ext cx="43920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141" name="Ink 140">
                <a:extLst>
                  <a:ext uri="{FF2B5EF4-FFF2-40B4-BE49-F238E27FC236}">
                    <a16:creationId xmlns:a16="http://schemas.microsoft.com/office/drawing/2014/main" id="{14DDC647-814C-33C6-D3BC-AEA045306A6D}"/>
                  </a:ext>
                </a:extLst>
              </p14:cNvPr>
              <p14:cNvContentPartPr/>
              <p14:nvPr/>
            </p14:nvContentPartPr>
            <p14:xfrm>
              <a:off x="10294982" y="1750480"/>
              <a:ext cx="107640" cy="117720"/>
            </p14:xfrm>
          </p:contentPart>
        </mc:Choice>
        <mc:Fallback>
          <p:pic>
            <p:nvPicPr>
              <p:cNvPr id="141" name="Ink 140">
                <a:extLst>
                  <a:ext uri="{FF2B5EF4-FFF2-40B4-BE49-F238E27FC236}">
                    <a16:creationId xmlns:a16="http://schemas.microsoft.com/office/drawing/2014/main" id="{14DDC647-814C-33C6-D3BC-AEA045306A6D}"/>
                  </a:ext>
                </a:extLst>
              </p:cNvPr>
              <p:cNvPicPr/>
              <p:nvPr/>
            </p:nvPicPr>
            <p:blipFill>
              <a:blip r:embed="rId81"/>
              <a:stretch>
                <a:fillRect/>
              </a:stretch>
            </p:blipFill>
            <p:spPr>
              <a:xfrm>
                <a:off x="10284542" y="1739680"/>
                <a:ext cx="128880" cy="1389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164" name="Ink 163">
                <a:extLst>
                  <a:ext uri="{FF2B5EF4-FFF2-40B4-BE49-F238E27FC236}">
                    <a16:creationId xmlns:a16="http://schemas.microsoft.com/office/drawing/2014/main" id="{5A59EB86-8878-7668-5FF6-ECCACB5FADB3}"/>
                  </a:ext>
                </a:extLst>
              </p14:cNvPr>
              <p14:cNvContentPartPr/>
              <p14:nvPr/>
            </p14:nvContentPartPr>
            <p14:xfrm>
              <a:off x="3140902" y="3691076"/>
              <a:ext cx="888480" cy="308160"/>
            </p14:xfrm>
          </p:contentPart>
        </mc:Choice>
        <mc:Fallback>
          <p:pic>
            <p:nvPicPr>
              <p:cNvPr id="164" name="Ink 163">
                <a:extLst>
                  <a:ext uri="{FF2B5EF4-FFF2-40B4-BE49-F238E27FC236}">
                    <a16:creationId xmlns:a16="http://schemas.microsoft.com/office/drawing/2014/main" id="{5A59EB86-8878-7668-5FF6-ECCACB5FADB3}"/>
                  </a:ext>
                </a:extLst>
              </p:cNvPr>
              <p:cNvPicPr/>
              <p:nvPr/>
            </p:nvPicPr>
            <p:blipFill>
              <a:blip r:embed="rId83"/>
              <a:stretch>
                <a:fillRect/>
              </a:stretch>
            </p:blipFill>
            <p:spPr>
              <a:xfrm>
                <a:off x="3130106" y="3680289"/>
                <a:ext cx="909711" cy="329375"/>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165" name="Ink 164">
                <a:extLst>
                  <a:ext uri="{FF2B5EF4-FFF2-40B4-BE49-F238E27FC236}">
                    <a16:creationId xmlns:a16="http://schemas.microsoft.com/office/drawing/2014/main" id="{54DC15E6-6253-ED23-B5EE-5BA1965DCE9F}"/>
                  </a:ext>
                </a:extLst>
              </p14:cNvPr>
              <p14:cNvContentPartPr/>
              <p14:nvPr/>
            </p14:nvContentPartPr>
            <p14:xfrm>
              <a:off x="1971262" y="3725996"/>
              <a:ext cx="1032480" cy="279360"/>
            </p14:xfrm>
          </p:contentPart>
        </mc:Choice>
        <mc:Fallback>
          <p:pic>
            <p:nvPicPr>
              <p:cNvPr id="165" name="Ink 164">
                <a:extLst>
                  <a:ext uri="{FF2B5EF4-FFF2-40B4-BE49-F238E27FC236}">
                    <a16:creationId xmlns:a16="http://schemas.microsoft.com/office/drawing/2014/main" id="{54DC15E6-6253-ED23-B5EE-5BA1965DCE9F}"/>
                  </a:ext>
                </a:extLst>
              </p:cNvPr>
              <p:cNvPicPr/>
              <p:nvPr/>
            </p:nvPicPr>
            <p:blipFill>
              <a:blip r:embed="rId85"/>
              <a:stretch>
                <a:fillRect/>
              </a:stretch>
            </p:blipFill>
            <p:spPr>
              <a:xfrm>
                <a:off x="1960822" y="3715210"/>
                <a:ext cx="1053720" cy="300573"/>
              </a:xfrm>
              <a:prstGeom prst="rect">
                <a:avLst/>
              </a:prstGeom>
            </p:spPr>
          </p:pic>
        </mc:Fallback>
      </mc:AlternateContent>
    </p:spTree>
    <p:extLst>
      <p:ext uri="{BB962C8B-B14F-4D97-AF65-F5344CB8AC3E}">
        <p14:creationId xmlns:p14="http://schemas.microsoft.com/office/powerpoint/2010/main" val="10026034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Threat, Vulnerability &amp; Attack</a:t>
            </a:r>
          </a:p>
        </p:txBody>
      </p:sp>
      <p:sp>
        <p:nvSpPr>
          <p:cNvPr id="7" name="Text Placeholder 6">
            <a:extLst>
              <a:ext uri="{FF2B5EF4-FFF2-40B4-BE49-F238E27FC236}">
                <a16:creationId xmlns:a16="http://schemas.microsoft.com/office/drawing/2014/main" id="{074B226A-42E4-6043-94B7-79FAEE39F990}"/>
              </a:ext>
            </a:extLst>
          </p:cNvPr>
          <p:cNvSpPr>
            <a:spLocks noGrp="1"/>
          </p:cNvSpPr>
          <p:nvPr>
            <p:ph type="body" idx="11"/>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Threat</a:t>
            </a:r>
          </a:p>
          <a:p>
            <a:pPr lvl="1"/>
            <a:r>
              <a:rPr lang="en-US" dirty="0"/>
              <a:t>something bad that could happen</a:t>
            </a:r>
          </a:p>
          <a:p>
            <a:r>
              <a:rPr lang="en-US" dirty="0"/>
              <a:t>Vulnerability</a:t>
            </a:r>
          </a:p>
          <a:p>
            <a:pPr lvl="1"/>
            <a:r>
              <a:rPr lang="en-US" dirty="0"/>
              <a:t>weakness in an information system that could be exploited</a:t>
            </a:r>
          </a:p>
          <a:p>
            <a:r>
              <a:rPr lang="en-US" dirty="0"/>
              <a:t>Incident</a:t>
            </a:r>
          </a:p>
          <a:p>
            <a:pPr lvl="1"/>
            <a:r>
              <a:rPr lang="en-US" dirty="0"/>
              <a:t>when a vulnerability is exploited to compromise the security of systems, the result is a security incident</a:t>
            </a:r>
          </a:p>
          <a:p>
            <a:r>
              <a:rPr lang="en-US" dirty="0"/>
              <a:t>Attack</a:t>
            </a:r>
          </a:p>
          <a:p>
            <a:pPr lvl="1"/>
            <a:r>
              <a:rPr lang="en-US" altLang="zh-CN" dirty="0"/>
              <a:t>some action taken by a malicious intruder</a:t>
            </a:r>
          </a:p>
          <a:p>
            <a:pPr lvl="1"/>
            <a:r>
              <a:rPr lang="en-US" altLang="zh-CN" dirty="0"/>
              <a:t>Passive Adversary</a:t>
            </a:r>
          </a:p>
          <a:p>
            <a:pPr lvl="1"/>
            <a:r>
              <a:rPr lang="en-US" altLang="zh-CN" dirty="0"/>
              <a:t>Active Adversary</a:t>
            </a:r>
            <a:endParaRPr lang="en-US" dirty="0"/>
          </a:p>
          <a:p>
            <a:endParaRPr lang="en-US" dirty="0"/>
          </a:p>
        </p:txBody>
      </p:sp>
      <mc:AlternateContent xmlns:mc="http://schemas.openxmlformats.org/markup-compatibility/2006">
        <mc:Choice xmlns:p14="http://schemas.microsoft.com/office/powerpoint/2010/main" Requires="p14">
          <p:contentPart p14:bwMode="auto" r:id="rId3">
            <p14:nvContentPartPr>
              <p14:cNvPr id="25" name="Ink 24">
                <a:extLst>
                  <a:ext uri="{FF2B5EF4-FFF2-40B4-BE49-F238E27FC236}">
                    <a16:creationId xmlns:a16="http://schemas.microsoft.com/office/drawing/2014/main" id="{DBAC551B-CB05-A361-796C-AF798B2EE668}"/>
                  </a:ext>
                </a:extLst>
              </p14:cNvPr>
              <p14:cNvContentPartPr/>
              <p14:nvPr/>
            </p14:nvContentPartPr>
            <p14:xfrm>
              <a:off x="1671509" y="1375076"/>
              <a:ext cx="1637640" cy="287640"/>
            </p14:xfrm>
          </p:contentPart>
        </mc:Choice>
        <mc:Fallback>
          <p:pic>
            <p:nvPicPr>
              <p:cNvPr id="25" name="Ink 24">
                <a:extLst>
                  <a:ext uri="{FF2B5EF4-FFF2-40B4-BE49-F238E27FC236}">
                    <a16:creationId xmlns:a16="http://schemas.microsoft.com/office/drawing/2014/main" id="{DBAC551B-CB05-A361-796C-AF798B2EE668}"/>
                  </a:ext>
                </a:extLst>
              </p:cNvPr>
              <p:cNvPicPr/>
              <p:nvPr/>
            </p:nvPicPr>
            <p:blipFill>
              <a:blip r:embed="rId4"/>
              <a:stretch>
                <a:fillRect/>
              </a:stretch>
            </p:blipFill>
            <p:spPr>
              <a:xfrm>
                <a:off x="1661069" y="1364276"/>
                <a:ext cx="1658880" cy="3088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5" name="Ink 34">
                <a:extLst>
                  <a:ext uri="{FF2B5EF4-FFF2-40B4-BE49-F238E27FC236}">
                    <a16:creationId xmlns:a16="http://schemas.microsoft.com/office/drawing/2014/main" id="{CC89B1DC-5971-4EF2-308E-C74D0F526E0F}"/>
                  </a:ext>
                </a:extLst>
              </p14:cNvPr>
              <p14:cNvContentPartPr/>
              <p14:nvPr/>
            </p14:nvContentPartPr>
            <p14:xfrm>
              <a:off x="2320638" y="2180724"/>
              <a:ext cx="686880" cy="235440"/>
            </p14:xfrm>
          </p:contentPart>
        </mc:Choice>
        <mc:Fallback>
          <p:pic>
            <p:nvPicPr>
              <p:cNvPr id="35" name="Ink 34">
                <a:extLst>
                  <a:ext uri="{FF2B5EF4-FFF2-40B4-BE49-F238E27FC236}">
                    <a16:creationId xmlns:a16="http://schemas.microsoft.com/office/drawing/2014/main" id="{CC89B1DC-5971-4EF2-308E-C74D0F526E0F}"/>
                  </a:ext>
                </a:extLst>
              </p:cNvPr>
              <p:cNvPicPr/>
              <p:nvPr/>
            </p:nvPicPr>
            <p:blipFill>
              <a:blip r:embed="rId6"/>
              <a:stretch>
                <a:fillRect/>
              </a:stretch>
            </p:blipFill>
            <p:spPr>
              <a:xfrm>
                <a:off x="2310198" y="2170284"/>
                <a:ext cx="708120" cy="2566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3" name="Ink 42">
                <a:extLst>
                  <a:ext uri="{FF2B5EF4-FFF2-40B4-BE49-F238E27FC236}">
                    <a16:creationId xmlns:a16="http://schemas.microsoft.com/office/drawing/2014/main" id="{FF1BC93D-0B38-ADF7-6CDD-583C25BDD686}"/>
                  </a:ext>
                </a:extLst>
              </p14:cNvPr>
              <p14:cNvContentPartPr/>
              <p14:nvPr/>
            </p14:nvContentPartPr>
            <p14:xfrm>
              <a:off x="1836109" y="3050004"/>
              <a:ext cx="721080" cy="212040"/>
            </p14:xfrm>
          </p:contentPart>
        </mc:Choice>
        <mc:Fallback>
          <p:pic>
            <p:nvPicPr>
              <p:cNvPr id="43" name="Ink 42">
                <a:extLst>
                  <a:ext uri="{FF2B5EF4-FFF2-40B4-BE49-F238E27FC236}">
                    <a16:creationId xmlns:a16="http://schemas.microsoft.com/office/drawing/2014/main" id="{FF1BC93D-0B38-ADF7-6CDD-583C25BDD686}"/>
                  </a:ext>
                </a:extLst>
              </p:cNvPr>
              <p:cNvPicPr/>
              <p:nvPr/>
            </p:nvPicPr>
            <p:blipFill>
              <a:blip r:embed="rId8"/>
              <a:stretch>
                <a:fillRect/>
              </a:stretch>
            </p:blipFill>
            <p:spPr>
              <a:xfrm>
                <a:off x="1825309" y="3039546"/>
                <a:ext cx="742320" cy="233316"/>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44" name="Ink 43">
                <a:extLst>
                  <a:ext uri="{FF2B5EF4-FFF2-40B4-BE49-F238E27FC236}">
                    <a16:creationId xmlns:a16="http://schemas.microsoft.com/office/drawing/2014/main" id="{CCD347F4-D6A4-39E5-5776-4F7A0446B668}"/>
                  </a:ext>
                </a:extLst>
              </p14:cNvPr>
              <p14:cNvContentPartPr/>
              <p14:nvPr/>
            </p14:nvContentPartPr>
            <p14:xfrm>
              <a:off x="3246591" y="5049992"/>
              <a:ext cx="114840" cy="21960"/>
            </p14:xfrm>
          </p:contentPart>
        </mc:Choice>
        <mc:Fallback>
          <p:pic>
            <p:nvPicPr>
              <p:cNvPr id="44" name="Ink 43">
                <a:extLst>
                  <a:ext uri="{FF2B5EF4-FFF2-40B4-BE49-F238E27FC236}">
                    <a16:creationId xmlns:a16="http://schemas.microsoft.com/office/drawing/2014/main" id="{CCD347F4-D6A4-39E5-5776-4F7A0446B668}"/>
                  </a:ext>
                </a:extLst>
              </p:cNvPr>
              <p:cNvPicPr/>
              <p:nvPr/>
            </p:nvPicPr>
            <p:blipFill>
              <a:blip r:embed="rId10"/>
              <a:stretch>
                <a:fillRect/>
              </a:stretch>
            </p:blipFill>
            <p:spPr>
              <a:xfrm>
                <a:off x="3236151" y="5039192"/>
                <a:ext cx="136080" cy="432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53" name="Ink 52">
                <a:extLst>
                  <a:ext uri="{FF2B5EF4-FFF2-40B4-BE49-F238E27FC236}">
                    <a16:creationId xmlns:a16="http://schemas.microsoft.com/office/drawing/2014/main" id="{15FE0E63-1FD2-C44B-8DCB-12B6177E6699}"/>
                  </a:ext>
                </a:extLst>
              </p14:cNvPr>
              <p14:cNvContentPartPr/>
              <p14:nvPr/>
            </p14:nvContentPartPr>
            <p14:xfrm>
              <a:off x="3460791" y="4907432"/>
              <a:ext cx="715680" cy="224280"/>
            </p14:xfrm>
          </p:contentPart>
        </mc:Choice>
        <mc:Fallback>
          <p:pic>
            <p:nvPicPr>
              <p:cNvPr id="53" name="Ink 52">
                <a:extLst>
                  <a:ext uri="{FF2B5EF4-FFF2-40B4-BE49-F238E27FC236}">
                    <a16:creationId xmlns:a16="http://schemas.microsoft.com/office/drawing/2014/main" id="{15FE0E63-1FD2-C44B-8DCB-12B6177E6699}"/>
                  </a:ext>
                </a:extLst>
              </p:cNvPr>
              <p:cNvPicPr/>
              <p:nvPr/>
            </p:nvPicPr>
            <p:blipFill>
              <a:blip r:embed="rId12"/>
              <a:stretch>
                <a:fillRect/>
              </a:stretch>
            </p:blipFill>
            <p:spPr>
              <a:xfrm>
                <a:off x="3450351" y="4896649"/>
                <a:ext cx="736920" cy="245486"/>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66" name="Ink 65">
                <a:extLst>
                  <a:ext uri="{FF2B5EF4-FFF2-40B4-BE49-F238E27FC236}">
                    <a16:creationId xmlns:a16="http://schemas.microsoft.com/office/drawing/2014/main" id="{54DBA964-29D9-80A3-0300-BB2B219DA93F}"/>
                  </a:ext>
                </a:extLst>
              </p14:cNvPr>
              <p14:cNvContentPartPr/>
              <p14:nvPr/>
            </p14:nvContentPartPr>
            <p14:xfrm>
              <a:off x="3178551" y="5471192"/>
              <a:ext cx="105840" cy="19080"/>
            </p14:xfrm>
          </p:contentPart>
        </mc:Choice>
        <mc:Fallback>
          <p:pic>
            <p:nvPicPr>
              <p:cNvPr id="66" name="Ink 65">
                <a:extLst>
                  <a:ext uri="{FF2B5EF4-FFF2-40B4-BE49-F238E27FC236}">
                    <a16:creationId xmlns:a16="http://schemas.microsoft.com/office/drawing/2014/main" id="{54DBA964-29D9-80A3-0300-BB2B219DA93F}"/>
                  </a:ext>
                </a:extLst>
              </p:cNvPr>
              <p:cNvPicPr/>
              <p:nvPr/>
            </p:nvPicPr>
            <p:blipFill>
              <a:blip r:embed="rId14"/>
              <a:stretch>
                <a:fillRect/>
              </a:stretch>
            </p:blipFill>
            <p:spPr>
              <a:xfrm>
                <a:off x="3168111" y="5460752"/>
                <a:ext cx="127080" cy="403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67" name="Ink 66">
                <a:extLst>
                  <a:ext uri="{FF2B5EF4-FFF2-40B4-BE49-F238E27FC236}">
                    <a16:creationId xmlns:a16="http://schemas.microsoft.com/office/drawing/2014/main" id="{13B61872-4F19-E53C-C3D3-E6F5A0A0E521}"/>
                  </a:ext>
                </a:extLst>
              </p14:cNvPr>
              <p14:cNvContentPartPr/>
              <p14:nvPr/>
            </p14:nvContentPartPr>
            <p14:xfrm>
              <a:off x="4981791" y="4932272"/>
              <a:ext cx="270000" cy="181080"/>
            </p14:xfrm>
          </p:contentPart>
        </mc:Choice>
        <mc:Fallback>
          <p:pic>
            <p:nvPicPr>
              <p:cNvPr id="67" name="Ink 66">
                <a:extLst>
                  <a:ext uri="{FF2B5EF4-FFF2-40B4-BE49-F238E27FC236}">
                    <a16:creationId xmlns:a16="http://schemas.microsoft.com/office/drawing/2014/main" id="{13B61872-4F19-E53C-C3D3-E6F5A0A0E521}"/>
                  </a:ext>
                </a:extLst>
              </p:cNvPr>
              <p:cNvPicPr/>
              <p:nvPr/>
            </p:nvPicPr>
            <p:blipFill>
              <a:blip r:embed="rId16"/>
              <a:stretch>
                <a:fillRect/>
              </a:stretch>
            </p:blipFill>
            <p:spPr>
              <a:xfrm>
                <a:off x="4970991" y="4921472"/>
                <a:ext cx="29124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68" name="Ink 67">
                <a:extLst>
                  <a:ext uri="{FF2B5EF4-FFF2-40B4-BE49-F238E27FC236}">
                    <a16:creationId xmlns:a16="http://schemas.microsoft.com/office/drawing/2014/main" id="{4F69508E-64D4-50C0-59F9-29FADC15B846}"/>
                  </a:ext>
                </a:extLst>
              </p14:cNvPr>
              <p14:cNvContentPartPr/>
              <p14:nvPr/>
            </p14:nvContentPartPr>
            <p14:xfrm>
              <a:off x="4266111" y="4922912"/>
              <a:ext cx="520560" cy="244800"/>
            </p14:xfrm>
          </p:contentPart>
        </mc:Choice>
        <mc:Fallback>
          <p:pic>
            <p:nvPicPr>
              <p:cNvPr id="68" name="Ink 67">
                <a:extLst>
                  <a:ext uri="{FF2B5EF4-FFF2-40B4-BE49-F238E27FC236}">
                    <a16:creationId xmlns:a16="http://schemas.microsoft.com/office/drawing/2014/main" id="{4F69508E-64D4-50C0-59F9-29FADC15B846}"/>
                  </a:ext>
                </a:extLst>
              </p:cNvPr>
              <p:cNvPicPr/>
              <p:nvPr/>
            </p:nvPicPr>
            <p:blipFill>
              <a:blip r:embed="rId18"/>
              <a:stretch>
                <a:fillRect/>
              </a:stretch>
            </p:blipFill>
            <p:spPr>
              <a:xfrm>
                <a:off x="4255318" y="4912128"/>
                <a:ext cx="541785" cy="266009"/>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89" name="Ink 88">
                <a:extLst>
                  <a:ext uri="{FF2B5EF4-FFF2-40B4-BE49-F238E27FC236}">
                    <a16:creationId xmlns:a16="http://schemas.microsoft.com/office/drawing/2014/main" id="{942FBD13-BFC2-8CBF-D284-57E713784607}"/>
                  </a:ext>
                </a:extLst>
              </p14:cNvPr>
              <p14:cNvContentPartPr/>
              <p14:nvPr/>
            </p14:nvContentPartPr>
            <p14:xfrm>
              <a:off x="3423351" y="5319272"/>
              <a:ext cx="1301760" cy="254160"/>
            </p14:xfrm>
          </p:contentPart>
        </mc:Choice>
        <mc:Fallback>
          <p:pic>
            <p:nvPicPr>
              <p:cNvPr id="89" name="Ink 88">
                <a:extLst>
                  <a:ext uri="{FF2B5EF4-FFF2-40B4-BE49-F238E27FC236}">
                    <a16:creationId xmlns:a16="http://schemas.microsoft.com/office/drawing/2014/main" id="{942FBD13-BFC2-8CBF-D284-57E713784607}"/>
                  </a:ext>
                </a:extLst>
              </p:cNvPr>
              <p:cNvPicPr/>
              <p:nvPr/>
            </p:nvPicPr>
            <p:blipFill>
              <a:blip r:embed="rId20"/>
              <a:stretch>
                <a:fillRect/>
              </a:stretch>
            </p:blipFill>
            <p:spPr>
              <a:xfrm>
                <a:off x="3412551" y="5308832"/>
                <a:ext cx="1323000" cy="275400"/>
              </a:xfrm>
              <a:prstGeom prst="rect">
                <a:avLst/>
              </a:prstGeom>
            </p:spPr>
          </p:pic>
        </mc:Fallback>
      </mc:AlternateContent>
    </p:spTree>
    <p:extLst>
      <p:ext uri="{BB962C8B-B14F-4D97-AF65-F5344CB8AC3E}">
        <p14:creationId xmlns:p14="http://schemas.microsoft.com/office/powerpoint/2010/main" val="4382185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1958240" y="152400"/>
            <a:ext cx="8229600" cy="742950"/>
          </a:xfrm>
          <a:prstGeom prst="rect">
            <a:avLst/>
          </a:prstGeom>
        </p:spPr>
        <p:txBody>
          <a:bodyPr/>
          <a:lstStyle/>
          <a:p>
            <a:pPr algn="ctr" eaLnBrk="0" hangingPunct="0">
              <a:defRPr/>
            </a:pPr>
            <a:r>
              <a:rPr lang="en-US" sz="2800" kern="0" dirty="0">
                <a:solidFill>
                  <a:schemeClr val="tx2"/>
                </a:solidFill>
                <a:latin typeface="+mj-lt"/>
                <a:ea typeface="+mj-ea"/>
                <a:cs typeface="+mj-cs"/>
              </a:rPr>
              <a:t>Sources of Cybersecurity Threats</a:t>
            </a:r>
            <a:br>
              <a:rPr lang="en-US" sz="2800" kern="0" dirty="0">
                <a:solidFill>
                  <a:schemeClr val="tx2"/>
                </a:solidFill>
                <a:latin typeface="+mj-lt"/>
                <a:ea typeface="+mj-ea"/>
                <a:cs typeface="+mj-cs"/>
              </a:rPr>
            </a:br>
            <a:r>
              <a:rPr lang="en-US" sz="2000" kern="0" dirty="0">
                <a:solidFill>
                  <a:schemeClr val="tx2"/>
                </a:solidFill>
                <a:latin typeface="+mj-lt"/>
                <a:ea typeface="+mj-ea"/>
                <a:cs typeface="+mj-cs"/>
              </a:rPr>
              <a:t>(United States Government Accountability Office GAO-10-606)</a:t>
            </a:r>
          </a:p>
        </p:txBody>
      </p:sp>
      <p:graphicFrame>
        <p:nvGraphicFramePr>
          <p:cNvPr id="4" name="Content Placeholder 5"/>
          <p:cNvGraphicFramePr>
            <a:graphicFrameLocks/>
          </p:cNvGraphicFramePr>
          <p:nvPr/>
        </p:nvGraphicFramePr>
        <p:xfrm>
          <a:off x="1712914" y="1310641"/>
          <a:ext cx="8720253" cy="4895992"/>
        </p:xfrm>
        <a:graphic>
          <a:graphicData uri="http://schemas.openxmlformats.org/drawingml/2006/table">
            <a:tbl>
              <a:tblPr firstRow="1" bandRow="1">
                <a:tableStyleId>{5C22544A-7EE6-4342-B048-85BDC9FD1C3A}</a:tableStyleId>
              </a:tblPr>
              <a:tblGrid>
                <a:gridCol w="1748777">
                  <a:extLst>
                    <a:ext uri="{9D8B030D-6E8A-4147-A177-3AD203B41FA5}">
                      <a16:colId xmlns:a16="http://schemas.microsoft.com/office/drawing/2014/main" val="20000"/>
                    </a:ext>
                  </a:extLst>
                </a:gridCol>
                <a:gridCol w="6971476">
                  <a:extLst>
                    <a:ext uri="{9D8B030D-6E8A-4147-A177-3AD203B41FA5}">
                      <a16:colId xmlns:a16="http://schemas.microsoft.com/office/drawing/2014/main" val="20001"/>
                    </a:ext>
                  </a:extLst>
                </a:gridCol>
              </a:tblGrid>
              <a:tr h="513923">
                <a:tc>
                  <a:txBody>
                    <a:bodyPr/>
                    <a:lstStyle/>
                    <a:p>
                      <a:r>
                        <a:rPr lang="en-US" sz="1400" b="1" dirty="0" err="1">
                          <a:solidFill>
                            <a:schemeClr val="tx1"/>
                          </a:solidFill>
                          <a:latin typeface="+mj-lt"/>
                          <a:cs typeface="Times New Roman" pitchFamily="18" charset="0"/>
                        </a:rPr>
                        <a:t>Bot</a:t>
                      </a:r>
                      <a:r>
                        <a:rPr lang="en-US" sz="1400" b="1" dirty="0">
                          <a:solidFill>
                            <a:schemeClr val="tx1"/>
                          </a:solidFill>
                          <a:latin typeface="+mj-lt"/>
                          <a:cs typeface="Times New Roman" pitchFamily="18" charset="0"/>
                        </a:rPr>
                        <a:t>-network</a:t>
                      </a:r>
                      <a:r>
                        <a:rPr lang="en-US" sz="1400" b="1" baseline="0" dirty="0">
                          <a:solidFill>
                            <a:schemeClr val="tx1"/>
                          </a:solidFill>
                          <a:latin typeface="+mj-lt"/>
                          <a:cs typeface="Times New Roman" pitchFamily="18" charset="0"/>
                        </a:rPr>
                        <a:t> operators</a:t>
                      </a:r>
                      <a:endParaRPr lang="en-US" sz="1400" b="1" dirty="0">
                        <a:solidFill>
                          <a:schemeClr val="tx1"/>
                        </a:solidFill>
                        <a:latin typeface="+mj-lt"/>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200" b="0" kern="1200" baseline="0" dirty="0">
                          <a:solidFill>
                            <a:schemeClr val="tx1"/>
                          </a:solidFill>
                          <a:latin typeface="+mj-lt"/>
                          <a:ea typeface="+mn-ea"/>
                          <a:cs typeface="Times New Roman" pitchFamily="18" charset="0"/>
                        </a:rPr>
                        <a:t>Use a network, or </a:t>
                      </a:r>
                      <a:r>
                        <a:rPr lang="en-SG" sz="1200" b="0" kern="1200" baseline="0" dirty="0" err="1">
                          <a:solidFill>
                            <a:schemeClr val="tx1"/>
                          </a:solidFill>
                          <a:latin typeface="+mj-lt"/>
                          <a:ea typeface="+mn-ea"/>
                          <a:cs typeface="Times New Roman" pitchFamily="18" charset="0"/>
                        </a:rPr>
                        <a:t>bot</a:t>
                      </a:r>
                      <a:r>
                        <a:rPr lang="en-SG" sz="1200" b="0" kern="1200" baseline="0" dirty="0">
                          <a:solidFill>
                            <a:schemeClr val="tx1"/>
                          </a:solidFill>
                          <a:latin typeface="+mj-lt"/>
                          <a:ea typeface="+mn-ea"/>
                          <a:cs typeface="Times New Roman" pitchFamily="18" charset="0"/>
                        </a:rPr>
                        <a:t>-net, of compromised, remotely controlled systems to coordinate attacks and to distribute phishing schemes, spam, and malware attacks. The services of these networks are sometimes made available on underground markets.</a:t>
                      </a:r>
                    </a:p>
                  </a:txBody>
                  <a:tcPr/>
                </a:tc>
                <a:extLst>
                  <a:ext uri="{0D108BD9-81ED-4DB2-BD59-A6C34878D82A}">
                    <a16:rowId xmlns:a16="http://schemas.microsoft.com/office/drawing/2014/main" val="10000"/>
                  </a:ext>
                </a:extLst>
              </a:tr>
              <a:tr h="367088">
                <a:tc>
                  <a:txBody>
                    <a:bodyPr/>
                    <a:lstStyle/>
                    <a:p>
                      <a:r>
                        <a:rPr lang="en-US" sz="1400" b="1" dirty="0">
                          <a:solidFill>
                            <a:srgbClr val="0000CC"/>
                          </a:solidFill>
                          <a:latin typeface="+mj-lt"/>
                          <a:cs typeface="Times New Roman" pitchFamily="18" charset="0"/>
                        </a:rPr>
                        <a:t>Criminal groups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200" kern="1200" baseline="0" dirty="0">
                          <a:solidFill>
                            <a:srgbClr val="0000CC"/>
                          </a:solidFill>
                          <a:latin typeface="+mj-lt"/>
                          <a:ea typeface="+mn-ea"/>
                          <a:cs typeface="Times New Roman" pitchFamily="18" charset="0"/>
                        </a:rPr>
                        <a:t>Seek to attack systems for monetary gain (e.g., identity theft and online fraud) or conduct industrial espionage. They  hire or develop hacker talent. </a:t>
                      </a:r>
                    </a:p>
                  </a:txBody>
                  <a:tcPr/>
                </a:tc>
                <a:extLst>
                  <a:ext uri="{0D108BD9-81ED-4DB2-BD59-A6C34878D82A}">
                    <a16:rowId xmlns:a16="http://schemas.microsoft.com/office/drawing/2014/main" val="10001"/>
                  </a:ext>
                </a:extLst>
              </a:tr>
              <a:tr h="367088">
                <a:tc>
                  <a:txBody>
                    <a:bodyPr/>
                    <a:lstStyle/>
                    <a:p>
                      <a:r>
                        <a:rPr lang="en-US" sz="1400" b="1" dirty="0">
                          <a:latin typeface="+mj-lt"/>
                        </a:rPr>
                        <a:t>Hackers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200" kern="1200" baseline="0" dirty="0">
                          <a:solidFill>
                            <a:schemeClr val="dk1"/>
                          </a:solidFill>
                          <a:latin typeface="+mj-lt"/>
                          <a:ea typeface="+mn-ea"/>
                          <a:cs typeface="+mn-cs"/>
                        </a:rPr>
                        <a:t>Break into networks for the thrill of the challenge, bragging rights in the hacker community, revenge, stalking others, and monetary gain, among other reasons	</a:t>
                      </a:r>
                    </a:p>
                  </a:txBody>
                  <a:tcPr/>
                </a:tc>
                <a:extLst>
                  <a:ext uri="{0D108BD9-81ED-4DB2-BD59-A6C34878D82A}">
                    <a16:rowId xmlns:a16="http://schemas.microsoft.com/office/drawing/2014/main" val="10002"/>
                  </a:ext>
                </a:extLst>
              </a:tr>
              <a:tr h="367088">
                <a:tc>
                  <a:txBody>
                    <a:bodyPr/>
                    <a:lstStyle/>
                    <a:p>
                      <a:r>
                        <a:rPr lang="en-US" sz="1400" b="1" dirty="0">
                          <a:solidFill>
                            <a:srgbClr val="0000CC"/>
                          </a:solidFill>
                          <a:latin typeface="+mj-lt"/>
                        </a:rPr>
                        <a:t>Insiders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200" kern="1200" baseline="0" dirty="0">
                          <a:solidFill>
                            <a:srgbClr val="0000CC"/>
                          </a:solidFill>
                          <a:latin typeface="+mj-lt"/>
                          <a:ea typeface="+mn-ea"/>
                          <a:cs typeface="+mn-cs"/>
                        </a:rPr>
                        <a:t>Includes disgruntled employees, contractors hired by the organization, as well as employees who accidentally introduce malware into systems. 	</a:t>
                      </a:r>
                    </a:p>
                  </a:txBody>
                  <a:tcPr/>
                </a:tc>
                <a:extLst>
                  <a:ext uri="{0D108BD9-81ED-4DB2-BD59-A6C34878D82A}">
                    <a16:rowId xmlns:a16="http://schemas.microsoft.com/office/drawing/2014/main" val="10003"/>
                  </a:ext>
                </a:extLst>
              </a:tr>
              <a:tr h="513923">
                <a:tc>
                  <a:txBody>
                    <a:bodyPr/>
                    <a:lstStyle/>
                    <a:p>
                      <a:r>
                        <a:rPr lang="en-US" sz="1400" b="1" dirty="0">
                          <a:latin typeface="+mj-lt"/>
                        </a:rPr>
                        <a:t>Nations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200" kern="1200" baseline="0" dirty="0">
                          <a:solidFill>
                            <a:schemeClr val="dk1"/>
                          </a:solidFill>
                          <a:latin typeface="+mj-lt"/>
                          <a:ea typeface="+mn-ea"/>
                          <a:cs typeface="+mn-cs"/>
                        </a:rPr>
                        <a:t>Nations use cyber tools as part of their information-gathering and espionage activities. In addition, several nations are aggressively working to develop information warfare doctrine, programs, and capabilities. </a:t>
                      </a:r>
                    </a:p>
                  </a:txBody>
                  <a:tcPr/>
                </a:tc>
                <a:extLst>
                  <a:ext uri="{0D108BD9-81ED-4DB2-BD59-A6C34878D82A}">
                    <a16:rowId xmlns:a16="http://schemas.microsoft.com/office/drawing/2014/main" val="10004"/>
                  </a:ext>
                </a:extLst>
              </a:tr>
              <a:tr h="367088">
                <a:tc>
                  <a:txBody>
                    <a:bodyPr/>
                    <a:lstStyle/>
                    <a:p>
                      <a:r>
                        <a:rPr lang="en-US" sz="1400" b="1" dirty="0" err="1">
                          <a:solidFill>
                            <a:srgbClr val="0000CC"/>
                          </a:solidFill>
                          <a:latin typeface="+mj-lt"/>
                        </a:rPr>
                        <a:t>Phishers</a:t>
                      </a:r>
                      <a:endParaRPr lang="en-US" sz="1400" b="1" dirty="0">
                        <a:solidFill>
                          <a:srgbClr val="0000CC"/>
                        </a:solidFill>
                        <a:latin typeface="+mj-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200" kern="1200" baseline="0" dirty="0">
                          <a:solidFill>
                            <a:srgbClr val="0000CC"/>
                          </a:solidFill>
                          <a:latin typeface="+mj-lt"/>
                          <a:ea typeface="+mn-ea"/>
                          <a:cs typeface="+mn-cs"/>
                        </a:rPr>
                        <a:t>Individuals, or small groups, execute phishing schemes in an attempt to steal identities or information for monetary gain 	</a:t>
                      </a:r>
                    </a:p>
                  </a:txBody>
                  <a:tcPr/>
                </a:tc>
                <a:extLst>
                  <a:ext uri="{0D108BD9-81ED-4DB2-BD59-A6C34878D82A}">
                    <a16:rowId xmlns:a16="http://schemas.microsoft.com/office/drawing/2014/main" val="10005"/>
                  </a:ext>
                </a:extLst>
              </a:tr>
              <a:tr h="513923">
                <a:tc>
                  <a:txBody>
                    <a:bodyPr/>
                    <a:lstStyle/>
                    <a:p>
                      <a:r>
                        <a:rPr lang="en-US" sz="1400" b="1" dirty="0">
                          <a:latin typeface="+mj-lt"/>
                        </a:rPr>
                        <a:t>Spammers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200" kern="1200" baseline="0" dirty="0">
                          <a:solidFill>
                            <a:schemeClr val="dk1"/>
                          </a:solidFill>
                          <a:latin typeface="+mj-lt"/>
                          <a:ea typeface="+mn-ea"/>
                          <a:cs typeface="+mn-cs"/>
                        </a:rPr>
                        <a:t>Individuals or organizations distribute unsolicited e-mail with hidden or false information in order to sell products, conduct phishing schemes, distribute spyware/malware, or attack organizations (i.e., denial of service). 	</a:t>
                      </a:r>
                    </a:p>
                  </a:txBody>
                  <a:tcPr/>
                </a:tc>
                <a:extLst>
                  <a:ext uri="{0D108BD9-81ED-4DB2-BD59-A6C34878D82A}">
                    <a16:rowId xmlns:a16="http://schemas.microsoft.com/office/drawing/2014/main" val="10006"/>
                  </a:ext>
                </a:extLst>
              </a:tr>
              <a:tr h="416033">
                <a:tc>
                  <a:txBody>
                    <a:bodyPr/>
                    <a:lstStyle/>
                    <a:p>
                      <a:r>
                        <a:rPr lang="en-US" sz="1400" b="1" dirty="0">
                          <a:solidFill>
                            <a:srgbClr val="0000CC"/>
                          </a:solidFill>
                          <a:latin typeface="+mj-lt"/>
                        </a:rPr>
                        <a:t>Spyware/malware authors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200" kern="1200" baseline="0" dirty="0">
                          <a:solidFill>
                            <a:srgbClr val="0000CC"/>
                          </a:solidFill>
                          <a:latin typeface="+mj-lt"/>
                          <a:ea typeface="+mn-ea"/>
                          <a:cs typeface="+mn-cs"/>
                        </a:rPr>
                        <a:t>Individuals or organizations with malicious intent carry out attacks against users by producing and distributing spyware and malware. 	</a:t>
                      </a:r>
                    </a:p>
                  </a:txBody>
                  <a:tcPr/>
                </a:tc>
                <a:extLst>
                  <a:ext uri="{0D108BD9-81ED-4DB2-BD59-A6C34878D82A}">
                    <a16:rowId xmlns:a16="http://schemas.microsoft.com/office/drawing/2014/main" val="10007"/>
                  </a:ext>
                </a:extLst>
              </a:tr>
              <a:tr h="367088">
                <a:tc>
                  <a:txBody>
                    <a:bodyPr/>
                    <a:lstStyle/>
                    <a:p>
                      <a:r>
                        <a:rPr lang="en-US" sz="1400" b="1" dirty="0">
                          <a:latin typeface="+mj-lt"/>
                        </a:rPr>
                        <a:t>Terrorists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SG" sz="1200" kern="1200" baseline="0" dirty="0">
                          <a:solidFill>
                            <a:schemeClr val="dk1"/>
                          </a:solidFill>
                          <a:latin typeface="+mj-lt"/>
                          <a:ea typeface="+mn-ea"/>
                          <a:cs typeface="+mn-cs"/>
                        </a:rPr>
                        <a:t>Seek to destroy, incapacitate, or exploit critical infrastructures in order to threaten national security, cause mass casualties, weaken a nation’s economy, and damage public morale and confidence.</a:t>
                      </a:r>
                    </a:p>
                  </a:txBody>
                  <a:tcPr/>
                </a:tc>
                <a:extLst>
                  <a:ext uri="{0D108BD9-81ED-4DB2-BD59-A6C34878D82A}">
                    <a16:rowId xmlns:a16="http://schemas.microsoft.com/office/drawing/2014/main" val="10008"/>
                  </a:ext>
                </a:extLst>
              </a:tr>
              <a:tr h="297749">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7274902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lstStyle/>
          <a:p>
            <a:r>
              <a:rPr lang="en-US" dirty="0"/>
              <a:t>Asymmetry: Defense is So Hard</a:t>
            </a:r>
          </a:p>
        </p:txBody>
      </p:sp>
      <p:sp>
        <p:nvSpPr>
          <p:cNvPr id="157699" name="Rectangle 3"/>
          <p:cNvSpPr>
            <a:spLocks noGrp="1" noChangeArrowheads="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pPr lvl="1"/>
            <a:r>
              <a:rPr lang="en-US" dirty="0"/>
              <a:t>An intruder only needs to find one vulnerability</a:t>
            </a:r>
          </a:p>
          <a:p>
            <a:pPr lvl="1"/>
            <a:r>
              <a:rPr lang="en-US" dirty="0"/>
              <a:t>Defender needs to control all possible vulnerabilities</a:t>
            </a:r>
          </a:p>
        </p:txBody>
      </p:sp>
      <p:sp>
        <p:nvSpPr>
          <p:cNvPr id="157700" name="Rectangle 4"/>
          <p:cNvSpPr>
            <a:spLocks noChangeArrowheads="1"/>
          </p:cNvSpPr>
          <p:nvPr/>
        </p:nvSpPr>
        <p:spPr bwMode="auto">
          <a:xfrm>
            <a:off x="1008580" y="2044004"/>
            <a:ext cx="7010400" cy="1524000"/>
          </a:xfrm>
          <a:prstGeom prst="rect">
            <a:avLst/>
          </a:prstGeom>
          <a:noFill/>
          <a:ln w="38100">
            <a:solidFill>
              <a:schemeClr val="tx1"/>
            </a:solidFill>
            <a:miter lim="800000"/>
            <a:headEnd/>
            <a:tailEnd/>
          </a:ln>
          <a:effectLst/>
        </p:spPr>
        <p:txBody>
          <a:bodyPr wrap="none" anchor="ctr"/>
          <a:lstStyle/>
          <a:p>
            <a:endParaRPr lang="en-US"/>
          </a:p>
        </p:txBody>
      </p:sp>
      <p:sp>
        <p:nvSpPr>
          <p:cNvPr id="157701" name="Text Box 5"/>
          <p:cNvSpPr txBox="1">
            <a:spLocks noChangeArrowheads="1"/>
          </p:cNvSpPr>
          <p:nvPr/>
        </p:nvSpPr>
        <p:spPr bwMode="auto">
          <a:xfrm>
            <a:off x="1084780" y="2171330"/>
            <a:ext cx="6705600" cy="1384995"/>
          </a:xfrm>
          <a:prstGeom prst="rect">
            <a:avLst/>
          </a:prstGeom>
          <a:noFill/>
          <a:ln w="9525">
            <a:noFill/>
            <a:miter lim="800000"/>
            <a:headEnd/>
            <a:tailEnd/>
          </a:ln>
          <a:effectLst/>
        </p:spPr>
        <p:txBody>
          <a:bodyPr>
            <a:spAutoFit/>
          </a:bodyPr>
          <a:lstStyle/>
          <a:p>
            <a:pPr>
              <a:spcBef>
                <a:spcPct val="50000"/>
              </a:spcBef>
            </a:pPr>
            <a:r>
              <a:rPr lang="en-US" dirty="0">
                <a:solidFill>
                  <a:srgbClr val="CC0000"/>
                </a:solidFill>
              </a:rPr>
              <a:t>Principle of Easiest Penetration</a:t>
            </a:r>
          </a:p>
          <a:p>
            <a:pPr>
              <a:spcBef>
                <a:spcPct val="50000"/>
              </a:spcBef>
            </a:pPr>
            <a:r>
              <a:rPr lang="en-US" dirty="0"/>
              <a:t>An intruder can exploit any vulnerability to launch a penetration or attack</a:t>
            </a:r>
          </a:p>
        </p:txBody>
      </p:sp>
      <p:sp>
        <p:nvSpPr>
          <p:cNvPr id="157702" name="Line 6"/>
          <p:cNvSpPr>
            <a:spLocks noChangeShapeType="1"/>
          </p:cNvSpPr>
          <p:nvPr/>
        </p:nvSpPr>
        <p:spPr bwMode="auto">
          <a:xfrm>
            <a:off x="1008580" y="2577404"/>
            <a:ext cx="7010400" cy="0"/>
          </a:xfrm>
          <a:prstGeom prst="line">
            <a:avLst/>
          </a:prstGeom>
          <a:noFill/>
          <a:ln w="19050">
            <a:solidFill>
              <a:schemeClr val="tx1"/>
            </a:solidFill>
            <a:round/>
            <a:headEnd/>
            <a:tailEnd/>
          </a:ln>
          <a:effectLst/>
        </p:spPr>
        <p:txBody>
          <a:bodyPr/>
          <a:lstStyle/>
          <a:p>
            <a:endParaRPr lang="en-US"/>
          </a:p>
        </p:txBody>
      </p:sp>
      <p:pic>
        <p:nvPicPr>
          <p:cNvPr id="3" name="Picture 2"/>
          <p:cNvPicPr>
            <a:picLocks noChangeAspect="1"/>
          </p:cNvPicPr>
          <p:nvPr/>
        </p:nvPicPr>
        <p:blipFill>
          <a:blip r:embed="rId3"/>
          <a:stretch>
            <a:fillRect/>
          </a:stretch>
        </p:blipFill>
        <p:spPr>
          <a:xfrm>
            <a:off x="9436963" y="1784002"/>
            <a:ext cx="1905000" cy="1905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en-US"/>
              <a:t>How to Achieve Security (Control)</a:t>
            </a:r>
          </a:p>
        </p:txBody>
      </p:sp>
      <p:sp>
        <p:nvSpPr>
          <p:cNvPr id="79876" name="Rectangle 4"/>
          <p:cNvSpPr>
            <a:spLocks noGrp="1" noChangeArrowheads="1"/>
          </p:cNvSpPr>
          <p:nvPr>
            <p:ph type="body" idx="11"/>
          </p:nvPr>
        </p:nvSpPr>
        <p:spPr/>
        <p:txBody>
          <a:bodyPr>
            <a:normAutofit/>
          </a:bodyPr>
          <a:lstStyle/>
          <a:p>
            <a:r>
              <a:rPr lang="en-US"/>
              <a:t> </a:t>
            </a:r>
          </a:p>
        </p:txBody>
      </p:sp>
      <p:sp>
        <p:nvSpPr>
          <p:cNvPr id="79875" name="Rectangle 3"/>
          <p:cNvSpPr>
            <a:spLocks noGrp="1" noChangeArrowheads="1"/>
          </p:cNvSpPr>
          <p:nvPr>
            <p:ph idx="1"/>
          </p:nvPr>
        </p:nvSpPr>
        <p:spPr/>
        <p:txBody>
          <a:bodyPr>
            <a:normAutofit/>
          </a:bodyPr>
          <a:lstStyle/>
          <a:p>
            <a:r>
              <a:rPr lang="en-US" dirty="0"/>
              <a:t>Policy</a:t>
            </a:r>
          </a:p>
          <a:p>
            <a:pPr lvl="1"/>
            <a:r>
              <a:rPr lang="en-US" dirty="0"/>
              <a:t>What we are trying to protect</a:t>
            </a:r>
          </a:p>
          <a:p>
            <a:r>
              <a:rPr lang="en-US" dirty="0"/>
              <a:t>Mechanism</a:t>
            </a:r>
          </a:p>
          <a:p>
            <a:pPr lvl="1"/>
            <a:r>
              <a:rPr lang="en-US" dirty="0"/>
              <a:t>How to enforce the security policy</a:t>
            </a:r>
          </a:p>
          <a:p>
            <a:r>
              <a:rPr lang="en-US" dirty="0"/>
              <a:t>Assurance</a:t>
            </a:r>
          </a:p>
          <a:p>
            <a:pPr lvl="1"/>
            <a:r>
              <a:rPr lang="en-US" dirty="0"/>
              <a:t>How well the security mechanism enforces the policy</a:t>
            </a:r>
          </a:p>
        </p:txBody>
      </p:sp>
      <p:sp>
        <p:nvSpPr>
          <p:cNvPr id="79877" name="Rectangle 5"/>
          <p:cNvSpPr>
            <a:spLocks noChangeArrowheads="1"/>
          </p:cNvSpPr>
          <p:nvPr/>
        </p:nvSpPr>
        <p:spPr bwMode="auto">
          <a:xfrm>
            <a:off x="8499297" y="2623334"/>
            <a:ext cx="1676400" cy="762000"/>
          </a:xfrm>
          <a:prstGeom prst="rect">
            <a:avLst/>
          </a:prstGeom>
          <a:noFill/>
          <a:ln w="9525">
            <a:solidFill>
              <a:schemeClr val="tx1"/>
            </a:solidFill>
            <a:miter lim="800000"/>
            <a:headEnd/>
            <a:tailEnd/>
          </a:ln>
          <a:effectLst/>
        </p:spPr>
        <p:txBody>
          <a:bodyPr wrap="none" anchor="ctr"/>
          <a:lstStyle/>
          <a:p>
            <a:endParaRPr lang="en-US"/>
          </a:p>
        </p:txBody>
      </p:sp>
      <p:sp>
        <p:nvSpPr>
          <p:cNvPr id="79878" name="Rectangle 6"/>
          <p:cNvSpPr>
            <a:spLocks noChangeArrowheads="1"/>
          </p:cNvSpPr>
          <p:nvPr/>
        </p:nvSpPr>
        <p:spPr bwMode="auto">
          <a:xfrm>
            <a:off x="8499297" y="3385334"/>
            <a:ext cx="1676400" cy="762000"/>
          </a:xfrm>
          <a:prstGeom prst="rect">
            <a:avLst/>
          </a:prstGeom>
          <a:noFill/>
          <a:ln w="9525">
            <a:solidFill>
              <a:schemeClr val="tx1"/>
            </a:solidFill>
            <a:miter lim="800000"/>
            <a:headEnd/>
            <a:tailEnd/>
          </a:ln>
          <a:effectLst/>
        </p:spPr>
        <p:txBody>
          <a:bodyPr wrap="none" anchor="ctr"/>
          <a:lstStyle/>
          <a:p>
            <a:endParaRPr lang="en-US"/>
          </a:p>
        </p:txBody>
      </p:sp>
      <p:sp>
        <p:nvSpPr>
          <p:cNvPr id="79879" name="Rectangle 7"/>
          <p:cNvSpPr>
            <a:spLocks noChangeArrowheads="1"/>
          </p:cNvSpPr>
          <p:nvPr/>
        </p:nvSpPr>
        <p:spPr bwMode="auto">
          <a:xfrm>
            <a:off x="8499297" y="4147334"/>
            <a:ext cx="1676400" cy="762000"/>
          </a:xfrm>
          <a:prstGeom prst="rect">
            <a:avLst/>
          </a:prstGeom>
          <a:noFill/>
          <a:ln w="9525">
            <a:solidFill>
              <a:schemeClr val="tx1"/>
            </a:solidFill>
            <a:miter lim="800000"/>
            <a:headEnd/>
            <a:tailEnd/>
          </a:ln>
          <a:effectLst/>
        </p:spPr>
        <p:txBody>
          <a:bodyPr wrap="none" anchor="ctr"/>
          <a:lstStyle/>
          <a:p>
            <a:endParaRPr lang="en-US"/>
          </a:p>
        </p:txBody>
      </p:sp>
      <p:sp>
        <p:nvSpPr>
          <p:cNvPr id="79880" name="Line 8"/>
          <p:cNvSpPr>
            <a:spLocks noChangeShapeType="1"/>
          </p:cNvSpPr>
          <p:nvPr/>
        </p:nvSpPr>
        <p:spPr bwMode="auto">
          <a:xfrm flipH="1">
            <a:off x="8194497" y="2089934"/>
            <a:ext cx="1066800" cy="762000"/>
          </a:xfrm>
          <a:prstGeom prst="line">
            <a:avLst/>
          </a:prstGeom>
          <a:noFill/>
          <a:ln w="9525">
            <a:solidFill>
              <a:schemeClr val="tx1"/>
            </a:solidFill>
            <a:round/>
            <a:headEnd/>
            <a:tailEnd/>
          </a:ln>
          <a:effectLst/>
        </p:spPr>
        <p:txBody>
          <a:bodyPr/>
          <a:lstStyle/>
          <a:p>
            <a:endParaRPr lang="en-US"/>
          </a:p>
        </p:txBody>
      </p:sp>
      <p:sp>
        <p:nvSpPr>
          <p:cNvPr id="79881" name="Line 9"/>
          <p:cNvSpPr>
            <a:spLocks noChangeShapeType="1"/>
          </p:cNvSpPr>
          <p:nvPr/>
        </p:nvSpPr>
        <p:spPr bwMode="auto">
          <a:xfrm>
            <a:off x="9261297" y="2089934"/>
            <a:ext cx="1219200" cy="685800"/>
          </a:xfrm>
          <a:prstGeom prst="line">
            <a:avLst/>
          </a:prstGeom>
          <a:noFill/>
          <a:ln w="9525">
            <a:solidFill>
              <a:schemeClr val="tx1"/>
            </a:solidFill>
            <a:round/>
            <a:headEnd/>
            <a:tailEnd/>
          </a:ln>
          <a:effectLst/>
        </p:spPr>
        <p:txBody>
          <a:bodyPr/>
          <a:lstStyle/>
          <a:p>
            <a:endParaRPr lang="en-US"/>
          </a:p>
        </p:txBody>
      </p:sp>
      <p:sp>
        <p:nvSpPr>
          <p:cNvPr id="79882" name="Line 10"/>
          <p:cNvSpPr>
            <a:spLocks noChangeShapeType="1"/>
          </p:cNvSpPr>
          <p:nvPr/>
        </p:nvSpPr>
        <p:spPr bwMode="auto">
          <a:xfrm>
            <a:off x="8194497" y="2851934"/>
            <a:ext cx="304800" cy="0"/>
          </a:xfrm>
          <a:prstGeom prst="line">
            <a:avLst/>
          </a:prstGeom>
          <a:noFill/>
          <a:ln w="9525">
            <a:solidFill>
              <a:schemeClr val="tx1"/>
            </a:solidFill>
            <a:round/>
            <a:headEnd/>
            <a:tailEnd/>
          </a:ln>
          <a:effectLst/>
        </p:spPr>
        <p:txBody>
          <a:bodyPr/>
          <a:lstStyle/>
          <a:p>
            <a:endParaRPr lang="en-US"/>
          </a:p>
        </p:txBody>
      </p:sp>
      <p:sp>
        <p:nvSpPr>
          <p:cNvPr id="79883" name="Line 11"/>
          <p:cNvSpPr>
            <a:spLocks noChangeShapeType="1"/>
          </p:cNvSpPr>
          <p:nvPr/>
        </p:nvSpPr>
        <p:spPr bwMode="auto">
          <a:xfrm flipH="1">
            <a:off x="10175697" y="2775734"/>
            <a:ext cx="304800" cy="0"/>
          </a:xfrm>
          <a:prstGeom prst="line">
            <a:avLst/>
          </a:prstGeom>
          <a:noFill/>
          <a:ln w="9525">
            <a:solidFill>
              <a:schemeClr val="tx1"/>
            </a:solidFill>
            <a:round/>
            <a:headEnd/>
            <a:tailEnd/>
          </a:ln>
          <a:effectLst/>
        </p:spPr>
        <p:txBody>
          <a:bodyPr/>
          <a:lstStyle/>
          <a:p>
            <a:endParaRPr lang="en-US"/>
          </a:p>
        </p:txBody>
      </p:sp>
      <p:sp>
        <p:nvSpPr>
          <p:cNvPr id="79884" name="Text Box 12"/>
          <p:cNvSpPr txBox="1">
            <a:spLocks noChangeArrowheads="1"/>
          </p:cNvSpPr>
          <p:nvPr/>
        </p:nvSpPr>
        <p:spPr bwMode="auto">
          <a:xfrm>
            <a:off x="8880297" y="4299734"/>
            <a:ext cx="1143000" cy="457200"/>
          </a:xfrm>
          <a:prstGeom prst="rect">
            <a:avLst/>
          </a:prstGeom>
          <a:noFill/>
          <a:ln w="9525">
            <a:noFill/>
            <a:miter lim="800000"/>
            <a:headEnd/>
            <a:tailEnd/>
          </a:ln>
          <a:effectLst/>
        </p:spPr>
        <p:txBody>
          <a:bodyPr>
            <a:spAutoFit/>
          </a:bodyPr>
          <a:lstStyle/>
          <a:p>
            <a:pPr>
              <a:spcBef>
                <a:spcPct val="50000"/>
              </a:spcBef>
            </a:pPr>
            <a:r>
              <a:rPr lang="en-US"/>
              <a:t>Policy</a:t>
            </a:r>
          </a:p>
        </p:txBody>
      </p:sp>
      <p:sp>
        <p:nvSpPr>
          <p:cNvPr id="79885" name="Text Box 13"/>
          <p:cNvSpPr txBox="1">
            <a:spLocks noChangeArrowheads="1"/>
          </p:cNvSpPr>
          <p:nvPr/>
        </p:nvSpPr>
        <p:spPr bwMode="auto">
          <a:xfrm>
            <a:off x="8575497" y="3537734"/>
            <a:ext cx="1752600" cy="457200"/>
          </a:xfrm>
          <a:prstGeom prst="rect">
            <a:avLst/>
          </a:prstGeom>
          <a:noFill/>
          <a:ln w="9525">
            <a:noFill/>
            <a:miter lim="800000"/>
            <a:headEnd/>
            <a:tailEnd/>
          </a:ln>
          <a:effectLst/>
        </p:spPr>
        <p:txBody>
          <a:bodyPr>
            <a:spAutoFit/>
          </a:bodyPr>
          <a:lstStyle/>
          <a:p>
            <a:pPr>
              <a:spcBef>
                <a:spcPct val="50000"/>
              </a:spcBef>
            </a:pPr>
            <a:r>
              <a:rPr lang="en-US"/>
              <a:t>Mechanism</a:t>
            </a:r>
          </a:p>
        </p:txBody>
      </p:sp>
      <p:sp>
        <p:nvSpPr>
          <p:cNvPr id="79886" name="Text Box 14"/>
          <p:cNvSpPr txBox="1">
            <a:spLocks noChangeArrowheads="1"/>
          </p:cNvSpPr>
          <p:nvPr/>
        </p:nvSpPr>
        <p:spPr bwMode="auto">
          <a:xfrm>
            <a:off x="8575497" y="2699534"/>
            <a:ext cx="1600200" cy="457200"/>
          </a:xfrm>
          <a:prstGeom prst="rect">
            <a:avLst/>
          </a:prstGeom>
          <a:noFill/>
          <a:ln w="9525">
            <a:noFill/>
            <a:miter lim="800000"/>
            <a:headEnd/>
            <a:tailEnd/>
          </a:ln>
          <a:effectLst/>
        </p:spPr>
        <p:txBody>
          <a:bodyPr>
            <a:spAutoFit/>
          </a:bodyPr>
          <a:lstStyle/>
          <a:p>
            <a:pPr>
              <a:spcBef>
                <a:spcPct val="50000"/>
              </a:spcBef>
            </a:pPr>
            <a:r>
              <a:rPr lang="en-US"/>
              <a:t>Assurance</a:t>
            </a:r>
          </a:p>
        </p:txBody>
      </p:sp>
      <p:sp>
        <p:nvSpPr>
          <p:cNvPr id="79887" name="Text Box 15"/>
          <p:cNvSpPr txBox="1">
            <a:spLocks noChangeArrowheads="1"/>
          </p:cNvSpPr>
          <p:nvPr/>
        </p:nvSpPr>
        <p:spPr bwMode="auto">
          <a:xfrm>
            <a:off x="8651697" y="1708934"/>
            <a:ext cx="1295400" cy="457200"/>
          </a:xfrm>
          <a:prstGeom prst="rect">
            <a:avLst/>
          </a:prstGeom>
          <a:noFill/>
          <a:ln w="9525">
            <a:noFill/>
            <a:miter lim="800000"/>
            <a:headEnd/>
            <a:tailEnd/>
          </a:ln>
          <a:effectLst/>
        </p:spPr>
        <p:txBody>
          <a:bodyPr>
            <a:spAutoFit/>
          </a:bodyPr>
          <a:lstStyle/>
          <a:p>
            <a:pPr>
              <a:spcBef>
                <a:spcPct val="50000"/>
              </a:spcBef>
            </a:pPr>
            <a:r>
              <a:rPr lang="en-US"/>
              <a:t>Security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513349" y="30834"/>
            <a:ext cx="10840451" cy="1325563"/>
          </a:xfrm>
        </p:spPr>
        <p:txBody>
          <a:bodyPr anchor="ctr">
            <a:normAutofit/>
          </a:bodyPr>
          <a:lstStyle/>
          <a:p>
            <a:r>
              <a:rPr lang="en-US"/>
              <a:t>Can We Hide?</a:t>
            </a:r>
          </a:p>
        </p:txBody>
      </p:sp>
      <p:sp>
        <p:nvSpPr>
          <p:cNvPr id="82947" name="Rectangle 3"/>
          <p:cNvSpPr>
            <a:spLocks noGrp="1" noChangeArrowheads="1"/>
          </p:cNvSpPr>
          <p:nvPr>
            <p:ph sz="half" idx="1"/>
          </p:nvPr>
        </p:nvSpPr>
        <p:spPr>
          <a:xfrm>
            <a:off x="609600" y="1295400"/>
            <a:ext cx="5384800" cy="4191000"/>
          </a:xfrm>
        </p:spPr>
        <p:txBody>
          <a:bodyPr>
            <a:normAutofit/>
          </a:bodyPr>
          <a:lstStyle/>
          <a:p>
            <a:pPr>
              <a:lnSpc>
                <a:spcPct val="90000"/>
              </a:lnSpc>
            </a:pPr>
            <a:r>
              <a:rPr lang="en-US" sz="2400" dirty="0"/>
              <a:t>Security by Obscurity</a:t>
            </a:r>
          </a:p>
          <a:p>
            <a:pPr lvl="1">
              <a:lnSpc>
                <a:spcPct val="90000"/>
              </a:lnSpc>
            </a:pPr>
            <a:r>
              <a:rPr lang="en-US" dirty="0"/>
              <a:t>A system would be secure if we hide its insides</a:t>
            </a:r>
          </a:p>
          <a:p>
            <a:pPr lvl="1">
              <a:lnSpc>
                <a:spcPct val="90000"/>
              </a:lnSpc>
            </a:pPr>
            <a:r>
              <a:rPr lang="en-US" dirty="0"/>
              <a:t>Does this work?</a:t>
            </a:r>
          </a:p>
          <a:p>
            <a:pPr>
              <a:lnSpc>
                <a:spcPct val="90000"/>
              </a:lnSpc>
            </a:pPr>
            <a:endParaRPr lang="en-US" sz="2400" dirty="0"/>
          </a:p>
          <a:p>
            <a:pPr>
              <a:lnSpc>
                <a:spcPct val="90000"/>
              </a:lnSpc>
            </a:pPr>
            <a:r>
              <a:rPr lang="en-US" sz="2400" dirty="0" err="1"/>
              <a:t>Kerckhoff’s</a:t>
            </a:r>
            <a:r>
              <a:rPr lang="en-US" sz="2400" dirty="0"/>
              <a:t> Principle (1883): Only the key should be kept secret, while the algorithm itself should be publicly known.</a:t>
            </a:r>
          </a:p>
        </p:txBody>
      </p:sp>
      <p:pic>
        <p:nvPicPr>
          <p:cNvPr id="82948" name="Picture 4" descr="j0078727"/>
          <p:cNvPicPr>
            <a:picLocks noChangeAspect="1" noChangeArrowheads="1"/>
          </p:cNvPicPr>
          <p:nvPr/>
        </p:nvPicPr>
        <p:blipFill>
          <a:blip r:embed="rId3" cstate="print"/>
          <a:stretch>
            <a:fillRect/>
          </a:stretch>
        </p:blipFill>
        <p:spPr bwMode="auto">
          <a:xfrm>
            <a:off x="6197600" y="1532864"/>
            <a:ext cx="5384800" cy="3716072"/>
          </a:xfrm>
          <a:prstGeom prst="rect">
            <a:avLst/>
          </a:prstGeom>
          <a:noFill/>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B67A65C4-C40F-D0FE-3376-12BEB007682C}"/>
                  </a:ext>
                </a:extLst>
              </p14:cNvPr>
              <p14:cNvContentPartPr/>
              <p14:nvPr/>
            </p14:nvContentPartPr>
            <p14:xfrm>
              <a:off x="3924392" y="1517204"/>
              <a:ext cx="108720" cy="269280"/>
            </p14:xfrm>
          </p:contentPart>
        </mc:Choice>
        <mc:Fallback>
          <p:pic>
            <p:nvPicPr>
              <p:cNvPr id="2" name="Ink 1">
                <a:extLst>
                  <a:ext uri="{FF2B5EF4-FFF2-40B4-BE49-F238E27FC236}">
                    <a16:creationId xmlns:a16="http://schemas.microsoft.com/office/drawing/2014/main" id="{B67A65C4-C40F-D0FE-3376-12BEB007682C}"/>
                  </a:ext>
                </a:extLst>
              </p:cNvPr>
              <p:cNvPicPr/>
              <p:nvPr/>
            </p:nvPicPr>
            <p:blipFill>
              <a:blip r:embed="rId5"/>
              <a:stretch>
                <a:fillRect/>
              </a:stretch>
            </p:blipFill>
            <p:spPr>
              <a:xfrm>
                <a:off x="3913952" y="1506764"/>
                <a:ext cx="129960" cy="2905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4" name="Ink 43">
                <a:extLst>
                  <a:ext uri="{FF2B5EF4-FFF2-40B4-BE49-F238E27FC236}">
                    <a16:creationId xmlns:a16="http://schemas.microsoft.com/office/drawing/2014/main" id="{FA7395A5-CE68-05FC-497A-C7D747D970CB}"/>
                  </a:ext>
                </a:extLst>
              </p14:cNvPr>
              <p14:cNvContentPartPr/>
              <p14:nvPr/>
            </p14:nvContentPartPr>
            <p14:xfrm>
              <a:off x="5297432" y="2348084"/>
              <a:ext cx="578160" cy="298440"/>
            </p14:xfrm>
          </p:contentPart>
        </mc:Choice>
        <mc:Fallback>
          <p:pic>
            <p:nvPicPr>
              <p:cNvPr id="44" name="Ink 43">
                <a:extLst>
                  <a:ext uri="{FF2B5EF4-FFF2-40B4-BE49-F238E27FC236}">
                    <a16:creationId xmlns:a16="http://schemas.microsoft.com/office/drawing/2014/main" id="{FA7395A5-CE68-05FC-497A-C7D747D970CB}"/>
                  </a:ext>
                </a:extLst>
              </p:cNvPr>
              <p:cNvPicPr/>
              <p:nvPr/>
            </p:nvPicPr>
            <p:blipFill>
              <a:blip r:embed="rId7"/>
              <a:stretch>
                <a:fillRect/>
              </a:stretch>
            </p:blipFill>
            <p:spPr>
              <a:xfrm>
                <a:off x="5286639" y="2337644"/>
                <a:ext cx="599387" cy="3196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45" name="Ink 44">
                <a:extLst>
                  <a:ext uri="{FF2B5EF4-FFF2-40B4-BE49-F238E27FC236}">
                    <a16:creationId xmlns:a16="http://schemas.microsoft.com/office/drawing/2014/main" id="{DF3F0991-B95B-EC6F-82CE-5A365A9CCD1D}"/>
                  </a:ext>
                </a:extLst>
              </p14:cNvPr>
              <p14:cNvContentPartPr/>
              <p14:nvPr/>
            </p14:nvContentPartPr>
            <p14:xfrm>
              <a:off x="5590832" y="1965044"/>
              <a:ext cx="564840" cy="212040"/>
            </p14:xfrm>
          </p:contentPart>
        </mc:Choice>
        <mc:Fallback>
          <p:pic>
            <p:nvPicPr>
              <p:cNvPr id="45" name="Ink 44">
                <a:extLst>
                  <a:ext uri="{FF2B5EF4-FFF2-40B4-BE49-F238E27FC236}">
                    <a16:creationId xmlns:a16="http://schemas.microsoft.com/office/drawing/2014/main" id="{DF3F0991-B95B-EC6F-82CE-5A365A9CCD1D}"/>
                  </a:ext>
                </a:extLst>
              </p:cNvPr>
              <p:cNvPicPr/>
              <p:nvPr/>
            </p:nvPicPr>
            <p:blipFill>
              <a:blip r:embed="rId9"/>
              <a:stretch>
                <a:fillRect/>
              </a:stretch>
            </p:blipFill>
            <p:spPr>
              <a:xfrm>
                <a:off x="5580392" y="1954244"/>
                <a:ext cx="586080" cy="2332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46" name="Ink 45">
                <a:extLst>
                  <a:ext uri="{FF2B5EF4-FFF2-40B4-BE49-F238E27FC236}">
                    <a16:creationId xmlns:a16="http://schemas.microsoft.com/office/drawing/2014/main" id="{E0649BFB-F007-3126-D9DF-FBC4DCAA5F88}"/>
                  </a:ext>
                </a:extLst>
              </p14:cNvPr>
              <p14:cNvContentPartPr/>
              <p14:nvPr/>
            </p14:nvContentPartPr>
            <p14:xfrm>
              <a:off x="6417392" y="1524404"/>
              <a:ext cx="307440" cy="237240"/>
            </p14:xfrm>
          </p:contentPart>
        </mc:Choice>
        <mc:Fallback>
          <p:pic>
            <p:nvPicPr>
              <p:cNvPr id="46" name="Ink 45">
                <a:extLst>
                  <a:ext uri="{FF2B5EF4-FFF2-40B4-BE49-F238E27FC236}">
                    <a16:creationId xmlns:a16="http://schemas.microsoft.com/office/drawing/2014/main" id="{E0649BFB-F007-3126-D9DF-FBC4DCAA5F88}"/>
                  </a:ext>
                </a:extLst>
              </p:cNvPr>
              <p:cNvPicPr/>
              <p:nvPr/>
            </p:nvPicPr>
            <p:blipFill>
              <a:blip r:embed="rId11"/>
              <a:stretch>
                <a:fillRect/>
              </a:stretch>
            </p:blipFill>
            <p:spPr>
              <a:xfrm>
                <a:off x="6406592" y="1513604"/>
                <a:ext cx="32868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47" name="Ink 46">
                <a:extLst>
                  <a:ext uri="{FF2B5EF4-FFF2-40B4-BE49-F238E27FC236}">
                    <a16:creationId xmlns:a16="http://schemas.microsoft.com/office/drawing/2014/main" id="{7D247D52-8299-6B6B-54A4-39104D5D12E8}"/>
                  </a:ext>
                </a:extLst>
              </p14:cNvPr>
              <p14:cNvContentPartPr/>
              <p14:nvPr/>
            </p14:nvContentPartPr>
            <p14:xfrm>
              <a:off x="5577512" y="1512884"/>
              <a:ext cx="668520" cy="329040"/>
            </p14:xfrm>
          </p:contentPart>
        </mc:Choice>
        <mc:Fallback>
          <p:pic>
            <p:nvPicPr>
              <p:cNvPr id="47" name="Ink 46">
                <a:extLst>
                  <a:ext uri="{FF2B5EF4-FFF2-40B4-BE49-F238E27FC236}">
                    <a16:creationId xmlns:a16="http://schemas.microsoft.com/office/drawing/2014/main" id="{7D247D52-8299-6B6B-54A4-39104D5D12E8}"/>
                  </a:ext>
                </a:extLst>
              </p:cNvPr>
              <p:cNvPicPr/>
              <p:nvPr/>
            </p:nvPicPr>
            <p:blipFill>
              <a:blip r:embed="rId13"/>
              <a:stretch>
                <a:fillRect/>
              </a:stretch>
            </p:blipFill>
            <p:spPr>
              <a:xfrm>
                <a:off x="5566718" y="1502084"/>
                <a:ext cx="689749" cy="3502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48" name="Ink 47">
                <a:extLst>
                  <a:ext uri="{FF2B5EF4-FFF2-40B4-BE49-F238E27FC236}">
                    <a16:creationId xmlns:a16="http://schemas.microsoft.com/office/drawing/2014/main" id="{33B5F642-1E59-1532-93FF-4587808C4281}"/>
                  </a:ext>
                </a:extLst>
              </p14:cNvPr>
              <p14:cNvContentPartPr/>
              <p14:nvPr/>
            </p14:nvContentPartPr>
            <p14:xfrm>
              <a:off x="4195472" y="1540964"/>
              <a:ext cx="1125000" cy="265320"/>
            </p14:xfrm>
          </p:contentPart>
        </mc:Choice>
        <mc:Fallback>
          <p:pic>
            <p:nvPicPr>
              <p:cNvPr id="48" name="Ink 47">
                <a:extLst>
                  <a:ext uri="{FF2B5EF4-FFF2-40B4-BE49-F238E27FC236}">
                    <a16:creationId xmlns:a16="http://schemas.microsoft.com/office/drawing/2014/main" id="{33B5F642-1E59-1532-93FF-4587808C4281}"/>
                  </a:ext>
                </a:extLst>
              </p:cNvPr>
              <p:cNvPicPr/>
              <p:nvPr/>
            </p:nvPicPr>
            <p:blipFill>
              <a:blip r:embed="rId15"/>
              <a:stretch>
                <a:fillRect/>
              </a:stretch>
            </p:blipFill>
            <p:spPr>
              <a:xfrm>
                <a:off x="4184672" y="1530164"/>
                <a:ext cx="1146240" cy="2865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49" name="Ink 48">
                <a:extLst>
                  <a:ext uri="{FF2B5EF4-FFF2-40B4-BE49-F238E27FC236}">
                    <a16:creationId xmlns:a16="http://schemas.microsoft.com/office/drawing/2014/main" id="{04CCDC29-C60A-DF98-033C-4FF011655313}"/>
                  </a:ext>
                </a:extLst>
              </p14:cNvPr>
              <p14:cNvContentPartPr/>
              <p14:nvPr/>
            </p14:nvContentPartPr>
            <p14:xfrm>
              <a:off x="4651592" y="1137764"/>
              <a:ext cx="781560" cy="266760"/>
            </p14:xfrm>
          </p:contentPart>
        </mc:Choice>
        <mc:Fallback>
          <p:pic>
            <p:nvPicPr>
              <p:cNvPr id="49" name="Ink 48">
                <a:extLst>
                  <a:ext uri="{FF2B5EF4-FFF2-40B4-BE49-F238E27FC236}">
                    <a16:creationId xmlns:a16="http://schemas.microsoft.com/office/drawing/2014/main" id="{04CCDC29-C60A-DF98-033C-4FF011655313}"/>
                  </a:ext>
                </a:extLst>
              </p:cNvPr>
              <p:cNvPicPr/>
              <p:nvPr/>
            </p:nvPicPr>
            <p:blipFill>
              <a:blip r:embed="rId17"/>
              <a:stretch>
                <a:fillRect/>
              </a:stretch>
            </p:blipFill>
            <p:spPr>
              <a:xfrm>
                <a:off x="4640792" y="1127324"/>
                <a:ext cx="80280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50" name="Ink 49">
                <a:extLst>
                  <a:ext uri="{FF2B5EF4-FFF2-40B4-BE49-F238E27FC236}">
                    <a16:creationId xmlns:a16="http://schemas.microsoft.com/office/drawing/2014/main" id="{CC084176-EF1D-A2A1-8287-D3D676B7DF4D}"/>
                  </a:ext>
                </a:extLst>
              </p14:cNvPr>
              <p14:cNvContentPartPr/>
              <p14:nvPr/>
            </p14:nvContentPartPr>
            <p14:xfrm>
              <a:off x="4046432" y="1106444"/>
              <a:ext cx="375120" cy="262080"/>
            </p14:xfrm>
          </p:contentPart>
        </mc:Choice>
        <mc:Fallback>
          <p:pic>
            <p:nvPicPr>
              <p:cNvPr id="50" name="Ink 49">
                <a:extLst>
                  <a:ext uri="{FF2B5EF4-FFF2-40B4-BE49-F238E27FC236}">
                    <a16:creationId xmlns:a16="http://schemas.microsoft.com/office/drawing/2014/main" id="{CC084176-EF1D-A2A1-8287-D3D676B7DF4D}"/>
                  </a:ext>
                </a:extLst>
              </p:cNvPr>
              <p:cNvPicPr/>
              <p:nvPr/>
            </p:nvPicPr>
            <p:blipFill>
              <a:blip r:embed="rId19"/>
              <a:stretch>
                <a:fillRect/>
              </a:stretch>
            </p:blipFill>
            <p:spPr>
              <a:xfrm>
                <a:off x="4035632" y="1095659"/>
                <a:ext cx="396360" cy="283291"/>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82954" name="Ink 82953">
                <a:extLst>
                  <a:ext uri="{FF2B5EF4-FFF2-40B4-BE49-F238E27FC236}">
                    <a16:creationId xmlns:a16="http://schemas.microsoft.com/office/drawing/2014/main" id="{6730B75B-5A4F-6986-3336-414D6CE57E9A}"/>
                  </a:ext>
                </a:extLst>
              </p14:cNvPr>
              <p14:cNvContentPartPr/>
              <p14:nvPr/>
            </p14:nvContentPartPr>
            <p14:xfrm>
              <a:off x="4240472" y="3165644"/>
              <a:ext cx="980280" cy="275760"/>
            </p14:xfrm>
          </p:contentPart>
        </mc:Choice>
        <mc:Fallback>
          <p:pic>
            <p:nvPicPr>
              <p:cNvPr id="82954" name="Ink 82953">
                <a:extLst>
                  <a:ext uri="{FF2B5EF4-FFF2-40B4-BE49-F238E27FC236}">
                    <a16:creationId xmlns:a16="http://schemas.microsoft.com/office/drawing/2014/main" id="{6730B75B-5A4F-6986-3336-414D6CE57E9A}"/>
                  </a:ext>
                </a:extLst>
              </p:cNvPr>
              <p:cNvPicPr/>
              <p:nvPr/>
            </p:nvPicPr>
            <p:blipFill>
              <a:blip r:embed="rId21"/>
              <a:stretch>
                <a:fillRect/>
              </a:stretch>
            </p:blipFill>
            <p:spPr>
              <a:xfrm>
                <a:off x="4230032" y="3155204"/>
                <a:ext cx="1001520" cy="2970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82955" name="Ink 82954">
                <a:extLst>
                  <a:ext uri="{FF2B5EF4-FFF2-40B4-BE49-F238E27FC236}">
                    <a16:creationId xmlns:a16="http://schemas.microsoft.com/office/drawing/2014/main" id="{F5502965-1F12-DFF8-F907-5138383AD1A1}"/>
                  </a:ext>
                </a:extLst>
              </p14:cNvPr>
              <p14:cNvContentPartPr/>
              <p14:nvPr/>
            </p14:nvContentPartPr>
            <p14:xfrm>
              <a:off x="4764272" y="2718524"/>
              <a:ext cx="1107000" cy="316440"/>
            </p14:xfrm>
          </p:contentPart>
        </mc:Choice>
        <mc:Fallback>
          <p:pic>
            <p:nvPicPr>
              <p:cNvPr id="82955" name="Ink 82954">
                <a:extLst>
                  <a:ext uri="{FF2B5EF4-FFF2-40B4-BE49-F238E27FC236}">
                    <a16:creationId xmlns:a16="http://schemas.microsoft.com/office/drawing/2014/main" id="{F5502965-1F12-DFF8-F907-5138383AD1A1}"/>
                  </a:ext>
                </a:extLst>
              </p:cNvPr>
              <p:cNvPicPr/>
              <p:nvPr/>
            </p:nvPicPr>
            <p:blipFill>
              <a:blip r:embed="rId23"/>
              <a:stretch>
                <a:fillRect/>
              </a:stretch>
            </p:blipFill>
            <p:spPr>
              <a:xfrm>
                <a:off x="4753832" y="2708084"/>
                <a:ext cx="1128240" cy="3376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82956" name="Ink 82955">
                <a:extLst>
                  <a:ext uri="{FF2B5EF4-FFF2-40B4-BE49-F238E27FC236}">
                    <a16:creationId xmlns:a16="http://schemas.microsoft.com/office/drawing/2014/main" id="{4723A9E1-8250-FB3B-B4CD-76D896549116}"/>
                  </a:ext>
                </a:extLst>
              </p14:cNvPr>
              <p14:cNvContentPartPr/>
              <p14:nvPr/>
            </p14:nvContentPartPr>
            <p14:xfrm>
              <a:off x="4190792" y="2755244"/>
              <a:ext cx="393120" cy="288720"/>
            </p14:xfrm>
          </p:contentPart>
        </mc:Choice>
        <mc:Fallback>
          <p:pic>
            <p:nvPicPr>
              <p:cNvPr id="82956" name="Ink 82955">
                <a:extLst>
                  <a:ext uri="{FF2B5EF4-FFF2-40B4-BE49-F238E27FC236}">
                    <a16:creationId xmlns:a16="http://schemas.microsoft.com/office/drawing/2014/main" id="{4723A9E1-8250-FB3B-B4CD-76D896549116}"/>
                  </a:ext>
                </a:extLst>
              </p:cNvPr>
              <p:cNvPicPr/>
              <p:nvPr/>
            </p:nvPicPr>
            <p:blipFill>
              <a:blip r:embed="rId25"/>
              <a:stretch>
                <a:fillRect/>
              </a:stretch>
            </p:blipFill>
            <p:spPr>
              <a:xfrm>
                <a:off x="4180352" y="2744444"/>
                <a:ext cx="414360" cy="3099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82968" name="Ink 82967">
                <a:extLst>
                  <a:ext uri="{FF2B5EF4-FFF2-40B4-BE49-F238E27FC236}">
                    <a16:creationId xmlns:a16="http://schemas.microsoft.com/office/drawing/2014/main" id="{48B5DA55-962B-A710-0DDB-FDE372A054A7}"/>
                  </a:ext>
                </a:extLst>
              </p14:cNvPr>
              <p14:cNvContentPartPr/>
              <p14:nvPr/>
            </p14:nvContentPartPr>
            <p14:xfrm>
              <a:off x="5414792" y="3220004"/>
              <a:ext cx="1084320" cy="514440"/>
            </p14:xfrm>
          </p:contentPart>
        </mc:Choice>
        <mc:Fallback>
          <p:pic>
            <p:nvPicPr>
              <p:cNvPr id="82968" name="Ink 82967">
                <a:extLst>
                  <a:ext uri="{FF2B5EF4-FFF2-40B4-BE49-F238E27FC236}">
                    <a16:creationId xmlns:a16="http://schemas.microsoft.com/office/drawing/2014/main" id="{48B5DA55-962B-A710-0DDB-FDE372A054A7}"/>
                  </a:ext>
                </a:extLst>
              </p:cNvPr>
              <p:cNvPicPr/>
              <p:nvPr/>
            </p:nvPicPr>
            <p:blipFill>
              <a:blip r:embed="rId27"/>
              <a:stretch>
                <a:fillRect/>
              </a:stretch>
            </p:blipFill>
            <p:spPr>
              <a:xfrm>
                <a:off x="5403992" y="3209212"/>
                <a:ext cx="1105560" cy="535665"/>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82969" name="Ink 82968">
                <a:extLst>
                  <a:ext uri="{FF2B5EF4-FFF2-40B4-BE49-F238E27FC236}">
                    <a16:creationId xmlns:a16="http://schemas.microsoft.com/office/drawing/2014/main" id="{88DC1036-64AB-C5B7-3F2E-B2BBC8B6A9F8}"/>
                  </a:ext>
                </a:extLst>
              </p14:cNvPr>
              <p14:cNvContentPartPr/>
              <p14:nvPr/>
            </p14:nvContentPartPr>
            <p14:xfrm>
              <a:off x="1030577" y="5087496"/>
              <a:ext cx="157680" cy="22320"/>
            </p14:xfrm>
          </p:contentPart>
        </mc:Choice>
        <mc:Fallback>
          <p:pic>
            <p:nvPicPr>
              <p:cNvPr id="82969" name="Ink 82968">
                <a:extLst>
                  <a:ext uri="{FF2B5EF4-FFF2-40B4-BE49-F238E27FC236}">
                    <a16:creationId xmlns:a16="http://schemas.microsoft.com/office/drawing/2014/main" id="{88DC1036-64AB-C5B7-3F2E-B2BBC8B6A9F8}"/>
                  </a:ext>
                </a:extLst>
              </p:cNvPr>
              <p:cNvPicPr/>
              <p:nvPr/>
            </p:nvPicPr>
            <p:blipFill>
              <a:blip r:embed="rId29"/>
              <a:stretch>
                <a:fillRect/>
              </a:stretch>
            </p:blipFill>
            <p:spPr>
              <a:xfrm>
                <a:off x="1019777" y="5076696"/>
                <a:ext cx="17892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82970" name="Ink 82969">
                <a:extLst>
                  <a:ext uri="{FF2B5EF4-FFF2-40B4-BE49-F238E27FC236}">
                    <a16:creationId xmlns:a16="http://schemas.microsoft.com/office/drawing/2014/main" id="{C2E78543-5DA1-532D-12B2-7785F6DF99DC}"/>
                  </a:ext>
                </a:extLst>
              </p14:cNvPr>
              <p14:cNvContentPartPr/>
              <p14:nvPr/>
            </p14:nvContentPartPr>
            <p14:xfrm>
              <a:off x="1349177" y="4938816"/>
              <a:ext cx="153360" cy="57240"/>
            </p14:xfrm>
          </p:contentPart>
        </mc:Choice>
        <mc:Fallback>
          <p:pic>
            <p:nvPicPr>
              <p:cNvPr id="82970" name="Ink 82969">
                <a:extLst>
                  <a:ext uri="{FF2B5EF4-FFF2-40B4-BE49-F238E27FC236}">
                    <a16:creationId xmlns:a16="http://schemas.microsoft.com/office/drawing/2014/main" id="{C2E78543-5DA1-532D-12B2-7785F6DF99DC}"/>
                  </a:ext>
                </a:extLst>
              </p:cNvPr>
              <p:cNvPicPr/>
              <p:nvPr/>
            </p:nvPicPr>
            <p:blipFill>
              <a:blip r:embed="rId31"/>
              <a:stretch>
                <a:fillRect/>
              </a:stretch>
            </p:blipFill>
            <p:spPr>
              <a:xfrm>
                <a:off x="1338737" y="4928376"/>
                <a:ext cx="174600" cy="7848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82971" name="Ink 82970">
                <a:extLst>
                  <a:ext uri="{FF2B5EF4-FFF2-40B4-BE49-F238E27FC236}">
                    <a16:creationId xmlns:a16="http://schemas.microsoft.com/office/drawing/2014/main" id="{8719572A-7534-C87A-0B36-ED22012E01DF}"/>
                  </a:ext>
                </a:extLst>
              </p14:cNvPr>
              <p14:cNvContentPartPr/>
              <p14:nvPr/>
            </p14:nvContentPartPr>
            <p14:xfrm>
              <a:off x="1322897" y="4960776"/>
              <a:ext cx="152640" cy="270720"/>
            </p14:xfrm>
          </p:contentPart>
        </mc:Choice>
        <mc:Fallback>
          <p:pic>
            <p:nvPicPr>
              <p:cNvPr id="82971" name="Ink 82970">
                <a:extLst>
                  <a:ext uri="{FF2B5EF4-FFF2-40B4-BE49-F238E27FC236}">
                    <a16:creationId xmlns:a16="http://schemas.microsoft.com/office/drawing/2014/main" id="{8719572A-7534-C87A-0B36-ED22012E01DF}"/>
                  </a:ext>
                </a:extLst>
              </p:cNvPr>
              <p:cNvPicPr/>
              <p:nvPr/>
            </p:nvPicPr>
            <p:blipFill>
              <a:blip r:embed="rId33"/>
              <a:stretch>
                <a:fillRect/>
              </a:stretch>
            </p:blipFill>
            <p:spPr>
              <a:xfrm>
                <a:off x="1312457" y="4950336"/>
                <a:ext cx="173880" cy="2919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82972" name="Ink 82971">
                <a:extLst>
                  <a:ext uri="{FF2B5EF4-FFF2-40B4-BE49-F238E27FC236}">
                    <a16:creationId xmlns:a16="http://schemas.microsoft.com/office/drawing/2014/main" id="{39693837-E0E8-939E-B8CC-81EC56EA17F2}"/>
                  </a:ext>
                </a:extLst>
              </p14:cNvPr>
              <p14:cNvContentPartPr/>
              <p14:nvPr/>
            </p14:nvContentPartPr>
            <p14:xfrm>
              <a:off x="1532777" y="4998576"/>
              <a:ext cx="131400" cy="140760"/>
            </p14:xfrm>
          </p:contentPart>
        </mc:Choice>
        <mc:Fallback>
          <p:pic>
            <p:nvPicPr>
              <p:cNvPr id="82972" name="Ink 82971">
                <a:extLst>
                  <a:ext uri="{FF2B5EF4-FFF2-40B4-BE49-F238E27FC236}">
                    <a16:creationId xmlns:a16="http://schemas.microsoft.com/office/drawing/2014/main" id="{39693837-E0E8-939E-B8CC-81EC56EA17F2}"/>
                  </a:ext>
                </a:extLst>
              </p:cNvPr>
              <p:cNvPicPr/>
              <p:nvPr/>
            </p:nvPicPr>
            <p:blipFill>
              <a:blip r:embed="rId35"/>
              <a:stretch>
                <a:fillRect/>
              </a:stretch>
            </p:blipFill>
            <p:spPr>
              <a:xfrm>
                <a:off x="1521977" y="4988136"/>
                <a:ext cx="15264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82973" name="Ink 82972">
                <a:extLst>
                  <a:ext uri="{FF2B5EF4-FFF2-40B4-BE49-F238E27FC236}">
                    <a16:creationId xmlns:a16="http://schemas.microsoft.com/office/drawing/2014/main" id="{A8FC30BB-3396-E0F5-5A7B-3D0AAB6DF664}"/>
                  </a:ext>
                </a:extLst>
              </p14:cNvPr>
              <p14:cNvContentPartPr/>
              <p14:nvPr/>
            </p14:nvContentPartPr>
            <p14:xfrm>
              <a:off x="1681097" y="4995696"/>
              <a:ext cx="83160" cy="179280"/>
            </p14:xfrm>
          </p:contentPart>
        </mc:Choice>
        <mc:Fallback>
          <p:pic>
            <p:nvPicPr>
              <p:cNvPr id="82973" name="Ink 82972">
                <a:extLst>
                  <a:ext uri="{FF2B5EF4-FFF2-40B4-BE49-F238E27FC236}">
                    <a16:creationId xmlns:a16="http://schemas.microsoft.com/office/drawing/2014/main" id="{A8FC30BB-3396-E0F5-5A7B-3D0AAB6DF664}"/>
                  </a:ext>
                </a:extLst>
              </p:cNvPr>
              <p:cNvPicPr/>
              <p:nvPr/>
            </p:nvPicPr>
            <p:blipFill>
              <a:blip r:embed="rId37"/>
              <a:stretch>
                <a:fillRect/>
              </a:stretch>
            </p:blipFill>
            <p:spPr>
              <a:xfrm>
                <a:off x="1670657" y="4985256"/>
                <a:ext cx="104400" cy="2005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82974" name="Ink 82973">
                <a:extLst>
                  <a:ext uri="{FF2B5EF4-FFF2-40B4-BE49-F238E27FC236}">
                    <a16:creationId xmlns:a16="http://schemas.microsoft.com/office/drawing/2014/main" id="{3A24F4DF-1B33-8506-1405-997609658706}"/>
                  </a:ext>
                </a:extLst>
              </p14:cNvPr>
              <p14:cNvContentPartPr/>
              <p14:nvPr/>
            </p14:nvContentPartPr>
            <p14:xfrm>
              <a:off x="1842737" y="4960776"/>
              <a:ext cx="22320" cy="240480"/>
            </p14:xfrm>
          </p:contentPart>
        </mc:Choice>
        <mc:Fallback>
          <p:pic>
            <p:nvPicPr>
              <p:cNvPr id="82974" name="Ink 82973">
                <a:extLst>
                  <a:ext uri="{FF2B5EF4-FFF2-40B4-BE49-F238E27FC236}">
                    <a16:creationId xmlns:a16="http://schemas.microsoft.com/office/drawing/2014/main" id="{3A24F4DF-1B33-8506-1405-997609658706}"/>
                  </a:ext>
                </a:extLst>
              </p:cNvPr>
              <p:cNvPicPr/>
              <p:nvPr/>
            </p:nvPicPr>
            <p:blipFill>
              <a:blip r:embed="rId39"/>
              <a:stretch>
                <a:fillRect/>
              </a:stretch>
            </p:blipFill>
            <p:spPr>
              <a:xfrm>
                <a:off x="1831937" y="4950336"/>
                <a:ext cx="43560" cy="2617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82975" name="Ink 82974">
                <a:extLst>
                  <a:ext uri="{FF2B5EF4-FFF2-40B4-BE49-F238E27FC236}">
                    <a16:creationId xmlns:a16="http://schemas.microsoft.com/office/drawing/2014/main" id="{2E913666-BC21-18D3-C848-9F253734D3BB}"/>
                  </a:ext>
                </a:extLst>
              </p14:cNvPr>
              <p14:cNvContentPartPr/>
              <p14:nvPr/>
            </p14:nvContentPartPr>
            <p14:xfrm>
              <a:off x="1820777" y="5048256"/>
              <a:ext cx="105120" cy="35280"/>
            </p14:xfrm>
          </p:contentPart>
        </mc:Choice>
        <mc:Fallback>
          <p:pic>
            <p:nvPicPr>
              <p:cNvPr id="82975" name="Ink 82974">
                <a:extLst>
                  <a:ext uri="{FF2B5EF4-FFF2-40B4-BE49-F238E27FC236}">
                    <a16:creationId xmlns:a16="http://schemas.microsoft.com/office/drawing/2014/main" id="{2E913666-BC21-18D3-C848-9F253734D3BB}"/>
                  </a:ext>
                </a:extLst>
              </p:cNvPr>
              <p:cNvPicPr/>
              <p:nvPr/>
            </p:nvPicPr>
            <p:blipFill>
              <a:blip r:embed="rId41"/>
              <a:stretch>
                <a:fillRect/>
              </a:stretch>
            </p:blipFill>
            <p:spPr>
              <a:xfrm>
                <a:off x="1810337" y="5037456"/>
                <a:ext cx="12636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82976" name="Ink 82975">
                <a:extLst>
                  <a:ext uri="{FF2B5EF4-FFF2-40B4-BE49-F238E27FC236}">
                    <a16:creationId xmlns:a16="http://schemas.microsoft.com/office/drawing/2014/main" id="{3116929B-47C2-77CA-7D03-99B1B6273C29}"/>
                  </a:ext>
                </a:extLst>
              </p14:cNvPr>
              <p14:cNvContentPartPr/>
              <p14:nvPr/>
            </p14:nvContentPartPr>
            <p14:xfrm>
              <a:off x="2152697" y="4969416"/>
              <a:ext cx="118440" cy="226800"/>
            </p14:xfrm>
          </p:contentPart>
        </mc:Choice>
        <mc:Fallback>
          <p:pic>
            <p:nvPicPr>
              <p:cNvPr id="82976" name="Ink 82975">
                <a:extLst>
                  <a:ext uri="{FF2B5EF4-FFF2-40B4-BE49-F238E27FC236}">
                    <a16:creationId xmlns:a16="http://schemas.microsoft.com/office/drawing/2014/main" id="{3116929B-47C2-77CA-7D03-99B1B6273C29}"/>
                  </a:ext>
                </a:extLst>
              </p:cNvPr>
              <p:cNvPicPr/>
              <p:nvPr/>
            </p:nvPicPr>
            <p:blipFill>
              <a:blip r:embed="rId43"/>
              <a:stretch>
                <a:fillRect/>
              </a:stretch>
            </p:blipFill>
            <p:spPr>
              <a:xfrm>
                <a:off x="2142257" y="4958976"/>
                <a:ext cx="139680" cy="2480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82977" name="Ink 82976">
                <a:extLst>
                  <a:ext uri="{FF2B5EF4-FFF2-40B4-BE49-F238E27FC236}">
                    <a16:creationId xmlns:a16="http://schemas.microsoft.com/office/drawing/2014/main" id="{36FDC58F-A461-CC97-0069-9847C64317E6}"/>
                  </a:ext>
                </a:extLst>
              </p14:cNvPr>
              <p14:cNvContentPartPr/>
              <p14:nvPr/>
            </p14:nvContentPartPr>
            <p14:xfrm>
              <a:off x="2301377" y="4943136"/>
              <a:ext cx="135720" cy="277560"/>
            </p14:xfrm>
          </p:contentPart>
        </mc:Choice>
        <mc:Fallback>
          <p:pic>
            <p:nvPicPr>
              <p:cNvPr id="82977" name="Ink 82976">
                <a:extLst>
                  <a:ext uri="{FF2B5EF4-FFF2-40B4-BE49-F238E27FC236}">
                    <a16:creationId xmlns:a16="http://schemas.microsoft.com/office/drawing/2014/main" id="{36FDC58F-A461-CC97-0069-9847C64317E6}"/>
                  </a:ext>
                </a:extLst>
              </p:cNvPr>
              <p:cNvPicPr/>
              <p:nvPr/>
            </p:nvPicPr>
            <p:blipFill>
              <a:blip r:embed="rId45"/>
              <a:stretch>
                <a:fillRect/>
              </a:stretch>
            </p:blipFill>
            <p:spPr>
              <a:xfrm>
                <a:off x="2290577" y="4932696"/>
                <a:ext cx="156960" cy="2988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82978" name="Ink 82977">
                <a:extLst>
                  <a:ext uri="{FF2B5EF4-FFF2-40B4-BE49-F238E27FC236}">
                    <a16:creationId xmlns:a16="http://schemas.microsoft.com/office/drawing/2014/main" id="{DA8A0D34-2F04-ECFD-0E8F-3EFD90F0C68D}"/>
                  </a:ext>
                </a:extLst>
              </p14:cNvPr>
              <p14:cNvContentPartPr/>
              <p14:nvPr/>
            </p14:nvContentPartPr>
            <p14:xfrm>
              <a:off x="2423417" y="5017656"/>
              <a:ext cx="113760" cy="121680"/>
            </p14:xfrm>
          </p:contentPart>
        </mc:Choice>
        <mc:Fallback>
          <p:pic>
            <p:nvPicPr>
              <p:cNvPr id="82978" name="Ink 82977">
                <a:extLst>
                  <a:ext uri="{FF2B5EF4-FFF2-40B4-BE49-F238E27FC236}">
                    <a16:creationId xmlns:a16="http://schemas.microsoft.com/office/drawing/2014/main" id="{DA8A0D34-2F04-ECFD-0E8F-3EFD90F0C68D}"/>
                  </a:ext>
                </a:extLst>
              </p:cNvPr>
              <p:cNvPicPr/>
              <p:nvPr/>
            </p:nvPicPr>
            <p:blipFill>
              <a:blip r:embed="rId47"/>
              <a:stretch>
                <a:fillRect/>
              </a:stretch>
            </p:blipFill>
            <p:spPr>
              <a:xfrm>
                <a:off x="2412977" y="5006856"/>
                <a:ext cx="13500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82979" name="Ink 82978">
                <a:extLst>
                  <a:ext uri="{FF2B5EF4-FFF2-40B4-BE49-F238E27FC236}">
                    <a16:creationId xmlns:a16="http://schemas.microsoft.com/office/drawing/2014/main" id="{3F11CA98-0AED-C10B-B65D-BAFA49BB285F}"/>
                  </a:ext>
                </a:extLst>
              </p14:cNvPr>
              <p14:cNvContentPartPr/>
              <p14:nvPr/>
            </p14:nvContentPartPr>
            <p14:xfrm>
              <a:off x="2554457" y="4997496"/>
              <a:ext cx="100800" cy="153360"/>
            </p14:xfrm>
          </p:contentPart>
        </mc:Choice>
        <mc:Fallback>
          <p:pic>
            <p:nvPicPr>
              <p:cNvPr id="82979" name="Ink 82978">
                <a:extLst>
                  <a:ext uri="{FF2B5EF4-FFF2-40B4-BE49-F238E27FC236}">
                    <a16:creationId xmlns:a16="http://schemas.microsoft.com/office/drawing/2014/main" id="{3F11CA98-0AED-C10B-B65D-BAFA49BB285F}"/>
                  </a:ext>
                </a:extLst>
              </p:cNvPr>
              <p:cNvPicPr/>
              <p:nvPr/>
            </p:nvPicPr>
            <p:blipFill>
              <a:blip r:embed="rId49"/>
              <a:stretch>
                <a:fillRect/>
              </a:stretch>
            </p:blipFill>
            <p:spPr>
              <a:xfrm>
                <a:off x="2544017" y="4987056"/>
                <a:ext cx="12204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82980" name="Ink 82979">
                <a:extLst>
                  <a:ext uri="{FF2B5EF4-FFF2-40B4-BE49-F238E27FC236}">
                    <a16:creationId xmlns:a16="http://schemas.microsoft.com/office/drawing/2014/main" id="{0D7AFCF7-3464-33FB-6960-B7D117835FDD}"/>
                  </a:ext>
                </a:extLst>
              </p14:cNvPr>
              <p14:cNvContentPartPr/>
              <p14:nvPr/>
            </p14:nvContentPartPr>
            <p14:xfrm>
              <a:off x="2685497" y="4996056"/>
              <a:ext cx="96120" cy="292320"/>
            </p14:xfrm>
          </p:contentPart>
        </mc:Choice>
        <mc:Fallback>
          <p:pic>
            <p:nvPicPr>
              <p:cNvPr id="82980" name="Ink 82979">
                <a:extLst>
                  <a:ext uri="{FF2B5EF4-FFF2-40B4-BE49-F238E27FC236}">
                    <a16:creationId xmlns:a16="http://schemas.microsoft.com/office/drawing/2014/main" id="{0D7AFCF7-3464-33FB-6960-B7D117835FDD}"/>
                  </a:ext>
                </a:extLst>
              </p:cNvPr>
              <p:cNvPicPr/>
              <p:nvPr/>
            </p:nvPicPr>
            <p:blipFill>
              <a:blip r:embed="rId51"/>
              <a:stretch>
                <a:fillRect/>
              </a:stretch>
            </p:blipFill>
            <p:spPr>
              <a:xfrm>
                <a:off x="2675057" y="4985616"/>
                <a:ext cx="117360" cy="3135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82981" name="Ink 82980">
                <a:extLst>
                  <a:ext uri="{FF2B5EF4-FFF2-40B4-BE49-F238E27FC236}">
                    <a16:creationId xmlns:a16="http://schemas.microsoft.com/office/drawing/2014/main" id="{B4BA76F3-2B71-B024-8F3B-BF9C062D014C}"/>
                  </a:ext>
                </a:extLst>
              </p14:cNvPr>
              <p14:cNvContentPartPr/>
              <p14:nvPr/>
            </p14:nvContentPartPr>
            <p14:xfrm>
              <a:off x="2812577" y="5021976"/>
              <a:ext cx="148320" cy="183240"/>
            </p14:xfrm>
          </p:contentPart>
        </mc:Choice>
        <mc:Fallback>
          <p:pic>
            <p:nvPicPr>
              <p:cNvPr id="82981" name="Ink 82980">
                <a:extLst>
                  <a:ext uri="{FF2B5EF4-FFF2-40B4-BE49-F238E27FC236}">
                    <a16:creationId xmlns:a16="http://schemas.microsoft.com/office/drawing/2014/main" id="{B4BA76F3-2B71-B024-8F3B-BF9C062D014C}"/>
                  </a:ext>
                </a:extLst>
              </p:cNvPr>
              <p:cNvPicPr/>
              <p:nvPr/>
            </p:nvPicPr>
            <p:blipFill>
              <a:blip r:embed="rId53"/>
              <a:stretch>
                <a:fillRect/>
              </a:stretch>
            </p:blipFill>
            <p:spPr>
              <a:xfrm>
                <a:off x="2802137" y="5011176"/>
                <a:ext cx="169560" cy="2044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82982" name="Ink 82981">
                <a:extLst>
                  <a:ext uri="{FF2B5EF4-FFF2-40B4-BE49-F238E27FC236}">
                    <a16:creationId xmlns:a16="http://schemas.microsoft.com/office/drawing/2014/main" id="{1DDE4EC3-8326-8406-F606-F3F8F6ED41FC}"/>
                  </a:ext>
                </a:extLst>
              </p14:cNvPr>
              <p14:cNvContentPartPr/>
              <p14:nvPr/>
            </p14:nvContentPartPr>
            <p14:xfrm>
              <a:off x="3192017" y="4938816"/>
              <a:ext cx="9000" cy="231840"/>
            </p14:xfrm>
          </p:contentPart>
        </mc:Choice>
        <mc:Fallback>
          <p:pic>
            <p:nvPicPr>
              <p:cNvPr id="82982" name="Ink 82981">
                <a:extLst>
                  <a:ext uri="{FF2B5EF4-FFF2-40B4-BE49-F238E27FC236}">
                    <a16:creationId xmlns:a16="http://schemas.microsoft.com/office/drawing/2014/main" id="{1DDE4EC3-8326-8406-F606-F3F8F6ED41FC}"/>
                  </a:ext>
                </a:extLst>
              </p:cNvPr>
              <p:cNvPicPr/>
              <p:nvPr/>
            </p:nvPicPr>
            <p:blipFill>
              <a:blip r:embed="rId55"/>
              <a:stretch>
                <a:fillRect/>
              </a:stretch>
            </p:blipFill>
            <p:spPr>
              <a:xfrm>
                <a:off x="3181577" y="4928376"/>
                <a:ext cx="30240" cy="2530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82983" name="Ink 82982">
                <a:extLst>
                  <a:ext uri="{FF2B5EF4-FFF2-40B4-BE49-F238E27FC236}">
                    <a16:creationId xmlns:a16="http://schemas.microsoft.com/office/drawing/2014/main" id="{D5B58207-FD1B-7A88-4ED0-385F2DA79396}"/>
                  </a:ext>
                </a:extLst>
              </p14:cNvPr>
              <p14:cNvContentPartPr/>
              <p14:nvPr/>
            </p14:nvContentPartPr>
            <p14:xfrm>
              <a:off x="3157097" y="5008656"/>
              <a:ext cx="118440" cy="74520"/>
            </p14:xfrm>
          </p:contentPart>
        </mc:Choice>
        <mc:Fallback>
          <p:pic>
            <p:nvPicPr>
              <p:cNvPr id="82983" name="Ink 82982">
                <a:extLst>
                  <a:ext uri="{FF2B5EF4-FFF2-40B4-BE49-F238E27FC236}">
                    <a16:creationId xmlns:a16="http://schemas.microsoft.com/office/drawing/2014/main" id="{D5B58207-FD1B-7A88-4ED0-385F2DA79396}"/>
                  </a:ext>
                </a:extLst>
              </p:cNvPr>
              <p:cNvPicPr/>
              <p:nvPr/>
            </p:nvPicPr>
            <p:blipFill>
              <a:blip r:embed="rId57"/>
              <a:stretch>
                <a:fillRect/>
              </a:stretch>
            </p:blipFill>
            <p:spPr>
              <a:xfrm>
                <a:off x="3146657" y="4998216"/>
                <a:ext cx="139680" cy="9576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82984" name="Ink 82983">
                <a:extLst>
                  <a:ext uri="{FF2B5EF4-FFF2-40B4-BE49-F238E27FC236}">
                    <a16:creationId xmlns:a16="http://schemas.microsoft.com/office/drawing/2014/main" id="{11230604-3A0E-3A36-8ED5-4C3D9C7B1CAB}"/>
                  </a:ext>
                </a:extLst>
              </p14:cNvPr>
              <p14:cNvContentPartPr/>
              <p14:nvPr/>
            </p14:nvContentPartPr>
            <p14:xfrm>
              <a:off x="3310097" y="4921536"/>
              <a:ext cx="244800" cy="213840"/>
            </p14:xfrm>
          </p:contentPart>
        </mc:Choice>
        <mc:Fallback>
          <p:pic>
            <p:nvPicPr>
              <p:cNvPr id="82984" name="Ink 82983">
                <a:extLst>
                  <a:ext uri="{FF2B5EF4-FFF2-40B4-BE49-F238E27FC236}">
                    <a16:creationId xmlns:a16="http://schemas.microsoft.com/office/drawing/2014/main" id="{11230604-3A0E-3A36-8ED5-4C3D9C7B1CAB}"/>
                  </a:ext>
                </a:extLst>
              </p:cNvPr>
              <p:cNvPicPr/>
              <p:nvPr/>
            </p:nvPicPr>
            <p:blipFill>
              <a:blip r:embed="rId59"/>
              <a:stretch>
                <a:fillRect/>
              </a:stretch>
            </p:blipFill>
            <p:spPr>
              <a:xfrm>
                <a:off x="3299297" y="4910736"/>
                <a:ext cx="266040" cy="2350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82985" name="Ink 82984">
                <a:extLst>
                  <a:ext uri="{FF2B5EF4-FFF2-40B4-BE49-F238E27FC236}">
                    <a16:creationId xmlns:a16="http://schemas.microsoft.com/office/drawing/2014/main" id="{AB853830-57BA-661A-34EB-151D78C796DB}"/>
                  </a:ext>
                </a:extLst>
              </p14:cNvPr>
              <p14:cNvContentPartPr/>
              <p14:nvPr/>
            </p14:nvContentPartPr>
            <p14:xfrm>
              <a:off x="3812297" y="4906416"/>
              <a:ext cx="26640" cy="212400"/>
            </p14:xfrm>
          </p:contentPart>
        </mc:Choice>
        <mc:Fallback>
          <p:pic>
            <p:nvPicPr>
              <p:cNvPr id="82985" name="Ink 82984">
                <a:extLst>
                  <a:ext uri="{FF2B5EF4-FFF2-40B4-BE49-F238E27FC236}">
                    <a16:creationId xmlns:a16="http://schemas.microsoft.com/office/drawing/2014/main" id="{AB853830-57BA-661A-34EB-151D78C796DB}"/>
                  </a:ext>
                </a:extLst>
              </p:cNvPr>
              <p:cNvPicPr/>
              <p:nvPr/>
            </p:nvPicPr>
            <p:blipFill>
              <a:blip r:embed="rId61"/>
              <a:stretch>
                <a:fillRect/>
              </a:stretch>
            </p:blipFill>
            <p:spPr>
              <a:xfrm>
                <a:off x="3801497" y="4895976"/>
                <a:ext cx="47880" cy="2336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82986" name="Ink 82985">
                <a:extLst>
                  <a:ext uri="{FF2B5EF4-FFF2-40B4-BE49-F238E27FC236}">
                    <a16:creationId xmlns:a16="http://schemas.microsoft.com/office/drawing/2014/main" id="{CBE582B0-81EF-474F-5BAA-BEBF28D06FB9}"/>
                  </a:ext>
                </a:extLst>
              </p14:cNvPr>
              <p14:cNvContentPartPr/>
              <p14:nvPr/>
            </p14:nvContentPartPr>
            <p14:xfrm>
              <a:off x="3847217" y="4965096"/>
              <a:ext cx="135720" cy="105120"/>
            </p14:xfrm>
          </p:contentPart>
        </mc:Choice>
        <mc:Fallback>
          <p:pic>
            <p:nvPicPr>
              <p:cNvPr id="82986" name="Ink 82985">
                <a:extLst>
                  <a:ext uri="{FF2B5EF4-FFF2-40B4-BE49-F238E27FC236}">
                    <a16:creationId xmlns:a16="http://schemas.microsoft.com/office/drawing/2014/main" id="{CBE582B0-81EF-474F-5BAA-BEBF28D06FB9}"/>
                  </a:ext>
                </a:extLst>
              </p:cNvPr>
              <p:cNvPicPr/>
              <p:nvPr/>
            </p:nvPicPr>
            <p:blipFill>
              <a:blip r:embed="rId63"/>
              <a:stretch>
                <a:fillRect/>
              </a:stretch>
            </p:blipFill>
            <p:spPr>
              <a:xfrm>
                <a:off x="3836417" y="4954656"/>
                <a:ext cx="156960" cy="12636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82987" name="Ink 82986">
                <a:extLst>
                  <a:ext uri="{FF2B5EF4-FFF2-40B4-BE49-F238E27FC236}">
                    <a16:creationId xmlns:a16="http://schemas.microsoft.com/office/drawing/2014/main" id="{E6ACDAA6-9790-B357-726A-8B2E58173F60}"/>
                  </a:ext>
                </a:extLst>
              </p14:cNvPr>
              <p14:cNvContentPartPr/>
              <p14:nvPr/>
            </p14:nvContentPartPr>
            <p14:xfrm>
              <a:off x="3991217" y="4921536"/>
              <a:ext cx="87840" cy="183240"/>
            </p14:xfrm>
          </p:contentPart>
        </mc:Choice>
        <mc:Fallback>
          <p:pic>
            <p:nvPicPr>
              <p:cNvPr id="82987" name="Ink 82986">
                <a:extLst>
                  <a:ext uri="{FF2B5EF4-FFF2-40B4-BE49-F238E27FC236}">
                    <a16:creationId xmlns:a16="http://schemas.microsoft.com/office/drawing/2014/main" id="{E6ACDAA6-9790-B357-726A-8B2E58173F60}"/>
                  </a:ext>
                </a:extLst>
              </p:cNvPr>
              <p:cNvPicPr/>
              <p:nvPr/>
            </p:nvPicPr>
            <p:blipFill>
              <a:blip r:embed="rId65"/>
              <a:stretch>
                <a:fillRect/>
              </a:stretch>
            </p:blipFill>
            <p:spPr>
              <a:xfrm>
                <a:off x="3980777" y="4910736"/>
                <a:ext cx="109080" cy="2044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82988" name="Ink 82987">
                <a:extLst>
                  <a:ext uri="{FF2B5EF4-FFF2-40B4-BE49-F238E27FC236}">
                    <a16:creationId xmlns:a16="http://schemas.microsoft.com/office/drawing/2014/main" id="{6A6956E2-D032-19E0-2D46-D74EA45909B7}"/>
                  </a:ext>
                </a:extLst>
              </p14:cNvPr>
              <p14:cNvContentPartPr/>
              <p14:nvPr/>
            </p14:nvContentPartPr>
            <p14:xfrm>
              <a:off x="4052417" y="4965096"/>
              <a:ext cx="166320" cy="239400"/>
            </p14:xfrm>
          </p:contentPart>
        </mc:Choice>
        <mc:Fallback>
          <p:pic>
            <p:nvPicPr>
              <p:cNvPr id="82988" name="Ink 82987">
                <a:extLst>
                  <a:ext uri="{FF2B5EF4-FFF2-40B4-BE49-F238E27FC236}">
                    <a16:creationId xmlns:a16="http://schemas.microsoft.com/office/drawing/2014/main" id="{6A6956E2-D032-19E0-2D46-D74EA45909B7}"/>
                  </a:ext>
                </a:extLst>
              </p:cNvPr>
              <p:cNvPicPr/>
              <p:nvPr/>
            </p:nvPicPr>
            <p:blipFill>
              <a:blip r:embed="rId67"/>
              <a:stretch>
                <a:fillRect/>
              </a:stretch>
            </p:blipFill>
            <p:spPr>
              <a:xfrm>
                <a:off x="4041977" y="4954656"/>
                <a:ext cx="18756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82989" name="Ink 82988">
                <a:extLst>
                  <a:ext uri="{FF2B5EF4-FFF2-40B4-BE49-F238E27FC236}">
                    <a16:creationId xmlns:a16="http://schemas.microsoft.com/office/drawing/2014/main" id="{75CE54D1-0632-63E9-9DE7-D4A07C0995B5}"/>
                  </a:ext>
                </a:extLst>
              </p14:cNvPr>
              <p14:cNvContentPartPr/>
              <p14:nvPr/>
            </p14:nvContentPartPr>
            <p14:xfrm>
              <a:off x="4454177" y="4895256"/>
              <a:ext cx="22320" cy="230760"/>
            </p14:xfrm>
          </p:contentPart>
        </mc:Choice>
        <mc:Fallback>
          <p:pic>
            <p:nvPicPr>
              <p:cNvPr id="82989" name="Ink 82988">
                <a:extLst>
                  <a:ext uri="{FF2B5EF4-FFF2-40B4-BE49-F238E27FC236}">
                    <a16:creationId xmlns:a16="http://schemas.microsoft.com/office/drawing/2014/main" id="{75CE54D1-0632-63E9-9DE7-D4A07C0995B5}"/>
                  </a:ext>
                </a:extLst>
              </p:cNvPr>
              <p:cNvPicPr/>
              <p:nvPr/>
            </p:nvPicPr>
            <p:blipFill>
              <a:blip r:embed="rId69"/>
              <a:stretch>
                <a:fillRect/>
              </a:stretch>
            </p:blipFill>
            <p:spPr>
              <a:xfrm>
                <a:off x="4443737" y="4884816"/>
                <a:ext cx="43560"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82990" name="Ink 82989">
                <a:extLst>
                  <a:ext uri="{FF2B5EF4-FFF2-40B4-BE49-F238E27FC236}">
                    <a16:creationId xmlns:a16="http://schemas.microsoft.com/office/drawing/2014/main" id="{37F9510F-E577-D279-0C60-56948D16ACFE}"/>
                  </a:ext>
                </a:extLst>
              </p14:cNvPr>
              <p14:cNvContentPartPr/>
              <p14:nvPr/>
            </p14:nvContentPartPr>
            <p14:xfrm>
              <a:off x="4423577" y="4943136"/>
              <a:ext cx="214200" cy="165240"/>
            </p14:xfrm>
          </p:contentPart>
        </mc:Choice>
        <mc:Fallback>
          <p:pic>
            <p:nvPicPr>
              <p:cNvPr id="82990" name="Ink 82989">
                <a:extLst>
                  <a:ext uri="{FF2B5EF4-FFF2-40B4-BE49-F238E27FC236}">
                    <a16:creationId xmlns:a16="http://schemas.microsoft.com/office/drawing/2014/main" id="{37F9510F-E577-D279-0C60-56948D16ACFE}"/>
                  </a:ext>
                </a:extLst>
              </p:cNvPr>
              <p:cNvPicPr/>
              <p:nvPr/>
            </p:nvPicPr>
            <p:blipFill>
              <a:blip r:embed="rId71"/>
              <a:stretch>
                <a:fillRect/>
              </a:stretch>
            </p:blipFill>
            <p:spPr>
              <a:xfrm>
                <a:off x="4413137" y="4932696"/>
                <a:ext cx="23544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82991" name="Ink 82990">
                <a:extLst>
                  <a:ext uri="{FF2B5EF4-FFF2-40B4-BE49-F238E27FC236}">
                    <a16:creationId xmlns:a16="http://schemas.microsoft.com/office/drawing/2014/main" id="{6FCB2EFA-8FDE-B19F-B87C-8380B1FD9DB1}"/>
                  </a:ext>
                </a:extLst>
              </p14:cNvPr>
              <p14:cNvContentPartPr/>
              <p14:nvPr/>
            </p14:nvContentPartPr>
            <p14:xfrm>
              <a:off x="4913537" y="4904616"/>
              <a:ext cx="134280" cy="234720"/>
            </p14:xfrm>
          </p:contentPart>
        </mc:Choice>
        <mc:Fallback>
          <p:pic>
            <p:nvPicPr>
              <p:cNvPr id="82991" name="Ink 82990">
                <a:extLst>
                  <a:ext uri="{FF2B5EF4-FFF2-40B4-BE49-F238E27FC236}">
                    <a16:creationId xmlns:a16="http://schemas.microsoft.com/office/drawing/2014/main" id="{6FCB2EFA-8FDE-B19F-B87C-8380B1FD9DB1}"/>
                  </a:ext>
                </a:extLst>
              </p:cNvPr>
              <p:cNvPicPr/>
              <p:nvPr/>
            </p:nvPicPr>
            <p:blipFill>
              <a:blip r:embed="rId73"/>
              <a:stretch>
                <a:fillRect/>
              </a:stretch>
            </p:blipFill>
            <p:spPr>
              <a:xfrm>
                <a:off x="4903097" y="4893816"/>
                <a:ext cx="155520" cy="25596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82992" name="Ink 82991">
                <a:extLst>
                  <a:ext uri="{FF2B5EF4-FFF2-40B4-BE49-F238E27FC236}">
                    <a16:creationId xmlns:a16="http://schemas.microsoft.com/office/drawing/2014/main" id="{21847F96-2F7D-39A5-C56F-E7F3685E237C}"/>
                  </a:ext>
                </a:extLst>
              </p14:cNvPr>
              <p14:cNvContentPartPr/>
              <p14:nvPr/>
            </p14:nvContentPartPr>
            <p14:xfrm>
              <a:off x="5061137" y="4952856"/>
              <a:ext cx="109440" cy="190440"/>
            </p14:xfrm>
          </p:contentPart>
        </mc:Choice>
        <mc:Fallback>
          <p:pic>
            <p:nvPicPr>
              <p:cNvPr id="82992" name="Ink 82991">
                <a:extLst>
                  <a:ext uri="{FF2B5EF4-FFF2-40B4-BE49-F238E27FC236}">
                    <a16:creationId xmlns:a16="http://schemas.microsoft.com/office/drawing/2014/main" id="{21847F96-2F7D-39A5-C56F-E7F3685E237C}"/>
                  </a:ext>
                </a:extLst>
              </p:cNvPr>
              <p:cNvPicPr/>
              <p:nvPr/>
            </p:nvPicPr>
            <p:blipFill>
              <a:blip r:embed="rId75"/>
              <a:stretch>
                <a:fillRect/>
              </a:stretch>
            </p:blipFill>
            <p:spPr>
              <a:xfrm>
                <a:off x="5050697" y="4942416"/>
                <a:ext cx="13068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82993" name="Ink 82992">
                <a:extLst>
                  <a:ext uri="{FF2B5EF4-FFF2-40B4-BE49-F238E27FC236}">
                    <a16:creationId xmlns:a16="http://schemas.microsoft.com/office/drawing/2014/main" id="{7B800715-5EAB-A7CB-1F56-24D87680AB81}"/>
                  </a:ext>
                </a:extLst>
              </p14:cNvPr>
              <p14:cNvContentPartPr/>
              <p14:nvPr/>
            </p14:nvContentPartPr>
            <p14:xfrm>
              <a:off x="5196497" y="4930176"/>
              <a:ext cx="96480" cy="223200"/>
            </p14:xfrm>
          </p:contentPart>
        </mc:Choice>
        <mc:Fallback>
          <p:pic>
            <p:nvPicPr>
              <p:cNvPr id="82993" name="Ink 82992">
                <a:extLst>
                  <a:ext uri="{FF2B5EF4-FFF2-40B4-BE49-F238E27FC236}">
                    <a16:creationId xmlns:a16="http://schemas.microsoft.com/office/drawing/2014/main" id="{7B800715-5EAB-A7CB-1F56-24D87680AB81}"/>
                  </a:ext>
                </a:extLst>
              </p:cNvPr>
              <p:cNvPicPr/>
              <p:nvPr/>
            </p:nvPicPr>
            <p:blipFill>
              <a:blip r:embed="rId77"/>
              <a:stretch>
                <a:fillRect/>
              </a:stretch>
            </p:blipFill>
            <p:spPr>
              <a:xfrm>
                <a:off x="5186057" y="4919736"/>
                <a:ext cx="117720" cy="24444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82994" name="Ink 82993">
                <a:extLst>
                  <a:ext uri="{FF2B5EF4-FFF2-40B4-BE49-F238E27FC236}">
                    <a16:creationId xmlns:a16="http://schemas.microsoft.com/office/drawing/2014/main" id="{B3C3AB77-A96A-7B33-C4A9-E3575ACEB002}"/>
                  </a:ext>
                </a:extLst>
              </p14:cNvPr>
              <p14:cNvContentPartPr/>
              <p14:nvPr/>
            </p14:nvContentPartPr>
            <p14:xfrm>
              <a:off x="5296937" y="4965096"/>
              <a:ext cx="201240" cy="157680"/>
            </p14:xfrm>
          </p:contentPart>
        </mc:Choice>
        <mc:Fallback>
          <p:pic>
            <p:nvPicPr>
              <p:cNvPr id="82994" name="Ink 82993">
                <a:extLst>
                  <a:ext uri="{FF2B5EF4-FFF2-40B4-BE49-F238E27FC236}">
                    <a16:creationId xmlns:a16="http://schemas.microsoft.com/office/drawing/2014/main" id="{B3C3AB77-A96A-7B33-C4A9-E3575ACEB002}"/>
                  </a:ext>
                </a:extLst>
              </p:cNvPr>
              <p:cNvPicPr/>
              <p:nvPr/>
            </p:nvPicPr>
            <p:blipFill>
              <a:blip r:embed="rId79"/>
              <a:stretch>
                <a:fillRect/>
              </a:stretch>
            </p:blipFill>
            <p:spPr>
              <a:xfrm>
                <a:off x="5286497" y="4954656"/>
                <a:ext cx="222480" cy="1789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82995" name="Ink 82994">
                <a:extLst>
                  <a:ext uri="{FF2B5EF4-FFF2-40B4-BE49-F238E27FC236}">
                    <a16:creationId xmlns:a16="http://schemas.microsoft.com/office/drawing/2014/main" id="{DA3B0016-DA0F-BE35-E798-5DCA15111A3D}"/>
                  </a:ext>
                </a:extLst>
              </p14:cNvPr>
              <p14:cNvContentPartPr/>
              <p14:nvPr/>
            </p14:nvContentPartPr>
            <p14:xfrm>
              <a:off x="5474057" y="4948176"/>
              <a:ext cx="190080" cy="176400"/>
            </p14:xfrm>
          </p:contentPart>
        </mc:Choice>
        <mc:Fallback>
          <p:pic>
            <p:nvPicPr>
              <p:cNvPr id="82995" name="Ink 82994">
                <a:extLst>
                  <a:ext uri="{FF2B5EF4-FFF2-40B4-BE49-F238E27FC236}">
                    <a16:creationId xmlns:a16="http://schemas.microsoft.com/office/drawing/2014/main" id="{DA3B0016-DA0F-BE35-E798-5DCA15111A3D}"/>
                  </a:ext>
                </a:extLst>
              </p:cNvPr>
              <p:cNvPicPr/>
              <p:nvPr/>
            </p:nvPicPr>
            <p:blipFill>
              <a:blip r:embed="rId81"/>
              <a:stretch>
                <a:fillRect/>
              </a:stretch>
            </p:blipFill>
            <p:spPr>
              <a:xfrm>
                <a:off x="5463617" y="4937376"/>
                <a:ext cx="211320" cy="19764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82996" name="Ink 82995">
                <a:extLst>
                  <a:ext uri="{FF2B5EF4-FFF2-40B4-BE49-F238E27FC236}">
                    <a16:creationId xmlns:a16="http://schemas.microsoft.com/office/drawing/2014/main" id="{4111CAC0-0565-9AF2-3C1F-B820CFADFD64}"/>
                  </a:ext>
                </a:extLst>
              </p14:cNvPr>
              <p14:cNvContentPartPr/>
              <p14:nvPr/>
            </p14:nvContentPartPr>
            <p14:xfrm>
              <a:off x="1375457" y="5345256"/>
              <a:ext cx="105120" cy="231840"/>
            </p14:xfrm>
          </p:contentPart>
        </mc:Choice>
        <mc:Fallback>
          <p:pic>
            <p:nvPicPr>
              <p:cNvPr id="82996" name="Ink 82995">
                <a:extLst>
                  <a:ext uri="{FF2B5EF4-FFF2-40B4-BE49-F238E27FC236}">
                    <a16:creationId xmlns:a16="http://schemas.microsoft.com/office/drawing/2014/main" id="{4111CAC0-0565-9AF2-3C1F-B820CFADFD64}"/>
                  </a:ext>
                </a:extLst>
              </p:cNvPr>
              <p:cNvPicPr/>
              <p:nvPr/>
            </p:nvPicPr>
            <p:blipFill>
              <a:blip r:embed="rId83"/>
              <a:stretch>
                <a:fillRect/>
              </a:stretch>
            </p:blipFill>
            <p:spPr>
              <a:xfrm>
                <a:off x="1364657" y="5334456"/>
                <a:ext cx="126360" cy="25308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82997" name="Ink 82996">
                <a:extLst>
                  <a:ext uri="{FF2B5EF4-FFF2-40B4-BE49-F238E27FC236}">
                    <a16:creationId xmlns:a16="http://schemas.microsoft.com/office/drawing/2014/main" id="{6A71600D-4940-30C8-45C4-9688C40C3D14}"/>
                  </a:ext>
                </a:extLst>
              </p14:cNvPr>
              <p14:cNvContentPartPr/>
              <p14:nvPr/>
            </p14:nvContentPartPr>
            <p14:xfrm>
              <a:off x="1510817" y="5401776"/>
              <a:ext cx="131400" cy="201240"/>
            </p14:xfrm>
          </p:contentPart>
        </mc:Choice>
        <mc:Fallback>
          <p:pic>
            <p:nvPicPr>
              <p:cNvPr id="82997" name="Ink 82996">
                <a:extLst>
                  <a:ext uri="{FF2B5EF4-FFF2-40B4-BE49-F238E27FC236}">
                    <a16:creationId xmlns:a16="http://schemas.microsoft.com/office/drawing/2014/main" id="{6A71600D-4940-30C8-45C4-9688C40C3D14}"/>
                  </a:ext>
                </a:extLst>
              </p:cNvPr>
              <p:cNvPicPr/>
              <p:nvPr/>
            </p:nvPicPr>
            <p:blipFill>
              <a:blip r:embed="rId85"/>
              <a:stretch>
                <a:fillRect/>
              </a:stretch>
            </p:blipFill>
            <p:spPr>
              <a:xfrm>
                <a:off x="1500017" y="5391336"/>
                <a:ext cx="152640" cy="2224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82998" name="Ink 82997">
                <a:extLst>
                  <a:ext uri="{FF2B5EF4-FFF2-40B4-BE49-F238E27FC236}">
                    <a16:creationId xmlns:a16="http://schemas.microsoft.com/office/drawing/2014/main" id="{634E451D-711A-1310-7D57-1AF476F48444}"/>
                  </a:ext>
                </a:extLst>
              </p14:cNvPr>
              <p14:cNvContentPartPr/>
              <p14:nvPr/>
            </p14:nvContentPartPr>
            <p14:xfrm>
              <a:off x="1641857" y="5417256"/>
              <a:ext cx="118440" cy="180720"/>
            </p14:xfrm>
          </p:contentPart>
        </mc:Choice>
        <mc:Fallback>
          <p:pic>
            <p:nvPicPr>
              <p:cNvPr id="82998" name="Ink 82997">
                <a:extLst>
                  <a:ext uri="{FF2B5EF4-FFF2-40B4-BE49-F238E27FC236}">
                    <a16:creationId xmlns:a16="http://schemas.microsoft.com/office/drawing/2014/main" id="{634E451D-711A-1310-7D57-1AF476F48444}"/>
                  </a:ext>
                </a:extLst>
              </p:cNvPr>
              <p:cNvPicPr/>
              <p:nvPr/>
            </p:nvPicPr>
            <p:blipFill>
              <a:blip r:embed="rId87"/>
              <a:stretch>
                <a:fillRect/>
              </a:stretch>
            </p:blipFill>
            <p:spPr>
              <a:xfrm>
                <a:off x="1631057" y="5406816"/>
                <a:ext cx="139680" cy="2019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82999" name="Ink 82998">
                <a:extLst>
                  <a:ext uri="{FF2B5EF4-FFF2-40B4-BE49-F238E27FC236}">
                    <a16:creationId xmlns:a16="http://schemas.microsoft.com/office/drawing/2014/main" id="{0E182435-BDD8-5851-CDAB-F5306096BF13}"/>
                  </a:ext>
                </a:extLst>
              </p14:cNvPr>
              <p14:cNvContentPartPr/>
              <p14:nvPr/>
            </p14:nvContentPartPr>
            <p14:xfrm>
              <a:off x="1733657" y="5447856"/>
              <a:ext cx="148680" cy="115200"/>
            </p14:xfrm>
          </p:contentPart>
        </mc:Choice>
        <mc:Fallback>
          <p:pic>
            <p:nvPicPr>
              <p:cNvPr id="82999" name="Ink 82998">
                <a:extLst>
                  <a:ext uri="{FF2B5EF4-FFF2-40B4-BE49-F238E27FC236}">
                    <a16:creationId xmlns:a16="http://schemas.microsoft.com/office/drawing/2014/main" id="{0E182435-BDD8-5851-CDAB-F5306096BF13}"/>
                  </a:ext>
                </a:extLst>
              </p:cNvPr>
              <p:cNvPicPr/>
              <p:nvPr/>
            </p:nvPicPr>
            <p:blipFill>
              <a:blip r:embed="rId89"/>
              <a:stretch>
                <a:fillRect/>
              </a:stretch>
            </p:blipFill>
            <p:spPr>
              <a:xfrm>
                <a:off x="1722857" y="5437416"/>
                <a:ext cx="16992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83000" name="Ink 82999">
                <a:extLst>
                  <a:ext uri="{FF2B5EF4-FFF2-40B4-BE49-F238E27FC236}">
                    <a16:creationId xmlns:a16="http://schemas.microsoft.com/office/drawing/2014/main" id="{6E2392B2-BCBA-FAF0-DFDF-0060530EF49D}"/>
                  </a:ext>
                </a:extLst>
              </p14:cNvPr>
              <p14:cNvContentPartPr/>
              <p14:nvPr/>
            </p14:nvContentPartPr>
            <p14:xfrm>
              <a:off x="1916897" y="5401776"/>
              <a:ext cx="74520" cy="194040"/>
            </p14:xfrm>
          </p:contentPart>
        </mc:Choice>
        <mc:Fallback>
          <p:pic>
            <p:nvPicPr>
              <p:cNvPr id="83000" name="Ink 82999">
                <a:extLst>
                  <a:ext uri="{FF2B5EF4-FFF2-40B4-BE49-F238E27FC236}">
                    <a16:creationId xmlns:a16="http://schemas.microsoft.com/office/drawing/2014/main" id="{6E2392B2-BCBA-FAF0-DFDF-0060530EF49D}"/>
                  </a:ext>
                </a:extLst>
              </p:cNvPr>
              <p:cNvPicPr/>
              <p:nvPr/>
            </p:nvPicPr>
            <p:blipFill>
              <a:blip r:embed="rId91"/>
              <a:stretch>
                <a:fillRect/>
              </a:stretch>
            </p:blipFill>
            <p:spPr>
              <a:xfrm>
                <a:off x="1906457" y="5391336"/>
                <a:ext cx="9576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83001" name="Ink 83000">
                <a:extLst>
                  <a:ext uri="{FF2B5EF4-FFF2-40B4-BE49-F238E27FC236}">
                    <a16:creationId xmlns:a16="http://schemas.microsoft.com/office/drawing/2014/main" id="{104F0455-C396-4771-8A35-AC3D47559F32}"/>
                  </a:ext>
                </a:extLst>
              </p14:cNvPr>
              <p14:cNvContentPartPr/>
              <p14:nvPr/>
            </p14:nvContentPartPr>
            <p14:xfrm>
              <a:off x="2013017" y="5467296"/>
              <a:ext cx="4680" cy="107280"/>
            </p14:xfrm>
          </p:contentPart>
        </mc:Choice>
        <mc:Fallback>
          <p:pic>
            <p:nvPicPr>
              <p:cNvPr id="83001" name="Ink 83000">
                <a:extLst>
                  <a:ext uri="{FF2B5EF4-FFF2-40B4-BE49-F238E27FC236}">
                    <a16:creationId xmlns:a16="http://schemas.microsoft.com/office/drawing/2014/main" id="{104F0455-C396-4771-8A35-AC3D47559F32}"/>
                  </a:ext>
                </a:extLst>
              </p:cNvPr>
              <p:cNvPicPr/>
              <p:nvPr/>
            </p:nvPicPr>
            <p:blipFill>
              <a:blip r:embed="rId93"/>
              <a:stretch>
                <a:fillRect/>
              </a:stretch>
            </p:blipFill>
            <p:spPr>
              <a:xfrm>
                <a:off x="2002577" y="5456856"/>
                <a:ext cx="2592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83002" name="Ink 83001">
                <a:extLst>
                  <a:ext uri="{FF2B5EF4-FFF2-40B4-BE49-F238E27FC236}">
                    <a16:creationId xmlns:a16="http://schemas.microsoft.com/office/drawing/2014/main" id="{316E125A-061C-F494-8290-D2157BDFD560}"/>
                  </a:ext>
                </a:extLst>
              </p14:cNvPr>
              <p14:cNvContentPartPr/>
              <p14:nvPr/>
            </p14:nvContentPartPr>
            <p14:xfrm>
              <a:off x="2039297" y="5366856"/>
              <a:ext cx="13320" cy="26640"/>
            </p14:xfrm>
          </p:contentPart>
        </mc:Choice>
        <mc:Fallback>
          <p:pic>
            <p:nvPicPr>
              <p:cNvPr id="83002" name="Ink 83001">
                <a:extLst>
                  <a:ext uri="{FF2B5EF4-FFF2-40B4-BE49-F238E27FC236}">
                    <a16:creationId xmlns:a16="http://schemas.microsoft.com/office/drawing/2014/main" id="{316E125A-061C-F494-8290-D2157BDFD560}"/>
                  </a:ext>
                </a:extLst>
              </p:cNvPr>
              <p:cNvPicPr/>
              <p:nvPr/>
            </p:nvPicPr>
            <p:blipFill>
              <a:blip r:embed="rId95"/>
              <a:stretch>
                <a:fillRect/>
              </a:stretch>
            </p:blipFill>
            <p:spPr>
              <a:xfrm>
                <a:off x="2028497" y="5356416"/>
                <a:ext cx="3456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83003" name="Ink 83002">
                <a:extLst>
                  <a:ext uri="{FF2B5EF4-FFF2-40B4-BE49-F238E27FC236}">
                    <a16:creationId xmlns:a16="http://schemas.microsoft.com/office/drawing/2014/main" id="{B2F00A38-8D31-4DA9-5394-67E07C2CB257}"/>
                  </a:ext>
                </a:extLst>
              </p14:cNvPr>
              <p14:cNvContentPartPr/>
              <p14:nvPr/>
            </p14:nvContentPartPr>
            <p14:xfrm>
              <a:off x="2074217" y="5366856"/>
              <a:ext cx="13320" cy="249120"/>
            </p14:xfrm>
          </p:contentPart>
        </mc:Choice>
        <mc:Fallback>
          <p:pic>
            <p:nvPicPr>
              <p:cNvPr id="83003" name="Ink 83002">
                <a:extLst>
                  <a:ext uri="{FF2B5EF4-FFF2-40B4-BE49-F238E27FC236}">
                    <a16:creationId xmlns:a16="http://schemas.microsoft.com/office/drawing/2014/main" id="{B2F00A38-8D31-4DA9-5394-67E07C2CB257}"/>
                  </a:ext>
                </a:extLst>
              </p:cNvPr>
              <p:cNvPicPr/>
              <p:nvPr/>
            </p:nvPicPr>
            <p:blipFill>
              <a:blip r:embed="rId97"/>
              <a:stretch>
                <a:fillRect/>
              </a:stretch>
            </p:blipFill>
            <p:spPr>
              <a:xfrm>
                <a:off x="2063417" y="5356416"/>
                <a:ext cx="34560" cy="2703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83004" name="Ink 83003">
                <a:extLst>
                  <a:ext uri="{FF2B5EF4-FFF2-40B4-BE49-F238E27FC236}">
                    <a16:creationId xmlns:a16="http://schemas.microsoft.com/office/drawing/2014/main" id="{1C69FAB9-B4FC-E647-13C3-421E6B2D731D}"/>
                  </a:ext>
                </a:extLst>
              </p14:cNvPr>
              <p14:cNvContentPartPr/>
              <p14:nvPr/>
            </p14:nvContentPartPr>
            <p14:xfrm>
              <a:off x="2069897" y="5489256"/>
              <a:ext cx="57240" cy="43920"/>
            </p14:xfrm>
          </p:contentPart>
        </mc:Choice>
        <mc:Fallback>
          <p:pic>
            <p:nvPicPr>
              <p:cNvPr id="83004" name="Ink 83003">
                <a:extLst>
                  <a:ext uri="{FF2B5EF4-FFF2-40B4-BE49-F238E27FC236}">
                    <a16:creationId xmlns:a16="http://schemas.microsoft.com/office/drawing/2014/main" id="{1C69FAB9-B4FC-E647-13C3-421E6B2D731D}"/>
                  </a:ext>
                </a:extLst>
              </p:cNvPr>
              <p:cNvPicPr/>
              <p:nvPr/>
            </p:nvPicPr>
            <p:blipFill>
              <a:blip r:embed="rId99"/>
              <a:stretch>
                <a:fillRect/>
              </a:stretch>
            </p:blipFill>
            <p:spPr>
              <a:xfrm>
                <a:off x="2059097" y="5478456"/>
                <a:ext cx="78480" cy="6516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83005" name="Ink 83004">
                <a:extLst>
                  <a:ext uri="{FF2B5EF4-FFF2-40B4-BE49-F238E27FC236}">
                    <a16:creationId xmlns:a16="http://schemas.microsoft.com/office/drawing/2014/main" id="{C0738B07-1C5F-5D8D-F26C-714FF541F729}"/>
                  </a:ext>
                </a:extLst>
              </p14:cNvPr>
              <p14:cNvContentPartPr/>
              <p14:nvPr/>
            </p14:nvContentPartPr>
            <p14:xfrm>
              <a:off x="2131457" y="5450016"/>
              <a:ext cx="43560" cy="22320"/>
            </p14:xfrm>
          </p:contentPart>
        </mc:Choice>
        <mc:Fallback>
          <p:pic>
            <p:nvPicPr>
              <p:cNvPr id="83005" name="Ink 83004">
                <a:extLst>
                  <a:ext uri="{FF2B5EF4-FFF2-40B4-BE49-F238E27FC236}">
                    <a16:creationId xmlns:a16="http://schemas.microsoft.com/office/drawing/2014/main" id="{C0738B07-1C5F-5D8D-F26C-714FF541F729}"/>
                  </a:ext>
                </a:extLst>
              </p:cNvPr>
              <p:cNvPicPr/>
              <p:nvPr/>
            </p:nvPicPr>
            <p:blipFill>
              <a:blip r:embed="rId101"/>
              <a:stretch>
                <a:fillRect/>
              </a:stretch>
            </p:blipFill>
            <p:spPr>
              <a:xfrm>
                <a:off x="2120657" y="5439216"/>
                <a:ext cx="6480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83006" name="Ink 83005">
                <a:extLst>
                  <a:ext uri="{FF2B5EF4-FFF2-40B4-BE49-F238E27FC236}">
                    <a16:creationId xmlns:a16="http://schemas.microsoft.com/office/drawing/2014/main" id="{45B8EE1C-85CD-6C5C-04FD-18DC460D4E42}"/>
                  </a:ext>
                </a:extLst>
              </p14:cNvPr>
              <p14:cNvContentPartPr/>
              <p14:nvPr/>
            </p14:nvContentPartPr>
            <p14:xfrm>
              <a:off x="2178977" y="5388816"/>
              <a:ext cx="35280" cy="251640"/>
            </p14:xfrm>
          </p:contentPart>
        </mc:Choice>
        <mc:Fallback>
          <p:pic>
            <p:nvPicPr>
              <p:cNvPr id="83006" name="Ink 83005">
                <a:extLst>
                  <a:ext uri="{FF2B5EF4-FFF2-40B4-BE49-F238E27FC236}">
                    <a16:creationId xmlns:a16="http://schemas.microsoft.com/office/drawing/2014/main" id="{45B8EE1C-85CD-6C5C-04FD-18DC460D4E42}"/>
                  </a:ext>
                </a:extLst>
              </p:cNvPr>
              <p:cNvPicPr/>
              <p:nvPr/>
            </p:nvPicPr>
            <p:blipFill>
              <a:blip r:embed="rId103"/>
              <a:stretch>
                <a:fillRect/>
              </a:stretch>
            </p:blipFill>
            <p:spPr>
              <a:xfrm>
                <a:off x="2168177" y="5378016"/>
                <a:ext cx="56520" cy="27288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83007" name="Ink 83006">
                <a:extLst>
                  <a:ext uri="{FF2B5EF4-FFF2-40B4-BE49-F238E27FC236}">
                    <a16:creationId xmlns:a16="http://schemas.microsoft.com/office/drawing/2014/main" id="{55477774-973C-4E52-9551-A72C709C08C6}"/>
                  </a:ext>
                </a:extLst>
              </p14:cNvPr>
              <p14:cNvContentPartPr/>
              <p14:nvPr/>
            </p14:nvContentPartPr>
            <p14:xfrm>
              <a:off x="2222537" y="5567736"/>
              <a:ext cx="9000" cy="9000"/>
            </p14:xfrm>
          </p:contentPart>
        </mc:Choice>
        <mc:Fallback>
          <p:pic>
            <p:nvPicPr>
              <p:cNvPr id="83007" name="Ink 83006">
                <a:extLst>
                  <a:ext uri="{FF2B5EF4-FFF2-40B4-BE49-F238E27FC236}">
                    <a16:creationId xmlns:a16="http://schemas.microsoft.com/office/drawing/2014/main" id="{55477774-973C-4E52-9551-A72C709C08C6}"/>
                  </a:ext>
                </a:extLst>
              </p:cNvPr>
              <p:cNvPicPr/>
              <p:nvPr/>
            </p:nvPicPr>
            <p:blipFill>
              <a:blip r:embed="rId105"/>
              <a:stretch>
                <a:fillRect/>
              </a:stretch>
            </p:blipFill>
            <p:spPr>
              <a:xfrm>
                <a:off x="2212097" y="5557296"/>
                <a:ext cx="30240" cy="302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9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p:cNvSpPr>
            <a:spLocks noGrp="1" noChangeArrowheads="1"/>
          </p:cNvSpPr>
          <p:nvPr>
            <p:ph type="title"/>
          </p:nvPr>
        </p:nvSpPr>
        <p:spPr/>
        <p:txBody>
          <a:bodyPr/>
          <a:lstStyle/>
          <a:p>
            <a:r>
              <a:rPr lang="en-US"/>
              <a:t>Security Tradeoffs</a:t>
            </a:r>
          </a:p>
        </p:txBody>
      </p:sp>
      <p:sp>
        <p:nvSpPr>
          <p:cNvPr id="5" name="Text Placeholder 4">
            <a:extLst>
              <a:ext uri="{FF2B5EF4-FFF2-40B4-BE49-F238E27FC236}">
                <a16:creationId xmlns:a16="http://schemas.microsoft.com/office/drawing/2014/main" id="{1A3F47C3-9CBF-814A-968F-11AA05BB9D3B}"/>
              </a:ext>
            </a:extLst>
          </p:cNvPr>
          <p:cNvSpPr>
            <a:spLocks noGrp="1"/>
          </p:cNvSpPr>
          <p:nvPr>
            <p:ph type="body" idx="11"/>
          </p:nvPr>
        </p:nvSpPr>
        <p:spPr/>
        <p:txBody>
          <a:bodyPr/>
          <a:lstStyle/>
          <a:p>
            <a:endParaRPr lang="en-US"/>
          </a:p>
        </p:txBody>
      </p:sp>
      <p:sp>
        <p:nvSpPr>
          <p:cNvPr id="89092" name="Rectangle 4"/>
          <p:cNvSpPr>
            <a:spLocks noGrp="1" noChangeArrowheads="1"/>
          </p:cNvSpPr>
          <p:nvPr>
            <p:ph idx="1"/>
          </p:nvPr>
        </p:nvSpPr>
        <p:spPr>
          <a:noFill/>
        </p:spPr>
        <p:txBody>
          <a:bodyPr/>
          <a:lstStyle/>
          <a:p>
            <a:r>
              <a:rPr lang="en-US" dirty="0">
                <a:solidFill>
                  <a:srgbClr val="C00000"/>
                </a:solidFill>
              </a:rPr>
              <a:t>Good-enough security is good enough</a:t>
            </a:r>
          </a:p>
          <a:p>
            <a:endParaRPr lang="en-US" dirty="0"/>
          </a:p>
        </p:txBody>
      </p:sp>
      <p:sp>
        <p:nvSpPr>
          <p:cNvPr id="89090" name="AutoShape 2"/>
          <p:cNvSpPr>
            <a:spLocks noChangeArrowheads="1"/>
          </p:cNvSpPr>
          <p:nvPr/>
        </p:nvSpPr>
        <p:spPr bwMode="auto">
          <a:xfrm>
            <a:off x="2362200" y="2667000"/>
            <a:ext cx="3352800" cy="2514600"/>
          </a:xfrm>
          <a:prstGeom prst="triangle">
            <a:avLst>
              <a:gd name="adj" fmla="val 50000"/>
            </a:avLst>
          </a:prstGeom>
          <a:noFill/>
          <a:ln w="9525">
            <a:solidFill>
              <a:schemeClr val="tx1"/>
            </a:solidFill>
            <a:miter lim="800000"/>
            <a:headEnd/>
            <a:tailEnd/>
          </a:ln>
          <a:effectLst/>
        </p:spPr>
        <p:txBody>
          <a:bodyPr wrap="none" anchor="ctr"/>
          <a:lstStyle/>
          <a:p>
            <a:endParaRPr lang="en-US"/>
          </a:p>
        </p:txBody>
      </p:sp>
      <p:sp>
        <p:nvSpPr>
          <p:cNvPr id="89093" name="Oval 5"/>
          <p:cNvSpPr>
            <a:spLocks noChangeArrowheads="1"/>
          </p:cNvSpPr>
          <p:nvPr/>
        </p:nvSpPr>
        <p:spPr bwMode="auto">
          <a:xfrm>
            <a:off x="3429000" y="3810000"/>
            <a:ext cx="1143000" cy="1066800"/>
          </a:xfrm>
          <a:prstGeom prst="ellipse">
            <a:avLst/>
          </a:prstGeom>
          <a:solidFill>
            <a:schemeClr val="bg1">
              <a:lumMod val="75000"/>
            </a:schemeClr>
          </a:solidFill>
          <a:ln w="9525">
            <a:solidFill>
              <a:schemeClr val="tx1"/>
            </a:solidFill>
            <a:round/>
            <a:headEnd/>
            <a:tailEnd/>
          </a:ln>
          <a:effectLst/>
        </p:spPr>
        <p:txBody>
          <a:bodyPr wrap="none" anchor="ctr"/>
          <a:lstStyle/>
          <a:p>
            <a:endParaRPr lang="en-US"/>
          </a:p>
        </p:txBody>
      </p:sp>
      <p:sp>
        <p:nvSpPr>
          <p:cNvPr id="89094" name="Text Box 6"/>
          <p:cNvSpPr txBox="1">
            <a:spLocks noChangeArrowheads="1"/>
          </p:cNvSpPr>
          <p:nvPr/>
        </p:nvSpPr>
        <p:spPr bwMode="auto">
          <a:xfrm>
            <a:off x="3429000" y="2209800"/>
            <a:ext cx="1524000" cy="457200"/>
          </a:xfrm>
          <a:prstGeom prst="rect">
            <a:avLst/>
          </a:prstGeom>
          <a:noFill/>
          <a:ln w="9525">
            <a:noFill/>
            <a:miter lim="800000"/>
            <a:headEnd/>
            <a:tailEnd/>
          </a:ln>
          <a:effectLst/>
        </p:spPr>
        <p:txBody>
          <a:bodyPr>
            <a:spAutoFit/>
          </a:bodyPr>
          <a:lstStyle/>
          <a:p>
            <a:pPr>
              <a:spcBef>
                <a:spcPct val="50000"/>
              </a:spcBef>
            </a:pPr>
            <a:r>
              <a:rPr lang="en-US" dirty="0"/>
              <a:t>Security</a:t>
            </a:r>
          </a:p>
        </p:txBody>
      </p:sp>
      <p:sp>
        <p:nvSpPr>
          <p:cNvPr id="89095" name="Text Box 7"/>
          <p:cNvSpPr txBox="1">
            <a:spLocks noChangeArrowheads="1"/>
          </p:cNvSpPr>
          <p:nvPr/>
        </p:nvSpPr>
        <p:spPr bwMode="auto">
          <a:xfrm>
            <a:off x="1524000" y="5181600"/>
            <a:ext cx="1981200" cy="457200"/>
          </a:xfrm>
          <a:prstGeom prst="rect">
            <a:avLst/>
          </a:prstGeom>
          <a:noFill/>
          <a:ln w="9525">
            <a:noFill/>
            <a:miter lim="800000"/>
            <a:headEnd/>
            <a:tailEnd/>
          </a:ln>
          <a:effectLst/>
        </p:spPr>
        <p:txBody>
          <a:bodyPr>
            <a:spAutoFit/>
          </a:bodyPr>
          <a:lstStyle/>
          <a:p>
            <a:pPr>
              <a:spcBef>
                <a:spcPct val="50000"/>
              </a:spcBef>
            </a:pPr>
            <a:r>
              <a:rPr lang="en-US"/>
              <a:t>Functionality</a:t>
            </a:r>
          </a:p>
        </p:txBody>
      </p:sp>
      <p:sp>
        <p:nvSpPr>
          <p:cNvPr id="89096" name="Text Box 8"/>
          <p:cNvSpPr txBox="1">
            <a:spLocks noChangeArrowheads="1"/>
          </p:cNvSpPr>
          <p:nvPr/>
        </p:nvSpPr>
        <p:spPr bwMode="auto">
          <a:xfrm>
            <a:off x="4953000" y="5181600"/>
            <a:ext cx="1676400" cy="457200"/>
          </a:xfrm>
          <a:prstGeom prst="rect">
            <a:avLst/>
          </a:prstGeom>
          <a:noFill/>
          <a:ln w="9525">
            <a:noFill/>
            <a:miter lim="800000"/>
            <a:headEnd/>
            <a:tailEnd/>
          </a:ln>
          <a:effectLst/>
        </p:spPr>
        <p:txBody>
          <a:bodyPr>
            <a:spAutoFit/>
          </a:bodyPr>
          <a:lstStyle/>
          <a:p>
            <a:pPr>
              <a:spcBef>
                <a:spcPct val="50000"/>
              </a:spcBef>
            </a:pPr>
            <a:r>
              <a:rPr lang="en-US"/>
              <a:t>Ease of use</a:t>
            </a:r>
          </a:p>
        </p:txBody>
      </p:sp>
      <p:sp>
        <p:nvSpPr>
          <p:cNvPr id="89097" name="Text Box 9"/>
          <p:cNvSpPr txBox="1">
            <a:spLocks noChangeArrowheads="1"/>
          </p:cNvSpPr>
          <p:nvPr/>
        </p:nvSpPr>
        <p:spPr bwMode="auto">
          <a:xfrm>
            <a:off x="3657600" y="4114800"/>
            <a:ext cx="762000" cy="457200"/>
          </a:xfrm>
          <a:prstGeom prst="rect">
            <a:avLst/>
          </a:prstGeom>
          <a:noFill/>
          <a:ln w="9525">
            <a:noFill/>
            <a:miter lim="800000"/>
            <a:headEnd/>
            <a:tailEnd/>
          </a:ln>
          <a:effectLst/>
        </p:spPr>
        <p:txBody>
          <a:bodyPr>
            <a:spAutoFit/>
          </a:bodyPr>
          <a:lstStyle/>
          <a:p>
            <a:pPr>
              <a:spcBef>
                <a:spcPct val="50000"/>
              </a:spcBef>
            </a:pPr>
            <a:r>
              <a:rPr lang="en-US"/>
              <a:t>Cost</a:t>
            </a:r>
          </a:p>
        </p:txBody>
      </p:sp>
      <p:sp>
        <p:nvSpPr>
          <p:cNvPr id="13" name="AutoShape 2"/>
          <p:cNvSpPr>
            <a:spLocks noChangeArrowheads="1"/>
          </p:cNvSpPr>
          <p:nvPr/>
        </p:nvSpPr>
        <p:spPr bwMode="auto">
          <a:xfrm rot="10800000">
            <a:off x="6477000" y="2819400"/>
            <a:ext cx="3352800" cy="2514600"/>
          </a:xfrm>
          <a:prstGeom prst="triangle">
            <a:avLst>
              <a:gd name="adj" fmla="val 50000"/>
            </a:avLst>
          </a:prstGeom>
          <a:noFill/>
          <a:ln w="9525">
            <a:solidFill>
              <a:schemeClr val="tx1"/>
            </a:solidFill>
            <a:miter lim="800000"/>
            <a:headEnd/>
            <a:tailEnd/>
          </a:ln>
          <a:effectLst/>
        </p:spPr>
        <p:txBody>
          <a:bodyPr wrap="none" anchor="ctr"/>
          <a:lstStyle/>
          <a:p>
            <a:endParaRPr lang="en-US"/>
          </a:p>
        </p:txBody>
      </p:sp>
      <p:sp>
        <p:nvSpPr>
          <p:cNvPr id="15" name="Text Box 6"/>
          <p:cNvSpPr txBox="1">
            <a:spLocks noChangeArrowheads="1"/>
          </p:cNvSpPr>
          <p:nvPr/>
        </p:nvSpPr>
        <p:spPr bwMode="auto">
          <a:xfrm>
            <a:off x="7467600" y="5257800"/>
            <a:ext cx="1524000" cy="457200"/>
          </a:xfrm>
          <a:prstGeom prst="rect">
            <a:avLst/>
          </a:prstGeom>
          <a:noFill/>
          <a:ln w="9525">
            <a:noFill/>
            <a:miter lim="800000"/>
            <a:headEnd/>
            <a:tailEnd/>
          </a:ln>
          <a:effectLst/>
        </p:spPr>
        <p:txBody>
          <a:bodyPr>
            <a:spAutoFit/>
          </a:bodyPr>
          <a:lstStyle/>
          <a:p>
            <a:pPr>
              <a:spcBef>
                <a:spcPct val="50000"/>
              </a:spcBef>
            </a:pPr>
            <a:r>
              <a:rPr lang="en-US" dirty="0"/>
              <a:t>Security</a:t>
            </a:r>
          </a:p>
        </p:txBody>
      </p:sp>
      <p:sp>
        <p:nvSpPr>
          <p:cNvPr id="16" name="Text Box 7"/>
          <p:cNvSpPr txBox="1">
            <a:spLocks noChangeArrowheads="1"/>
          </p:cNvSpPr>
          <p:nvPr/>
        </p:nvSpPr>
        <p:spPr bwMode="auto">
          <a:xfrm>
            <a:off x="5257800" y="2286000"/>
            <a:ext cx="1981200" cy="457200"/>
          </a:xfrm>
          <a:prstGeom prst="rect">
            <a:avLst/>
          </a:prstGeom>
          <a:noFill/>
          <a:ln w="9525">
            <a:noFill/>
            <a:miter lim="800000"/>
            <a:headEnd/>
            <a:tailEnd/>
          </a:ln>
          <a:effectLst/>
        </p:spPr>
        <p:txBody>
          <a:bodyPr>
            <a:spAutoFit/>
          </a:bodyPr>
          <a:lstStyle/>
          <a:p>
            <a:pPr>
              <a:spcBef>
                <a:spcPct val="50000"/>
              </a:spcBef>
            </a:pPr>
            <a:r>
              <a:rPr lang="en-US" dirty="0"/>
              <a:t>Performance</a:t>
            </a:r>
          </a:p>
        </p:txBody>
      </p:sp>
      <p:sp>
        <p:nvSpPr>
          <p:cNvPr id="17" name="Text Box 8"/>
          <p:cNvSpPr txBox="1">
            <a:spLocks noChangeArrowheads="1"/>
          </p:cNvSpPr>
          <p:nvPr/>
        </p:nvSpPr>
        <p:spPr bwMode="auto">
          <a:xfrm>
            <a:off x="8763000" y="2286001"/>
            <a:ext cx="1905000" cy="461665"/>
          </a:xfrm>
          <a:prstGeom prst="rect">
            <a:avLst/>
          </a:prstGeom>
          <a:noFill/>
          <a:ln w="9525">
            <a:noFill/>
            <a:miter lim="800000"/>
            <a:headEnd/>
            <a:tailEnd/>
          </a:ln>
          <a:effectLst/>
        </p:spPr>
        <p:txBody>
          <a:bodyPr wrap="square">
            <a:spAutoFit/>
          </a:bodyPr>
          <a:lstStyle/>
          <a:p>
            <a:pPr>
              <a:spcBef>
                <a:spcPct val="50000"/>
              </a:spcBef>
            </a:pPr>
            <a:r>
              <a:rPr lang="en-US" dirty="0"/>
              <a:t>Compatibility</a:t>
            </a:r>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E92DD24A-ACC9-0B70-F6FF-A3D969586EB4}"/>
                  </a:ext>
                </a:extLst>
              </p14:cNvPr>
              <p14:cNvContentPartPr/>
              <p14:nvPr/>
            </p14:nvContentPartPr>
            <p14:xfrm>
              <a:off x="251350" y="2043790"/>
              <a:ext cx="178560" cy="119160"/>
            </p14:xfrm>
          </p:contentPart>
        </mc:Choice>
        <mc:Fallback>
          <p:pic>
            <p:nvPicPr>
              <p:cNvPr id="2" name="Ink 1">
                <a:extLst>
                  <a:ext uri="{FF2B5EF4-FFF2-40B4-BE49-F238E27FC236}">
                    <a16:creationId xmlns:a16="http://schemas.microsoft.com/office/drawing/2014/main" id="{E92DD24A-ACC9-0B70-F6FF-A3D969586EB4}"/>
                  </a:ext>
                </a:extLst>
              </p:cNvPr>
              <p:cNvPicPr/>
              <p:nvPr/>
            </p:nvPicPr>
            <p:blipFill>
              <a:blip r:embed="rId4"/>
              <a:stretch>
                <a:fillRect/>
              </a:stretch>
            </p:blipFill>
            <p:spPr>
              <a:xfrm>
                <a:off x="240572" y="2032990"/>
                <a:ext cx="199757"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C182B95D-4D5B-3B37-04D8-7B2639277213}"/>
                  </a:ext>
                </a:extLst>
              </p14:cNvPr>
              <p14:cNvContentPartPr/>
              <p14:nvPr/>
            </p14:nvContentPartPr>
            <p14:xfrm>
              <a:off x="278710" y="2167270"/>
              <a:ext cx="23400" cy="237240"/>
            </p14:xfrm>
          </p:contentPart>
        </mc:Choice>
        <mc:Fallback>
          <p:pic>
            <p:nvPicPr>
              <p:cNvPr id="3" name="Ink 2">
                <a:extLst>
                  <a:ext uri="{FF2B5EF4-FFF2-40B4-BE49-F238E27FC236}">
                    <a16:creationId xmlns:a16="http://schemas.microsoft.com/office/drawing/2014/main" id="{C182B95D-4D5B-3B37-04D8-7B2639277213}"/>
                  </a:ext>
                </a:extLst>
              </p:cNvPr>
              <p:cNvPicPr/>
              <p:nvPr/>
            </p:nvPicPr>
            <p:blipFill>
              <a:blip r:embed="rId6"/>
              <a:stretch>
                <a:fillRect/>
              </a:stretch>
            </p:blipFill>
            <p:spPr>
              <a:xfrm>
                <a:off x="267741" y="2156470"/>
                <a:ext cx="44972"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B3A1607A-5AB1-C280-C258-715BE529D884}"/>
                  </a:ext>
                </a:extLst>
              </p14:cNvPr>
              <p14:cNvContentPartPr/>
              <p14:nvPr/>
            </p14:nvContentPartPr>
            <p14:xfrm>
              <a:off x="270070" y="2217670"/>
              <a:ext cx="159840" cy="59760"/>
            </p14:xfrm>
          </p:contentPart>
        </mc:Choice>
        <mc:Fallback>
          <p:pic>
            <p:nvPicPr>
              <p:cNvPr id="4" name="Ink 3">
                <a:extLst>
                  <a:ext uri="{FF2B5EF4-FFF2-40B4-BE49-F238E27FC236}">
                    <a16:creationId xmlns:a16="http://schemas.microsoft.com/office/drawing/2014/main" id="{B3A1607A-5AB1-C280-C258-715BE529D884}"/>
                  </a:ext>
                </a:extLst>
              </p:cNvPr>
              <p:cNvPicPr/>
              <p:nvPr/>
            </p:nvPicPr>
            <p:blipFill>
              <a:blip r:embed="rId8"/>
              <a:stretch>
                <a:fillRect/>
              </a:stretch>
            </p:blipFill>
            <p:spPr>
              <a:xfrm>
                <a:off x="259270" y="2206870"/>
                <a:ext cx="181080" cy="81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FE31808B-7F3D-E0B8-15F1-8246BDED841A}"/>
                  </a:ext>
                </a:extLst>
              </p14:cNvPr>
              <p14:cNvContentPartPr/>
              <p14:nvPr/>
            </p14:nvContentPartPr>
            <p14:xfrm>
              <a:off x="261070" y="2364190"/>
              <a:ext cx="146160" cy="55080"/>
            </p14:xfrm>
          </p:contentPart>
        </mc:Choice>
        <mc:Fallback>
          <p:pic>
            <p:nvPicPr>
              <p:cNvPr id="6" name="Ink 5">
                <a:extLst>
                  <a:ext uri="{FF2B5EF4-FFF2-40B4-BE49-F238E27FC236}">
                    <a16:creationId xmlns:a16="http://schemas.microsoft.com/office/drawing/2014/main" id="{FE31808B-7F3D-E0B8-15F1-8246BDED841A}"/>
                  </a:ext>
                </a:extLst>
              </p:cNvPr>
              <p:cNvPicPr/>
              <p:nvPr/>
            </p:nvPicPr>
            <p:blipFill>
              <a:blip r:embed="rId10"/>
              <a:stretch>
                <a:fillRect/>
              </a:stretch>
            </p:blipFill>
            <p:spPr>
              <a:xfrm>
                <a:off x="250270" y="2353460"/>
                <a:ext cx="167400" cy="76182"/>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84558A5F-E0CC-FF37-584D-5F80F7C39210}"/>
                  </a:ext>
                </a:extLst>
              </p14:cNvPr>
              <p14:cNvContentPartPr/>
              <p14:nvPr/>
            </p14:nvContentPartPr>
            <p14:xfrm>
              <a:off x="448630" y="2211190"/>
              <a:ext cx="150840" cy="107640"/>
            </p14:xfrm>
          </p:contentPart>
        </mc:Choice>
        <mc:Fallback>
          <p:pic>
            <p:nvPicPr>
              <p:cNvPr id="7" name="Ink 6">
                <a:extLst>
                  <a:ext uri="{FF2B5EF4-FFF2-40B4-BE49-F238E27FC236}">
                    <a16:creationId xmlns:a16="http://schemas.microsoft.com/office/drawing/2014/main" id="{84558A5F-E0CC-FF37-584D-5F80F7C39210}"/>
                  </a:ext>
                </a:extLst>
              </p:cNvPr>
              <p:cNvPicPr/>
              <p:nvPr/>
            </p:nvPicPr>
            <p:blipFill>
              <a:blip r:embed="rId12"/>
              <a:stretch>
                <a:fillRect/>
              </a:stretch>
            </p:blipFill>
            <p:spPr>
              <a:xfrm>
                <a:off x="437830" y="2200390"/>
                <a:ext cx="17208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8" name="Ink 7">
                <a:extLst>
                  <a:ext uri="{FF2B5EF4-FFF2-40B4-BE49-F238E27FC236}">
                    <a16:creationId xmlns:a16="http://schemas.microsoft.com/office/drawing/2014/main" id="{806456A4-BF25-3E4B-F97D-B96DA96B617C}"/>
                  </a:ext>
                </a:extLst>
              </p14:cNvPr>
              <p14:cNvContentPartPr/>
              <p14:nvPr/>
            </p14:nvContentPartPr>
            <p14:xfrm>
              <a:off x="608110" y="2149270"/>
              <a:ext cx="82080" cy="196920"/>
            </p14:xfrm>
          </p:contentPart>
        </mc:Choice>
        <mc:Fallback>
          <p:pic>
            <p:nvPicPr>
              <p:cNvPr id="8" name="Ink 7">
                <a:extLst>
                  <a:ext uri="{FF2B5EF4-FFF2-40B4-BE49-F238E27FC236}">
                    <a16:creationId xmlns:a16="http://schemas.microsoft.com/office/drawing/2014/main" id="{806456A4-BF25-3E4B-F97D-B96DA96B617C}"/>
                  </a:ext>
                </a:extLst>
              </p:cNvPr>
              <p:cNvPicPr/>
              <p:nvPr/>
            </p:nvPicPr>
            <p:blipFill>
              <a:blip r:embed="rId14"/>
              <a:stretch>
                <a:fillRect/>
              </a:stretch>
            </p:blipFill>
            <p:spPr>
              <a:xfrm>
                <a:off x="597357" y="2138470"/>
                <a:ext cx="103227" cy="2181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9" name="Ink 8">
                <a:extLst>
                  <a:ext uri="{FF2B5EF4-FFF2-40B4-BE49-F238E27FC236}">
                    <a16:creationId xmlns:a16="http://schemas.microsoft.com/office/drawing/2014/main" id="{D220F4F7-84B0-DE36-FE4D-CEEF5875BE5A}"/>
                  </a:ext>
                </a:extLst>
              </p14:cNvPr>
              <p14:cNvContentPartPr/>
              <p14:nvPr/>
            </p14:nvContentPartPr>
            <p14:xfrm>
              <a:off x="722230" y="2231350"/>
              <a:ext cx="78120" cy="14040"/>
            </p14:xfrm>
          </p:contentPart>
        </mc:Choice>
        <mc:Fallback>
          <p:pic>
            <p:nvPicPr>
              <p:cNvPr id="9" name="Ink 8">
                <a:extLst>
                  <a:ext uri="{FF2B5EF4-FFF2-40B4-BE49-F238E27FC236}">
                    <a16:creationId xmlns:a16="http://schemas.microsoft.com/office/drawing/2014/main" id="{D220F4F7-84B0-DE36-FE4D-CEEF5875BE5A}"/>
                  </a:ext>
                </a:extLst>
              </p:cNvPr>
              <p:cNvPicPr/>
              <p:nvPr/>
            </p:nvPicPr>
            <p:blipFill>
              <a:blip r:embed="rId16"/>
              <a:stretch>
                <a:fillRect/>
              </a:stretch>
            </p:blipFill>
            <p:spPr>
              <a:xfrm>
                <a:off x="711430" y="2220550"/>
                <a:ext cx="9936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0" name="Ink 9">
                <a:extLst>
                  <a:ext uri="{FF2B5EF4-FFF2-40B4-BE49-F238E27FC236}">
                    <a16:creationId xmlns:a16="http://schemas.microsoft.com/office/drawing/2014/main" id="{8A4C619E-76A9-2AB0-DF22-B9DC0655FC6B}"/>
                  </a:ext>
                </a:extLst>
              </p14:cNvPr>
              <p14:cNvContentPartPr/>
              <p14:nvPr/>
            </p14:nvContentPartPr>
            <p14:xfrm>
              <a:off x="786310" y="2162950"/>
              <a:ext cx="46080" cy="293040"/>
            </p14:xfrm>
          </p:contentPart>
        </mc:Choice>
        <mc:Fallback>
          <p:pic>
            <p:nvPicPr>
              <p:cNvPr id="10" name="Ink 9">
                <a:extLst>
                  <a:ext uri="{FF2B5EF4-FFF2-40B4-BE49-F238E27FC236}">
                    <a16:creationId xmlns:a16="http://schemas.microsoft.com/office/drawing/2014/main" id="{8A4C619E-76A9-2AB0-DF22-B9DC0655FC6B}"/>
                  </a:ext>
                </a:extLst>
              </p:cNvPr>
              <p:cNvPicPr/>
              <p:nvPr/>
            </p:nvPicPr>
            <p:blipFill>
              <a:blip r:embed="rId18"/>
              <a:stretch>
                <a:fillRect/>
              </a:stretch>
            </p:blipFill>
            <p:spPr>
              <a:xfrm>
                <a:off x="775510" y="2152150"/>
                <a:ext cx="67320" cy="3142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1" name="Ink 10">
                <a:extLst>
                  <a:ext uri="{FF2B5EF4-FFF2-40B4-BE49-F238E27FC236}">
                    <a16:creationId xmlns:a16="http://schemas.microsoft.com/office/drawing/2014/main" id="{21F8D3A7-D304-48C1-ED8E-EC52D75DB242}"/>
                  </a:ext>
                </a:extLst>
              </p14:cNvPr>
              <p14:cNvContentPartPr/>
              <p14:nvPr/>
            </p14:nvContentPartPr>
            <p14:xfrm>
              <a:off x="1024270" y="2133430"/>
              <a:ext cx="36360" cy="258480"/>
            </p14:xfrm>
          </p:contentPart>
        </mc:Choice>
        <mc:Fallback>
          <p:pic>
            <p:nvPicPr>
              <p:cNvPr id="11" name="Ink 10">
                <a:extLst>
                  <a:ext uri="{FF2B5EF4-FFF2-40B4-BE49-F238E27FC236}">
                    <a16:creationId xmlns:a16="http://schemas.microsoft.com/office/drawing/2014/main" id="{21F8D3A7-D304-48C1-ED8E-EC52D75DB242}"/>
                  </a:ext>
                </a:extLst>
              </p:cNvPr>
              <p:cNvPicPr/>
              <p:nvPr/>
            </p:nvPicPr>
            <p:blipFill>
              <a:blip r:embed="rId20"/>
              <a:stretch>
                <a:fillRect/>
              </a:stretch>
            </p:blipFill>
            <p:spPr>
              <a:xfrm>
                <a:off x="1013470" y="2122630"/>
                <a:ext cx="5760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2" name="Ink 11">
                <a:extLst>
                  <a:ext uri="{FF2B5EF4-FFF2-40B4-BE49-F238E27FC236}">
                    <a16:creationId xmlns:a16="http://schemas.microsoft.com/office/drawing/2014/main" id="{DD2B4539-6916-5836-75D6-6E2A3E7EFA48}"/>
                  </a:ext>
                </a:extLst>
              </p14:cNvPr>
              <p14:cNvContentPartPr/>
              <p14:nvPr/>
            </p14:nvContentPartPr>
            <p14:xfrm>
              <a:off x="1033270" y="2236030"/>
              <a:ext cx="82800" cy="32400"/>
            </p14:xfrm>
          </p:contentPart>
        </mc:Choice>
        <mc:Fallback>
          <p:pic>
            <p:nvPicPr>
              <p:cNvPr id="12" name="Ink 11">
                <a:extLst>
                  <a:ext uri="{FF2B5EF4-FFF2-40B4-BE49-F238E27FC236}">
                    <a16:creationId xmlns:a16="http://schemas.microsoft.com/office/drawing/2014/main" id="{DD2B4539-6916-5836-75D6-6E2A3E7EFA48}"/>
                  </a:ext>
                </a:extLst>
              </p:cNvPr>
              <p:cNvPicPr/>
              <p:nvPr/>
            </p:nvPicPr>
            <p:blipFill>
              <a:blip r:embed="rId22"/>
              <a:stretch>
                <a:fillRect/>
              </a:stretch>
            </p:blipFill>
            <p:spPr>
              <a:xfrm>
                <a:off x="1022423" y="2225230"/>
                <a:ext cx="104133" cy="536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4" name="Ink 13">
                <a:extLst>
                  <a:ext uri="{FF2B5EF4-FFF2-40B4-BE49-F238E27FC236}">
                    <a16:creationId xmlns:a16="http://schemas.microsoft.com/office/drawing/2014/main" id="{615A2371-9FE3-2ACB-3A12-A3EEE2C2D1C7}"/>
                  </a:ext>
                </a:extLst>
              </p14:cNvPr>
              <p14:cNvContentPartPr/>
              <p14:nvPr/>
            </p14:nvContentPartPr>
            <p14:xfrm>
              <a:off x="1134070" y="2162950"/>
              <a:ext cx="82800" cy="195840"/>
            </p14:xfrm>
          </p:contentPart>
        </mc:Choice>
        <mc:Fallback>
          <p:pic>
            <p:nvPicPr>
              <p:cNvPr id="14" name="Ink 13">
                <a:extLst>
                  <a:ext uri="{FF2B5EF4-FFF2-40B4-BE49-F238E27FC236}">
                    <a16:creationId xmlns:a16="http://schemas.microsoft.com/office/drawing/2014/main" id="{615A2371-9FE3-2ACB-3A12-A3EEE2C2D1C7}"/>
                  </a:ext>
                </a:extLst>
              </p:cNvPr>
              <p:cNvPicPr/>
              <p:nvPr/>
            </p:nvPicPr>
            <p:blipFill>
              <a:blip r:embed="rId24"/>
              <a:stretch>
                <a:fillRect/>
              </a:stretch>
            </p:blipFill>
            <p:spPr>
              <a:xfrm>
                <a:off x="1123270" y="2152170"/>
                <a:ext cx="104040" cy="217041"/>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8" name="Ink 17">
                <a:extLst>
                  <a:ext uri="{FF2B5EF4-FFF2-40B4-BE49-F238E27FC236}">
                    <a16:creationId xmlns:a16="http://schemas.microsoft.com/office/drawing/2014/main" id="{5E97EF31-1683-1665-306A-28C984B0225D}"/>
                  </a:ext>
                </a:extLst>
              </p14:cNvPr>
              <p14:cNvContentPartPr/>
              <p14:nvPr/>
            </p14:nvContentPartPr>
            <p14:xfrm>
              <a:off x="1321270" y="2165830"/>
              <a:ext cx="123840" cy="120960"/>
            </p14:xfrm>
          </p:contentPart>
        </mc:Choice>
        <mc:Fallback>
          <p:pic>
            <p:nvPicPr>
              <p:cNvPr id="18" name="Ink 17">
                <a:extLst>
                  <a:ext uri="{FF2B5EF4-FFF2-40B4-BE49-F238E27FC236}">
                    <a16:creationId xmlns:a16="http://schemas.microsoft.com/office/drawing/2014/main" id="{5E97EF31-1683-1665-306A-28C984B0225D}"/>
                  </a:ext>
                </a:extLst>
              </p:cNvPr>
              <p:cNvPicPr/>
              <p:nvPr/>
            </p:nvPicPr>
            <p:blipFill>
              <a:blip r:embed="rId26"/>
              <a:stretch>
                <a:fillRect/>
              </a:stretch>
            </p:blipFill>
            <p:spPr>
              <a:xfrm>
                <a:off x="1310470" y="2154998"/>
                <a:ext cx="145080" cy="142263"/>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9" name="Ink 18">
                <a:extLst>
                  <a:ext uri="{FF2B5EF4-FFF2-40B4-BE49-F238E27FC236}">
                    <a16:creationId xmlns:a16="http://schemas.microsoft.com/office/drawing/2014/main" id="{71985490-D1E5-3A8E-A679-F13DFCC7EC20}"/>
                  </a:ext>
                </a:extLst>
              </p14:cNvPr>
              <p14:cNvContentPartPr/>
              <p14:nvPr/>
            </p14:nvContentPartPr>
            <p14:xfrm>
              <a:off x="1472470" y="2133430"/>
              <a:ext cx="55080" cy="185400"/>
            </p14:xfrm>
          </p:contentPart>
        </mc:Choice>
        <mc:Fallback>
          <p:pic>
            <p:nvPicPr>
              <p:cNvPr id="19" name="Ink 18">
                <a:extLst>
                  <a:ext uri="{FF2B5EF4-FFF2-40B4-BE49-F238E27FC236}">
                    <a16:creationId xmlns:a16="http://schemas.microsoft.com/office/drawing/2014/main" id="{71985490-D1E5-3A8E-A679-F13DFCC7EC20}"/>
                  </a:ext>
                </a:extLst>
              </p:cNvPr>
              <p:cNvPicPr/>
              <p:nvPr/>
            </p:nvPicPr>
            <p:blipFill>
              <a:blip r:embed="rId28"/>
              <a:stretch>
                <a:fillRect/>
              </a:stretch>
            </p:blipFill>
            <p:spPr>
              <a:xfrm>
                <a:off x="1461740" y="2122630"/>
                <a:ext cx="76182" cy="20664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0" name="Ink 19">
                <a:extLst>
                  <a:ext uri="{FF2B5EF4-FFF2-40B4-BE49-F238E27FC236}">
                    <a16:creationId xmlns:a16="http://schemas.microsoft.com/office/drawing/2014/main" id="{6FECBEF4-E8D7-2177-0666-368E8A4F8578}"/>
                  </a:ext>
                </a:extLst>
              </p14:cNvPr>
              <p14:cNvContentPartPr/>
              <p14:nvPr/>
            </p14:nvContentPartPr>
            <p14:xfrm>
              <a:off x="1560310" y="2190310"/>
              <a:ext cx="145800" cy="158760"/>
            </p14:xfrm>
          </p:contentPart>
        </mc:Choice>
        <mc:Fallback>
          <p:pic>
            <p:nvPicPr>
              <p:cNvPr id="20" name="Ink 19">
                <a:extLst>
                  <a:ext uri="{FF2B5EF4-FFF2-40B4-BE49-F238E27FC236}">
                    <a16:creationId xmlns:a16="http://schemas.microsoft.com/office/drawing/2014/main" id="{6FECBEF4-E8D7-2177-0666-368E8A4F8578}"/>
                  </a:ext>
                </a:extLst>
              </p:cNvPr>
              <p:cNvPicPr/>
              <p:nvPr/>
            </p:nvPicPr>
            <p:blipFill>
              <a:blip r:embed="rId30"/>
              <a:stretch>
                <a:fillRect/>
              </a:stretch>
            </p:blipFill>
            <p:spPr>
              <a:xfrm>
                <a:off x="1549510" y="2179534"/>
                <a:ext cx="167040" cy="179952"/>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1" name="Ink 20">
                <a:extLst>
                  <a:ext uri="{FF2B5EF4-FFF2-40B4-BE49-F238E27FC236}">
                    <a16:creationId xmlns:a16="http://schemas.microsoft.com/office/drawing/2014/main" id="{60C0A2AB-6D74-C5A7-6F07-B820AF786C60}"/>
                  </a:ext>
                </a:extLst>
              </p14:cNvPr>
              <p14:cNvContentPartPr/>
              <p14:nvPr/>
            </p14:nvContentPartPr>
            <p14:xfrm>
              <a:off x="425590" y="2670550"/>
              <a:ext cx="105120" cy="265680"/>
            </p14:xfrm>
          </p:contentPart>
        </mc:Choice>
        <mc:Fallback>
          <p:pic>
            <p:nvPicPr>
              <p:cNvPr id="21" name="Ink 20">
                <a:extLst>
                  <a:ext uri="{FF2B5EF4-FFF2-40B4-BE49-F238E27FC236}">
                    <a16:creationId xmlns:a16="http://schemas.microsoft.com/office/drawing/2014/main" id="{60C0A2AB-6D74-C5A7-6F07-B820AF786C60}"/>
                  </a:ext>
                </a:extLst>
              </p:cNvPr>
              <p:cNvPicPr/>
              <p:nvPr/>
            </p:nvPicPr>
            <p:blipFill>
              <a:blip r:embed="rId32"/>
              <a:stretch>
                <a:fillRect/>
              </a:stretch>
            </p:blipFill>
            <p:spPr>
              <a:xfrm>
                <a:off x="414753" y="2659750"/>
                <a:ext cx="126433"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41" name="Ink 40">
                <a:extLst>
                  <a:ext uri="{FF2B5EF4-FFF2-40B4-BE49-F238E27FC236}">
                    <a16:creationId xmlns:a16="http://schemas.microsoft.com/office/drawing/2014/main" id="{CFF31F45-6AC9-8270-3CF7-6B16D7D71009}"/>
                  </a:ext>
                </a:extLst>
              </p14:cNvPr>
              <p14:cNvContentPartPr/>
              <p14:nvPr/>
            </p14:nvContentPartPr>
            <p14:xfrm>
              <a:off x="261070" y="3058990"/>
              <a:ext cx="1298520" cy="348120"/>
            </p14:xfrm>
          </p:contentPart>
        </mc:Choice>
        <mc:Fallback>
          <p:pic>
            <p:nvPicPr>
              <p:cNvPr id="41" name="Ink 40">
                <a:extLst>
                  <a:ext uri="{FF2B5EF4-FFF2-40B4-BE49-F238E27FC236}">
                    <a16:creationId xmlns:a16="http://schemas.microsoft.com/office/drawing/2014/main" id="{CFF31F45-6AC9-8270-3CF7-6B16D7D71009}"/>
                  </a:ext>
                </a:extLst>
              </p:cNvPr>
              <p:cNvPicPr/>
              <p:nvPr/>
            </p:nvPicPr>
            <p:blipFill>
              <a:blip r:embed="rId34"/>
              <a:stretch>
                <a:fillRect/>
              </a:stretch>
            </p:blipFill>
            <p:spPr>
              <a:xfrm>
                <a:off x="250270" y="3048539"/>
                <a:ext cx="1319760" cy="369382"/>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42" name="Ink 41">
                <a:extLst>
                  <a:ext uri="{FF2B5EF4-FFF2-40B4-BE49-F238E27FC236}">
                    <a16:creationId xmlns:a16="http://schemas.microsoft.com/office/drawing/2014/main" id="{28863A18-B415-45CE-879A-BB5D7ECAB5E0}"/>
                  </a:ext>
                </a:extLst>
              </p14:cNvPr>
              <p14:cNvContentPartPr/>
              <p14:nvPr/>
            </p14:nvContentPartPr>
            <p14:xfrm>
              <a:off x="603790" y="2666950"/>
              <a:ext cx="617400" cy="255600"/>
            </p14:xfrm>
          </p:contentPart>
        </mc:Choice>
        <mc:Fallback>
          <p:pic>
            <p:nvPicPr>
              <p:cNvPr id="42" name="Ink 41">
                <a:extLst>
                  <a:ext uri="{FF2B5EF4-FFF2-40B4-BE49-F238E27FC236}">
                    <a16:creationId xmlns:a16="http://schemas.microsoft.com/office/drawing/2014/main" id="{28863A18-B415-45CE-879A-BB5D7ECAB5E0}"/>
                  </a:ext>
                </a:extLst>
              </p:cNvPr>
              <p:cNvPicPr/>
              <p:nvPr/>
            </p:nvPicPr>
            <p:blipFill>
              <a:blip r:embed="rId36"/>
              <a:stretch>
                <a:fillRect/>
              </a:stretch>
            </p:blipFill>
            <p:spPr>
              <a:xfrm>
                <a:off x="593344" y="2656150"/>
                <a:ext cx="638652" cy="27684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89126" name="Ink 89125">
                <a:extLst>
                  <a:ext uri="{FF2B5EF4-FFF2-40B4-BE49-F238E27FC236}">
                    <a16:creationId xmlns:a16="http://schemas.microsoft.com/office/drawing/2014/main" id="{E23F4E25-FFD5-5915-2219-9B9D277D27D7}"/>
                  </a:ext>
                </a:extLst>
              </p14:cNvPr>
              <p14:cNvContentPartPr/>
              <p14:nvPr/>
            </p14:nvContentPartPr>
            <p14:xfrm>
              <a:off x="1308600" y="2536535"/>
              <a:ext cx="976680" cy="345600"/>
            </p14:xfrm>
          </p:contentPart>
        </mc:Choice>
        <mc:Fallback>
          <p:pic>
            <p:nvPicPr>
              <p:cNvPr id="89126" name="Ink 89125">
                <a:extLst>
                  <a:ext uri="{FF2B5EF4-FFF2-40B4-BE49-F238E27FC236}">
                    <a16:creationId xmlns:a16="http://schemas.microsoft.com/office/drawing/2014/main" id="{E23F4E25-FFD5-5915-2219-9B9D277D27D7}"/>
                  </a:ext>
                </a:extLst>
              </p:cNvPr>
              <p:cNvPicPr/>
              <p:nvPr/>
            </p:nvPicPr>
            <p:blipFill>
              <a:blip r:embed="rId38"/>
              <a:stretch>
                <a:fillRect/>
              </a:stretch>
            </p:blipFill>
            <p:spPr>
              <a:xfrm>
                <a:off x="1298160" y="2525735"/>
                <a:ext cx="997920" cy="36684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89145" name="Ink 89144">
                <a:extLst>
                  <a:ext uri="{FF2B5EF4-FFF2-40B4-BE49-F238E27FC236}">
                    <a16:creationId xmlns:a16="http://schemas.microsoft.com/office/drawing/2014/main" id="{CA60F53C-73BC-A85E-2562-BBE26DCD4F9E}"/>
                  </a:ext>
                </a:extLst>
              </p14:cNvPr>
              <p14:cNvContentPartPr/>
              <p14:nvPr/>
            </p14:nvContentPartPr>
            <p14:xfrm>
              <a:off x="2612520" y="2023535"/>
              <a:ext cx="969120" cy="283680"/>
            </p14:xfrm>
          </p:contentPart>
        </mc:Choice>
        <mc:Fallback>
          <p:pic>
            <p:nvPicPr>
              <p:cNvPr id="89145" name="Ink 89144">
                <a:extLst>
                  <a:ext uri="{FF2B5EF4-FFF2-40B4-BE49-F238E27FC236}">
                    <a16:creationId xmlns:a16="http://schemas.microsoft.com/office/drawing/2014/main" id="{CA60F53C-73BC-A85E-2562-BBE26DCD4F9E}"/>
                  </a:ext>
                </a:extLst>
              </p:cNvPr>
              <p:cNvPicPr/>
              <p:nvPr/>
            </p:nvPicPr>
            <p:blipFill>
              <a:blip r:embed="rId40"/>
              <a:stretch>
                <a:fillRect/>
              </a:stretch>
            </p:blipFill>
            <p:spPr>
              <a:xfrm>
                <a:off x="2602080" y="2012735"/>
                <a:ext cx="990360" cy="30492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89146" name="Ink 89145">
                <a:extLst>
                  <a:ext uri="{FF2B5EF4-FFF2-40B4-BE49-F238E27FC236}">
                    <a16:creationId xmlns:a16="http://schemas.microsoft.com/office/drawing/2014/main" id="{715CA1B3-C2FE-6A59-9769-A121F2C56D0C}"/>
                  </a:ext>
                </a:extLst>
              </p14:cNvPr>
              <p14:cNvContentPartPr/>
              <p14:nvPr/>
            </p14:nvContentPartPr>
            <p14:xfrm>
              <a:off x="1892160" y="2089415"/>
              <a:ext cx="596520" cy="276840"/>
            </p14:xfrm>
          </p:contentPart>
        </mc:Choice>
        <mc:Fallback>
          <p:pic>
            <p:nvPicPr>
              <p:cNvPr id="89146" name="Ink 89145">
                <a:extLst>
                  <a:ext uri="{FF2B5EF4-FFF2-40B4-BE49-F238E27FC236}">
                    <a16:creationId xmlns:a16="http://schemas.microsoft.com/office/drawing/2014/main" id="{715CA1B3-C2FE-6A59-9769-A121F2C56D0C}"/>
                  </a:ext>
                </a:extLst>
              </p:cNvPr>
              <p:cNvPicPr/>
              <p:nvPr/>
            </p:nvPicPr>
            <p:blipFill>
              <a:blip r:embed="rId42"/>
              <a:stretch>
                <a:fillRect/>
              </a:stretch>
            </p:blipFill>
            <p:spPr>
              <a:xfrm>
                <a:off x="1881360" y="2078975"/>
                <a:ext cx="617760" cy="29808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89149" name="Ink 89148">
                <a:extLst>
                  <a:ext uri="{FF2B5EF4-FFF2-40B4-BE49-F238E27FC236}">
                    <a16:creationId xmlns:a16="http://schemas.microsoft.com/office/drawing/2014/main" id="{9C68DB83-8E5A-F016-3B40-B8B836D00531}"/>
                  </a:ext>
                </a:extLst>
              </p14:cNvPr>
              <p14:cNvContentPartPr/>
              <p14:nvPr/>
            </p14:nvContentPartPr>
            <p14:xfrm>
              <a:off x="8855120" y="1994196"/>
              <a:ext cx="143640" cy="352800"/>
            </p14:xfrm>
          </p:contentPart>
        </mc:Choice>
        <mc:Fallback>
          <p:pic>
            <p:nvPicPr>
              <p:cNvPr id="89149" name="Ink 89148">
                <a:extLst>
                  <a:ext uri="{FF2B5EF4-FFF2-40B4-BE49-F238E27FC236}">
                    <a16:creationId xmlns:a16="http://schemas.microsoft.com/office/drawing/2014/main" id="{9C68DB83-8E5A-F016-3B40-B8B836D00531}"/>
                  </a:ext>
                </a:extLst>
              </p:cNvPr>
              <p:cNvPicPr/>
              <p:nvPr/>
            </p:nvPicPr>
            <p:blipFill>
              <a:blip r:embed="rId44"/>
              <a:stretch>
                <a:fillRect/>
              </a:stretch>
            </p:blipFill>
            <p:spPr>
              <a:xfrm>
                <a:off x="8844680" y="1983407"/>
                <a:ext cx="164880" cy="374018"/>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89179" name="Ink 89178">
                <a:extLst>
                  <a:ext uri="{FF2B5EF4-FFF2-40B4-BE49-F238E27FC236}">
                    <a16:creationId xmlns:a16="http://schemas.microsoft.com/office/drawing/2014/main" id="{CA5426D7-E386-2598-3FA2-71A858AC1662}"/>
                  </a:ext>
                </a:extLst>
              </p14:cNvPr>
              <p14:cNvContentPartPr/>
              <p14:nvPr/>
            </p14:nvContentPartPr>
            <p14:xfrm>
              <a:off x="9256880" y="1567596"/>
              <a:ext cx="653760" cy="191880"/>
            </p14:xfrm>
          </p:contentPart>
        </mc:Choice>
        <mc:Fallback>
          <p:pic>
            <p:nvPicPr>
              <p:cNvPr id="89179" name="Ink 89178">
                <a:extLst>
                  <a:ext uri="{FF2B5EF4-FFF2-40B4-BE49-F238E27FC236}">
                    <a16:creationId xmlns:a16="http://schemas.microsoft.com/office/drawing/2014/main" id="{CA5426D7-E386-2598-3FA2-71A858AC1662}"/>
                  </a:ext>
                </a:extLst>
              </p:cNvPr>
              <p:cNvPicPr/>
              <p:nvPr/>
            </p:nvPicPr>
            <p:blipFill>
              <a:blip r:embed="rId46"/>
              <a:stretch>
                <a:fillRect/>
              </a:stretch>
            </p:blipFill>
            <p:spPr>
              <a:xfrm>
                <a:off x="9246440" y="1557156"/>
                <a:ext cx="675000" cy="21312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89180" name="Ink 89179">
                <a:extLst>
                  <a:ext uri="{FF2B5EF4-FFF2-40B4-BE49-F238E27FC236}">
                    <a16:creationId xmlns:a16="http://schemas.microsoft.com/office/drawing/2014/main" id="{13A673DC-CE63-0161-9240-A1C6B9EBF59B}"/>
                  </a:ext>
                </a:extLst>
              </p14:cNvPr>
              <p14:cNvContentPartPr/>
              <p14:nvPr/>
            </p14:nvContentPartPr>
            <p14:xfrm>
              <a:off x="8444000" y="1265196"/>
              <a:ext cx="654120" cy="533880"/>
            </p14:xfrm>
          </p:contentPart>
        </mc:Choice>
        <mc:Fallback>
          <p:pic>
            <p:nvPicPr>
              <p:cNvPr id="89180" name="Ink 89179">
                <a:extLst>
                  <a:ext uri="{FF2B5EF4-FFF2-40B4-BE49-F238E27FC236}">
                    <a16:creationId xmlns:a16="http://schemas.microsoft.com/office/drawing/2014/main" id="{13A673DC-CE63-0161-9240-A1C6B9EBF59B}"/>
                  </a:ext>
                </a:extLst>
              </p:cNvPr>
              <p:cNvPicPr/>
              <p:nvPr/>
            </p:nvPicPr>
            <p:blipFill>
              <a:blip r:embed="rId48"/>
              <a:stretch>
                <a:fillRect/>
              </a:stretch>
            </p:blipFill>
            <p:spPr>
              <a:xfrm>
                <a:off x="8433554" y="1254756"/>
                <a:ext cx="675372" cy="55512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89191" name="Ink 89190">
                <a:extLst>
                  <a:ext uri="{FF2B5EF4-FFF2-40B4-BE49-F238E27FC236}">
                    <a16:creationId xmlns:a16="http://schemas.microsoft.com/office/drawing/2014/main" id="{A272A050-5645-6D73-4ADB-3BCA4C668D98}"/>
                  </a:ext>
                </a:extLst>
              </p14:cNvPr>
              <p14:cNvContentPartPr/>
              <p14:nvPr/>
            </p14:nvContentPartPr>
            <p14:xfrm>
              <a:off x="1713240" y="3013387"/>
              <a:ext cx="862560" cy="296280"/>
            </p14:xfrm>
          </p:contentPart>
        </mc:Choice>
        <mc:Fallback>
          <p:pic>
            <p:nvPicPr>
              <p:cNvPr id="89191" name="Ink 89190">
                <a:extLst>
                  <a:ext uri="{FF2B5EF4-FFF2-40B4-BE49-F238E27FC236}">
                    <a16:creationId xmlns:a16="http://schemas.microsoft.com/office/drawing/2014/main" id="{A272A050-5645-6D73-4ADB-3BCA4C668D98}"/>
                  </a:ext>
                </a:extLst>
              </p:cNvPr>
              <p:cNvPicPr/>
              <p:nvPr/>
            </p:nvPicPr>
            <p:blipFill>
              <a:blip r:embed="rId50"/>
              <a:stretch>
                <a:fillRect/>
              </a:stretch>
            </p:blipFill>
            <p:spPr>
              <a:xfrm>
                <a:off x="1702445" y="3002587"/>
                <a:ext cx="883791" cy="31752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89200" name="Ink 89199">
                <a:extLst>
                  <a:ext uri="{FF2B5EF4-FFF2-40B4-BE49-F238E27FC236}">
                    <a16:creationId xmlns:a16="http://schemas.microsoft.com/office/drawing/2014/main" id="{8ED8E23B-7B37-DAF4-9DDD-A1F6A2DADB5D}"/>
                  </a:ext>
                </a:extLst>
              </p14:cNvPr>
              <p14:cNvContentPartPr/>
              <p14:nvPr/>
            </p14:nvContentPartPr>
            <p14:xfrm>
              <a:off x="2710080" y="2960107"/>
              <a:ext cx="512640" cy="272160"/>
            </p14:xfrm>
          </p:contentPart>
        </mc:Choice>
        <mc:Fallback>
          <p:pic>
            <p:nvPicPr>
              <p:cNvPr id="89200" name="Ink 89199">
                <a:extLst>
                  <a:ext uri="{FF2B5EF4-FFF2-40B4-BE49-F238E27FC236}">
                    <a16:creationId xmlns:a16="http://schemas.microsoft.com/office/drawing/2014/main" id="{8ED8E23B-7B37-DAF4-9DDD-A1F6A2DADB5D}"/>
                  </a:ext>
                </a:extLst>
              </p:cNvPr>
              <p:cNvPicPr/>
              <p:nvPr/>
            </p:nvPicPr>
            <p:blipFill>
              <a:blip r:embed="rId52"/>
              <a:stretch>
                <a:fillRect/>
              </a:stretch>
            </p:blipFill>
            <p:spPr>
              <a:xfrm>
                <a:off x="2699280" y="2949307"/>
                <a:ext cx="533880" cy="2934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89206" name="Ink 89205">
                <a:extLst>
                  <a:ext uri="{FF2B5EF4-FFF2-40B4-BE49-F238E27FC236}">
                    <a16:creationId xmlns:a16="http://schemas.microsoft.com/office/drawing/2014/main" id="{1B4AA1A8-5AE6-C147-EEF4-C2F698EB7082}"/>
                  </a:ext>
                </a:extLst>
              </p14:cNvPr>
              <p14:cNvContentPartPr/>
              <p14:nvPr/>
            </p14:nvContentPartPr>
            <p14:xfrm>
              <a:off x="3632400" y="1981627"/>
              <a:ext cx="509400" cy="235080"/>
            </p14:xfrm>
          </p:contentPart>
        </mc:Choice>
        <mc:Fallback>
          <p:pic>
            <p:nvPicPr>
              <p:cNvPr id="89206" name="Ink 89205">
                <a:extLst>
                  <a:ext uri="{FF2B5EF4-FFF2-40B4-BE49-F238E27FC236}">
                    <a16:creationId xmlns:a16="http://schemas.microsoft.com/office/drawing/2014/main" id="{1B4AA1A8-5AE6-C147-EEF4-C2F698EB7082}"/>
                  </a:ext>
                </a:extLst>
              </p:cNvPr>
              <p:cNvPicPr/>
              <p:nvPr/>
            </p:nvPicPr>
            <p:blipFill>
              <a:blip r:embed="rId54"/>
              <a:stretch>
                <a:fillRect/>
              </a:stretch>
            </p:blipFill>
            <p:spPr>
              <a:xfrm>
                <a:off x="3621960" y="1971171"/>
                <a:ext cx="530640" cy="256353"/>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p:bldP spid="16" grpId="0"/>
      <p:bldP spid="1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8CEBD-9D52-714B-9328-2E56175BEEB1}"/>
              </a:ext>
            </a:extLst>
          </p:cNvPr>
          <p:cNvSpPr>
            <a:spLocks noGrp="1"/>
          </p:cNvSpPr>
          <p:nvPr>
            <p:ph type="title"/>
          </p:nvPr>
        </p:nvSpPr>
        <p:spPr/>
        <p:txBody>
          <a:bodyPr/>
          <a:lstStyle/>
          <a:p>
            <a:r>
              <a:rPr lang="en-US" dirty="0"/>
              <a:t>Takeaway</a:t>
            </a:r>
          </a:p>
        </p:txBody>
      </p:sp>
      <p:sp>
        <p:nvSpPr>
          <p:cNvPr id="3" name="Text Placeholder 2">
            <a:extLst>
              <a:ext uri="{FF2B5EF4-FFF2-40B4-BE49-F238E27FC236}">
                <a16:creationId xmlns:a16="http://schemas.microsoft.com/office/drawing/2014/main" id="{EDC699AD-3971-714F-8FC6-88DFF096AF0C}"/>
              </a:ext>
            </a:extLst>
          </p:cNvPr>
          <p:cNvSpPr>
            <a:spLocks noGrp="1"/>
          </p:cNvSpPr>
          <p:nvPr>
            <p:ph type="body" idx="11"/>
          </p:nvPr>
        </p:nvSpPr>
        <p:spPr/>
        <p:txBody>
          <a:bodyPr/>
          <a:lstStyle/>
          <a:p>
            <a:endParaRPr lang="en-US" dirty="0"/>
          </a:p>
        </p:txBody>
      </p:sp>
      <p:graphicFrame>
        <p:nvGraphicFramePr>
          <p:cNvPr id="5" name="Content Placeholder 5">
            <a:extLst>
              <a:ext uri="{FF2B5EF4-FFF2-40B4-BE49-F238E27FC236}">
                <a16:creationId xmlns:a16="http://schemas.microsoft.com/office/drawing/2014/main" id="{8EF17C9A-C74F-4B44-AFF6-58AB7493A9CB}"/>
              </a:ext>
            </a:extLst>
          </p:cNvPr>
          <p:cNvGraphicFramePr>
            <a:graphicFrameLocks/>
          </p:cNvGraphicFramePr>
          <p:nvPr/>
        </p:nvGraphicFramePr>
        <p:xfrm>
          <a:off x="513349" y="1289455"/>
          <a:ext cx="10840451" cy="47233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96392505"/>
      </p:ext>
    </p:extLst>
  </p:cSld>
  <p:clrMapOvr>
    <a:masterClrMapping/>
  </p:clrMapOvr>
</p:sld>
</file>

<file path=ppt/theme/theme1.xml><?xml version="1.0" encoding="utf-8"?>
<a:theme xmlns:a="http://schemas.openxmlformats.org/drawingml/2006/main" name="Office Theme">
  <a:themeElements>
    <a:clrScheme name="Custom 4">
      <a:dk1>
        <a:srgbClr val="000000"/>
      </a:dk1>
      <a:lt1>
        <a:srgbClr val="FFFFFF"/>
      </a:lt1>
      <a:dk2>
        <a:srgbClr val="000000"/>
      </a:dk2>
      <a:lt2>
        <a:srgbClr val="F8F8F8"/>
      </a:lt2>
      <a:accent1>
        <a:srgbClr val="DDDDDD"/>
      </a:accent1>
      <a:accent2>
        <a:srgbClr val="B2A694"/>
      </a:accent2>
      <a:accent3>
        <a:srgbClr val="969696"/>
      </a:accent3>
      <a:accent4>
        <a:srgbClr val="808080"/>
      </a:accent4>
      <a:accent5>
        <a:srgbClr val="5F5F5F"/>
      </a:accent5>
      <a:accent6>
        <a:srgbClr val="4D4D4D"/>
      </a:accent6>
      <a:hlink>
        <a:srgbClr val="0070C0"/>
      </a:hlink>
      <a:folHlink>
        <a:srgbClr val="0070C0"/>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1400" dirty="0" smtClean="0">
            <a:latin typeface="Helvetica Neue" panose="02000503000000020004" pitchFamily="2" charset="0"/>
            <a:ea typeface="Helvetica Neue" panose="02000503000000020004" pitchFamily="2" charset="0"/>
            <a:cs typeface="Helvetica Neue" panose="02000503000000020004" pitchFamily="2" charset="0"/>
          </a:defRPr>
        </a:defPPr>
      </a:lstStyle>
    </a:txDef>
  </a:objectDefaults>
  <a:extraClrSchemeLst/>
  <a:extLst>
    <a:ext uri="{05A4C25C-085E-4340-85A3-A5531E510DB2}">
      <thm15:themeFamily xmlns:thm15="http://schemas.microsoft.com/office/thememl/2012/main" name="Presentation1" id="{31295CED-DD91-154F-A28B-658E647D80F4}" vid="{29E40D5C-155D-D94C-822C-4AB35D3CC2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Comment xmlns="1b6a39ee-1380-4096-9882-8248104ba7f7" xsi:nil="true"/>
    <TaxCatchAll xmlns="4604cec2-e769-4190-9d56-5d48f74b6442" xsi:nil="true"/>
    <lcf76f155ced4ddcb4097134ff3c332f xmlns="1b6a39ee-1380-4096-9882-8248104ba7f7">
      <Terms xmlns="http://schemas.microsoft.com/office/infopath/2007/PartnerControls"/>
    </lcf76f155ced4ddcb4097134ff3c332f>
    <_Flow_SignoffStatus xmlns="1b6a39ee-1380-4096-9882-8248104ba7f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C6AD1B51FFACD45B62528B91A79C429" ma:contentTypeVersion="18" ma:contentTypeDescription="Create a new document." ma:contentTypeScope="" ma:versionID="9672dfb9ec3908af57a6b314afe3680d">
  <xsd:schema xmlns:xsd="http://www.w3.org/2001/XMLSchema" xmlns:xs="http://www.w3.org/2001/XMLSchema" xmlns:p="http://schemas.microsoft.com/office/2006/metadata/properties" xmlns:ns2="1b6a39ee-1380-4096-9882-8248104ba7f7" xmlns:ns3="4604cec2-e769-4190-9d56-5d48f74b6442" targetNamespace="http://schemas.microsoft.com/office/2006/metadata/properties" ma:root="true" ma:fieldsID="12d78462d111bb2baa1b9a3ac61ee40a" ns2:_="" ns3:_="">
    <xsd:import namespace="1b6a39ee-1380-4096-9882-8248104ba7f7"/>
    <xsd:import namespace="4604cec2-e769-4190-9d56-5d48f74b644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Comment" minOccurs="0"/>
                <xsd:element ref="ns2:lcf76f155ced4ddcb4097134ff3c332f" minOccurs="0"/>
                <xsd:element ref="ns3:TaxCatchAll" minOccurs="0"/>
                <xsd:element ref="ns2: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6a39ee-1380-4096-9882-8248104ba7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Comment" ma:index="21" nillable="true" ma:displayName="Comment" ma:description="What was the last change about" ma:format="Dropdown" ma:internalName="Comment">
      <xsd:simpleType>
        <xsd:restriction base="dms:Text">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deec61d7-21c4-46ea-8069-5c692c33a4c8" ma:termSetId="09814cd3-568e-fe90-9814-8d621ff8fb84" ma:anchorId="fba54fb3-c3e1-fe81-a776-ca4b69148c4d" ma:open="true" ma:isKeyword="false">
      <xsd:complexType>
        <xsd:sequence>
          <xsd:element ref="pc:Terms" minOccurs="0" maxOccurs="1"/>
        </xsd:sequence>
      </xsd:complexType>
    </xsd:element>
    <xsd:element name="_Flow_SignoffStatus" ma:index="25" nillable="true" ma:displayName="Sign-off status" ma:internalName="Sign_x002d_off_x0020_status">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604cec2-e769-4190-9d56-5d48f74b6442"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9943aed9-ec56-40d8-95cb-c4327e5e8870}" ma:internalName="TaxCatchAll" ma:showField="CatchAllData" ma:web="4604cec2-e769-4190-9d56-5d48f74b64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9559792-5538-4110-94DD-2026BEE66E7E}">
  <ds:schemaRefs>
    <ds:schemaRef ds:uri="http://schemas.microsoft.com/office/2006/metadata/properties"/>
    <ds:schemaRef ds:uri="http://www.w3.org/2000/xmlns/"/>
    <ds:schemaRef ds:uri="1b6a39ee-1380-4096-9882-8248104ba7f7"/>
    <ds:schemaRef ds:uri="http://www.w3.org/2001/XMLSchema-instance"/>
    <ds:schemaRef ds:uri="4604cec2-e769-4190-9d56-5d48f74b6442"/>
    <ds:schemaRef ds:uri="http://schemas.microsoft.com/office/infopath/2007/PartnerControls"/>
  </ds:schemaRefs>
</ds:datastoreItem>
</file>

<file path=customXml/itemProps2.xml><?xml version="1.0" encoding="utf-8"?>
<ds:datastoreItem xmlns:ds="http://schemas.openxmlformats.org/officeDocument/2006/customXml" ds:itemID="{A3AEAB7D-BA43-4170-9C55-A503B78D9C63}">
  <ds:schemaRefs>
    <ds:schemaRef ds:uri="http://schemas.microsoft.com/office/2006/metadata/contentType"/>
    <ds:schemaRef ds:uri="http://schemas.microsoft.com/office/2006/metadata/properties/metaAttributes"/>
    <ds:schemaRef ds:uri="http://www.w3.org/2000/xmlns/"/>
    <ds:schemaRef ds:uri="http://www.w3.org/2001/XMLSchema"/>
    <ds:schemaRef ds:uri="1b6a39ee-1380-4096-9882-8248104ba7f7"/>
    <ds:schemaRef ds:uri="4604cec2-e769-4190-9d56-5d48f74b6442"/>
  </ds:schemaRefs>
</ds:datastoreItem>
</file>

<file path=customXml/itemProps3.xml><?xml version="1.0" encoding="utf-8"?>
<ds:datastoreItem xmlns:ds="http://schemas.openxmlformats.org/officeDocument/2006/customXml" ds:itemID="{267C5670-37BB-4D21-B22C-5E23BAA66AE1}">
  <ds:schemaRefs>
    <ds:schemaRef ds:uri="http://schemas.microsoft.com/sharepoint/v3/contenttype/forms"/>
  </ds:schemaRefs>
</ds:datastoreItem>
</file>

<file path=docMetadata/LabelInfo.xml><?xml version="1.0" encoding="utf-8"?>
<clbl:labelList xmlns:clbl="http://schemas.microsoft.com/office/2020/mipLabelMetadata">
  <clbl:label id="{6951d41b-6b8e-4636-984f-012bff14ba18}" enabled="1" method="Standard" siteId="{c98a79ca-5a9a-4791-a243-f06afd67464d}" removed="0"/>
</clbl:labelList>
</file>

<file path=docProps/app.xml><?xml version="1.0" encoding="utf-8"?>
<Properties xmlns="http://schemas.openxmlformats.org/officeDocument/2006/extended-properties" xmlns:vt="http://schemas.openxmlformats.org/officeDocument/2006/docPropsVTypes">
  <Template/>
  <TotalTime>1623</TotalTime>
  <Words>1754</Words>
  <Application>Microsoft Office PowerPoint</Application>
  <PresentationFormat>Widescreen</PresentationFormat>
  <Paragraphs>281</Paragraphs>
  <Slides>30</Slides>
  <Notes>14</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PowerPoint Presentation</vt:lpstr>
      <vt:lpstr>Overview</vt:lpstr>
      <vt:lpstr>Cyber attacks are everywhere!</vt:lpstr>
      <vt:lpstr>Why Are We Threatened?</vt:lpstr>
      <vt:lpstr>PowerPoint Presentation</vt:lpstr>
      <vt:lpstr>Three types of threats</vt:lpstr>
      <vt:lpstr>A Glance into Computers</vt:lpstr>
      <vt:lpstr>Execution of flow of instructions</vt:lpstr>
      <vt:lpstr>Memory access</vt:lpstr>
      <vt:lpstr>Importance of Main Memory</vt:lpstr>
      <vt:lpstr>CPU Privilege (Protection) Ring</vt:lpstr>
      <vt:lpstr>A Glance into Networking</vt:lpstr>
      <vt:lpstr>We are connected, physically!</vt:lpstr>
      <vt:lpstr>TCP/IP Internet Protocol Suite</vt:lpstr>
      <vt:lpstr>TCP/IP Internet Protocol Suite</vt:lpstr>
      <vt:lpstr>IP (Network) Packet</vt:lpstr>
      <vt:lpstr>Router</vt:lpstr>
      <vt:lpstr>Router Architecture Overview</vt:lpstr>
      <vt:lpstr>Demo</vt:lpstr>
      <vt:lpstr>Defining Security</vt:lpstr>
      <vt:lpstr>Example - CIA Triad</vt:lpstr>
      <vt:lpstr>Classical Security Objectives</vt:lpstr>
      <vt:lpstr>Some Security Terms</vt:lpstr>
      <vt:lpstr>Threat, Vulnerability &amp; Attack</vt:lpstr>
      <vt:lpstr>PowerPoint Presentation</vt:lpstr>
      <vt:lpstr>Asymmetry: Defense is So Hard</vt:lpstr>
      <vt:lpstr>How to Achieve Security (Control)</vt:lpstr>
      <vt:lpstr>Can We Hide?</vt:lpstr>
      <vt:lpstr>Security Tradeoffs</vt:lpstr>
      <vt:lpstr>Takeaway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 Development</dc:title>
  <dc:creator>Shar Lwin Khin (Dr)</dc:creator>
  <cp:lastModifiedBy>Nicholas</cp:lastModifiedBy>
  <cp:revision>217</cp:revision>
  <dcterms:created xsi:type="dcterms:W3CDTF">2019-12-21T16:17:09Z</dcterms:created>
  <dcterms:modified xsi:type="dcterms:W3CDTF">2025-08-18T09:55:47Z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0x0101000C6AD1B51FFACD45B62528B91A79C429</vt:lpwstr>
  </property>
  <property fmtid="{D5CDD505-2E9C-101B-9397-08002B2CF9AE}" pid="3" name="MSIP_Label_6951d41b-6b8e-4636-984f-012bff14ba18_Enabled">
    <vt:lpwstr>true</vt:lpwstr>
  </property>
  <property fmtid="{D5CDD505-2E9C-101B-9397-08002B2CF9AE}" pid="4" name="MSIP_Label_6951d41b-6b8e-4636-984f-012bff14ba18_SetDate">
    <vt:lpwstr>2023-01-03T06:27:32Z</vt:lpwstr>
  </property>
  <property fmtid="{D5CDD505-2E9C-101B-9397-08002B2CF9AE}" pid="5" name="MSIP_Label_6951d41b-6b8e-4636-984f-012bff14ba18_Method">
    <vt:lpwstr>Standard</vt:lpwstr>
  </property>
  <property fmtid="{D5CDD505-2E9C-101B-9397-08002B2CF9AE}" pid="6" name="MSIP_Label_6951d41b-6b8e-4636-984f-012bff14ba18_Name">
    <vt:lpwstr>6951d41b-6b8e-4636-984f-012bff14ba18</vt:lpwstr>
  </property>
  <property fmtid="{D5CDD505-2E9C-101B-9397-08002B2CF9AE}" pid="7" name="MSIP_Label_6951d41b-6b8e-4636-984f-012bff14ba18_SiteId">
    <vt:lpwstr>c98a79ca-5a9a-4791-a243-f06afd67464d</vt:lpwstr>
  </property>
  <property fmtid="{D5CDD505-2E9C-101B-9397-08002B2CF9AE}" pid="8" name="MSIP_Label_6951d41b-6b8e-4636-984f-012bff14ba18_ActionId">
    <vt:lpwstr>24204111-ab71-46d7-a20b-1a2fd3d703da</vt:lpwstr>
  </property>
  <property fmtid="{D5CDD505-2E9C-101B-9397-08002B2CF9AE}" pid="9" name="MSIP_Label_6951d41b-6b8e-4636-984f-012bff14ba18_ContentBits">
    <vt:lpwstr>1</vt:lpwstr>
  </property>
  <property fmtid="{D5CDD505-2E9C-101B-9397-08002B2CF9AE}" pid="10" name="ClassificationContentMarkingHeaderLocations">
    <vt:lpwstr>Office Theme:6</vt:lpwstr>
  </property>
  <property fmtid="{D5CDD505-2E9C-101B-9397-08002B2CF9AE}" pid="11" name="ClassificationContentMarkingHeaderText">
    <vt:lpwstr>SMU Classification: Restricted</vt:lpwstr>
  </property>
</Properties>
</file>