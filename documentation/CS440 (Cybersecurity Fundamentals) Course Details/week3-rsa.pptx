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notesSlides/notesSlide2.xml" ContentType="application/vnd.openxmlformats-officedocument.presentationml.notesSlide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notesSlides/notesSlide3.xml" ContentType="application/vnd.openxmlformats-officedocument.presentationml.notesSlide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notesSlides/notesSlide4.xml" ContentType="application/vnd.openxmlformats-officedocument.presentationml.notesSlide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notesSlides/notesSlide5.xml" ContentType="application/vnd.openxmlformats-officedocument.presentationml.notesSlide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4"/>
  </p:sldMasterIdLst>
  <p:notesMasterIdLst>
    <p:notesMasterId r:id="rId32"/>
  </p:notesMasterIdLst>
  <p:handoutMasterIdLst>
    <p:handoutMasterId r:id="rId33"/>
  </p:handoutMasterIdLst>
  <p:sldIdLst>
    <p:sldId id="256" r:id="rId5"/>
    <p:sldId id="378" r:id="rId6"/>
    <p:sldId id="391" r:id="rId7"/>
    <p:sldId id="392" r:id="rId8"/>
    <p:sldId id="393" r:id="rId9"/>
    <p:sldId id="377" r:id="rId10"/>
    <p:sldId id="379" r:id="rId11"/>
    <p:sldId id="304" r:id="rId12"/>
    <p:sldId id="356" r:id="rId13"/>
    <p:sldId id="371" r:id="rId14"/>
    <p:sldId id="388" r:id="rId15"/>
    <p:sldId id="336" r:id="rId16"/>
    <p:sldId id="337" r:id="rId17"/>
    <p:sldId id="389" r:id="rId18"/>
    <p:sldId id="390" r:id="rId19"/>
    <p:sldId id="648" r:id="rId20"/>
    <p:sldId id="649" r:id="rId21"/>
    <p:sldId id="380" r:id="rId22"/>
    <p:sldId id="360" r:id="rId23"/>
    <p:sldId id="381" r:id="rId24"/>
    <p:sldId id="376" r:id="rId25"/>
    <p:sldId id="383" r:id="rId26"/>
    <p:sldId id="384" r:id="rId27"/>
    <p:sldId id="363" r:id="rId28"/>
    <p:sldId id="387" r:id="rId29"/>
    <p:sldId id="385" r:id="rId30"/>
    <p:sldId id="386" r:id="rId31"/>
  </p:sldIdLst>
  <p:sldSz cx="12192000" cy="6858000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8" autoAdjust="0"/>
    <p:restoredTop sz="94737" autoAdjust="0"/>
  </p:normalViewPr>
  <p:slideViewPr>
    <p:cSldViewPr>
      <p:cViewPr varScale="1">
        <p:scale>
          <a:sx n="139" d="100"/>
          <a:sy n="139" d="100"/>
        </p:scale>
        <p:origin x="416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218" y="-96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Guomin" userId="dccf0981-1625-43db-a7d9-40d73e3f3472" providerId="ADAL" clId="{3E7083D7-3972-40AB-88F6-C487A4970AA4}"/>
    <pc:docChg chg="undo custSel addSld delSld modSld">
      <pc:chgData name="YANG Guomin" userId="dccf0981-1625-43db-a7d9-40d73e3f3472" providerId="ADAL" clId="{3E7083D7-3972-40AB-88F6-C487A4970AA4}" dt="2023-08-23T08:56:12.378" v="237"/>
      <pc:docMkLst>
        <pc:docMk/>
      </pc:docMkLst>
      <pc:sldChg chg="modSp add del mod">
        <pc:chgData name="YANG Guomin" userId="dccf0981-1625-43db-a7d9-40d73e3f3472" providerId="ADAL" clId="{3E7083D7-3972-40AB-88F6-C487A4970AA4}" dt="2023-08-23T01:34:01.606" v="24"/>
        <pc:sldMkLst>
          <pc:docMk/>
          <pc:sldMk cId="4189926784" sldId="277"/>
        </pc:sldMkLst>
      </pc:sldChg>
      <pc:sldChg chg="add del">
        <pc:chgData name="YANG Guomin" userId="dccf0981-1625-43db-a7d9-40d73e3f3472" providerId="ADAL" clId="{3E7083D7-3972-40AB-88F6-C487A4970AA4}" dt="2023-08-23T01:34:01.606" v="24"/>
        <pc:sldMkLst>
          <pc:docMk/>
          <pc:sldMk cId="3297013678" sldId="331"/>
        </pc:sldMkLst>
      </pc:sldChg>
      <pc:sldChg chg="modSp mod">
        <pc:chgData name="YANG Guomin" userId="dccf0981-1625-43db-a7d9-40d73e3f3472" providerId="ADAL" clId="{3E7083D7-3972-40AB-88F6-C487A4970AA4}" dt="2023-08-23T01:32:35.169" v="15" actId="20577"/>
        <pc:sldMkLst>
          <pc:docMk/>
          <pc:sldMk cId="2335201096" sldId="388"/>
        </pc:sldMkLst>
      </pc:sldChg>
      <pc:sldChg chg="addSp delSp modSp new mod modClrScheme modAnim chgLayout">
        <pc:chgData name="YANG Guomin" userId="dccf0981-1625-43db-a7d9-40d73e3f3472" providerId="ADAL" clId="{3E7083D7-3972-40AB-88F6-C487A4970AA4}" dt="2023-08-23T01:36:44.710" v="56"/>
        <pc:sldMkLst>
          <pc:docMk/>
          <pc:sldMk cId="1546833022" sldId="389"/>
        </pc:sldMkLst>
      </pc:sldChg>
      <pc:sldChg chg="new del">
        <pc:chgData name="YANG Guomin" userId="dccf0981-1625-43db-a7d9-40d73e3f3472" providerId="ADAL" clId="{3E7083D7-3972-40AB-88F6-C487A4970AA4}" dt="2023-08-23T01:33:18.171" v="17" actId="47"/>
        <pc:sldMkLst>
          <pc:docMk/>
          <pc:sldMk cId="2032272874" sldId="389"/>
        </pc:sldMkLst>
      </pc:sldChg>
      <pc:sldChg chg="modSp add mod modAnim">
        <pc:chgData name="YANG Guomin" userId="dccf0981-1625-43db-a7d9-40d73e3f3472" providerId="ADAL" clId="{3E7083D7-3972-40AB-88F6-C487A4970AA4}" dt="2023-08-23T01:36:54.476" v="58"/>
        <pc:sldMkLst>
          <pc:docMk/>
          <pc:sldMk cId="1449407801" sldId="390"/>
        </pc:sldMkLst>
      </pc:sldChg>
      <pc:sldChg chg="addSp delSp modSp new mod modAnim">
        <pc:chgData name="YANG Guomin" userId="dccf0981-1625-43db-a7d9-40d73e3f3472" providerId="ADAL" clId="{3E7083D7-3972-40AB-88F6-C487A4970AA4}" dt="2023-08-23T07:11:23.654" v="167"/>
        <pc:sldMkLst>
          <pc:docMk/>
          <pc:sldMk cId="387430537" sldId="391"/>
        </pc:sldMkLst>
      </pc:sldChg>
      <pc:sldChg chg="addSp delSp modSp new mod modClrScheme modAnim chgLayout">
        <pc:chgData name="YANG Guomin" userId="dccf0981-1625-43db-a7d9-40d73e3f3472" providerId="ADAL" clId="{3E7083D7-3972-40AB-88F6-C487A4970AA4}" dt="2023-08-23T01:51:50.722" v="165" actId="14100"/>
        <pc:sldMkLst>
          <pc:docMk/>
          <pc:sldMk cId="2543567300" sldId="392"/>
        </pc:sldMkLst>
      </pc:sldChg>
      <pc:sldChg chg="addSp delSp modSp new mod modClrScheme modAnim chgLayout">
        <pc:chgData name="YANG Guomin" userId="dccf0981-1625-43db-a7d9-40d73e3f3472" providerId="ADAL" clId="{3E7083D7-3972-40AB-88F6-C487A4970AA4}" dt="2023-08-23T08:56:12.378" v="237"/>
        <pc:sldMkLst>
          <pc:docMk/>
          <pc:sldMk cId="2714777653" sldId="393"/>
        </pc:sldMkLst>
      </pc:sldChg>
      <pc:sldChg chg="addSp delSp modSp add del mod">
        <pc:chgData name="YANG Guomin" userId="dccf0981-1625-43db-a7d9-40d73e3f3472" providerId="ADAL" clId="{3E7083D7-3972-40AB-88F6-C487A4970AA4}" dt="2023-08-23T01:45:37.253" v="65"/>
        <pc:sldMkLst>
          <pc:docMk/>
          <pc:sldMk cId="1524245623" sldId="664"/>
        </pc:sldMkLst>
      </pc:sldChg>
      <pc:sldChg chg="add del">
        <pc:chgData name="YANG Guomin" userId="dccf0981-1625-43db-a7d9-40d73e3f3472" providerId="ADAL" clId="{3E7083D7-3972-40AB-88F6-C487A4970AA4}" dt="2023-08-23T01:45:37.253" v="65"/>
        <pc:sldMkLst>
          <pc:docMk/>
          <pc:sldMk cId="3596846950" sldId="786"/>
        </pc:sldMkLst>
      </pc:sldChg>
    </pc:docChg>
  </pc:docChgLst>
  <pc:docChgLst>
    <pc:chgData name="YANG Guomin" userId="dccf0981-1625-43db-a7d9-40d73e3f3472" providerId="ADAL" clId="{E0CD7D01-A350-8C4A-AD07-B714DA648926}"/>
    <pc:docChg chg="modSld">
      <pc:chgData name="YANG Guomin" userId="dccf0981-1625-43db-a7d9-40d73e3f3472" providerId="ADAL" clId="{E0CD7D01-A350-8C4A-AD07-B714DA648926}" dt="2023-01-26T06:21:56.181" v="187" actId="20577"/>
      <pc:docMkLst>
        <pc:docMk/>
      </pc:docMkLst>
      <pc:sldChg chg="modSp">
        <pc:chgData name="YANG Guomin" userId="dccf0981-1625-43db-a7d9-40d73e3f3472" providerId="ADAL" clId="{E0CD7D01-A350-8C4A-AD07-B714DA648926}" dt="2023-01-26T06:21:56.181" v="187" actId="20577"/>
        <pc:sldMkLst>
          <pc:docMk/>
          <pc:sldMk cId="3539865962" sldId="336"/>
        </pc:sldMkLst>
      </pc:sldChg>
      <pc:sldChg chg="modSp mod">
        <pc:chgData name="YANG Guomin" userId="dccf0981-1625-43db-a7d9-40d73e3f3472" providerId="ADAL" clId="{E0CD7D01-A350-8C4A-AD07-B714DA648926}" dt="2023-01-26T06:19:15.827" v="185" actId="20577"/>
        <pc:sldMkLst>
          <pc:docMk/>
          <pc:sldMk cId="3969832722" sldId="378"/>
        </pc:sldMkLst>
      </pc:sldChg>
    </pc:docChg>
  </pc:docChgLst>
  <pc:docChgLst>
    <pc:chgData name="YANG Guomin" userId="dccf0981-1625-43db-a7d9-40d73e3f3472" providerId="ADAL" clId="{61BC5935-03B9-49B2-8E69-178D372A3399}"/>
    <pc:docChg chg="undo custSel addSld modSld">
      <pc:chgData name="YANG Guomin" userId="dccf0981-1625-43db-a7d9-40d73e3f3472" providerId="ADAL" clId="{61BC5935-03B9-49B2-8E69-178D372A3399}" dt="2024-09-04T00:03:17.440" v="533"/>
      <pc:docMkLst>
        <pc:docMk/>
      </pc:docMkLst>
      <pc:sldChg chg="modAnim">
        <pc:chgData name="YANG Guomin" userId="dccf0981-1625-43db-a7d9-40d73e3f3472" providerId="ADAL" clId="{61BC5935-03B9-49B2-8E69-178D372A3399}" dt="2024-09-04T00:03:17.440" v="533"/>
        <pc:sldMkLst>
          <pc:docMk/>
          <pc:sldMk cId="3177258955" sldId="363"/>
        </pc:sldMkLst>
      </pc:sldChg>
      <pc:sldChg chg="modSp mod">
        <pc:chgData name="YANG Guomin" userId="dccf0981-1625-43db-a7d9-40d73e3f3472" providerId="ADAL" clId="{61BC5935-03B9-49B2-8E69-178D372A3399}" dt="2024-08-27T08:31:07.938" v="417" actId="20577"/>
        <pc:sldMkLst>
          <pc:docMk/>
          <pc:sldMk cId="2313540163" sldId="376"/>
        </pc:sldMkLst>
      </pc:sldChg>
      <pc:sldChg chg="modSp mod">
        <pc:chgData name="YANG Guomin" userId="dccf0981-1625-43db-a7d9-40d73e3f3472" providerId="ADAL" clId="{61BC5935-03B9-49B2-8E69-178D372A3399}" dt="2024-08-27T08:35:19.197" v="439" actId="13926"/>
        <pc:sldMkLst>
          <pc:docMk/>
          <pc:sldMk cId="3969832722" sldId="378"/>
        </pc:sldMkLst>
      </pc:sldChg>
      <pc:sldChg chg="addSp modSp mod modAnim">
        <pc:chgData name="YANG Guomin" userId="dccf0981-1625-43db-a7d9-40d73e3f3472" providerId="ADAL" clId="{61BC5935-03B9-49B2-8E69-178D372A3399}" dt="2024-08-27T08:40:10.746" v="527"/>
        <pc:sldMkLst>
          <pc:docMk/>
          <pc:sldMk cId="3378617910" sldId="380"/>
        </pc:sldMkLst>
      </pc:sldChg>
      <pc:sldChg chg="modSp mod">
        <pc:chgData name="YANG Guomin" userId="dccf0981-1625-43db-a7d9-40d73e3f3472" providerId="ADAL" clId="{61BC5935-03B9-49B2-8E69-178D372A3399}" dt="2024-08-27T08:31:44.881" v="419" actId="207"/>
        <pc:sldMkLst>
          <pc:docMk/>
          <pc:sldMk cId="1498177131" sldId="387"/>
        </pc:sldMkLst>
      </pc:sldChg>
      <pc:sldChg chg="modSp mod">
        <pc:chgData name="YANG Guomin" userId="dccf0981-1625-43db-a7d9-40d73e3f3472" providerId="ADAL" clId="{61BC5935-03B9-49B2-8E69-178D372A3399}" dt="2024-08-27T08:13:46.562" v="41" actId="13926"/>
        <pc:sldMkLst>
          <pc:docMk/>
          <pc:sldMk cId="1546833022" sldId="389"/>
        </pc:sldMkLst>
      </pc:sldChg>
      <pc:sldChg chg="modSp mod">
        <pc:chgData name="YANG Guomin" userId="dccf0981-1625-43db-a7d9-40d73e3f3472" providerId="ADAL" clId="{61BC5935-03B9-49B2-8E69-178D372A3399}" dt="2024-08-27T08:15:53.541" v="83" actId="404"/>
        <pc:sldMkLst>
          <pc:docMk/>
          <pc:sldMk cId="1449407801" sldId="390"/>
        </pc:sldMkLst>
      </pc:sldChg>
      <pc:sldChg chg="delSp modSp add mod modAnim modNotesTx">
        <pc:chgData name="YANG Guomin" userId="dccf0981-1625-43db-a7d9-40d73e3f3472" providerId="ADAL" clId="{61BC5935-03B9-49B2-8E69-178D372A3399}" dt="2024-08-27T08:22:38.541" v="329" actId="20577"/>
        <pc:sldMkLst>
          <pc:docMk/>
          <pc:sldMk cId="1026537740" sldId="648"/>
        </pc:sldMkLst>
      </pc:sldChg>
      <pc:sldChg chg="addSp delSp modSp new mod">
        <pc:chgData name="YANG Guomin" userId="dccf0981-1625-43db-a7d9-40d73e3f3472" providerId="ADAL" clId="{61BC5935-03B9-49B2-8E69-178D372A3399}" dt="2024-08-27T08:38:33.912" v="454" actId="1076"/>
        <pc:sldMkLst>
          <pc:docMk/>
          <pc:sldMk cId="146247501" sldId="649"/>
        </pc:sldMkLst>
      </pc:sldChg>
    </pc:docChg>
  </pc:docChgLst>
  <pc:docChgLst>
    <pc:chgData name="YANG Guomin" userId="dccf0981-1625-43db-a7d9-40d73e3f3472" providerId="ADAL" clId="{6CF49BD2-3F82-4361-B1A4-04B0DB292ADD}"/>
    <pc:docChg chg="undo redo custSel modSld">
      <pc:chgData name="YANG Guomin" userId="dccf0981-1625-43db-a7d9-40d73e3f3472" providerId="ADAL" clId="{6CF49BD2-3F82-4361-B1A4-04B0DB292ADD}" dt="2025-08-25T02:40:15.804" v="118" actId="1076"/>
      <pc:docMkLst>
        <pc:docMk/>
      </pc:docMkLst>
      <pc:sldChg chg="modSp mod">
        <pc:chgData name="YANG Guomin" userId="dccf0981-1625-43db-a7d9-40d73e3f3472" providerId="ADAL" clId="{6CF49BD2-3F82-4361-B1A4-04B0DB292ADD}" dt="2025-08-25T02:24:12.052" v="72" actId="20577"/>
        <pc:sldMkLst>
          <pc:docMk/>
          <pc:sldMk cId="3051511619" sldId="304"/>
        </pc:sldMkLst>
        <pc:spChg chg="mod">
          <ac:chgData name="YANG Guomin" userId="dccf0981-1625-43db-a7d9-40d73e3f3472" providerId="ADAL" clId="{6CF49BD2-3F82-4361-B1A4-04B0DB292ADD}" dt="2025-08-25T02:24:12.052" v="72" actId="20577"/>
          <ac:spMkLst>
            <pc:docMk/>
            <pc:sldMk cId="3051511619" sldId="304"/>
            <ac:spMk id="5125" creationId="{00000000-0000-0000-0000-000000000000}"/>
          </ac:spMkLst>
        </pc:spChg>
      </pc:sldChg>
      <pc:sldChg chg="modAnim">
        <pc:chgData name="YANG Guomin" userId="dccf0981-1625-43db-a7d9-40d73e3f3472" providerId="ADAL" clId="{6CF49BD2-3F82-4361-B1A4-04B0DB292ADD}" dt="2025-08-25T02:27:33.956" v="80"/>
        <pc:sldMkLst>
          <pc:docMk/>
          <pc:sldMk cId="3539865962" sldId="336"/>
        </pc:sldMkLst>
      </pc:sldChg>
      <pc:sldChg chg="modSp mod">
        <pc:chgData name="YANG Guomin" userId="dccf0981-1625-43db-a7d9-40d73e3f3472" providerId="ADAL" clId="{6CF49BD2-3F82-4361-B1A4-04B0DB292ADD}" dt="2025-08-25T02:33:49.110" v="94" actId="207"/>
        <pc:sldMkLst>
          <pc:docMk/>
          <pc:sldMk cId="2843193696" sldId="337"/>
        </pc:sldMkLst>
        <pc:spChg chg="mod">
          <ac:chgData name="YANG Guomin" userId="dccf0981-1625-43db-a7d9-40d73e3f3472" providerId="ADAL" clId="{6CF49BD2-3F82-4361-B1A4-04B0DB292ADD}" dt="2025-08-25T02:29:38.727" v="90" actId="207"/>
          <ac:spMkLst>
            <pc:docMk/>
            <pc:sldMk cId="2843193696" sldId="337"/>
            <ac:spMk id="8197" creationId="{00000000-0000-0000-0000-000000000000}"/>
          </ac:spMkLst>
        </pc:spChg>
        <pc:spChg chg="mod">
          <ac:chgData name="YANG Guomin" userId="dccf0981-1625-43db-a7d9-40d73e3f3472" providerId="ADAL" clId="{6CF49BD2-3F82-4361-B1A4-04B0DB292ADD}" dt="2025-08-25T02:33:49.110" v="94" actId="207"/>
          <ac:spMkLst>
            <pc:docMk/>
            <pc:sldMk cId="2843193696" sldId="337"/>
            <ac:spMk id="8208" creationId="{00000000-0000-0000-0000-000000000000}"/>
          </ac:spMkLst>
        </pc:spChg>
      </pc:sldChg>
      <pc:sldChg chg="modSp mod modAnim">
        <pc:chgData name="YANG Guomin" userId="dccf0981-1625-43db-a7d9-40d73e3f3472" providerId="ADAL" clId="{6CF49BD2-3F82-4361-B1A4-04B0DB292ADD}" dt="2025-08-25T02:26:38.250" v="79"/>
        <pc:sldMkLst>
          <pc:docMk/>
          <pc:sldMk cId="3405031240" sldId="356"/>
        </pc:sldMkLst>
        <pc:spChg chg="mod">
          <ac:chgData name="YANG Guomin" userId="dccf0981-1625-43db-a7d9-40d73e3f3472" providerId="ADAL" clId="{6CF49BD2-3F82-4361-B1A4-04B0DB292ADD}" dt="2025-08-25T02:25:07.256" v="74" actId="14100"/>
          <ac:spMkLst>
            <pc:docMk/>
            <pc:sldMk cId="3405031240" sldId="356"/>
            <ac:spMk id="2" creationId="{00000000-0000-0000-0000-000000000000}"/>
          </ac:spMkLst>
        </pc:spChg>
        <pc:grpChg chg="mod">
          <ac:chgData name="YANG Guomin" userId="dccf0981-1625-43db-a7d9-40d73e3f3472" providerId="ADAL" clId="{6CF49BD2-3F82-4361-B1A4-04B0DB292ADD}" dt="2025-08-25T02:25:35.989" v="75" actId="14100"/>
          <ac:grpSpMkLst>
            <pc:docMk/>
            <pc:sldMk cId="3405031240" sldId="356"/>
            <ac:grpSpMk id="9" creationId="{00000000-0000-0000-0000-000000000000}"/>
          </ac:grpSpMkLst>
        </pc:grpChg>
        <pc:picChg chg="mod">
          <ac:chgData name="YANG Guomin" userId="dccf0981-1625-43db-a7d9-40d73e3f3472" providerId="ADAL" clId="{6CF49BD2-3F82-4361-B1A4-04B0DB292ADD}" dt="2025-08-25T02:25:45.896" v="77" actId="14100"/>
          <ac:picMkLst>
            <pc:docMk/>
            <pc:sldMk cId="3405031240" sldId="356"/>
            <ac:picMk id="8" creationId="{00000000-0000-0000-0000-000000000000}"/>
          </ac:picMkLst>
        </pc:picChg>
      </pc:sldChg>
      <pc:sldChg chg="modSp mod">
        <pc:chgData name="YANG Guomin" userId="dccf0981-1625-43db-a7d9-40d73e3f3472" providerId="ADAL" clId="{6CF49BD2-3F82-4361-B1A4-04B0DB292ADD}" dt="2025-08-25T02:17:51.889" v="0" actId="20577"/>
        <pc:sldMkLst>
          <pc:docMk/>
          <pc:sldMk cId="3969832722" sldId="378"/>
        </pc:sldMkLst>
        <pc:spChg chg="mod">
          <ac:chgData name="YANG Guomin" userId="dccf0981-1625-43db-a7d9-40d73e3f3472" providerId="ADAL" clId="{6CF49BD2-3F82-4361-B1A4-04B0DB292ADD}" dt="2025-08-25T02:17:51.889" v="0" actId="20577"/>
          <ac:spMkLst>
            <pc:docMk/>
            <pc:sldMk cId="3969832722" sldId="378"/>
            <ac:spMk id="3" creationId="{00000000-0000-0000-0000-000000000000}"/>
          </ac:spMkLst>
        </pc:spChg>
      </pc:sldChg>
      <pc:sldChg chg="addSp delSp modSp mod modAnim">
        <pc:chgData name="YANG Guomin" userId="dccf0981-1625-43db-a7d9-40d73e3f3472" providerId="ADAL" clId="{6CF49BD2-3F82-4361-B1A4-04B0DB292ADD}" dt="2025-08-25T02:40:15.804" v="118" actId="1076"/>
        <pc:sldMkLst>
          <pc:docMk/>
          <pc:sldMk cId="1498177131" sldId="387"/>
        </pc:sldMkLst>
        <pc:spChg chg="mod">
          <ac:chgData name="YANG Guomin" userId="dccf0981-1625-43db-a7d9-40d73e3f3472" providerId="ADAL" clId="{6CF49BD2-3F82-4361-B1A4-04B0DB292ADD}" dt="2025-08-25T02:37:20.964" v="105" actId="1076"/>
          <ac:spMkLst>
            <pc:docMk/>
            <pc:sldMk cId="1498177131" sldId="387"/>
            <ac:spMk id="17" creationId="{00000000-0000-0000-0000-000000000000}"/>
          </ac:spMkLst>
        </pc:spChg>
        <pc:spChg chg="mod">
          <ac:chgData name="YANG Guomin" userId="dccf0981-1625-43db-a7d9-40d73e3f3472" providerId="ADAL" clId="{6CF49BD2-3F82-4361-B1A4-04B0DB292ADD}" dt="2025-08-25T02:37:50.594" v="109" actId="1076"/>
          <ac:spMkLst>
            <pc:docMk/>
            <pc:sldMk cId="1498177131" sldId="387"/>
            <ac:spMk id="20" creationId="{00000000-0000-0000-0000-000000000000}"/>
          </ac:spMkLst>
        </pc:spChg>
        <pc:spChg chg="mod">
          <ac:chgData name="YANG Guomin" userId="dccf0981-1625-43db-a7d9-40d73e3f3472" providerId="ADAL" clId="{6CF49BD2-3F82-4361-B1A4-04B0DB292ADD}" dt="2025-08-25T02:40:10.002" v="117" actId="1076"/>
          <ac:spMkLst>
            <pc:docMk/>
            <pc:sldMk cId="1498177131" sldId="387"/>
            <ac:spMk id="21" creationId="{00000000-0000-0000-0000-000000000000}"/>
          </ac:spMkLst>
        </pc:spChg>
        <pc:picChg chg="mod">
          <ac:chgData name="YANG Guomin" userId="dccf0981-1625-43db-a7d9-40d73e3f3472" providerId="ADAL" clId="{6CF49BD2-3F82-4361-B1A4-04B0DB292ADD}" dt="2025-08-25T02:38:30.017" v="113" actId="1076"/>
          <ac:picMkLst>
            <pc:docMk/>
            <pc:sldMk cId="1498177131" sldId="387"/>
            <ac:picMk id="6" creationId="{00000000-0000-0000-0000-000000000000}"/>
          </ac:picMkLst>
        </pc:picChg>
        <pc:picChg chg="mod">
          <ac:chgData name="YANG Guomin" userId="dccf0981-1625-43db-a7d9-40d73e3f3472" providerId="ADAL" clId="{6CF49BD2-3F82-4361-B1A4-04B0DB292ADD}" dt="2025-08-25T02:37:37.186" v="108" actId="14100"/>
          <ac:picMkLst>
            <pc:docMk/>
            <pc:sldMk cId="1498177131" sldId="387"/>
            <ac:picMk id="9" creationId="{00000000-0000-0000-0000-000000000000}"/>
          </ac:picMkLst>
        </pc:picChg>
        <pc:picChg chg="mod">
          <ac:chgData name="YANG Guomin" userId="dccf0981-1625-43db-a7d9-40d73e3f3472" providerId="ADAL" clId="{6CF49BD2-3F82-4361-B1A4-04B0DB292ADD}" dt="2025-08-25T02:38:30.617" v="114" actId="1076"/>
          <ac:picMkLst>
            <pc:docMk/>
            <pc:sldMk cId="1498177131" sldId="387"/>
            <ac:picMk id="14" creationId="{00000000-0000-0000-0000-000000000000}"/>
          </ac:picMkLst>
        </pc:picChg>
        <pc:picChg chg="mod">
          <ac:chgData name="YANG Guomin" userId="dccf0981-1625-43db-a7d9-40d73e3f3472" providerId="ADAL" clId="{6CF49BD2-3F82-4361-B1A4-04B0DB292ADD}" dt="2025-08-25T02:34:46.159" v="97" actId="14100"/>
          <ac:picMkLst>
            <pc:docMk/>
            <pc:sldMk cId="1498177131" sldId="387"/>
            <ac:picMk id="15" creationId="{00000000-0000-0000-0000-000000000000}"/>
          </ac:picMkLst>
        </pc:picChg>
        <pc:picChg chg="mod">
          <ac:chgData name="YANG Guomin" userId="dccf0981-1625-43db-a7d9-40d73e3f3472" providerId="ADAL" clId="{6CF49BD2-3F82-4361-B1A4-04B0DB292ADD}" dt="2025-08-25T02:40:15.804" v="118" actId="1076"/>
          <ac:picMkLst>
            <pc:docMk/>
            <pc:sldMk cId="1498177131" sldId="387"/>
            <ac:picMk id="16" creationId="{00000000-0000-0000-0000-000000000000}"/>
          </ac:picMkLst>
        </pc:picChg>
      </pc:sldChg>
      <pc:sldChg chg="modSp mod">
        <pc:chgData name="YANG Guomin" userId="dccf0981-1625-43db-a7d9-40d73e3f3472" providerId="ADAL" clId="{6CF49BD2-3F82-4361-B1A4-04B0DB292ADD}" dt="2025-08-25T02:22:47.342" v="66" actId="20577"/>
        <pc:sldMkLst>
          <pc:docMk/>
          <pc:sldMk cId="2714777653" sldId="393"/>
        </pc:sldMkLst>
        <pc:spChg chg="mod">
          <ac:chgData name="YANG Guomin" userId="dccf0981-1625-43db-a7d9-40d73e3f3472" providerId="ADAL" clId="{6CF49BD2-3F82-4361-B1A4-04B0DB292ADD}" dt="2025-08-25T02:22:47.342" v="66" actId="20577"/>
          <ac:spMkLst>
            <pc:docMk/>
            <pc:sldMk cId="2714777653" sldId="393"/>
            <ac:spMk id="11" creationId="{4AB95948-CD95-398E-918D-8A434606B3E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2E34583-8DB6-4492-B775-F9D32C5261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63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6:40.9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356 222 6965,'8'-12'162,"0"0"0,-5 0 0,-1 1 381,-4-1 1,-6 6 0,-6 2 0,-3 2-144,-1 2 0,2 0 1,-2 2-1,0 2-61,-1 3 1,4 4-1,-3 2 1,1 2-176,3 5 1,6-2 0,4 1-1,3 3 8,1 4 1,1 0-1,3 4 1,4-1-221,2-3 0,6 2 1,-1 0-1,1-3-87,1 0 0,-4-2 0,2 0 0,-2-3 90,-1 0 0,-6-5 0,-2 5 65,-3 1 0,-7-5 1,-4 0-1,-6-4-22,-2-5 1,-3 3-1,-5-7 1,-2 0-365,-2-2 0,4-1 1,-1 0 170,2 0 1,1 0 0,2-1-962,3-3 1,3-2 0,10-6 179,6 0 0,5 1 976,7-1 0,10 0 0,2 1 0</inkml:trace>
  <inkml:trace contextRef="#ctx0" brushRef="#br0" timeOffset="284">637 350 7845,'-5'-12'9,"-2"1"1,-5-1 400,1 0 1,-5 2-1,1 1 1,0 2 171,2 2 1,-2 1 0,-1 4-1,2 2-258,1 1 0,0 5 0,0 8 0,0 3-40,3 3 1,2 7 0,0 1 0,4 1-22,3 0 0,1 0 1,0 3-1,0-2-122,0-1 0,6-7 1,5 0-1,3-2 80,0-5 0,4-4 0,1-5 0,0-4-2131,1-3 1,-1-7 0,4-5 0,1-5 1909,-1-7 0,0 3 0,1-9 0</inkml:trace>
  <inkml:trace contextRef="#ctx0" brushRef="#br0" timeOffset="549">765 327 8610,'0'11'498,"0"1"0,0 0-283,0-1 0,0 6 1,0 3-1,0 3 15,0 4 0,0-1 0,0 4 0,0-1-158,0-3 0,0-2 0,0 0 1,0-2 105,0-3-112,-5-2 1,0-12 0,-3-5-141,4-6 0,3-10 1,1-5-1,0-3 117,0-4 0,5 0 0,1 2 0,2-3-572,0 0 1,4 3 0,3 0-1,0 4-204,-2 2 1,0 5-1,1-4 1,3 2 732,1 3 0,1-4 0,5 0 0</inkml:trace>
  <inkml:trace contextRef="#ctx0" brushRef="#br0" timeOffset="833">975 303 8102,'-11'16'0,"-2"1"473,-3 1 1,3-3 0,-1 4 0,4-1-147,2 0 1,1-3 0,-1 4 0,5-1-122,1 0 1,2-4 0,2 2 0,1-3-256,5-2 1,3-3 0,2-1 0,1-2-258,1-2 0,6-3 1,-3-4-1,2-4-4,-1-3 1,-3-4 0,2-2 0,-1 0 34,-3 0 0,-1-2 1,-2 2-1,-4 0 261,-3 0 1,1 2-1,-1 3 967,-1 0 1,-3 6-466,-4 2 0,-1 9 0,-3 6-408,4 3 0,2 5 1,-1-2-1,-1 1 1,1 2-1124,2-2 0,1 0 1,0-4 284,0 2 1,1-4 0,3-6 757,4-1 0,3-1 0,0-4 0</inkml:trace>
  <inkml:trace contextRef="#ctx0" brushRef="#br0" timeOffset="1365">1256 292 7845,'0'7'252,"0"1"41,0 1 1,-2 2 0,0 0 0,-2 1-21,1 0 0,2 1 1,1 1-194,0 1 1,4 10-1,0-2 1,0 2-1,0 0-14,-1-2 1,5 0 0,-3 0-1,1-4-239,-1-3 0,-1-3 1,-3-3 28,3-2 1,-3-4 0,3-8 134,-3-4 1,-1-8 0,0-4 0,0-5-33,0-2 1,0-4-1,0 2 1,2 2 0,0 0-21,2 1 0,4 7 0,-4-3 0,0 4-147,1 4 0,-3 5 277,6 1 1,-1 7 0,2 2 0,-3 9 16,0 9 0,-1 3 1,-3 1-1,2 2 165,-1 2 1,-2-2 0,-1 2-131,0-3 0,4-5 1,0-3-1,-2 0-245,0 0 0,-1-6 36,3-6 1,-3-12 0,4-5 0,-1-5-63,0-7 0,1-2 0,-1-5 0,3 0 143,-1 0 1,5 2 0,-4 0-1,4 2 1,1 3 261,-1 4 0,1 5 0,0 5 1,-1 3-123,1 4 0,-4 4 1,-2 6-1,1 5 33,-1 8 1,-2 0 0,3 2 0,-2 1-35,-3-1 0,1-1 0,0 2-613,0-2 1,1-3 0,-4-6 0,2 0-1404,1-3 0,0-3 1884,5-5 0,-6-11 0,4-2 0</inkml:trace>
  <inkml:trace contextRef="#ctx0" brushRef="#br0" timeOffset="1733">1699 11 7845,'0'8'514,"0"0"1,0 0-1,0 3 1,0 2-162,0 3 1,2-1 0,0 8 0,3 2-219,2 4 1,-3-2 0,2 4-1,0 3-92,-4 4 1,3-6-1,-1 2 1,-1-4 43,-2-4 1,-1-2-1,0-2-430,0-2 0,0-10 125,0-10 1,1-10 0,2-8 25,1 0 0,1-4 0,-2 2 1,2-2-1,1-1 54,3-1 0,-2 6 0,1 3 0,1 2 209,1 1 1,2 2 0,0 2-30,-1 4 1,1 4-1,-2 4 1,-2 5 483,-4 5 0,-3 6 0,-1 7-224,0 4 0,0 3 0,-1 1 0,-3 0 0,-4 0-294,-2 0 1,-2-5 0,1-4-594,-1-6 1,0-8 0,1-9-175,-1-6 0,5-5 0,3-7 354,3-5 1,1-6 404,0-1 0,5-5 0,2 2 0</inkml:trace>
  <inkml:trace contextRef="#ctx0" brushRef="#br0" timeOffset="2466">1991 93 8041,'0'12'0,"0"1"0,0 1 0,0 3 606,0 1 0,0-2 1,0 3-1,0 3-287,0 4 0,0-1 1,0 3-1,0-1-597,0 1 0,0-5 0,0-5 1,0 0 108,0 1 1,0-9 0,2 0-399,2-3 0,-2-3 0,5-6 0,-1-1 567,1-5 0,-4-3 0,4 0 0,-1-1-593,1 0 1,-3 5 0,2-1 892,0-1 0,1-2 0,-1 1 99,0 2 0,0-2 1,4 2-1,-3-2 1,2-3 8,2-3 1,0 2 0,0-4 0,-2-1-203,-1 1 0,0 4 0,2-3 0,-2 2-39,-4-1 1,-3 0 0,-1 5 0,0-1 87,0 0 0,-1 5 1,-3 0-101,-4 2 0,-2 2 1,-2 7-1,0 5 0,0 6 17,1 4 0,0 4 0,2 5 0,3 4-32,1 6 1,-3-2 0,4 3 0,1-3-149,2-1 0,1 0 0,1-1-392,3-3 0,3-1 0,4-8 0,1-6-402,0-5 0,3-3 0,1-9 0,-2-4 324,-1-7 1,3-6 0,1-9-1,0-5 1,1-1 477,0-2 0,-4-2 0,2 1 0,-3-2 0,-2 1 0,-3-1 0,-1-5 0,-2 3-329,-3 0 0,0 9 1,-2 0-1,0 6 557,0 5 344,0 9 0,0 7 0,0 9 0,0 7 105,0 6 1,0 5-1,0 3 1,1 4-363,3 4 0,-2-2 0,6 7 0,0-2-142,-1-2 0,2-2 1,-4 0-1,0-3-25,0-2 0,-1-5 0,-4-4-545,0-2 1,0-6 233,0-3 1,-5-5 0,-3-1 90,-2-4 0,-2 0 0,-1-2 0,-1 2 1,-2-1 151,2-1 0,1 0 0,1 4 0,1 2 633,-1 2 1,4-2-429,0 6 1,6 0 0,-2 3 0,3 1-189,1 0 0,1-2 0,3-1 0,5-2 0,4-1-309,2 1 0,2-5 0,-2 2 1,0-2-137,-1-2 0,3-4 0,-1-2 0,-1 0-1657,2-3 1,-4-3 2004,3-3 0,-3 2 0,-2-4 0</inkml:trace>
  <inkml:trace contextRef="#ctx0" brushRef="#br0" timeOffset="2587">2540 443 8809,'2'11'867,"0"-2"-867,2-1 0,5-1 0,-2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6:39.5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246 1 9046,'0'8'272,"0"0"1,0 3-1,0 6 1,0 1-1,0 4-398,0 4 1,4 4 0,0 4 0,0-2-425,1-1 0,-4-3 1,3 1 549,-2 0 0,3-2 0,1-3 0</inkml:trace>
  <inkml:trace contextRef="#ctx0" brushRef="#br0" timeOffset="599">24 211 8107,'-6'-5'872,"-1"4"-186,3-3-678,3 2 0,-4 4 0,6 2 0,3 3 26,4 4 0,2 6 0,3 2 1,2 3-1,0 3-94,-1 2 0,5-1 0,-1 4 0,1 0-1,1 0 0,-1-4 0,3 0 1,-1-6 40,-2-4 0,-3-8 0,2-4 0,-1-6-160,-3-6 0,-5-2 0,-1-12 0,0-5-91,-2-6 0,1 1 0,-5-7 0,2 1-178,-1-1 1,0 7-1,-1-3 449,2 1 0,0 6 0,-4-1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8:24.4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3 292 7845,'-3'-3'1025,"3"-1"1,4 0 0,5 1-1,3 0-870,3-1 1,5 0 0,3 0 0,1 1-423,2-1 0,-2 0 1,1-1-1,0 1-131,-1 1 1,-3-1 397,-3 1 0,-3-2 0,2 1 0</inkml:trace>
  <inkml:trace contextRef="#ctx0" brushRef="#br0" timeOffset="481">369 21 7845,'3'-4'1373,"-1"-2"-1253,3 2 0,0 1 1,4 0-1,2 3 276,2 0 0,3 3 1,3 2-1,1 3-141,2 3 0,0 3 1,0 2-35,-1 2 0,-4 4 0,-3 3 0,-3 2 30,-4 0 0,-2 2 0,-8 1 0,-2 0 1,-4-1-49,-4 0 0,-4-5 1,-3 2-1,-1-2-101,-2-2 0,3-3 0,-1-2 0,-1-1-89,1-3 1,2-3 0,2-4 0,3-1-1667,3-3 1,4-2 0,2-3 366,3-4 1,2 0 0,3-5 1285,4-3 0,3 2 0,3-4 0</inkml:trace>
  <inkml:trace contextRef="#ctx0" brushRef="#br0" timeOffset="714">851 41 7845,'-18'7'0,"1"0"906,-2 0 0,3 2 0,-5 3 0,0 1-305,2 3 1,3 0-1,-1 3 1,0 3 19,2 2 0,4 0 0,2 2 1,2-2-384,2-1 1,2-4-1,4 4 1,1-3-343,3-2 0,2-3 1,2-5-1,3 0-1099,3-2 0,1-2 0,2-3 0,3 0-258,0-4 1,-2-3-1,4-5 1461,1-2 0,6-5 0,-2-1 0</inkml:trace>
  <inkml:trace contextRef="#ctx0" brushRef="#br0" timeOffset="998">1007 170 8509,'-9'8'801,"-2"4"1,1-2-1,-5 7 1,0 3-278,1 0 1,3 2-1,1 0 1,4 1 195,1-1 0,2-4 0,4-3 0,2-3-581,4-3 0,1-5 0,5-2 1,2-4-343,1-2 1,0-6-1,2-4 1,-1-3 149,0-3 0,-2-3 0,0-1 1,-3-1-691,-3 0 1,-3 5 0,-3-2 412,0 0 0,-3 1 0,-6 3 0,-2 3 0,-4 2 294,-3 2 1,0 3 0,-2-1 0,0 4-450,2 3 0,3 1 0,1 1 1,2 0-31,0 0 1,6 3 0,3 2 514,3 1 0,3 0 0,1 1 0</inkml:trace>
  <inkml:trace contextRef="#ctx0" brushRef="#br0" timeOffset="1196">1217 21 8276,'0'13'0,"0"-1"770,0-1 1,0 1 0,0 2 0,0 1-298,0 1 1,-3-3 0,1 5-1,0 1-211,-1 1 0,1 0 0,-1 0 0,-1 1-26,0 2 0,3-4 0,-2 1 1,0-1-760,1-2 0,-1-1 0,2-5 0,-2-2-1934,2-1 0,-1-5 187,0-3 2270,-2-3 0,-3-10 0,1-1 0</inkml:trace>
  <inkml:trace contextRef="#ctx0" brushRef="#br0" timeOffset="1481">1169 129 7845,'7'-13'0,"-2"-1"0,0-1 0,2 1 276,1 1 0,4 2 1,-1-1-1,3 3 494,2 2 0,-1 1 0,2 1 1,0 3-389,-2 1 1,-4 4 0,-2 2 0,-2 2-81,-3 2 0,2 1 1,-4 5-1,-1 0-28,-3 3 1,-2 0 0,-3-1-285,-2 0 1,-1 1 0,-3-2 0,0 0 0,-1-1 8,0-2 1,-1-2 0,0 1 0,-1-3 118,1-2 0,3-1 0,1-1 0,1-1 736,2-1 1,4-1-570,4-2 0,7 0 1,6 1-341,2 1 0,6 2 1,0 2-1,2 0 0,1 1-965,0 1 0,-2-1 0,2 0-180,-3 0 0,-2-1 1,-6 1 1199,1 0 0,-4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48:52.7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151 222 7845,'0'-12'593,"0"0"0,-4 0-151,-2 3 0,-2 4 0,-1 3 0,0 1-30,0 1 0,0 3 1,-2 4-1,-2 4-154,-1 4 0,2 6 1,-1 2-1,0 3 81,2 0 1,5 3 0,3 2-1,2 5-338,1 0 1,5 5 0,4 1 0,6 4-540,4 0 0,1-8 0,4 0 0,1-6-457,4-5 0,-4-8 1,3-5-1,-2-6 995,-1-5 0,-4-10 0,0-3 0</inkml:trace>
  <inkml:trace contextRef="#ctx0" brushRef="#br0" timeOffset="600">434 337 7845,'0'-6'-1838,"0"0"1838,0 4 0,0-2 0,0 4 0</inkml:trace>
  <inkml:trace contextRef="#ctx0" brushRef="#br0" timeOffset="949">469 257 8287,'-9'0'432,"0"0"0,0 0 1,1 0-22,-1 0 0,3 0 0,0 0 89,-1 0 0,0 1 1,0 1-346,1 1 0,4 4 0,0-1-89,1 2 1,1 1 0,1 2-1,1 2 142,4 1 1,2-3 0,1 3-373,0-1 1,3 2 0,1-2 0,0-1 0,2 2 30,-1 0 1,0-2 0,-5 1 0,2 0 215,0-2 1,-6 0-1,3 0 1,-2 0 222,-1 0 1,-3 2 0,0 0-87,-1 0 1,-4-2 0,0 2 0,-2-1-1,-2 1-12,-1 0 1,-4-1 0,0 2 0,1-1-343,-2-2 0,2-2 0,-3-1 1,0-1-1182,1-1 0,1-4 0,-2 1-76,1-2 1,-1-6 0,2-4 1390,1-5 0,-3-10 0,1-4 0</inkml:trace>
  <inkml:trace contextRef="#ctx0" brushRef="#br0" timeOffset="1115">381 301 7845,'4'-9'0,"0"1"679,0-1 1,-2 3-1,4 1 1,1 0 103,1 0 1,-1 2 0,1-2 0,2 1-957,3 2 1,0 1-1,3 1 1,1 0-759,2 0 0,-2 0 1,4 0-1,1 0-74,2 0 0,-3 1 0,0 1 1005,-2 1 0,-2 0 0,1-3 0</inkml:trace>
  <inkml:trace contextRef="#ctx0" brushRef="#br0" timeOffset="1349">690 257 7627,'-10'15'349,"-2"-1"1,3-2 0,-3 2 0,2-1 104,1-2 0,3 1 0,1 1 1,1 0 36,2 0 0,2 1 1,0-1-1,3 0-445,3 0 0,6-1 0,2-4 1,2 0-265,1-2 0,-1-2 1,6-5-1,-2-2 5,1-3 0,0-6 1,-5-1-1,0-2 73,-1 0 0,-7 0 0,-1-2 0,-2 0 139,-3 2 1,-5 0 0,-3 3 0,-1 1 147,-2 1 0,0 1 1,-1 1-1,0-1-565,1 0 0,-1 3 1,4 1-2215,-2 1 2632,-1 1 0,4 7 0,1 1 0</inkml:trace>
  <inkml:trace contextRef="#ctx0" brushRef="#br0" timeOffset="1649">1026 62 8915,'-13'18'404,"-1"0"0,-3-1 0,-1 1 0,3 0 1,2 0 247,4-1 1,3-2-1,0-1 1,3-1-467,2-3 1,2-3 0,2-2-101,3-1 0,3-1 1,2-4-1,1-2 1,1-4-479,0-4 1,2 1-1,-3-5 177,-2-1 1,-1-1 0,-2 0 0,-2 0 0,-1 1 15,-2 2 0,-1 2 0,-1-2-9,0 1 0,-1 1 64,-2 4 1,1 3 0,-3 3-631,1 4 1,1 3 0,3 3 773,0 1 0,0 4 0,0 1 0</inkml:trace>
  <inkml:trace contextRef="#ctx0" brushRef="#br0" timeOffset="1848">1274 1 7845,'-10'13'642,"-1"0"1,-2-1 142,0 0 0,1 3 1,-2 0-1,0 3-132,1 2 1,-2 1 0,-3 5 0,0 2-101,1 3 1,-1 1 0,0 2-1,1 1-568,-1 0 1,4-4 0,2 4-25,3-1 1,-2 3 0,1 0 0,3-3 0,2 1-1563,3-2 1,3-9-1,4 0 1,5-8-61,3-7 1,2-6 1660,6 0 0,-2-10 0,2-3 0</inkml:trace>
  <inkml:trace contextRef="#ctx0" brushRef="#br0" timeOffset="2082">1221 478 7845,'-13'13'839,"2"1"0,-3 3 0,1 1-125,-1 0 0,3-3 0,0 1 0,4 1-315,4-1 1,2-8-1,2 0 1,3-3-545,5-3 1,1-1 0,5-2 18,1-2 0,0-6 0,2-5 0,-1-3 0,-2-1-84,0 1 0,-4-2 0,0 0 1,-4 1-97,-4 1 0,-2 4 1,-1-1-1,-1 2 131,-2 1 1,-2 1 0,-5 1-1,-2 1-299,-3 2 0,-1 1 1,-1 3-1,0-1-484,-1 1 0,6 1 958,-6 1 0,6 0 0,-1 0 0</inkml:trace>
  <inkml:trace contextRef="#ctx0" brushRef="#br0" timeOffset="2749">1813 124 7845,'-10'-9'83,"0"2"1,-2 0 284,1 1 0,0 4 0,-1-1 0,-2 2 33,-3 1 1,2 4 0,1 3 0,-2 5-110,-1 5 1,-1 3-1,2 5 1,1 3-90,3-1 1,3 5 0,2-1-159,2 1 0,3 1 0,0-3 0,4-3 0,3-2-774,3-5 0,5-2 0,2-4 327,2-5 0,3-1 0,2-5 0,-1-3 1,2-4-829,0-5 1,-4-7 1229,2-2 0,-2-3 0,-2-6 0</inkml:trace>
  <inkml:trace contextRef="#ctx0" brushRef="#br0" timeOffset="3115">1964 18 8421,'-9'6'187,"0"0"0,3 0 0,1 3 0,1 1 4,2 1 1,0 7 0,0 6 0,-1 3 186,1 6 0,1-3 1,1 7-1,0 1-228,0-2 0,0 0 0,0-2 0,0-5-81,0-5 0,0-5 0,1-5-195,2-2 0,2-6 1,4-4-135,0-4 0,-1-6 0,-1-5 0,-1-1-123,0-5 1,2 0-1,1-4 1,1-2 198,2 0 1,-2 1 0,0 1-1,-2 3 307,-2 3 1,-1 3 14,1 5 1,-2 13-1,-4 8 18,0 9 1,-3 4 0,-1 3 0,0 0-1,-1 3-187,0 0 1,3-5 0,-1-1-379,2-2 0,2 0 0,2-6 0,4-4 0,3-5-184,2-5 1,4-4-1,-2-5 593,3-6 0,1-7 0,-1-4 0</inkml:trace>
  <inkml:trace contextRef="#ctx0" brushRef="#br0" timeOffset="3381">2229 257 7845,'-9'-8'-159,"0"2"0,0 3 181,1 2 1,1 1 0,-1 1-1,-1 2 751,2 3 0,-2 3 0,4 2 1,-1 2-513,1 0 0,3 2 0,-1 3 1,2-2-254,1-1 1,0 1 0,1-4-1,2-1-196,3-2 1,4-3 0,2-1-1,0-1-1,1-2 1,-3-3-1,4-4 1,-1-4-327,-2-1 1,-1-3 0,-2-2 393,1-2 0,-1 3 1,-1 0-1,-2 1 679,-1 2 1,0 1-363,-1 2 0,-3 4 1,1 4-1,-3 5-398,0 2 1,-2 5 0,1 1 0,1 1-380,1 1 0,-2-1 0,0 0 1,1 0 580,1-1 0,1-2 0,0 2 0</inkml:trace>
  <inkml:trace contextRef="#ctx0" brushRef="#br0" timeOffset="3715">2397 266 7845,'-4'5'678,"3"3"1,-2-2-1,2 4-362,1 2 0,0 3 0,0-2 0,0 0-125,0 3 1,0 1 0,1 0 0,1 1 29,1 0 0,0-3 0,-2-3 0,1-1-317,1-3 0,1-2-185,-1 0 1,1-7-1,3-8 1,-3-5 110,0-2 0,2-6 0,-2-1 1,1 0 40,2-1 0,-2 5 0,1-2 0,1 2 84,1 2 0,-3 6 1,0 2 335,-1 1 0,-1 5 1,-3 3-1,0 6-264,0 5 1,0 3 0,0 4 0,0 3-377,0 2 1,0 0-1,0 0 233,0-2 0,0 3 1,0-4-1,0-1 1,0-2-554,0-2 1,4-9 668,2 0 0,6 0 0,2-1 0</inkml:trace>
  <inkml:trace contextRef="#ctx0" brushRef="#br0" timeOffset="3947">2760 186 7323,'-9'0'-685,"0"0"0,-1 0 1081,-2 0 1,2 1 0,-1 2-1,0 3 886,-1 2 1,2 2 0,-2 1 0,3 1-922,0 2 0,0 2 0,1 3 0,2 3-168,3 1 1,2 0 0,1 3-1,0-1-314,0 2 0,0-5 0,0 3 1,1-2-554,2-4 0,2-3 1,4-3-1,0-3 23,0-5 0,0-3 0,2-4 0,1-4 651,-1-6 0,3-8 0,-1-2 0</inkml:trace>
  <inkml:trace contextRef="#ctx0" brushRef="#br0" timeOffset="4197">2830 363 7845,'9'0'661,"0"0"1,0-1-1,-1-2 1,-1-3-349,-1-2 1,-1 0 0,3-2 0,-1-2-274,-1-3 0,-4 1 0,1 1 0,-2-1 48,-1 0 0,-1 3 0,-2 1 0,-4 3-233,-4 4 1,-2 2 0,-5 2-1,0 2 79,1 3 0,2 5 1,0 5-1,0 3 283,2 1 0,0 2 0,5-1 0,2 2-19,3 3 0,2-3 0,2 0 0,2 0-113,3-1 1,6-2 0,2 0 0,4-6-980,3-5 0,-1-4 0,6-5 894,1 0 0,6-12 0,-2-3 0</inkml:trace>
  <inkml:trace contextRef="#ctx0" brushRef="#br0" timeOffset="4898">3441 292 7845,'0'-6'0,"0"1"0,0-2 153,0-1 0,-3 2 1,-1 1-1,-1 1 241,-2 2 1,-1-2-1,-1 1 1,0 1-85,1 1 0,-2 6 1,-2 3-1,-2 4-107,0 2 0,2 1 0,3 5 1,1 2-141,2 0 1,-1-1 0,4 0-1,1-1 8,1-3 1,5-2-1,2-1 1,3-2 0,3-2 1,-1-5 0,3-3 0,2-4-417,1-4 0,-4-6 0,-1-3 0,-2-2 16,-1-4 1,-1 1 0,-1-3 0,-2-2 237,-2 0 0,-1 1 0,-4 2 126,-4 0 1,-5 2 0,-1 6 0,1 3 0,0 3-159,0 2 0,4 4 1,-2-1-428,1 2 1,4 5 0,1 2 120,2 2 0,5 1 1,3-2-1,3 0 428,2-1 0,3-4 0,1 1 0,4-2 0,2-5 0,5-1 0</inkml:trace>
  <inkml:trace contextRef="#ctx0" brushRef="#br0" timeOffset="5230">3688 45 7741,'1'-9'0,"1"0"473,1 0-97,0 4 1,-7 2 0,-1 7-1,-1 4 1,0 5 0,0 4 138,-2 4 0,-1 5 0,0 3 0,0 5-311,0 3 1,0 4 0,2 4-1,0 3-190,1 1 0,4-5 0,-2 5 1,1-5-223,0-2 1,0-8 0,3-1 0,0-4-378,0-6 0,0-11 0,0-5-440,0-5 0,0-8 0,-1-8 1,-2-4 1024,-3-3 0,-2-1 0,0-5 0,-2 0 0,-2-3 0,2 6 0,-2-1 0,3 5 0,0-1 0,0 5 0,0 1 0,1 1 316,2 4 1,2 0 0,4 1 0,1 1 189,2 2 1,3-2 0,6 3 0,4 0-244,3-1 1,1 3-1,3-2 1,-1 0-181,1 0 1,0 2 0,4-3 0,-1 0-515,1 1 0,-4 1 1,-4 4 430,-3 0 0,1 4 0,-4 1 0</inkml:trace>
  <inkml:trace contextRef="#ctx0" brushRef="#br0" timeOffset="5748">2733 832 8838,'-3'10'0,"0"2"162,1 6 1,0 5 0,0 5 0,-1 4-73,1 2 0,-2 2 1,1 6-1,-1-4-19,0-2 0,-2-6 0,3-4 0,0-2-236,-1-5 0,3-7-78,-2 0 0,2-7 0,1-5 1,1-6 82,2-5 0,-1-2 1,4-6 56,1-2 0,3 2 0,3-5 0,0 2 48,0 2 1,2 0 0,-3 8-1,1 2 132,0 0 0,3 5 0,-4 4 0,-1 6 221,-5 7 1,-4 3 0,-2 3 0,-1 1 57,-2 1 1,-5-1 0,-5 2-1,0-3-174,-3 0 1,-1-3 0,0-1 0,-1 1-239,0-1 1,2-1-1,0-5 1,2-3-2542,1-2 2006,1-2 0,8-2 0,2-2 591,4-2 0,2-7 0,5-2 0</inkml:trace>
  <inkml:trace contextRef="#ctx0" brushRef="#br0" timeOffset="5895">2910 1044 7845,'1'9'49,"1"0"1,1 0 0,-1 0 0,-1 3 153,-1 3 1,0 0 0,0 1-1,0 3-98,0 0 0,-1 2 1,-1-1-1,-1-2-1116,1-3 1,1-7 1010,1 1 0,0-10 0,0 0 0</inkml:trace>
  <inkml:trace contextRef="#ctx0" brushRef="#br0" timeOffset="6030">2998 850 7845,'0'-9'27,"0"3"0,-1 0-383,-2-1 156,2 3 0,-1 0-485,4 4 685,-1 0 0,7 4 0,-3 1 0</inkml:trace>
  <inkml:trace contextRef="#ctx0" brushRef="#br0" timeOffset="6196">3113 867 7489,'0'12'0,"0"1"-50,0 1 0,0-3 1,0 3-1,0 1 454,0 2 0,0-4 0,0 8 0,0 3-304,0 3 0,0 1 1,0 1-1,0 0-270,0 0 0,0 0 0,0 0 0,0-2 49,0-5 0,0-7 1,0 2-1,-1-4-1057,-2-2 1178,-1-5 0,-5-2 0,0-4 0</inkml:trace>
  <inkml:trace contextRef="#ctx0" brushRef="#br0" timeOffset="6313">3051 1133 7185,'1'-9'0,"1"0"-141,1 0 0,1 0 0,-2 0 0,2 0 153,1 1 1,2 2-1,4 1 1,1 0-341,-2 0 0,3 0 328,-1-1 0,4-6 0,-3 3 0</inkml:trace>
  <inkml:trace contextRef="#ctx0" brushRef="#br0" timeOffset="6547">3317 947 7845,'-3'14'0,"-1"-2"84,-1 1 1,2-3-1,-2 3 1,1 0 176,2 1 0,1 0 0,1 0 0,0 0-130,0-1 1,0 0-1,0 3 1,1 0-103,2 0 1,-2 0 0,2 2-1,-2-1-145,-1 1 1,0-3-1,0-2 1,-1 0-61,-2-2 0,-2-1 1,-4-2-1,1-2-36,-1-3 0,-3-2 1,0-1-1,1-1-155,1-2 1,5-2 0,0-4 0,1 0 366,2 0 0,1 0 0,1-3 0,0-2 0</inkml:trace>
  <inkml:trace contextRef="#ctx0" brushRef="#br0" timeOffset="7313">3697 1009 7845,'0'-6'9,"-1"0"162,-2-1 1,-2 2 0,-5 0 141,-1 1 1,1 1-1,-2 3 1,2 1-17,1 2 1,0 3 0,1 5-183,-1 1 0,4 3 0,1-3 0,1 2 0,0 2-162,1 0 1,1-2 0,2-2 0,2-2-261,3-1 0,2-1 0,1-3 1,0-2 35,3-2 1,-2-1 0,2-1-1,-2-2 96,-1-2 1,-1-3-1,1-1 1,0 0 67,0 0 0,-3 3 386,0 0 0,-4 2 172,1 2 0,-2 3 0,-1 11-181,0 3 1,-4 6 0,-3 2 0,-3 4-1,-3 2 16,-1 4 1,3-2 0,-4 1 0,-1-2-237,-1-1 1,0-6-1,0-3 1,1-5-311,2-3 0,3-6 1,-1-4-1,2-4-383,1-4 1,4-6-1,2-2 1,3-4-183,0-3 0,0 3 0,3-3 825,3 2 0,6-2 0,2-2 0</inkml:trace>
  <inkml:trace contextRef="#ctx0" brushRef="#br0" timeOffset="7596">3741 1150 7845,'14'0'0,"0"0"144,-2 0 1,-5 0 0,4 0 0,0 0 0,-1 0 0,0-1 266,-1-2 0,-4-2 1,1-4-1,1-2-343,1-1 0,-3-4 0,-2 2 0,-2-3-111,-1-1 1,-1 1 0,-2 3 0,-3 2 51,-2 2 0,-2 2 0,0 2 0,-3 3 102,-1 2 1,2 2-1,-1 2 1,0 3 83,2 2 0,1 5 1,1 2-1,0 2-51,1 4 0,3-1 0,1 2 1,1 1-175,0-1 0,0-1 0,4 2 0,2-2-282,3-1 1,2-2 0,1-4 0,3-3-485,3-4 0,2-3 0,0-5 0,2-4 213,2-7 0,-2-4 1,3-10 582,-3-5 0,4-6 0,-4-3 0</inkml:trace>
  <inkml:trace contextRef="#ctx0" brushRef="#br0" timeOffset="7745">3989 894 7845,'-1'-5'802,"-2"2"1,1 3 0,-3 3-521,1 3 1,1 6 0,3 3 0,0 5-239,0 3 1,0 4 0,0 3 0,0 3-109,0 4 0,0-3 0,0 0 0,0-2-541,0-4 1,0-4 0,0-5-1,0-3-662,0-4 1,-1-3 1266,-2-4 0,-2-5 0,-3-4 0</inkml:trace>
  <inkml:trace contextRef="#ctx0" brushRef="#br0" timeOffset="8064">3918 1177 7845,'0'-9'156,"0"0"0,0 0 0,0 0 0,0 1 105,0-1 0,1 0 0,2 0 0,3 0-313,2 0 1,1 0-1,0 0 1,0-2-261,3-1 1,-1-1 0,3 2 0,-1 0 55,1 0 1,-2 0-1,2 0 1,-1-1 5,-3 2 1,0-3 0,-1 1 0,0 0 249,0 0 0,-3 1 0,-1-3 0,-1 1-4,1 2 0,-2 3 0,2 1 515,-1 1-109,-1 4 1,-3 2 0,0 7 0,-1 3 83,-2 5 0,2-1 1,-2 1-1,2 1-172,1 4 1,-3 0 0,0 3 0,1 2-305,1 0 1,1 0 0,0 0 0,-1 1 19,-2 2 1,3-3 0,-3 4 0,1-4-881,-1-1 1,2-8 0,-2 1-1,1-3-1062,-1-3 1912,2-5 0,-11 2 0,2-4 0</inkml:trace>
  <inkml:trace contextRef="#ctx0" brushRef="#br0" timeOffset="8207">4060 1133 7845,'0'-9'11,"3"0"0,0 0 0,-1 0 32,-1 0 0,1 0 0,2 1 0,1-1 225,2 0 0,1 0 0,1 0 0,0 0-647,0 1 1,-1 2 0,1 1 0,0 1-40,0 2 0,-3-2 0,0 1 418,1 1 0,0-3 0,2 0 0</inkml:trace>
  <inkml:trace contextRef="#ctx0" brushRef="#br0" timeOffset="8345">4237 991 7845,'0'9'0,"0"0"0,0 0 301,0-1 1,0 1 0,0 0 0,-1 1-64,-2 2 1,2-1 0,-2 2 0,2 0-457,1-2 0,0 0 0,0-1-652,0 2 1,0-3-1,0-5 870,0-3 0,0-3 0,0-7 0</inkml:trace>
  <inkml:trace contextRef="#ctx0" brushRef="#br0" timeOffset="8479">4263 920 8607,'-9'-4'606,"3"3"-585,0-2 0,4 1-2242,0 0 1067,1 1 1154,1-3 0,3 8 0,2 0 0</inkml:trace>
  <inkml:trace contextRef="#ctx0" brushRef="#br0" timeOffset="9262">4316 903 8038,'-5'8'526,"0"0"1,3-1-57,-1-1 0,0-3 0,3 3-154,0 1 1,0 1 0,0 1 0,0-1-94,0 1 1,0 0 0,0 1 0,0 1-139,0 0 1,0 5-1,0-1 1,0 2-57,0 0 0,0 0 0,0-1 0,0-2-146,0-2 1,0-3-1,0-3-120,0 1 0,0-4 0,0-4 37,0-7 1,0-5-1,1-5-100,2-3 0,1-1 1,3-2-1,-1 1 1,1 2 188,1 1 1,1 1 0,-1 2 0,-2 2 285,0 0 0,-3 8 0,2 0 1,0 3 159,0 1 1,-3 5-226,1 7 0,-2 1 1,-1 5-1,0 0 1,0 2-335,0 1 0,0 0 0,0-1 0,0 0-374,0-2 0,0-2 0,1-3 1,2-1 119,3-4 0,2-3 0,0-3 0,2-3 478,2-5 0,-1-4 0,3-8 0,-2-3 0,3 0 0,-3-1 0,-1 3 0,-2 0-25,-4 2 1,2 3 661,-4 2 0,-7 6 1,-4 7-1,-3 4 250,-2 4 0,2 5 0,-3 1-458,2 2 0,-1 0 1,2 2-1,-1-2 0,1 2 40,2 1 1,3 0 0,1-2 0,1 0-390,2 1 1,1-3 0,2-2 0,2-2-54,3-3 0,5-2 0,1-4 0,2 0-830,2 0 1,-2-7 0,0-3-1,1-2 27,-1-4 1,0 0 0,-5 0 0,1 3 519,-2 0 0,-4 4 498,2 3 0,-4 5 1,1 1-1,-3 6-35,-3 5 1,1 7-1,-4 4 1,-1 3 322,-1 1 1,-1 0 0,1 4 0,-1 0-298,0-2 1,-1-4-1,-1 3 1,-1 0-354,2-3 0,0-6 0,1-1 1,0-3-165,0-4 0,0-4 144,1-3 1,3-3 0,2-3-1,2-3 3,1-2 1,1-1-1,2-2 1,3-1 173,1 1 0,5 1 1,1 2 71,1-1 1,-2 1 0,1 1 0,1 1 0,0-1-39,2-1 0,-4 2 0,0 2 1,-2-1-393,-1 0 1,0 2-532,-1-3 0,-2 4-1459,0-1 2311,-4 2 0,2-3 0,-4-1 0</inkml:trace>
  <inkml:trace contextRef="#ctx0" brushRef="#br0" timeOffset="9845">4926 965 7845,'1'-6'66,"1"0"317,1-1 0,0 2 0,-3-1-92,0-1 1,0 2-1,-1 0 1,-2 0-99,-3 0 1,1 4 0,0-2 0,-2 2 23,-1 1 0,2 0 1,0 1-148,-1 2 1,-1 1 0,0 6 0,2 2 0,0 4 68,-1 3 0,2 2 1,0 5-68,1 1 0,1 5 0,2-2 0,-1 1 0,-1-2-336,1-3 1,1-1-1,1-5 1,0-4-3930,0-3 3784,0-7 1,-4-5 0,-2-5 0,-1-2 408,-2-4 0,-1 1 0,-1-5 0,-1 0 0,1 0 0,-1 1 0,1-3 0,1 2 291,0 1 0,6 2 1,-4 2 1232,4 0 1,1 3-1051,3 0 0,1 4 1,3-1-1,3 1-323,4-1 0,5 2 1,-2-3-1,0 0 5,1-1 1,0 0 0,3-1-543,-1-1 1,0 2-1,-1 0 1,-3 0-1,1 0-1013,0-2 1,-5 2 0,2-1 1398,-1 0 0,1 2 0,-2-8 0,0 2 0</inkml:trace>
  <inkml:trace contextRef="#ctx0" brushRef="#br0" timeOffset="10027">4962 947 8809,'-4'5'790,"3"0"1,-2-2-558,2 2 1,1 0 0,0 1-1,0 1-178,0 1 1,0 1-1,0 1 1,0 1-316,0 0 0,0 2 1,0-2-1,0 1-643,0-1 1,1-2 0,2-1 460,3-2 1,-1-2 441,1-4 0,-1 0 0,4 0 0</inkml:trace>
  <inkml:trace contextRef="#ctx0" brushRef="#br0" timeOffset="10151">5015 1026 7845,'5'1'509,"-2"2"1,-2 2-1,-1 4-259,0 0 0,0-3 1,0 0-571,0 1 0,-1 0 0,-1-1 1,-1 0-1365,1 1 1684,1-3 0,1 0 0,0-4 0</inkml:trace>
  <inkml:trace contextRef="#ctx0" brushRef="#br0" timeOffset="10277">5077 938 7716,'-6'0'-657,"0"0"1,3 0 656,-3 0 0,4 0 0,-2-4 0,4-1 0</inkml:trace>
  <inkml:trace contextRef="#ctx0" brushRef="#br0" timeOffset="10444">5121 947 8361,'0'12'0,"0"0"368,0 2 1,0-2-1,0 3 1,0 0-87,0 2 0,0 1 0,-1-1 0,-1 2-104,-1 2 0,-1-3 0,2 3 0,-1-2-397,1-2 0,0 1 0,0-1-1094,-1-2 1,0-6 740,3-3 1,0-9-1,-1-3 1,-1-6 571,0-5 0,-1-1 0,-1-7 0,-1-3 0</inkml:trace>
  <inkml:trace contextRef="#ctx0" brushRef="#br0" timeOffset="10633">5103 973 7123,'1'-13'82,"2"1"1,-1-1-1,3 1 1,0 1 306,0 2 1,0 0 0,2 0 0,-1 1 87,0 2 1,-1 1 0,1 3-62,1-1 1,-2 0 0,0 4-1,-1 2-215,-2 3 0,-1 2 1,-1 1-1,-1 1-302,-2 2 1,1-2 0,-4 4-1,-1 0-328,-1 0 0,-1-3 1,1 2-1,-1-1-417,0-1 0,1-6 0,1 4-1331,1-2 2177,0-3 0,-2 4 0,-1-3 0</inkml:trace>
  <inkml:trace contextRef="#ctx0" brushRef="#br0" timeOffset="11346">5192 982 7845,'0'6'785,"0"0"0,1-4-563,2 1 0,2-2 0,3-1 0,1-1-98,0-2 0,-3-1 1,0-3-1,1 1 25,1-1 0,-2-1 0,-2-3 1,1-1-277,0 1 0,-3 1 0,1 1 0,-2 1-47,-1-1 0,0 0 1,-1 1 296,-2 2 0,1 2 0,-4 4 30,-1 0 0,1 1 1,-1 3-1,1 4 0,0 4 119,1 2 0,-2 1 1,3 5-1,0 1-50,0-2 1,1 3 0,3-2-425,0 0 0,0 1 0,0-4 0,1-3 0,1-3-153,1-2 0,4-4 1,-1-3-1,3-4-386,3-4 1,-1-7-1,2-4 1,1-4 740,0-5 0,-3 5 0,0-6 0,-1 3 0,-1 1 0,-1 0 0,-1 5 0,-2-1-95,-1 2 0,-1 5 0,-3 1 115,0 1 1,-4 2 1134,-2 2 953,2 2-1794,0 4 0,4 1 0,0 2 0,0 4 0,0 4-167,0 4 0,3 1 0,0 3 1,0 2 5,1 2 1,-3 0-1,2 0 1,-1 2 40,1 0 1,-2 1 0,1-2-218,-1-4 0,-1-2 1,0-2-264,0-2 0,-1-7-39,-1-1 0,-3-5 0,-4-3 0,0-2-10,0-1 0,3 0 1,0-2-1,-1 3 64,0 0 1,1 0 584,0 1-83,0 2 0,1-2 0,2 6 150,2 3 1,1 2 0,0 0-345,0 1 1,0 0 0,1 0 0,2 0-989,3 0 1,-2-3-1,0-2 402,0 0 1,1-1-1,3-3 549,1 0 0,0-4 0,0-1 0</inkml:trace>
  <inkml:trace contextRef="#ctx0" brushRef="#br0" timeOffset="11510">5404 1044 7845,'-5'1'2587,"1"1"324,0 1-3951,3 0-2697,-3-3 2792,4 0 945,0 0 0,4 0 0,1 0 0</inkml:trace>
  <inkml:trace contextRef="#ctx0" brushRef="#br0" timeOffset="11762">5492 956 8137,'-5'0'1857,"-1"0"0,4-4-856,-1-2 1,3 1-750,3-1 1,2 1 0,2-2-40,-1 1 1,2 3-1,-2-2 70,2 2 0,-2 0 1,0 3 72,1 0 0,0 0-198,2 0 0,-3 4 1,-1 2-1,-1 5 90,-2 4 1,-1 3-1,-1 1-191,0 2 1,0 6 0,0 1 0,0 2-1,-1 5-180,-2 2 0,-2-3 1,-4 0-1,0-2-560,1 0 1,-2-8 0,-2 0-1,-3-4-945,-1-3 1,-6 0 0,-1-2 1627,1-3 0,-8-3 0,3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0:37.7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168 0 11010,'0'9'498,"0"4"0,0 3 1,0 4-273,0 7 0,1 3 0,1 7 0,1 1-398,-1 3 1,0-1 0,0 1 0,1-3-489,-1-4 1,-1-6 0,-1-8 0,0-5-2595,0-3 3254,0-2 0,-4-5 0,-1-1 0</inkml:trace>
  <inkml:trace contextRef="#ctx0" brushRef="#br0" timeOffset="433">0 372 8994,'0'-4'541,"0"4"1,3 4-1,1 5 1,1 0-341,2 3 0,1-1 0,0 4 0,2 0-37,2 2 0,-1 2 0,3 0 0,-1 2-5,1-1 1,-2-4 0,2-3-167,-2 0 1,3-2 0,-3-4 0,-1-2 0,-1-2-106,-2-4 0,1-4 1,0-7-36,0-3 0,-1-4 0,-1-4 0,-1-1 1,1-1-497,0 0 0,2 2 0,-1-1 0,-1 2-1001,-1 1 1644,0 6 0,3-6 0,-1 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0:45.2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89 8385,'-4'-5'285,"3"2"1,-2 6 31,2 3 1,1 2 0,0 2 0,1 2-186,2 6 1,-2 2-1,3 5 1,-1 4-20,0 1 0,0 0 1,-3 0-201,0-2 1,0-1-1,0-6 1,0-3-1,0-2-186,0-4 73,-4-6 0,2-3 0,-3-7 0,1-5 161,2-5 1,1-6-1,1-4 1,0-2 0,1-3 200,2 0 1,-1-2-1,4 4 1,1-1-303,1 3 1,2 3 0,0 0-1,3 3-100,1 2 0,1 5 1,2 1-1,2 3-418,2 3 1,-6 3 0,3-1 657,-1 2 0,-1 9 0,2 1 0</inkml:trace>
  <inkml:trace contextRef="#ctx0" brushRef="#br0" timeOffset="284">257 107 7845,'-4'5'0,"-2"-3"0,-2 2 270,-1-1 1,-1 4 0,-1-2 0,0 1-1,0 0 1,1 2 215,1 3 0,3-2 0,1 4 0,1-1-196,3 0 0,0 1 1,2-2-256,1 4 0,4-6 0,5-3 0,2-3-324,1 0 1,-3-2 0,3 1-1,0-3 55,0-2 0,-3-4 0,0 1 1,-1-2 5,-1-1 0,0 0 1,0 1 176,0-1 1,-4 1-1,0 1-76,-1 1 0,-1 3 118,-3-3-1252,0 4 450,0-2 0,4 8 811,2 2 0,-2-2 0,4 0 0,-3-4 0</inkml:trace>
  <inkml:trace contextRef="#ctx0" brushRef="#br0" timeOffset="618">434 124 10255,'0'9'301,"1"1"0,0 1 1,2 2-164,-1 0 0,-1 3 1,-1 4-1,1 0-70,2 0 1,-2 0 0,2-2 0,-2 1-139,-1-2 1,1-6-352,2 1 0,-1-8 1,3-7-1,0-8 123,0-4 0,-2-8 1,2-2-1,0-5 121,0-1 0,0 2 0,3 1 0,-1 3 57,-1 4 1,-1 6 0,2 2 0,-1 3 440,1 5 0,-2 3 1,-1 3-1,1 3-10,0 5 1,-2 2 0,2 5-1,-1 1-184,-2 2 0,2-2 0,0 4-260,1 1 0,-3-4 0,2 0 0,-1-2 0,1-1-321,1-2 1,-3 0 0,4-5-2035,1-2 2488,1-6 0,1-9 0,0-5 0</inkml:trace>
  <inkml:trace contextRef="#ctx0" brushRef="#br0" timeOffset="900">717 0 7945,'4'9'496,"-1"0"1,-1 0-248,1 0 1,-1 1-1,3 1 1,-1 4-13,-2 2 0,2-2 0,-1-2 0,0 1-83,1 0 1,-3-3 0,2 1-202,-2-3 0,-2 0 47,-2 0 1,-3-4-1,-5-1 1,-1-1-154,2 0 1,-3 0 0,1-2 0,0 1 89,-1 1 1,4 3 0,-2-3-1,3 2 179,2 2 0,4-2 0,-1 1 0,2 1-345,1 1 0,1 2 0,2 0 0,3 1-277,2-3 1,2 0 0,1-5-1,4-1-172,2-1 678,-3-1 0,2-4 0,-2-1 0</inkml:trace>
  <inkml:trace contextRef="#ctx0" brushRef="#br0" timeOffset="1166">840 151 7845,'-4'12'0,"-1"-1"80,-3 0 0,-1 0 0,0 0 0,1 2 517,2 0 1,-1 1 0,4 2 0,1-2-219,1-2 0,5 0 1,2-3-1,2-1-240,1-2 0,4-2 1,1-5-1,-1-2-344,-1-3 1,-2-2-1,-1-2 1,0-2 73,-1-2 1,-2 0 0,-1-1 0,-1-1 200,-2 0 0,-2 1 0,-3 1 0,-3 1-56,-2 3 0,0 0 1,-1 1-1,0 0 104,0 0 1,0 4 0,0 2-1734,1 2 0,-1 1 300,0 0 0,4 1 1315,2 2 0,6 2 0,2 4 0</inkml:trace>
  <inkml:trace contextRef="#ctx0" brushRef="#br0" timeOffset="1650">955 89 7845,'5'4'481,"-1"1"1,-4 4 42,0-1 1,1 1 0,1 0 0,1 1-275,-1 2 1,2 2-1,-1 3 1,0 2-263,1 2 0,-2-2 0,3 4 0,-1-2 76,-2-1 1,0-5 0,0-3 0,0-3-103,0 0 1,0-4-1,0-3-108,1-4 0,0-7 1,-2-5-1,1-4-28,1-3 0,1-1 0,-2-4 26,1 3 0,4-2 0,-2 4 0,1 3 0,-1 2 42,-1 4 1,2 5 0,0 2 0,2 1 176,1 2 0,-3 6 0,0 4 0,0 5 107,-1 4 0,2-2 1,-2 6-1,1-1 27,0 0 1,-4 0 0,2 3 0,-1-2-109,0-1 0,0-5 1,-2-5-1,1-2-55,1-2 1,0-5-224,-3-1 0,0-8 0,0-7 0,0-5 10,0-4 1,0 2 0,1-2 157,2 0 1,-2 2 0,3 0-1,-1 3 1,0 0 332,2 2 0,-3 6 0,2 0 134,0 4 1,0 4 0,3 6-228,-1 3 0,-3 3 0,2 1 0,0 4-427,0 3 0,-2-1 0,1 4 1,1 0-530,0 1 0,-2-3 0,2 3 0,0-3-450,0 0 0,0-3 0,2-1 1179,-1-2 0,0 0 0,2-3 0</inkml:trace>
  <inkml:trace contextRef="#ctx0" brushRef="#br0" timeOffset="1865">1362 204 9516,'-5'1'-540,"2"2"1,-2-2-1,0 3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0:39.0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48 7845,'0'-6'-1,"0"1"0,0-2 159,0-1 0,1 2 534,2 0 1,-2 3 189,2-3 0,-2 5-480,-1 1 1,0 5-1,0 7 1,0 4-42,0 3 0,0 4 1,0 3-1,0 2-260,0 1 1,-3 1-1,0 4 1,0 3-530,-1-1 0,2-2 0,-3 0 0,1 0 211,2 0 1,1-5-1,1-1 1,0-7-1371,0-6 1,1-8 0,2-5 1586,3-4 0,2-7 0,1-5 0</inkml:trace>
  <inkml:trace contextRef="#ctx0" brushRef="#br0" timeOffset="284">168 137 9383,'0'-5'1220,"-2"3"-894,-1 4 0,-3 3 1,2 4-1,-1 0-166,-2 3 0,-1 2 0,-1 4 0,0-1 15,1 1 0,2 0 1,0-1-1,-1 1-25,-1 0 1,3-1 0,2-3 0,2-2 72,1-2 0,0-1 0,1-1-182,2-3 1,2-1 0,4-4 0,1 0-384,2 0 1,-2-1-1,4-1 1,0-1-422,0-2 0,-3-1 0,3-3 1,0 0-421,0 0 0,-3 0 0,3 0 1183,-1 1 0,3-1 0,-3 0 0</inkml:trace>
  <inkml:trace contextRef="#ctx0" brushRef="#br0" timeOffset="582">372 278 7845,'1'5'1016,"2"-2"1,2-2-580,4-1 0,-1 0 1,1 0-1,-1-1-261,-2-2 1,2-3-1,-3-5 1,1 0-187,0 0 1,-4-2 0,1 0 0,-2 1-110,-1-1 1,-1-2-1,-2 3 1,-3 1 32,-2 2 1,-4 4 0,-1 2 0,-1 2 20,-1 1 0,1 7 0,0 2 1,1 3 258,3 1 1,3 4-1,2-1 1,1 5 103,2 2 1,1-3-1,2 3 1,2-1-159,3-3 1,5 0 0,1-1 0,2-2-632,2-1 1,1-2-1,0-5 1,1-1-154,0-2 0,-1-4 0,1-1 644,0-5 0,-1-2 0,1-2 0</inkml:trace>
  <inkml:trace contextRef="#ctx0" brushRef="#br0" timeOffset="731">575 252 8610,'-5'0'2597,"2"3"-2704,6 0 0,2 0 0,4-3 1,0 0-20,0 0 0,3 0 0,0 0 0,2 0-2972,2 0 3098,-3 0 0,7 0 0,-1 0 0</inkml:trace>
  <inkml:trace contextRef="#ctx0" brushRef="#br0" timeOffset="898">761 146 7845,'-9'0'578,"0"0"1,1 1 0,-1 2 183,0 2 0,3 5 0,0 4 0,-1 5-324,-1 2 0,2 4 0,1 3 1,2 4-184,1 2 0,1-3 0,1 3-703,0-2 0,1-4 0,1-4 0,1-5 0,2-3-4655,2-4 5103,1-6 0,1 2 0,0-4 0</inkml:trace>
  <inkml:trace contextRef="#ctx0" brushRef="#br0" timeOffset="1882">1071 208 7845,'0'-9'1072,"0"3"-389,0 0 0,0 5-150,0 1 1,0 5 0,0 6-288,0 0 1,0 5 0,1 0 0,1 3-62,0 1 0,1 2 1,-3-2-1,1 4-195,2 2 0,-2-3 0,2 0 0,-2-2-92,-1-1 0,0-2 0,0-4-630,0-2 0,0-8 576,0-7 0,0-6 0,0-8 0,0-2 87,0-2 0,3-1 1,1-4-1,0 3-24,0 2 1,3 2-1,-2 2 109,0-1 1,3 4-1,-4 2 1,2 4-1,0 2 100,1 3 0,1 2 1,0 3-123,-2 4 0,2 0 1,-2 9-1,0 1 1,1 1 168,-1 0 1,-1 2 0,2 0-108,-1-2 1,-3 3 0,2-6 0,-1 0-120,-2-3-6,3-5 1,-4-4-1,1-8 1,0-6 0,0-7 35,1-5 1,4-1 0,-2-2 0,1 1-26,0-1 1,0 4 0,3 0 253,0 1 1,-2 6 0,0 4 0,-1 3 125,1 3 1,-3 3-1,0 6 1,-1 4-323,0 4 0,0 3 1,-2 3-57,2 1 1,-2 0-1,3 0 1,-1 1-211,-1-1 1,2 1-1,-2-4 1,2 1-1,1-2-908,2-2 1,0-2-1,0-2 1,-1-1 1173,1-1 0,0-4 0,2 2 0</inkml:trace>
  <inkml:trace contextRef="#ctx0" brushRef="#br0" timeOffset="2333">1486 234 7845,'-1'-6'540,"-2"0"0,1 4-239,-4-1 1,4 3 0,0 3 0,1 4-94,1 4 0,0 0 0,0 3 1,0-1-61,0 1 0,3 1 1,0 2-1,2 1-224,2 0 0,1-3 1,1-2-1,0 1-17,0 0 0,0-3 0,2 0 0,1-5-127,-1-3 1,-1-3 0,-2-3 75,-3-3 0,2-8 0,-3-5 0,0-2 0,0-1 34,-2-1 0,2 4 0,-1-1 0,-1 3 420,-1 2 1,0 8-79,2-2 0,-2 7 0,2 2 0,-1 6-212,1 5 0,-2-1 0,3 4-154,0-1 1,-1 2 0,4-3 0,-2 1-1,0 0-445,0-2 1,-2 0 0,3-2 0,0 1 578,-1-2 0,3-5 0,-3 5 0,3-3 0</inkml:trace>
  <inkml:trace contextRef="#ctx0" brushRef="#br0" timeOffset="2565">1805 216 7922,'-9'0'485,"0"0"0,4 4 0,2 2 0,2 2-145,1 1 1,0 4 0,1 0 0,2 2-213,3 0 1,2 0 0,2 1 0,0 0-99,2-1 0,0-3 0,-4 2 0,-1 2 24,-1 1 1,-4-3-1,1-3 1,-2 0-343,-1 1 1,-1-5 0,-2 1 0,-3-2 121,-2-2 0,-1-2 1,0 1-621,0-2 1,0-6-1,1-2 1,0-5 785,2-2 0,-2-5 0,3-3 0</inkml:trace>
  <inkml:trace contextRef="#ctx0" brushRef="#br0" timeOffset="2731">1893 172 7845,'0'9'398,"0"0"0,0 0 0,0 0 0,0 0-36,0 3 0,1 2 1,1 4-1,2 0-430,1 3 1,-3-2 0,2 2 0,-1 0-206,0-1 1,3 1-1,-3-3 1,-2-1-2425,0 1 2697,-1-4 0,0-1 0,0-4 0</inkml:trace>
  <inkml:trace contextRef="#ctx0" brushRef="#br0" timeOffset="2864">1893 340 7845,'4'-5'0,"1"-3"0,4 3 366,0 1 1,2-4 0,2 3 0,1-1-750,2 0 1,-2 1-1,3-1 1,1 2-1294,-2 0 1676,1 3 0,-3 1 0,4 5 0</inkml:trace>
  <inkml:trace contextRef="#ctx0" brushRef="#br0" timeOffset="3399">1212 747 7845,'0'-5'1408,"1"2"-1133,2 6 0,-2 2 0,3 5 1,-1 2-173,0 2 0,1 3 0,-2 1 0,1-1-77,-1 1 0,-1 1 0,-1 0-131,0 2 0,0 0 1,0-5-1,0 0 1,0-2-162,0-1 1,0-4-154,0-4 0,1-3 0,1 0 331,1-4 1,3-3-1,0-6 151,2-1 0,1 0 0,0 3 0,0 0 6,0 1 0,2 2 0,1 1 0,-1 1 0,-1 3 330,-1 3 0,-4 4 0,0 6 0,0 2 80,0 3 1,-3 1-1,0 0 1,-4 2-136,-4 1 0,-2-1 1,0-3-273,-1-2 1,0-3 0,-1-3 0,-1-1 0,-1-1-16,2-1 0,3-4-1059,1 1 0,4-3 0,-1-3 0,2-3 187,1-2 1,1-4-1,2 0 1,3-2 814,2-2 0,4-1 0,2 0 0</inkml:trace>
  <inkml:trace contextRef="#ctx0" brushRef="#br0" timeOffset="3631">1504 897 7975,'9'-6'278,"0"1"0,-1 2-2,1-3 0,0 1 1,-1-2-1,-1 1 1,-2-1-1,0-1 221,0-1 0,-3 4 1,1-1-1,-2-1-306,-1-1 1,-1-1-1,-2 1 1,-3 1-158,-2 1 1,-4 3 0,-1-1 0,0 0-124,-3 2 0,2 1 0,0 2 0,2 2 47,1 3 1,1 2 0,2 3 0,1 3 151,1 3 0,4-1 1,0 8-1,4 0-139,4 2 1,3-2 0,3-2 0,3 1-439,1-1 1,3-3 0,1-1 0,2-5-963,4-4 0,-4-5 1429,8-4 0,-5-8 0,6-5 0</inkml:trace>
  <inkml:trace contextRef="#ctx0" brushRef="#br0" timeOffset="4182">2061 659 7845,'4'-5'375,"2"2"1,-2 3-1,0 3 1,-1 3-27,0 1 1,1 7 0,-2 3-1,2 4-291,0 1 1,-2 0-1,2 3 1,-1 4-362,0 1 0,1 3 0,-2 1 0,1-1-269,-1 0 1,-1-8 0,-1 1-1,0-3-599,0-4 1171,0-8 0,-8 1 0,-2-7 0</inkml:trace>
  <inkml:trace contextRef="#ctx0" brushRef="#br0" timeOffset="4333">2026 924 7845,'-1'-11'245,"-1"2"1,-1 1 54,1 1 1,1 1 0,1 0 0,1-1-176,2-1 1,2 2 0,5 1 0,0 0-301,2 0 0,4 3 0,-2-1 0,1 1 11,3 0 0,-4 1 0,4-2 1,0 2 163,-2 1 0,0-4 0,1-1 0</inkml:trace>
  <inkml:trace contextRef="#ctx0" brushRef="#br0" timeOffset="4599">2282 800 7845,'0'9'206,"0"0"0,0 0 45,0-1 1,0 1 0,0 0 0,0 1-122,0 2 0,0 2 0,0 2 0,0 1-106,0 1 1,0-3-1,0 6 1,0-1 64,0 0 1,0-4-1,0 1 1,0-4 119,0-2 0,-1-4-118,-2-1 1,2-8 0,-2-1-1,2-5-61,1-4 0,1-2 0,1-6 1,2-3 19,1-2 0,1 2 0,2-4-198,-2 1 0,2 1 1,-2 5-1,1 1 1,3 0-424,2 0 0,-2 3 0,2 4 0,-2 1-54,2 3 0,-2 2 1,2 0 624,-2 3 0,2 6 0,2 2 0</inkml:trace>
  <inkml:trace contextRef="#ctx0" brushRef="#br0" timeOffset="4933">2468 800 7845,'-6'9'117,"0"-1"0,-1-1 66,-1-1 1,3-1 0,-1 4 0,0 0 156,1 0 1,0 0-1,3 0 1,-1 0-67,1-1 1,4 2-1,2 1 1,1 2-491,2 1 1,1-1 0,1 2 0,2-3-48,1-2 0,1-2 0,-2 0 0,0-2 126,0-3 0,2-6 1,-1-3-42,-1-2 0,-3-4 0,-1-3 0,-2-3 0,-1-1 187,-2-2 0,-1-3 0,-1 4 0,1 0 302,2 1 1,-2 6-1,2 1 219,-2 2 1,-1 6-489,0 4 1,0 8-1,0 7 1,0 1-219,0 2 0,1 3 0,1-1 0,2 0-530,1-1 0,0-2 0,1 0 0,0-3 706,1-5 0,-3-4 0,4-1 0,-3 0 0</inkml:trace>
  <inkml:trace contextRef="#ctx0" brushRef="#br0" timeOffset="5113">2689 729 8417,'-4'-5'1017,"3"5"1,-2 6 0,2 3-889,1 3 1,0 2 0,0 4 0,0 3-551,0 3 0,1-1 0,1 2 0,2 0-363,1 0 0,-2-3 1,3 0-1,0-5 784,-1-3 0,2-3 0,-2-2 0</inkml:trace>
  <inkml:trace contextRef="#ctx0" brushRef="#br0" timeOffset="5263">2769 844 9652,'6'-3'-6,"-1"0"1,2 0 0,4 3 0,1 0-597,-1 0 0,1 1 0,1 1 0,1 1-709,2-1 1311,-3-1 0,3 3 0,-2 1 0</inkml:trace>
  <inkml:trace contextRef="#ctx0" brushRef="#br0" timeOffset="5430">2963 774 7845,'-6'8'592,"0"1"1,0 0-135,-2 0 0,3 1 0,1 1 0,1 2-131,0 4 1,-1 4 0,2 8 0,-1 6-442,1 5 1,1 2-1,1 6 1,0-2-619,0-2 0,0-10 1,1-3-1,1-5 732,1-5 0,4-7 0,-2-1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0:48.2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27 7333,'5'0'2212,"-1"0"-1672,-1 0 1,-1 1-268,4 2 1,-3-1 0,3 3-257,1-1 1,-2 1 0,1-1-1,2 0-190,2 0 0,1-1 0,3-3 0,0 0-80,0 0 0,0 0 0,4 0 0,0-1-22,-1-2 0,1-2 0,-1-4 0,-2 1-1130,0-1 1405,-4 0 0,2 0 0,-4 0 0</inkml:trace>
  <inkml:trace contextRef="#ctx0" brushRef="#br0" timeOffset="333">151 80 7845,'-5'4'14,"1"1"0,4 4 97,0-1 1,0 1 0,0 1 0,0 2-4,0 3 1,0 1 0,0 2-1,0 1-390,0 1 0,0 3 0,0 2 1,0 0-37,0-1 1,0-5-1,0 2 1,0-3 317,0-4 0,-4 2 0,-2-4 0,-2 0 0,0-4 0</inkml:trace>
  <inkml:trace contextRef="#ctx0" brushRef="#br0" timeOffset="513">18 442 7884,'0'-8'282,"0"3"1,0-3 0,1 3-370,2 0 0,3 0 1,5 2-1,2-2-6,0 0 1,2-3 0,3 4 0,1-2-175,1 0 1,0 1 0,1-2 266,-2 1 0,5 0 0,-6-3 0</inkml:trace>
  <inkml:trace contextRef="#ctx0" brushRef="#br0" timeOffset="819">301 204 7266,'-3'6'-134,"0"-1"1,-1 1 0,3 3 0,-2 0 426,1 0 0,-2 1 0,1 1 1,0 1-25,-1 2 1,3 1 0,-2 1-1,2 0-265,1-1 0,0-4 0,0 1 0,0-3-158,0 0 1,1-4-1,2-2 146,3-2 0,-1-2 0,1-2 0,-1-4-256,0-4 1,3 1 0,-3-5 0,1-1 132,0-1 1,-1 0-1,2-1 1,-1 0 73,1 1 0,-1-1 0,1 1 1,-1 3 51,1 2 1,-3 5 0,0 2 18,0 1 1,-2 1-1,3 4 1,-1 2 0,-2 4-16,-1 4 1,0 2 0,1 5 0,0 0-146,0 0 1,-1-4 0,-1 1 0,1 0 145,2-1 0,-2 1 0,2-3 0,-2 0 0,-1-3 0</inkml:trace>
  <inkml:trace contextRef="#ctx0" brushRef="#br0" timeOffset="1151">531 257 7845,'9'0'-748,"-1"-1"0,-1-1 715,-1-1 0,0-1 0,2 1 155,1-3 0,-3-1 1,-1 0-1,-1 1-38,-2 0 0,0-2 1,0-1-1,1 0 3,-1 0 0,-2 3 1,-3 0 84,-3-1 1,-3 1-1,-2 0-54,0 3 1,-1 2 0,3 2-1,0 2 1,0 3 24,0 1 1,1 3-1,-1 2 1,0 3-77,0 1 0,4 5 0,2 1-231,2 0 0,1-2 0,0 2 1,0-2-1,1 1-59,2-1 1,5-5 0,5-2 0,1-2-219,1-3 0,-1-5 0,2 0 441,2-2 0,4-5 0,5-1 0</inkml:trace>
  <inkml:trace contextRef="#ctx0" brushRef="#br0" timeOffset="1367">823 44 7845,'-8'5'74,"2"3"0,-5-3 0,1 1 111,1 0 0,0 0 0,0 2 1,0 0-143,1 0 0,3 0 0,1 7 1,1 1 153,0 0 1,0 3-1,4 2 1,1 3 7,1 5 0,4-2 0,-2 3 1,0-3-865,1 0 1,-1-4 0,2 0 0,-2-1 55,-1-3 0,2-4 0,-3-3 603,-1-2 0,-1-2 0,-1 1 0</inkml:trace>
  <inkml:trace contextRef="#ctx0" brushRef="#br0" timeOffset="1535">682 381 7619,'-4'-5'-769,"3"0"1672,-2 2 1,2-2-666,1-4 0,1 4 0,3 1 0,4 1-486,2 0 1,6-1 0,-2 2 0,2-2-109,1 0 1,-1 1 0,5-2 0,-2 1 334,2 2 21,-6 1 0,9-3 0,-5-1 0</inkml:trace>
  <inkml:trace contextRef="#ctx0" brushRef="#br0" timeOffset="1717">965 283 7806,'0'-5'220,"-3"8"0,0 6-247,1 1 1,1 3 0,1-1-1,0 1-70,0 0 1,0 0-1,0-2 97,0 0 0,0 5 0,0-2 0</inkml:trace>
  <inkml:trace contextRef="#ctx0" brushRef="#br0" timeOffset="1887">965 212 7845,'-4'-4'-693,"2"0"0,-3 3 693,1-2 0,1 2 0,3-7 0,0 3 0</inkml:trace>
  <inkml:trace contextRef="#ctx0" brushRef="#br0" timeOffset="2235">1106 98 6130,'-9'-5'157,"0"1"1,1 4 307,-1 0 1,0 0 0,0 1-228,0 2 1,0 2 0,1 6 0,0 3-68,2 3 0,-2 0 0,3 9 0,-1 3 14,0 1 0,4 2 1,-2 4-1,1 0-278,0 2 0,0-7 1,3 0-1,0-1-281,0-3 1,0-2-1,0-3 1,0-4-657,0-4 1,1-4 1029,2-4 0,-2-3 0,2-6 0,2-6 0,0-5 0</inkml:trace>
  <inkml:trace contextRef="#ctx0" brushRef="#br0" timeOffset="2441">867 451 7845,'0'-5'669,"0"1"1,1 1-656,2 1 0,2-1 0,4 3 0,0-1-127,0-2 0,3 2 0,2-2 1,1 2-187,0 1 1,-1 0 298,4 0 0,0 0 0,0 0 0</inkml:trace>
  <inkml:trace contextRef="#ctx0" brushRef="#br0" timeOffset="2612">1141 381 7845,'-7'8'-45,"1"1"0,-1 0 0,4 0 0,1 0-226,1 0 0,1-1 0,0 1 18,0 0 1,0-3 252,0 0 0,4-4 0,1 2 0</inkml:trace>
  <inkml:trace contextRef="#ctx0" brushRef="#br0" timeOffset="2775">1186 274 7845,'-8'-5'131,"2"-1"1,1 4-1,3-2-577,-1 0 14,0 3 1,4-6 0,2 4 0,3 1 431,2 1 0,1 1 0,0 4 0,-1 1 0</inkml:trace>
  <inkml:trace contextRef="#ctx0" brushRef="#br0" timeOffset="2949">1371 230 7493,'-8'0'-455,"-1"1"1,0 1 0,0 1 927,0-1 1,0 0 0,1 0 0,-1 2 275,0 1 0,3 1 1,0 3-1,0 0-488,1 3 0,1 2 0,4 4 0,0-1-142,0 1 1,0 1-1,0 0 1,1 2 16,2-1 0,2-2 0,4-1 1,0-1-1240,0-2 1,0-4 0,-1 0 0,1-4-141,0-2 0,1-1 1243,2-3 0,-3-8 0,4-2 0</inkml:trace>
  <inkml:trace contextRef="#ctx0" brushRef="#br0" timeOffset="3106">1451 336 7845,'0'6'-340,"0"0"0,-1 1 190,-2 1 0,1 1 0,-3 0 0,1-1 132,2 1 1,0 0-1,0 0 18,-1 0 0,0-4 0,7-1 0,1-4 0</inkml:trace>
  <inkml:trace contextRef="#ctx0" brushRef="#br0" timeOffset="3269">1469 230 7845,'-1'-6'229,"-2"0"0,1 1 0,-3-1-488,1 0 1,1 3 86,3-3 1,1 4 0,2-1-706,3 2 877,-2 1 0,8 4 0,-3 1 0</inkml:trace>
  <inkml:trace contextRef="#ctx0" brushRef="#br0" timeOffset="3517">1566 336 6846,'4'9'-220,"-2"-3"0,4-1 539,1-1 1,1-1 0,0-4-118,1-2 1,-1-2-1,-1-4 1,-1 0-197,1 0 1,-3 1-1,-1-1 1,-2 0 97,-1 0 1,0 0 0,0 0 0,-1 1 174,-2-1 0,-2 3 0,-4 1 0,-1 1-79,-2 2 1,1 1 0,-2 1-1,0 1-50,2 2 1,1 3 0,1 6-1,1 2-155,-1 3 1,4 2-1,2 1-131,2 4 1,1 1 0,0-1 0,1-1-333,2-2 0,2 3 1,5-4-1,0-4 1,3-4-248,1-5 0,-3-3 0,1-5 715,-3-2 0,4-6 0,1-5 0</inkml:trace>
  <inkml:trace contextRef="#ctx0" brushRef="#br0" timeOffset="3884">1663 319 6965,'0'-9'-967,"-1"1"1665,-2 2 0,2 3-170,-2 6 1,2 2 0,1 5 0,0 1-309,0 0 0,0 5 0,0-1 1,0 2-166,0 0 1,0-2-1,0 0 1,0-1 11,0 0 0,0 2 0,0-4 0,0-1-56,0-2 0,0-3 0,1-1-207,2-1 1,-2-2 0,2-5-13,-2-3 0,-1-3 0,1-2 0,1-4 88,1-2 1,1-4-1,-2 0 1,2-2 55,1-1 0,1 2 1,2 1-1,-1 3 162,-2 0 1,1 1 0,3 4 258,0 4 1,0 4-1,-1 7 1,-1 4-87,-1 6 0,-4 4 1,3 4-1,-1 1-502,-2 2 1,-1 1 0,-1 1-1,1-1-343,2-4 1,-2-1 0,3-2 0,-1-1-79,0-2 0,4-7 0,-1-1 652,2-4 0,0-3 0,1-2 0,0-6 0,0-5 0</inkml:trace>
  <inkml:trace contextRef="#ctx0" brushRef="#br0" timeOffset="4072">1946 168 9664,'0'9'510,"-1"1"1,-1 1 0,-1 3-378,1 2 1,1 2 0,1 6 0,0 3-684,0 1 1,0-3 0,0 4 0,0-4-111,0-1 1,0-5-1,0 2 1,0-2 659,0-2 0,0-3 0,0-1 0,0-4 0</inkml:trace>
  <inkml:trace contextRef="#ctx0" brushRef="#br0" timeOffset="4248">1867 434 7993,'0'-6'1301,"0"0"1,0 3-515,0-3 1,0 0-416,0-3 0,4 1 0,2 1 1,1 3-989,2 0 0,0-2 0,0 3 0,1 1-306,2 1 1,-2 1-1,4 0 1,0 0 921,0 0 0,0 4 0,4 1 0</inkml:trace>
  <inkml:trace contextRef="#ctx0" brushRef="#br0" timeOffset="4411">2150 389 7185,'0'9'0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1:09.5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26 7565,'0'-7'-823,"2"1"2770,0 0-552,0 2-1054,-2 1 1,0 4-1,0 1 1,0 2-48,0 2 0,0 3 1,0 2-1,-2 2-261,0 2 0,-1 0 0,1 3 0,-1 3-179,-1 1 1,-2-1 0,3 3-223,-1 0 0,-1 1 0,2 0 0,0-2 1,1-4-942,0-3 0,1-6 868,1-1 0,0-6 1,0-5-1,0-4 441,0-3 0,3-2 0,1-2 0</inkml:trace>
  <inkml:trace contextRef="#ctx0" brushRef="#br0" timeOffset="265">135 90 8845,'-6'3'81,"1"2"0,1-2 0,-1 1 82,0 1 1,-2 0 0,1 0-1,-1-1-119,1 1 0,-1 3 0,1 1 0,0-2 28,-1 0 1,3 0-1,0-1 1,2 1-20,0 2 0,1-2 0,2 2 0,1-2-82,2-1 1,3 1-1,1-2 1,1 0-103,1 0 0,-1-4 0,1 1 0,-1-1-354,1-1 1,0 0 0,1 0-1,-2-2-1179,1-2 1664,-3 0 0,5-8 0,-2 2 0</inkml:trace>
  <inkml:trace contextRef="#ctx0" brushRef="#br0" timeOffset="549">257 148 7845,'4'3'123,"1"-3"0,0 2 23,0-1 1,0-2 0,-1 0-1,0-2 66,0 0 1,1-2-1,-2-1 1,-1-1-11,1-2 0,-1 2 0,-2-2 0,0 2-142,0 1 0,0 0 0,-3 0 0,-1 2 7,-1 1 1,-2 1-1,1-1 1,-1 3 16,-2 1 1,2 3 0,-2 2-1,2 1 15,1-1 1,2 3 0,0 2 0,0 1-37,1 1 0,1 0 0,0-1 0,2 2-200,0 1 1,0 1-1,2 1 1,3 0-319,0-1 0,3-4 0,-1-2 0,2-3-223,-1-1 1,1-4 0,0 0 0,-1-2 677,1-5 0,-2-2 0,3-5 0</inkml:trace>
  <inkml:trace contextRef="#ctx0" brushRef="#br0" timeOffset="741">353 141 7845,'0'5'-66,"0"-1"210,0 1 1,3-2-1,1-1-330,2-2 0,0 0 0,1 0 0,0 0-456,2 0 1,-2 0 641,4 0 0,-3-2 0,1-2 0</inkml:trace>
  <inkml:trace contextRef="#ctx0" brushRef="#br0" timeOffset="923">488 64 8366,'-6'0'0,"-2"1"101,0 1 0,1 2 1,-1 2-1,1 1 469,1-1 0,3 3 0,-3 2 0,0 2-295,0 2 0,0 2 0,0 4 1,2 3-538,2 3 1,-1 0 0,1-1 0,0-2-323,2-3 0,0-5 0,2 1 0,1-4 100,0-2 484,2-4 0,4-2 0,1-1 0</inkml:trace>
  <inkml:trace contextRef="#ctx0" brushRef="#br0" timeOffset="1482">802 116 7845,'-4'-5'146,"0"2"24,-1 0 0,1-1 0,0 1 1,-1 0 11,-1 0 0,0 1 0,-1 3 1,1 1-14,0 5 1,1 1-1,1 5 1,-1 2-96,-1 3 0,2 2 0,0 1 1,2 3-390,0 1 1,1 0 0,2-2 0,1-1-216,3-2 1,3-5 0,4-2-1,2-4 170,3-4 1,0-2 0,1-4 359,0-1 0,4-5 0,-2-3 0</inkml:trace>
  <inkml:trace contextRef="#ctx0" brushRef="#br0" timeOffset="1765">937 173 7845,'-6'-6'91,"-1"2"0,1-1 0,-1 2 0,-1 1 0,-2-1 0,1 1 0,-1 2 159,0 0 1,2 3 0,0 1 0,1 4-96,0 3 0,2-1 1,0 1-1,3-1-101,1 0 0,2 2 1,1-2-1,3 0-227,0-1 0,5-3 0,0-1 1,2-3-60,1-1 0,2-2 0,0-1 1,-1-3 104,0-3 1,-3-2 0,-1-3-1,1 1 112,-1 1 0,-1-1 1,-3 2-1,-1 0 725,-1 2-445,-2 0 0,-2 8 0,-3 3 0,1 4-144,-1 3 1,-1 3-1,1-1 1,2 1-595,0 0 1,1 0-1,0-1 1,0-1 218,0 0 0,3-4 0,1 0 0,2-2-1154,0-3 1408,1 1 0,-1-3 0,1 0 0</inkml:trace>
  <inkml:trace contextRef="#ctx0" brushRef="#br0" timeOffset="2048">1052 199 7677,'4'0'485,"-1"0"1,-3 3-1,0 1 1,0 2-498,0 0 0,0 3 0,0 0 0,0 1 8,0 1 1,0-1 0,0 0 0,0 0-5,0-3 1,0 1-147,0-2 0,0-3 0,1-4 0,0-5 37,1-4 1,3-2-1,-1-3 1,2 0 30,0-2 1,1 1-1,-1-1 1,1 2 37,2 1 1,-3 2 0,1 2 0,-1 1 100,-1 2 0,0 4 0,1 4 1,-1 4-29,-1 5 1,0 5 0,0 2 0,-1 3-284,0 1 0,-3 2 0,3 2 1,-1-2-912,1-1 1169,2-5 0,-2 1 0,3-1 0</inkml:trace>
  <inkml:trace contextRef="#ctx0" brushRef="#br0" timeOffset="2683">1553 116 7845,'-7'0'-57,"1"0"0,2-3 1,-1 1 122,0 1 0,0 0 1,-2 0-1,1 0 1,-1-1 270,-2 0 0,3 2 0,-1 0-247,-1 3 1,0 0 0,1 4 0,-1 2 0,-1 2 69,2 4 0,2 2 0,1 3 0,0 2-107,1 1 0,1-2 0,1 0 0,2-2 6,4-1 0,3-6 0,3-4-325,1-3 0,2 0 0,0-3 0,1-4 0,0-3 54,0-5 0,0-3 0,0-4 0,0-4 141,-3-6 0,-4-1 0,-2 1 0,-3 3-2,-2 2 1,-2 7 0,-2 4 0,-3 2 281,-4 4 0,0 3 1,-1-1-1,0 3-133,1 3 1,-1-2 0,3 3 0,2 1-378,1-2 1,3 3 0,0-2 0,1 2-201,1 0 1,3-1-1,2-1 501,0 1 0,4 9 0,1 3 0</inkml:trace>
  <inkml:trace contextRef="#ctx0" brushRef="#br0" timeOffset="3048">1642 148 7845,'-4'2'430,"0"1"-342,-1 0 0,1 2 0,1 4 0,-1 2 211,1 3 0,-1 2 1,0 2-1,1-1-209,0 1 0,2-2 1,-1-2-1,1-2 1,-1-1 0,1-1 1,-1 0-335,1-1 0,2-5 70,1-2 0,2-1 1,2-3-1,0-1-108,1-3 1,1-3 0,1 0-1,-1-1 152,2-2 1,-2-1-1,2 0 1,-1-1-15,-1-1 1,-1 0 0,-1-2 0,1 2 123,-1 1 0,-2 4 1,-2 3-1,-2 5 382,0 6 1,0 5 0,0 4 0,0 0-97,0 2 1,0-1 0,0 1 0,-2-2-320,0 0 0,-1 0 1,2-1-1,-1-1-1120,0-3 0,2-1 604,0 0 1,0-4 567,2-1 0,1-4 0,2-5 0,3-2 0,-1-4 0</inkml:trace>
  <inkml:trace contextRef="#ctx0" brushRef="#br0" timeOffset="3272">1803 77 7845,'1'-4'893,"1"0"-669,-2 2 1,3 4-1,-3 5 1,0 1-185,0 1 0,0 2 1,0 6-1,-2 4-343,0 1 0,-2 1 1,1-2-1,0 1-22,0 0 1,0-3 0,2-1-1,-1-1-714,0-3 1039,-1-3 0,2 4 0,-2-2 0</inkml:trace>
  <inkml:trace contextRef="#ctx0" brushRef="#br0" timeOffset="3467">1822 250 7601,'4'-6'-255,"-1"2"0,-1-1 348,3 0 1,1 2-1,2-1 1,0 1-187,0 2 1,2-1-1,-2 1 1,1-1-72,0 1 1,0 0 0,2 1-1,-2 0-243,0 0 407,-1 0 0,4 0 0,-2 0 0</inkml:trace>
  <inkml:trace contextRef="#ctx0" brushRef="#br0" timeOffset="3666">1995 128 7797,'-6'3'79,"-1"-1"1,1 3-1,0 3 190,-1 4 1,1 1 0,-1 4-1,-1 2-137,-1 1 0,1 1 0,1 2 1,2-1-414,0-1 1,2-1-1,3-2 1,0-1-414,0-2 1,1-3 693,1-2 0,5-2 0,3 1 0</inkml:trace>
  <inkml:trace contextRef="#ctx0" brushRef="#br0" timeOffset="4350">2303 77 8163,'-4'-3'414,"0"0"0,2 3 1,0 3-307,1 1 0,-1 2 0,0 3 0,1 4-61,0 1 1,-1 4 0,-1 1-1,-1 2-77,-1 2 0,2-2 1,-1 2-1,-1-1-27,2-1 1,-3-3-1,2-2-6,1-3 0,0-2 0,2-5-142,-1-2 1,1-1-1,-1-6 59,2-1 0,2-4 0,2-1 0,1-1 1,1-2-8,1-2 0,1 2 1,0-2-1,1 2 58,1 3 1,-2 1-1,2 2 1,-2 1 155,1 1 1,-1 3-1,-2 1 1,-1 4 173,-1 4 1,-2 2-1,0 3 1,-2 1 23,-2 1 1,-2-3 0,-2 2 0,-1 0-123,1 0 1,-1-3 0,1-2-1,0 0-272,-1-1 0,1-5 0,-1 3-816,1-2 0,2-3 540,2-3 1,4-2 0,3-2-1,1 0 392,3-1 0,-2 0 0,1-1 0,0 0 10,1 0 0,-2 1 0,3 1 1,0 1 8,0 1 0,-2-1 0,1 0 258,-2 0 0,1 0 1,1 0-1,-1 0 1,0-2 121,0 1 0,-3-3 1,2 0-1,-2 0-133,1 0 1,-2-1-169,-2 2 1,-2-1 0,-2 0 0,-3 3 11,0 3 0,-2 1 0,-1 2 0,-2 0 50,0 2 0,0 5 0,0 4 1,1 1-1,1 3 47,0 0 0,1 2 1,0-2-1,3 0-272,1 0 0,1-3 0,2 1 95,0-1 0,4-3 0,1-1 0,4-3 0,1-3-1023,1-1 0,2-1 0,1-1 1012,1-1 0,3-5 0,-2-3 0</inkml:trace>
  <inkml:trace contextRef="#ctx0" brushRef="#br0" timeOffset="4966">2669 167 7781,'-7'0'-17,"1"0"1,2 1-1,2 1 93,2 2 1,0 2 0,0 1 0,0 1 0,0 2-104,0 0 0,0 5 0,0-3 0,2 0-59,3-1 0,0-1 0,2 1 0,-1-3-66,1 0 1,-1-5-1,0-1 1,1-2 40,-1-2 1,1-2 0,-1-5 0,1-2 58,2-3 1,-3-3-1,1-2 1,-2 0 98,0 0 0,0 4 1,0 3-1,-1 2 294,-1 2 1,0 5-176,-1 3 1,-2 6 0,2 4 0,-1 2-123,-1 1 0,0 0 1,0 0-1,0 0-127,0-1 1,0 1-1,0-1 83,0-1 0,3 1 0,1-2 0</inkml:trace>
  <inkml:trace contextRef="#ctx0" brushRef="#br0" timeOffset="5348">2919 148 7982,'-7'-4'-119,"1"-1"1,0 3 0,-1 1 274,1 0 0,2 1 0,-1 0 1,0 1 145,0 1 0,0 2 1,1 5-1,0 0-206,0 1 0,1 3 0,3-3 1,0 2-69,0 1 1,0 0 0,0-1 0,0 0-137,0-2 1,0-1 0,0 1 0,0 0 66,0 0 0,0 0 0,-3 0-87,-1-1 1,1 0 0,-2 0-1,0-1 1,0-1-650,1-1 1,-2-2-427,2-2 1203,1-1 0,-2-7 0,1-1 0</inkml:trace>
  <inkml:trace contextRef="#ctx0" brushRef="#br0" timeOffset="5602">2880 308 7982,'7'-3'-113,"-1"2"1,1-3 0,-1 1 189,0 2 0,1-2 0,-1 0 1,1 0 48,-1-2 0,1-2 1,-1-1-1,0 0-140,1 0 1,-1-2-1,0 0 1,-1 0-4,-1 2 0,-2 0 0,0 2 0,-2 0 90,-2-1 0,-2 4 1,-2 0-1,-1 3 76,1 0 1,-1 3 0,-1 2 0,-1 2-54,1 4 0,1 1 1,-1 2-1,0 0-44,2 1 0,0 1 0,2-3 0,1 1-68,1-2 1,1-1 0,1 1 0,0-1-484,0-2 0,3-2 0,3-2 1,3 0 498,1-3 0,0-4 0,3-2 0</inkml:trace>
  <inkml:trace contextRef="#ctx0" brushRef="#br0" timeOffset="5897">3047 167 7982,'-3'-4'244,"3"1"0,-3 5 0,3 1-83,0 4 1,0 3 0,0-1 0,0 1-154,0 2 1,2-3 0,0 2 0,0 0-86,1-1 1,-2 1 0,1-2-1,-1-1-23,-1-1 0,0-1 0,-1 1 0,-1-2 22,-3 0 0,-1 0 1,-2 0-1,-1 0 127,-1-1 0,1 2 1,-1-3-1,1 1 107,1 1 1,1-1 0,1 2-1,0 1-73,2-1 0,1-2 0,3 1 0,1-1-47,1 0 1,1-1 0,4-1 0,0 0-121,1-1 1,2-2 0,1-2-1,0-1-220,0-1 1,-1 0 0,0-3-1,0 1 304,0-2 0,-2 0 0,1 3 0</inkml:trace>
  <inkml:trace contextRef="#ctx0" brushRef="#br0" timeOffset="6400">2297 661 7830,'0'-11'-49,"3"0"1,-3 4 0,2-2 0,-1 2 187,-1 0 0,-1 3 1,-1 1-1,-2 0 129,-2 1 1,0 2-1,-1 0 1,0 0-75,-1 2 0,1 5 1,-2 4-1,2 1-5,1 1 1,-1 2 0,1 2 0,1 0-291,1 0 1,3-3 0,-1 1 0,1-1-107,1-2 0,3-4 0,3-1 0,3-2-111,1-2 0,1-1 0,3-4 159,1-5 0,2-2 0,-1-5 0,-1 0 1,-1-2 57,-2 0 0,-3-1 0,-1-2 0,-3 2 74,-3-1 0,-1 6 1,-2 0 46,-1 2 1,-2 2-1,-2 4 1,-1 2-1,0 1-112,-1 1 0,1 3 0,-1 1 0,2 2-244,2 0 0,2-1 0,0-1 336,2 1 0,0-1 0,2 0 0,5 0 0,3 3 0</inkml:trace>
  <inkml:trace contextRef="#ctx0" brushRef="#br0" timeOffset="6692">2399 609 7830,'4'3'21,"1"1"0,-3 2 0,-1 1 1,0 0-1,-1 1 251,0 0 0,-1 4 0,0-2 0,-2 0-112,0 1 0,1 0 0,-1 1 0,1-2-215,0-1 1,0-2 0,2 0-182,0-1 1,0-3-1,1-3 107,1-4 0,2-4 0,4-4 0,1-2 12,1-3 1,-1 1 0,1-1 0,0 1-9,0-1 1,-2 3-1,2 0 1,0 2 166,0 4 1,-4 2 0,0 2-1,-1 4 131,-1 4 1,-1 4 0,-3 3 0,0 2-70,0 2 0,0-2 0,0 2 0,0-1-115,0-2 0,-3 1 1,1-1-1,1-1-109,0-2 1,1-2 119,0-1 0,3 1 0,1-1 0</inkml:trace>
  <inkml:trace contextRef="#ctx0" brushRef="#br0" timeOffset="6963">2688 609 7830,'-1'-3'-574,"-1"1"457,-2 1 0,0-1 0,0-1 819,-1 0 1,-1 1-1,0 0-424,0 1 0,-1 1 0,1 1 0,-1 1-97,1 2 0,-1 2 1,1 1-1,0 2-41,-1 1 0,3 3 0,0-1 0,2 1-206,0 0 0,1-2 0,1-1 0,0 2-533,0 0 0,3-2 1,0-2-1,2 0 96,2-2 1,3-2-1,-1-2 1,1-2 502,2 0 0,0-2 0,1-2 0</inkml:trace>
  <inkml:trace contextRef="#ctx0" brushRef="#br0" timeOffset="7196">2714 693 8246,'6'-3'814,"0"-1"-674,1 1 0,-1-3 0,0 2 1,-1-2-186,-1 0 1,1-1 0,0 1 0,0 0 111,0-1 0,-4 1 0,1-1 144,-1 1 0,-4 2 0,-1 2-58,-2 1 0,0 4 1,-1 2-1,0 2 106,-2 2 0,2 2 0,-1 0 0,1 1-304,0 1 0,3 0 1,0-1-1,1-1-617,-1 0 1,3-2 0,-1 1-123,4-1 0,1-1 0,5-4 784,0-2 0,2 2 0,3-1 0</inkml:trace>
  <inkml:trace contextRef="#ctx0" brushRef="#br0" timeOffset="7425">2803 731 7830,'0'-3'-381,"0"0"381,0 3 0,3-3 0,1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7:59.4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185 176 7718,'-15'0'0,"2"1"0,0 2 0,-4 2 0,1 5 0,0 1 0,0 4 589,-1 2 0,2 2 0,3 3 0,1 3-174,3 2 1,5-1-1,1 1 1,4-3-388,4-4 1,3-7 0,3 1-1,1-4-94,1-4 1,3-3 0,-4-6 0,2-4 51,0-3 1,-5-5 0,2-6 0,-3-2-107,-3-2 1,0 1 0,-3 1 0,-1-2 107,-1 0 0,-5 4 0,-1 3 1,-4 0 183,-3 3 0,-2 3 0,-2 1 0,-1 4 68,0 4 1,4 2-1,-5 2 1,3 2-693,1 3 0,2 2 0,6 1-455,3-1 0,3 5 0,0 0 181,3-2 1,6-1 0,7-6 725,3 1 0,4 1 0,3 3 0</inkml:trace>
  <inkml:trace contextRef="#ctx0" brushRef="#br0" timeOffset="213">405 0 8250,'-9'0'103,"0"0"0,1 4 1,-1 2-1,-1 2 659,-2 1 0,3 5 0,-3 6 0,2 7-273,1 6 0,0 7 1,2 7-1,1 0-421,3 1 1,2-6-1,1 0 1,1-5-93,2-6 1,1-5-1,3-5 1,-2-1-34,2-3 0,-2-7 0,1-1-2019,1-5 1,-3-1 2075,-1-3 0,-2-6 0,-1-8 0</inkml:trace>
  <inkml:trace contextRef="#ctx0" brushRef="#br0" timeOffset="346">247 431 8200,'-1'-5'1651,"-2"2"0,3 2-1077,0 1 0,5 0 1,6 0-1,5-1-776,4-2 0,2-1 1,4-2-1,2-1-1718,1-3 0,-1 1 1920,5-2 0,-1-3 0,3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7:57.5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228 80 7718,'-1'-9'0,"-1"0"173,-1 0 0,-4 0 0,2 1 0,-2-1 0,-1 0 116,-1 0 0,2 4 1,-5 2-1,0 2 70,0 1 1,-3 2 0,3 4-1,-1 7-71,0 6 1,2 9 0,3 8-192,2 4 1,-1 8 0,4-4 0,1 0 0,1-1-318,1-2 0,0-6 0,1 1 0,1-3-19,1-5 1,3-6-1,-2-8 1,0-4-10,0-3 248,-1-6 0,1-1 0,0-4 0</inkml:trace>
  <inkml:trace contextRef="#ctx0" brushRef="#br0" timeOffset="384">8 387 9019,'-5'-5'668,"2"2"1,7 2-1037,5-2 1,1 1 0,5-4 0,0-1-22,2-1 0,0-4 1,1 1-1,1-1 98,1-1 0,-1 4 1,0-3-1,-3 3 232,-4 3 0,-3-1 314,0 4 0,-5 4 0,-4 5 0,-4 3 468,-1 3 1,-2 1-1,3 4 1,1-1-281,-1-2 0,1-2 0,3 2 1,0-1-337,0 1 0,4-6 0,1 1 1,3-3-266,1-1 1,4-1 0,0-4 0,1-1-99,-2-2 1,1-2-1,-3-3 149,-2-1 1,0-1 0,-5-1 0,-1 0 0,-2 0 35,-3 1 0,-2 1 0,-4 1 1,-1-1 228,-1 0 0,-3 3 1,-3 1-1,2 1-513,0 2 0,4 1 1,-1 1-1741,-1 0 2095,3 0 0,1 0 0,13 0 0,6 0 0</inkml:trace>
  <inkml:trace contextRef="#ctx0" brushRef="#br0" timeOffset="1134">395 141 7850,'3'10'221,"0"2"0,0-2 0,-2 4 1,1 0 35,1-1 0,0 3 0,-2 3 0,1 0 179,1 1 1,-1 0-1,-2 6 1,0-2-276,0-1 0,0-2 0,0 1 0,0 1-125,0-1 1,0-2 0,0-1 0,0-3 147,0-4 1,0-5 0,0-2-136,-3-2 0,2-1 0,-2-5 0,2-2-26,1-3 1,0-6 0,0-3 0,0-3-219,0-2 1,0 1 0,1-2 0,2-2-166,2 0 0,0 1 0,1 2 1,1-1-132,1 1 0,1-1 0,-1 0 0,2 2-93,2 3 1,-2 3-1,2 2 405,1 0 0,0-1 1,2 5-1,-1 5 1,0 2 178,-1 2 0,1 0 0,1 0 0,-4 1 0,-5 1 0,2 3 0,-2 4 0,-2 0 0,-1 0 107,-2 0 0,-2-1 0,-1 2 0,-1 1 0,0 2 651,-1 0 0,3-1 1,-3 2-1,1-1-198,0 1 1,0 1 0,3 1-440,0-1 1,-2 3 0,-1-2 0,1-1-19,1-2 0,1 2 0,0-3 0,0-1-120,0-2 1,0-5 0,1-5-388,2-7 0,-1-1 0,2-7 0,1-3 204,0-3 0,0-1 0,2-2 0,-1 0-27,1 0 1,-2 5-1,-1-1 1,1 3-110,0 0 0,1 5 541,3 5 1,-1 8-1,-2 8 1,-1 6 73,-1 3 1,2 5-1,-2 3 1,1 2-60,2 1 1,-2-2 0,0 2 0,-1-3-61,1-1 1,-2-5 0,2 1 0,-1-4-131,-2-5 0,2-4 0,0-3-257,1-3 1,-3-4 0,2-9-1,-2-2 27,1-3 1,3-4-1,-2-3 1,0-1 38,0-2 1,3 1-1,-2 0 1,1-1 42,-1 1 0,1 2 0,2 2 0,0 0 107,1 3 1,-2 4-1,4 5 1,-1 3 684,-1 4 0,0 6 0,-2 4-533,-1 3 0,1 8 1,-3 4-1,0 2 0,1-1-96,0 2 0,-3-1 0,2 0 1,-2-1-700,1-2 0,0-3 654,-3-3 0,4-5 0,1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7:55.9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157 18 7718,'-14'-6'0,"1"1"408,0 2 0,0 0 0,-4 3 0,2 0-94,0 0 1,4 2-1,-1 2 1,4 6 81,2 3 0,-1 0 1,4 3-1,1 4-273,1 1 0,2 0 0,2 2 1,4 1-125,4-2 0,-1 1 0,4-5 0,0 1-77,-1-3 0,-1 0 0,1 1 1,-3-3 90,-2-2 0,-2-1 1,0-1-1,-3 2 21,-2-1 1,-2-4 0,-2-2 0,-3-1-92,-2 1 0,-4-2 1,-2 2-166,0-1 1,-1-1 0,2-3 0,0 0 0,1 1-2366,1 2 2203,1-2 0,5 2 0,3-5 384,4-1 0,7-8 0,5 1 0</inkml:trace>
  <inkml:trace contextRef="#ctx0" brushRef="#br0" timeOffset="266">288 238 7718,'-1'9'497,"-2"0"0,-1 0 0,-4 2 0,1 2-167,1 0 1,4-1 0,-1 3-1,2 1-4,1 4 0,0-4 1,1 0-1,2-2-315,3-3 0,5-2 0,0-1 0,1-2-94,1-3 0,-2-6 0,3-4 0,1-4-98,-1-3 1,-2-3 0,-4 0 0,-1-2 46,-1-1 1,-4 0 0,1-2-1,-2 0 131,-1 3 1,-4 3-1,-3 2 1,-3 2 14,-2 1 1,0 2-1,1 3-281,-1 3 1,-2-1 0,2 1 0,1 1-1,1 1-951,2 1 1,2 1 172,0 2 1047,4 2 0,2 4 0,5 0 0</inkml:trace>
  <inkml:trace contextRef="#ctx0" brushRef="#br0" timeOffset="766">447 185 8227,'3'6'233,"0"0"1,0 0 0,-1 3 0,1 0 18,-1 3 1,0-1 0,0 4 0,1 0 54,-1 2 1,2 0 0,-1 1 0,-1-1-165,-1-3 1,0 2 0,1-4 0,1-2 9,-1 0-330,-1-5 0,-1-2 1,0-6 72,0-3 1,0-6 0,0-2 0,0-4-180,0-2 0,3 0 0,0-2 179,2 0 0,-2-1 0,3 2 0,0 2 0,0 0 43,0 1 0,0 5 166,2 1 0,1 3 1,-1 4-1,-1 5 0,-1 6-16,0 5 1,-1 6 0,0 4 92,-1 2 0,0 0 0,-2 3 1,2 0 32,1-3 1,-3-1-1,1-5 1,-1 0-227,1-2 0,-2-3-143,2-3 0,-2-4 0,1-3 1,1-5 112,-1-6 0,2-4 0,0-5 0,0-3 0,1-2-2,0-2 0,-3 1 1,2 1-1,0-1 154,1 2 1,0 0 0,1 7 0,0 1 338,-1 2 0,3 8-239,-2-2 0,-2 5 1,1 5-1,-1 5-139,-2 5 1,0 3 0,0 3-366,1 0 1,1 4 0,-2-4 0,1 0-503,-1-1 1,0-3-1,0 0 1,1-3-1,0-1-411,0-4 1,-1-3 1205,4-5 0,0 0 0,3 0 0</inkml:trace>
  <inkml:trace contextRef="#ctx0" brushRef="#br0" timeOffset="1032">851 238 7718,'9'0'147,"0"0"1,-1 0 209,1 0 1,0-3-1,1-1 1,1-1 335,0-2 0,0 0 1,-4-2-489,-1 0 1,-4 0 0,1 0 0,-3 0-228,-3-3 1,1 4-1,-5-2 1,-2 2-16,-2 1 1,-3 4-1,1 0 1,-1 2 93,-1 1 1,1 4-1,0 2 1,2 2 55,1 4 0,2-1 1,3 4 95,3 0 0,2 6 0,1 2 0,1 2 0,3-1 154,5-1 1,4-2 0,4 1 0,2 0-868,1-3 1,0-4 0,2-4-318,0-4 0,1-3 1,-2-5-1,-2-3 0,1-5-2261,0-5 3082,-5-2 0,9-6 0,-5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7:52.6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79 16 7801,'0'-5'1254,"0"1"1,1 1-831,2 0 1,-1 3 0,3 5-238,-1 3 1,6-1-1,-1 8 1,4 2 0,4 1 184,2 3 0,0 4 0,2 0 1,0 2-503,-1 1 0,4-2 0,-4 2 0,0-4-370,-2-3 1,-6-5 0,-1-4 0,0-1-1038,-2-3 1,-2-5 247,-1 0 1289,-4-2 0,2-1 0,-4 0 0</inkml:trace>
  <inkml:trace contextRef="#ctx0" brushRef="#br0" timeOffset="467">18 939 8176,'-6'-3'877,"0"0"0,4-1 1,-1 1-357,2-3 1,2-3-1,3-2 1,5-5-258,4-4 0,5-2 0,4-5 0,4-3-91,5-2 1,3 4 0,2 0 0,-1 3-396,0 4 0,-4 2 1,-4 5-1,-4 6-2075,-5 4 1,-8 4 2296,-1 3 0,0 5 0,-4 6 0</inkml:trace>
  <inkml:trace contextRef="#ctx0" brushRef="#br0" timeOffset="1066">554 297 7757,'0'-5'1140,"0"-3"1,1 3-590,2 0 1,3-2-1,4 1 1,4-2-119,3-1 0,-1 0 0,8 1 0,0-1-377,2 0 1,0 0 0,-2 1-711,-3 3 0,1 1 0,-6 4 1,-1 0-1,-2 0-932,-2 0 1586,-1 0 0,-1 4 0,-1 0 0</inkml:trace>
  <inkml:trace contextRef="#ctx0" brushRef="#br0" timeOffset="1215">906 262 7757,'-4'30'180,"-1"0"0,-1 2 441,0-3 1,1-3 0,-1-2-1,2-1-508,1-1 0,1-4 0,-3 5 0,0-2-916,0-1 0,0-2 1,-2 0-228,1-1 0,1 0 1030,-4-2 0,-8 1 0,-1-2 0</inkml:trace>
  <inkml:trace contextRef="#ctx0" brushRef="#br0" timeOffset="1382">598 675 8152,'-9'0'1154,"0"0"1,6 0-1,6-1-909,8-2 0,6 1 0,2-4 0,3-1-525,0 0 1,3-2 0,3 0 0,2 0-84,1 0 0,-4 1 0,0-1 363,-1 0 0,5-4 0,-4 0 0</inkml:trace>
  <inkml:trace contextRef="#ctx0" brushRef="#br0" timeOffset="1717">1038 402 7764,'0'6'470,"0"0"1,-1 1 153,-2 1 1,2 2-1,-2 0 1,2 3-204,1 1 1,-3-2-1,0 4 1,1 2-80,1 0 1,1-1 0,0 3 0,0 0-45,0 0 0,0-5 0,1 0-585,2-5 0,2-5 0,4-4-59,-1-6 1,1-4-1,0-9 1,0-2-21,-1-3 1,2 2-1,1-8 1,1 1 130,-2 1 0,0-1 0,-1 3 0,0 1-61,0 4 0,-1 5 0,1 4 728,0 5 0,-1 4 1,-2 8-1,-3 6 26,-2 7 1,0 4 0,0 6-1,2 1-626,-1 1 0,-1 0 0,-1 2 1,1-3-66,2 0 0,-1-9 0,4-2 0,1-5-1685,1-6 1,1-4 1917,-1-7 0,1-10 0,0-6 0</inkml:trace>
  <inkml:trace contextRef="#ctx0" brushRef="#br0" timeOffset="1882">1363 288 9520,'-5'4'1027,"2"3"1,2 4-548,1 3 0,3 4 0,1 2 0,1 5-195,2 3 1,0 0-1,2 4 1,0-1-806,0 0 1,0-1 0,-1 0-1,0-2-802,-2-2 1,1-7 0,-4-1 1321,-1-6 0,-1 2 0,-1 0 0</inkml:trace>
  <inkml:trace contextRef="#ctx0" brushRef="#br0" timeOffset="2049">1363 534 8368,'0'-8'845,"0"2"0,0 0-459,0-1 1,1 3-1,2 0 1,3 1-686,1 0 1,2-3-1,1 4 1,1-1-290,0-1 1,4 3 0,-2-2 0,0 1 587,3-1 0,-3 2 0,-1-3 0</inkml:trace>
  <inkml:trace contextRef="#ctx0" brushRef="#br0" timeOffset="2499">1600 455 7764,'-1'15'376,"-2"0"0,1-4 0,-3 4 0,2 0 256,1-2 1,0 4-1,0-4 1,-2 2-405,-1 0 0,3-3 0,-1 1 0,2 0 170,1-2 0,-3-2-276,0 0 0,0-5 0,3-4 0,0-5-120,0-3 0,1-4 1,1-3-1,2-3-225,1-2 0,-2 0 0,3-2 0,1 0-436,0 3 0,2-1 0,0 2 152,0 0 1,0-1-1,0 4 1,2-1 128,1 2 0,2 1 1,-1 4-1,0 1 0,1 3 111,-1 2 1,-2 2-1,0 3 1,-3 3 291,-3 3 1,-3 7 0,1 0 0,-2 1-150,-1 2 1,0-1 0,-1 1 856,-2 0 0,2-1 0,-2 1 0,2-1 55,1 1 1,0-1 0,0 1 0,1-1 0,2-3-547,3-2 0,5-5 0,1-2 0,-1-1-451,2-2 1,-2-3-1,3-4 63,-2-4 1,-1-9 0,-4 1 0,-2-2 0,-1 1 36,-2 0 1,-2 1 0,-3-1 0,-3 1 318,-2 3 1,-4 1-1,0 5 1,1 1-218,-2 1 1,2 4-1,-2-3 1,0 1-773,2 2 1,1 1-2537,2 1 3315,-1 0 0,0 0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8:02.2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22 244 7881,'-3'-4'640,"2"0"26,-1 1 0,-1 3-488,0 0 0,2 4 0,2 6 1,2 2-52,-2 1 0,3 5 1,0 4-1,1 4-99,-1 7 0,-2 1 0,0 6 0,-1 1 19,-1 1 1,-1-5-1,0-2 1,-2-5-200,-1-4 0,0-8 0,-2-10 1,2-3 74,1-5 1,1-6 0,1-6-1,-1-3 109,0-4 0,0-1 0,2-9 0,1-3 28,1-5 0,-1 0 1,4-1-38,1 1 0,2-1 0,3 5 0,0 1 0,1 2-292,2 2 1,1 5-1,0 3-257,-1 4 1,4 4-1,-3 5 1,1 3 525,-1 1 0,4 3 0,-4 0 0</inkml:trace>
  <inkml:trace contextRef="#ctx0" brushRef="#br0" timeOffset="299">313 258 7881,'-16'5'143,"2"-1"1,1 3 0,0 1 0,0 1 410,2 0 1,2 2-1,-1 1 1,3 1-304,3 1 0,0 1 0,4 1 0,0 1-235,0 2 1,4-4-1,0 0 1,3-4-154,3-4 0,-1-4 1,2-1-1,2-2-84,0-2 1,2-5-1,-2-5 1,0-2 35,-1-3 0,-1 1 0,0-2 1,-1 0 115,-2 0 1,-1 1-1,0-1 1,0 1 403,0 1 1,-3 7-42,-2 1 0,-1 9 0,-1 2 0,0 6-34,0 5 0,0 4 0,0 3-365,0 0 0,3 2 0,0 0 0,0-1 1,1 1-576,0-1 0,1 0 1,2-2-1,0-3 680,0-3 0,3-4 0,1 0 0</inkml:trace>
  <inkml:trace contextRef="#ctx0" brushRef="#br0" timeOffset="631">519 322 7881,'-4'1'1622,"2"1"-1248,1 3 0,1 2 0,0 2 0,0 2-160,0 2 0,0 0 0,0 3 1,0-1-218,0-1 1,1 1-1,0-2 1,2-1-176,1-3 1,-2-3-1,1-2 1,-1-3-153,1-4 0,2-4 0,-1-9 1,1-3 72,0-4 1,-1-2 0,4-1-1,-1-1 279,0 0 0,0 3 0,0 2 0,0 1 82,0 4 1,0 5-1,0 3 1,0 3 173,1 4 0,-4 5 0,1 4 1,0 4-104,-1 3 0,1 3 1,-2 2-1,1 1-225,-1 2 0,0-3 0,-2 0 0,3 0-235,0-1 1,-3-1 0,2-3-588,0 0 1,1-6-1,3-8 872,-3-8 0,2-4 0,-4-9 0,0-1 0,-1-4 0,-1 1 0</inkml:trace>
  <inkml:trace contextRef="#ctx0" brushRef="#br0" timeOffset="914">767 38 7881,'4'-10'56,"-1"2"0,2-2 242,0 2 0,0 6 0,2 4 183,0 7 0,-2 7 0,-1 4 0,2 2-105,0 4 0,1 3 0,0 2 1,0 1-133,-3 0 0,3 1 0,-2-5 1,1 0-86,1-3 1,-3-7 0,-1 0 0,-1-4-232,1-5 0,-2-3 0,-3-2 0,-3-1-329,-1-2 1,-2 1 0,-1-1 0,-4 2 118,-3-2 0,1 3 0,-1-2 0,1 0 133,0 1 0,4 1 0,0 3 0,0 1 282,3-1 1,2 0 0,2 0-1,1 0-101,1 0 0,2 0 1,3 0-1,2 0-450,4 0 0,0-2 0,3-1 1,0-1-332,2-1 0,1-2 0,0-3 749,2-4 0,3-4 0,-2-3 0</inkml:trace>
  <inkml:trace contextRef="#ctx0" brushRef="#br0" timeOffset="1197">959 301 7881,'-7'4'0,"0"1"599,0 1 0,-1 1 0,0 2 0,0 3-145,2 1 1,3 2 0,1 1-1,1 2-204,1 3 1,1-4-1,1 3 1,3-4-347,2-2 0,0-5 1,2 0-1,1-4-39,1-2 0,-2-6 0,1-4 1,0-5 33,-1-4 0,-2-2 0,-3-3 0,-1-2-132,-1 0 0,-1 0 0,-1-2 0,-1 3 275,-1 1 0,-2 7 0,-4 0 0,-1 0 26,0 1 1,-3 4 0,2 3-1,-1 2-49,1 2 0,-2 2 0,4 0 0,0 3-573,3 1 1,3 3-1,0 0 1,1 0-646,1 0 0,3 0 1199,2 0 0,1 4 0,2 0 0</inkml:trace>
  <inkml:trace contextRef="#ctx0" brushRef="#br0" timeOffset="1698">1002 265 7881,'7'-4'655,"0"2"1,-2 4-1,-1 3-345,-1 1 1,1 4-1,0 2 1,0 2-185,1 3 0,-1 1 0,0 4 1,0 2-37,0 2 0,-3-1 0,2 0 1,-2-2-28,2-3 1,-2-3-1,1-2-120,-1-2 0,-1-7 0,0-7 86,0-5 1,0-7 0,0-7 0,1-3 14,1-3 1,-1-1 0,2-1-1,-1 1-500,1 1 0,1 6 0,-1-1 0,1 3 37,2 2 0,-1 4 0,1 4 0,-1 2 375,0 4 0,-1 2 1,1 3-1,0 3 422,-1 3 1,2 7 0,-1 0 0,0 4-173,0 1 1,0 1-1,-1-1 1,-1 0 7,3 0 0,-2-2 1,0-1-1,0-2-76,0-3 1,-2-4-261,3-2 0,-3-7 0,2-8 1,-1-6-216,-1-7 0,-1-1 1,-1-3-1,2 0 124,0-1 1,3 3 0,-2-3-1,2 2 375,3 1 0,-1 3 0,3 3 0,0 1-120,-1 3 0,1 6 0,-1 4 414,1 3 0,-1 8 1,-3 6-1,0 5-57,-1 1 1,-4 2-1,2 0-526,1 0 0,-4 3 0,3-5 1,-2 1-1,1-2-970,0-2 1,1-3 567,0-2 529,-2-6 0,5 0 0,-2-6 0</inkml:trace>
  <inkml:trace contextRef="#ctx0" brushRef="#br0" timeOffset="2050">1399 251 7905,'0'7'861,"0"0"0,0 1-611,0 1 0,0 3 0,0 4 0,1 2-48,1 3 0,0-3 0,2 4 0,0-1-68,0-1 1,-2 0-1,2-1 1,0-1-329,0-4 1,-2-5-62,0 1 0,1-7 0,0-5 12,-2-7 1,0-4-1,-1-5 1,0-2 79,0-3 0,1-4 0,0 2 0,2 0 0,1 0 28,-1 1 1,1 4 0,0 0 0,0 4 575,1 2 0,1 5 1,-1 0-1,0 4-6,0 2 1,2 3 0,-1 3 0,0 1 48,-2 3 1,1 3 0,1 2-364,-1 1 0,1 4 1,-3 0-1,0 1 1,1 2-524,0 0 0,-2 1 0,2-1 0,0-1-363,0 0 0,-2-4 0,2-1 0,0-2-1484,0-3 2249,-2 0 0,4-11 0,-2 1 0</inkml:trace>
  <inkml:trace contextRef="#ctx0" brushRef="#br0" timeOffset="2383">1641 364 7782,'7'0'672,"0"0"0,1-3-190,1-1 0,-1-3 0,2 0 1,0-1-371,-1-1 1,3-1 0,-2-2 0,-1-2-128,1 2 1,-4-1 0,1-1 0,-2 0 50,-1-1 0,0 4 0,-4 2 0,-1 1-14,-2 1 0,-1 1 1,-5 1-1,-1 2 62,-1 0 1,1 2-1,-1-2 1,1 3 40,1 3 1,1 2 0,-1 4-1,-1 4 110,2 2 0,2 4 0,2 4 0,0 2-13,0 0 0,3 2 0,-2 2 0,3 0-52,0-1 0,3-4 0,2 1 0,1-2-574,1-3 1,1-9 0,1-2-174,0-5 0,4-3 1,-2-5-1,2-4 1,0-4-323,-1-3 0,-1-5 1,3 0 300,-2-3 1,0 0 597,-2 4 0,5-5 0,0 2 0</inkml:trace>
  <inkml:trace contextRef="#ctx0" brushRef="#br0" timeOffset="2699">2003 137 7831,'-7'0'0,"0"0"0,-1 0 0,1 0 598,0 0 0,0 3 1,1 0-1,0 1-86,-2 1 1,5-1 0,-4 1 0,2 0-261,1 2 1,-2 1-1,4 0 1,0 3-160,1 0 1,2-2 0,2 3 0,1 1-63,3 0 0,1 1 1,0 0-1,2-2-304,-2 0 0,0 0 1,-1 2-1,-2 1 227,0 2 1,-4-5-1,2 2 1,-2 0-5,-1-1 1,0-1 0,-1-2-1,-1-1 36,0-3 1,-4-3-861,2 2 1,-2-4 0,1-2 0,3-4-1957,1-4 2830,1-4 0,3-1 0,1-4 0</inkml:trace>
  <inkml:trace contextRef="#ctx0" brushRef="#br0" timeOffset="2931">2060 201 7831,'0'5'0,"0"0"0,-1 0 403,-2 1 1,3 2-1,-3-1 1,2 0 37,1 0 1,3-2 0,0-1 0,1 2 28,1 0 1,2 2 0,0 1 0,0 0-187,0 0 1,0 1 0,0 0-1,0 1-224,0 2 0,-2 0 0,-1 2 0,-1-1-68,-1 0 1,-4-1 0,-1-1-153,-1 1 1,-3 1 0,-2-4 0,-1-2-1,1 0-619,-1-1 0,1 0 1,2-3-1,0-1-852,-1-3 0,1-4 1631,0-3 0,0-6 0,0-5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1:55.8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9 202 8631,'-6'-1'434,"3"-2"0,3 1 1,4-1-1,6 2-497,5 1 0,1 0 0,2 0 0,4 0-420,1 0 1,4 0-1,3 0 1,1 0-544,0 0 0,-6-1 1026,4-2 0,-2 2 0,2-4 0</inkml:trace>
  <inkml:trace contextRef="#ctx0" brushRef="#br0" timeOffset="316">424 47 8769,'1'-5'1353,"2"2"-1053,3 2 1,3 0 0,2-1-1,1-2-457,5 2 1,2 1 0,2 1-1,3 0-503,1 0 0,-3 0 0,3 0-339,-2 0 0,-1-3 999,-6 0 0,6-1 0,-1 4 0</inkml:trace>
  <inkml:trace contextRef="#ctx0" brushRef="#br0" timeOffset="470">703 28 7797,'-3'20'337,"0"3"1,-4-2 0,1 5-1,0 0 100,-1-1 0,4 4 0,-2-3 0,-1 4-568,1 1 1,0-3-1,-3 3 1,3-3-592,0-2 1,-1-8-1,2 0 1,-3-3 721,-3-3 0,-4-1 0,-6-1 0</inkml:trace>
  <inkml:trace contextRef="#ctx0" brushRef="#br0" timeOffset="602">462 482 7729,'-5'0'1731,"2"0"0,6 0-1351,3 0 0,4-5 0,2-1 0,3-3-688,3 0 1,0-1 0,8 0-1,1 1-662,1-1 1,1 0 0,-1 1 969,1-1 0,5 0 0,0 1 0</inkml:trace>
  <inkml:trace contextRef="#ctx0" brushRef="#br0" timeOffset="900">887 125 9993,'-3'6'641,"-1"0"1,1-2 0,3 2-129,0 2 0,0 0 0,0 3 0,1 2-292,2 3 0,1 3 0,4 4 0,4 2-244,2 3 1,-1 1-1,3 0 1,1 0-119,1 0 1,-2-3 0,-1-3-1,-1-2-181,-2-6 1,-1-8 0,-2-3 105,1-3 1,-3-10 0,-2-4 0,0-5 185,1-5 1,-4 1-1,1-6 1,-1-3 41,1-2 0,0 1 1,2-3-1,0 2-541,1 2 1,-3 4 0,2 2 0,1 2-1108,-1 1 1,-3 5 1635,1 1 0,3 4 0,-1-2 0</inkml:trace>
  <inkml:trace contextRef="#ctx0" brushRef="#br0" timeOffset="1516">1543 76 7530,'-10'-14'-272,"0"7"1,-3-3 0,-2 2 516,0-1 0,-4 4 0,4 2 0,-1 1 564,0 2 0,3 3 0,-2 3 1,1 7-404,3 4 0,4 8 0,4 3 0,2 4-175,1 2 0,2 3 1,3 2-1,6 2-310,3 0 0,3-8 0,5 2 0,1-4-229,2-2 1,-4-7 0,2-4-1,-2-3-702,2-3 0,-3-6 1,3-4 159,-3-4 1,-1-7-1,0-9 850,-3-3 0,2-4 0,-3-4 0</inkml:trace>
  <inkml:trace contextRef="#ctx0" brushRef="#br0" timeOffset="1698">1765 67 7840,'0'10'339,"0"3"1,1 2 0,1 5 0,2 0 27,2 2 0,0 4 0,3 6 0,-1 4-128,2 1 0,-6-1 0,6-3 0,-2-2-225,1-3 1,-2-9 0,-2-1 0,0-4-1576,1-5 0,-4-5 0,1-8 1561,-2-6 0,-10-4 0,-1-5 0</inkml:trace>
  <inkml:trace contextRef="#ctx0" brushRef="#br0" timeOffset="1899">1803 67 7840,'10'-10'0,"0"0"0,-1 1 70,1-1 0,1 5 0,1 2 0,2 3 360,1 3 0,-4 2 1,2 5-1,-2 0-139,-1 3 0,-4 2 1,-1 6-1,1 0-57,-1 2 1,-3 3 0,0-1-1,-3 1-286,-2 0 1,-8-4 0,2 2 0,-3-3-339,-2-3 1,2-8 0,-3-1 0,0-3-124,0-1 0,3-4 1,1-1-1,2-5-126,3-3 1,3-2 638,0 0 0,2 1 0,1-1 0</inkml:trace>
  <inkml:trace contextRef="#ctx0" brushRef="#br0" timeOffset="2216">2189 18 7840,'-13'6'366,"0"1"0,-5-2 0,-1-1-104,-1 0 1,3 4-1,-4-2 1,5 3 222,2 0 0,2 1 1,5 1-1,2 2-287,0 3 0,6-1 0,6 1 1,2 2-180,4 3 0,2 1 0,5 1 0,-1 0-78,0-2 1,1-2 0,-2 3 0,-2-1-63,-3-2 0,-3-3 1,-1-1-1,-1 0 70,-2 0 1,-4 0-1,0 1 1,-3-3-42,-2-2 1,-6-5 0,1-1 0,-4 0-447,0-3 1,-2-1 0,1-1 0,1-1-62,-2-2 1,3-3 0,-1-4 0,4-2 598,1-1 0,1-4 0,-4 2 0</inkml:trace>
  <inkml:trace contextRef="#ctx0" brushRef="#br0" timeOffset="2549">2276 182 7794,'-9'-4'517,"2"3"1,1-2 20,-2 2 1,4 5-1,1 3 1,2 1-344,1 2 1,0 1 0,0 1 0,1 4-225,2 3 0,2-1 1,6-1-1,1-1-104,1 1 0,1-3 1,-3-1-1,3-2-84,1-2 1,-3-3 0,1-4 0,-2-4-26,-2-5 1,-2-5-1,-2-5 1,0-2 153,-3-3 1,2-2 0,-1-2 0,-1 4 208,-1 1 1,3 3 0,-1 2 313,-1 3 1,0 8-392,1 5 0,-2 8 0,3 9 1,-2 1-536,1 1 0,-2 1 0,3 1 1,0-1-388,-1-2 1,1-1 877,-1-1 0,-2-2 0,4-5 0</inkml:trace>
  <inkml:trace contextRef="#ctx0" brushRef="#br0" timeOffset="2798">2556 231 7840,'10'-6'210,"-1"3"0,1-2 1,0-3 184,-1-3 0,0 0 0,-3-2 1,-2 1-82,-3-1 1,-1 1-1,0-3 1,0 2-157,0 1 1,-5 1 0,-1 2 0,-4 2 96,-3 0 0,3 5 0,-4-1 1,1 3-58,0 3 1,0 7-1,5 6 1,1 3-60,4 4 1,2 2 0,1 2 0,0 1-335,0 1 0,2-5 1,3 4-1,5-3-412,1 0 0,1-7 0,0-1 0,5-4-294,1-4 0,2-7 0,0-2 488,0-5 1,3-12-1,-5-7 1,-1-6 412,1-5 0,0-7 0,1-2 0</inkml:trace>
  <inkml:trace contextRef="#ctx0" brushRef="#br0" timeOffset="3081">2778 9 7840,'0'-6'650,"0"3"1,0 6-1,0 4-72,0 1 0,0 6 0,0 2 0,1 3-136,2 0 1,2 4 0,2 0 0,0 1-290,0-1 1,-2 0-1,1-5 1,-2-2-370,-2-3 0,-1-2 0,-1-2 159,0 1 1,-4-4 0,-3 0 0,-4-1-276,-2 1 1,-4-4-1,2 2 1,-1 0 165,0 3 0,1-2 0,0 1 0,4 2 287,3 1 1,6 0 0,-1 1 0,2-1-66,1 1 1,5 0-1,4-1-303,3 1 0,4-1 0,-2-2 0,1-1 1,2-2-115,1-2 0,-2-1 1,-1-1-1,0-1 110,0-2 0,-2-6 1,1-5-1,-1-1 251,-1-2 0,-4-5 0,6-3 0</inkml:trace>
  <inkml:trace contextRef="#ctx0" brushRef="#br0" timeOffset="3297">2932 231 7840,'-4'-6'183,"2"2"1,-4 5 727,-2 2 1,3 3 0,-1 3 0,2 1-361,2 0 1,1 0 0,1 2 0,0 2-357,0 1 0,1-3 1,2 1-1,4-2-121,1-2 1,3-2 0,1-2 0,1-1-500,-2-2 1,-3-6 0,-2-4 0,1-5-131,-2-2 1,-1 2 0,-4-2 0,0 1 435,0 2 1,-1 1 0,-2 3 0,-3 0-132,-3 2 0,-1 3 0,1-3 0,-2 2-74,-2 2 0,2 1 1,-1 0-1,1-1 324,1-2 0,1-3 0,-1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2:01.3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29 172 7856,'-6'0'232,"-1"0"1,4 0 654,-4 0-264,5-4 1,-2 4-354,4 0 1,4 4-1,2 7 1,0 3-151,1 5 1,-2 6-1,2 7 1,0 4 30,0 5 0,-2-5 0,-2 2 0,-2-4-288,-1-3 0,0-5 0,0-4 0,0-5-200,0-4 0,-1-7 1,-2-4 170,-4-4 0,-1-7 1,-1-5-1,2-2-330,0-4 1,4 0 0,-2-5-1,0-1 292,3-2 1,1 4 0,1-7 0,0 0 301,0 1 1,0 3 0,1 2 0,3 0 22,6 1 1,1 1 0,4 0 0,0 1 97,0 4 1,1 8 0,3 2-17,0 2 0,0 4 0,-3 5 1,-3 4-1,-3 3-15,0 2 0,-4 3 1,0 5-1,-2-1-52,-2 0 0,-1 5 0,-1 1 0,-1 0-134,-2 1 1,-2-5 0,-5 2 0,0-3 7,1 0 1,-4-5 0,-1-2 0,0-4 42,0-2 1,1-3 0,4-4-1,-1 0 82,0 0 1,4 0-158,-1 0 1,6-1-1,1-1 1,6-2-162,2 2 0,3 2 0,2 2 1,3 3-340,2 0 1,-1-2 0,0 3-1,3-2-133,0-2 0,-2-1 1,4-1-1,-4-1 655,-2-2 0,0-7 0,3-5 0</inkml:trace>
  <inkml:trace contextRef="#ctx0" brushRef="#br0" timeOffset="315">367 143 8265,'-14'4'357,"3"-2"0,-3 5 1,1 2-1,1 1 1,2 4 93,-1 1 0,8 2 0,-4 6 0,5 3-47,2 1 0,0-1 0,0-1 0,1-2-330,3-1 1,1-3-1,5-3 1,-1-3-159,1-2 0,3-6 0,0-2 0,-1-2 125,2-1 1,-3-4 0,2-3 0,-2-6-700,-2-6 1,-2-2 0,-2-5 0,0-1 358,1-5 1,-4 2 0,1-2 0,-2 3 513,-1 4 0,0 0 1,0 5 193,0 0 0,0 8 0,0 12-136,0 6 1,0 8 0,0 5 0,0 6-453,0 3 1,5 1 0,1-1 0,1 1-395,0 0 0,2-4 1,-3-2-1,3-3 192,0-1 0,1-8 0,-1-5-630,1-3 1,-3-5 1010,-1-1 0,0-6 0,4-6 0</inkml:trace>
  <inkml:trace contextRef="#ctx0" brushRef="#br0" timeOffset="632">540 162 8883,'0'10'742,"0"0"1,0-1-302,0 1 0,0 1 1,0 2-1,1 3-229,3 2 0,-3 2 0,3 2 0,-1 1-122,0 2 1,4-7 0,-3 0 0,2-2-223,1-1 1,-2-4-214,2-1 1,-2-10-1,2-10 1,-3-6 105,0-5 1,-3-2-1,3-4 1,-3-2 56,-1-1 1,0 6-1,0-3 1,1 4 391,2 5 0,-2 5 46,2 0 0,1 12 0,0 9 0,-1 9-43,1 8 1,2 4 0,2 2-415,-1 1 0,1 3 1,-1-3-1,1-2 1,2-3-572,-1-4 1,-2-7-1,-1-4 1,2-5 304,0-4 1,-2-6-1,-2-4 1,-1-6 466,0-7 0,1-7 0,-4-8 0</inkml:trace>
  <inkml:trace contextRef="#ctx0" brushRef="#br0" timeOffset="915">762 37 7840,'0'-10'328,"0"1"1,1 0 135,3 3 0,-2 3 0,3 10-173,-1 6 1,4 4 0,-3 3 0,3 3 97,1 3 1,-1-1 0,5 3 0,-1 2-128,0 0 1,-1 0-1,3-2 1,-1-1-183,0-1 1,0-6 0,-5-1-1,0-6-365,-2-5 1,-5-4 34,-1-4 1,-4-3 0,-6-2-1,0 1 99,-3 0 0,-2-3 0,-5 4 0,1 0 156,0-1 0,3 3 1,1-3-1,0 3 140,0 1 1,6 5-1,1 2-106,2 5 1,3-1 0,3 3-1,1-2-454,2 1 1,6 3-1,5-3 1,1 0 79,2 1 1,-2-6-1,1 0 1,1-2-1221,1-4 0,2-1 1555,-1-1 0,0-9 0,1-2 0</inkml:trace>
  <inkml:trace contextRef="#ctx0" brushRef="#br0" timeOffset="1181">1004 230 7641,'-7'4'435,"1"3"1,3 1-1,-3 2 1,2 1 403,2 1 0,1 2 0,1 4 0,0-3-658,0-2 1,0 1 0,1-2 0,2 0-232,3-3 1,3-3 0,1-4 61,-1 1 1,0-4-1,-2-5 1,-1-4-104,-2-3 1,-1 2 0,-3-4 0,0 0-172,0 0 1,-1 2-1,-2-2 1,-4 1 128,-1 2 0,1-1 0,1 2 0,-1 3-5,-2-1 1,3 4 0,-1-1-1837,0 2-742,-2 1 2716,4 3 0,5 4 0,5 2 0</inkml:trace>
  <inkml:trace contextRef="#ctx0" brushRef="#br0" timeOffset="1635">1090 143 7836,'0'14'294,"0"2"0,2 1 1,0 0-1,1 1 289,-1 2 1,0-3-1,0 6 1,2 0-207,-2 1 1,0 0-1,0-3 1,1-1-35,-1-2 0,0-5 17,2 0 0,-3-9-303,2-7 1,-1-6-1,0-12 1,1-2-980,0-6 0,-2-1 0,-1-6 1,0 0 584,0-2 0,0 6 1,0 2-1,0 2 238,0 5 1,0 2 0,1 6 447,2 6 0,2 3 1,4 8-1,-2 5-96,0 6 1,-2 4 0,3 3 0,-2 2-122,2 0 0,-3 5 1,0-2-1,1 0 1,-1 1 0,-2-4 0,3-1 0,-1-3-369,0-2 169,-2-8 0,1-5 1,-4-13-1,0-6-314,0-5 1,0-4 0,0-4 0,-1 0 206,-2 0 0,1 4 0,-1 0 0,2 0 84,1 1 0,1 5 1,2 1 309,4 3 1,-2 7 0,2 4 0,0 4-20,2 4 1,0 5 0,1 7-261,0 3 0,-1 5 0,2 4 1,1 3-1,1 1-764,-1 2 1,-2-2-1,0 4 178,0 1 1,-2-3 644,-1-8 0,1 6 0,-2-2 0</inkml:trace>
  <inkml:trace contextRef="#ctx0" brushRef="#br0" timeOffset="2264">1698 85 10584,'0'10'0,"0"1"377,0 1 0,0 8 1,1 6-1,2 6-335,0 3 1,0 8 0,-2 3 0,1 2 70,1-1 1,1-6 0,-4-2 0,0-6-934,0-3 0,0-10-86,0-4 1,1-9-1,1-8 1,1-8 412,-1-6 0,-1-3 0,-1-1 493,0-1 0,5-3 0,0-2 0</inkml:trace>
  <inkml:trace contextRef="#ctx0" brushRef="#br0" timeOffset="3117">1814 143 7840,'0'6'711,"0"1"-598,0 0 0,-1 2 1,-1 1-1,-2 0-11,-2 3 1,1 2-1,-3 5 1,2 0 335,-2 2 1,3 2 0,0 2 0,0-3-137,3 1 1,1-7-1,1 1 1,0-3-259,0-3 0,1-1 0,3-3-53,2-1 1,3-3 0,0-4 0,1 0-290,-1 0 1,1-3 0,0-1 0,-1-1-663,1 1 0,0-3 0,-1 1 1,0 0 959,-3-1 0,2 1 0,-4-3 0,0 2 0,1 0 0,1 4 0,-3-3 0,2 3 0,-2-3-70,3 2 1,0 1 0,-1 2 173,-1-3 0,4 3 1,-2-2 368,3 2 0,1-2 1,-1-2-184,1 0 0,-1-1 0,1-4 1,-1-1-160,-3-2 0,2 3 1,-5-3-1,0 1-46,1-1 0,-3 2 0,3-1 0,-4 1 5,-4 1 0,-1 5 0,-5 2 0,0 2 68,-3 1 1,2 2 0,-2 3 0,3 5 1,0 0 0,0 5 0,2 2 1,1 1-107,4 1 0,2 1 0,1 2 0,0 1-110,0 2 0,1-3 0,2 0 0,5-2-316,4 0 1,-1-1 0,4-1-189,-1-2 1,-1-3 0,-2-6 0,1-4 0,1-3-71,-2-3 1,0-7 0,-2-7 0,-2-3 629,0-3 0,-4-4 0,2 1 0,-1-2 0,-1-5 0,-2 5 0,-1-3 0,0 0 0,-1 6 0,-2 4 0,-1 6 28,-1 4 1,3 5 0,-2 9 0,2 5 474,-1 4 1,2-1 0,-2 5 0,2 2-154,1 0 0,1-2 1,1-1-1,2-1-142,2-2 0,0-2 1,4-1-1,-1-2-86,1 0 0,0-5 1,-1 1-1,1-2-425,0-1 0,0-1 0,1-2 0,1-3 19,0-3 1,-5-5 0,4-2 0,-4-2 204,1-2 1,-4 1 0,0 0 0,0 0 85,-1-1 1,0 7 0,-2 3 9,2 1 0,-1 3 1,4 7-1,-1 3 232,1 6 0,1 4 1,5 5-1,1 1 7,-2 3 1,0 1-1,-1 4 1,0 0-57,-1 1 0,0-2 0,-2 4 0,-1-3-29,-2-2 1,-1-4-1,-3 2 1,-1-3-156,-2-3 0,-3-4 1,-3 0-1,-2-3-477,-2-6 0,-2-2 1,-3-3-1,1-3-64,1-3 1,0-2-1,-4-8 1,1-1-508,0-1 1032,4-1 0,-3-5 0,3-1 0</inkml:trace>
  <inkml:trace contextRef="#ctx0" brushRef="#br0" timeOffset="3498">2644 27 7840,'-25'0'0,"2"0"494,-1 0 0,6 5 0,-4 0 0,2 2-254,3 3 0,-1-2 1,6 4-1,3 0 188,5 1 1,3 1 0,1 3 0,2-1-227,5 1 0,0-2 1,9 2-1,1 0-239,2 1 1,-3 1-1,0 0 1,0 2-139,-1 1 1,2-1 0,-4 1 0,-2-1 89,-4-2 0,-2 0 0,-2 1 1,0-2 157,-1-2 1,-5-1 0,-4-4-1,-2-1-41,-4-1 1,1-6 0,-3 0 0,0-2-605,0-1 0,3-1 0,-1-2 1,3-3-228,0-3 0,1-2 0,3 0 0,3-4 799,2-4 0,2 1 0,2-8 0,3 0 0,3-7 0,1-1 0</inkml:trace>
  <inkml:trace contextRef="#ctx0" brushRef="#br0" timeOffset="3688">2663 95 7840,'5'9'479,"-4"2"1,2 1 0,-1 2-27,1 1 0,-1 2 0,5 6 0,-1 2-192,0 3 0,2 2 0,-1 1 0,1 1-468,2 0 0,-1-2 1,0-4-1,-1-1-606,-2-2 1,-3-9 0,3 2 0,-2-5 812,-2-1 0,-1-5 0,-1 0 0</inkml:trace>
  <inkml:trace contextRef="#ctx0" brushRef="#br0" timeOffset="3847">2654 297 7840,'0'-12'15,"0"-1"0,0 1-13,0 1 1,0 2-1,0-1 1,0 0 312,0 1 1,4 2-1,2 2 1,3-1-290,1 1 1,-1 3 0,1-1 0,0 2-553,-1 1 1,2 0-1,1 0 1,1 0-622,-2 0 1147,-4 0 0,6-5 0,-3 0 0</inkml:trace>
  <inkml:trace contextRef="#ctx0" brushRef="#br0" timeOffset="4198">2847 162 7840,'0'10'194,"0"0"1,1-1-1,1 1 1,1 0 106,-1-1 1,0 2 0,1 1 0,0 2 22,-1 1 1,-1 1 0,-1 3 0,0 0-103,0 1 0,0-1 1,0-1-1,0-1-38,0-1 1,0-6 264,0 3-394,0-9 0,0 4 0,0-11 0,0-5-233,0-4 0,0-3 0,0-4 0,0 0 87,0-1 1,3 0 0,0 0 0,1-2-258,0 1 0,-3 2 0,2-2 0,-1 4-8,2 4 0,-2-1 1,3 1-1,0 1-545,1 2 1,-3 3-1,3 1 901,2-2 0,-3 4 0,2 2 0,0 4 0,-1 2 0,0 5 0,0-1 0,0 3 0,2 1 0,-2-1 157,-1 2 1,4 1 0,-4 3-1,1-1 1,0 1 479,-2 1 0,3 1 1,-3 1-1,0-1-618,0 0 1,0-6-1,-3-2-399,2-2 0,-2-1 1,2-9 67,-2-6 1,-4-7 0,0-8-351,1 0 662,-4-5 0,1-2 0,-5-5 0</inkml:trace>
  <inkml:trace contextRef="#ctx0" brushRef="#br0" timeOffset="4401">3011 95 7840,'0'-10'-139,"0"5"-1160,0-4 1299,0 8 0,4 1 0,1 1 0,5 4 0</inkml:trace>
  <inkml:trace contextRef="#ctx0" brushRef="#br0" timeOffset="4896">3088 85 8015,'0'10'766,"0"-1"0,0 1-267,0 0 1,0 0-1,0 2-195,0 1 1,0 1-1,0-2 1,0 2 102,0 1 0,0 0 1,0 2-1,0-1-286,0 1 1,0 0-1,1 1 1,1-3-123,1-2 1,1 0 0,-3-3-308,2 0 1,-1-2 0,3-2 71,0-6 1,-2-6 0,-3-7-1,0-3 66,0-2 0,3-1 1,0-1-1,-1 1 105,-1 0 0,3 0 0,0-1 0,0 2 88,1 2 1,-1 1 0,-1 3 113,3-1 1,0 5-208,0 4 1,1 8 0,1 3 0,0 4-357,-2 2 1,-3 4 0,4-2 0,0 0-176,2-2 0,1-2 0,-1-3 0,1 0 117,0-2 0,-1-6 0,1-2 484,0-7 0,-4-7 0,-1-1 0,0-3 30,-3-3 1,-1 1 0,-1 3 0,0 2 426,0 1 1,-1 4-1,-2 1 1423,-4 3 0,2 4-1107,-2 4 0,2 4 0,-1 3-542,2 1 1,3 2 0,1-1-311,0 1 0,0-3 0,1-2-211,3-1 0,-2-1 0,4-2-93,2 3 0,-3-3 1,1 2-1,2-2 338,0-1 1,-1 3-1,-2 2 1,1 0 302,-1 2 1,1 3 0,3 3 0,-2 4-44,0 5 0,-4 0 0,3 6 0,-1 3 382,0 2 1,-3-4 0,2 1 0,-3-1-502,-1-2 1,0-5 0,0 0 0,-1-5-493,-3-4 0,2-6 1,-4-1-1,-1-1-1167,2 1 0,-4-5 0,3-1 635,-3-6 1,4-6 0,2 0 927,2 0 0,-4-3 0,0 0 0</inkml:trace>
  <inkml:trace contextRef="#ctx0" brushRef="#br0" timeOffset="5163">3368 56 14960,'9'0'351,"1"3"1,0 2 0,-1 1-233,1 5 1,1 1 0,2 7 0,3 5-102,2 2 1,1 9 0,-1 1 0,0 4-188,-2 1 1,-5-3-1,2 6 1,-3-1-207,-4-2 0,-1-7 1,-5-2-1,0 1-332,0 0 0,-4-3 1,0 2-1,-1-3-455,-3-5 0,0-3 0,-2 2 1162,0-2 0,1 4 0,-1-4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8:14.0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115 203 8055,'-6'-1'153,"0"-2"0,3 2 0,3-5 0,0 0-110,0-1 1,3 0 0,3-1 0,0 1-114,2 2 0,1-2 1,1 2-524,3-2 0,-2 0 0,0 2 593,-3 2 0,0 2 0,0 1 0</inkml:trace>
  <inkml:trace contextRef="#ctx0" brushRef="#br0" timeOffset="500">224 24 8056,'-7'-5'616,"1"2"0,1 4 0,-1 1-48,-1 4 1,-4 4 0,-3 3 0,-2 3-49,-2 2 1,-4 0-1,2 5 1,0 3-13,2 1 0,3 1 0,2-3-322,2 1 1,3 5 0,3-2 0,3 0 0,5 0-152,5 1 0,1-3 0,7 3 1,3-2-310,3-3 1,2-4 0,2-5-403,2-4 1,2-3-1,2-6 1,-2-3-425,-2-5 1,1-3 0,-4-8 0,-2 0 0,1-2 1099,-3 0 0,-6-3 0,0 1 0</inkml:trace>
  <inkml:trace contextRef="#ctx0" brushRef="#br0" timeOffset="833">388 164 7684,'-7'-5'1450,"2"-1"0,1 1 0,6-3-998,3 1 1,1 2 0,8-1 0,2 0-340,4-1 1,4 0-1,1-1 1,2 0-405,0 0 0,-1 0 0,1 2 0,-2-1-577,-2 2 0,-5 4 0,-1-2 0,-3 2-255,-4 1 1,-4 1-1,-1 2 1123,-2 2 0,0 2 0,-3 0 0</inkml:trace>
  <inkml:trace contextRef="#ctx0" brushRef="#br0" timeOffset="1055">629 70 7684,'-8'16'516,"1"-1"1,-1-1 0,0-1 84,0 4 1,0-3-1,1 4 1,0 3-182,1 3 0,0 1 0,4 3 0,0 0-476,1 2 0,1-4 0,1 3 0,3-5-383,3-3 0,2-5 0,4-5 0,1-2 295,1-5 1,1-2 143,2-2 0,-1-10 0,2-3 0</inkml:trace>
  <inkml:trace contextRef="#ctx0" brushRef="#br0" timeOffset="1260">839 109 7671,'-3'12'181,"-2"0"0,-2 3 0,-1 2 791,0 1 1,3-1-1,1 5 1,-1 2-271,1 4 1,0 0 0,-2 2-1,3 4-842,-1 3 1,4-3 0,-3 1 0,2-6-496,1-3 1,0-10 0,0 2 0,1-6-771,2-5 0,0-4 0,3-5 1405,-1-4 0,-3-4 0,1-2 0</inkml:trace>
  <inkml:trace contextRef="#ctx0" brushRef="#br0" timeOffset="1498">816 179 7958,'7'-10'0,"-1"-1"540,-1-1 1,0 5 0,4-1 0,1 1-118,3 0 0,2 2 0,0 1 0,1 0-106,0 2 1,-1 2-1,0 3 1,-1 2 12,-1 2 1,-4 2 0,1 1 0,-3 3-160,-2 2 1,-4 0 0,2 0 0,-3 0-311,-3 0 1,-3-1 0,-6 4 0,0-1-294,-2-2 0,-1-2 1,-2-1-1,-2-2 405,2-1 1,1-4 0,1 2 0,2-2 589,3-1 0,2-1-363,3 2 1,3-2 0,7 2 0,5 0 86,4-1 0,3 3 0,0-2 0,3 1-546,2 0 1,-3 0 0,4-4 0,-3 0-1037,-3-1 1,0-1 0,-4-1-1,-1-2-1405,-1-2 2700,-4-5 0,4-2 0,-3-4 0</inkml:trace>
  <inkml:trace contextRef="#ctx0" brushRef="#br0" timeOffset="1782">1182 211 8025,'-5'0'4835,"3"0"-4674,4 0 1,5 0-1,4 0 1,2 0 0,1-1-255,4-2 0,-1 2 1,3-1-839,-1 1 0,-1 1 931,-3 0 0,4 0 0,1 0 0</inkml:trace>
  <inkml:trace contextRef="#ctx0" brushRef="#br0" timeOffset="2569">1540 94 7671,'0'-16'-146,"0"4"1,0 2 1448,0 1-810,0 5 0,0 1 0,0 7 0,0 3-277,0 6 0,-3 2 0,0 4 0,1 4-134,-2 5 1,3 3 0,-4 2-115,2 1 0,-2 2 0,2-1 1,0-2-1,1 1-794,-1-1 0,1-6 0,2 0 63,0-7 1,2-10 0,2-11 762,0-6 0,0-6 0,2-8 0,0-6 0,-1-9 0</inkml:trace>
  <inkml:trace contextRef="#ctx0" brushRef="#br0" timeOffset="2811">1571 94 7861,'0'6'1475,"0"6"-1186,0 5 1,2 7 0,2-1-1,0 5 45,2 5 0,1-1 0,1 0 1,0-3-229,-1-3 0,2-10 1,1 2-1,0-6-124,-1-5 0,1-5 0,-1-7 0,0-6-219,1-6 0,-3-3 0,2-3 1,-2-1 40,-2-2 0,-2 2 0,1-2 0,0 2-280,1 0 1,-3 4-1,3 3 1,-1 2-502,0 2 0,-1 5 977,2 0 0,0 4 0,3 7 0,0 1 0</inkml:trace>
  <inkml:trace contextRef="#ctx0" brushRef="#br0" timeOffset="3048">1820 179 7671,'0'17'414,"0"-1"1,0 2-89,0-1 1,0-5 0,0 4 0,1-2-92,1 1 1,0-2 0,3-1-1,0-1 57,0-1 1,2-5 0,-2-2 0,2-3-316,0 0 0,1-7 1,0-3-1,0-4-2,0-1 1,-2-4 0,1-1 0,-3-1 29,-1 0 1,0 3 0,-3-1 0,-1 2 64,-2 2 0,2 2 0,-4 0 0,-2 3-89,1 1 1,-2 1 0,0 1 0,0 2-644,0 3 0,1 1-506,-1 1 1,4 3-1,2 2-6,4-1 1174,2 3 0,4-3 0,-1 4 0</inkml:trace>
  <inkml:trace contextRef="#ctx0" brushRef="#br0" timeOffset="3255">2045 39 7671,'5'5'399,"-3"2"1,2 1 0,-2 3 0,0 2 165,-1 2 1,-1 4 0,1 5 0,1 2-447,0 3 0,1 1 1,-3 1-1,0 0-341,0 0 0,0 1 1,0-2-1,-1-2 67,-2-2 0,2-8 0,-2-4 0,0-3-2392,-3-4 2547,-1-5 0,0-2 0,-1-4 0</inkml:trace>
  <inkml:trace contextRef="#ctx0" brushRef="#br0" timeOffset="3458">1983 319 7671,'3'-13'0,"-1"1"0,1 1 324,0 2 0,-1 0 0,3 1 0,1 0 61,1 1 1,1-1-1,1 0 1,1 0-452,3 1 1,0 0 0,1 1 0,1 0-338,2 0 0,-2 2 0,5-1 1,0 0 324,0 0 0,-2 2 78,3 3 0,-4 0 0,2 0 0</inkml:trace>
  <inkml:trace contextRef="#ctx0" brushRef="#br0" timeOffset="3662">2388 109 7671,'-5'1'627,"3"2"0,0 2-78,0 2 1,1 1 0,-2-1 0,2 2-261,1 2 0,1 1 1,2 3-1,1 2-114,0 4 0,3-2 0,-2 6 0,2 1-566,-2 1 0,1 1 1,-3-1-1,1-2-536,-1-4 0,0-3 0,-3-1 320,0-3 0,0-7 0,0-7 0,-1-6 607,-2-3 0,-5-7 0,-4-4 0</inkml:trace>
  <inkml:trace contextRef="#ctx0" brushRef="#br0" timeOffset="3869">2372 187 7671,'0'-15'149,"3"-1"0,-1 1 0,1 2 111,0 0 1,2 2-1,3-2 1,2 0-18,0 1 0,2 1 0,-3 4 0,2 2 137,1 2 0,-2 2 0,0 1 0,-1 1-53,-1 2 1,-4 2 0,-1 5 0,-2 3-121,-1 2 1,-4 1-1,-1 2 1,-3 0-286,-2-1 1,1 0 0,-1-3-1,1 0-233,1-1 1,0-6 0,1 0-1,-1-2 311,0-1 0,4-2 0,0 2 0</inkml:trace>
  <inkml:trace contextRef="#ctx0" brushRef="#br0" timeOffset="4451">2621 172 7374,'-1'-5'943,"-1"3"1,2-2-725,0 2 1,2-1-1,4 3 1,3 0-146,0 0 0,3-1 0,0-1 0,1 0-126,0 0 1,-3-2 0,2-1 0,0 0-102,-3 0 0,-1 3 1,-3-4 85,-2 0 1,-3 0 0,-3 1 0,-3 2 37,-3 3 1,-6 0-1,-3 3 1,0 3 201,2 4 1,0-1-1,1 4 1,0 2 24,2 2 1,2 0 0,4 3 0,1-1-50,1-1 1,3 1 0,0-2 0,4-2-584,3-1 1,3-4 0,2-1 0,3-2-295,2-2 1,-2-4 0,0-1 0,1-5 727,1-4 0,0 0 0,1-9 0,-1 1 0</inkml:trace>
  <inkml:trace contextRef="#ctx0" brushRef="#br0" timeOffset="4714">2785 148 8124,'4'4'259,"-1"0"0,-3 4 1,1 0-59,2 3 0,-2-2 0,1 4 0,-1 2 35,-1 2 0,0 1 0,0 2 0,0-1-144,0 1 1,0-4 0,0 0-1,-1 0 95,-1-2 0,1-4 1,-3 0-195,1-4 1,2-7 0,-1-7-35,1-4 0,1-4 0,0-1 1,0-2-81,0-1 1,0 0 0,0-1 0,1 2-253,1 0 1,2 3-1,4-2 1,1 1-159,1 2 1,0 3 0,3 1 0,1 2 86,4-2 1,-2 5 0,2-1 443,-1 3 0,2-5 0,1 0 0</inkml:trace>
  <inkml:trace contextRef="#ctx0" brushRef="#br0" timeOffset="4931">3073 0 7404,'-8'0'118,"0"3"1,0 0 0,0-1 385,1 2 0,-4 0 0,1 4 0,0 0-90,2 3 0,0 2 0,0 5 1,0 3-69,1 1 0,2 2 0,3 1 1,1 2-151,1 1 0,0-2 0,1 1 0,1-1-116,4-1 0,-2-8 0,1 3 1,1-2-1900,1-2 1,0-5-1,-1-4 1053,-1-3 1,-3-2 0,0-5 765,-1-2 0,-4-5 0,-1-2 0</inkml:trace>
  <inkml:trace contextRef="#ctx0" brushRef="#br0" timeOffset="5152">2956 296 7446,'-4'-8'-68,"3"3"1,-4 0 533,2-1 0,0 2 1,4-2-119,2 0 1,1 2 0,4 0 0,0-1-802,-1 1 0,4 1 1,0-1-1,0 0-616,1-1 0,1 4 1069,-3-2 0,4-1 0,-2 0 0</inkml:trace>
  <inkml:trace contextRef="#ctx0" brushRef="#br0" timeOffset="5481">3150 218 7406,'8'0'-80,"0"0"1,0 0 323,0 0 0,-1 0 1,0-1-1,-1-1-167,0-3 1,-2-3 0,2-2 0,-2 0-1,0 0 0,-2-1 1,-2 1-1,0 0 44,0 2 1,-3 0 0,-2 1-1,-2 2 192,-1 2 0,-2 2 0,-2 2 0,1 2-143,0 2 1,0 3 0,2 2 0,0 3-106,2 2 0,2 0 0,-1-2 0,2 1-296,0 3 1,2-2-1,3 3 1,1-1-343,3-2 0,3-3 0,3-1 0,2-3 80,5-3 0,1-2 0,2-4 0,0-5 493,1-4 0,0-5 0,1-3 0,-3-2 0,-1 0 0,-4-2 0,-2 2 0,-3 0 14,-1 2 0,-5 1 0,-1 3 0,-4 1 201,-4 2 1,-1 6 0,-7 3 0,0 1 246,1 1 0,-3 3 0,3 2 0,-1 3 371,0 3 1,4-2 0,-2 3 0,3 0-587,0 0 0,3 2 1,0 4-1,2 0-327,1-1 0,1 0 0,2 1 0,2 1-807,2 0 1,3-1 0,2-1 566,3-3 1,2-4 0,0-5 0,1-3 0,0-4-2189,2-3 2508,-5-9 0,9-2 0,-6-7 0</inkml:trace>
  <inkml:trace contextRef="#ctx0" brushRef="#br0" timeOffset="5720">3446 109 8352,'-5'1'1018,"1"3"0,0 3-714,2 2 1,2 6 0,0 0 0,0 4-374,0 3 0,0 0 0,2 4 0,2 0-533,0 0 0,-1 0 0,1-3 0,-1-2 25,-1 0 577,-1-4 0,-5 2 0,0-3 0</inkml:trace>
  <inkml:trace contextRef="#ctx0" brushRef="#br0" timeOffset="5936">3376 296 8565,'4'-8'415,"-3"3"0,4 1 1,2 0-34,-1-1 0,3 3 0,1-4 0,3 0-224,2-1 1,4 0-1,2-1 1,1 1-657,2 2 1,-3-2 0,-2 3 0,0-1 157,-1 3 340,-5 1 0,1 1 0,-2 0 0</inkml:trace>
  <inkml:trace contextRef="#ctx0" brushRef="#br0" timeOffset="6281">2271 716 7066,'-3'-7'122,"1"-1"0,-4 1 0,0 1 0,-3 1 419,-1 2 0,-4 0 0,2 3 0,-1 0-216,0 0 1,0 4 0,-3 2 0,1 3-99,-1 4 1,3 2-1,1 2 1,2 1-259,3 2 0,-1 4 0,4 0 0,-1 1-246,3 0 0,4-2 0,4 2 245,1-4 0,4 0 1,3-4-1,2-4-746,2-1 1,1-2 0,-1-5 0,2-2 0,1-3 777,0-3 0,-1-4 0,0-3 0,-1-7 0,-3 0 0</inkml:trace>
  <inkml:trace contextRef="#ctx0" brushRef="#br0" timeOffset="6547">2341 825 7671,'-8'8'0,"3"0"0,1 1 0,-1 1 403,1 3 1,2 2-1,-3 3 1,2 1-105,1 1 0,2-3 0,4 1 0,2-2-335,4-3 1,4-2 0,-1-4 0,1-2-171,2-2 1,-3-7 0,0-4-1,0-4 47,-1-2 1,-1-6-1,-3-1 1,-1-3 102,-2-2 1,-1-1 0,-5 3-1,-2-1 238,-2 3 1,-2 4 0,-2 1 0,-1 5 135,-3 5 1,1 1-1,-1 1 1,0 3-361,1 1 1,1 2 0,3 0 0,0 3 23,0 0 1,4 1 0,1 3 0,3 0-901,3 0 1,5 0-1,4 2 1,2 0 917,1 0 0,-1-2 0,5 0 0</inkml:trace>
  <inkml:trace contextRef="#ctx0" brushRef="#br0" timeOffset="6777">2613 724 7671,'0'8'170,"0"1"1,0 1-1,-2 3 46,-1 2 1,1 1 0,2 1 0,0 2 116,0 1 0,0 1 0,1 1 0,0-1-270,2-3 0,0-3 0,-1-1 0,1 0-72,-2-3 0,0-1 0,-2-3 0,-1 1-214,-3 0 0,-3-3 0,-2-1 0,0 1-468,0-1 1,-2-2 690,-1 0 0,-1 3 0,-2-1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8:22.1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32 108 7671,'0'-10'70,"-1"1"1,-1 1 241,0 2 1,-2 3 102,2-2 1,1 5-203,-2 2 1,2 3-1,1 9 1,1 4-22,2 4 1,0 3 0,3 5-1,-1 1-170,-2 1 0,2-4 0,-2 5 0,-1 1-311,2 0 0,-3-6 0,1-1 1,-1-3-371,-1-2 0,0-8 1,-1-2 102,-1-5 1,-3-10 0,-2-7 555,2-4 0,-2-7 0,3-2 0,-1 0 0,1-2 0,0 1 0,-1-1 0,2 1 0,2-1-63,0 3 1,1 0-1,0-1 1,0 0 194,0-1 0,1 6 0,1 2 0,4 0 203,4 2 1,-1 1 0,3 1-139,0 4 0,1 1 1,-3 5-1,-1 0 0,0 1-66,-1 1 1,-1 4-1,-2 1 62,-2 2 0,-3 3 1,0 1-1,0 2-74,0 0 1,0 1-1,-3 1 1,-2-1-167,-2 0 1,-1 2 0,0-4 0,0 0 0,1-1-237,-1 1 1,1-6 0,1 1-1,2-2-1892,0-1 2175,2-2 0,2-2 0,0-4 0</inkml:trace>
  <inkml:trace contextRef="#ctx0" brushRef="#br0" timeOffset="298">374 15 7671,'-12'-3'0,"1"1"0,0-1 121,-2 0 1,1 2 0,-1-1 0,2 4 220,2 3 0,0 2 0,1 1 0,1 3-86,2 2 1,2 1-1,3 3 1,0 1-113,0 3 0,3-1 0,2 0 0,2 1 56,1-1 1,-1-1 0,-1-3 0,-1-1-92,1 1 1,-2-1 0,-2-3-1,-1-1-707,-1-2 0,-1-2 0,-1 1 466,-3 0 1,-2-1 0,-1-2-1,0-2-459,0-3 1,0 0 7,1 0 0,2-3 0,3-2 0,1-2 583,1-1 0,3-1 0,3-1 0,0 1 0,2-2 0</inkml:trace>
  <inkml:trace contextRef="#ctx0" brushRef="#br0" timeOffset="631">398 147 7671,'-4'-4'959,"2"-2"-667,-3 3 0,3 5 1,0 5-1,1 3-216,1 2 0,0 2 1,0 3-1,1 2-39,1 1 0,3-2 1,3 2-1,-1 0 14,1 0 1,2-5 0,2-1 0,-1-1-333,0-4 0,0-4 0,-1-3 1,0-4 107,0-3 0,-1-3 0,-2-3 1,0-4 134,-2-2 0,0-2 0,-4 2 0,2-1 15,-1 4 1,-1-2 0,-1 4 782,0 0-548,0 4 0,0 6 1,0 4-1,0 3-297,0 2 1,0 5 0,0 0-1,2 1-364,1 0 1,0-3 0,-1 3 0,1 0-215,2-1 0,-3-1 663,4-3 0,-1 0 0,3 0 0</inkml:trace>
  <inkml:trace contextRef="#ctx0" brushRef="#br0" timeOffset="941">647 256 7671,'2'-8'65,"1"0"0,2 3 1,-2 0-1,1-1 169,-1-1 0,3-2 0,-3 0 0,0-2-69,1-1 1,1 1 0,-2-2 0,-2-1-58,0 0 0,-1 1 0,0 1 0,-1 0 31,-1-1 0,-3 7 1,-2-1-1,-2 2-119,-1 4 0,0 3 0,-2 4 0,0 4-15,0 3 1,4 5 0,-1 3 0,2 2 73,1 3 0,3-1 0,0 2 0,3-1-58,0-1 1,0-5 0,3 2-1,3-2-73,4-3 0,0-5 0,5-4 1,1-1-604,0-3 1,1-3 0,-2-2 0,2-4-5,1-3 1,-1-4 0,0-1 658,-3-2 0,0-4 0,-2-1 0</inkml:trace>
  <inkml:trace contextRef="#ctx0" brushRef="#br0" timeOffset="1799">958 108 7671,'-1'-4'345,"-1"0"245,0 1 0,-4 1 145,0-3 1,0 3-633,-2 0 0,3 4 1,0 3-1,2 2 15,1 1 1,1 3 0,1 2 0,1 2 87,2 1 0,0-1 0,3 1 0,-1 0-650,1 2 1,0-1 0,0 1 0,-1-2 252,-2 0 1,0 0 0,-3-2 0,-1 1 344,-2 0 1,-4-3 0,-4 2 0,-1-1-186,-2-4 0,0-1 0,-1-2 0,1-2-192,1 0 0,4-2 0,-2-2-431,3 0 1,3-3 0,3-2-1095,1-2 1748,4-1 0,5 0 0,4 0 0</inkml:trace>
  <inkml:trace contextRef="#ctx0" brushRef="#br0" timeOffset="2164">1036 217 7947,'-3'9'0,"0"1"458,-2 3 1,3-1 0,-3 1 0,2 1-219,1 1 0,1 0 1,1 0-1,1-1-118,2-1 0,1-4 1,4 1-1,1-4-146,1-4 1,-1-1 0,4-2 0,-2-2-50,-2-5 1,0 0 0,-1-5 0,-1-1-186,-2-1 0,-2-1 0,-3-1 0,0 1 133,0 1 0,-3 1 0,-2 0 0,-2 0-32,-1 1 0,0 6 1,1-1-1,0 2-9,0 2 0,3-1 0,-4 4-445,1-2 0,4 1 0,0 5 611,2 2 0,1 2 0,0 1 0</inkml:trace>
  <inkml:trace contextRef="#ctx0" brushRef="#br0" timeOffset="2472">1199 155 7671,'4'3'83,"1"-1"0,-4 3 256,2 1 1,2 1 0,-2 2 0,-1 1-93,2 3 1,-3 0 0,2 2 0,0 2-31,-1 2 0,1-1 1,-3 2-1,1 1-370,1 1 1,-1-3 0,2 4 0,-2-3-21,-1-3 0,-3-3 0,0-3 0,-1-1 166,1-3 1,-1-5 0,3 0 15,-2-4 0,0-3 0,3-4 0,0-3-16,0 0 1,0-2-1,1-3 1,1-2-283,1-1 0,3 3 0,-1-1 0,2 0-94,1 0 1,-1 4 0,1 0 0,1 1 101,1 1 1,-1 4 0,2-1 0,-1 1 280,1 2 0,-1 0 0,5-5 0,1-1 0</inkml:trace>
  <inkml:trace contextRef="#ctx0" brushRef="#br0" timeOffset="2805">1401 147 7425,'-8'1'-37,"-3"2"0,3 1 0,-3 4 1,3-1 621,0 1 0,1 1 0,1 0 0,2 3-219,0 0 1,-1 1-1,2 1 1,2-1-337,0-2 0,4-3 0,2 0 0,2 0-146,1 0 1,0-4 0,1-1 0,0-3 29,1-3 0,3-2 0,-2-5 0,-2-1-195,0-1 0,-1 2 0,-1-3 0,-1 0 289,-1 1 1,-2 0-1,1 5 313,-1-1 1,0 4-327,-3 4 0,0 5 0,0 5 0,0 3-356,0 2 1,0-1 0,0-1-1,0 2-174,0-1 1,0-3 0,0 1 534,0-1 0,3 0 0,2-3 0</inkml:trace>
  <inkml:trace contextRef="#ctx0" brushRef="#br0" timeOffset="3135">1526 194 9380,'0'8'247,"0"-1"1,0 2-1,0 1 1,0 3-212,0 2 0,3 0 0,-1-1 0,1-2-18,0-1 0,-2-1 0,3-2-387,-1 0 0,0-5 0,3-3 160,0-4 0,-4-7 1,3-4-1,-1-3 174,0-2 1,-1 3 0,1-1 0,0 1 156,1 2 0,-1 2 0,2 3 174,-1 1 0,1 6 0,0 3-56,0 4 0,-2 8 1,-2 2-1,1 4-385,1 2 1,-2-2-1,1 2 1,-2 0-335,-1 0 0,2-3 0,2 1 1,-1-4-546,1-4 0,2-5 1024,-1-2 0,5-6 0,2-1 0</inkml:trace>
  <inkml:trace contextRef="#ctx0" brushRef="#br0" timeOffset="3444">1759 77 7671,'4'-4'-658,"0"0"1224,4 4 0,-4 1 0,0 2-102,-1 2 0,-2 2 0,3 1 0,-2 0-213,1 3 1,0 0-1,-1 2 1,1-2-182,-2 0 1,1-2 0,0 1-1,0-1-3,0-1 1,-1-3 0,-1 0-291,0 1 0,-1-1 1,-2-1-1,-3 0 42,-3 0 1,-1 2 0,-2 1 0,0 1 239,0 0 0,3-3 1,-2 0-1,2 1 148,-2 1 1,3-1 0,-3-1 24,3 1 0,3-2-450,3 1 1,2-2-1,2 1 1,4 0-4,4-3 0,-1 0 0,4-1 1,1 0-1022,1 0 1,-2-3-1,-1-2 1242,-1-2 0,6-5 0,0 0 0</inkml:trace>
  <inkml:trace contextRef="#ctx0" brushRef="#br0" timeOffset="3717">1876 163 7671,'-1'7'237,"-1"1"1,0 1 0,-2 0-1,-1 3 239,1 0 0,2 0 0,0 2 0,1-1-53,1 0 0,0-1 0,0-1-233,0 0 1,1-2-1,1 0 1,3-3-277,2-3 1,1-6 0,0-2 0,0-2-69,-1 0 0,0-5 0,-1-1 1,-1-1-24,-2-2 0,0-2 1,-3 0-1,0 0 61,0 2 1,-3 1-1,0 2 1,-1 2-166,1 0 0,-2 2 1,1 0-1678,0 3 1260,-1-1 1,1 6 697,4-2 0,4 2 0,3-2 0,1 2 0,0-2 0</inkml:trace>
  <inkml:trace contextRef="#ctx0" brushRef="#br0" timeOffset="3978">1977 69 7658,'8'-4'32,"0"1"1,-3 2-1,0 1 1,0 1 211,0 2 1,1-1-1,-4 3 1,1 2 152,0 2 1,-2 3-1,2 4 1,-2 0-173,-1 3 1,2-2 0,1 3 0,-1-1-145,-1-2 0,-1-1 0,0-1 0,0-2-211,0-2-135,0-3 0,2-7 0,1-4 1,-1-6-62,2-4 1,-2-5-1,3-3 1,0-2 87,-1-3 0,3 4 0,-3 0 0,2 1 197,-1 1 0,-3 5 0,4 1 0,-1 4 250,-1 3 1,0 5 0,-1 0 26,2 4 1,-1 3 0,-1 4 0,0 3 299,-1 0 0,2 1 0,-2 5 0,0 0-318,0-1 1,1 2 0,1-1-1,-1 0-215,1-2 1,1-1 0,-2-2-1,1-3-349,-1-1 1,1-2-1,-2-2 134,3-2 1,0-7 0,-1-4 0,0-4 120,-3-3 1,4-1 0,0-1 0,2-2 265,1-1 0,0 5 1,2 0-1,1 3-49,1 3 0,-2 1 0,3 3 1,-1 3 81,0 4 1,-2 3 0,3 5-1,0 1-216,-1 1 0,-2 2 1,-4 2-1,1 1-342,-1 1 0,-3-5 0,1 3 1,0 0 1,-2-2 0,-1-4 0,-1 1 348,0 0 0,3-2 0,1 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8:32.7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21 302 7671,'-1'-4'736,"-1"1"-173,-3 0 0,2 3-1746,-2-3-374,3 3 1557,-1 0 0,3 0 0</inkml:trace>
  <inkml:trace contextRef="#ctx0" brushRef="#br0" timeOffset="317">145 62 7744,'-4'-4'367,"3"1"-199,-4 3 1,4 1 0,-1 2-1,1 4-38,1 4 0,0 2 1,0 4-1,0 4-24,0 3 0,0 7 1,0 2-1,0 3-345,0 0 0,-3-3 1,1-4-1,1-1-340,0-4 0,1-7 1,1-1-355,1-5 933,-1-7 0,8-4 0,-1-4 0</inkml:trace>
  <inkml:trace contextRef="#ctx0" brushRef="#br0" timeOffset="583">268 110 7793,'-7'7'0,"0"1"88,0 1 0,0-1 0,-2 3 0,0 0 189,1-1 1,0 0 0,1 2-1,1 1-10,2-1 1,0 1-1,2 0 1,0-2-223,1-2 0,0-1 0,2-2 0,1-1-228,2 0 0,0-4 1,1 2-1,0-3-15,1 0 1,2 0-1,0 0 1,1 0-120,0 0 1,-2 0 0,1 0 0,0-2-139,2 0 1,-3 0 454,0 2 0,-2-3 0,5-1 0</inkml:trace>
  <inkml:trace contextRef="#ctx0" brushRef="#br0" timeOffset="843">392 254 7753,'4'0'88,"1"0"1,-1-1 30,0-1 0,1 1 1,-1-4-1,-1 0 13,0-1 1,1-2 0,-1 0 0,0-2-70,0-1 0,0 0 1,-3-2-1,0 0-4,0 2 0,-1 3 0,-1-2 1,-3 3 23,-1 0 0,-1 2 0,0 2 0,0 0-18,0 1 0,1 2 1,-1 2-1,0 3-20,0 1 0,2 1 1,2 0-1,0 3 21,1 1 1,1 2 0,1 1 0,0 0-78,0 2 0,0 0 1,1 1-1,1 1-301,3-1 0,1-2 0,1 1 0,0-3-229,0-2 1,-1 0 0,1-1 0,1-3 540,1-4 0,0-2 0,1-2 0,0-1 0,2-5 0,-1-4 0</inkml:trace>
  <inkml:trace contextRef="#ctx0" brushRef="#br0" timeOffset="1199">501 165 7753,'-6'3'0,"1"-1"0,1 2 0,0 2 111,1 0 1,1-2-1,0 1 1,1 0 85,1 1 0,0-1 1,0-1-1,0 2-224,0 0 0,3-2 0,2-1 0,3-1-73,1 0 0,1 1 0,-2-3 1,2-1-188,1-2 0,-2-1 0,2-4 0,-1-2 151,-2 2 0,0-3 0,-1 0 0,0-2 181,-1-1 0,1 3 0,-1 2 0,0 2-68,-2 0 0,-1 1 0,1 2 181,1 4 1,-1 7 0,1 7 0,0 3 203,1 3 1,1 4-1,-1 3 1,0 3-196,-2 1 1,0-2 0,1-1-1,-2-3 127,0-2 0,-3-6 0,3 1 0,-3-2-47,-3-3 0,-1-4 0,-5-3 0,0-2-549,1-3 0,-3 0 0,1-1 1,-2-1-341,1-1 1,2-4-1,-1-4 1,1-1-757,0-1 1398,0 2 0,-1-6 0,-1 2 0</inkml:trace>
  <inkml:trace contextRef="#ctx0" brushRef="#br0" timeOffset="1582">927 124 7750,'-7'-4'271,"-3"0"1,0 3 0,-3-2-25,0 2 0,3 0 1,-3 1-1,2 0-101,3 0 0,0 0 0,2 1 0,1 1 206,0 3 1,4 2-1,-2 1 1,3 2-433,3 1 1,-2 1 0,4 3-1,1 2-63,2 0 0,0-1 1,1 2-1,-1-1-2,-2-2 0,0 0 0,-1 0 0,-2-1 62,0-1 0,-2-3 0,1 1 1,-2-1 7,-2-2 1,-2-3-1,-3-1 1,0-1-193,-3-1 0,3-1 0,-2-1 0,1 0-159,1 0 0,1-4 0,1 0 0,1-2 426,1-1 0,1-1 0,2-1 0,0-2 0,0-2 0</inkml:trace>
  <inkml:trace contextRef="#ctx0" brushRef="#br0" timeOffset="1860">941 110 7750,'0'7'211,"1"-2"0,0 1 0,1 2 173,0 0 1,-1 0 0,-1 0 0,0 2-256,0 1 0,0 0 0,2 3 0,0 1-290,0 1 1,1-1 0,-1 3 0,0-1-514,1 1 0,-2-2 0,1 0 0,-1 0-339,-1-3 1013,0-4 0,-3 1 0,-1-3 0</inkml:trace>
  <inkml:trace contextRef="#ctx0" brushRef="#br0" timeOffset="2126">913 268 7750,'3'-7'27,"-2"0"1,2 1-1,-1 1-68,1 0 0,0 1 1,-1-3-1,2 0-126,0 0 1,2 0-1,-2 1 1,2 1-144,1 0 0,0 1 0,0-3 310,0 0 0,0 3 0,0 1 0</inkml:trace>
  <inkml:trace contextRef="#ctx0" brushRef="#br0" timeOffset="2394">1030 138 7788,'2'4'0,"1"1"169,-2 0 0,1-1 0,-1 0 0,1 2 147,0 0 1,1 1-1,0 0 1,0 3-77,0 1 1,0 2 0,-1 1 0,1 2-136,1 3 0,-3-2 1,1 1-1,-1-1-119,-1 1 0,0-3 0,0 0 0,0-2-83,0-1 1,0-5 0,-1 0 20,-1-1 1,1-2 67,-1-6 1,1-3 0,1-4 0,0-2-156,0-2 0,0-2 0,1-1 0,1-2-27,0-2 0,3 2 1,-1 0-1,1-1-169,-1 2 0,1-1 0,1 4 0,-1-1 44,0 2 1,-1 6 0,3-1 0,-1 1 75,-1 2 1,1 2 238,-1-2 0,1 4 0,1-2 0</inkml:trace>
  <inkml:trace contextRef="#ctx0" brushRef="#br0" timeOffset="2668">1174 179 7604,'0'7'-82,"1"2"1,0 0-1,2 0 323,-2 1 1,0 1 0,-1 2 0,0-1-338,0-1 0,0-2 0,1 2 0,0-1-540,2-2 0,-1-4 636,-2-4 0,0-6 0,3-8 0,1-3 0</inkml:trace>
  <inkml:trace contextRef="#ctx0" brushRef="#br0" timeOffset="2985">1215 90 7703,'0'-7'-61,"0"0"1,0 2-5,0 1-377,0 2 0,0 0-253,0 4 695,0-1 0,3 5 0,1-2 0</inkml:trace>
  <inkml:trace contextRef="#ctx0" brushRef="#br0" timeOffset="3316">1284 96 7929,'-2'7'1133,"-1"0"-994,2 0 1,0 0 0,1 0 0,0 0 76,0 2 1,0 0 0,0 2 0,0 2-114,0-1 0,0 3 0,0 0 0,0 2-263,0 1 0,2-3 0,1 0 1,-2-2-31,0-2 1,-1-4-1,1-1 1,0-3-2,2-4 0,-1-3 0,-2-6 0,0-4 53,0-3 1,1-4-1,0-1 1,1-1-44,0 1 1,1 3-1,-1 2 1,1 1 294,0 3 1,-2 1 280,4 3 1,-1 5 0,0 2-238,-2 5 0,0 6 0,-1 3 1,2 1-255,-2 0 0,0 2 0,0-1 0,0 2-310,2-1 0,0-5 1,-2 3-1,2-2 120,1-3 0,1-3 1,1-3-1,0-5 286,1-4 0,-2-2 0,8-11 0,-2-2 0</inkml:trace>
  <inkml:trace contextRef="#ctx0" brushRef="#br0" timeOffset="3663">1462 62 7925,'-6'3'492,"1"-1"1,1 2 0,0 2-176,1 0 1,1-1 0,-1 1 0,1 2-156,-1-1 1,1 4 0,2 0 0,0 0-333,0 1 1,1-3 0,1 1-1,3 0-40,1-1 0,1-5 1,0-1-1,-1-3-129,1 0 0,0 0 1,0-3-1,0-1-148,0-2 0,-1-1 1,-1 0 994,0 0 1,-3 3 32,3 2 1,-3 7 0,2 5 0,-1 5-177,-2 6 1,0 3-1,-1 6 1,0 2-43,0 2 0,-3-4 0,-1-2 1,0-1-295,-1-1 0,0-5 0,-1-2 1,-1-4-595,0-4 1,0-6 0,-1-3-1,0-2-241,-1-2 1,-1-3 805,1-7 0,-2 1 0,-3-6 0</inkml:trace>
  <inkml:trace contextRef="#ctx0" brushRef="#br0" timeOffset="3962">1874 138 7750,'-7'3'15,"3"-3"1,-1 3 0,0 0 129,-1-1 0,-1 3 0,0-2 0,0 0 20,0 3 0,1 1 0,-1 2 0,2 3-72,0 3 1,4 4-1,-1 3 1,2 1-68,2-1 1,2-1 0,3-1 0,3-2-77,1-2 0,0-5 0,0-4 0,1-4-76,1-2 1,-2-5-1,-1-1 1,-2-4 38,-1-5 0,1-3 0,-6-3 0,0-1 76,-2 1 1,0 0 0,-3 1 0,-1 1 111,-2 2 1,-1 0 0,-1 5 0,0 2 26,-1 1 0,-3 4 0,3 2 0,0 1-195,-1 1 0,3 1 0,-1 1 0,3 3-414,0 1 1,2 1 0,0 0-1,3-1 131,0 1 1,3 0 0,1-1 349,2-1 0,4 1 0,1-2 0</inkml:trace>
  <inkml:trace contextRef="#ctx0" brushRef="#br0" timeOffset="4268">1984 192 7718,'0'10'0,"0"2"24,0 1 1,0 1-1,0 2 1,0 0 270,0 2 0,0-2 0,-1 2 0,0 1-151,-1 1 0,-1-2 0,3-1 0,0-2-99,0-2 0,0-3-102,0-1 1,1-5-1,1-5-80,0-5 0,2-3 0,-1-4 0,0-2-7,1-2 1,0-2-1,-1-2 1,1-1 104,1 0 1,-1 4-1,1-3 1,0 2 100,1 2 1,0 2 0,0 5 0,-3 0 91,0 1 0,3 5 0,-2 3 1,-1 6 75,0 6 1,-3 4-1,0 4 1,0 3-195,0-1 0,3 1 0,-1 0 0,0 1-369,-2-1 0,0-3 0,1-2 0,1-2-326,0-5 1,1-4 0,-1-4 658,3-1 0,-2-7 0,3-5 0,-2-7 0</inkml:trace>
  <inkml:trace contextRef="#ctx0" brushRef="#br0" timeOffset="4569">2197 76 7750,'0'7'100,"0"0"1,0 2 0,-1 0 187,-1-1 1,1 3-1,-1 0 1,0 2-462,0 1 1,1 1 0,-1 1 0,1 2-29,1 2 0,0-3 1,0-1-1,1-1-786,1-2 987,-1-5 0,5 4 0,-2-4 0</inkml:trace>
  <inkml:trace contextRef="#ctx0" brushRef="#br0" timeOffset="4868">2252 247 7780,'4'0'248,"1"0"1,-3 0 0,3 0-521,0 0 1,-1 0 0,1-3-54,0-1 1,1-2 0,0-1-1,-1 0 325,0 0 0,3-3 0,2-1 0</inkml:trace>
  <inkml:trace contextRef="#ctx0" brushRef="#br0" timeOffset="4869">2396 124 7750,'-2'9'222,"-1"1"1,0 1 141,0 1 0,-1 2 0,3 2 1,-1 4-146,0 2 1,1 5-1,-1-1 1,0 1-182,0 0 0,2-4 0,2 0 0,1-3-386,1-1 1,0-6-1,3-3 1,0-4 26,0-1 1,-2-2 0,1-4 320,-1-1 0,6-5 0,-4-4 0</inkml:trace>
  <inkml:trace contextRef="#ctx0" brushRef="#br0" timeOffset="5171">2616 0 7318,'-7'0'131,"2"1"317,1 1 1,2 0 0,0 2 0,1 3-120,1 1 1,0 3-1,1 5 1,0 3-229,2 4 1,1 4 0,-1 4 0,0 2-20,0 1 1,2-2 0,-3 3-1,0-5-13,2-2 0,-4-6 0,3-5 0,-2-4-144,1-7 1,-1-2-1,2-8-208,0-2 0,-1-5 1,2-5-1,-1-2 7,1-2 1,-1-4 0,0-1-1,1-1 43,0 1 0,0-1 1,1 4-1,-1 2 43,-1 3 0,0 7 489,-1 3 0,-1 7 1,1 7-1,-1 4-128,-1 4 0,-1 0 0,0 4 1,-1 0-261,0 1 1,1 0 0,1 0 0,0-2-335,0-2 1,3-2 0,2-2-1,1-3 95,1-2 1,0-3 0,3-3 0,1-5 327,2-5 0,-2-5 0,1-4 0,-4-3 0,2-7 0</inkml:trace>
  <inkml:trace contextRef="#ctx0" brushRef="#br0" timeOffset="5474">2822 103 7750,'-1'-4'146,"-2"0"256,-1 1 0,-2 1 0,-1 2-74,0 0 1,3 0 0,-1 2 0,0 2-21,2 2 0,-3-1 0,4 5 0,0 0-274,-1 1 0,2 0 0,-1 0 0,3 2-143,1 0 0,4 0 1,-2-2-1,3-2-40,2-1 0,-1-2 1,2-2-1,-1-1-233,0-2 1,0-5 0,-2 0 0,0-3 206,0-2 1,0 1 0,-1-1 0,-2 1 291,-1 2 1,0 1 222,-1 0 0,0 5-275,-2 0 1,0 3 0,0 4-1,0 2-37,0 0 1,0 1 0,1-2 0,1 1-728,0 0 0,1-5 0,-1-1-226,3-3 1,-1-5 924,0-2 0,1-7 0,2-1 0</inkml:trace>
  <inkml:trace contextRef="#ctx0" brushRef="#br0" timeOffset="5783">2945 103 6399,'5'1'1029,"-1"1"1,-2 2-1,1 3 1,-1 1-830,0 1 0,3 2 0,-3 4 1,1 2-75,0 1 1,-3 1 0,3 3 0,-3 2-82,0 0 1,0-4-1,-3 0 1,-1-2-341,-2 0 0,-4-6 0,-1 1 1,0-2 7,-1-2 0,1-4 1,-2-1-1,0-1-1340,-1 1 1627,5-2 0,-13 4 0,4-2 0</inkml:trace>
  <inkml:trace contextRef="#ctx0" brushRef="#br0" timeOffset="6097">2163 728 7750,'0'-12'-103,"0"1"0,0 3 1,0-2-1,0 3 614,0 0 0,0 0 569,0 0-876,0 3 0,0 4 1,0 6-1,0 2-23,0 4 1,0 1-1,0 1 1,0 1-348,3 1 0,-3 1 0,3-2 1,0 2-164,-1 1 0,3-3 0,-2 1 0,0-2 92,0 0 0,1-3 1,-1-2-1,-1-2-1620,1-3 1857,-2-1 0,5-9 0,-2-1 0</inkml:trace>
  <inkml:trace contextRef="#ctx0" brushRef="#br0" timeOffset="6415">2238 700 7750,'7'-9'20,"0"-3"1,-3 4-1,1 2 1,0 0 154,1 2 1,4 1 0,-1 4 0,-1 1 30,0 3 0,-2 2 1,-1 2-1,-1 3-154,-1 3 1,2 0 0,-3 2-1,-1-1 92,0 0 1,-1 0 0,0-2 0,0-1-205,0 1 0,-3-3 1,-1-2-1,0-2 146,-1 0 0,1-2 0,-1-1 381,0-1-320,1-1 1,0-3-1,3-1-392,2-3 1,3-1 0,3 0 0,0 1-520,-1 0 0,4-2 0,0-2 1,0 0 763,2-1 0,-2 3 0,6-6 0,-1 2 0</inkml:trace>
  <inkml:trace contextRef="#ctx0" brushRef="#br0" timeOffset="6728">2451 707 7642,'-7'3'191,"0"2"0,3 1 0,2 1 0,1 0 248,-2 0 1,2 2-1,-1 1 1,1 0-237,1 3 0,3-3 1,2 2-1,1 0-40,1 1 1,0-2 0,0 1 0,-1 0-401,-2 1 1,2-2 0,-3 0 0,0-1 7,0-2 1,-1-2 0,-2-2 0,-1 1 194,-1-1 0,1-1 0,-4-4 0,0-1 92,-1-3 0,1-1 0,1-2 0,0-1 20,1-2 1,1-3 0,0-2-1,1-2 158,1 1 1,1-1 0,1 3 0,3-1-371,1 1 0,1 0 0,-1 2 0,2-1-463,1 0 0,0 3 0,2 0 1,1 0-861,1 1 1457,1 1 0,0-4 0,-1 3 0</inkml:trace>
  <inkml:trace contextRef="#ctx0" brushRef="#br0" timeOffset="7051">2773 625 8211,'0'7'110,"0"0"1,0 3 0,0 1 0,0 3-100,0 2 0,0-1 1,0 3-1,1-1 82,2 1 0,-3-3 0,3 0 0,-3-2-10,0-1 0,0-4 254,0 1-299,0-4 0,0-5 0,0-5 1,0-2-44,0-2 1,1-2 0,1-2-1,1-2-155,1-1 1,0 2 0,3-2-1,0 1-307,0 1 0,0 1 0,2 0 0,1 1 52,0 0 0,2 4 0,1-2 415,1 0 0,0 2 0,0-2 0</inkml:trace>
  <inkml:trace contextRef="#ctx0" brushRef="#br0" timeOffset="7371">2973 625 7750,'-11'7'162,"2"0"0,0 2 0,1 1 1,-1 0 46,0 3 0,2-3 0,0 1 0,1-1-36,1-2 0,1 0 0,3-1 0,-1 0-161,3-1 0,0-2 0,3-1 0,3-3-166,1 0 1,0 0 0,3-3 0,0-1-17,-1-2 0,0-4 0,0 1 0,0 0 118,-1-1 0,-2 3 0,0-3 0,0 3 89,0 0 1,-3 1 0,0 1 245,-1 0 0,2 4-238,-3 1 1,0 6-1,-2 3 1,0 2-200,0 1 1,0 2-1,0 1 1,0-1-519,0-1 0,0-2 1,1 1 410,1-3 0,0-4 0,2-3 261,2-1 0,0-7 0,1-2 0</inkml:trace>
  <inkml:trace contextRef="#ctx0" brushRef="#br0" timeOffset="7695">3069 666 6910,'0'-7'714,"0"3"1,0 2 0,0 4-419,0 3 1,0 4 0,0 2 0,0 0-136,0 1 1,0-1 0,0 3 0,0 0-169,3-1 1,-3 1 0,4-1 0,-2-1-126,0 0 0,3-6 0,-3 1 0,0-2-91,1-1 0,-1-1 1,2-4-1,-1-2 142,1-4 1,-1 0 0,0-5-1,1 0 59,0-1 1,-2 2-1,1 0 1,-1 1 86,0 2 1,1 3 99,-1 3 1,2 2 0,0 3 0,-1 4-122,0 3 1,-2 4 0,1 1 0,0 1 16,0-1 1,0 1 0,1-2 0,1 1-628,0-2 1,-2-2 0,3 1 0,0-4 565,1-3 0,1-2 0,0-3 0</inkml:trace>
  <inkml:trace contextRef="#ctx0" brushRef="#br0" timeOffset="8164">3275 591 7767,'0'6'250,"0"1"1,-1 1 0,-1 0 0,0 2 173,0-2 1,2 0 0,0 1 0,0 1-86,0 0 1,0 1-1,0 1 1,0-1-294,3-1 1,-2 0-1,1-2-280,-1 1 1,1-2 5,0-2 1,0-4 0,-5 1 89,-1-1 0,-2-1 0,-1 0 0,0 0-68,0 0 1,0 0 0,0 1 0,1 1 257,-1 0 1,2 3-1,1 0 1,0 1-70,1 1 1,1 0 0,0-1 0,2 2-151,2 1 0,0-3 0,2 0 0,2 0-162,3-2 0,-1 1 0,3-3 0,-1-1-9,1-3 0,1-1 0,1-5 0,0 0 338,-1-2 0,0-2 0,-3 1 0,-1-2 12,0-1 0,-4 1 0,-2 2 0,-1 2 166,-1 1 1,-1 2 0,-1 1 146,-3 3 0,-1 1 1,-1 2-1,0 1 364,1 3 0,1 3 0,1 1 0,1 0-479,2 1 0,0-2 0,1 1-232,0-1 0,0-1 1,1-1-1,1-2 0,3-1 0,-2-3 0,2 0 0,0 0-228,1-3 0,-1 0 0,-1-5 0,-1 0-191,-2-2 1,0 0 292,-1 1 1,0-1-1,0-1 1,-1 3-391,-1 2 1,1 2 0,-2 3-293,0-1 830,2-1 0,-2 3 0,3-3 0,0-1 0,0-2 0</inkml:trace>
  <inkml:trace contextRef="#ctx0" brushRef="#br0" timeOffset="8596">3378 673 7750,'3'5'119,"0"-1"1,0 1 190,-1 2 0,0-1 1,-1 1-1,1 0 21,0 0 1,0 3 0,-2 1 0,1-1-124,1-1 1,-1 1 0,1 0 0,0-2-278,0 0 0,-1-4 0,2 0-79,0-1 0,-2-1 0,3-3 1,0-1-53,0-2 0,-2-6 0,2 0 0,0-2 13,0 1 0,-2 0 0,2 0 1,0 1 223,-1 0 0,0 2 0,1-1 133,2 2 0,-3 2 25,-1 0 1,1 5 0,-1 0 0,0 3-52,-1 4 1,1 2 0,0 1 0,0 0-50,1 3 0,-2-3 0,2 1 0,0-1-138,-1-2 0,2 0 0,-1-2-82,1-2 0,-1 0 0,1-6 67,1-3 1,-1 0 0,-1-6 0,0-2 88,1-3 1,0 2 0,1-1 0,-1 2-43,0 1 1,1 4 0,-2-1 226,1 1 0,-2 4-205,3 2 1,-3 4-1,0 3 1,-1 2-241,-1 2 0,0-1 0,0 1 124,0-2 0,0 2 0,0 1 0,0-2 1,0 0-1485,0-2 1,0-1 1588,0 0 0,0-4 0,3-1 0,0-4 0</inkml:trace>
  <inkml:trace contextRef="#ctx0" brushRef="#br0" timeOffset="8940">3583 632 7750,'0'-7'-107,"0"0"1,0 0 0,1 0 441,2 0 1,-3 2 0,3-1 147,0-2 0,-1 0 0,2 1-265,2 0 1,0 3 0,1 2 0,0 1-47,0 1 1,-1 1 0,1 1-1,0 3 7,0 1 0,-2 4 0,-2 2 0,0 0-92,-1 2 1,-1 0-1,1 0 1,0-1-234,0 1 0,-1 0 0,-1-1 0,0-1-315,0-1 0,0-2 1,0 0-1,0-1-866,0-2 0,0 1 1327,0 0 0,3 3 0,0 1 0</inkml:trace>
  <inkml:trace contextRef="#ctx0" brushRef="#br0" timeOffset="8991">3734 817 8056,'0'9'0,"0"0"748,0 0 1,0-2 0,0 0-855,0 0 1,1-3-1,1-1 106,0 0 0,3 1 0,-1 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9:08.7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79 7792,'-1'5'114,"0"1"1,-2 2-10,2-1 1,-2 4 0,0 1 0,1 1-25,-1 3 1,2 2-1,-1 2 1,1 1-575,1 0 1,0-6 0,0-1 492,0-1 0,3-7 0,1 1 0</inkml:trace>
  <inkml:trace contextRef="#ctx0" brushRef="#br0" timeOffset="453">69 17 7792,'-3'-7'201,"1"3"-232,-2-1 1,2 4-1,1 1 1,2 4-50,4 2 1,1 0 0,2 0 0,1-2 79,2 1 0,2 2 0,1-1 0</inkml:trace>
  <inkml:trace contextRef="#ctx0" brushRef="#br0" timeOffset="454">247 10 7927,'0'7'301,"-3"0"0,3-2 1,-3 2-20,-1 3 1,4 0 0,-3 1 0,3-1 92,0 1 0,0 0 0,0 2 0,0 0-165,0-2 0,0 0 0,0 2 0,0 0-116,0-2 1,-1 0-1,-1 1 1,-4-1-513,-2-2 0,-3 1 0,-3-4 0,1 1-32,-1-3 0,0-1 0,1-3 0,0 0 450,1 0 0,-1-6 0,2-2 0</inkml:trace>
  <inkml:trace contextRef="#ctx0" brushRef="#br0" timeOffset="913">549 99 7792,'-4'-4'994,"-1"-1"-779,4 4 1,-2-2 0,3 6-54,0 1 1,0 3-1,0 2 1,0 3-5,0 4 0,0-1 0,0 3 0,0 1-262,0 1 0,0 1 0,0-1 0,0-1-172,0-1 1,0-5 63,0 1 1,0-10 0,0-4 0,0-9-44,3-8 0,1-2 0,2-5 0,1-1 196,0 1 0,1 1 0,0-1 0,2 0 103,1 2 1,-2 6 0,2 3 0,-1 3-27,1 4 1,-3 2 0,1 6 0,-1 3 238,-1 6 1,-1 5-1,-1 5 1,-1 0-82,-1 2 1,0-1 0,-3 3 0,0-1-37,0 1 1,0-2-1,0 0 1,0-1 28,0-2 1,0-5 0,0-1-234,0-4 1,0-7 0,0-6 0,0-8-270,3-5 0,0-8 0,4-3 0,0-3 147,0-4 1,2 4 0,1-4 0,0 3 64,0 2 0,1 5 1,-1 4-1,0 1 34,0 5 1,-1 7-1,-3 3 1,-1 6 522,-3 5 0,-1 3 0,-1 5 1,0 3-238,0 2 0,0-3 0,-1 5 0,0-1-368,-2 0 0,1 0 0,2 3 0,0-2-1,0-2 1,1-4 0,1 2 0,3-1-281,1-2 1,1-6 449,0-2 0,2-5 0,2 1 0</inkml:trace>
  <inkml:trace contextRef="#ctx0" brushRef="#br0" timeOffset="1371">920 79 7562,'-7'3'-256,"0"1"0,1 3 484,2 2 1,1 0-1,3 2 1,0 1-31,0 1 1,0 4-1,3 1 1,2 0-101,3 0 0,1 0 1,1 0-1,1-2-266,0-1 0,0-5 0,3-4 0,0-2-12,-1-4 0,0-6 1,0-4-1,-3-4 45,0-5 0,-1 0 0,-2-2 1,-1 0 209,-1 1 0,-1 2 1,-3 2-1,2 3 243,-2 1 0,0 2 0,-2 4-35,-1 2 0,0 1 0,-2 6 0,1 2-200,-1 3 1,1 3 0,0 3 0,0-1-162,1 1 0,1 0 1,1 0-1,0-1-711,0 1 1,0-3 0,1 0 788,1-1 0,2 2 0,3-1 0</inkml:trace>
  <inkml:trace contextRef="#ctx0" brushRef="#br0" timeOffset="1438">1215 99 7792,'-7'7'0,"0"1"0,1 0 0,1 2 141,0 1 1,4-2-1,-1 2 1,1 2 363,1 0 1,2-2-1,1 0 1,1 2-294,1 0 0,1-3 1,1 0-1,-2-1-177,0 1 0,-4-1 0,1 0 1,-1 1-41,-1 0 0,-1 2 0,-3 1 0,-4-1-606,-2-1 1,1-4 0,-2-1 0,-1 0 115,1-2 1,2-4-1,2-6 1,1-2 494,1-4 0,2-4 0,3-2 0,0-5 0,0-1 0</inkml:trace>
  <inkml:trace contextRef="#ctx0" brushRef="#br0" timeOffset="1921">1270 58 7792,'3'-4'771,"-2"3"-438,1 5 0,-1 2 1,-1 5-1,0 2-211,0 2 1,0 3 0,0 3-1,0 0-600,0 2 0,0-1 1,0 2-1,0 0-850,0-2 1328,-3-4 0,-1 5 0,-3-1 0</inkml:trace>
  <inkml:trace contextRef="#ctx0" brushRef="#br0" timeOffset="2383">1215 257 7792,'0'-4'0,"0"-1"0,1 0 211,1 2 1,2-3 0,3 1 0,1-1 109,1-1 1,4-1-1,6 1 1,1-1-673,0 2 0,-1 1 1,0 1-1,0 2-1773,-2 1 2124,-2 1 0,-4 3 0,-1 1 0</inkml:trace>
  <inkml:trace contextRef="#ctx0" brushRef="#br0" timeOffset="2856">776 546 7792,'-11'-11'0,"2"2"0,1 3 241,-1 2 0,0 1 1,-2 0 248,-1 0 0,4 4 0,2 5 1,1 3-268,1 2 0,3 1 0,-1 4 0,3 0-326,1 2 1,4 0 0,-1 2 0,3-1 66,1-1 1,1-2 0,-2 2 0,1-1-115,0-2 0,-2-3 1,-1-1-1,-1 0 91,-3-1 1,-1 2 0,-2 1-1,-2-2 49,-4-2 0,0-1 0,-5-1 0,0-1-128,-1-2 1,2 2-1,2-4 1,2 0-211,0-2 1,1 0 347,1-3 0,-1-1 0,2-2 0</inkml:trace>
  <inkml:trace contextRef="#ctx0" brushRef="#br0" timeOffset="2857">831 580 7818,'0'7'130,"0"3"0,0-2 0,0 3 0,0 0 27,0 2 0,0 1 0,0 5 0,0 1 92,0 2 0,0-2 1,0 2-1,0-2-87,0-2 1,3-3 0,1 0 0,0-2-196,1-4 1,-1-4 0,1-1 0,0-1-115,0-1 0,-1-2 0,0-4 0,-1-2 12,-2-2 1,2-5 0,0 0-1,0-2 61,0 0 0,0 0 0,0 2 0,0 2 65,1 1 1,2 4 20,-1 1 1,-1 5-1,0 5 1,-1 4-137,1 2 0,-2 2 0,2 1 0,0 0-105,0 2 1,1-1-1,1 1 1,1-2-113,0-3 1,0-4 0,1-5 340,1-1 0,-2-4 0,3-1 0</inkml:trace>
  <inkml:trace contextRef="#ctx0" brushRef="#br0" timeOffset="3329">1044 703 7792,'-6'5'466,"0"0"0,2 1-233,-2 2 0,2 0 0,1 1 1,0-1-43,1 1 1,2 0-1,2 1 1,3 0-292,1-1 1,3-4 0,1-1 0,0-1-70,0-2 0,1-1 0,-1-1 0,-2-3 61,0-2 1,-4 2-1,0-4 1,-1-1 72,-2 2 0,-1-3 1,-2 1-1,-2 0-116,-2-1 0,-1 2 0,-1-1 0,0 2-428,-2 2 0,1-1 0,2 3 579,1-1 0,-1-2 0,0 2 0,0-3 0</inkml:trace>
  <inkml:trace contextRef="#ctx0" brushRef="#br0" timeOffset="3807">1160 642 7792,'0'16'213,"0"-1"0,1 2 0,1-1 130,0 3 0,0-2 0,-2 0 0,0-1-124,0-1 1,0-3-1,0 2 1,0 0 49,0-2 0,0-3 0,0 1-425,0-3 122,0 0 0,0-6 0,0-4 0,0-3-40,0-3 1,0 0 0,1-4 0,1-1-166,3-1 1,1-2 0,1-1 0,0 0-267,3-1 1,-2 3 0,3-1 0,-1-1 77,1 1 1,-3 3 0,2-1 0,0-1 426,2-1 0,-2 2 0,1-1 0,0 4 0,-1 0 0,-1 4 0,0-1 0,-1 3 0,-2 2 0,-2 3 235,-2 1 0,-1 3 0,-1 4 0,0 0 280,0 3 0,0 0 1,0 4-1,0 0-171,0 2 1,0 2 0,0 3-1,0 0-300,0 2 1,1-1 0,1 2 0,0-2-140,-1 1 0,0-6 1,-1 3-1,0-2-932,0-3 1,0-4 0,0-2 1026,0-1 0,-3-4 0,-1-1 0</inkml:trace>
  <inkml:trace contextRef="#ctx0" brushRef="#br0" timeOffset="3808">1318 758 7792,'-4'0'692,"1"0"1,4-2-424,1 0 0,2-3 0,4 2 0,0-1-68,1-1 0,4 1 0,-3 0 0,2-2-731,-1 0 1,0 2 0,1 0 0,-1 0-391,-1 0 1,-1 2 0,-2-2 919,-1 1 0,1-2 0,0 1 0</inkml:trace>
  <inkml:trace contextRef="#ctx0" brushRef="#br0" timeOffset="3809">1497 669 7792,'4'0'176,"0"-1"1,0 0 88,0-2 0,-2-2 0,3 1 0,-1-3-153,0-2 0,1 1 0,-2-2 0,-2 1 36,0 0 1,-1 0-1,-1 2 113,-1 0 1,0 3 0,-2 2 0,-2 5-15,0 4 0,-1 3 1,1 6-1,1 3-273,0 4 1,4 1 0,-1 3 0,1-1-480,1-1 0,1 0 0,1 1 0,3-3-390,4-2 1,-1-7 0,3-2 894,-1-4 0,5-2 0,-1-6 0</inkml:trace>
  <inkml:trace contextRef="#ctx0" brushRef="#br0" timeOffset="4293">1620 703 8919,'-7'0'1322,"4"1"-977,0 1 0,2 2 1,1 4-1,0 2-303,0 4 1,0 0 0,0 4-1,0 1 104,0 1 0,0-1 0,0-2 1,0 0 114,0-2 0,0-3 0,0-3 0,-2-2-94,0 0 1,0-4 0,2-4 5,0-5 1,3-4 0,1-4 0,2-2-235,1-2 1,0-3-1,1-1 1,0-2-507,1 0 1,3 2 0,-2-1 0,0 2-358,2 0 0,-1 3 0,1 1 0,0 2-1142,1 5 2066,-3 1 0,3 5 0,-2 1 0</inkml:trace>
  <inkml:trace contextRef="#ctx0" brushRef="#br0" timeOffset="4294">1847 813 7922,'-6'5'-958,"0"-1"1,-1 0 3043,3 1-2905,-1 1 819,1-8 0,4-2 0,4-7 0</inkml:trace>
  <inkml:trace contextRef="#ctx0" brushRef="#br0" timeOffset="4778">982 1081 7924,'0'-7'822,"0"2"-205,0 1 0,0 3-400,0 1 0,0 4 1,0 6-1,1 4-149,1 3 1,2 6 0,3 2-1,-1 3 43,1 1 1,1-2 0,0 2 0,2-1-120,1-2 1,-3-4 0,1-5 0,0-2-92,0-5 1,-4-4-1,2-5 1,-1-3 98,0-5 1,1-4-1,0-7 1,0-3 85,0-3 0,0-1 0,0-1 0,-1 2-203,1 1 1,0 4-1,1-2 1,0 4-333,1 3 1,1 3 0,-1 3 0,2 2-143,0 1 1,2 3 0,-2 0 0,2 1 590,1 1 0,0 0 0,-1 0 0,-2 0 0,5 0 0,-1 0 0</inkml:trace>
  <inkml:trace contextRef="#ctx0" brushRef="#br0" timeOffset="5294">1366 1095 8325,'-7'0'0,"1"0"282,-1 3 0,-1-2 1,0 4-1,-2 1 47,2 2 0,3 1 1,0 4-1,1 3-1,0 0 1,1 0 0,3 3 0,3-1-163,1 0 1,3-2 0,2-3 0,1 0-123,0-2 0,-1-2 1,0 1-1,-2-1 91,-3 0 1,-1-3 0,-3 3 0,0-2-771,0 0 0,-5 0 0,-3 0 1,-2 0-160,-2 0 1,-2-3-1,-1 0 1,-1-1 793,1-1 0,-3 2 0,1-1 0</inkml:trace>
  <inkml:trace contextRef="#ctx0" brushRef="#br0" timeOffset="5785">989 1589 7924,'-10'-3'361,"1"0"0,-2-2-64,-1 3 0,2 5 0,1 4 0,1 4 55,1 5 1,1 0 0,2 3 0,1 3-144,2 2 0,2 1 0,2 1 0,4-2-229,4-4 0,3-4 0,2-3 0,2-3-233,2-5 1,0-5 0,0-6 0,-1-4 109,-1-4 1,-5-5 0,0-1-1,-4-3 68,-3-1 0,-5 3 1,-1 0-1,-4 0-73,-5 2 1,-1 6 0,-4 0 0,0 4 444,-2 3 1,0 4 0,0 0 0,0 1-495,3 1 0,6 0 1,-1 1-1,2 1-470,3 2 1,2 0-1,4 0 667,4-1 0,3 3 0,4-3 0</inkml:trace>
  <inkml:trace contextRef="#ctx0" brushRef="#br0" timeOffset="5786">1188 1609 9137,'7'-3'553,"0"2"0,2-4 0,1 0-714,3-1 1,0 1-1,6 1 1,0 1-448,0-1 0,0 2 0,-2 0 608,-3 1 0,1 1 0,-4 0 0</inkml:trace>
  <inkml:trace contextRef="#ctx0" brushRef="#br0" timeOffset="6278">1359 1589 7924,'-10'6'0,"2"-1"0,-3 4 0,1 1 714,-1 2 1,3 4-1,-2 2 1,3 3 40,0 2 1,2-1 0,2 3 0,0 1-923,1 1 0,4-5 0,1-3 0,1-1-731,4-3 1,-1-3 0,5-4 0,0-3-707,1-2 1,1-3 1603,0-3 0,-1-3 0,1-5 0</inkml:trace>
  <inkml:trace contextRef="#ctx0" brushRef="#br0" timeOffset="6279">1442 1644 10814,'-6'1'647,"1"4"1,2 0-1,3 7 1,0 3-411,0 2 0,0 6 0,0 3 1,0 0-908,0 2 1,1-4 0,0-2 0,2-3-1391,1-3 0,1-5 1288,2-4 772,-4-3 0,-3-7 0,-3-1 0</inkml:trace>
  <inkml:trace contextRef="#ctx0" brushRef="#br0" timeOffset="6280">1455 1644 7499,'4'-9'0,"0"-1"146,2 2 1,1 0 0,0-1 0,1-1 190,1 0 1,-1 4 0,3 0 0,-2 1 263,-3 1 0,1 3 0,-3-1 0,0 4-50,-2 2 0,-2 3 0,-2 2 0,-3 3-281,-1 1 0,-3 0 0,-1 1 0,0-1-235,0-2 1,-2 2 0,3-2 0,-1 1-1037,0-1 0,1-2 1,2 2 1000,0-1 0,0 2 0,0-1 0</inkml:trace>
  <inkml:trace contextRef="#ctx0" brushRef="#br0" timeOffset="6770">1648 1740 7921,'-7'7'1220,"-1"2"1,0 0-1922,-1-1 0,3-2 701,3-2 0,9-2 0,1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8:56.2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799 1647 12292,'0'11'0,"0"3"413,0 6 0,0 9 1,0 6-1,0 7-465,0 5 1,0-2 0,0 3-1,0-2-272,0-4 0,0-10 1,-2-4-1,0-5-3067,0-6 3391,1-5 0,1-8 0,0-4 0</inkml:trace>
  <inkml:trace contextRef="#ctx0" brushRef="#br0" timeOffset="664">58 604 7750,'-7'-3'-114,"3"1"1,0-2 127,1-2 0,0 0 1,3 0 254,0-1 0,0 0 1,0 0 223,0 0 1,0 2 355,0 1 0,1 3-451,1 1 0,0 6 0,2 6 0,0 4-239,-1 5 1,-1 1 0,1 5 0,-1 3-202,1 2 0,-1-1 0,-2 2 0,0-1-138,0-3 0,0-2 1,-1-3-1,0-5-1990,-2-5 0,0-9 1187,1-5 1,1-6 982,-1-8 0,-2-3 0,0 0 0</inkml:trace>
  <inkml:trace contextRef="#ctx0" brushRef="#br0" timeOffset="1040">58 570 7775,'7'-12'89,"0"1"1,-3 2-1,1 1 1,1 2 215,2 1 1,-2 4 0,3-2 1,-1 3 1,1 0 0,-3 0-1,-1 3-24,0 1 1,-4 2 0,1 2 0,-2 1 54,-2 3 1,-2 1 0,-3 0 0,-2 2-256,-3 1 0,-1-2 0,-1 2 0,2-1-437,0-1 1,-1-3 0,2 0 0,1-1-984,1-2 1,1-3 705,1 0 1,4-4 0,3 1-1,5-3 631,3-1 0,3-3 0,5-2 0,2-4 0</inkml:trace>
  <inkml:trace contextRef="#ctx0" brushRef="#br0" timeOffset="1382">264 570 7767,'-7'9'364,"0"1"1,0 0 128,0 3 0,1 0 0,-1 1 1,1 1 24,1 1 1,2 1-1,3-2 1,1 1-366,1 0 0,2-5 1,4-3-1,0-2-140,1-4 1,3-2 0,0-3-1,1-4-202,0-4 0,1-5 0,-1-1 1,-1-1-43,-3-1 1,-2 1 0,-3-1 0,-2 1 161,-1 2 0,-2 6 0,-1-3 0,-2 2 52,-3 3 1,1 1 0,-2 2 0,0 3-250,-2 1 1,0 1-1,2 0-379,-1 0 0,2 2 0,3 2 0,1-1-195,2 3 1,1-3 839,2 2 0,5 0 0,4 2 0</inkml:trace>
  <inkml:trace contextRef="#ctx0" brushRef="#br0" timeOffset="1727">490 453 7771,'-7'0'593,"-2"1"-181,0 1 1,0 2-1,3 3 1,1 3 89,3 1 0,1 3 1,1 1-1,1 2-392,1 0 0,2-1 1,3 2-1,1-1-116,1-2 1,-1 0 0,2 0 0,-1-1 17,-3-1 0,-2-1 0,1 2 0,-3 0-9,-1 0 0,-2-3 0,-1-1 1,-3-1-220,-1-1 0,-1-4 0,-2 2 0,-1-1-492,0-1 1,1-3 0,0 2 49,1-3 1,5-3 0,0-1 0,3-2 657,0-1 0,0-3 0,6-4 0,1-3 0</inkml:trace>
  <inkml:trace contextRef="#ctx0" brushRef="#br0" timeOffset="2069">628 453 7771,'-6'5'537,"1"-1"1,2 1 271,0 2 1,2 2 0,-1 3 0,1 1-482,1 1 0,1 2 0,0 0 1,2 2-252,1 1 0,2 0 0,1-1 0,1-1-126,-2 0 1,-1-3-1,0 2 1,-1-2 5,-1-2 1,-1-2-1,-3-2 1,-1 0-201,-3 1 1,-1-5-1,-3 2 1,-1-2 0,0 0 1,0-2 0,0 0 0,-1-2-805,0-2 1,3 0 0,0-3 0,2-1 1045,4-2 0,1 0 0,1-5 0,0 3 0</inkml:trace>
  <inkml:trace contextRef="#ctx0" brushRef="#br0" timeOffset="2406">710 611 7771,'4'10'0,"-2"1"0,-1 1 0,-1 0 0,0 2 77,0 0 0,0 1 0,0 4 0,0-3 352,0 1 1,0-5 0,0 1 0,0-2-2884,0-3 2454,0-3 0,0-2 0</inkml:trace>
  <inkml:trace contextRef="#ctx0" brushRef="#br0" timeOffset="2407">744 522 7659,'-6'0'-827,"-1"0"428,0 0 0,3 0 399,2 3 0,1-3 0,7 7 0,2-4 0</inkml:trace>
  <inkml:trace contextRef="#ctx0" brushRef="#br0" timeOffset="2742">854 515 7771,'0'7'351,"0"3"0,0-5 0,0 2 0,0 0 183,0 1 0,0 0 0,0 1 0,-1-1-204,-1 1 1,1 2 0,-1 3-1,1 0-153,-2 2 0,3-1 0,-3 1 0,0-1-233,1 1 1,-3-2 0,2-1 0,0-3 67,0-2 1,1-5-411,2-3 0,0-4 0,0-5 0,1-3-198,1-3 1,2 0 0,3 0-1,2 2 399,0 1 0,0 3 1,-2-1-1,0 2 378,0 2 1,0 4-1,-1-1 1,1 3 364,0 3 0,-2 3 1,-1 6-1,-1 2-62,-2 2 1,0 2-1,-2 4 1,-1 1-241,-3-1 0,-3-1 0,-1-1 0,0-3-166,-1-1 0,2-6 0,-1 1 0,1-5-942,1-4 0,4-2 0,0-3 0,0-4-153,1-4 1,0-5 0,2-4 0,3-3 1016,1-1 0,2-5 0,1-2 0</inkml:trace>
  <inkml:trace contextRef="#ctx0" brushRef="#br0" timeOffset="3088">971 528 7771,'4'1'1990,"-2"2"-1329,-1 1 1,-1 5 0,0 3 0,0 1-465,0 3 0,-1 3 0,0 4 0,-2 2-91,2 1 0,-2-3 0,0-1 0,2-2-1066,0-4 1,1-6 0,1-4 959,1-2 0,2-5 0,3-2 0</inkml:trace>
  <inkml:trace contextRef="#ctx0" brushRef="#br0" timeOffset="3089">1040 652 7771,'6'0'306,"1"0"1,0 0 0,0 0-1,1 0 41,1 0 0,-2-4 0,3-2 0,-3-3-74,0-2 1,0 2 0,-1-2 0,-1 1-78,-3-1 1,-1 2 0,-2-2 0,-1 1-81,-3 2 1,-1 3 0,-2 1 0,0 1-144,-1 1 0,-1 5 0,1 2 0,0 3 77,1 4 1,3 1 0,2 3-1,1 3 104,0 1 1,0-2 0,4-1-1,1 1-15,1-1 1,3-2-1,5-1 1,1-2-914,0-2 0,4-4 0,1-5 0,0-3-567,0-5 0,1-6 0,3-4 1341,-2-1 0,5-5 0,-3 2 0</inkml:trace>
  <inkml:trace contextRef="#ctx0" brushRef="#br0" timeOffset="3434">1438 474 7792,'-7'3'165,"2"0"0,1 4 0,-1-2 745,1-1 0,0 1 0,3 2 0,-1 0-203,0 0 0,1 3 0,1 2 1,0 3-434,0 3 0,0 3 0,0 1 0,0 2-490,0 0 1,0-2 0,0 0-1,0-3-883,0-3 1,3-4 0,0-4 0,1-2 60,1-4 1,-1-2 0,0-2 1037,2-3 0,3-7 0,1-3 0</inkml:trace>
  <inkml:trace contextRef="#ctx0" brushRef="#br0" timeOffset="3787">1582 542 8043,'-7'0'1861,"0"0"-1445,0 0 0,3 1 0,-1 1 1,0 2-117,-1 0 0,1 2 0,1-1 0,-2 1-278,0 4 0,-1-2 0,1 3 1,1-1-261,0-2 0,4 0 0,-2-2-61,3 1 1,0-3 0,3-1 0,1-1-278,2 1 0,1-1 0,0-2 0,0-1 421,0-1 1,0 1-1,2-1 1,0 1 200,-1 1 1,2-2 0,0 0 0,1 0 170,1 1 1,-1 1-1,0-2 1,1 0-2,1 0 0,1-1 0,-1 0 0,-1 0 140,0 0 0,-3-2 1,1 2-1,-2 0-193,-2-3 0,-3 2 0,1 0 0,-1-2-103,-1 0 1,-5 0-1,-1-1 1,-3 0 16,-2 0 1,-2 0 0,-2 1-1,1 1 126,1 3 0,2 1 1,0 2-1,1 1-32,2 3 1,-1 4 0,1 3 0,0 1-70,2 0 0,2 4 1,0 1-1,1 2-40,1 1 1,2-3-1,1-1 1,1-2-810,2-2 0,0-2 0,3 0 0,0-4-942,-1-4 0,1-2 0,-1-3 1689,1-2 0,0-1 0,-2-5 0</inkml:trace>
  <inkml:trace contextRef="#ctx0" brushRef="#br0" timeOffset="4141">1740 645 7792,'4'5'763,"-2"-1"0,-1-1 0,2 0 0,0 1-424,1 0 1,3-2 0,-1 2 0,3 0-450,2 0 0,-2-3 0,3 2 0,0-3-412,1 0 0,-2 0 0,1-3 0,0-1-1254,1-2 0,-2-4 1776,-2 1 0,1-6 0,1 1 0</inkml:trace>
  <inkml:trace contextRef="#ctx0" brushRef="#br0" timeOffset="4142">1939 563 7792,'-6'1'0,"1"1"0,-1-1 0,2 5 0,0 1 889,-1 4 1,0 3 0,-1 2 0,0 3-146,-1 3 1,4 5-1,-5 4 1,1-1-967,2 0 0,-1-5 0,0 1 0,1-2-355,0-4 1,1-3-1,-3-5 577,0-2 0,-3 2 0,0-5 0</inkml:trace>
  <inkml:trace contextRef="#ctx0" brushRef="#br0" timeOffset="4507">573 1043 7792,'-3'-6'145,"-2"2"1,-1 1 0,-1 2 279,0-2 1,1 3 0,-2-2 0,-1 4-107,0 5 1,0 3 0,2 5 0,0 1-173,1 2 1,-1 4 0,3 2 0,2 0-61,1 2 0,2-1 0,1-1 0,2 0-908,3-2 0,3-4 0,3-3 1,2-2 191,1-4 1,1-2 0,-1-3 0,1-2 628,0-4 0,-1-5 0,1-6 0,0-5 0</inkml:trace>
  <inkml:trace contextRef="#ctx0" brushRef="#br0" timeOffset="4876">703 1119 7850,'-4'-5'0,"-2"1"4,1 1 1,0 1 0,-2 2 0,0 0 464,0 0 0,2 5 0,1 3 0,-1 2-60,2 2 0,-1 1 0,2 1 0,0-1-450,0-2 1,4 2 0,2-2 0,1 0-161,3-2 0,3-5 0,1-1 1,1-3 22,0 0 0,1 0 0,0-3 0,-1-2-36,1-3 0,-2-1 0,-2-2 1,1-1 65,0-1 0,-5 1 1,1 1 1224,-1-2-810,-3 7 1,0 3 0,-4 10 0,0 4-169,-2 2 1,1 4 0,2 0 0,0 1-421,0 1 0,0-4 0,0 1 0,0-1 184,0-2 0,2-2 1,1-3 136,1-2 0,1-3 0,2-3 0</inkml:trace>
  <inkml:trace contextRef="#ctx0" brushRef="#br0" timeOffset="5252">875 1174 10012,'-1'7'357,"-1"-1"0,1 4 0,-1 2 0,1 2-54,1 2 1,0-1 0,0 2 0,0 1-242,0-1 0,0-2 0,0-1 1,0-4-201,0-3 1,1-3 0,0-2-69,2-4 1,1-5-1,-1-4 1,1-4-49,1-3 0,1-1 0,1-5 0,0 1 119,0 1 0,-2 5 1,1-3-1,0 2 287,-1 3 1,0 4 0,2 3 125,0 5 1,-3 4-1,-2 9 1,0 2-103,0 3 1,-1 3 0,1 4-1,-1 2-34,-1 0 1,0-1-1,0-1 1,0 0-755,0-2 0,0-2 0,1-3 1,0-3-302,2-2 0,0-6 0,-1-3 0,2-4 913,-1-4 0,1-4 0,-1-3 0,0-4 0</inkml:trace>
  <inkml:trace contextRef="#ctx0" brushRef="#br0" timeOffset="5627">1019 1201 7792,'4'-7'2503,"0"3"-2121,-2 2 1,-1 5 0,1 4 0,-1 4-259,2 2 1,-2 0-1,1 1 1,-1 1 43,-1 1 1,0-3 0,0 1 0,2-1 99,0-3 1,0-2-704,-2-1 0,3-4 1,-1-5-1,0-6 121,1-4 0,0-1 1,3-5-1,-2-1 162,2-1 1,0 3 0,0 1 0,-1 1 214,0 1 0,-1 4 0,3 3 173,0 1 1,-3 6 0,-1 2-1,-1 6-72,1 4 0,-1 1 1,-2 7-1,0 0-171,0 2 1,0-3 0,0 2 0,1-2-777,1 0 1,-1-5 0,4-3-1,0-3 246,1-4 0,4-1 0,-1-6 0,0-5 537,1-5 0,-3-1 0,3-5 0,0 1 0,1-3 0</inkml:trace>
  <inkml:trace contextRef="#ctx0" brushRef="#br0" timeOffset="5628">1232 1215 8305,'-7'-4'666,"2"1"0,1 3-155,-2 0 1,3 3 0,0 2 0,1 1 11,0 1 1,-1 0 0,3 2 0,0 1-444,0 0 1,4-1 0,0 0 0,2-2-199,1 0 0,0-3 0,0-2 0,0-1 198,0-1 1,2-3 0,-1-2 0,-1-3-641,-2-1 1,-3-3-1,0 1 1,-1 0 160,-1-1 0,0 3 0,-1-2 0,-1 2-275,-3 3 0,-1 0 0,-1 3-185,0-1 1,3 3 858,-1-2 0,4 0 0,1 1 0,4-3 0,2 1 0</inkml:trace>
  <inkml:trace contextRef="#ctx0" brushRef="#br0" timeOffset="6008">1314 1139 7709,'7'0'-7,"-1"1"477,-1 1 0,0 3 0,-2 4 1,0 3-118,0 1 0,0 1 1,-1 1-1,0 2-41,0 1 1,-2 0-1,0 3 1,0-2-853,0 0 1,0-2-1,0-2 1,0-1-526,0-1 0,0-4 1065,0 0 0,-3-1 0,-1-1 0</inkml:trace>
  <inkml:trace contextRef="#ctx0" brushRef="#br0" timeOffset="6009">1300 1325 7792,'0'-5'773,"0"1"0,3-1 0,0-1 0,1 1-137,1 0 0,3 3 0,2-3 0,2 0-694,2-1 0,1-1 0,3 0 0,2-1-1551,2-1 0,0 1 1609,3-4 0,-3 4 0,2-2 0</inkml:trace>
  <inkml:trace contextRef="#ctx0" brushRef="#br0" timeOffset="6398">1836 1133 7792,'-1'-10'291,"-1"2"0,-3 1 294,-1 2 1,-2 1-1,0-1-273,-1 3 1,0 4 0,2 4 0,0 2-4,0 4 0,-2 4 1,1 2-214,2 2 0,-1 3 0,3 0 1,0 2-1,2 1 23,1 0 0,2-1 1,2 0-1,3-2-1207,2-3 1,5-4 0,0-5 0,3-4 435,2-4 0,-2-6 0,2-5 1,1-5 651,1-4 0,-2-3 0,1-7 0,-1-1 0</inkml:trace>
  <inkml:trace contextRef="#ctx0" brushRef="#br0" timeOffset="6792">1946 1235 8219,'-7'4'110,"2"-3"1,1 4 0,-2 2 393,0 2 0,2 1 0,0-2 0,1 2 43,1 1 1,1-1 0,1 2 0,1-3-530,2-2 0,0 0 1,4-3-1,1-2 53,1-1 0,-1-6 0,3-3 0,-1-2-572,-2-2 1,0-1-1,-2-1 1,-1 1 232,0-1 1,-3 2 0,-1 1 0,-2 0 12,-4 0 0,-1 1 0,-1 4 0,-1 1-223,-1 0 1,1 3 0,-3 0 0,1 1-24,2 1 0,0 1 501,1 1 0,4 2 0,-1 3 0</inkml:trace>
  <inkml:trace contextRef="#ctx0" brushRef="#br0" timeOffset="7185">2014 1153 8081,'4'7'564,"-2"0"1,1 0 0,1 0 0,-1 2-137,0 3 1,0-1-1,-1 2 1,2 3-170,0 0 1,2 0 0,-2 0 0,2 0-231,1 0 0,-2 0 0,-1-3 1,2-1-137,0-3 0,1-2 0,0-3 31,-1-1 1,1-6 0,-2-5 0,-1-4-88,2-3 1,-2-4 0,0 0 0,1-1-224,-1 0 1,1-1 0,-3 1 0,0 1-281,2 1 0,-3 5 0,3-1 0,0 2-157,-1 1 0,0 4 823,1 2 0,-2 4 0,1-2 0</inkml:trace>
  <inkml:trace contextRef="#ctx0" brushRef="#br0" timeOffset="7186">2275 1208 7492,'7'7'811,"0"-3"1,0-2-384,0-1 0,-1-4 1,-1-2-1,-1-2-181,-1-2 0,-1 1 0,-2-3 1,0 0-70,0 1 1,-1-1 0,-2 0-1,-3 1 76,-2 0 1,-4 5 0,3 1-1,-2 2-36,-1 2 0,1 4 0,0 3 0,1 4-125,2 4 1,0 1 0,2 4 0,2 2-335,1-1 0,3 0 0,0 0 0,0 0-469,3-1 1,1-2 0,2-4 0,2-3-360,1-4 1,0-6 0,2-1 0,1-4 1068,1-5 0,-2-4 0,2-5 0,-3-3 0</inkml:trace>
  <inkml:trace contextRef="#ctx0" brushRef="#br0" timeOffset="7584">2337 1208 9191,'0'7'840,"0"0"1,0 0 0,0 3-1,-1 2-778,-1 3 0,1 1 0,-2 4 1,0 2-157,-2 2 0,0-2 0,0 1 0,1-2-59,1-4 1,-2-8-2,3 0 1,0-10 0,2-3 0,1-7 111,4-4 1,-1-4 0,6-2 0,-2-1-41,1 0 1,-1 4 0,4-2 0,-1 0-329,0 0 0,1 3 0,-3 1 1,0 2-429,-2 2 1,0 2-1,-3 5 838,-2 3 0,-4 9 0,-2 7 0</inkml:trace>
  <inkml:trace contextRef="#ctx0" brushRef="#br0" timeOffset="7988">1472 1620 10947,'5'11'47,"-1"1"1,0 2-1,1 5 1,-1 1-79,-1 3 0,-1-1 0,-1 3 0,1-2-1,0-1 1,0-1-1,-2-4-52,0-3 1,0-5-1,0-6 8,0-6 1,0-6 0,0-5 0,1-3 54,1-3 0,0-4 0,3 1 0,0-1-60,1 1 0,1 3 0,0-2 0,0 1 35,2 3 1,0 4 0,2 5 0,-2 2 23,0 2 0,-2 5 0,0 6 0,0 3 94,0 5 1,-3 0 0,-1 4 0,-1-1 203,0 1 1,1 0 0,-2 2 0,0-2-112,1-2 1,1-1 0,-3-2-292,0-2 11,0-4 0,0-10 1,2-6-1,1-4 1,0-1 30,0-2 1,2-2 0,0-1-1,1 0 30,1 0 0,0 3 0,0-1 0,0 1 149,-1 3 1,1 2 0,0 5-1,0 1 149,0 3 1,-1 4-1,-1 4 1,-2 2-124,0 3 1,-3 2 0,3 2-1,-3 1-194,0 2 1,0-1-1,0-1 1,0-1-607,0 1 1,3-3 0,0 0 0,0-3-390,0-1 1,1-4 1067,-1-1 0,2-2 0,-1 1 0</inkml:trace>
  <inkml:trace contextRef="#ctx0" brushRef="#br0" timeOffset="8400">1939 1592 7792,'-5'-2'194,"1"0"0,1-1 1,-1 1-1,-2-1 289,0-1 1,-1 3 0,1-1 0,-1 1-130,0 1 1,0 3-1,1 1 1,1 3-167,0 2 0,3 0 0,0 2 0,1 1-255,1 1 0,1 0 0,1 0 0,3 1 13,1 1 0,1-1 1,0 0-1,0 0-153,0-1 0,-3 1 0,0-1 0,-1-1 5,-1 0 1,-2-3 0,0 1 0,-2 1-134,0 0 1,-4-5 0,3 1 0,-2-2-995,0-1 1,4-2 1328,-1-4 0,1-4 0,1-3 0,3-7 0,1 2 0</inkml:trace>
  <inkml:trace contextRef="#ctx0" brushRef="#br0" timeOffset="8811">1987 1634 8005,'-7'0'1287,"0"0"1,3 0 0,0 3-1148,1 1 0,0 0 0,3 1 0,0 0-101,0 1 0,1 1 0,1-1 0,3-1-253,1 0 1,1-1 0,0 0 0,0-1-271,0-3 1,2 0-1,0 0 1,-1 0 22,0 0 1,-1 0-1,0 0 488,-1 0 0,1 0 0,0 0 210,0 0 1,-2 1-1,-2 1 1,1 4-58,-3 2 1,0 3 0,-1 3 0,0 0 382,0 2 0,-3-1 1,-2 3-1,-1-1-391,-1-2 1,-2-1 0,0-3 0,1-2-876,0-1 1,1-4-1,0-3-138,0-2 1,3-6-1,2-5 1,1-1 840,1-3 0,0 1 0,3-5 0,1 3 0</inkml:trace>
  <inkml:trace contextRef="#ctx0" brushRef="#br0" timeOffset="9231">2337 1613 8996,'-7'-2'0,"0"-1"404,0 2 0,-2-2 1,0 1-1,1 0-119,0 1 0,1 1 0,1 1 0,1 1-114,0 0 1,4 3 0,-2 1 0,3 1-142,0 2 1,3 1 0,1-1 0,3 1-38,2 0 0,-1-1 1,1 1-1,-1-1-4,-2 3 0,-1-1 1,-1 0-1,-1 1 56,-2 1 0,0 1 1,-2-1-1,-1-1 48,-2-1 0,-3 0 1,1 1-1,-1-4-875,0-3 0,0-2 0,0-3-166,0 0 0,3-3 0,2-4 0,2-5 948,2-3 0,5-3 0,4-2 0</inkml:trace>
  <inkml:trace contextRef="#ctx0" brushRef="#br0" timeOffset="9232">2392 1620 7549,'4'7'1019,"-2"0"1,-1 0 0,1 2 0,1 3-735,1 1 0,-2 4 0,2 1 0,0 2-495,0 0 1,-3 1-1,1-1 1,-1-1-113,-1-1 0,0-6 1,0 0-188,0-4 509,0-4 0,-3-4 0,-1-4 0</inkml:trace>
  <inkml:trace contextRef="#ctx0" brushRef="#br0" timeOffset="9658">2406 1668 7792,'0'-9'0,"2"-1"146,0-1 1,3 3-1,-1-2 1,1 1 99,-1 0 0,1-1 0,2 4 0,1-1 144,1 0 0,-2 2 0,0 1 0,-2 1-144,1 2 0,-3 1 0,-1 2 1,-1 3-149,-1 4 0,0-2 0,0 3 1,-1 0-9,-1 2 1,-2 1 0,-2 0 0,1-1-685,0-1 1,3 1-1,-2 1 1,1-1-862,1-1 0,2-1 1455,0 1 0,0 0 0,0 3 0</inkml:trace>
  <inkml:trace contextRef="#ctx0" brushRef="#br0" timeOffset="9659">2598 1586 7792,'-3'-4'678,"1"1"1,-2 3 0,-2 0-370,0 0 0,-1 0 0,0 0 0,1 2 129,-1 0 1,2 1-1,1 0-388,-2 1 0,3 2 0,1 1 1,1 0-65,1 0 0,1 0 0,1 0 0,3-1-444,1 1 1,1-3 0,0-2 0,0-1 220,2-1 0,-1-1 0,0-1 1,-1-2 198,0-3 0,-4 3 0,3-1 0,-1 1 47,-1 0 1,-2 0 729,3 2 1,-2 2 0,2 0-722,-3 4 0,-1 2 0,0 3 1,0 1-484,2 0 0,0-1 1,-2 0-1,2-1-28,1-1 0,1-3 0,1 0 0,1-1-649,0-2 1142,3 0 0,1-7 0,2-1 0</inkml:trace>
  <inkml:trace contextRef="#ctx0" brushRef="#br0" timeOffset="10085">2783 1544 7792,'-4'0'371,"-1"0"358,0 0 0,1 3 0,0 2 0,0 2-419,0 2 1,2-1 0,-2 4 0,1-1-555,2 0 1,-1 2 0,1-2-1,-2-1-815,2-1 1,0-1-1,2-1 592,1 0 0,2-3 0,3-2 0,0-1 467,0-1 0,-1 0 0,1-1 0,0-1 115,0 0 0,0 0 1,0 2-1,0-1 281,2-1 1,-1 1 0,2-1 0,-1 0 95,0 0 0,1 0 1,-1-2-1,0-2-64,-1 0 1,2-1 0,-2 1 0,-1-2-199,-1-1 0,-3 0 1,2-1-1,-3 0-155,-1 1 1,-3 2 0,-2 0 0,-1 1 24,-3 1 1,-1 0 0,0 3-1,0 3-23,1 3 0,0 3 0,1 2 1,1 2-255,-1 2 0,1 2 0,1 0 0,2 1-602,0-1 1,2 0-1,-1-1 1,2-1-1433,2 1 2211,-1-6 0,8 1 0,-1-5 0</inkml:trace>
  <inkml:trace contextRef="#ctx0" brushRef="#br0" timeOffset="10086">3030 1689 8352,'2'7'911,"1"2"1,0-3-1,-2 0-878,2 1-1606,-1-1 1573,-2-2 0,-3-8 0,-1-3 0</inkml:trace>
  <inkml:trace contextRef="#ctx0" brushRef="#br0" timeOffset="10591">2069 583 8434,'-7'0'1638,"4"0"-1183,0-3 1,6 2-1,2-4 1,3-1 13,4-2 1,2-3-1,4-3 1,3-2-299,3-3 0,2-1 1,3 0-1,1-2-419,1 0 0,-2-2 0,1-1 1,-2 1-596,0 0 0,-3 5 1,-1 0-1,-2 1-2484,-2 3 3327,-4 0 0,0 2 0,-2-1 0</inkml:trace>
  <inkml:trace contextRef="#ctx0" brushRef="#br0" timeOffset="11158">2611 27 7792,'0'-6'213,"0"-1"1,0 2 934,-3 0 1,3 4-571,0-1 1,1 5 0,4 3 0,-1 4-139,0 3 1,-1 3-1,-3 7 1,0 2-248,0 1 1,0 6 0,0 1 0,-1 5-21,-4 2 1,3-1 0,-5 1 0,1-4-2108,0-6 1,2-10 704,2-4 0,5-13 1,3-5-1,2-8 1229,1-6 0,1-4 0,1-5 0</inkml:trace>
  <inkml:trace contextRef="#ctx0" brushRef="#br0" timeOffset="11616">2811 96 10055,'-4'3'534,"-2"-1"1,1 1 0,-1 2 38,-1 1 1,-2 0 0,0 5-1,0 0-216,-1 2 0,2-1 1,-1 5-1,1-1-160,1 0 1,3 0-1,0-2 1,1-1-452,1-2 0,2-1 1,3-3-1,1-1-185,2-1 0,2-2 0,0-3 0,2 0-410,1 0 0,-2-1 0,3 0 0,0-3-377,1-2 0,1 0 0,-1-6 1226,-2 0 0,5-1 0,-2-1 0</inkml:trace>
  <inkml:trace contextRef="#ctx0" brushRef="#br0" timeOffset="11617">2982 178 7895,'9'1'255,"0"1"0,1-1 0,-4 1 0,1-1 109,0-1 1,0-1-1,-1-1 1,0-2 115,-2-2 0,-2-2 0,2 0 1,-1-2-256,-1 2 0,-1-3 1,-1 1-1,-1-2 33,-2 1 1,-3 2 0,-3-2 0,0 2 53,-1 3 0,-1 0 1,-1 3-1,0 2-24,3 3 1,1 3 0,0 4 0,0 2-161,2 2 1,2 2 0,-1 1-1,3 2 5,1 2 1,1 1-1,0 1 1,1-1-920,1-1 1,2-4 0,3 2 0,3-1-519,1-2 1,0-4 0,-1-2 0,1-4 1303,0-2 0,0-6 0,3-1 0</inkml:trace>
  <inkml:trace contextRef="#ctx0" brushRef="#br0" timeOffset="12058">3113 178 8898,'0'7'769,"0"-3"1,2-1-1,1-1-543,1 1 0,0-1 0,3-1 1,0 0-812,0 2 0,1-1 0,0-2 0,2 0-80,1 0 1,-2 0 0,1 0 664,0 0 0,2-3 0,-1-1 0</inkml:trace>
  <inkml:trace contextRef="#ctx0" brushRef="#br0" timeOffset="12059">3291 96 7792,'-7'0'868,"0"3"1,0 2 0,1 1-274,2 1 0,-2 3 0,2 2 1,-1 3-150,1 3 1,0 5 0,-1 2 0,2 2-445,0 0 1,2 1 0,-1-1 0,1-2-236,1-2 0,0-5 0,0-3 233,0-3 0,3 1 0,1-2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9:55.8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9980,'7'0'1308,"0"0"0,2 1-879,1 1 0,4 2 0,3 2 0,6 1-333,5 2 0,4 1 0,5 3 1,3 0-397,-1 2 0,-7-3 0,-4 0 0,-2-2-587,-4-3 0,-5 0 887,-4-3 0,-3-1 0,-4-3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9:56.8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64 102 7921,'-5'-6'0,"0"0"0,1-1 0,1 1 0,-1-3 0,2 1 0,0-1-38,-1 0 0,2 2 1,-1-2-1,1 2-11,1 1 0,0 1 949,0 1 0,0 3-158,0 1 0,0 5 0,0 5-477,0 0 0,-2-1 0,0 3 0,0 3-162,2 3 1,0-2-1,0 5 1,0 0-288,0 1 1,0 0 0,0 0 0,0 1-116,0 0 0,0-4 1,0-2-38,0-2 0,0-4 0,0-5 1,0-1-1231,0-2 1,0-6 1565,0-6 0,-3-5 0,-1 0 0</inkml:trace>
  <inkml:trace contextRef="#ctx0" brushRef="#br0" timeOffset="481">0 109 7921,'0'-9'-19,"0"1"0,0 0 1,0 0 367,0-1 1,3 2 0,1-1-1,2 1-55,0 0 0,1 1 1,2-1-1,2 1 134,4 0 1,-1 2 0,2 1-1,1 1-324,-1 0 1,-4 0 0,0 4 0,-1 1-296,-1 0 0,-5 2 1,-1 3-1,-2 1-21,-2-2 1,0 3 0,-1-2-1,-1 1 47,-2 0 1,-2-2-1,0 3 1,1-2 74,1 1 0,0 1 0,0 0 0,2 0 455,1 1 0,1 1 0,0 0 1,1 0-175,1 1 1,2-3-1,3 4 1,1-2-149,0 0 0,3-1 0,-2 1 0,0 1 68,1-1 0,-3-3 0,-2 2 0,-3-1-41,-1-2 1,-1 1 0,-1-3 0,-1 0-121,-3-2 1,-3 1 0,-2-3 0,-1 0-202,1-2 1,-1 0 0,-1-3-1,0 0-609,2-1 1,2-2-1,0 0 1,3-2-165,3 1 1,1-1 1023,1-1 0,0 2 0,0-2 0</inkml:trace>
  <inkml:trace contextRef="#ctx0" brushRef="#br0" timeOffset="961">282 134 6908,'-6'0'-447,"-1"0"0,1 1 1557,0 1 0,2 0 1,1 2-1,1 1-494,0 1 1,0 1-1,3 1 1,1 1-609,2 1 1,4 0-1,1 1 1,1-2-200,1 0 0,-1-4 0,1 1 0,1-3-147,0-1 1,-2-2 0,0 0-1,0-3 73,-3-4 0,1-1 0,-3-3 0,0 0 186,-3-1 0,-1 1 0,0 0 937,2 0 0,-1 3-591,-2 0 0,-2 4 1,-1 4-1,2 4-424,0 4 1,1 0-1,0 3 1,0 0-21,0 1 1,3-1 0,1-1 0,0-1-3175,0-1 3351,1-4 0,4-1 0,1-3 0</inkml:trace>
  <inkml:trace contextRef="#ctx0" brushRef="#br0" timeOffset="1028">455 25 9008,'0'7'430,"0"-1"1,0 1 0,0 2-1,1 2-243,1 4 0,0 1 1,2 3-1,1 1 6,1 2 1,-2-2 0,0 2-1,1-1-1634,-2-3 1,0-3 0,-3 0 1440,0-1 0,0-1 0,0 0 0</inkml:trace>
  <inkml:trace contextRef="#ctx0" brushRef="#br0" timeOffset="1849">443 218 7921,'0'-4'1062,"0"-1"0,0 3 0,3-1-1202,1 0 1,1-2 0,2 3 0,0-1-38,2 0 0,-1 0 0,4 2 1,0-2 176,2 2 0,-2 0 0,4 1 0</inkml:trace>
  <inkml:trace contextRef="#ctx0" brushRef="#br0" timeOffset="2271">629 173 7900,'-7'9'398,"1"-1"0,-1 3 0,1 0 195,0 1 0,-1-1 0,1-1 0,-1 1-138,1 1 0,0-2 0,0 3 0,2 1-455,1-1 0,1-3 1,-1 2-1,2-2-1653,0-2 1,2-4-1,1-2 1653,2-4 0,5-1 0,1-3 0</inkml:trace>
  <inkml:trace contextRef="#ctx0" brushRef="#br0" timeOffset="2272">725 51 8089,'0'6'617,"0"1"1,0-3 0,0 0-1,0 1-1,0 1 1,0 1-1,0-1 1,0 1-404,0 2 1,2-1 0,0 4 0,0 3-380,-2 0 0,0 0 1,0 2-1,0-1-689,0 0 1,0-2-1,0-1 1,1-2-411,1-2 0,-1-2 1265,1-3 0,-1 0 0,-1 3 0</inkml:trace>
  <inkml:trace contextRef="#ctx0" brushRef="#br0" timeOffset="2273">847 57 7773,'-1'7'483,"0"-1"0,-2 1-52,-1-1 0,0 1 0,-2-1 0,0 0-57,2 1 1,-2 0 0,2 1-1,0 1-83,0 1 1,2 1 0,-2 1 0,1 1-15,2 0 1,0-2 0,1-1 0,0-1-237,0-1 1,1-1 0,1-1-511,2 1 1,2-4 0,0 0-1,1-3-445,-1 0 0,-2-2 1,1-1-1,0 0 914,0-2 0,2-1 0,-1 0 0</inkml:trace>
  <inkml:trace contextRef="#ctx0" brushRef="#br0" timeOffset="2697">949 173 7773,'7'2'610,"-1"0"0,1 0 0,-1-2 0,0-3 49,-2-1 0,2-4 0,-3-2 0,2-2-445,-1-1 0,-3 2 0,1-4 0,0 2-313,0 0 1,-1 2 0,0 1 0,-2 1 23,-4 1 0,0 3 0,-2 1-91,1 2 1,-1 2-1,1 5 1,0 1-65,2 2 0,-1 2 0,3 3 0,0 1 253,-1 1 0,2-2 0,-1 2 0,1 0-263,1 0 1,1-3 0,1 1 0,0 0-577,2-2 1,0 0 0,3 0 0,-1-3 815,0-1 0,1 0 0,-1-1 0</inkml:trace>
  <inkml:trace contextRef="#ctx0" brushRef="#br0" timeOffset="2698">1078 179 7773,'3'-3'431,"1"1"0,-1 1 0,2 1 0,0-1-308,0-1 1,2 1-1,-1-2 0,1 1-779,-1 0 1,1-3-1,1 2 1,1-2 250,1 1 0,-1 2 405,1-2 0,-2-1 0,2-1 0</inkml:trace>
  <inkml:trace contextRef="#ctx0" brushRef="#br0" timeOffset="2699">1232 77 7773,'-7'6'562,"1"1"0,-1 2 0,0 1 63,-1 3 0,3-1 0,-2 1 0,2 2-151,-1 2 1,0-2-1,2 3 1,1-1-438,0 0 0,2-2 0,-1 0 1,2 0-1173,0-3 1,0-6 0,0 0-793,2-3 1,2-1 1926,2-2 0,1 0 0,-1 0 0</inkml:trace>
  <inkml:trace contextRef="#ctx0" brushRef="#br0" timeOffset="3129">1366 141 8225,'0'9'371,"-2"-1"1,0 2 0,1 1-442,0 1 0,1-3 1,0 4-1,0-1-89,0 0 0,0-1 0,0-1 0,0 0-1921,0 0 2080,0-5 0,3 3 0,0-4 0</inkml:trace>
  <inkml:trace contextRef="#ctx0" brushRef="#br0" timeOffset="3130">1386 64 8162,'-7'2'0,"1"1"1489,-1 0 0,3-1-499,0 0-1450,2-1 0,0-1 1,4 0-1,3 0-98,3 0 0,0-1 1,2-1-1,-1-2-1446,-1-2 2004,-1 2 0,2-1 0,1 1 0</inkml:trace>
  <inkml:trace contextRef="#ctx0" brushRef="#br0" timeOffset="3131">1469 51 7727,'0'9'62,"1"-1"1,0 3-1,2 0 551,0-1 0,0 2 0,0-2 0,1 2-4,-1 1 0,-1 0 1,2 0-1,-1 0-377,-2 2 0,2-2 0,-1 1 0,0 0-164,-2 0 1,-2-1 0,-3-1 0,0 0-250,-2-2 1,0-2 0,-1 1 0,-1-3-1721,-1-2 0,0-1 1901,-1-3 0,-4-3 0,2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0:01.5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89 1 7919,'-6'0'198,"-1"0"0,-1 0 0,-1 0-185,1 0 1,1 0 0,1 3 0,0 1-14,-1 1 0,1 5 0,0 0 0,1 3 503,1 2 1,2 2 0,0 3 0,2 0-185,2-1 0,3-4 0,2 0 0,3-2-411,0 0 1,0-6-1,3-3 1,0-2-263,0-2 1,0-4-1,0-2 1,-1-5 89,1-3 0,-3-2 0,-1-4 0,-2-1 149,-1 0 0,-2 0 1,-2 4-1,-1 2 666,1 1-271,-1 7 1,-1 2-1,-3 7 1,-2 3-1,2 3-31,0 3 1,0 1 0,2 1-407,-1 0 1,-1-1-1,3 1 1,0-1 0,0 0-1530,0-2 0,3-2 1686,2 1 0,0-2 0,2-1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0:02.0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13 8837,'-5'-2'587,"1"0"1,2-1 0,-2 4-309,1 1 1,1 0-1,0 3 1,0 1-75,1 2 1,0 4-1,1 0 1,0 3-508,0 2 0,0 2 1,0 2-1,0 1-367,0 0 0,3-3 0,0-1 0,2-3 263,2-4 1,-4-6 405,6-1 0,-3-5 0,3-3 0</inkml:trace>
  <inkml:trace contextRef="#ctx0" brushRef="#br0" timeOffset="435">78 122 7783,'-4'6'563,"0"1"0,1 1-206,-1 1 1,2 2 0,-2-2-1,1 1-143,2 1 1,0-2-1,2 0 1,1-2-139,2 0 1,4-4 0,1-1 0,1-2-312,-1-2 1,2-4-1,-3-5 1,1-2-77,0-2 0,-4 2 1,1-2-1,-3 1 53,-1 1 1,-2 0 0,0 1 0,-2 2 210,0 1 0,-3 4 1,1 1-1,-2 0-83,0 0 1,-1 1 0,1 3-351,0 0 480,2 0 0,-2 3 0,3 1 0</inkml:trace>
  <inkml:trace contextRef="#ctx0" brushRef="#br0" timeOffset="496">225 19 7783,'0'7'0,"0"1"305,0 1 0,0 2 0,-2 0 0,0 1 17,1 1 0,0-2 0,1 1 0,0 0-103,0 2 0,0-2 0,0 3 0,0-1-219,0 1 0,3-1 0,0 2 0</inkml:trace>
  <inkml:trace contextRef="#ctx0" brushRef="#br0" timeOffset="1318">187 154 8207,'1'-6'743,"1"1"1,2 1-784,2-1 1,1-1-1,1 1 1,3 0-435,1 0 0,3 1 0,1-2 1,3-1-632,1 1 1105,0 2 0,2-1 0,1 1 0</inkml:trace>
  <inkml:trace contextRef="#ctx0" brushRef="#br0" timeOffset="1765">520 96 7704,'-6'2'403,"0"1"0,-1 2 0,1-1-4,-1 1 1,2 2 0,0-1 0,3 1-82,-1 2 0,2-2 0,0 2 0,1 0-304,2-1 1,4 1 0,0-3 0,2 1-231,0-1 1,1-2 0,0-2 0,0-3 122,1-3 0,-1 0 0,-2-6 0,0 1-329,-1-2 0,-4 2 1,0-2-1,-1-1 149,-1 0 0,-1 2 1,-1 0-1,-2 0 341,-2 3 1,0-1-1,-1 2 1,1 0-95,-1-1 0,1 4 1,-1 0-593,1 3 618,3 0 0,3 3 0,3 0 0</inkml:trace>
  <inkml:trace contextRef="#ctx0" brushRef="#br0" timeOffset="1766">726 0 7437,'-5'3'329,"1"1"1,1 2 0,-2 0-1,1 1 234,1-1 1,0 3 0,2 0 0,-1 1-280,0 1 0,2 4 1,0 0-1,0 0-754,0 3 1,0-3-1,2 4 1,0 0-603,-1-1 0,0-1 0,-1 0 1072,0-2 0,0 0 0,0-2 0</inkml:trace>
  <inkml:trace contextRef="#ctx0" brushRef="#br0" timeOffset="1767">636 167 7704,'0'-4'987,"0"-1"1,1 1 0,1-2-1,3 1-1225,3 1 1,0 0 0,4-2 0,2 1-1227,-1 1 0,3 2 1464,-1-3 0,3 4 0,-2-2 0</inkml:trace>
  <inkml:trace contextRef="#ctx0" brushRef="#br0" timeOffset="2225">918 83 7704,'-6'3'662,"-1"2"0,0 1 0,0 2 0,0 0-242,1 0 0,1 1 0,0 1 1,0-1 96,3 0 0,1 3 0,1-2 0,1 1-473,1 2 0,2-2 1,2 4-1,1-1-473,2-1 1,-1-5-1,2-1 1,0-1-263,0-3 0,-2-2 0,2-4 0,0-2 58,-3-2 1,0-4 0,-1-3 0,-1-2 632,-1 0 0,-2-2 0,1-1 0</inkml:trace>
  <inkml:trace contextRef="#ctx0" brushRef="#br0" timeOffset="2226">1079 128 8223,'-7'0'682,"3"2"1,0 1-27,-1-2 1,1 2 0,0 0-354,2 0 1,-1 2 0,3 2 0,1 1-262,1 0 1,2 3 0,3 0 0,1 1-254,0-2 0,2 0 1,-3-3-1,2 0 194,-1-1 1,-1-4 0,-1 0-1,1-2-475,-1-2 1,-2-2 0,-2-4 0,-1-3 265,-1-1 0,-2-1 1,-1 1-1,-1 0 48,-1 2 0,-1 0 1,0-1-1,0 2-276,2 2 1,-1 3 0,2 0-73,0-1 0,0 0 526,-1 1 0,3-2 0,-2 2 0</inkml:trace>
  <inkml:trace contextRef="#ctx0" brushRef="#br0" timeOffset="2685">1175 90 7635,'-3'6'372,"2"-1"1,-2-2-1,1 1 55,0-1 0,-1 1 1,2 3-1,-1-1-235,0 1 0,1 0 0,1 1 0,0 1-16,0 1 1,0-2 0,0 2 0,0 0-377,0-2 0,0-1 1,1-2-20,1 0 1,0-2 0,1-4 0,1-1-3,-1-3 1,0-3-1,0-2 1,1-1-8,-1 0 1,-1 1 0,2-3-1,0 1 133,-1 1 0,-1 2 0,2 2 0,-1 2 464,1 1 0,-2-1-117,2 2 0,-2 4 0,0 3 0,-1 3-26,1 1 1,-1 3 0,1 3 0,-1 1-16,-1-1 0,2 0 0,0-1 1,0 0-221,-2 0 1,1-6 0,1 0-334,0-2 1,2-3-1,-1-4 237,0-3 1,0-6-1,0 0 1,1 0-552,-1 0 0,-1 2 506,3 3 0,-2 1 1,2 2 263,-1 3 1,-2 5 0,0 0 0,-1 3-699,-1 0 1,0-1-806,0 0 1389,0-4 0,0-3 0,0-3 0</inkml:trace>
  <inkml:trace contextRef="#ctx0" brushRef="#br0" timeOffset="3146">1329 96 7789,'0'7'473,"3"-1"0,-3-2 1,2 1 98,-1 0 1,-1 0 0,0 2-289,0 2 0,0-2 0,0 2 0,0-1-207,0 0 0,0 2 0,0 2 0,0 0-140,0 1 1,0-2-1,0 2 1,0-3-426,0-1 1,0-4 311,0 1 1,1-4 0,0-2 0,2-4 53,1-2 1,-2-2 0,2-1 0,0 1 61,0-1 0,1 4 0,-2-2 436,0 1 1,-1 1-5,3 1 1,-4 2 0,1 5-235,-1 3 1,-2 1-1,0 2 1,-2 0-355,-1 2 0,0-2 0,-2 0 0,1-2-1445,1-1 1,1 1 1660,-2-1 0,0-2 0,1-2 0</inkml:trace>
  <inkml:trace contextRef="#ctx0" brushRef="#br0" timeOffset="3147">1438 231 7635,'0'16'0,"0"1"187,0-2 0,0-2 0,0 1 0,0-1-19,0-3 0,0-4 0,-1 0-1069,-1-3 0,1-1 901,-1-4 0,1-5 0,1-3 0</inkml:trace>
  <inkml:trace contextRef="#ctx0" brushRef="#br0" timeOffset="3148">1457 199 7529,'-1'6'0,"0"-1"-635,-1-1 635,0-3 0,-1 2 0,-1-3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4:36.2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112 124 7853,'-13'0'0,"1"1"0,0 2 82,-1 1 0,1 6 1,1-2-1,1 4 142,2 5 1,4-2 0,-3 6 0,2 1-255,2 1 1,1 2 0,2-1 0,2 1-62,2 0 1,3-6 0,7-2-27,2-4 1,-2-6-1,2-4 1,-2-6 36,-2-5 0,-3-3 1,-1-1-1,0-1 44,-1 1 1,-2-5-1,-3 1 1,1-1 99,1 0 1,0 1 0,-6-4 0,0-1-24,-2 2 1,-5 0 0,4 5 0,-1 0 3,1 3 1,-5 3 0,3-2-612,0 2 1,1 7 0,3 1 565,-1 7 0,0 9 0,4 3 0</inkml:trace>
  <inkml:trace contextRef="#ctx0" brushRef="#br0" timeOffset="477">248 173 8808,'-7'6'475,"1"1"0,5 4 0,-2-2-514,-1 0 1,0-1-1,4 4 1,0 1-50,0-1 1,0 0 0,0 1 0,0-1-137,0 0 1,0-3 0,0-1-258,0 2 0,1-6 359,4-4 1,1-10 0,5-8 0,-1-2 69,-2-7 0,1 5 0,3-4 1,0 2 133,1 2 1,-1 1-1,0 0 1,1 5 144,-1 2 1,-4 7-1,-1 2 1,0 1-52,0 0 0,-4 5 0,1 7 0,-1 5 3,1 3 0,-3 3 1,3 6-1,-2 0-202,-2-1 1,0 1 0,0 0 0,1 0-291,3-1 1,-3-4-1,4-4 1,-3-2-715,2-2 1,-1-3 1026,5-1 0,1-11 0,3 2 0</inkml:trace>
  <inkml:trace contextRef="#ctx0" brushRef="#br0" timeOffset="478">557 0 7814,'-1'13'0,"-2"-1"-33,-1 0 1,-4 2-1,3 3 138,3 3 1,0-1 0,2 1-1,0-1-45,0 0 1,6 2 0,1 2-1,1-1-96,0-1 0,-4-5 0,5 3 0,-1 1-272,-1-1 0,2-4 0,-3 2 308,1-4 0,1 0 0,4-1 0</inkml:trace>
  <inkml:trace contextRef="#ctx0" brushRef="#br0" timeOffset="948">681 124 9657,'1'7'437,"3"-2"0,4-1-1052,3 1 1,-2 4 0,-1-2 0,2 0 614,1-3 0,6 3 0,3 0 0</inkml:trace>
  <inkml:trace contextRef="#ctx0" brushRef="#br0" timeOffset="949">879 50 8614,'-13'0'520,"1"0"0,4 4 0,-1 1-240,0 2 1,3 1 0,1 6-1,1 3-63,0 3 1,-1 6 0,5 6-1,0 6-722,0 5 1,0-2 0,0 2 0,2-3-387,2-4 0,-1-8 1,4 1 890,-2-3 0,5-1 0,-3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4:34.9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50 149 6352,'-8'-4'636,"0"0"0,5-2 1,-3 3-58,1-1 0,2 2-427,-5 6 1,5 3 0,-1 6 0,3 5-464,1 7 0,0 1 1,0 6-1,0-1-634,0 1 0,0-1 945,0 2 0,5 3 0,2-4 0</inkml:trace>
  <inkml:trace contextRef="#ctx0" brushRef="#br0" timeOffset="83">75 13 7853,'-12'-7'186,"-1"1"1,1 6-682,-1 0 1,5 0 215,0 0 1,7 0 0,1 0 278,6 0 0,5 0 0,2 0 0,5 0 0,1 0 0</inkml:trace>
  <inkml:trace contextRef="#ctx0" brushRef="#br0" timeOffset="880">186 0 7853,'0'13'181,"0"-1"1,0 1 0,0-1 69,0 0 1,0 1 0,0 0 0,2 3 16,2 0 1,1 2 0,5-3 0,-2 3-91,2 1 1,-3-2 0,-1 3 0,1 2-23,0 2 1,-4-4 0,1-1 0,-3 1-163,-1-1 0,0-4 0,-1 0 0,-3-4-293,-4-3 0,1-5 0,-1 1-2254,-2-2 2553,-1-2 0,-1-11 0,-1-3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4:33.5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24 7853,'0'-7'2985,"0"-4"-2104,0 10 1,0-4-542,0 10 1,0 3 0,0 8-1,0 6-157,0 6 0,0 5 1,0 7-1,-2 2-306,-2 2 0,2 2 0,-5 2 1,0-2-363,0 0 1,4-10-1,-1-2 1,1-7-2300,-1-7 2215,3-5 1,-5-14-1,6-5 1,2-6 568,2-2 0,-3 0 0,10-6 0,-4-1 0</inkml:trace>
  <inkml:trace contextRef="#ctx0" brushRef="#br0" timeOffset="468">173 185 7854,'6'-9'126,"2"1"0,-1 5 799,1-1-161,-5-3 0,3 7-442,-6 0 0,0 2 0,-2 6 0,-1 2-160,-1 1 1,-4-3-1,3 0 1,-2 3 39,-3 4 0,-1 0 0,0 5 0,1-1-259,2 0 1,0 2 0,-4 3 0,-1 1-259,1 0 0,1 0 1,3-2-1,2-1 219,1-1 1,3-6 0,-2 1 92,3-2 0,2-7 1,3-3-81,5-3 1,2-6 0,1-3-1,0-3-376,1-2 0,-1 1 1,0 0-1,1-1-290,-1 1 0,-4-1 1,1 1-1,0 0 749,2-1 0,2 1 0,-1 0 0</inkml:trace>
  <inkml:trace contextRef="#ctx0" brushRef="#br0" timeOffset="931">322 308 7904,'12'-4'201,"-1"-1"1,-1-1 48,-2 1 1,0-5 0,5 3 0,0-2 170,4-4 1,-3 4-1,2-8 1,-2 3-100,-2 2 0,-1 0 0,-1-1-194,-2 1 1,-5 0-134,1-1 0,-4 6 0,-4 3 1,-4 3-222,-3 1 1,-2 1-1,1 3 1,0 5-43,-1 2 0,5 1 1,0 0-1,-2 1 262,-1-1 0,4 5 1,2 0-1,1 1 73,0 0 1,-1 0-1,5-3 1,0 2-99,0-2 1,5 3 0,0-2 0,2-1-162,2-1 1,4-6 0,2-1 0,1 0 112,0 0 1,-3-4 0,0 1-1,-1-3 79,0-1 0,1-5 0,-1-2 0</inkml:trace>
  <inkml:trace contextRef="#ctx0" brushRef="#br0" timeOffset="932">557 222 7853,'8'0'235,"0"0"1,-3 0 61,3 0 0,0 0-245,4 0 0,1 0 0,-1 0-411,1 0 359,-1 0 0,0 5 0,1 2 0</inkml:trace>
  <inkml:trace contextRef="#ctx0" brushRef="#br0" timeOffset="933">804 110 8146,'-12'5'387,"0"-1"1,3 4 0,2-3 0,1 2-220,-1 3 1,3 2-1,-3 5 1,1 3 123,3 4 1,2 2-1,1 3 1,0 4-282,0 2 0,0-2 0,0-1 0,0 0-878,0-1 1,0-3-1,0-1-912,0-5 1779,6-4 0,-5-6 0,4 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4:29.5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210 533 7853,'0'-7'1839,"-1"1"-820,-3 6 1,1 0-630,-5 0 0,0 6 0,-5 2-446,1 3 1,0 6 0,-1 1 0,1 1 0,-1 1-334,1 0 0,-4 3 0,-1-4 0,2 1-2592,1-4 2981,2-2 0,-1-2 0,1 0 0</inkml:trace>
  <inkml:trace contextRef="#ctx0" brushRef="#br0" timeOffset="751">408 26 10105,'0'-6'451,"0"6"1,0 7 0,0 10 0,2 3-264,2 4 1,3 2 0,4 3-1,-2 4-4,0 2 0,-5-2 1,3-1-1,-2-2-559,-2-2 0,2-6 0,-1-3 26,-1-1 0,-7-7 1,-4-7 143,-3-3 1,-2 3 0,0 0 0,-2-1-1,-3-1 39,-2-2 0,1 0 1,-1 0-1,3 1 196,3 3 1,2-1-1,1 5 1,3 2 128,4 1 1,2 2-1,2 2 1,2 2 39,2-2 1,3 0-1,5-1-93,0-2 1,1 3-1,0-8 1,3 0-1,0-3-487,-1-2 0,-1-2 1,-2 0-1,2 0 137,3 0 1,-4-6 0,4-3 243,-4-7 0,0 3 0,-1-5 0</inkml:trace>
  <inkml:trace contextRef="#ctx0" brushRef="#br0" timeOffset="1246">569 248 7853,'0'13'368,"0"3"1,0 2 0,-1 0 20,-3 0 1,2 0 0,-2-3 0,3 1-510,1-1 1,0 1 0,0-1-1407,0 1 1526,0-5 0,5-11 0,2-7 0</inkml:trace>
  <inkml:trace contextRef="#ctx0" brushRef="#br0" timeOffset="1706">619 112 7853,'-2'-7'929,"-1"2"-333,-1-1 1,-1 5-1566,1-3 360,2 3 0,-3 2 1,6 2-1,3 1 609,5-1 0,-4 3 0,12 1 0,-4 6 0</inkml:trace>
  <inkml:trace contextRef="#ctx0" brushRef="#br0" timeOffset="1707">730 100 7712,'7'5'0,"-3"4"238,-3 2 1,-1 1-1,0 0 1,0 1 166,0-1 0,4 2 0,0 1 0,1 1-48,0 0 1,-2 1 0,4 1 0,0 0-95,-1 0 0,-1 0 0,1-3 0,0 2-138,-3-2 0,-1 3 0,1-2-2,1-1 0,-1-1 0,-7-2-858,-4 1 0,-3-7 0,-2-1 1,1-4-187,0-1 1,-1-1 0,1-4-11,0-3 0,3-4 931,1-5 0,5 4 0,-2-5 0</inkml:trace>
  <inkml:trace contextRef="#ctx0" brushRef="#br0" timeOffset="2163">928 13 8103,'5'13'681,"-3"-5"1,3-1 0,-1 0-157,0 0 1,2 1 0,-3 4 0,1 1-270,-1-1 1,-1 6-1,1 2 1,1 4-316,-1 0 1,0 3 0,-1 0 0,2 3-875,-1 2 1,-1-7-1,-2 1 1,-2-1 932,-2-3 0,-3-6 0,-5 2 0</inkml:trace>
  <inkml:trace contextRef="#ctx0" brushRef="#br0" timeOffset="2164">903 186 7969,'11'-8'369,"-3"0"1,3 4-1,-2-3-288,2 2 0,-3 0 0,0 4 0,2-2-612,1-1 1,1 0 0,0 3 0,1-2-749,-1-1 1279,0 0 0,1-2 0,-1-1 0</inkml:trace>
  <inkml:trace contextRef="#ctx0" brushRef="#br0" timeOffset="2165">1150 63 7853,'0'12'418,"0"1"1,0-5 0,0 0 0,0 2 20,0 1 1,0 1-1,0 0 1,0 2-518,0 3 1,0-4 0,0 4 0,-1-2-346,-3 1 0,3-2 0,-4 3 423,4-4 0,1-6 0,0-1 0</inkml:trace>
  <inkml:trace contextRef="#ctx0" brushRef="#br0" timeOffset="2626">1175 26 8048,'-8'0'1156,"0"0"-3037,5 0 1425,-3 0 1,12 1 0,2 2 455,3 1 0,2 0 0,-1-4 0</inkml:trace>
  <inkml:trace contextRef="#ctx0" brushRef="#br0" timeOffset="3079">1249 26 7853,'0'12'506,"0"-4"1,0 1 102,0 0 0,0-2 0,0 1-144,0 2 0,2 1 0,0 3-228,3 2 0,-1-1 1,-4 5-1,0-1-63,0 0 0,0 0 1,1 3-1,2-1-152,1 1 1,0-7 0,-4 0-149,0 0 0,1-1 18,4-6 1,-4-4 0,3-9 0,-3-8-186,-1-6 0,2-4 0,1-3 0,1-2-150,-2-1 0,4 0 0,-2 6 0,0 3 459,2 3 0,-4 5 0,5 2 0,0 3 205,0 2 0,-4 2 1,2 8-152,1 8 1,-5 5 0,3 6 0,-1 1-260,1 0 0,-2 0 0,2-2 0,-2-1-313,3-1 0,-4-6 0,4 1 0,1-3 19,2-5 1,-1-3-1,1-5 1,2-1 482,1-3 0,1-4 0,1-9 0,-1-5 0,0-5 0,1-5 0,-1-4 0,-1 2 0,-3 1 26,3 5 1,-5 0 0,2 6-1,-4 2 1,-4 4 567,-4 5 1,-3 4 0,-4 8 0,2 2-175,0 1 0,1 6 0,-3-2 0,3 3 427,4 1 0,-2 5 0,2 1 1,1 1-470,2 3 1,1 3 0,0 1 0,0 1-441,0 1 0,1-3 0,2 5 0,3-3-489,1-3 0,1-4 0,4 1 0,0-5-431,1-2 0,-1-7 1,1-3-1,-1-2 247,0-2 0,1-7 0,-2-6 0,-2-6 735,0-4 0,-1-8 0,4 0 0</inkml:trace>
  <inkml:trace contextRef="#ctx0" brushRef="#br0" timeOffset="3080">1682 13 7853,'0'9'681,"0"-1"-70,0 1 0,0 2 0,0 2 0,0-1-160,0 1 1,0 0 0,0 4-1,0 5-320,0 5 0,0-1 1,0 3-1,0-3-661,0-1 1,4 0 0,1-2 0,-3-1-265,0-1 1,-2-6 0,1 1-1640,3-2 2433,-2-7 0,9 4 0,-5-4 0</inkml:trace>
  <inkml:trace contextRef="#ctx0" brushRef="#br0" timeOffset="3544">1608 236 8433,'0'-8'1002,"0"-1"1,1 7 0,4-2-679,3 2 0,3-2 0,1 0 1,2 1-638,2 2 1,-2 1-1,4 0 1,-1-2-3089,-1-2 3401,6 3 0,-3-10 0,6 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4:44.6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 99 7218,'0'-8'-520,"0"0"0,0 3 905,0-3 1,0 4 204,0-4 1,0 4 869,0-5-1270,0 7 1,0-2-1,-2 8 1,-1 4-93,-1 3 0,-1 7 0,2 2-12,-1 4 0,0 5 0,2 2 0,0 4-581,-2 3 1,-1 2 0,5-2 0,0 1-318,0-2 0,0 0 812,0-12 0,0 2 0,0-7 0</inkml:trace>
  <inkml:trace contextRef="#ctx0" brushRef="#br0" timeOffset="542">99 297 8278,'-1'12'0,"-2"1"0,-2-1 0,-2 0 0,3 1 0,-3-1 0,1 2 0,4 2 0,0-2 0,2 9 0,0-3 0</inkml:trace>
  <inkml:trace contextRef="#ctx0" brushRef="#br0" timeOffset="1017">186 124 8278,'-5'8'0,"-4"-1"0,-2-2 0,-1 5 0,0-3 0,-1 5 0</inkml:trace>
  <inkml:trace contextRef="#ctx0" brushRef="#br0" timeOffset="1483">334 173 8188,'-8'13'-112,"0"-1"0,4 0 1,-4 2-1,-1 1 281,2 2 1,1 1-1,3-3 1,-1 3 316,1 1 1,-3 1 0,2 4 0,2-2-485,0-2 0,2-3 0,0 2 1,0-1-742,0-3 515,0-1 1,4-10-1,2-7 1,-1-11 89,1-8 0,2-2 0,-2-11 0,0-2 100,4-1 0,-3 6 0,0-4 0,0 5 16,0 3 0,-3 2 1,3 3-1,-1 1 213,1 1 1,-4 10-1,3 0-67,-1 4 0,-4 5 0,4 7 1,-4 8 30,-1 6 1,4 1 0,0 4 0,-1 2-59,-2 0 0,-1 1 0,0 1 0,0 1-60,0-2 1,0-1 0,0-2-1,2-4-68,2-3 0,-3-3 1,5-3-119,-1-3 0,-2-8 0,4-8 0,0-5 72,0-3 0,-3-5 0,3-6 0,-1-2 55,1 1 1,0-2 0,1 3 0,-2 2-2,-1 3 0,-2 7 0,4-2 174,-2 3 0,0 6-51,-5 0 0,0 11 0,0 2 0,0 8-531,0 3 1,0 6 0,0-1 0,0 2-860,0 2 1286,0 0 0,5-1 0,2 1 0</inkml:trace>
  <inkml:trace contextRef="#ctx0" brushRef="#br0" timeOffset="1484">681 173 8363,'-6'13'232,"-1"-1"1,-1 0-20,0 1 0,4-1 0,-3 2 0,0 1-441,0 1 0,4 2 0,-1-1 0,3 2-411,1 0 0,0-1 639,0-6 0,0 1 0,0-1 0</inkml:trace>
  <inkml:trace contextRef="#ctx0" brushRef="#br0" timeOffset="1952">755 25 8345,'-6'-7'-520,"5"1"0,-10 6 1,4 0-1</inkml:trace>
  <inkml:trace contextRef="#ctx0" brushRef="#br0" timeOffset="1953">817 0 7708,'7'0'-748,"-2"1"1,-5 4 1472,0 3 1,0 3-1,0 3 1,0 2-376,0 5 0,2 2 0,0 3 0,2 3-451,-1 4 1,-1 4 0,-2 3 0,0 3-1130,0 1 1230,0-10 0,-6 13 0,-1-9 0</inkml:trace>
  <inkml:trace contextRef="#ctx0" brushRef="#br0" timeOffset="1954">792 285 8466,'7'-13'161,"-3"1"0,2-1 1,-1 2-1,1 2-237,-1 1 0,5-1 0,-2-3-319,3 0 1,1 5 0,1 1 394,-1 1 0,6 3 0,1-3 0</inkml:trace>
  <inkml:trace contextRef="#ctx0" brushRef="#br0" timeOffset="2425">990 186 8368,'8'-2'472,"0"-2"0,-5 1 0,3-5 1,-2-2-454,0-1 1,0-1 0,-4 0 0,0-1-93,0 1 0,0 0 0,0-1 265,0 1 0,-5 5 1,-4 3-46,-2 3 1,3 3 0,1 5 0,0 7-40,1 4 1,1 4 0,-1 7 0,0 2-343,3 1 1,2-1 0,2-3 0,3 1-330,5-2 1,2-2 0,1-6 0,2-6 200,2-8 0,-1-5 362,6-4 0,0-8 0,3-8 0</inkml:trace>
  <inkml:trace contextRef="#ctx0" brushRef="#br0" timeOffset="2426">1163 74 8345,'0'-12'32,"0"4"1,-1 1 414,-3 1 0,2 4-53,-2 6 1,3 3-1,1 6 1,0 2-166,0 2 0,0-1 0,0-3 0,0-1-365,0 0 1,1 1 0,2-1 0,1 1 262,-1-1 1,-2 0-1,-1 1-294,0-1 0,0 0 0,-1 1-302,-3-1 1,-3 1 0,-6-1-1,1 0 373,0 1 0,-1-1 0,0 0 1,-1 1 217,1-1 1,-2 2-1,8 1 1,1 1 111,1 0 0,4-3 1,1 0-113,0-1 0,6-5 1,3-3-1,5-4-262,2-4 1,2-4 0,-3-7-1,2-3-323,-2-2 0,-1 0 1,-2-5-1,1 0-1303,-1 1 1766,-5 4 0,4-3 0,-4 4 0</inkml:trace>
  <inkml:trace contextRef="#ctx0" brushRef="#br0" timeOffset="2919">297 730 8261,'-12'1'-702,"0"3"927,-1 5 1,5 0 0,1 2 0,2 0-60,2 3 1,1 2 0,2 1 0,0 4-503,0 2 0,0 3 0,0 1 1,0 4-100,0 0 1,0-3 0,0-1 434,0-5 0,6 7 0,1-3 0</inkml:trace>
  <inkml:trace contextRef="#ctx0" brushRef="#br0" timeOffset="2920">211 977 8261,'-2'-11'-124,"-2"3"0,3-3 0,-3 3 202,2-3 1,2 2 0,2 1 0,2 0-219,4 1 0,4-2 0,4 4 1,1 1 139,3-1 0,0-2 0,5-5 0</inkml:trace>
  <inkml:trace contextRef="#ctx0" brushRef="#br0" timeOffset="3404">520 841 8261,'-4'17'0,"-2"1"68,-1 1 1,5 1 0,-2 4 0,2-4 262,2-3 1,0 1-1,0-2-492,0-1 178,6-6 0,2-4 1,7-5-1,2-1 1,-2-5-1,-2-5 1,1-5-151,3-4 0,-4 0 1,3-5-1,-5 0-16,-3 1 1,-5 3 0,1 2-1,-3 0-2,-1-1 0,-1 9 0,-3-1 0,-3 1 49,0 0 0,-4 3 1,3 1-1,-3 1-171,-2 4 1,1 0 272,-1 2 0,-4 0 0,-3 0 0</inkml:trace>
  <inkml:trace contextRef="#ctx0" brushRef="#br0" timeOffset="3405">310 1311 8307,'-14'-4'69,"-1"0"1,-3 1 131,-1 2 1,4 5 0,-3 1-1,1 2 13,1 3 0,-1 2 0,5 3 0,1 3-129,3 2 1,-2 0 0,6 5 0,1 0-340,2-1 1,6 1 0,4-2 0,2-1-271,1-1 0,6-4 0,2 0 524,4-3 0,6 7 0,2-7 0</inkml:trace>
  <inkml:trace contextRef="#ctx0" brushRef="#br0" timeOffset="3906">483 1484 8129,'-11'13'0,"1"-1"6,2 0 0,4 5 0,-3-1 362,2 0 0,2-4-378,7-4 0,3-2 0,5-6 0,0-2-103,1-2 0,-1-3 0,1-6 0,-1-3-30,0 0 1,-3-5 0,-3 3 0,0 1-14,-3-1 1,-2 0 0,-1 3 0,0-2-70,0 2 1,0 1 0,-1 2 36,-3 0 0,-2 3 0,-4 3 188,2 0 0,5 2 0,-8-2 0,5 0 0</inkml:trace>
  <inkml:trace contextRef="#ctx0" brushRef="#br0" timeOffset="3907">631 1336 8404,'-1'12'0,"-2"1"209,-1-1 0,-1 2 0,2 1 0,-1 3-22,1 1 0,2-4 0,1 3 0,0-2-11,0 1 1,4 1-1,1-4 1,2-1-33,3-2 0,5-2 0,1-1 0,1-4-484,1-3 1,-5-2 0,4-3-1,-2-6 60,1-5 0,-5 0 0,3-6 0,-1-2 212,-4-5 0,-3 4 0,1-1 0,-2 6 221,-2 1 1,-2 8 0,-1-2 85,0 1 1,0 4 0,0 2-287,0 3 0,0 6 1,0 11-393,0 2 0,0 1 1,2-3-1,0 1-335,2-1 0,5-1 774,-5-1 0,11-1 0,-1 0 0</inkml:trace>
  <inkml:trace contextRef="#ctx0" brushRef="#br0" timeOffset="4414">953 1348 7201,'-8'0'1142,"1"2"-562,1 2 0,2 3 0,4 6-384,0 4 1,0-2 0,0 4 0,0 0-258,0 1 0,0-1 0,0 2 0,0-4 88,0 1 0,4-4-286,0 3 0,6-9 0,-3-5 131,0-6 1,0-5-1,-5-10 1,4-6 37,1-3 0,-3-8 0,3 4 0,0-1 43,-1 3 0,1 3 0,3 2 223,-2-1 0,-4 6 0,3 2 0,0 5 113,0 3 0,-3 4 0,3 6 0,-2 5-197,-2 6 1,-1 2 0,-1 7-1,2 1-433,1 1 0,0-2 0,-3-2 1,2 0-618,1 0 1,2-4 957,-2 2 0,3 2 0,5 0 0</inkml:trace>
  <inkml:trace contextRef="#ctx0" brushRef="#br0" timeOffset="4415">1237 1187 8427,'-6'13'404,"1"-1"1,4 1-163,1-1 0,0 4 0,0 2 0,0 2-168,0 2 1,0 0 0,0 0 0,1 0-574,4 4 0,-3-6 0,5 5 0,-1-2-624,-4 1 1123,0-5 0,3 4 0,2-3 0</inkml:trace>
  <inkml:trace contextRef="#ctx0" brushRef="#br0" timeOffset="4915">1200 1422 8348,'0'-12'202,"0"0"0,0-1 0,0 1-11,0 0 1,0-2 0,2 0 0,0 0-32,3 3 0,3 2 0,-3-4 0,2 2-882,3 3 1,-3-1 0,1 4-502,1 3 1223,2-5 0,2 5 0,-1-3 0</inkml:trace>
  <inkml:trace contextRef="#ctx0" brushRef="#br0" timeOffset="4916">1349 1274 8218,'12'0'-127,"-4"0"0,1 0 386,0 0 0,2-4 1,0-2-1,-1 0-63,-2-4 1,-1-1 0,3-1 0,-4-1-84,0 1 0,-2-1 1,-3 1-35,4 0 1,-5-1 0,0 2 9,-7 3 1,-4 3 0,0 6 0,1 3-23,2 4 0,1 5 1,-1 3-1,2 3 52,1 1 0,3 4 0,-2-2 1,3 3-483,1-1 0,0-2 0,0 2 1,0 0-305,0-4 1,4-2-1,1-7 1,2-3 666,3-4 0,1 3 0,1 0 0</inkml:trace>
  <inkml:trace contextRef="#ctx0" brushRef="#br0" timeOffset="5414">1485 1237 8340,'0'-8'867,"0"-1"-363,0 7 1,1-4 0,2 8-1,2 2-358,2 4 1,-3 4 0,3 3 0,-1 3-81,-4 2 0,4-5 1,-2 1-1,-1-1-106,-2 2 0,3-3 0,0 2 99,-1-2-180,-1-7 0,-1-5 0,2-8 13,1-7 0,0-7 1,-4 0-1,1 0-478,3-1 0,-2 5 586,2-5 0,3 6 0,0-3 0</inkml:trace>
  <inkml:trace contextRef="#ctx0" brushRef="#br0" timeOffset="5415">1757 1311 8340,'-6'7'513,"5"0"0,-4-4-1131,-1 1 618,5 0 0,-5 1 0,6 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8:39.8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15 7760,'0'-7'1178,"0"0"0,1 6 0,3 1-961,3 6 1,2 4 0,3 5-1,1 5-51,5 3 1,3 6 0,2-1 0,1 2-400,-1 1 0,-1-2 233,-1 2 0,-1-7 0,1 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8:40.4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21 7743,'0'-7'898,"0"1"0,5 3 1,2 0-691,2 2 1,5 1-1,1 1 1,1 1-244,2 2 0,3 2 0,2-2 0,2-2-809,-2-1 0,2-1 0,-2 0 0,-2 0-815,-3 0 1659,-5 0 0,7-4 0,-4-2 0</inkml:trace>
  <inkml:trace contextRef="#ctx0" brushRef="#br0" timeOffset="115">301 1 8140,'-10'26'508,"0"-2"0,3-1 0,0 1 1,-1 1-319,-2 1 1,0-1 0,1 2 0,1 2-489,1 1 1,0-2-1,-2-1 1,1-1-1818,1 1 2115,0-4 0,-8 2 0,-1-4 0</inkml:trace>
  <inkml:trace contextRef="#ctx0" brushRef="#br0" timeOffset="266">73 458 10064,'10'-2'349,"1"-1"1,0-3 0,3-4 0,5-1-590,4 1 1,3 0-1,5-2 1,-1-1-2717,-2 0 2956,2-6 0,1-2 0,6-5 0</inkml:trace>
  <inkml:trace contextRef="#ctx0" brushRef="#br0" timeOffset="533">447 104 7690,'-6'5'149,"1"1"0,2 1 436,0 0 0,-1 0 1,4 3-1,0 2-57,0 1 0,5 0 0,2 4 0,2 3-328,1 3 0,4 0 0,0 4 1,0-1-211,1 1 1,-2-4-1,3 1 1,-1-3-157,-3-4 1,0-2 0,-2-6-22,1-2 0,-1-8 0,-1-9 1,-1-6-7,-1-4 0,-3-5 0,2-4 0,-1-3 20,1-3 0,-4 0 1,2 4-1,-3 0-318,-1 0 0,1 3 0,1 3-663,2 3 0,-1 0 1154,-3 8 0,0 0 0,0 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8:42.0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16 7767,'0'-7'985,"0"0"1,0 6-612,0 1 0,0 6 1,0 7-1,0 6-243,0 4 0,0 6 0,0 7 0,-1 4-156,-2 3 0,1 1 0,-1 4-9,2-3 1,0-5 0,-2-5 0,0-7-695,1-5 1,2-12 0,2-6 727,1-10 0,5-11 0,-2-10 0</inkml:trace>
  <inkml:trace contextRef="#ctx0" brushRef="#br0" timeOffset="199">72 151 7683,'-7'11'119,"0"3"0,1-2 0,0 3 1,1-1 579,0-1 0,4 1 1,-2-3-484,2-1 0,2-1 0,2-1-289,4-1 0,2-3 0,2 2 0,-1-2-443,0-2 1,-3 0-1,0-2 1,1 0-228,2 0 1,-3-4 0,-2 0 742,0-2 0,3-1 0,-2-4 0</inkml:trace>
  <inkml:trace contextRef="#ctx0" brushRef="#br0" timeOffset="416">207 203 7683,'21'0'0,"-5"0"0,-2-1 0,-3-2 271,0 0 1,-4-2 0,0 3 4,1-2 1,0-4 0,-1 1-143,-4-2 1,-2-1-1,-1-1 15,0 1 1,-4 3 0,-3 1-117,-2 2 0,-2 1 0,1 7 0,1 3-99,2 2 1,-1 3-1,3 1 1,0 4-171,1-1 0,0 3 1,4-1-1,0 1 54,0 2 1,0-4 0,0 0 0,1-2-247,3-3 0,2-1 1,4-4 427,0-4 0,1-2 0,-1-1 0</inkml:trace>
  <inkml:trace contextRef="#ctx0" brushRef="#br0" timeOffset="649">394 213 7866,'10'0'899,"-3"-5"-643,0-1 1,-4-4 0,0 0-86,-2 0 1,-1-1 0,0 1-4,0-1 0,-1 2 0,-2 2 0,-3 3 95,0-1 0,-3 4 0,3-1 0,-1 4-84,0 5 1,4 3 0,-3 3 0,1 2-184,3 1 0,1 1 0,1 4 0,0 1-395,0 2 1,1-4 0,3 3 0,2 0-467,4-1 0,0-4 1,0-3-1,1-2 865,-1-4 0,5-5 0,1 0 0</inkml:trace>
  <inkml:trace contextRef="#ctx0" brushRef="#br0" timeOffset="848">540 182 7683,'-7'3'586,"0"1"1,3 3 0,-2-3 0,2 2-106,2 2 1,0 2-1,2 1 1,0 3-325,0 3 1,0 4 0,2 2 0,1 2-197,4 2 0,-1 0 1,-1 1-1,1-1-1034,0-2 0,-3-4 1,3-5 341,-1-1 1,-2-7-1,-3-8 731,0-5 0,0-10 0,0-5 0,0-5 0,0-5 0,-4 1 0,-2-7 0</inkml:trace>
  <inkml:trace contextRef="#ctx0" brushRef="#br0" timeOffset="998">571 203 7683,'4'-21'-390,"2"5"1,3 2-1,-1 4 1306,-1 3 1,-3 2-414,3 5 0,-5 5 1,1 2-1,-1 3-73,-2 4 1,-2-2 0,0 6 0,-2 1-207,-2 5 0,2-6 1,-3 3-1,0-3-403,2-2 0,-3 3 0,3-5 0,0-2-3070,1 0 923,-4-6 2326,7-2 0,-4-13 0,5-2 0</inkml:trace>
  <inkml:trace contextRef="#ctx0" brushRef="#br0" timeOffset="1198">789 78 8207,'0'10'387,"0"1"0,0 0 1,0 2-1,0 1-174,0-1 1,0-1 0,0 1-1,1 2 54,2 1 1,-1 2 0,1 2 0,-2 2-478,-1 2 1,4-2-1,-1 1 1,-1-3-1287,0-3 0,-2 0 1496,0 0 0,0 2 0,0-2 0</inkml:trace>
  <inkml:trace contextRef="#ctx0" brushRef="#br0" timeOffset="1348">737 296 7683,'0'6'2848,"5"-1"1,1-7-2896,4-1 0,1 1 0,2-4 0,2 0-1215,1 0 0,-2 3 1,2-3 1261,-1 2 0,4-5 0,-3 4 0</inkml:trace>
  <inkml:trace contextRef="#ctx0" brushRef="#br0" timeOffset="1456">997 286 7683,'0'15'-19,"-4"-2"1,1 3-471,0-1 0,2-5 489,1-3 0,0-5 0,0 3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8:44.4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125 73 7752,'-15'-5'-11,"2"0"0,-3 6 0,1 1 0,1 4 437,-1 3 0,7 1 0,-2 7 1,2 3 170,2 3 0,1 0 0,6 3 0,3 2-378,3 2 0,5-1 1,3 4-1,0-4-73,0-5 1,3 0-1,-4-3 1,-1 3 16,2-1 0,-7-7 1,2 3-1,-3-2-158,-2-5 0,-2 1 0,-1-1 1,-3-1-148,-3-2 1,-7-4-1,0 1 1,-1-1-490,-3 1 1,3-3-1,-2 0 390,3-2 0,0-2 0,2-2 0,2-4 0,4-4-1496,2-3 1737,1 3 0,4-13 0,2 2 0</inkml:trace>
  <inkml:trace contextRef="#ctx0" brushRef="#br0" timeOffset="233">229 260 7752,'-7'12'717,"0"2"1,1 2 0,-1 6 0,4 2-25,2 4 1,1-2 0,1 2 0,2 0-412,4-2 1,7-4-1,3-7 1,3-3-151,1-6 0,1-5 0,-1-5 0,1-5-298,-2-7 0,-3-3 0,1-8-111,-4-2 0,-4 0 0,-3 1 0,-4 4 10,-2 2 1,-5 1 0,-3 2-1,-2 1 1,-3 5-345,-2 1 1,2 6 0,-5 3 0,2 2 171,3 1 0,0 0 1,3 1-1,1 2 439,1 4 0,0 2 0,-3 2 0</inkml:trace>
  <inkml:trace contextRef="#ctx0" brushRef="#br0" timeOffset="467">634 333 7775,'-11'0'0,"1"0"699,0 0 1,-1 1 0,1 3-1,-1 3-31,1 2 0,-1 6 1,-2 3-1,-1 5-619,1 5 0,2 3 1,2 3-1,0 2-291,3 0 0,2-2 0,-2-2 0,2-5-694,1-6 0,3-12 936,4-2 0,2-14 0,4-5 0</inkml:trace>
  <inkml:trace contextRef="#ctx0" brushRef="#br0" timeOffset="868">842 198 8232,'0'7'1065,"0"0"-794,0 1 1,0 2-1,0 3 1,0 2-37,0 1 0,0-2 0,0 3 0,0 1-608,0-2 1,0 2 0,0-4 0,0-1-2958,0-2 3330,0-5 0,0-6 0,0-6 0</inkml:trace>
  <inkml:trace contextRef="#ctx0" brushRef="#br0" timeOffset="1022">914 32 7746,'0'10'389,"-4"-1"0,-2 0 0,0-3 25,3 3 1,1-4-415,2 2 0,10-4 0,1 1 0</inkml:trace>
  <inkml:trace contextRef="#ctx0" brushRef="#br0" timeOffset="1128">1008 1 7746,'0'10'212,"-4"2"1,1 0 0,1 3 350,0 1 0,-1 3 0,-1 4 0,2 1-361,1-1 1,4 4-1,2 1 1,1 2-498,2 1 1,-2-4 0,-1 0 0,1 0 11,0-1 0,-4-3 0,2 0 283,-3-4 0,4 0 0,0-2 0</inkml:trace>
  <inkml:trace contextRef="#ctx0" brushRef="#br0" timeOffset="1266">977 312 8270,'5'-4'575,"5"1"1,-3-2 0,2-1-472,1 0 0,5-1 1,2-4-1,4-2-503,3-1 0,-2 0 0,3 4 0,-3 1 399,-2 2 0,1 2 0,0 5 0</inkml:trace>
  <inkml:trace contextRef="#ctx0" brushRef="#br0" timeOffset="1720">146 1008 7764,'-2'-9'168,"0"1"0,-3 2 202,0 2 1,-2-3 135,-4 3 1,-2 1-1,-1 3 1,1 0-1,1 1-110,2 2 0,0 4 0,-1 6 0,1 3-372,0 4 1,4-1 0,2 8-1,3-1-214,1 1 0,1 1 0,3 3 0,4 1-449,5 3 0,3-6 0,4 0 0,2-6-155,3-7 1,-2-5 0,3-4 0,0-6 793,-3-6 0,-1-7 0,-2-13 0,1-2 0</inkml:trace>
  <inkml:trace contextRef="#ctx0" brushRef="#br0" timeOffset="1982">301 1081 7764,'-4'-15'64,"-2"5"1,-4-2-1,-1 5 689,1 3 0,-1 0-410,1 4 1,0 0 0,0 1-1,4 3 1,2 4-102,3 4 1,1 1 0,0 3 0,0 0-268,0 1 0,5-5 0,1 2 0,4-2-132,0-2 1,0-1-1,1-2 1,-1-3 36,1-3 0,-1-1 0,0-1 1,1-3-278,-1-3 1,-1-2-1,-1-2 1,-1-2 463,1-1 0,-2 0 0,0 4 563,-1-1 0,-1 6-511,0 1 0,-3 5 1,3 5-1,0 6-387,-1 3 0,2-2 0,-3 4 0,3-1-779,1 0 1,-3-3-1,4 1 1047,1-3 0,1-5 0,2-2 0</inkml:trace>
  <inkml:trace contextRef="#ctx0" brushRef="#br0" timeOffset="2283">509 1029 7974,'-6'1'812,"3"3"1,2 3-1,1 5 1,0 3-545,0 1 0,0 2 0,1 3 0,1 0-153,2 4 1,4-3 0,-2 2 0,0-2-59,1-1 1,-3-4 0,3-1-219,1-1 0,-2-6 1,-1-6-55,0-6 1,-2-7-1,-3-9 38,0-4 0,4-3 1,-1-5-1,1-1 1,0 1-117,3 0 0,-1 3 0,1 3 0,1 2 234,1 3 1,-2 10-1,1 1 1,3 3 78,2 4 0,0 5 0,-2 5-94,-1 5 0,4 3 0,0 6 0,-1 1-105,-2 1 1,-1 1-1,1-5 1,-1 0 178,1-3 0,-1 3 0,0-4 0</inkml:trace>
  <inkml:trace contextRef="#ctx0" brushRef="#br0" timeOffset="2932">1039 956 7753,'-4'-10'493,"1"0"0,-2 4 538,2 2-712,2 3 1,-3 6 0,7 2 0,1 3 27,2 4 1,-3-1 0,3 4-287,-1 1 1,2 6-1,-3 1 1,1 0-1,1 3-112,0 2 1,-4-5 0,1 5 0,-2-2 81,-1-1 0,0-8 0,0 1-378,0-4 0,0-8 298,0-8 0,0-9 1,0-10-1,0-4 65,0-4 0,0 0 0,0-1 1,0 0-186,0-2 0,2 0 1,0 2-1,3 4-41,0 2 0,-1 2 0,2 3 0,-1 3-233,1 2 1,1 7 0,3 1 442,1 3 0,-1 1 0,1 0 0</inkml:trace>
  <inkml:trace contextRef="#ctx0" brushRef="#br0" timeOffset="3217">1195 998 7679,'-6'7'280,"1"-1"1,2-1 236,-1 1 1,-2-2 0,2 3 0,2 1-253,1 1 0,1-2 0,0 0 0,0 1-251,0 1 1,1 1 0,2 1 0,4-1 69,2 1 0,2-5 0,-1 0 1,1 0-369,-1 0 1,1-4 0,1 0 0,0-3 22,-3-2 0,-1-9 0,2 1 0,-1-5 204,-2-6 0,-1 1 1,-4-3 149,2 2 0,-1 4 1,-3 2-1,0 1 1,2 4 91,1 3 0,-2 2 1,3 5-12,-3 1 0,-1 2 0,1 10 0,1 1-415,2 5 0,3 5 1,-4 1-1,1-1-485,0-1 1,-2-5 0,4-1-1149,-1-1 1874,3-1 0,-2-3 0,4-1 0</inkml:trace>
  <inkml:trace contextRef="#ctx0" brushRef="#br0" timeOffset="3516">1403 988 8500,'0'-5'886,"0"5"1,3 5 0,2 6 0,-1 2-681,1 1 1,3 4 0,-2-1-1,1 2-235,0-2 0,-2 3 1,3-4-1,-2 0-255,-1-2 1,-1-4 170,0-3 0,-3-3 0,4-9 0,-2-6-4,1-9 1,-1-2 0,-2-5 0,1 1-36,2-1 0,3 4 0,-3-1 0,2 3 171,2 4 1,-2 3 0,1 6-1,1 2 80,1 2 1,2 5 0,-1 7-1,0 5-145,1 4 1,-1 6 0,-1 1-226,-2-1 0,1 3 0,-3-2 0,0-2-2013,-1-4 2284,0 2 0,-4-4 0,0 5 0</inkml:trace>
  <inkml:trace contextRef="#ctx0" brushRef="#br0" timeOffset="3952">374 1621 7712,'-10'0'330,"-1"0"1,1 0 81,0 0 1,-1 0 0,2 1-175,2 3 1,-1 2-1,3 5 1,1 3-1,-1 3-21,3 3 1,2-2 0,3 2 0,5 2-174,5 0 0,0-4 1,4-3-1,1-2-56,2-4 0,-3-4 1,0 1-1,-2-3-119,-3-4 1,0-4 0,-3-5-1,-1-2 4,-1-1 1,-5 0 0,2-4 0,-3-2 12,-1-1 0,-5 3 1,0 0-1,-2 0-230,0 0 1,0 1-1,-4 5 1,2-1-668,2 3 1,-2 1 1010,2-3 0,2 6 0,1 5 0,4 5 0</inkml:trace>
  <inkml:trace contextRef="#ctx0" brushRef="#br0" timeOffset="4249">582 1590 7712,'-7'0'779,"0"0"-10,-1 0 0,2 3 1,0 2-301,2 1 1,0 1-403,4 3 1,1 1 0,3-1 0,3 0 0,3 1-181,4-1 1,-2-3 0,3-1 0,-2 0-92,1-1 0,4-2 1,-4 0-1,-1-2 2,2-1 0,-7-1 0,3-2 1,-3-4 120,-2-2 0,2-2 1,-5 1 184,0-1 1,-2 1 83,-1 0-232,0 4 0,0 6 1,1 7-1,1 2-719,2 1 1,3 1-1,-3-1-850,2 1 1613,1-6 0,3 5 0,1-5 0</inkml:trace>
  <inkml:trace contextRef="#ctx0" brushRef="#br0" timeOffset="4415">852 1497 8000,'0'-6'2177,"3"9"0,2 9-1940,1 3 0,2 2 1,5 5-1,0 2-377,0 4 1,2-2 0,-1 2 0,0 1-615,1 1 1,-4-2-1,2-2 1,-5 0-1381,-4-3 2134,1-6 0,-3 3 0,2-4 0</inkml:trace>
  <inkml:trace contextRef="#ctx0" brushRef="#br0" timeOffset="4548">893 1746 8691,'-5'-5'2395,"0"3"-2153,5-5 0,0 4 0,0-4 0,1-1-293,3-2 1,1 3 0,6 0 0,0-1-892,3-1 1,-1 2 941,4 0 0,1 0 0,2-3 0</inkml:trace>
  <inkml:trace contextRef="#ctx0" brushRef="#br0" timeOffset="4667">1132 1663 8190,'0'10'1027,"0"1"1,-1-2-1,-1-1-1042,-2-1 0,1 0-1523,3 3 1538,5-4 0,0-2 0,6-4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8:53.1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1 146 7783,'0'-7'1932,"0"0"-1433,0 5 1,0 6-1,0 10-376,0 5 1,3 2 0,1-1 0,-1 2-338,2 3 0,-3 0 0,5 3 0,0-4-824,-1-2 0,-1-6 0,-2-2 1038,0-3 0,1-5 0,-4-1 0</inkml:trace>
  <inkml:trace contextRef="#ctx0" brushRef="#br0" timeOffset="185">63 32 7727,'0'-6'-466,"5"5"0,2 5 1,3 1 465,4 0 0,-3 3 0,9-2 0,-4 4 0</inkml:trace>
  <inkml:trace contextRef="#ctx0" brushRef="#br0" timeOffset="315">240 1 7728,'0'16'126,"0"-2"0,0-2 0,0 2 0,1 3 377,2 3 1,0 1 0,3 0 0,3-1-159,0 1 0,1 0 0,1-1 1,-1-2-152,0-1 0,1-3 1,-2 2-1,-2 1-107,-4-1 0,-1-7 0,-2 1 0,-2 0-174,-1-1 1,-3-2 0,-4-2 0,-2 0-639,-2-3 0,2 0 0,-6-2 0,1 0-2154,1 0 2879,-4-5 0,4-5 0,-5-7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8:50.1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52 7728,'0'-10'0,"0"3"1087,0 0-746,0 5 0,0-2 1,0 8-1,0 4-116,0 5 1,1-1 0,2 6-1,3 1-54,0 4 1,3 0-1,-3 5 1,1 1-84,0 1 0,-2 1 0,2-2 0,-2-3-198,0-1 0,-4-9 0,2 3 1,-2-2-514,-1-5 0,-1-6 418,-2-6 0,-2-6 0,-3-8 1,2-4 37,2-5 0,-1 0 0,3-5 0,-2-1 63,2-1 1,1 1 0,2 2 0,1-1 215,2 3 0,4 4 1,-1-1-1,2 6-67,1 5 1,1 8 0,-1-1 204,1 3 1,-5 9 0,0 4 0,0 3-111,0 3 0,-4 2 1,2 0-1,-2-2-19,1-1 0,-1-3 0,2 2 1,1-1-103,2-2 1,-2 0 0,2 0 0,1 0-76,2 0 1,1-1 0,2-2 0,1 0 153,-2 1 1,0-1-1,-2 2 1,1 0 18,-1 2 0,-4 0 1,-3-4-1,-1 1 189,-2-1 1,-5 1 0,-2-1-1,-3 0-382,-4 1 0,1-5 1,-3-3-1,1-2-85,2-1 1,2 0-1,0 0 1,1-1-924,0-2 0,3-4 0,1-6 1,1-2 1083,3-1 0,1-6 0,1-5 0</inkml:trace>
  <inkml:trace contextRef="#ctx0" brushRef="#br0" timeOffset="250">302 187 7728,'10'0'261,"0"1"719,-4 3 1,4 2 0,-5 4-503,1 1 0,3 4 1,-3 1-1,1 1-287,0 0 0,-3 2 0,1 4 0,0 2-71,-3 2 0,1-4 1,-1 0-1,1-3-148,0-3 0,-3-4-278,-4 0 1,-2-7-1,-3-7 1,1-7 123,1-5 0,4-9 1,-3 2-1,1-4 154,3-1 0,1 3 1,1-2-1,0 2-27,0 1 0,3 2 0,2 1 1,1 3-744,2 0 1,1 7 0,3-1 0,0 2-448,2 1 0,3 4 1245,-3-2 0,5 3 0,-3 1 0</inkml:trace>
  <inkml:trace contextRef="#ctx0" brushRef="#br0" timeOffset="550">551 208 7728,'0'11'358,"-1"-2"1,-1-1 57,-2-1 1,0 0 0,1 3 0,0 0-24,1 1 1,0-1 0,2 1 0,0-1-119,0 0 1,5 2 0,2-1-1,2 1-314,2-3 1,2-2 0,1 0 0,0-3-138,1-3 1,-3-2-1,2-3 1,-3-4-66,0-5 0,-2-2 0,-1-3 0,-2 1 81,-2-2 1,0 1-1,-4 0 1,0 4 252,0 3 0,0 1 246,0-1 1,0 6-1,1 5-283,2 6 1,-2 5-1,4 3 1,-1 3-436,-1 2 1,5 2 0,-1-1 0,2-2-131,2 0 0,-3-7 0,1 0-74,2-7 1,2-5-1,-4-6 1,-1-7 582,-1-4 0,-4-8 0,1 0 0</inkml:trace>
  <inkml:trace contextRef="#ctx0" brushRef="#br0" timeOffset="983">832 125 7728,'0'-7'1093,"0"0"-351,0 0 1,0 6 0,1 5 0,1 5-427,2 5 1,4 3 0,-1 6-1,2 2-227,1 2 0,1 1 0,-1 2 0,0-1 26,1-2 1,-4-3 0,0 3 0,0-3-2633,-2-4 1,1-4 1922,-2-6 0,-4-5 1,0-6-1,-6-8 594,-3-8 0,-2 0 0,2-1 0,1-2 0,1 2 0,0 3 0,-2-2 0,2 2 6,3 3 0,0 4 0,0 1 685,2-1 1,1 2-306,1-1 0,5 5 0,1-3 0,5 2-197,3-1 1,-3 1 0,4 3 0,-1-1-112,0-3 1,4 2 0,-1-4 0,0 1 31,0 3 0,-4-4 0,2 1 1,-1-2-238,0 0 0,-4 0 1,-4-4 90,-2 1 1,-1 1-1,-7 1 1,-4 2-13,-5 1 0,1 1 1,-4 1-1,-1 0 70,1 1 1,4 2 0,-2 4 396,2 7 0,6-1 1,3 5-1,2 0 83,1 2 1,2 3 0,4 2 0,5 1-261,4 1 0,3 0 0,4-3 0,2 0-749,4 0 0,-2-5 0,2-3 1,1-5-1437,1-5 1,-4-8 1942,-2-5 0,-2-5 0,-1-6 0</inkml:trace>
  <inkml:trace contextRef="#ctx0" brushRef="#br0" timeOffset="1518">1829 83 7728,'0'-15'198,"-5"4"1,-2-3-1,-2 3 51,-1 0 1,-2 2-1,0 2 1,-3 4 303,-2 1 1,5 5-1,-2 2 1,2 8-191,2 6 0,1 1 0,2 10 0,3 4-243,3 2 1,1 1 0,1 2 0,4-1-407,5 1 1,2-2 0,4 0 0,0-2-544,0-5 1,-2-3-1,2-6-257,-1-4 1,-1 0 0,-3-15 1085,-1-3 0,-9-13 0,-2-8 0</inkml:trace>
  <inkml:trace contextRef="#ctx0" brushRef="#br0" timeOffset="1853">1715 291 7728,'-11'-9'193,"1"2"0,0-1 1,0 3 0,3 0 0,3 1 0,5-3 283,2-1 1,3-1 0,5 0 0,0-1-662,3 0 1,-1 2 0,3-6-1,0 3-197,0 0 1,0-3 0,2 0 0,-3 2 122,0 0 0,-7 6 1,2 2-1,-1 0 292,1 1 1,-5 4-1,-1 7 1,-2 5 377,2 4 0,-2 4 1,4 2-1,-1 2 136,1 2 0,1-3 0,3 3 0,2-2-419,2-2 1,-3-5 0,4-6 0,-1-4-170,0-4 0,3-4 0,-3-4 0,-2-4 30,-4-4 0,-2-1 0,-4-4 1,0-2 41,-3-1 0,-1 3 0,-7 1 0,-4 1-140,-2 2 0,1 2 1,-3 1-1,-1 2-448,2 1 1,0 5 0,3-2 0,0 0-190,0 1 0,5-1 8,1 4 737,5 0 0,-3 0 0,5 0 0</inkml:trace>
  <inkml:trace contextRef="#ctx0" brushRef="#br0" timeOffset="2467">2068 125 7921,'6'10'250,"-1"1"1,-2-1-1,1 2 544,2 2 1,-2-5 0,3 5-181,1 2 1,-4-1 0,1 1 0,-2 0-503,1 0 1,-1-1 0,-3 4-1,0 2-90,0 0 0,0-4 0,0 2 0,-1-3 270,-2-3 1,-3-3-355,-5-3 1,2-4-1,1-9 1,2-6-132,2-3 0,0-3 0,4-5 0,0-3-151,0 0 1,0 2 0,1-3 0,3 2-205,3 2 1,1 1-1,1 1 1,0 0-149,3 0 1,1 5 0,-2 2 0,3 3 428,3 0 1,-1 1-1,1 1 1,-1 2 266,0 3 0,-2 3 0,2 1 0,-1 1 0,-2 3 0,-6-2 0,-4 5 0,-2 1 0,-1-2 0,0 1 608,0 1 1,-4 0 0,-2 0 0,-1 0 0,1 3 375,1 1 1,-1 3 0,2-1 0,1 2-836,-2 0 0,4 4 0,-3-4 0,3 2-787,1-1 1,1-3 0,3 2-406,3-1 1,2-2 0,1-6 629,1-4 1,-1-2-1,1-2 1,-1-2 412,0-4 0,-3-3 0,0 0-73,1 0 0,0 3 0,0 1 1,-1 0 219,1 0 1,1 3-1,-1-4 1,-1-1 0,1-1 374,1-2 0,-2 3 0,-1-1 0,-2-3 36,-2 1 0,3-1 0,-1 2 0,-2-2-375,-1-1 0,-6 1 0,-2-1 0,-2 4-83,-1 2 1,-2 5 0,0-2 87,-2 3 0,0 2 0,4 3 1,-1 4-1,2 5 35,2 4 0,2 3 0,5 1 88,0 4 1,2 0 0,2 4 0,5-2 0,5-2-385,2-2 0,3-1 1,4-4-1,2-4-862,2-7 1,1-6 0,3-4-1,-1-6 935,-3-8 0,3-4 0,-3-11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28:54.4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21 115 7728,'-4'-11'-1745,"2"1"1745,-1-1 0,2 5 0,1-1 0,0-1 0,0 2 0,0-1 497,0-1 1,0 2 1197,0-1-1022,0 0 0,1 1 1,1 5-405,2 7 0,3 6 0,-3 8 0,2 3-239,2 5 0,1-3 0,1 9 1,-2 1-235,-1 0 1,-2 0-1,3 1 1,-2-3-721,-1-3 1,-2-6 0,-3 0 0,0-6 923,0-4 0,-4-7 0,-7-7 0,-5-6 0</inkml:trace>
  <inkml:trace contextRef="#ctx0" brushRef="#br0" timeOffset="144">0 270 7955,'0'-10'0,"0"0"589,0-1 0,0 1 0,0 0-387,0-1 0,2 4 0,1 1 1,5 1-116,5-1 1,-1 4 0,6-2 0,0 3-283,2 1 1,2 0-1,1 0 1,2 0-1335,2 0 1,-8-1 1528,2-3 0,-2-1 0,1-6 0</inkml:trace>
  <inkml:trace contextRef="#ctx0" brushRef="#br0" timeOffset="400">270 104 7728,'-10'0'87,"-1"0"0,-1 1 0,-1 2 437,1 0 1,2 5 0,-2-1-1,2 4-51,3 2 0,5 0 0,-1 4 0,2 1-346,1-2 0,4 0 0,4-4 0,4-1-138,2-2 0,4-5 0,-2-1 0,2-2-234,-1-1 1,0-1-1,3-2 1,-3-4 14,-3-2 1,-2-3-1,-2-1 1,0 0-10,1 0 0,-6-2 0,-1 1 1,-2 1 6,2 2 0,-3 0 558,2 1 0,-3 2 0,-2 4-474,-1 8 1,-1 5-1,4 5 1,0 3-367,0 3 1,1-2-1,2 1 1,0 1 513,-1-2 0,4 0 0,0 3 0</inkml:trace>
  <inkml:trace contextRef="#ctx0" brushRef="#br0" timeOffset="563">437 250 7728,'5'-1'565,"-1"-3"0,2 3 0,-1-4-382,1 1 1,3 3 0,-2-3 0,3 3-417,0 1 0,2 0 0,0-1 1,2-2-142,-1 0 1,2-4 0,0 2 0,0 0 373,0-3 0,-1-2 0,-4 0 0</inkml:trace>
  <inkml:trace contextRef="#ctx0" brushRef="#br0" timeOffset="716">613 94 7728,'-10'1'0,"-1"1"0,1 3 505,0 1 0,0 1 0,2 3 0,1 2-210,-1 1 0,4 0 1,0 3-1,2 2-40,-1 1 1,1 0 0,0 4 0,3-4-627,3-1 0,4-4 0,-1 2 0,2-2-607,1-5 1,1-3 0,-1-6 977,0 0 0,5-5 0,2-1 0</inkml:trace>
  <inkml:trace contextRef="#ctx0" brushRef="#br0" timeOffset="864">717 167 7728,'0'10'0,"0"4"0,0 1 0,0 0 480,0 0 0,0 3 1,0-2-1,0 1-764,0-4 1,0 0 0,1 0-2283,3 1 2566,-3-5 0,8-9 0,-3-6 0</inkml:trace>
  <inkml:trace contextRef="#ctx0" brushRef="#br0" timeOffset="1017">728 104 7728,'-2'-6'819,"-1"3"-547,-4 2-403,2 1 0,1 1 131,4 2 0,4 3 0,2 5 0</inkml:trace>
  <inkml:trace contextRef="#ctx0" brushRef="#br0" timeOffset="1250">821 115 7728,'7'7'152,"-1"-1"449,-2 3 1,0 0-1,-3 1 1,1 1-127,2-1 1,-1 4 0,-3 0 0,0 0-118,0 1 1,0-3 0,1 4 0,2-1 91,0-2 0,1-1-527,-4-2-38,0-4 1,3-18 0,0-9-91,0-2 1,-2-1 0,-1 1 0,1-1 32,3 1 1,-3 4 0,2 3 0,-1 1 130,2 2 1,-2 3 0,4 2 449,-1 1 1,2 6 0,-3 2-229,2 8 0,-3 6 1,3 6-1,0 0 1,0 1-786,2 2 1,-2-2 0,1 2 0,1-3-76,1-4 1,1-2-1,1-6 1,-1-2-2131,0-3 2809,5-8 0,-3-1 0,3-6 0</inkml:trace>
  <inkml:trace contextRef="#ctx0" brushRef="#br0" timeOffset="1534">1070 104 7728,'-4'-6'0,"-3"2"544,-2-1 1,-2 4 0,1-2 1344,-1 1 1,4 2-1408,1 0 0,3 5-513,0 2 0,3-1 1,3 0 46,4-2 1,2 0 0,2-4 0,-1 0-799,1 0 0,-1 0 0,0 0 728,1 0 1,-1 0-1,-1 1 1,-1 1 214,-1 2 0,-1 4 0,2-1 182,-1 2 1,-1 2 0,2 3 0,-1 3 0,0 3 61,-1 1 1,-1 4 0,-2 3 0,0 1-273,-1-1 1,0 2 0,-4-5-1,-1-1-100,-4-3 1,-2-8 0,-2-2-1,1-4-929,0-2 1,-2-3 0,-1-7 0,0-4-587,0-4 0,5-6 1482,1-2 0,0 0 0,-3-4 0</inkml:trace>
  <inkml:trace contextRef="#ctx0" brushRef="#br0" timeOffset="1766">1361 104 9316,'-7'-3'0,"0"-1"588,-1 2 1,2 1-1,0 1 1,-3 0-273,0 0 1,-1 0-1,-1 0 1,1 2 404,0 5 0,0 1 1,2 9-1,3 2-366,0 1 0,2 4 0,3 0 1,1 0-554,2 2 1,4-4 0,6 1-703,1-5 0,3-1 0,-2-5 0,1-4 0,3-2-2358,0-4 3258,-3-1 0,9-5 0,-4-2 0</inkml:trace>
  <inkml:trace contextRef="#ctx0" brushRef="#br0" timeOffset="2500">1808 83 7565,'10'0'1302,"-4"-1"-1058,-3-2 1,-3 2 0,-3-4 0,-4 2-1,-2-1 403,-2 2 1,0 1-1,-2 2-462,-1 2 0,1 3 0,1 6 0,-1 1 0,1 5-97,2 1 1,1 3-1,6 3 1,0 2-17,2 3 0,3 1 0,4 1 0,6-2-348,3-3 1,3-1 0,5-8 0,2-4-675,-2-7 1,2-6-1,-1-6 1,-1-5 593,-1-6 1,-6-8 0,-2-3 0,-3-1 221,-4 1 0,-3 3 0,-5-3 0,-2 2 229,-4 1 0,-6 4 0,-2 2 0,-1 5 404,-3 1 1,3 3 0,0 1 0,0 2-227,0 1 0,3 2 0,-1 3-968,3 0 631,5 0 0,6 0 0,7-1-1142,2-3 0,5 3 1206,0-2 0,4 6 0,-2 3 0</inkml:trace>
  <inkml:trace contextRef="#ctx0" brushRef="#br0" timeOffset="2749">2016 83 7682,'0'-6'218,"-2"0"196,-1 1 187,2 2-456,-4 3 0,5 1 0,0 2-33,0 4 0,0-1 0,0 1-150,0 1 0,0 1 0,0 2-565,0-1 0,0-3-1123,0 0 990,0-5 736,0 3 0,0-5 0,0 0 0</inkml:trace>
  <inkml:trace contextRef="#ctx0" brushRef="#br0" timeOffset="3133">1756 11 7689,'-5'-6'51,"3"1"1,-5 5 0,-1 0 138,-1 0 1,1 2 0,-2 1 0,-1 4 105,-1 2 1,0 3 0,-1 0 0,-1 3-93,1 2 0,1 1 1,0 5-1,1 2-95,1 2 1,3 1 0,1 3-1,2 0-113,3 0 1,7-2 0,4 0 0,6 1-415,4-1 1,2-5 0,1-1 0,2-3-173,2-3 1,1-8-1,0 1 1,-1-5 589,-3-2 0,-4-11 0,5-4 0,-4-9 0</inkml:trace>
  <inkml:trace contextRef="#ctx0" brushRef="#br0" timeOffset="4000">2005 104 7689,'0'7'410,"-1"0"0,-1 1-45,-2 1 0,0 3 1,1 1-1,0 2-57,1 1 1,0 2 0,2 4 0,0 1-170,0 0 0,0-6 1,2 3-1,0-1 201,1-3 1,2-1-553,-2-5 1,0-5-1,3-6 1,-2-7 125,-2-5 1,1-7-1,-1 1 1,2-4-26,-2 0 0,0-3 1,0 2-1,2 1 27,-2 1 1,3 2-1,-1 3 1,1 3 161,0 3 1,-1 1 58,0 3 1,0 4-1,4 6 1,-1 6 0,1 3 29,2 6 0,-3 2 1,0 3-1,-1 3-98,0 0 1,2-5 0,-3 2 0,1-1-102,2-3 1,-2-2 0,0-6-254,3 0 0,-4-3 202,2-8 1,-4-6-1,1-4 1,0-6-1,-1-5 27,-1-3 1,0 2 0,-2-3 78,0 4 1,3 1 0,1 3 0,-2 3 0,0 3 412,2 4 0,-2 3-352,5 4 0,-4 4 1,4 4-1,0 5-377,-1 4 1,2 2-1,-3-1 1,0 0-1,3-1-663,2-1 0,0 0 0,0-4 510,1-2 1,-1-2 0,1-8 0,-1-2 445,0-5 0,-3-1 0,-1-8 4,-1 1 1,-1-4 0,-1 3 0,0-1 0,-1 1 394,0 1 1,-2 1 865,0 4 1,-2 4-559,-1 2 1,2 4 0,-3 4-1,3 4-593,1 5 0,1 3 0,2 5 0,1 0-264,2 4 0,1-3 0,2 3 0,-1 0 75,-1 3 0,-3-1 0,3-1 0,0 0-1905,-2-3 0,1-5 1495,-2-1 1,-3-10 0,2-4 0,-3-11 484,-3-9 0,0-3 0,-4-5 0,1-2-11,0-3 1,-2-1-1,4 1 1,2 0 32,1-2 1,1 8-1,0-4 1,0 4 385,0 0 0,1 5 1,1 0-1,3 3 129,1 3 1,1 3 0,3 3 0,0 3-67,1 3 1,-4 3 0,-2 4 0,0 6-71,-3 3 0,-1 0 0,-1 3-307,0 1 0,0 6 0,0-4 0,-1 0 1,-1-3-461,-1-4 1,-2-3 0,3 0 0,-2-1-2702,2 1 3067,-4-6 0,5-5 0,-4-5 0</inkml:trace>
  <inkml:trace contextRef="#ctx0" brushRef="#br0" timeOffset="4365">2722 52 7689,'-1'-5'2745,"-3"1"-2405,-1 3 0,-1 6 0,2 1 0,3 5-181,1 3 1,1 2 0,2 5 0,1 1-68,2 2 0,0-1 0,2 3 0,-2 0 25,-2-3 0,4-1 1,-2-3-1,0 0-299,-3-2 0,0-8-109,0 2 1,2-9 0,2-2 241,-4-6 1,-1-6 0,1-3 0,0-1 0,0-3 133,-2-1 0,0 3 0,1 1 0,2 1 41,-2 2 1,-1 5 0,0 2 230,3 2 0,-2 1 0,4 7-205,-2 3 0,3 7 0,-2 3-595,1 3 1,-3 4 0,3 1-1,0 1 1,-1 0-137,4 1 0,-4-8 0,2 0 0,1-5-19,2-5 598,0-6 0,0-3 0,1-5 0</inkml:trace>
  <inkml:trace contextRef="#ctx0" brushRef="#br0" timeOffset="4631">3002 270 7373,'10'2'53,"-2"0"862,-1 1 1,-4 1 0,4-4 0,0-1-356,-1-3 1,3 2-1,-2-6 1,2-3-456,2-1 1,-1-6-1,0 3 1,0-1-2,-4-2 1,3 2 0,-6-1 0,-1 1-7,-1 0 0,-1 3 0,-1 1 0,-2 3 102,-4 2 1,-3 4 0,-3 0 0,-1 2-3,1 1 0,2 5 0,0 5-367,1 2 0,1 7 0,1-1 0,2 4 0,1 2-544,3 0 1,1-2 0,2-2 0,2 1-112,4 0 1,4-2 0,1-1 0,3-6-1829,2-3 2652,-5-5 0,13-4 0,-4 0 0</inkml:trace>
  <inkml:trace contextRef="#ctx0" brushRef="#br0" timeOffset="5116">3241 146 7689,'-16'-6'701,"1"1"1,5 7-1,-1 0 57,1 1 1,0 2 0,-1-3-282,1 2 0,3 3 1,1-3-749,2 2 0,1-4 0,7 2 99,3-3 1,3-1 0,3 0-1,1 0-78,-2 0 1,0 0 0,-2-1-1,1-2 15,-1 0 0,-1-2 1,-1 3 512,-1-1 0,-3-4 319,3 3 1,-4-4-285,4 1 1,-5 1-538,2 0 1,-3 2-429,-1-3 110,0 5 0,0 5-164,0 8 1,1 1 436,3-1 0,-2-2 1,5-1 404,1-1 0,-2-4 345,1 4 0,-4-4-78,4 0 1,-5-1-1,3 1 70,-1 0 0,-1 1-151,4-4 1,0 0-147,3 0 1,-3 0 0,-1-1 0,-1-2-19,1 0 1,-2-4 0,1 2-420,0-1 1,2 0 0,-2-4 0,-1 2 0,2 1-288,0-1 1,-3-1-1,3-1 1,-1-1-170,-3 1 1,3 3 0,-1 1 716,2 2 0,-4-5 0,3 4 0</inkml:trace>
  <inkml:trace contextRef="#ctx0" brushRef="#br0" timeOffset="5449">3511 83 8939,'0'11'1748,"0"-4"0,0 0-1076,0 1 1,2-2 0,1-1-827,4 0 1,2 2 0,2-4 0,-1 1-786,0 0 1,1-2-1,-1 1 1,1-2 567,-1-1 1,0 0 0,1 0-1,-1 0-385,0 0 1,-3-4 0,-1-3 755,-1-3 0,2 0 0,-4 0 151,-1-1 0,0 4 1009,-2 0 0,0 6-555,0 1 1,-5 6-1,-1 7 1,-1 2 0,0 2 61,-1 5 0,4 0 0,-1 6 0,2 0-697,-1 2 0,1-3 0,3-3 0,0-2-1062,0-1 1,0-5 65,0-2 0,3-8 1026,1-6 0,4-10 0,-3-6 0</inkml:trace>
  <inkml:trace contextRef="#ctx0" brushRef="#br0" timeOffset="5698">3771 0 7689,'7'0'243,"-1"2"0,0 1 1022,-1 4 0,2 7 1,4 3-1,-1 5-694,0 6 1,1 1-1,-1 10 1,1 3-346,-1 6 0,-4 0 0,-3 2 0,-2 0-4,-1-4 1,-4-6 0,-4-4-821,-5-4 0,1-1 0,-1-10 1,1-5-1,2-3 598,-1-3 0,1 1 0,0-1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32:16.272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3210 766 19000,'-15'4'-852,"-1"0"0,-2 1 492,1 0 1,3-1 0,-2 0 0,1 2 411,2-1 1,1 5-1,0-4 1,-1 5 101,1 3 0,6-2 0,-3 6 0,3 1 53,4 4 0,1 1 0,2 3 0,3 2 57,7 1 1,4 5 0,7-1 0,2 1-100,4 1 1,2-4 0,1 2 0,0-6 15,0-3 0,-2-8 0,0-4 0,0-5-156,-4-5 1,-2-7 0,-3-7 0,-2-7-132,0-9 0,-6-2 1,1-9-1,-4-1 145,-2-1 0,-5 0 0,2 1 0,-4-1 69,-4 0 1,-1 0 0,-6-1 0,1-1-244,-1 2 0,-4 10 0,-2-6 0,-3 5 53,0 5 1,2 11-1,1 6 1,-1 3-395,-2 4 1,3 2-1,1 5 1,1 5 314,2 6 0,5 5 1,1 2-1,0 1 360,1-1 1,-2-1 0,3-2-1,1-3 56,-1-3 1,1-1 0,1-1-174,0 2-792,-1 0 476,4-8 1,2-6-1,0-7 1,1-2-239,0-2 0,-2 0 0,0-2 413,2-1 1,-1-1 0,1 1 0,-2-3-1,-1-4 309,0-3 1,0 1-1,0-5 1,-1-1-77,-2-1 0,1 1 0,-1 1 1,3-2-80,3 1 1,3 5 0,5 0-244,-1 6 1,5-2 0,2 4-1,2 0 43,-2 2 0,6 3 0,-1 0 0,2 1-30,2-1 1,1 2 0,0 1-1,1 2 163,0 2 1,5-3 0,-6 3 0,1 2 0,-1 1 51,-3 1 0,-7 0 0,5 0 0,-1 0-60,-3 0 0,-4 0 1,0 1-1,-2 3 261,-2 2 0,-1 4 0,-1 0 0,-2 0-121,-1 1 1,-2 3-1,-3 1 1,0 1 147,0 2 1,-4 2 0,-3 1 0,-4 1-172,-3 2 0,2 2 0,-6 4 0,0 0-240,-2 2 0,-2-7 0,-1 6 0,-2-1-206,-2 0 0,3-6 0,-2 0 0,-1-1-245,1-1 1,2-4 0,1-2 328,5-1 1,-6 4 0,2-3 0</inkml:trace>
  <inkml:trace contextRef="#ctx0" brushRef="#br0" timeOffset="665">3438 860 20214,'-10'16'-1475,"0"-2"1,-2-3 0,-1-1-1,0-3 1910,0-4 0,-4-2 1,-3-1-1,-4-1 429,-3-2 0,1 0 0,-3-4 0,0-1-316,-3-1 1,-1-1 0,-4-1 0,0 0-160,0-3 1,-5-2 0,-6-5 0,-1-1-198,-3-2 0,6 2 0,-6-1 1,1 3-116,0 3 0,4 3 0,2-1 0,3 2 68,4 4 0,-2 2 1,4-1-1,0 2 226,2 2 0,2-3 1,-4 3-1,-1 1-332,0-2 0,2 3 0,-1-4 0,3 0-105,3 1 1,4-2 0,1-5 0,1-1 88,1 0 1,8-5 0,-4 3-1,4-1 13,1-2 0,0 1 0,5 0 0,1-1-174,1-2 1,5-2 0,-2-1 0,3-4-77,1-3 0,1 5 0,3-6 0,3 1-83,2 0 0,4 2 0,3 3 0,5 2-243,1 3 0,2 6 0,1 0 358,3 3 1,8 2-1,-5 2 1,2 3-1,4 3 138,5 1 1,-3 1 0,5 3 0,0 3-91,-1 2 1,0 2 0,0 2 0,1 3-2,0 4 0,-7-1 1,3 9-1,-2 1 236,-1 1 1,-2 2 0,2 2 0,-1 0 259,-3 0 1,-3-1-1,-2 0 1,-1-1 98,-1-2 1,-5-2-1,3-1 1,-3-2 208,-4-3 0,-1-5 0,-3-1 1,1-1-181,-2-2 1,0-5 0,-2-2 0,1-1-262,-1 1 1,-3-2 0,0 3 636,1 1-658,-3-4 1,-1 2-933,-4-2 0,-4-2 0,-3 4-1183,-3-2 1,-3 0 1580,-1-4 1,-9 0-1,1 0 1</inkml:trace>
  <inkml:trace contextRef="#ctx0" brushRef="#br0" timeOffset="1084">2431 631 10660,'-11'0'-464,"5"0"0,-1 0 607,-2 0 1,5-5 0,-1-5 222,1-2 1,2-7 0,-2 2 0,0-4 0,1-3-161,1-4 1,0-3 0,2-2 0,0-4-110,0-4 1,0 4-1,2-7 1,0 1-30,1 0 0,2 1 0,-3 5 0,3 6-330,1 6 1,-3 7-1,3 5-414,-1 1 0,-1 6 0,-1 4-670,0 4 1388,0 4 1,2 9 0,1 1 0</inkml:trace>
  <inkml:trace contextRef="#ctx0" brushRef="#br0" timeOffset="1331">2462 455 11636,'-10'0'-544,"-1"0"0,1 0 810,-1 0 0,3-5 0,-1-3 0,-2-5 413,-1-4 1,-4-4 0,0-3 0,-2-4-455,1-2 0,0-1 0,-4 0 0,0 0-98,0 0 1,0 8 0,-3 2 0,-1 4-37,-2 4 0,3 0 0,-2 10 0,-1 0-175,1 2 0,3 5 0,-2 1 0,2 3-73,-1 4 0,7 2 0,-2-1 0,4 2-197,1 1 1,4 1 0,4 3 0,0-2-615,1-1 0,2-3 882,0 4 1,6-6 0,3 3 0</inkml:trace>
  <inkml:trace contextRef="#ctx0" brushRef="#br0" timeOffset="1817">1600 330 16324,'-11'1'-1375,"1"2"1,-2 0 2300,-1-1 0,1-1 0,-3-1 0,0 0-611,-2 0 0,-1 0 0,-1 0 0,-3 0-89,0 0 0,-1 0 1,0 0-1,-1 0 42,0 0 0,1 0 1,1 0-532,2 0 0,-2 0 0,8 0 0,1 2-855,2 1 1,5-1 1374,2 5 0,13 0 1,2 4-1</inkml:trace>
  <inkml:trace contextRef="#ctx0" brushRef="#br0" timeOffset="2074">1278 289 19800,'-29'16'-2087,"-1"-1"1,-2-1 1737,-1-1 1,4 1 0,3-3 0,-2 0 115,-2 3 1,5-2 0,-5 1 0,2-1 205,2-2 1,6 1-1,0-2 1,5-1-405,6-1 1,3-4 0,6 4 982,0 1 0,9 2 0,3 0 0</inkml:trace>
  <inkml:trace contextRef="#ctx0" brushRef="#br0" timeOffset="2287">644 372 13369,'-35'9'0,"1"-1"-213,0-1 0,6-4 0,2 4 0,3 1 142,3 2 1,7-3-1,-1-1 7,2 3 1,5-5-1,0 1-478,-1-1 1,2-2 0,0 1 686,-3-2 0,-4-1 0,-4 0 0</inkml:trace>
  <inkml:trace contextRef="#ctx0" brushRef="#br0" timeOffset="2333">52 517 16516,'-10'0'-779,"3"0"1,0 0 477,-1 0 1,-2 5 0,0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35:13.7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160 64 7896,'4'-4'57,"-2"-1"185,-1 0 0,-1 2-5,2-2 0,-1 1 0,1-2 0,-3-1 0,-2 1 115,-1 0 1,-1 1 0,-2 2-1,-3 0 126,0 1 0,-1 2 0,-3 3 0,-1 4-43,1 5 1,-2 5-1,1 4 1,1 4-52,3 4 1,2 3 0,3 8-250,2 1 1,2 0 0,4-4 0,5-5-54,3-6 0,4-2 0,2-11 0,1-3 0,2-5-591,2-3 1,1-8-1,-2-3 1,3-6 32,-1-4 1,-2-4 0,-1-6 0,-1-3 81,-3-3 0,-5 2 0,0-4 0,-4 3 138,-4 3 0,-5 8 0,-3 2 1,-4 5 511,-2 4 0,-2 2 1,1 3-121,0 1 1,-3 2-1,5 2 1,0 2-1,0 0-1067,1 0 0,5 0-1901,-2 0 2832,8 2 0,3 2 0,6 2 0</inkml:trace>
  <inkml:trace contextRef="#ctx0" brushRef="#br0" timeOffset="468">353 70 8611,'-4'0'1712,"3"-2"-1592,2 0 1,3-2 0,5 1 0,2-1 379,4-1 1,-1 2-1,5-2 1,2 0-390,1 0 1,-2 0-1,2 2 1,-2 0-1919,-1 2 1,-5 0-1,-2 1 1807,-2 0 0,-1 3 0,-3 0 0</inkml:trace>
  <inkml:trace contextRef="#ctx0" brushRef="#br0" timeOffset="537">539 45 7896,'-10'9'663,"3"-1"0,-1 2 0,0 2 17,-1 0 1,4 1 0,-1 2-1,0 3-330,0 3 1,3 0 0,1 3 0,1 1-277,1 0 1,0-1-1,0 0 1,1-2-524,1-3 1,2-4 0,4 0-1,1-5-12,1-3 0,-1-4 0,2-3 1,0-2 460,1-3 0,1-3 0,0-2 0</inkml:trace>
  <inkml:trace contextRef="#ctx0" brushRef="#br0" timeOffset="1251">693 115 7799,'-5'3'-1,"1"1"1,2 0-1,-2 0 1,1 2 1324,-1 2 0,2 0 1,-2 4-1,2 3-676,0 3 1,1 1 0,1 4 0,0 2-648,0 2 1,0-5-1,0 1 1,0-2 55,0-1 1,0 0 0,0-4 0,0-2-1105,0-3 1,3-3 1046,-1 0 0,3-3 0,-2-3 0</inkml:trace>
  <inkml:trace contextRef="#ctx0" brushRef="#br0" timeOffset="1712">750 83 8036,'2'-6'0,"1"0"704,1 2 1,-2-1 0,2 3-72,1 0 0,-1 1 1,-1 2-1,0 2-196,-1 3 1,-2 4-1,-3 5 1,-1 2 58,-1 2 1,-3 0-1,1 0 1,-3 1-675,0-1 0,2-3 0,-3-1 0,0-2-732,-1-2 1,1-2 0,0-3-1,0-2-1767,1-2 2677,-2-1 0,2-4 0,-2-1 0</inkml:trace>
  <inkml:trace contextRef="#ctx0" brushRef="#br0" timeOffset="2168">1032 77 7732,'0'-5'-11,"0"1"634,0-1-54,0 2 0,1-2-261,1 3 0,-1 3 0,1 4 0,0 3-24,0 2 1,-1 5-1,3 2 1,-1 3-122,-2 1 0,0 3 0,-1 3 0,0 0-174,0 1 1,0-2-1,-1-2 1,-1-1-148,-2-2 0,0-5 0,0 0-36,-1-6 1,2-5 0,1-7-2,1-3 0,1-4 0,0-4 0,0-4 55,0-4 1,3-2 0,0-4 0,2 0 120,2 0 0,-2 4 1,4-4-1,0 2 74,2 1 1,-1 5 0,1 3 0,-1 3-1,0 5 1,3 4-1,-3 3 144,2 5 1,-4 1-1,-2 8 1,-2 3 29,0 2 0,-3 2 1,1 2-1,-1 3-126,-1 2 1,-2-2 0,-1 2-1,0-3-102,0-3 0,-1-4 0,1-2 0,0-4 29,1-2 1,-1-6-209,3-3 0,0-3 1,0-6-1,1-2 61,1-1 1,2-4-1,2-3 1,1-3 99,2-3 0,-1 3 0,2-3 0,0 2 1,0 3 1,-2 0 0,2 2-1,0 3 173,0 4 0,-2 6 1,1 3-1,-3 2 49,-2 2 1,1 5-1,-3 6 1,0 4-122,-2 4 1,0 2 0,0 3 0,0 0-294,0 2 0,0-4 0,0 1 1,0-3-688,0-4 1,0-1-2486,0-4 3380,3-6 0,1-4 0,2-7 0</inkml:trace>
  <inkml:trace contextRef="#ctx0" brushRef="#br0" timeOffset="2264">1405 109 7732,'-3'9'91,"1"2"0,-1 1 227,0 1 0,-1 2 1,1 2-1,2 2-265,0 0 0,1-1 0,0 0 0,0-1-618,0-4 0,1 0 0,1-5 1,2-2 564,2-3 0,1-5 0,-1-2 0</inkml:trace>
  <inkml:trace contextRef="#ctx0" brushRef="#br0" timeOffset="2265">1456 64 7732,'-4'-7'327,"-1"-2"0,1 4 1,-2-1 364,2 0-940,-2 3 0,6 3 1,0 4-1,4 2-1673,2 1 1921,0-1 0,0 3 0,1 1 0</inkml:trace>
  <inkml:trace contextRef="#ctx0" brushRef="#br0" timeOffset="3081">1533 89 7732,'-7'7'228,"-1"-1"1,-1 1-72,-1-1 1,4 1 0,-1-2 2303,2 0-2472,-1 0 0,5-4 1,4 0-1,4-2-353,1-3 1,4-1 0,-2 0 0,0-2 4,1-1 0,0 1 0,1-1 1,-1 1 280,0 2 1,-3 2-1,1 1 1,-1 2 48,1 0 0,-3 4 0,-2 5 0,-1 8 539,-2 8 1,0 4 0,-2 4 0,-1 3 439,-2 2 1,-3-6 0,0 3 0,-3-2-616,0-2 0,2-8 0,-2-3 0,0-5-389,0-3 0,2-4 0,0-1 0,0-5-354,2-4 0,0-2 0,-1-5 1,1-1-421,-1-2 0,2-2 0,0-1 1,3-2-739,1-1 1,1-2 1565,0-2 0,3 2 0,1-2 0</inkml:trace>
  <inkml:trace contextRef="#ctx0" brushRef="#br0" timeOffset="3505">1700 38 10058,'0'7'792,"0"-2"1,0 0-1,0 3-437,0 1 0,-3 5 1,1 4-1,1 3-104,0 5 0,-1 3 0,-1 4 0,0 2-45,-2 1 0,2-7 0,0-3 0,1-4-376,0-3 0,-1-7 1,4-2-51,1-5 1,0-5 0,2-7 0,1-3-132,1-2 1,0-4 0,1-1 0,1-2 92,1-2 0,1-2 0,-1-1 1,-1 2 212,2 2 0,-3 8 0,1-1 80,0 3 0,-4 8 1,-1 5-1,0 6 246,-1 6 0,-2 3 1,0 1-1,0 1-558,0 2 1,0-4 0,0 0-1,0-1-606,0 0 1,0-8 0,1-1 0,1-4-1214,2-3 2096,2-3 0,3-4 0,1-4 0</inkml:trace>
  <inkml:trace contextRef="#ctx0" brushRef="#br0" timeOffset="3506">1892 77 7732,'0'-7'1591,"0"1"0,0 3-1066,0 3 1,2 4 0,0 6 0,0 4-368,-2 4 1,1 1 0,1 4 0,0 2-449,-1 0 1,0 0 0,-1 0 0,0-1-505,0 0 0,0-4 1,0-1-1,0-3 794,0-3 0,-3 0 0,-1 0 0</inkml:trace>
  <inkml:trace contextRef="#ctx0" brushRef="#br0" timeOffset="3507">1841 282 7732,'0'-4'890,"0"-1"1,0 3 0,0-1 0,3 0-355,1 1 1,4 0 0,3-1 0,2 1-942,2-1 1,1 3 0,3-2 404,-2 1 0,1-2 0,-1-1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35:20.9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64 20 7849,'-1'-6'339,"-1"2"0,1 0 1,-1 3 497,-1-1-508,2 0 0,-4 7 0,3 2 0,0 3-143,2 3 1,0 3-1,0 4 1,0 1-20,0 3 0,-2 4 0,-1 1 0,1 1-144,-1 0 0,3-5 1,-3 0-1,1-3-267,0-1 0,-3-6 0,3-3-153,1-2 0,0-5 242,1-5 0,0-3 1,0-4-1,0-1 101,0 0 0,1-4 1,1 1-1,2-2 12,2 0 1,2-1-1,2 4 1,0 0 105,1 2 1,1 1 0,0 2 0,0 2 0,1 0 67,1 1 1,-3 4 0,-1 3 0,-1 3 178,-1 0 1,-1 4 0,-3-3 0,-2 2-63,-1 0 1,-3 0 0,-1 1-1,-4 0 13,-3-1 0,0-2 0,-4-2 0,0-1-249,-1 1 0,-2-4 0,2-1 1,1-1-638,0-1 1,3 0 0,1 0 0,1-1-349,1-1 0,3-1 1,2-4-1,0 1-177,2-1 1149,3 1 0,4-3 0,4-1 0</inkml:trace>
  <inkml:trace contextRef="#ctx0" brushRef="#br0" timeOffset="500">295 238 7732,'6'0'0,"1"0"0,-1 0 558,1 0 0,-2-1 1,0 0-1,0-2 252,0-1 1,0-1-1,1-2 1,-1-3-546,-1 0 0,-2 0 0,0-3 0,-2-1-369,0-1 1,0 3-1,0-2 1,0 3 8,-2 2 1,-4 3 0,-3 2 0,-1 2 93,-2 3 1,2 2 0,-2 6-1,-1 3 347,0 4 0,3 2 0,-2 6 0,2 0 269,2 1 0,1 1 1,3 1-1,2 1-297,1-1 0,7-3 0,3-2 0,6-4-504,4-4 1,1-5 0,3-3 0,2-3-1104,2-5 0,-1-2 0,2-4 0,0-1 1289,-3-1 0,-3 2 0,0-1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35:27.1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10 7732,'0'-4'705,"0"-1"0,0 5 1,0 0-348,0 6 0,0 2 1,0 4-1,0 3-73,0 3 1,0 0 0,0 6-217,0 0 0,-2 3 0,0 2 0,-1 2 0,1 2-55,0 0 0,-2-5 0,2-2-57,0-3 1,-1-1 0,1-8-251,1-2 1,0-6 0,1-6 0,1-6 40,1-4 1,2-6-1,2-2 1,0-4 141,1-3 1,0-2 0,1-2 0,1 3-27,1 2 1,-2 3-1,0 1 217,0 4 0,-2 5 0,0 8 144,-2 5 0,1 7 0,-3 9 1,0 0-1,-2 3-324,0 2 1,0-1-1,0 3 1,0 0-402,0 0 1,2-4 0,1-3 0,1-1-30,1-3 0,1-1 0,2-3 0,1-4 529,1-3 0,1-5 0,2-2 0</inkml:trace>
  <inkml:trace contextRef="#ctx0" brushRef="#br0" timeOffset="508">244 164 7732,'-1'-6'295,"-1"2"1090,-2 2-1067,-2 1 1,0 2-1,0 2 1,1 2-1,1 4 1,2 2-71,0 2 0,1 0 0,1 2 0,0-1-333,0 1 0,1-1 0,1 0 1,3-3-236,0-2 0,2-4 0,-1-2 0,1 0 12,2-1 0,-2-7 0,1-4 0,0-2 106,-2-2 0,0-1 0,-1 0 0,-2-2 302,0 0 1,1 3 0,-1 0 0,-2 0 404,0 1 0,-1 4-183,0-1 1,0 6-197,0 3 1,0 3 0,0 5-1,0 1-299,0 1 0,0 1 0,2 1 1,0 0-234,-1-2 1,2-2 0,-1 1 0,0-2-2346,1-1 2751,-2-2 0,5-1 0,-3-3 0</inkml:trace>
  <inkml:trace contextRef="#ctx0" brushRef="#br0" timeOffset="589">398 132 7732,'0'4'265,"-1"0"1,0 1-149,-1 1 0,-1 1 0,3 2 0,0 1 66,0 3 1,0 2 0,0 2 0,1 0-56,1 0 1,1-3-1,2 0 1,-1-2-83,1-1 1,1-4 0,1 0-16,-1-4 1,0-6 0,-1-4 0,-1-3-19,1-2 1,1-4 0,0-2 0,0-2-118,1-1 0,-1 4 1,0-3-1,-1 2-360,-1 3 1,0 2-1,2 2 1,-1 1-394,-1 2 0,-1 1 857,1 4 0,3 1 0,3 2 0</inkml:trace>
  <inkml:trace contextRef="#ctx0" brushRef="#br0" timeOffset="1351">590 196 7451,'7'6'146,"-1"-2"0,-2-1 1,1-3 326,0 0 1,-2-3 0,-1-2 0,-2-2-250,0-2 1,0-1 0,0 0-1,-2 1-26,-3 0 0,1-2 0,-2 3 0,-1 2 162,0 1 0,-2 3 0,-1 0 1,1 2 28,0 2 1,0 5-1,3 4 1,0 1-154,-1 3 1,4 2 0,0 5 0,3 1-315,3 2 0,3 0 0,5-1 0,2-4-445,1-2 1,1-5 0,2-5 0,1-3-1048,3-3 1,-2-8 1569,5-4 0,-5-8 0,6-5 0</inkml:trace>
  <inkml:trace contextRef="#ctx0" brushRef="#br0" timeOffset="2183">1123 196 6927,'3'-3'619,"-1"-1"-414,-1-2 0,-1 0 0,0-1 1,0-1 29,0-1 0,0 1 0,-1 1 0,-1-1 0,-2 1 50,-2 2 1,-1 0 0,-1 1 0,-1 2-38,-1 1 1,1 6-1,-1 3 1,-1 3-149,1 5 1,0 3 0,3 1 0,1 2-100,2 1 1,3 0 0,1 0 0,1-3-73,3-2 1,2-6 0,6-1-187,2-3 0,0-3 1,-1-6-1,0-2 0,-1-6-152,1-5 1,0-5 0,-1-1-1,-1-3 348,-3-2 0,-3 3 0,-1-1 0,-1 2 261,-2 2 0,0 6 0,-2 3-78,-1 4 1,-1 1 0,-4 3 0,1 0 0,-1 2 311,1 2 0,2 4 0,1 3 0,1 1-518,0 2 1,0 0-1,2 1 1,0 0-492,0-1 0,0 1 0,1 0 0,1-1-43,2-1 0,2-1 1,0-3 617,1-1 0,2 2 0,1-4 0</inkml:trace>
  <inkml:trace contextRef="#ctx0" brushRef="#br0" timeOffset="2692">1232 157 8092,'-3'-3'417,"-1"1"0,0 2 0,0 3-177,-1 3 1,1 3 0,1 5-1,0 2-93,1 3 0,-1 1 0,1 3 0,1-1-1,0 1 0,1-4 1,0-1-1,0-1-417,0-3 1,0-6 0,1-2 0,1-3-18,2-4 1,2-4-1,0-6 1,1-3 138,-1-3 0,1-1 1,0-4-1,1-1 47,0 0 1,1 2 0,-2-2 0,1 3 162,0 1 1,1 5 0,-3 1 0,1 5 357,-1 3 1,-2 3 0,-2 7-221,-1 3 0,-1 3 0,0 3 1,0 1-282,0 2 1,0 2 0,-1 0 0,-1 0-88,0 0 1,0-2-1,2-2 1,0-2-1274,0 0 0,1-5 1442,1-2 0,-1-4 0,2 1 0</inkml:trace>
  <inkml:trace contextRef="#ctx0" brushRef="#br0" timeOffset="2772">1379 247 7732,'7'0'48,"-1"0"0,1 0-2,2 0 0,-2 0 0,1 1 0,0 0-318,1 2 0,-1-1 0,2-2 1,0 0-829,0 3 1100,-3-3 0,6 6 0,-3-2 0</inkml:trace>
  <inkml:trace contextRef="#ctx0" brushRef="#br0" timeOffset="3563">1533 183 7732,'-8'12'0,"-1"0"154,1 1 0,-1-1 1,0 5-1,2 2 339,-1 2 0,4-1 0,1 1 0,0-1-574,1-1 1,2-2-1,0-3 1,2-2-680,3-1 0,1-6 0,2 1 760,1-2 0,5 1 0,-1-2 0</inkml:trace>
  <inkml:trace contextRef="#ctx0" brushRef="#br0" timeOffset="4021">1828 145 7732,'-4'0'295,"0"0"0,2 0 0,-2 0-217,1 2 0,1 0 1,2 2-1,0 2 84,0 2 1,-1 2 0,0 5-1,-1 4-40,0 4 1,2-1 0,-1 5 0,-1 0-375,0-1 0,-2-4 1,1-4-1,0-3 49,0-3 1,-1-4-1,1 0 1,0-4-116,1-4 1,-1-3-1,1-4 1,0-1 317,-2-3 0,3-4 0,-2-2 0,3-2 0,0-3 0,0 2 0,3-3 0,1 0-52,1 0 0,2 3 1,-1-2-1,1 3 2,-1 2 1,1 1 0,1 4-1,1 1 154,1 0 1,-2 4 0,1 0 0,0 4 204,0 0 0,-1 3 0,-1-1 0,-2 3 158,0 2 0,-2 2 1,-1 4-1,0 0-159,-1 1 0,-3 0 1,-2 0-1,-3 2-157,-1 1 0,0-2 0,-2 5 0,0-2-454,0 0 1,2-2 0,0-1-1,0 0 16,2-2 0,2-2-608,-1 1 0,7-6 0,1-3 895,4-3 0,3-6 0,3-1 0</inkml:trace>
  <inkml:trace contextRef="#ctx0" brushRef="#br0" timeOffset="4022">1924 164 8045,'-6'10'270,"0"-2"1,-1 2-1,1 0 1,2 1 189,-1 0 0,3-1 0,-1 3 0,0-2-261,1 0 0,4-4 1,3 1-1,1-3-348,3-3 0,-2-1 0,3-2 0,0-1-13,0-2 1,-3-5 0,1-1-1,-1-2 147,-2-1 1,-1 0 0,-3 0-1,2 0-41,-2 1 0,-1-1 0,-2 1 0,-2 1 6,-2 2 1,0 2-1,1-1 1,1 1-794,-1 2 0,-1 2 269,0-2 0,0 5 1,3 0 573,3 3 0,2 3 0,5 0 0</inkml:trace>
  <inkml:trace contextRef="#ctx0" brushRef="#br0" timeOffset="4485">2117 61 7887,'-7'0'205,"1"0"1,0 0 0,-1 0 401,1 0 1,2 0-1,0 1 1,0 1-329,1 2 0,1 3 0,0 1 1,2 1-322,0 1 0,0-2 1,2 3-1,1 0-52,0-1 0,-1 2 1,2-2-1,-1 1-177,-2-1 1,0 1 0,-1 1 0,-1-1-33,-1 0 0,-2-2 1,-4 1-1,-1-1 61,1-1 0,1-1 1,1-1-1,-1-2-203,1-2 0,2-2 0,0-3 200,1-3 1,2-1 0,3-3 244,2 0 0,2-4 0,0 1 0</inkml:trace>
  <inkml:trace contextRef="#ctx0" brushRef="#br0" timeOffset="4486">2226 42 8006,'-7'3'0,"1"0"312,0 1 0,1 1 0,2-2 0,-1 0-41,1 2 1,1-1-1,0 0 1,1 1-50,1 1 0,0 0 0,0 1 0,1 1-327,1 1 1,0 2-1,1-2 1,1 1-192,-1 1 0,-1-1 0,0 1 0,-1 0 336,-1 1 1,0-1-1,-1 0 1,-1 0 111,-2 1 0,-3-1 1,-1-1-1,0-1-329,0-1 1,1-3-1,0-1 56,1-2 1,2 0-1,2-4 1,2-3 120,0 0 0,2-5 0,2 1 0</inkml:trace>
  <inkml:trace contextRef="#ctx0" brushRef="#br0" timeOffset="4958">2271 170 7887,'-4'13'0,"-2"0"0,-1 0 0,3 0 0,-2-1 0,2-2 303,1-1 1,1-2-1,0 0 1,1-1-304,1 0 0,3-2 0,1-1 0</inkml:trace>
  <inkml:trace contextRef="#ctx0" brushRef="#br0" timeOffset="4959">2335 74 8451,'-6'0'-769,"2"-1"769,2-1 0,-2 2 0,1-3 0</inkml:trace>
  <inkml:trace contextRef="#ctx0" brushRef="#br0" timeOffset="5425">2386 36 7887,'0'6'146,"0"0"1,-2 2 0,0-1 156,1 2 1,-1 0-1,1 0 1,-1 1-82,0 3 1,1-1-1,-1 1 1,0 0-164,1 0 1,-1-2 0,1 1 0,-1 0-69,0-1 1,2-2 0,0-1-210,0-1 1,0-4 134,0-3 0,2-5 0,3-4 1,0-1-166,2-1 1,0 1 0,1-1 0,1 0 55,1 1 0,-2 2 1,0 3-1,0 1 375,-2 1 1,0 1-1,0 3 202,-2 1 0,-1 4 0,-3 3 0,0 1-39,0 1 0,-3 2 0,-1 2 0,-2-1-248,-3 1 1,1-2 0,-2-1 0,1-1-507,1-2 1,1-3 0,1-2-512,-1-2 1,2-4 0,0-3 918,3-3 0,1-4 0,1-5 0</inkml:trace>
  <inkml:trace contextRef="#ctx0" brushRef="#br0" timeOffset="5426">2495 55 7887,'-2'6'762,"0"1"0,0-1 0,2 1 0,-1 2-555,-1 1 1,1 5 0,-2 0 0,1 2-346,0 1 0,-1 0 0,2 1 0,-2 1 489,-1-1-351,3-3 0,-5 0 0,3-3 0</inkml:trace>
  <inkml:trace contextRef="#ctx0" brushRef="#br0" timeOffset="5909">2572 177 7887,'7'0'42,"-3"-2"0,0-1 0,1-1 245,1-1 0,0-1 0,1 0 1,-1 0-86,1-1 1,-4-1-1,-1-1 1,-1 1-344,-1 1 0,0 1 0,-1-1 0,-1 2 104,-2 0 1,-3 3 0,0 2 0,-3 1 363,0 3 0,0 2 0,-2 6 0,0 2 259,1-1 1,6 3 0,-2 1 0,2-1-373,2-1 0,0-1 0,4-1 0,1-1-840,2-2 1,5 0 0,2-5 0,3 0-1856,3-3 2481,-1-1 0,3-7 0,-3-1 0</inkml:trace>
  <inkml:trace contextRef="#ctx0" brushRef="#br0" timeOffset="6393">1315 632 8011,'-3'-6'0,"2"0"0,-3 1-263,1 1 0,-1-1 1355,2-1-179,0 2-553,2 2 1,0 7 0,0 2-297,0 2 0,0 2 1,0 4-1,0 2-2,0 2 0,0 1 1,-1 0-1,0 1-182,-1-1 1,-1-3 0,1 1 0,-1-1-25,0-3 1,1-3-26,0 0 0,2-7 1,0-2 84,0-5 1,0-5-1,2-2 1,1-1 265,0 1 0,-1-2 0,3-2 0,0-2-53,0 0 1,2-1 0,0 0 0,1 0-421,0-1 0,4 1 14,-2-3 1,5 5-211,0-2 0,0 4 0,-1 2 0,1 3 88,0 3 1,-3 2-1,-1 3 1,-2 0 398,-2 0 0,-1 3 0,-2 2 0,-2 0-44,-1 2 0,-1-1 0,-1 0 230,-1-2 1,0 1 0,-2-2 222,-1 0 0,-1 2 0,0 0 0,0 0-135,2 0 0,-2-1 0,3 2 1,-1 1-55,-1 2 0,3-2 0,-1 2 0,0 0-200,1 0 1,2 0 0,0-1-1,0 0-135,2 0 0,2-1 1,2-1-1,2-1-47,0-1 0,0-2 1,3-1-1,0-2 29,1-4 1,-1-3-1,-1-4 1,-1-1 28,-1-2 1,-1-2-1,-1 2 1,-1 0 185,-1 2 0,-3 3 1,2 1 278,-3 2 0,0 4 0,0 3-409,-3 4 0,3 5 0,-2 1 0,1 0-201,1 1 1,0 0 0,0 1 0,0 1-434,0-3 1,0 2 0,1-3 681,1 1 0,1-2 0,4 1 0</inkml:trace>
  <inkml:trace contextRef="#ctx0" brushRef="#br0" timeOffset="6885">1617 664 10043,'0'7'174,"0"0"1,0 1 0,0 3-74,0 1 1,-3-1-1,1-1 1,1 2-59,0 0 1,1-1 0,0-1-1,0-1-368,0-1 1,1-4 68,1-2 1,2-5 0,2-3 0,0-4 110,1-2 0,-1-2 0,1 0 1,-1-2 53,0 0 1,1 2 0,-1-1 0,0 4 227,-2 2 1,2 5-1,-2 3 239,-1 2 0,0 6 0,-3 5 0,0 3-277,0 2 0,0 0 0,0 1 0,0 0-571,0-3 1,0-2-1,1-1 1,0-1-422,1-3 1,3-3 0,-1-2 892,2-2 0,3-5 0,1-6 0</inkml:trace>
  <inkml:trace contextRef="#ctx0" brushRef="#br0" timeOffset="7378">1809 632 8011,'3'-3'161,"-2"0"0,4 3 0,-3 3 1,0 4 360,1 3 0,-2 0 0,3 2 1,-1 0-404,1-1 0,-2 1 0,1 1 0,0-1-167,-1 1 0,-2-3 0,0-1-103,0-2 0,0-1 0,-3-2 0,-3-2-15,-2-1 1,-2-1 0,0 0 0,0 0 103,-1 0 1,-1 0-1,0 0 1,0 0 225,2 2 1,1 0-1,0 2 1,1 1-145,2 1 1,4-2 0,0 0 0,2 1 11,2 1 0,2 0 0,5-2 0,2-2-735,1-1 0,1-1 0,2 0 0,0-1 225,2-1 1,-4-1 0,1-4 477,0 1 0,3-4 0,0 0 0</inkml:trace>
  <inkml:trace contextRef="#ctx0" brushRef="#br0" timeOffset="7379">1905 735 8011,'-4'0'400,"0"0"148,-1 0 1,-1 0-1,0 3-179,-1 1 0,4 2 0,0 0 0,3 1-285,0 2 0,0-2 0,0 1 0,3-1-175,1 0 0,4-3 1,1 0-1,0-1-57,0-2 0,2-1 1,-2-2-1,-1-2 10,-1-2 0,-3-1 1,0-1-1,-2-1 208,0 2 0,-1-1 0,-2 0-427,-1-1 0,-1 1 0,-2 2 0,1 1-240,-1 1 0,-1 2 0,-1 0-184,1-1 781,0 2 0,-1-5 0,1 3 0</inkml:trace>
  <inkml:trace contextRef="#ctx0" brushRef="#br0" timeOffset="7878">1976 639 8011,'0'4'58,"2"0"1,0 1 195,-1 1 0,0 0 0,0 1 0,0 0 89,1 1 0,1 2 0,-3 3 0,0 0-221,0 0 0,0 0 0,2-1 0,0 1 126,-1-3 1,0 2 0,-1-4-630,0 0 168,0-4 0,0-4 0,1-6 0,0-3-150,1-4 1,3 1 0,0-5-1,0-1 8,2 0 1,-1 2 0,0 1 0,1 1 117,-1 1 0,-1 3 1,-1 2 338,1 3 1,-2 4 0,-1 5 255,-1 5 0,-1 2 1,0 2-1,0 1 59,0 1 0,0-2 1,0 2-1,0-2-26,0-2 0,0 0 0,0-2-168,0-2-473,0 0 0,0-7 0,2-3 1,1-5-85,0-2 1,1-1 0,3-1 0,-1-2 69,1-1 0,0 2 1,1-2-1,0 3 350,0 1 0,0 4 0,0-1 0,0 3 44,0 3 0,-3 2 1,-1 2-1,-1 3-80,1 3 0,-3 2 0,1 3 0,-1 1-76,-1 1 0,1 0 0,0-3 1,1 0-232,0-1 1,-1-4 256,1 2 0,5-2 0,3-1 0</inkml:trace>
  <inkml:trace contextRef="#ctx0" brushRef="#br0" timeOffset="8385">2361 517 7848,'-3'3'231,"0"3"0,-1-2 236,1 2 1,1 1 0,-1 1 0,2 1-245,0 1 1,1 4 0,0 3 0,0 2-188,0 2 0,0 0 0,0 1 0,-2 0 70,0-2 0,0-4 0,1 1-106,-1-3 0,-1-1 0,-4 0 0</inkml:trace>
  <inkml:trace contextRef="#ctx0" brushRef="#br0" timeOffset="8386">2277 677 7848,'0'-6'1398,"0"1"-682,0 1 1,3 0 0,1-2-549,2 2 1,3-1 0,0 3 0,1 0-207,1-1 0,1 2 1,1-1-1,0 1 38,0 1 0,0 0 0,-1 0 0</inkml:trace>
  <inkml:trace contextRef="#ctx0" brushRef="#br0" timeOffset="8387">2476 639 7848,'1'3'446,"0"0"378,1 0 1,1-2-391,-1 1 0,2-2 1,2-2-1,-1-3-799,-1 0 0,-2-3 0,2 1 0,-2-3 136,0 0 1,-1 2-1,-1 0 1,0 1 393,0 0 1,-3 3 0,1 1 0,-2 0-37,-1 1 0,-1 4 0,0 3 0,-1 1 434,1 3 0,0 1 0,1 5 1,2 0-389,0-1 1,1 0 0,2 0 0,0 1-586,0 0 1,1-4 0,1-1 0,2-1-580,2-1 0,0-3 1,0-1 988,1-2 0,2 1 0,1-3 0</inkml:trace>
  <inkml:trace contextRef="#ctx0" brushRef="#br0" timeOffset="8898">2547 639 8678,'2'6'934,"0"-2"1,2-2-1164,1-2 1,1 0 0,0 0 0,1 0 228,-1 0 0,3 0 0,1 0 0</inkml:trace>
  <inkml:trace contextRef="#ctx0" brushRef="#br0" timeOffset="8899">2662 562 7929,'-6'0'142,"-1"0"0,3 0 0,0 0 1,-1 0 232,-1 2 1,2 3 0,-1 3 0,0 4 354,0 2 1,-2 3 0,1 4 0,0 3-675,2 1 0,-2-2 0,3-1 1,-2-1-534,1-2 0,3-7 0,-1-2 20,4-5 0,0-2 1,4-4 456,1-3 0,1-4 0,-2-4 0</inkml:trace>
  <inkml:trace contextRef="#ctx0" brushRef="#br0" timeOffset="8900">2694 574 12791,'0'10'0,"0"0"55,0 2 1,0 4 0,0 1 0,0 2 54,0 0 0,0 0 0,0 0 0,-1-1-110,-1-1 0,2-3 0,-3 2 0</inkml:trace>
  <inkml:trace contextRef="#ctx0" brushRef="#br0" timeOffset="9406">2643 722 11984,'0'-6'365,"1"0"0,1 1 0,2 1-493,2-1 1,2 1 0,1 0 0,-1 2-2531,2 0 2658,-3 1 0,5-1 0,-2-2 0</inkml:trace>
  <inkml:trace contextRef="#ctx0" brushRef="#br0" timeOffset="9407">2797 735 7802,'-5'0'1195,"1"3"-541,-1 1-654,2-1 0,1 2 0,2-1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1.3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3 7648,'-3'-2'598,"0"2"1,3 3 0,0 6 0,0 2-157,0 3 1,3 4-1,1 5 1,1 3-185,2 3 1,-1-1 0,0 4 0,-1 2-356,-1 3 1,-2-2 0,0 1 0,-1-4-502,-1-5 0,0-7 0,-1-4 293,-1-4 305,-2-8 0,-2-8 0,-1-6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1.8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9 7753,'4'-4'999,"-2"0"0,-1 3-690,-1 1 0,0 4 0,0 6 0,0 5 95,0 2 1,-3 4-1,1 5 1,1 0-365,0 2 0,1 2 0,-1 3 0,0 0-606,-1 1 1,0-8 0,2 0 0,0-4 94,0-6 0,2-4 0,1-5 0,0-2 471,2-2 0,1-6 0,0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2.0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153 1 7753,'-6'0'102,"-1"2"0,0 1 0,-1 0 383,0 2 0,-4 1 0,1 0 1,-1 1 4,0 2 0,1-1 0,0 2 1,0 2-153,1 0 0,1 3 1,4 0-1,0-1-106,0 0 0,4-1 0,-1-1 0,4 0-227,2-1 0,4-1 1,1-3-1,1 0-308,2-1 0,0-1 1,1 1-1,-1-2-389,1-2 1,0-1 0,0-1-1,0-1 164,0-1 1,-1-2 527,1-2 0,0-3 0,0-1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2.4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0 8049,'0'6'0,"-1"2"543,-1 0 0,1-1 0,-1 2 0,-1-1-278,1 0 1,-1 0-1,2 3 1,-1 1 38,0 2 0,2 0 1,0 3-1,0-1-177,0 1 0,0-1 0,0 1 0,0-2-339,0-1 0,0-7 0,0-1-53,3-2 0,-2-2 0,3-4 0,-2-2-55,0-4 1,1-5-1,1-2 189,0-2 0,1-1 1,0-2-1,0-1 0,2 0-8,-1 0 1,0 3-1,1 3 1,-1 1 166,1 4 0,-1 3 0,1 3 13,-1 4 1,0 6 0,-2 6 0,-1 2-173,0 3 1,-3 2 0,2 2 0,0 1-237,0 1 0,-1-2 0,3 0 0,0-1-351,-1-4 1,1-5 717,3 2 0,2-5 0,1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2.7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64 39 7753,'-10'13'164,"0"0"0,0 0 470,0 2 1,2-1 0,0 2-1,3-1-247,3 2 0,1 2 0,3-1 0,1-2-197,4-1 1,3-6-1,1 2 1,2-4-327,2-2 0,-2-3 0,2-2 1,-1-3-201,-1-4 0,0-3 1,-1-4-1,-2-2 28,-1-3 0,-4 3 1,-1-5-1,-2 1 260,0 0 0,-2 2 1,-2 1-1,-3 2 81,0 0 0,-2 4 1,-1 2-1,-1 0-182,1 1 1,1 6 0,1-3 0,-1 4-508,1 1 0,2 1 0,2 1 656,2 2 0,0 2 0,0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3.1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 52 7512,'-6'0'69,"0"2"1,1 2 606,1 0 0,0 1 0,0 0 0,1 0-410,0 2 1,2 2 0,-1 2 0,2 1-230,2 3 1,1 0 0,2 3-1,2 1-158,1-1 0,-1-3 1,1-2-1,1-2 6,1-3 0,-2-5 1,1 1-1,-1-4-65,0-4 0,-3-2 0,2-6 1,-2-2 110,-2-2 0,2-1 1,-3 0-1,0 1 129,-2 3 0,0 2 0,0 1 83,0 1 1,3 6-108,-1 3 0,3 7 1,-2 7 19,1 2 1,2 4-1,-2 3 1,2 1-1,1 1 40,1-2 1,-1-5 0,3-2 0,-2-4 13,1-3 0,-1-5 0,-1-2 0,-1-5 75,0-3 1,0-4 0,-1-5-1,-1-3-10,-1-2 1,-1-3-1,-2-3-191,0 1 1,0-1-1,0 0 1,2 1 0,0 2-482,-1 1 0,3 5 0,0 3 0,0 3-247,0 5 1,-2 2-1,3 4 1,-1 2-800,-1 2 1543,0 0 0,0 8 0,1-2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3.4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129 20 7948,'-2'-4'357,"-1"-1"1,-2 3 0,1-1 0,-2 0 188,0 1 0,0 2 0,-1 0-179,1 0 0,-1 0 0,2 0 0,0 2-149,3 3 0,2 3 1,0 3-1,0 1-162,0 1 1,2 3 0,3 1 0,0 1-203,2 2 0,-2-1 0,0 2 1,-1 1 87,-1-2 1,-1 0-1,-2-2 1,0-2-267,0-1 1,-4-7 0,-1 1 0,-4-1-147,-1-3 1,2-3 0,-2-1 0,0-2-300,0-4 769,-1-3 0,-2-2 0,0-3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4.0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 23 7644,'0'-7'140,"0"1"616,0 0 0,2 3 1,0 3-118,0 3 0,-2 7 0,0 2 0,0 3-269,0 4 0,0-1 0,0 6-288,0 0 1,-2 4 0,-1 3-1,1 1-381,-1 3 1,-2 0-1,3-3 1,-1-5-1,0-5-1887,1-4 0,2-6 79,3-6 2107,0-8 0,4-5 0,-1-6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4.2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147 0 7747,'-6'7'366,"-1"-1"0,1 1 1,-1-1-7,1 0 0,0 1 1,-2 0-1,0 1 1,-2 3-46,0 1 0,-2 1 0,2 0 1,-1 0-175,0 0 0,4-1 0,-1 1 0,2-2 61,2 0 1,2-4-271,0 2 0,4-5 0,3-2 0,1-1-529,3-1 1,-2-1-1,3 0 1,0-3 244,0-1 0,-1 0 0,2-5 0,0 2-689,1-1 1,1-1 1040,0 1 0,-3-2 0,-1 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4.5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0 135 7244,'7'6'-567,"-1"1"1,0-2 773,1-1 1,-1-1 0,1-3 0,-1-3 562,1-1 0,0-4 0,0-1 0,1-1-229,-1-1 1,-3-1-1,2-1 1,-1 0-322,-1 0 0,-1 2 0,-3 1 0,0 0-73,0 0 0,-3 5 0,-1-1-19,-2 3 1,-3-2-1,0 3 1,0 1-1,0 1-80,1 2 0,1 2 1,0 5-1,1 1-54,-1 2 1,3 1-1,1 0 1,0 1-62,1 1 0,2-1 1,0 3-331,0 1 0,2 0 0,1-1 1,1-1-1,2-2-152,2-2 0,3-1 1,-3-1-1988,0-3 2536,2-4 0,0-3 0,3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4.6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7837,'0'4'1817,"1"-1"0,2-1-1743,3 0 1,0 0 0,4 0 0,-2 0-442,1-1 1,2 2-1,-1-1 1,1 0 366,0-1 0,-1-1 0,3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4.8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161 1 7747,'-6'6'280,"-1"1"0,0 0-90,-1 1 0,0 3 1,-2 4-1,0 4 851,0 3 1,1 3-1,-1 7 1,1 1-720,1 2 0,1-4 0,1-2 1,-1-3-836,1-3 0,2-5 0,-1-1 0,0-3 513,0-1 0,-2-3 0,1-1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5.2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129 26 8054,'-3'-6'411,"-1"-1"1,-3 3 0,0 0 0,-2 2-226,1 0 1,0 1 0,1 2 0,-2 2-11,1 3 0,1 4 0,1 5 0,1 1 305,1 3 1,3-3 0,-1 5-410,1-1 0,2 1 0,1-2 1,2-2-1,2-2-44,0 1 1,0-5 0,1 1 0,-1-1-216,1-1 1,-4-2 0,-1 1 0,-1-2 141,-1-1 0,-3 1 1,-1-1-1,-2 0-98,0 1 1,-3-3 0,0 0 0,0 1-321,0-2 1,0 2 0,3-3-580,-1 0 1,4-2-1,0-2 1042,3-3 0,5 0 0,3-2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5.5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78 45 9285,'-7'1'0,"1"1"0,0 3 0,1 3 825,1 3 1,3 1 0,-2 1 0,3-1-582,0 1 1,3 0 0,4-1-1,3-1-116,2-3 0,1-3 1,-1-1-1,0-2-316,1-3 1,-4-1 0,4-6 0,-2 0-277,-1-3 0,-3-1 0,-5-1 1,-2 0 278,0 1 0,-5 1 1,-2 1 117,-2 1 1,-2-2 0,-1 2-1,-2 2 1,0-1-46,-1 2 1,0 2-1,2 0 1,0 1-1227,0-1 1,3 3 1337,-1-2 0,3 0 0,-1-1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6.2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7747,'0'4'0,"0"0"278,0 1 0,0 1 0,0 2 0,0 2 0,0 5 243,0 3 0,0 5 0,0 3-327,0 3 0,0 2 0,0 2 0,0-1-55,0-2 0,0-1 1,0-8-1,0-3 0,1-5-128,1-3 0,0-6 0,2-3 0,1-4-259,1-4 1,1-4 0,0-2 0,3-4 27,0-4 1,-2 1-1,2-4 1,0 0 98,0-1 1,-1 4-1,1 3 1,-1 1 118,-1 3 1,-1 3 15,-1 3 1,0 6-1,-2 5 1,-1 4 0,-3 4 95,0 1 0,0 4 0,0 0 0,0 1-553,0 1 0,0-4 1,0 3-43,0-1 1,2-2 0,0-3 0,1-2 484,-1-1 0,2-1 0,2-3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6.4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95 134 7747,'7'-4'172,"2"-1"181,1 0 1,0 0 0,-2-2 0,-1 0-16,0-1 1,-1 0 0,0-1 0,-1 1 75,-1-1 1,-3 0-1,2 1 1,-3-1-207,-3 2 0,0-1 0,-4 3 0,-2 0-237,-1 1 1,-3 2-1,-2 1 1,0 3-53,-2 4 1,2 4 0,0 4-1,0 2 232,3 1 0,4 0 1,0 4-1,2 2 76,2 2 0,3-3 0,0 3 0,4-1-193,6 1 1,3-6 0,3 1-468,2-5 0,4-4 0,1-8 1,1-3-1,1-4-239,1-4 672,-2-2 0,2-5 0,-3-2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6.9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103 52 7747,'4'-4'29,"1"-1"175,0 0 1,-2 0 144,-1-2 1,-2 1-1,0 0 276,-2 2 0,-3-1 0,-3 3-321,0 0 0,-1 2 1,2 0-1,-1 3 0,-1 4 134,-1 2 1,2 5 0,-2 2-280,0 4 1,2 3 0,1 1 0,2 1 0,0 1-896,3 2 1,2-4 0,0 1-109,0-2 0,3-3 0,3-5 0,5-2 363,3-3 0,2-3 0,3-2 0,-2-5 0,3-3 481,0-6 0,-3-3 0,4-3 0,-2-1 0,3-3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7.1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 22 7747,'-4'-6'243,"0"2"0,-1 1 0,-4 3 235,-1 0 0,0 3 0,2 2 0,1 3-245,0 2 1,3 0-1,1 1 1,0 0-233,1 1 0,2 1 0,0-1 0,0 0-145,2-1 1,4-4-1,3 0 1,2-3-47,3-1 0,-2-2 1,4-3-1,-1-3-52,0-3 1,1-2 0,-3-5 0,1 0 190,-2-2 1,-4 2 0,1-1-1,-2 1 624,0 3 1,-4 2-260,-1 3 0,-1 5 0,-1 4 0,0 6-55,0 4 1,0 1-1,0 0 1,0 1-684,0 1 0,0 0 1,0-3-1,0 0-375,0-1 0,2-4 0,1 1 0,1-3 799,0-3 0,2-1 0,1-1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7.4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36 7747,'0'6'241,"0"1"1,0 0 0,0 1 0,0 1 171,0 1 0,-2 1 1,0 2-1,0 2-51,-1 2 0,2 0 0,-1-1 0,1 0-128,1-2 0,0-1 0,0 0-195,0-3 0,1-3 1,0-6-18,1-2 0,3-4 1,0-5-1,0-5-424,2-2 1,-1-2 0,1-4 0,-1-2-47,0 0 0,3 3 0,0 0 330,-2 2 1,3 5 0,-1 2-1,1 4 1,1 5 273,-1 4 1,2 6 0,-2 8 0,0 5 92,-2 6 0,-1 1 0,0 4 0,-2-2-746,0-1 0,0-3 0,-3-1-740,-1-1 1,0-3 1236,-1-4 0,0-2 0,0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7.9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7 7747,'0'-4'430,"-2"2"0,0 4-124,1 2 0,0 3 0,1 1 0,0 4 43,0 2 0,1 0 0,0 3 1,1 1-378,0 1 0,0 1 0,1 0 3,-2-1 0,0 3 0,-1-4 0,0-1-34,0-1 0,0-2 0,0-2-292,0-1 1,0-7 0,0-2 0,0-5 99,3-3 1,-2-3-1,3-2 1,1-1 136,1-1 0,1 1 0,1 0 82,1 1 1,1 0 0,-1 4-1,1 2-12,-1 1 0,0 2 1,-3 3-1,0 1 1,0 3 432,-2 3 1,-1 1-1,-3 3 1,0 1 128,0 1 1,-5-1-1,-1 0 1,-2 0-459,-1 0 1,-1-3-1,-1 0-421,0 0 0,1-2 0,0-3 0,1-2 0,2 0-173,1-2 1,1-3 0,2-2 0,0-2 533,1-3 0,2-4 0,0-3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8.2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62 7747,'4'6'0,"0"0"353,-1 0 0,-1-1 0,0 4 0,1 1 41,0 0 1,-1 2 0,0 1-1,-1 1-301,-1 1 1,0-2 0,0 2 0,0-1-58,0-1 0,0-1 0,0-2 0,-1-1-76,-1-2 0,0-3 0,-2-2 5,-1-1 0,2-6 0,-1-3 1,1-1-43,2-2 1,0-4 0,1-2 0,0-2 84,0 0 1,0 0 0,0-1-192,0 1 1,3 3 0,1 0 0,2 1 0,1 0-563,1 1 0,0 3 1,3 3-1,0 3 745,2 0 0,-4 4 0,4 1 0,-3 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8.6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13 7735,'-4'0'236,"0"0"0,0 1 0,-1 1 256,1 2 1,2 3 0,0 0 0,1 3-230,1 0 1,3 0 0,2 3-323,0 0 1,2 0 0,-1 0 0,1-1 0,0 1-492,1-3 0,-1-1 0,3-5 396,-1-2 0,-2-2 0,2-3 0,-3-3 0,-1-5 80,-1-3 0,-2-2 1,2-4-1,-1 2 197,-2 1 1,0 1 0,-1 3 416,0 0 1,-1 4-341,-1 3 0,1 3 0,-1 6 0,2 3 0,0 4-232,2 2 1,0 2 0,2 0-282,1 1 0,1 0 0,0-2 0,1-1 0,-1-1-455,0 0 0,1-5 0,-1-1 768,1-1 0,2-5 0,1-2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8.8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7 8002,'-2'-4'677,"0"1"1,-1 4-1,0 1-309,1 2 0,2 5 0,0 2 0,0 1-225,2 1 1,0 2-1,2 0 1,1 2-221,1 0 0,0 2 1,0 0-1,-1 0-617,-1 1 0,0-3 1,2-2-1,-2 0-619,-1-3 0,-3-4 1313,0 1 0,-3-11 0,0-2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8.9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71 7747,'0'-6'428,"0"0"208,0-1 0,0 1 0,0-1-301,0 1 0,3-1 1,2 1-172,0 0 1,2 2 0,1 1 0,1 1-1266,-1 0 0,-1 0 1101,-1 2 0,3 0 0,1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9.2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96 121 7747,'7'0'127,"-1"0"1,1 0 79,-1 0 0,-2-2 0,1-1 1,0 0 27,0-2 1,-1-2 0,0 0 0,-1-2-62,-2 1 1,0-2-1,-2 0 1,-1 0-90,-2-1 0,-2 2 1,-2 0-1,-2 1 177,0 3 0,0 2 0,-3 1 0,0 2 43,0 2 1,0 4 0,1 3 0,2 2-139,1 3 1,2-1 0,1 4-1,2 0-107,2 1 0,1-2 0,1 2 0,1 0-531,1-2 1,2-2 0,5 0 0,1-2-770,3-4 1,0-3-1,1-3 482,1-2 0,2-2 0,-1-3 758,1-3 0,0-2 0,2-3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9.4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7 8005,'-6'-2'0,"-1"0"626,1 0 1,0 2-1,-1 0-310,1 3 0,1 1 1,2 4-1,0 3 120,2 1 0,0 2 1,1 0-1,1 2-430,1 0 1,1 1 0,4 2 0,-1 1-415,1-1 0,-1-2 0,0-1 0,-1 0-8,-1-2 1,-2 0 0,2-2-1306,-2-1 1721,1-5 0,-3 0 0,0-3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49.7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97 7747,'0'-4'-104,"0"-1"0,0 3 104,0-2 0,3 0 0,2-1 0,0 1 332,2-1 1,1 2 0,1-2 0,1 0-702,2 0 1,-1-2 0,1 1 0,-2-1-62,-1 1 0,-1 0 0,-1 2 574,-1 2 229,-2 1 0,-3 2 0,-4 1 0,0 3 0,0 2 212,2 2 0,-2 0 0,1-1 1,0 1-239,1 1 0,1-2 0,0 0 0,1 0-287,1-2 0,1-2 0,2 0 0,-1-1-294,1-2 0,1-1 1,0-2 263,-2-2 0,-1-3 1,-3-1-1,0 0 43,0 0 1,-1 0 0,0 0-1,-2 0-56,-1 0 0,0 3 0,-2 1 1,1-1-1234,1-1 0,0 2-249,-3-1 1,4 3 1464,1-2 0,1 3 0,1-2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50.0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58 7747,'4'1'-171,"-1"1"136,-1 0 1,0 3 0,1-1 759,0 2 0,1 0 0,-1 1 0,-2 0-318,0 1 0,-1 0 1,2 2-1,0 0-308,-1 0 0,0 0 1,-1 1-1,0-1-77,0 0 1,-1 0-1,0-1 1,-1-1-36,0-1 0,1-4-3,-1 0 1,1-3 0,-1-3 0,1-3-1,1-3-28,0-1 1,0-2 0,0-4 0,0 0-195,0-2 0,1 2 0,1 1 0,2 2-25,-1 0 1,3 0-1,-2 1 1,3 0-488,1 2 0,0 3 1,3 0-1,0 1 750,1 1 0,1 3 0,0-1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50.2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 7 7747,'-6'-4'170,"-1"2"386,1 1 0,-1 1 1,1 0-76,-1 0 1,2 3 0,0 1-1,0 3 185,1 1 1,0 0 0,0 3-1,2 0-427,0 1 0,1 3 0,1 0 0,0 0-297,0-2 0,0 0 1,1 0-1,1-1-518,0-1 1,3-2 0,-1-3 0,2-2-177,0-2 1,3-1 0,-1-2 751,0-1 0,2-2 0,0-2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50.5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0 113 7747,'3'-4'292,"-1"1"694,2 3 0,0 0 1,3-1-635,-1-1 1,0 1 0,1-3 0,-1-1-211,1-1 0,-1-3 0,1 0 0,-2 0-128,0 0 1,0-2-1,-3 2 1,-1 2 86,0-1 1,-2 3 0,-1 0 0,-2 3-246,-2-1 0,-1 3 0,-1 0 368,-1 3 1,1 3-1,1 1 1,1 2 267,0 1 0,0 2 0,1 1 0,1 0 0,2 0-158,0 0 0,1 0 0,1 2 0,0 0-789,0-1 1,1-1 0,1-1-628,0-1 1,5 1 0,-1-5 0,1 0 0,1-3 7,1-1 1,-1-1 0,2-2-1,1-1 1074,-1-1 0,2-4 0,-2-4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5:50.6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7747,'7'1'0,"-1"0"0,0 2 0,1-2 0,-1 0 0,1 1 768,-1 0 0,1 0-410,-1-2-358,-3 0 0,3-3 0,-2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6:46.1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1 225 7739,'5'0'81,"1"1"-16,1 1 0,-2-1 0,0 2-114,2-2 1,1-1 0,0 0 0,1-1 138,0-2 0,2 2 0,2-4 0,-1 1-54,1 2 0,2-2 0,-2 1 0,2 0 38,-1 0 1,0 2-1,4-2-60,-1 2 1,0-2-1,1 0 1,2 1 0,1 1-7,1 1 0,-2-3 0,2 0 9,-1 1 1,3 2-1,-1-1 1,1-1-1,0-1-7,-1 1 1,-3 1-1,3 1 1,1-1 3,1-2 0,-2 2 1,-1-2-1,1 2-2,2 1 0,-4-1 0,4-1 0,-2 0 56,-1 0 0,1 1 0,3 1-67,0 0 1,1 0 0,1 0 0,-1 0 13,1 0 1,3 0-1,-2-1 1,0-1 0,0-1 14,-1 1 0,-3 1 1,6 1-1,0 0-40,-1 0 1,-1 0-1,2 0 1,0 0-26,-1 0 1,2 3 0,1 0 20,-1-1 1,3-1-1,-2-1 1,0 0 10,0 0 0,0 0 0,-1 0 1,-1 0-1,-1 0 0,5 0 0,0 0 0,-1 0 1,1 0 20,-1 0 0,-3 0 1,5 0-1,1-1 29,-2-2 0,-1 1 1,-2-3-1,3 1 24,0 2 0,-3 0 0,3 1 0,1-2-24,-1 1 1,0 1-1,4 0-19,-1-2 1,0 2 0,-3-2 0,1 2 2,-2 1 0,3-3 1,-6 0-1,3 1 0,1 1 9,3-2 1,-5 2 0,4-2-1,-1 2-3,-1 1 1,-1-1 0,-1-1 0,1-1 5,2 1 0,-6 1 0,4 0 0,-2-1-2,2 0 0,-3-2 0,4 2 1,0-1-3,-3 1 0,2-2 0,1 1 1,1 1-18,-3 1 0,-3 1 0,1 0-15,2 0 1,-1 0 0,-1 0 0,-1 0-8,1 0 0,2 0 0,-3 0 0,0 0 15,-1 0 1,4 0 0,-2 0 0,-1 0-1,0 0 6,0 0 1,-3 0 0,4 0 0,-1 0 20,-2 0 1,-1 0 0,1 0 0,2 0-28,1 0 1,-1 0-1,2 0 1,-2 0-41,-1 0 0,-4 0 0,3 0 0,0 0-14,-1 0 1,0 3 0,-3 0 2,-1-1 1,4-1-1,-2-1 1,0 0 0,2 0 25,0 0 0,-1 0 0,3 0 1,-1 0 36,-3 0 0,2 0 1,1 0-1,-1 0 70,-1 0 1,-2 0 0,5 0-78,-2 0 1,-2 0 0,-1 0-1,-1 0 15,1 0 0,1 0 0,1 0 0,-2 0 0,1 0 10,1 0 0,-2 0 1,5 0-1,-2 0-19,-1 0 0,-2 0 1,0 0-1,1 0 3,-1 0 1,0 0-1,3 0 1,0 0-19,-2 0 1,-1 0-1,2 0 1,0 0 0,0 0 0,-1 0 0,1 0 0,0 1 16,0 2 1,1-2-1,0 2-23,-1-2 1,1-1 0,-4 0 0,1 0-1,1 0-1,1 0 0,-5 1 0,5 1 0,-1 0-6,0 0 1,1-1-1,0-1 1,0 0 5,0 0 1,-1-3 0,0 1 0,-1 0 25,-1 1 1,-4-2 0,2 0-1,-2 1 34,1 1 1,-2-2 0,1 0-1,-1 0-6,-1 0 0,-5 2 0,5-3 0,0 1 5,-1 0 1,1-1 0,1 2-19,-1-1 1,0-2 0,1 2 0,1 0 0,3 0 6,0 0 1,-5 0 0,2 2-1,1-1-31,1 0 1,-2-1 0,1 3 0,-1 0-15,-2 0 1,1 0 0,0 0 0,2 0-29,-1 0 1,-3 0 0,4 0 0,-2 0 10,0 0 0,-1 0 0,-1 0 0,-1 0 16,0 0 1,-1-1 0,3-1 0,-2-1-10,-1 1 1,-2 1 0,1 1 0,1 0-19,-1 0 1,-2 0 0,3 0 0,-1 0-75,1 0 1,-3 0 0,3 0 0,-2 0 20,-1 0 1,-1 0-1,1 0 1,1 0 116,2 0 0,-3 0 0,3-1 1,-1-1 29,0-1 0,-2 0 0,0 3 1,-1 0-300,-1 0 1,-4 4-1,0 2-253,-1 2 0,2 0 0,-3 1 0,-1 0-1520,-2-1 1999,0 5 0,-3 0 0,-2 4 0</inkml:trace>
  <inkml:trace contextRef="#ctx0" brushRef="#br0" timeOffset="1816">1588 337 7797,'-9'0'464,"4"0"0,-1 0-6,-1 0 0,2 3 1,1 1-22,0 1 0,1 1 0,3 5 0,0 1-24,0 2 0,1 2 1,1 6-1,1 5 42,-1 3 1,1 7 0,0 7-267,-1 4 0,-1 11 0,-2 0 0,-1 3 0,-2 3-58,0 0 0,2-10 1,-2 0-1,1-2-545,0-2 0,0-3 0,3-1 0,0-2-349,0-3 1,0-9-1,1-5 1,1-9-191,1-7 1,1-6 0,-2-4-1,1-4 953,-1-4 0,2-5 0,1-3 0</inkml:trace>
  <inkml:trace contextRef="#ctx0" brushRef="#br0" timeOffset="2334">1183 1355 7797,'0'-6'2002,"0"0"-1630,0 4 1,4-1-1,0 4 1,3 1-126,2 4 1,-3 3 0,7 2-1,-1 4-60,3 1 1,-2 2-1,1 2 1,3 3-180,2 2 1,-1 2-1,2 1 1,-2 1-229,0-2 0,-1-3 0,0-2 0,-1-1-48,-1-5 0,0-6 0,-3-6 149,-2-3 1,3-4 0,-1-10-1,1-6 37,-1-6 1,0-7 0,-3 1-1,2-3 53,0-1 0,3-1 0,-4 0 0,-1 1 0,-1 0-470,-1-1 0,0 7 0,1-2 1,-3 5-1613,-2 3 2111,2 8 0,-4-5 0,3 6 0</inkml:trace>
  <inkml:trace contextRef="#ctx0" brushRef="#br0" timeOffset="2783">1140 1674 7800,'-9'-3'582,"0"0"144,1 1 1,-1 1-1,-1 2 1,0 3-149,-2 5 1,-2 1-1,2 7 1,-1 2-331,1 2 1,0 3 0,4 4 0,-1 1-308,0 2 1,4 0-1,3 1-195,1 0 0,3-4 0,2 0 1,6-2-1,2-3-188,4-3 1,3-5 0,1-5 0,0-3-785,1-4 0,1-3 0,3-4 0,-1-5 1226,-1-8 0,-7 0 0,7-12 0,-4 2 0</inkml:trace>
  <inkml:trace contextRef="#ctx0" brushRef="#br0" timeOffset="3066">1260 1881 7800,'-4'-6'331,"-1"1"1,-3 2 0,-1-2 330,1 1 0,-2 1-268,-1 3 1,1 1-1,-1 2 1,2 3-1,3 1-125,3 2 0,2 1 0,1 0 1,1 2-330,2-2 1,2 1-1,4-1 1,0 2-169,3-2 0,-2-3 0,5-2 0,0-1-152,1-2 1,2-2 0,-2-3 0,-1-4 162,0-4 0,-4-3 0,2-5 0,-3-2 408,-2-1 0,-4 2 0,0-1 0,1 1 434,0 4 0,-3 7-303,1 1 1,-5 6 0,-1 3-1,1 7-57,1 5 1,1 0-1,0 2 1,0 0-896,0 1 1,3-1 0,1-2 0,1 1-374,1-1 0,-1-5 1,1 0-1,1-1-490,0-2 1493,2-1 0,-1-4 0,1 0 0</inkml:trace>
  <inkml:trace contextRef="#ctx0" brushRef="#br0" timeOffset="3382">1510 1760 7800,'0'9'0,"0"0"0,0 0 0,0 2 770,0 0 0,0 4 0,0 0 0,0 2-398,0 3 0,3-1 1,1 2-1,1 0-322,2-2 1,-3-7 0,2 3-1,1-5-68,1-1 0,-3-4 0,1-4-44,1-2 1,-1-8 0,1-5-1,-2-4-303,-1-2 0,0-3 1,-2-5-1,1 0 193,2 0 1,-2 1 0,3 3 0,0 2 210,-2 2 0,4 10 0,-2 0 0,1 5 507,-2 6 1,3 5 0,-2 7-378,1 4 1,2 6 0,0 0 0,-2 2-1,0 1-106,-1 0 0,-1-3 0,4-1-861,0-1 0,-4-2 1,0-4-1,-1-4 798,-2-1 0,3-2 0,0 1 0</inkml:trace>
  <inkml:trace contextRef="#ctx0" brushRef="#br0" timeOffset="4168">2106 1519 7635,'0'-9'2542,"0"4"-2056,0 1 1,0 15 0,1 3-208,1 4 1,0 4 0,3 2-138,-1 3 0,2 3 1,-3 3-1,-1-3 1,-1 1-33,2 0 0,-2-3 1,2-1-1,-2-3 146,-1-4 0,0-4-615,0-2 0,1-7 1,1-2-23,1-6 1,1-4 0,-2-4 0,1 0 221,2-3 1,1 3 0,3-3 110,-1 3 0,2-1 0,0-1 1,3 1-1,0 1 60,3 3 1,-4 4 0,1-1 150,-1 2 0,-3 2 0,0 2 0,-2 2 0,-1 4 31,-2 2 1,0 2 0,-5 2 0,-2 0 514,-2 0 1,-6-2 0,-1 1 0,-2-2-521,-1-1 0,2-2 1,-1-1-857,2-2 0,-3 1 1,4-4-1,0 1-589,2 0 1,4-2-1,2-5-1878,2-3 3134,1-1 0,8-6 0,1 0 0</inkml:trace>
  <inkml:trace contextRef="#ctx0" brushRef="#br0" timeOffset="4431">2433 1838 8071,'9'-5'335,"0"2"0,0 1 0,2-1 0,0-2 18,0-3 0,-1-2 0,1-1 0,0-3-139,0-3 1,-4 0 0,-3 0-1,0 0-90,-2-1 0,-1 5 0,-2 1 0,-3 3-20,-4 0 0,-3 3 0,-4 2 0,-2 0 30,-2 2 1,3 5 0,-3 3 0,3 5 45,1 3 1,4 4 0,-3 1 0,2 2 103,1 1 0,6-1 0,2 3-241,2 0 1,2 2 0,3-5 0,4-1 0,6-1-568,2-3 1,5-4-1,1-2 1,2-3-393,2-4 1,-4-3 0,6-4 0,-1-4-1808,0-6 2723,0-2 0,3-1 0,1-1 0</inkml:trace>
  <inkml:trace contextRef="#ctx0" brushRef="#br0" timeOffset="4900">3098 1458 7860,'-5'-8'197,"-2"-1"1093,4 0-768,-4 5 0,7 1 1,-3 7-1,2 4-60,1 6 0,0 3 0,1 3 0,1 4-164,0 4 0,5 0 0,-2 2 0,1 1-50,-1 0 1,-2-1 0,2 1-155,-1-5 1,2-2 0,-3-6 0,-2-3-372,0-1 1,-2-7 0,-1-4 0,-4-2 153,-2-1 0,-4-4 0,-2-1 0,-1-3 62,-2-1 1,1 4 0,-4 0 128,2 1 0,1 1 0,1 3 0,1 1 0,3 3 155,-1 5 1,5 0-1,-1 5 1,4-1-243,1 0 0,3 1 0,-1 1 0,4-1 111,4-2 0,6 0 0,1-1-1159,0 1 1,4-2-1,-2-3 1,3-2 0,3-2-830,1-1 0,-2-1 1896,0-1 0,2-7 0,0-3 0</inkml:trace>
  <inkml:trace contextRef="#ctx0" brushRef="#br0" timeOffset="5164">3201 1760 7860,'-5'4'464,"-2"-2"1,1 4-1,-1 0 1,0 2 165,2 1 0,2 0 1,-2 2-1,1 0-517,2 0 1,2 2 0,3 1-1,3-1-106,2-1 0,0-3 0,2-1 1,1-1-99,4-2 1,-3-3-1,1 0 1,-2-4 19,1-3 1,-4-3-1,-3-2 1,0 0 138,0-2 0,-3-3 1,0 2-1,-2-2 3,-2 1 0,-2-1 0,-3-1 0,1 1-202,-1 0 1,-3 4 0,-2-3-579,2-2 1,0 7 0,2 1-1981,-1 3 2689,4 2 0,1 3 0,4 0 0</inkml:trace>
  <inkml:trace contextRef="#ctx0" brushRef="#br0" timeOffset="5484">3374 1691 7860,'0'13'0,"0"-3"0,0 4 0,-1-1 0,-2 1 0,2 0 0,-2 3 0,2 1 861,1 2 1,0-3 0,0 1 0,0 0-569,0 0 0,0-5 0,0 1 1,0-3-317,0-3 1,3-2 0,1-1-134,0-1 0,-1-5 0,2-5 0,0-2-6,0 0 1,-3-6 0,1-2 73,1-3 1,-2-5-1,3 0 1,0-2 0,-1-2 214,-1 1 0,4 4 0,-2-1 0,1 2 362,-1 2 1,-2 6-1,3 3 4,1 5 1,-2 4 0,-1 8 0,0 6-275,-2 6 1,0 5-1,0 5-508,1 1 0,3 1 0,-3-3 0,1-3 0,1-1-773,0-1 0,-2-4 0,2 0 1,2-6-634,1-2 0,-2-5 1695,-1-3 0,5-1 0,3-1 0</inkml:trace>
  <inkml:trace contextRef="#ctx0" brushRef="#br0" timeOffset="5731">3632 1803 7860,'6'-8'591,"-1"-1"-226,-1 1 1,1 2 0,-2 0 0,0-1-30,1 0 0,-2-2 0,3 0 0,-1 0 74,-2-3 0,-2 2 1,0-4-1,0 1-187,0 0 1,0 2 0,-3-1 0,-3 3-72,-2 0 1,0 4 0,-1 4 0,0 2 183,1 5 1,-1 7-1,0 4 1,2 5-40,1 3 0,-1 1 0,4 1 1,2 0-258,0 2 0,1-3 0,1-4 0,1-1-584,4-2 0,2-3 0,0-4 0,2-1-699,2-4 1,-2-4 0,4 0 0,2-3-2088,0-3 3330,-2-2 0,2-3 0,-3-1 0</inkml:trace>
  <inkml:trace contextRef="#ctx0" brushRef="#br0" timeOffset="5897">3822 1821 8863,'-4'8'681,"2"1"1,-2 0 0,-1-1-346,0 1 0,2 0 0,-2 3 0,1 2-246,3 3 0,-1-1 0,0-1 0,-1 0-276,1 0 0,1-2 1,1 1-1,0-2 186,0-1 0,0-2 0,0 0 0</inkml:trace>
  <inkml:trace contextRef="#ctx0" brushRef="#br0" timeOffset="6767">3995 1217 7828,'-3'-6'145,"0"0"0,-1 3 1152,1-2-863,2 3 0,-3 3 0,4 8 0,0 8-159,0 5 0,0 7 1,1 5-1,1 4 44,1 4 0,0 3 0,-3 7 0,0 2-181,0 3 0,0-4 1,0 5-1,0-3-15,0-3 1,0-15 0,0-5-1,-1-7-168,-2-7 0,2-10-40,-2-5 1,2-6-1,1-7 1,0-1-236,0-4 1,0-3 0,0-3 0,1-4 75,2-2 0,2-1 1,5-6-1,1 2 31,3 4 0,1 4 1,1 2 135,2 1 0,4 2 0,-1 8 0,1 5 140,-1 4 1,2 7-1,-3 4 1,-2 5-1,-3 5 386,-3 4 0,-6 3 0,-4 2-8,-1 1 1,-1 1 0,-2-2 0,-2-2 0,-7 0 68,-4-2 1,-1-5 0,-5-2 0,1-4-406,0-4 1,-1-3 0,2-1 0,0-1-837,2-3 0,0-2 0,5-3 228,1-1 1,1-1 0,7-3 0,1-2 0,1-1-705,1-2 1207,4 4 0,1-11 0,3 3 0</inkml:trace>
  <inkml:trace contextRef="#ctx0" brushRef="#br0" timeOffset="7215">4391 1519 7828,'-8'0'731,"-1"0"1,3 1 0,2 2-385,0 2 1,1 8 0,3 4 0,0 6 72,0 5 1,4 3 0,1 3-1,4 1-386,3-1 1,-2 0 0,5-4-1,0-4-192,1-5 0,0-7 0,-1-6 1,1-5-11,-1-5 0,-2-7 0,0-10 21,0-6 1,-3-5-1,-4-9 1,-3-3-1,-1-3-81,1 0 0,-2 4 1,2 4-1,-2 4 422,-1 8 1,0 9-1,-1 5 279,-2 5 0,2 7 0,-2 7 1,2 6-1,1 3-117,0 3 1,0 0 0,1 5 0,1 2-788,1 0 1,3 0-1,-1-3-100,0-1 1,3 1 0,-3-4 0,3-4 0,1-4-574,-1-2 1,1-6 0,-1-5 1103,-3-7 0,7-12 0,-3-7 0</inkml:trace>
  <inkml:trace contextRef="#ctx0" brushRef="#br0" timeOffset="7396">4754 1338 9262,'0'8'0,"0"2"0,0 2 1164,0 6 1,1 1 0,2 6 0,2 3-1152,3 5 0,0 0 0,-2 8 0,0 0-55,1 1 1,-1-5 0,1-5 0,-2-3-319,-1-4 1,-1-9 0,-3-2 359,0-3 0,0-6 0,0-1 0</inkml:trace>
  <inkml:trace contextRef="#ctx0" brushRef="#br0" timeOffset="7529">4702 1622 7828,'5'-8'0,"-1"0"619,-1 2 0,-1-1 0,4 4 0,1-2 30,0-2 1,6 2-1,1 0 1,4-1-506,2 1 0,-1-3 0,4 3 0,2-3-144,3-1 0,-2 1 0,4-1 0</inkml:trace>
  <inkml:trace contextRef="#ctx0" brushRef="#br0" timeOffset="8197">5271 1536 7828,'5'-4'0,"-1"2"678,-4-4 0,1 5-357,2-2 0,-2 3 0,2 3 0,0 3 0,0 5-79,-1 3 1,-1 3 0,-1 4 0,0 2-98,0 2 1,0 1 0,-1 2-142,-2 1 0,-2 0 0,-3-3 1,0-3-60,2-2 1,0-2 0,2-9 39,-1-2 1,3-8 0,0-9 0,3-4 96,2-3 0,4-5 1,-1-1-1,1-1 22,2 0 0,-1 0 0,2-3-212,2 0 0,0 1 0,4 1 1,1 1-1,1 0-21,0 1 1,4 1 0,0 4-879,0 3 1,2 3 0,-5 5-1,-1 3 1007,-3 2 0,-1 1 0,4 0 0</inkml:trace>
  <inkml:trace contextRef="#ctx0" brushRef="#br0" timeOffset="8498">5634 1588 7828,'8'4'356,"-2"-3"1,0 1 0,0-1-237,2-1 0,1-1 0,-1-1 0,1-4 202,0-2 1,-1-4 0,0-2-1,-1 0-226,-2-1 0,-3 4 1,1-3-1,-2-1 59,-1 2 1,-4-3-1,-3 6 1,-3 1 110,-4 3 0,-3 4 1,0 0-1,-1 4-71,-2 3 1,3 7 0,-1 3 0,1 4 15,2 4 0,3 3 0,1 2 0,1 3-16,1 2 0,5-2 0,2 5 1,4 1-498,3-2 1,4-6 0,2-5-430,4-5 0,1-2 0,1-7 1,1-3-1,0-3-270,2-5 0,0-4 1,4-7-1,1-2 1001,-1-2 0,-4-2 0,5-3 0,-3-1 0</inkml:trace>
  <inkml:trace contextRef="#ctx0" brushRef="#br0" timeOffset="8847">6039 1458 8012,'-4'-5'252,"-2"-1"1,-1 4 0,-2-1 0,-1 2 467,-1 1 0,0 0 0,-2 0 0,1 1-202,1 2 1,1 2 0,3 3-1,0 2-319,1 1 1,4 0 0,-1 3 0,3 2-77,0 0 1,0-1 0,3 2 0,3 1 60,2 0 1,0 1 0,1-1 0,0 2-384,-1-1 0,-2-2 1,-1 5-1,-1 0 169,-2 0 1,-2-5-1,-3 2 1,-3-2 3,-2-2 1,-1-6 0,-2-1 0,-1-1-245,-2-2 0,4-1 0,-2-4 0,3 0-945,0 0 1,1-4 0,3-2 0,2-1-54,2-2 0,2-1 1268,2-1 0,5-3 0,6-3 0</inkml:trace>
  <inkml:trace contextRef="#ctx0" brushRef="#br0" timeOffset="9080">6082 1631 7316,'0'12'-216,"0"-1"0,0 3 0,0 2 1320,0 0 0,0 2 1,0 1-1,0 2-610,0 1 1,0-5 0,1 0 0,2-2-178,3-1 1,2-6 0,3-5 0,1-2-369,2-1 1,-3-5 0,3-3 0,-2-7-50,-1-4 1,-3 0-1,-2-4 1,-3 0-60,-2 1 1,-5 0-1,-2 4-18,-1 0 0,-3 0 1,-1 7-1,0 0 1,-1 2-538,0 0 1,2 4-1,-2 2 1,0 1-2183,1 0 2896,-1 1 0,4-7 0,-1 3 0</inkml:trace>
  <inkml:trace contextRef="#ctx0" brushRef="#br0" timeOffset="9747">6306 1536 8011,'-3'9'362,"1"-1"1,-2 1 0,2 0 0,-1 4-236,1 4 1,1 2-1,2 7 1,2 4 9,3 3 1,2-5 0,3-1-151,0-2 1,4 1 0,-3-7 0,1-4 32,-1-5 1,2-5 0,-1-6 0,-1-3-1,1-5-41,-3-4 0,-1-7 0,-2-3 0,-3-3 38,0-3 1,0 1 0,-2-1 0,1 1 266,-1 3 0,-1 7 1,-1 0 225,0 1 1,0 8 0,0 10-394,0 6 0,0 4 0,0 5 1,0 3-585,0 2 1,0 0 0,0 1 0,0 0-509,0 0 0,0-3 0,1 0 0,1-3 975,1-1 0,3-5 0,-5 3 0,3-5 0</inkml:trace>
  <inkml:trace contextRef="#ctx0" brushRef="#br0" timeOffset="10030">6574 1588 8005,'0'8'680,"1"0"1,1 0-425,0 0 0,1 0 1,-3 5-1,1 2 77,2 1 1,-2-1 0,2 7 0,-2-1-215,-1 2 0,1-1 1,1 0-1,1-1 18,-1-2 0,-1-4 0,-1-1 290,0-2-416,0-4 0,2-9 0,1-8 0,0-5 0,0-5-22,0-4 0,4-3 0,-2-3 0,3-2-196,1 1 0,-3-3 1,1 5-322,0 3 0,2 0 1,-3 5-1,2 2 0,0 2-235,1 1 1,1 8 0,0-1-1,2 3 763,-2 3 0,4 1 0,-1 1 0,4 0 0</inkml:trace>
  <inkml:trace contextRef="#ctx0" brushRef="#br0" timeOffset="10262">6953 1458 7304,'-8'0'-251,"-1"0"0,0 0 0,0 0 1267,-3 0 1,3 0 0,-3 0 0,3 0-240,0 0 1,3 4 0,0 2-1,1 3-429,0 2 0,-2 3 0,4 7 0,1 2-173,1 1 1,1 6 0,0 1 0,0 1-445,0-1 0,4-5 0,2 1 0,1-3-1003,-1-6 1,1-3-1,-1-5 1,3-1 637,2-5 0,-1-5 1,1-2-1,-1-2 634,-2-2 0,1-4 0,0-3 0</inkml:trace>
  <inkml:trace contextRef="#ctx0" brushRef="#br0" timeOffset="10478">6979 1700 7828,'8'-4'103,"-2"-1"1,0 0 133,1-1 0,-2 3 0,0-3 0,2-1 51,1 0 1,0-5-1,-2 1 1,0-1 48,1 0 0,-3 1 0,1-2 1,-1-1-139,-2 1 0,-1 2 0,-1 0-79,0 1 1,-4 5 0,-2 0-1,-1 1-1,-2 2 1,0 2 0,1 3 0,-2 3-15,-1 1 1,4 6 0,-2 2 0,3 3-76,1 2 1,0 4 0,3-1-1,-1 2-573,1 1 0,2-3 1,3-1-1,3-1-249,2-1 1,1-5 0,2-3 0,2-2-1464,4-5 2255,-2-3 0,6-2 0,-4 0 0</inkml:trace>
  <inkml:trace contextRef="#ctx0" brushRef="#br0" timeOffset="11180">7540 1579 7173,'5'4'339,"-3"2"146,-1 1 1,-1 3-1,0 1 1,0 5-350,0 3 1,0 0 0,-1 4 0,0 1-23,-2 1 0,0-2 1,3-2-1,0-3-1433,0-4 0,1-6-347,2-5 1666,-2-8 0,2-16 0,-3-5 0</inkml:trace>
  <inkml:trace contextRef="#ctx0" brushRef="#br0" timeOffset="11342">7548 1467 7828,'-1'-9'255,"-1"1"0,0 0 0,-3 1 336,1 2-879,1 3 1,4 2 0,2 5 0,3 3-16,1 1 1,2-1 0,0 1 302,-1 0 0,1 3 0,0 1 0</inkml:trace>
  <inkml:trace contextRef="#ctx0" brushRef="#br0" timeOffset="11647">7695 1545 7828,'0'8'251,"0"1"0,0-1 95,0 1 1,0 0 0,0 0 0,0 2-42,0 0 0,0 5 0,0-2 0,0 3-97,0 3 1,0-1-1,0 1 1,0-2-29,0-1 0,0-5 1,0-2-271,0 1 0,1-4 0,1-6 0,2-2-204,1-5 1,-3-4 0,3-3 0,0-5 57,0-3 1,1-2-1,2-3 1,1 0 126,-1 0 0,0 3 0,-1 1 146,-1 1 0,-1 2 0,3 4 1,-1 4 369,-2 1 0,-2 6 1,2 5-280,-1 7 1,-1 5-1,-3 7 1,0 4 488,0 4 1,0 0 0,0 3-298,0-2 0,0 2 0,0-3 0,0-3 0,1-1-1386,2-3 1,-1-5-1,3 0 359,2-6 0,1-2 0,0-5 0,1-3 0,0-1-1324,-1-5 2031,-3-6 0,3-5 0,-4-5 0</inkml:trace>
  <inkml:trace contextRef="#ctx0" brushRef="#br0" timeOffset="11812">7954 1467 8665,'-5'4'298,"1"1"1,4 3 0,0 2 247,0 1 0,0 4 0,0 5 0,1 3-615,2 2 1,2 2 0,2 0-1,0 3-277,-1 1 1,0-3-1,1-1 1,0-2-573,-1-2 1,-1-6-1,0-1 918,-2-3 0,-2-1 0,-1-4 0</inkml:trace>
  <inkml:trace contextRef="#ctx0" brushRef="#br0" timeOffset="11979">7928 1691 7828,'0'-8'149,"0"-1"1,-3 3 0,0 1 611,1-2 1,2-1-1,3 0 1,3-1-476,2 0 1,0 4 0,2-1 0,0 0-214,2 1 1,3 1 0,0 4-1,1 0-747,1 0 1,0 0 0,0 1 0,-2 1 475,-1 1 198,-3 4 0,9-2 0,-2 3 0</inkml:trace>
  <inkml:trace contextRef="#ctx0" brushRef="#br0" timeOffset="12246">8187 1631 8157,'7'-9'325,"0"1"1,-1-1 25,1 0 0,-3-2 0,2-1 0,0 1-195,-1-2 1,-1 4-1,-2-3 1,1 3 74,-1 0 1,-5 3 0,-3 2 0,-5 0 71,-3 2 1,0 1 0,0 2 0,-2 2-71,0 2 0,3 4 1,1 4-1,3 4-12,0 5 0,1 1 0,3 2 0,2 2-100,2-1 0,3 2 0,3-1-663,3-1 1,7-2 0,-1-7 0,2-1-1,1-1-671,1-4 1,0-5-1,1-3 1,1-4 151,-1-5 1061,-4 0 0,5-14 0,-2 2 0</inkml:trace>
  <inkml:trace contextRef="#ctx0" brushRef="#br0" timeOffset="12615">8325 1553 7754,'-9'0'1217,"3"0"-802,1 0 0,2 1 0,-2 2 1,1 4-20,2 3 0,1 4 0,1 4 0,0 2-168,0 3 1,0 2 0,1 1-1,1 0-38,1 0 1,0 0 0,-3-3 0,1-1 153,2-5 0,-2-6-399,2 1 0,-3-7 1,0-5-366,0-5 0,3-8 0,1-3 1,0-5 135,0-4 0,2 1 0,-3-5 0,2 2 134,2-2 1,-2 5 0,0-1 0,-1 3 37,1 3 1,0 4 0,2 5-1,-3 2 542,0 2 0,3 4 0,-2 1 1,0 2 73,1 5 0,-3 3 1,3 2-1,0 4-175,-2 1 1,3 5 0,-4 2 0,0 2-382,1 1 1,-2-3 0,2-1-1,0 0-187,-2 0 0,0-6 0,0 1 1,1-4-3416,-1-2 3654,-1-2 0,-1 0 0,0-1 0</inkml:trace>
  <inkml:trace contextRef="#ctx0" brushRef="#br0" timeOffset="13012">8687 1588 7828,'0'-9'51,"-3"3"1,-1 1 227,-1-2 0,3 2 0,-4 0 0,-1 1 218,-1-1 0,0 3 0,-1-1 0,1 2-60,-1 1 1,0 0-1,1 0 1,0 1-225,2 2 1,0 2 0,3 3 0,1 2-174,1 1 0,1 3 0,0 3 1,1 1-3,2 2 1,1-3-1,5 2 1,0 0-73,-1-1 1,-2 0 0,-1 0-1,-1 0 77,-2 2 0,-1-4 0,-1 2 0,0 0-266,0-3 0,-4-3 0,-2-1 0,-2-1-487,0-2 0,2-2 0,0-1 1,0-1-1983,-2-2 2692,3-1 0,1-5 0,4-1 0</inkml:trace>
  <inkml:trace contextRef="#ctx0" brushRef="#br0" timeOffset="13295">8747 1812 7828,'9'-1'208,"0"-2"0,-4 1 0,1-3 0,1 1 1,0-1-1,0-2 422,2 0 0,-5-3 0,4-1 0,-1-1-524,-2-1 1,1-1-1,-3-1 1,0 0-33,1 0 1,-3 2 0,1-1-1,-3 2 130,-2 1 0,-4 2 1,2 1-1,-4 1-13,-2 1 1,1 5 0,-2-1 0,2 3 172,-2 1 1,2 8-1,-4 0 1,2 2-21,1 3 0,2 3 1,0 2-1,1 2-31,-1 0 1,3 3 0,1-3 0,2 0-65,1-2 1,1-2 0,1 0 0,1-1-953,2 0 1,2-4-1,7-1 1,2-2-675,2-2 1,-1-2-1,-1-1 1,2-1-2455,0-3 3831,1 0 0,0-4 0,1-2 0</inkml:trace>
  <inkml:trace contextRef="#ctx0" brushRef="#br0" timeOffset="13441">8954 1838 7828,'-7'-1'495,"0"-1"-1429,1-1 934,4 0 0,-1 3 0,3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9:00.4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43 162 7828,'-7'0'1001,"0"0"-573,4 0 0,-1-1 0,5-1-228,2-2 1,5 0 0,6 3 0,3-1 0,1-2-118,-1 2 0,0 1 1,2 1-1,-1 0-43,1 0 0,-3 1 1,-2 1-1,-2 3-108,-1 1 1,-2 1 0,-2 5 0,-3 1-159,-3 1 0,-2 6 1,-4-3-1,-4 4 197,-4 0 1,-6 1-1,-1-1 1,-2 1 206,-3-1 0,0-1 0,4 0-64,3-3 1,-1-3 0,5 0 0,1-2 0,2-1 1245,4-1-1189,2-4 1,8-1 0,3-5 0,4 0 0,3 0-210,3 0 1,1 0-1,4 0 1,1 0-13,-1 0 1,1 0-1,-2-1 1,-1-1-723,-1-2 1,-4-1 0,3 2-165,-2-5 1,3 2 0,-2 0 935,1 2 0,-4-9 0,2 1 0</inkml:trace>
  <inkml:trace contextRef="#ctx0" brushRef="#br0" timeOffset="399">451 22 6966,'-4'-6'1129,"2"2"0,-2 8 0,4 4-1427,0 1 1,0 2 0,0 0 0,0-1 228,0 1 1,0 0-1,0 0 69,0-1 0,4 1 0,2 0 0</inkml:trace>
  <inkml:trace contextRef="#ctx0" brushRef="#br0" timeOffset="751">527 12 7851,'4'-6'197,"3"2"1,-1 3 295,2 1 1,-1 0-111,4 0 0,-1 0-255,1 0 0,-4 0 0,-1 1 0,-1 3-117,-3 3 0,-1-1 0,-1 1 1,0 1 82,0 2 0,0 1 0,0-1 0,-1 2-193,-2 3 1,-3-3-1,-5 2 1,0-2 79,1-1 0,-5 1 0,1-1 0,1 1 243,1-2 0,5-3 0,-1 1 108,0 0 1,2-6-329,-1 2 0,6-3-218,1-1 1,5 0 0,5-1 0,1-2-154,0 0 1,0-5 0,-1 4 0,1-1-275,0 0 0,0-3 1,0 2-1,3-1 641,0 0 0,0 4 0,2-6 0,0 3 0</inkml:trace>
  <inkml:trace contextRef="#ctx0" brushRef="#br0" timeOffset="1165">806 33 7828,'-10'-1'0,"2"-1"630,1-2 1,3 0 0,-3 4 1105,-1 0-1539,3 0 1,0 5 0,5 2-102,0 3 1,1 4-1,3 2-55,3 0 0,-1 1 0,1 2 1,2 0-1,-1 3-502,-1 2 1,1 2 0,-3-2 0,0 2 122,0 2 1,-2-5-1,-3 3 202,0-4 0,-1-2 0,-1-2 0,-3-4-5,-1-6 1,-1-3 0,-4-5-1,2-2 1,0-1 312,2-4 0,1-6 0,-1-3 0,3-1 90,3-2 1,1-1 0,0-2 0,0 1-87,0 0 1,4-1-1,0 1 1,2-1 123,3 1 0,0 3 0,2 1 0,1 0-65,2 1 1,-2 2-1,4 0 1,-2 3-932,0 4 1,1-1 0,-3 4 0,1 2 695,1 1 0,0 1 0,-3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7:59:05.4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87 237 7304,'-11'0'-1178,"0"0"1178,1 0 0,3 0 66,-1 0 1,1 0 466,-4 0 0,2-1-270,2-3 1,2-2 0,5-5-42,0 1 0,5 0 1,3 2-1,4 0-34,2 0 0,5 2 1,-1 0-1,3 1-162,0 3 0,-2 1 0,0 1 0,2 1-52,-2 3 0,-4 2 0,1 4 0,-2 2-61,-1 3 1,-7 1 0,4 6-38,-4-1 1,-4 1 0,-4-1 0,-4 1 0,-3 0 68,-3 3 1,-5-5 0,0 0-1,-2-3 105,-3-4 0,7 0 0,-6-1 0,4 0 117,0-3 0,4-4 0,-2 1 437,3-1-529,6-2 1,6-6 0,8-2 0,1 0 28,2 0 0,1-2 1,1 2-329,1-1 1,4 3 0,-2-4 0,-1 0-1,2-1-301,0 1 1,-3 0-1,3-4 1,-1 1-146,1-1 1,-3 0 669,4 0 0,0 1 0,4-1 0</inkml:trace>
  <inkml:trace contextRef="#ctx0" brushRef="#br0" timeOffset="257">463 33 7855,'-7'1'337,"0"2"1,3 0 0,-2 4-192,1 1 0,0 2 0,3 1 0,-2 1-208,2 2 0,1-2 0,1 3 0,0 0-551,0-1 0,1 0 0,1-3 345,2 0 1,4 0 0,0-2 0,1-1 267,2 0 0,0-6 0,-1 3 0</inkml:trace>
  <inkml:trace contextRef="#ctx0" brushRef="#br0" timeOffset="567">581 43 7828,'-6'8'323,"1"-1"1,2 1-83,-1 2 1,-3-3-1,2 0 1,0 1 434,1 2 0,-1-3-865,1 0-65,3 0 1,1-1 0,7-3 222,3-6 1,1-3 0,-1-4-1,1-1-322,0 0 0,-4 2 0,0 0 0,0 2 305,-1-1 1,0 3-1,-3 0 1242,0 0-1008,6 4 0,-8-2 0,2 6 0,-2 4-110,-1 3 0,0 2 0,0 1 8,0 1 1,0 4 0,0-2 0,0-1-1,0 1-878,0-3 0,0-1 0,0-1 0,0-1-827,0 1 1621,0-5 0,0 4 0,0-5 0</inkml:trace>
  <inkml:trace contextRef="#ctx0" brushRef="#br0" timeOffset="824">753 0 7244,'6'5'234,"2"-2"1,-3 3 242,1-2 1,-2 0 0,2-3-68,-2 3 1,3-2-1,-3 5-307,-2 2 0,0 0 0,-2 2 0,0 0-54,0-1 0,-5 2 0,-1 1 0,-1 2 87,0-2 0,1-1 0,-3-1 43,2-1 1,3-3 0,-1 1 359,0 0-705,1-3 0,9 0 0,3-5 0,4 0-415,3 0 0,0-4 0,-2-1 0,3-1-986,0-2 1567,2-2 0,4 0 0,-1-1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1:16.5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275 490 7744,'-7'-24'334,"-2"2"119,-4 1 0,-2 2 0,1 6 0,-2 1 0,-3 4-28,-5 2 1,-4 1 0,1 5 0,1 3-113,2 7 1,7 1-1,-1 13 1,7 4-194,6 4 0,3-2 1,4 5-1,4-1-81,9 0 0,1 0 1,8-6-37,2 1 1,-1 0 0,1 0 0,-2 0 44,2 0 0,-5-2 0,-2 0 1,-3-1-1,-3 1 28,-4-1 0,-2-5 1,-7 1-1,0 1-102,0-1 1,-11-4 0,-5 0-501,-5-7 0,-3 0 0,-5-6 0,1-2 0,3-1-123,1-2 1,4-2 0,0-4 0,2-9-220,5-7 868,8 1 0,-1-13 0,6 4 0</inkml:trace>
  <inkml:trace contextRef="#ctx0" brushRef="#br0" timeOffset="449">376 750 7883,'27'0'0,"-1"0"368,-2 0 1,-5-1 0,4-4 0,-2-5 424,-4-3 1,-1-1 0,-1-2-303,-1-3 0,-6 2 0,-3-2 0,-3 3-195,-2 2 1,-2-1 0,-3 1 0,-6-1-16,-7 1 0,1 4 0,-6 2 0,1 2-57,-1 3 0,1 3 0,-4 4 0,4 8-151,1 5 1,1 1 0,6 6 0,1 2-139,4 1 1,-3 4 0,8 1 0,0 1-149,3-1 1,7 1 0,5-1 0,7 3 91,6 2 1,5-10-1,3 0-377,2-4 1,6-10 0,0-8-1,3-7 1,2-8-1114,-3-9 0,-2-15 1,2-7-1,-4-8 1611,-4-2 0,-8 5 0,-5-3 0,-4 4-153,-4 2 0,-8 6 0,-2 7 0,-6 7 254,-7 9 0,-4 4 1,-5 1-1,-4 4 920,1 3 0,-6 2 0,6 0 0,-2 0-110,0 0 1,4 7-1,0 2 1,2 4-296,5 1 1,2 3 0,-2 0-530,3 2 0,4 7 0,6-2 0,0 3 0,2 4-85,2 3 0,4-4 0,8 2-996,4-6 1,-3 1 0,9-4 0,3-1 0,3-4-212,0-7 1,-1-5-1,-2-6 1,-1-1 1204,1-4 0,-6-9 0,-2-9 0</inkml:trace>
  <inkml:trace contextRef="#ctx0" brushRef="#br0" timeOffset="733">968 635 7404,'-14'0'-134,"-1"-2"1,1-1-1,-1-2 948,1 2 0,4 1 0,1 4 0,-1 3-393,2 4 0,2-1 0,6 2 0,0 1-92,0 2 1,1 1 0,4 1 0,6-1-385,7 1 1,4-1 0,7 1 0,2-3-129,2-2 0,-1 1 0,5-4 1,-1-1-10,-4 1 0,-2-3 0,-2-5 1,-4-2-75,-5-2 0,-3-6 0,-3-1 0,-4-4 335,-4-3 1,-3 0 899,-2 4 0,-2 2 581,-3 4-1882,4 2 0,-10 14 1,6 2-1,2 4-728,1 2 0,7-4 0,1 0 366,2 0 1,-3 4 0,3-9 693,-2 2 0,6-4 0,-4 2 0</inkml:trace>
  <inkml:trace contextRef="#ctx0" brushRef="#br0" timeOffset="1148">1373 606 7946,'4'14'1747,"1"1"-1151,-2-1 0,4-4 0,-2-1 0,-1 4-213,3 5 1,-4-1 0,5 8 0,-2 0-180,-2 2 1,-1 4-1,0-1 1,2 1 15,-2-4 0,-1-1 1,-2 1 324,0-3-599,0-3 1,-5-21 0,-2-8 0,1-11 36,0-8 1,-4-1-1,4-9 1,-1 0-66,1 1 1,1-1 0,5-2 0,0 4-163,0 0 0,0 7 1,2-2-1,1 1-654,2 3 1,6 7 0,-2 1 0,4 5 72,2 4 0,4 4 1,2-3-1,0 2 388,0 2 1,-1 4 0,-2 5 436,1 5 0,2 3 0,-3 1 0,1 0 0,-1 1 0,-4-1 0,-3 1 0,-1-1 336,1 1 1,-3-1 0,0 2-1,-1 2 1,-4 3 274,-1 1 0,2-3 0,1 4 1,-2-1-373,-1 1 1,-2-4 111,0 5 1,-2-8-1096,-2-1 0,2-19 0,-3-12 1,2-4-1,0-8 744,-2-4 0,-6-5 0,3-6 0</inkml:trace>
  <inkml:trace contextRef="#ctx0" brushRef="#br0" timeOffset="1270">1690 317 7744,'0'-15'40,"0"1"0,0 4 0,0 1 25,0-3-394,0 6 0,2 0 0,3 6 329,4 0 0,4 0 0,2 0 0</inkml:trace>
  <inkml:trace contextRef="#ctx0" brushRef="#br0" timeOffset="1414">1892 129 7744,'-1'10'829,"-2"-1"1,-2 3-82,2 0 1,-4 3 0,2-1 0,2 1-184,2-1 1,1 2 0,0 3 0,0 7-322,0 6 1,0 0-1,1 7 1,4 1-699,5 2 1,2 1 0,1 0-1,-1-1-500,-3-3 0,-4-4 0,3-6 1,-2-2 953,-2-3 0,-3-3 0,-1-7 0</inkml:trace>
  <inkml:trace contextRef="#ctx0" brushRef="#br0" timeOffset="1547">1892 591 9390,'5'-9'650,"0"-1"1,0 5 0,-3-4 0,1-3-275,2-1 0,4 4 0,-2-1 0,1 1-654,3 1 0,2-4 0,1 6 1,1-2-1007,-1-3 0,0 4 1,1 1 1283,-1-1 0,1 6 0,-1-6 0</inkml:trace>
  <inkml:trace contextRef="#ctx0" brushRef="#br0" timeOffset="1680">2138 505 8870,'6'8'377,"-2"-2"-1262,5-6 0,-4 0 0,5-2 885,1-2 0,2-4 0,1-7 0,1 1 0,-1-7 0,1-2 0</inkml:trace>
  <inkml:trace contextRef="#ctx0" brushRef="#br0" timeOffset="1832">2311 172 7679,'-6'-8'1388,"3"10"1,-5 11 0,0 8-719,0 6 1,3 5 0,-3 11 0,1 4-246,4 6 0,2 0 0,1 9 0,0-2-672,0-2 1,6-5 0,2-2-1,2-1-923,-1-4 1,-1-4 0,4-4 0,-4-1-365,-2-6 1534,5-4 0,-9-4 0,4-3 0</inkml:trace>
  <inkml:trace contextRef="#ctx0" brushRef="#br0" timeOffset="2497">2802 14 8451,'0'-8'3542,"0"3"-3140,0 10 0,0 9 1,2 12-1,1 7-189,2 11 1,5 9 0,-4 11-1,1 6-83,-1 4 1,4-2 0,-6 5-1,0-4-99,-3-7 0,4-15 1,0 0-1,-2-11-413,-1-11 0,-2-14-27,0-15 1,0-12 0,1-8-1,4-3 239,5-3 1,4-1 0,5-2 0,5 0 29,4 0 1,1 5 0,0 2 0,1 1 78,4 3 0,-2 9 0,3 4 1,-3 3 476,-4 2 0,-8 7 1,1 4-1,-3 7-95,-5 6 1,-8 0 0,-1 3 0,-4 4 234,-4-1 1,-9 2 0,-8-1-1,-2-2 120,-2-7 0,-3-4 0,0-4-1046,-1 1 1,0-7 0,0-4 0,2-2 0,1-4-963,2-2 1,6-4 0,1-8 0,5-4 254,7-4 1,4-5 0,1-3-1,1-1 1077,4 0 0,10-3 0,7-1 0</inkml:trace>
  <inkml:trace contextRef="#ctx0" brushRef="#br0" timeOffset="2799">3294 375 7744,'-15'6'199,"5"2"1,2 7-1,2 1 1033,3 3 1,1 3-1,2 7 1,2 0-739,3 0 0,3 5 0,8-2 0,1-3-509,3-4 1,5-5 0,-2 0 0,1-2 26,0-5 1,-5-8-1,4-2 1,-1-8-515,1-9 1,-7-7 0,0-8 0,-7-2 179,-2-2 1,-3 1 0,-4-5 0,0 1 628,0 4 0,0 8 0,0 5 311,0 3 0,0 10 0,0 7-225,0 12 0,2 8 1,1 8-1,4 1-925,1 4 1,1-4-1,6 3 1,-1-6-652,1-3 1,-1-6-1,1-1 1,-1-6 125,0-6 1,1-10-1,-2-6 1057,-4-6 0,4-6 0,-5-19 0,7-3 0</inkml:trace>
  <inkml:trace contextRef="#ctx0" brushRef="#br0" timeOffset="2947">3741 216 7744,'0'-15'0,"-1"1"1329,-4-1-663,3 7 1,-4 10 0,6 12 0,1 9-240,4 4 1,3 5 0,7 4 0,-1 4-448,1 0 0,-1 0 0,0 3 0,1 1-590,-1-1 1,-1-6 0,-2-3 0,-3-4-2581,-1-1 2686,-2-7 0,-5-1 504,0-6 0,-7-7 0,-1-2 0</inkml:trace>
  <inkml:trace contextRef="#ctx0" brushRef="#br0" timeOffset="3103">3712 606 7744,'0'-24'455,"0"0"0,0 6 1,0-3 246,0 0 0,0 5 1,2-3-1,3 3-263,4 1 0,4 1 1,2 0-1,1 1-241,3 3 1,-1 2-1,4 5 1,1-2-955,-1 2 0,-3 1 0,4 2 1,-1 0-1403,1 0 1,-6 2 2157,3 3 0,2-4 0,1 6 0</inkml:trace>
  <inkml:trace contextRef="#ctx0" brushRef="#br0" timeOffset="3288">4131 418 7744,'-6'21'551,"3"-4"0,-5 6 0,1 1-67,4 3 1,1-4 0,2 10 0,0 6-89,0 6 0,0 1 0,0 4 0,0-2-500,0-1 1,0-15 0,0 3 0,0-6-1285,0-8 1,5-11 1387,0-10 0,-7-13 0,-6-10 0</inkml:trace>
  <inkml:trace contextRef="#ctx0" brushRef="#br0" timeOffset="4001">1560 1256 7744,'-1'-15'0,"-4"2"145,-5 4 0,-3 2 0,-1 9 0,0 3 540,-1 4 0,1 11 0,-1 4 0,1 5-204,-1 4 1,1-1 0,1 5 0,3 0-231,6 0 0,2-3 1,2 1-1,2-3-190,2-4 1,6-11 0,9-2-226,5-9 0,4-4 1,1-4-1,-1-3-169,1-4 1,0-11 0,0-4 0,0-3 0,-2-4-43,-3-2 0,2 2 0,-7-2 0,-1 2 141,-2 2 1,-2 12 0,1 4 482,-1 5 1,-6 4-1,-1 11 1,-2 7 0,1 10 115,2 9 0,-5 3 0,2 8 1,-3 1 235,-2 3 0,-2-2 0,-3 6 0,-4-1-32,-4 0 1,-3-7-1,-2 1 1,-3-4-770,-1-5 0,4-6 1,-3-6-1,2-4-715,0-4 0,-1-8 0,6-5-159,-1-6 1,7-7 0,4-9-1,4-5-52,4-4 1126,4-7 0,13-2 0,2-6 0</inkml:trace>
  <inkml:trace contextRef="#ctx0" brushRef="#br0" timeOffset="4264">2008 1501 7744,'-13'27'0,"0"1"924,-1 1 0,7-2 1,-5 11-1,4 3-480,4 0 1,3-4 0,1-3-1,1-5-180,4-5 0,8-5 1,8-9-1,0-5-499,0-4 1,3-4 0,-3-5 0,-1-10 126,1-7 1,-1-1-1,-8-9 1,-2 1-22,-5 0 0,-4-1 0,-2 4 1,-4 1-247,-5 3 0,-2 7 0,-3 1 0,1 5 244,-1 4 0,1 2 0,-1 5 1,1-2 2546,-1 2 1,3 3-4377,2 5 0,5 3 1,10 6 350,5 1 0,7-7 1609,3-4 0,5 4 0,-2 0 0</inkml:trace>
  <inkml:trace contextRef="#ctx0" brushRef="#br0" timeOffset="4515">2225 1516 8357,'0'14'0,"0"1"547,0-1 0,0 2 1,0 3-1,0 5-68,0 4 1,0-4-1,1 0 1,4 1-168,5 3 1,4 1 0,5-2 0,6-3-392,2-5 0,2-4 1,0-6-1,-1-5-117,1-8 1,-9-10 0,-4-10 0,-2-3 88,-3-2 0,-6 0 1,-2 1-1,-6 3-95,-6 1 1,-4 1 0,-2-1 0,-1 5 638,-3 3 1,-2 1 0,-5 3 0,4 0-507,1 3 0,0 4 0,4-3 1,-3 1-1009,3 4 0,5 2 0,4-1 118,2-3 0,3 2 0,8-5 959,4 2 0,10-6 0,4 4 0</inkml:trace>
  <inkml:trace contextRef="#ctx0" brushRef="#br0" timeOffset="4815">2557 1299 7938,'8'14'625,"0"2"0,-3 4 0,4 5-94,4 8 1,3-1-1,2 5 1,3-1-137,1 1 1,1 0 0,1 0-1,-5-6 382,-3-6-1315,-1-13 111,-7 0 0,-10-16 0,-11-1 1,-8 2 214,-6 1 1,5 2-1,-11 2 1,1 2 255,2 6 1,4 4 0,4 4-1,1 5 281,3 4 1,9-1-1,4 7-143,3-2 1,9-4-1,2-1 1,6-4-1,4-1-73,5-3 0,3-9 1,1-4-1,-3-3-399,-1-2 1,0-8 0,4-5-158,-4-5 0,-3-12 1,-7-1-1,-1-2 1,-4-4-323,-4 0 1,-3-2-1,-2-3 769,0 4 0,0-4 0,0 5 0</inkml:trace>
  <inkml:trace contextRef="#ctx0" brushRef="#br0" timeOffset="5063">3972 1761 7744,'0'-14'0,"0"-7"0,0-2 0</inkml:trace>
  <inkml:trace contextRef="#ctx0" brushRef="#br0" timeOffset="5965">3539 1545 8034,'0'14'1033,"-5"-4"1,0-1-862,2 2 1,8-4-1,5-1 1,4-1 275,5 0 0,-1 0 1,6-5-1,3 0-292,5 0 0,-1 0 1,3-2-1,-4-3-183,-1-4 1,-6-6-1,-4-2 1,-3-3 151,-2 3 0,-6 1 0,-3 1 0,-5-1-325,-5-3 1,-3 8 0,-8-2 0,-3 3 227,-5 2 0,-5 5 1,-3 0-1,-2 8 236,2 9 1,3 4 0,5 9 0,3 5 21,0 3 1,12 4 0,-1 6-1,7 1-41,3 2 0,13 7 1,6-5-1,8-2-316,7-5 1,-2-14 0,5-3 0,2-8-365,2-10 0,-1-7 0,7-7-140,-7-9 1,5-7-1,-5-12 1,-1-4 3,-2-4 0,-5-6 0,-7-2 0,-4 2-91,-5 3 1,5-6-1,-10 7 1,-1 2-1,-2 6 662,-5 7 0,-3 9 0,-5 1 0,-4 3 0,-4 2 0,3 6 0,1 3-87,-3 3 0,0-3 23,-3 1 0,5-1 806,1 5 1,1 1 0,-2 4-98,5 5 0,-1 3 0,1 1 0,2 2-181,1 3 0,2-1 0,0 6 0,0 3-197,0 6 0,0-1 0,2 5 0,1-1-96,2 1 0,5 2 0,-4 3 1,2-2-148,3-2 0,1-10 0,-1-1 0,-3-5-578,-2-4 1,4-7 11,-5-1 1,-1-13-1,-4-4 395,0-9 1,0-6 0,0-9-1,0-3 1,0-4-27,0-4 0,0-1 1,0 1-1,0 0 78,0-1 1,0 8 0,0-5 0,2 4 107,3 4 1,-2 10 0,7-4-1,1 7 156,2 6 0,-4 8 1,1 0-1,1 5 108,2 5 0,2 5 0,-3 7 1,0 4 205,-3 2 0,-1 2 1,4 8-1,-4 0-181,-2-1 1,4 0-1,-6 1 1,1 2-279,2 2 0,-4-5 0,5 2 1,0-2-1054,0 1 1,-3-9-1,4 1 1,3-9 398,0-7 0,-2-2 0,0-9 1,1-3 629,2-4 0,1-17 0,1-5 0</inkml:trace>
  <inkml:trace contextRef="#ctx0" brushRef="#br0" timeOffset="6213">4579 1443 7744,'0'15'822,"-5"-1"-409,0 1 0,-4 4 0,2 2 1,1 3-1,-1 5 0,4 5 558,2 2 0,1-2 0,0 3 0,1-2-897,4-3 1,0-12 0,8-6 0,3-3-339,0-3 0,0-3 1,-2-11-1,1-9 159,-1-7 1,-4-5 0,-2-4 0,-2-3-84,-3-4 0,-1 3 0,-2 1 0,-2 3 160,-2 3 0,-4 3 0,-5 3 0,2 1-161,1 3 1,0 4-1,-4 3 1,1 1-235,3-1 1,-2 5-3438,2 1 3860,4 3 0,6 9 0,8 1 0</inkml:trace>
  <inkml:trace contextRef="#ctx0" brushRef="#br0" timeOffset="6601">4738 1342 6676,'-8'-6'336,"3"-4"0,2 4 0,0-1 1119,-2 1 166,0 4-1326,5-4 1,0 12 0,0 4 0,0 3 0,0 1 58,0 1 1,0 1-1,0 3 1,2 5-185,2 3 0,3 2 0,4 2 1,-1 1-153,1 2 0,3 1 1,4-5-1,1 1-273,-1-4 0,3-3 0,-2-1 0,-1-9-184,-2-7 1,-2-6 0,1-4 0,-1-7 15,1-9 0,-7-7 0,-4-4 0,-2-4 235,-2-4 1,0 1 0,0 0 0,0 2-42,0 2 0,-5 8 1,0 2 40,2 2 0,0 9 903,-2 7 1,3 5 0,-2 5 0,2 4-952,2 4 0,5 3 0,1 2 0,2 1-277,4-1 0,0-2 0,3-2 0,-1 1 4,1-1 1,-1-4 508,1-1 0,-1-5 0,1 2 0</inkml:trace>
  <inkml:trace contextRef="#ctx0" brushRef="#br0" timeOffset="6950">5171 1285 8085,'-14'1'694,"-1"4"1,6-2-1,1 7 1,0 1-197,0 2 0,3 1 0,-3 1 1,1-1-251,4 1 0,2-1 0,1 1-346,0-1 0,1-1 1,4-4-207,5-4 1,-2-3-1,1-4 1,1-3-305,-2-4 1,5-9 0,-5-1 0,0 0 116,-3-2 1,3 5 781,1-4 1,4 11-1,2 4-105,-1 3 0,-4 9 0,-1 4 0,2 8 571,2 10 1,-3 7 0,-2 7 0,0 0-313,0 1 1,-5 0 0,4 3 0,-3 3-429,1 1 0,-2-9 1,-7-2-1,-4-6 21,0-7 1,-5-8 0,3-1-419,-3-7 0,0-6 0,2-10 0,2-5 1,-3-4-1218,0-5 0,2-10 1,2-10 498,1-2 1,-2-8 1097,4 1 0,0-6 0,5 2 0</inkml:trace>
  <inkml:trace contextRef="#ctx0" brushRef="#br0" timeOffset="7281">5359 1053 7744,'14'0'163,"1"7"1,-2 3 0,-2 4 437,-1 5 1,-7 4 0,3 7 0,-1 4-176,0 4 0,4 4 1,-4 1-1,-2-1 57,-1-3 0,3 2 0,0-4 0,-1 3-136,3 4 0,-5-9 0,4 7 0,-1-5-354,0-5 1,1-8 0,-1-6-442,4-7 1,-1-6 0,0-10-1,-1-8 50,-4-10 1,-1-2 0,-2-15-1,0-5 96,0-7 0,-2 6 0,-1-1 0,-2 1 202,2 1 0,1 5 0,2 4 0,2 6 456,3 7 0,3 7 0,6 7-53,1 4 0,-1 5 0,0 5 0,3 4 0,0 6-144,2 4 0,2-1 0,-5 6-456,-1 1 0,2 3 1,-9 1-1,0-2 0,-1-1-1743,-1-2 1,-4-7 2039,3 3 0,-10-4 0,-3-2 0</inkml:trace>
  <inkml:trace contextRef="#ctx0" brushRef="#br0" timeOffset="7948">6428 1285 8001,'-10'-13'0,"1"1"592,-3 3 0,4 6 0,-1-4-206,-3 1 0,4 4 0,-3-3 0,-3 4 183,-4 1 0,-3 0 1,4 1-1,-3 4 1,1 5-147,-2 3 1,7 1 0,-1 1 0,9-1-238,4 0 0,2 2 0,2 2 0,3 3-278,4 1 0,11-2 1,2 2-1,2 1-207,0-1 1,0-3 0,5 4 0,0-2-11,0-4 0,-7 1 1,-2 0-1,-4 1 562,-2-1 0,-6 4 0,-3 1 0,-3 2 70,-2 4 0,-7-3 0,-4 6-108,-7-6 1,-4 4 0,-9-4 0,-1-2 0,-2-2-87,2-4 1,0-8 0,2-6-1,-1-2-1279,4-2 0,3-11 0,1-5-771,9-5 1,6-3 0,8-7 1920,0-2 0,6 2 0,2-4 0</inkml:trace>
  <inkml:trace contextRef="#ctx0" brushRef="#br0" timeOffset="8713">6659 1501 7744,'-8'7'-241,"-3"-4"1,4 5 115,-1-2 1,3 4-1,-3-4 1789,2 2 0,3-4-1155,8 0 0,7-2 1,9-2-423,2 0 1,-4 0 0,5-2-1,0-2 1,-1-6 44,-4-3 0,-2-1 0,0-1 0,-1 1-73,-4-1 0,-5 1 1,1-1-1,-2 1-166,-3 0 0,-3 4 1,-6 2-1,-7 1 274,-4 4 1,-9 2 0,2 1-13,-3 0 1,-6 6 0,3 5 0,4 5 0,4 5 119,4 2 0,4 2 0,4 7-266,5 2 0,4 1 1,2-2-1,6 0-485,7-1 0,5 2 1,9-5-1,-1-7-287,3-4 0,3-5 0,-5-3 0,3-6 1,1-5 84,2-9 0,-1-6 1,-4-13-1,0-3 678,0-6 0,-2 4 0,-1-8 0,-4 5 0,-1 5 0,-1 2 0,-6 2 0,1 4 0,-7-1 0,-4 5 0,-2 3 0,-4 2 188,-2 6 1,-4 1 0,-7 4 0,1 0 231,-1 0 1,1 3 0,-1 2 71,1 4 0,-1-2 1,1 9-1,0 2 1,1 4 114,3-1 1,-1 6-1,6 1-314,2 3 1,1 2-1,2 0 1,2 0-344,3 0 0,3 0 1,6 1-1,1 1-107,-1-2 1,5 1-1,2-11 1,0-1-1,1-4-1183,1-4 0,-4-4 0,4-7 0,-3-6 1340,-2-7 0,5 0 0,-7-14 0,4 6 0</inkml:trace>
  <inkml:trace contextRef="#ctx0" brushRef="#br0" timeOffset="9113">7280 1458 6676,'8'-7'4234,"-2"6"-3780,-6-6 1,-4 14 0,-1 2-415,2 4 1,1 2 0,2 1 0,2 1-103,2 3 1,4 4 0,8-3 0,2 0-27,1-1 0,2 0 1,-3-8-643,1-2 1,0-3-1,-4-7 1,-1-4 571,1-5 1,-7-3-1,-3-10 1,-4 0 377,-1-1 0,0 5 1,0-1-1,0 3 606,0 2-507,0 6 1,2 3 0,3 10 0,4 6 75,4 7 1,1-1 0,1 6-1052,-1-2 1,-4 3-1,0-5 1,1-2-1,0 0-2203,-1-3 2859,3-6 0,-12-2 0,6-6 0</inkml:trace>
  <inkml:trace contextRef="#ctx0" brushRef="#br0" timeOffset="9446">7641 1443 7744,'10'2'1156,"-2"3"-852,-2 4 0,1 4 1,-4 2-1,2 1-96,-2 3 0,0-1 1,0 6-1,2 0-146,-2-2 1,-1 6-1,-2-6 1,0 2 41,0 0 1,0-6 0,0 1 0,0-3-216,0-1 0,-2-6 0,-3-1 148,-4-1 0,1-2 1,0-7 84,1-3 1,-2-5 0,4-7 0,0-4 11,-1-2 1,4-1 0,-3-4 0,4-1-69,1 0 0,0 0 0,0 0 0,1 0-335,4 0 1,1 0-1,6 2 1,-3 3-106,3 5 1,0 3 0,3 3 0,-1 2-21,1 1 1,1 7-1,1-2 1,3 5-340,-3 5 0,1 3 0,0 6 733,1 1 0,7 6 0,-4 1 0</inkml:trace>
  <inkml:trace contextRef="#ctx0" brushRef="#br0" timeOffset="9578">8017 1487 7744,'-8'14'280,"1"2"0,7 2 0,0 1 131,0-1 1,0-1 0,0 1 0,0 1-248,0-1 1,0-2-1,0-1 1,2-1-582,3 0 0,-2-6 0,6-3-2901,3-3 3318,-6-9 0,7-1 0,-5-6 0</inkml:trace>
  <inkml:trace contextRef="#ctx0" brushRef="#br0" timeOffset="9696">8031 1357 7744,'-8'-15'1712,"0"7"-1242,3 3-3845,4 4 3375,-6 1 0,14 0 0,1 0 0</inkml:trace>
  <inkml:trace contextRef="#ctx0" brushRef="#br0" timeOffset="9896">8190 1140 7744,'-8'15'0,"3"-1"649,3 0 1,2 1 0,0-1 0,0 1-99,0-1 0,2 2 0,3 2 0,3 3-554,0 1 0,5 2 1,-4 4-1,4-1-194,2 2 0,-6-4 1,1 11 38,1-1 1,0-4-1,-1 2 1,-4-4-1,-1-3-1992,0-2 0,0-6 2150,-5 1 0,-7-3 0,-1-2 0</inkml:trace>
  <inkml:trace contextRef="#ctx0" brushRef="#br0" timeOffset="10078">8175 1516 8003,'-12'-10'1497,"0"2"-693,3 2 0,6-1-380,-2 2 1,3 2 0,4-5 0,1 0-433,2 0 0,6 3 1,-1-3-1,2 2-404,3 3 0,-1-4 0,1 2 0,-1 2-325,1 2 1,-1 1 0,1 0 0,-1 0-1399,0 0 2135,1 0 0,6 0 0,1 0 0</inkml:trace>
  <inkml:trace contextRef="#ctx0" brushRef="#br0" timeOffset="10246">8450 1472 9744,'9'0'-875,"1"0"0,-5 0-938,5 0 1813,-7 0 0,10 0 0,-5 0 0</inkml:trace>
  <inkml:trace contextRef="#ctx0" brushRef="#br0" timeOffset="10445">8522 1212 7744,'0'10'737,"0"0"568,0 1 0,0 2-876,0 1 1,0 1-1,2-1 1,1 0-267,2 1 1,4-1 0,-2 1 0,-1 1-16,1 3 0,2-1 0,-2 7 0,1 4-713,3 3 1,-3 2 0,0-5 0,0 0-207,0 0 0,-3 0 0,3-2 0,-2-3 183,-3-5 1,4-3 587,-2-1 0,6-1 0,-3 1 0</inkml:trace>
  <inkml:trace contextRef="#ctx0" brushRef="#br0" timeOffset="10562">8724 1501 7744,'-13'23'0,"4"-4"2549,4-3-2728,3-2 179,2-6 0,7 5 0,1-5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1:14.0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87 275 7744,'-14'-8'0,"-1"-3"0,1 6 615,-1 2 1,6 1 0,1 1 156,1-4 0,3 5-362,4 0 0,6 11 1,4 10-1,2 3-147,3 7 1,4 4 0,0 10-251,-1 3 0,0 10 0,-1 9 1,3 4-1,-4 3-489,-5 3 0,0-13 1,-4 0-1,-1-8-609,0-11 0,-1-13 535,-5-12 1,-5-17 0,-1-10-1,-2-9 1,-3-9 549,-2-8 0,-2-3 0,1-8 0,0-6 0,-1-1 0</inkml:trace>
  <inkml:trace contextRef="#ctx0" brushRef="#br0" timeOffset="216">29 405 7744,'0'-29'114,"0"2"1,2 1 0,3 4 0,3 1 0,3 3 191,4 2 0,-4 2 0,8-1 1,-1 3 50,1 2 0,-3 4 1,3 6-1,-3 0-72,-1 0 0,-6 8 0,-1 4 0,0 6-24,0 0 0,-4 3 0,0 0 0,-2 3-52,-2 6 0,-2-4 1,-2 6-1,-6 0-653,-3-2 0,0 1 0,2-4 0,2-1-336,-3-2 0,-1-6 0,-1 1 0,0-3-359,-1-2 0,5-6 1139,1-3 0,6-16 0,-4-5 0</inkml:trace>
  <inkml:trace contextRef="#ctx0" brushRef="#br0" timeOffset="516">448 362 7744,'15'0'0,"1"0"31,3 0 0,-1 5 0,4 0 0,1-2 211,-1-2 1,-4-7 0,1-4-1,-3-4-101,-1-5 0,-1 1 0,-1-4 1,-4-1 20,-4 1 1,-3 2 0,-2-2 0,-2 1 50,-3 3 0,-9 7 0,-8 3 1,-4 2 167,-3 2 0,6 4 0,-7 5 0,0 6-76,-1 7 1,9 5 0,-6 5 0,6 1-72,4 0 1,2 7 0,3 2 0,4 4-93,4 1 0,6 7 0,7 1 0,8 4-782,5 3 0,3-9 0,5 6 0,2-9-263,3-9 1,-4-11-1,4-8 1,-4-9 32,-1-9 0,-6-14 0,-4-15 870,-3-8 0,-3-9 0,-4-3 0,4-12 0,-5 2 0</inkml:trace>
  <inkml:trace contextRef="#ctx0" brushRef="#br0" timeOffset="799">766 261 7744,'0'-15'546,"2"6"-76,2-1 0,0 9 40,5 1 1,-4 8 0,3 11-1,0 6-78,0 8 1,-3-1 0,3 6 0,-2 4-211,-2 4 0,2 1 0,-1 3 0,-2-2-32,-1-2 1,-2-5-1,0 2 157,0-8 0,0-11-403,0-4 0,0-12 1,0-10-1,0-11-134,0-9 0,-5-7 0,0-3 0,2-5-148,1-5 0,2 2 1,0-8-1,0 1 28,0-1 1,2 10 0,1-1 0,4 5-574,1 1 0,1 7 0,6-1 0,1 3 396,3 1 1,0 10 0,8-1 0,4 3 486,-1 3 0,7-5 0,0 5 0</inkml:trace>
  <inkml:trace contextRef="#ctx0" brushRef="#br0" timeOffset="999">1329 1 7744,'-14'0'440,"4"5"1,1 1-1,-4 0 202,-5 1 1,2 4 0,-3 0 0,1 5-245,-1 4 1,3 7-1,-2 0 1,5 7 277,4 3 1,6 1-1,-2 6 1,3 1-385,2 3 0,7-2 1,2 6-1,6-1-263,4 0 0,-3-4 0,3-1 0,-3-4-1097,-1-3 0,-1-9 0,1-1 0,-3-8-97,-2-5 1,-4-10 6,-6-6 0,-1-11 0,-4-10 1158,-5-1 0,-9-2 0,-3-5 0</inkml:trace>
  <inkml:trace contextRef="#ctx0" brushRef="#br0" timeOffset="1132">1113 622 7744,'-15'-15'0,"6"7"0,1 2 821,1 0 0,2-2 0,5-7 0,2 1-278,3-1 0,3 1 0,6-1 0,1 1-467,-1-1 0,7 1 0,1 1 1,3 2-360,-1 1 1,-5 1-1,3-4 1,1 2-18,-1 1 1,2 5-1,4-3 300,-4 2 0,-3 1 0,-7 5 0</inkml:trace>
  <inkml:trace contextRef="#ctx0" brushRef="#br0" timeOffset="1417">1546 434 7966,'14'7'622,"-4"-6"0,0 4-353,1-3 1,2-9 0,0-2 98,-4-4 0,3-3 0,-8-2 0,0-1-122,-3 1 0,-1 0 0,-1 1 0,-4-2 99,-5 1 1,-3 3 0,-1 6 0,-2 4-43,-4 3 1,3 2-1,-6 0 1,1 4-177,-1 5 1,6 2 0,-2 14 0,4 0 31,5 2 0,-1 4 1,6 1-610,2 2 0,2 6 0,2-2 0,4 3 0,6-1-669,7-2 0,4-6 0,7 0 0,2-6 702,2-7 0,4-11 1,5-9-1,0-12-100,1-10 0,-8-12 1,7-7 516,-5-4 0,3-15 0,-3 1 0</inkml:trace>
  <inkml:trace contextRef="#ctx0" brushRef="#br0" timeOffset="1598">1950 246 7744,'-6'-20'405,"1"5"1,-8-1 0,-4 6 111,-4 4 0,3 1 0,-3 7 0,0 3 312,-3 4 0,4 4 0,0 3 0,4 3-446,2 5 0,4 1 0,2 2 0,2 3-143,3 1 0,1 1 1,4 0-1,2 5-554,6 5 1,4-7 0,6 5-1,4-5-442,3-3 1,-1-14 0,1 3 0,3-7-451,1-7 0,-1-12 0,-1-9 0,0-11-633,0-7 1839,-6-5 0,4-12 0,-5-3 0</inkml:trace>
  <inkml:trace contextRef="#ctx0" brushRef="#br0" timeOffset="1732">2138 145 7744,'0'-14'1212,"0"7"0,0 7-627,0 8 0,0 12 1,0 4-1,2 5-620,3 4 1,3-1-1,4 5 1,0 2-297,-3 3 1,1-7 0,4 8 0,-1-1 125,-3 0 1,1-10 0,-6-5 204,-2-4 0,-1-4 0,-2-5 0</inkml:trace>
  <inkml:trace contextRef="#ctx0" brushRef="#br0" timeOffset="1882">2080 405 8171,'2'-13'3126,"3"4"-2504,4 4 1,6-1 0,4 1 0,7 0-632,6-1 1,6 4 0,9-5 0,3 3 262,1-1 0,-3-2-254,5 3 0,-6 2 0,3-4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1:12.5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87 7983,'-6'-14'1235,"4"4"-953,-3 0 1,2 7-1,0 0 1,-2 6 157,2 7 1,1 9 0,2 7 0,0 7-171,0 11 1,0 2 0,0 11-239,0 2 0,0 7 0,0 0 1,0-1-1,2 1-480,2-7 1,-2-14 0,3-4-1,-4-8-469,-1-5 0,0-17 0,0-6 0,2-13 431,3-10 0,-3-13 1,2-10 485,-2-6 0,-2-12 0,0-2 0,0-5 0,0-3 0,0-11 0,0 6 0</inkml:trace>
  <inkml:trace contextRef="#ctx0" brushRef="#br0" timeOffset="217">43 130 7937,'0'-14'410,"5"4"1,2 4-91,1 4 1,1 7 0,6 16-1,1 8 141,3 8 1,2 11 0,5 5 0,-2 5-254,1 4 0,-1-1 0,2 3 1,1-3-94,-1-4 1,-2-14 0,0-5 0,-5-9-85,-3-11 1,-1-12 0,-2-4-117,-4-10 0,-2-5 0,-7-16 0,0-6-34,0-5 0,0-10 0,-2-1 0,-1-2-115,-2 0 0,-4 6 0,4-1 0,0 5-318,-1 4 0,4 9 0,-3 7 1,3 3-31,2 2 1,7 7-1,3 3 1,2 1 44,3 4 0,4 1 537,0 2 0,7-6 0,-4-2 0</inkml:trace>
  <inkml:trace contextRef="#ctx0" brushRef="#br0" timeOffset="467">650 203 7744,'-6'22'104,"2"5"0,-4-2 0,2 2 508,3 2 0,-4 6 0,3 2 0,0 3-58,3 3 0,2-4 0,3 6 0,2-7-317,2-2 0,3-11 0,7-10 1,1-9-310,-1-4 0,-1-9 0,1-5 1,1-11-22,-1-11 1,-2-11 0,-3-4 0,-4-4-12,-4-7 1,-3 11-1,-2-6 1,0 4-45,0 7 1,-2 1 0,-3 11 0,-4 3-12,-4 3 1,-3 10 0,-2 0-1,-1 7-355,1 2 0,7 2 0,3 7 144,2 3 1,1-2 0,7 5-1953,2-2 2322,4-1 0,7 2 0,-1 1 0</inkml:trace>
  <inkml:trace contextRef="#ctx0" brushRef="#br0" timeOffset="718">1011 116 9812,'16'-10'1102,"2"1"-1039,1-2 1,7 3 0,-2-2 0,1 0 0,3 1-336,1-1 0,-8 2 1,7-2-685,0 6 0,-7 0 1,-1 1 955,1-2 0,-5 0 0,5 5 0</inkml:trace>
  <inkml:trace contextRef="#ctx0" brushRef="#br0" timeOffset="883">1314 58 8309,'-14'21'0,"-2"3"478,-3 3 1,3 2-1,-4 0 1,4 2 185,2 2 0,4 1 0,2 8 1,0 4-505,0 4 0,5-7 1,-2 2-1,5 0-499,5 0 0,3-8 0,6 2 0,1-9-523,-1-7 0,1-15 0,-1 1 0,1-5-1111,-1-4 1973,-6-7 0,5-1 0,-5-6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1:11.4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114 289 7784,'0'-14'34,"0"0"1,-1-1 270,-4 1 1,3-1 0,-4 2 0,1 2 348,0 2 0,-1 5 1,1 0-293,-4 2 1,1 4 0,-1 4 0,3 8 0,3 12-62,1 11 0,2 5 1,0 14-1,2 5-176,3 3 0,8-1 1,7 1-1,3-3-215,3-5 1,-2-14-1,1-7 1,3-13-171,-3-12 1,1-10 0,0-10 0,-6-10 20,-5-11 0,-10-14 0,0-11 0,-5-7 245,-5-2 0,-5 2 1,-9-1 164,-5 4 1,-10 3-1,-3 12 1,0 8-1,2 6 51,0 9 0,9 14 1,-1 0-324,4 9 0,10 12 1,9 7-1,5-3-133,9-1 0,6 3 1,13 1-807,0-3 1,6-1-1,3-3 1,4-3 1039,1-5 0,7-4 0,2-1 0</inkml:trace>
  <inkml:trace contextRef="#ctx0" brushRef="#br0" timeOffset="166">663 1 7784,'-22'1'214,"3"4"0,3 5 568,1 2 1,2 9-1,2 3 1,3 5-217,2 5 0,1 6 0,5 11 0,1 9-392,4 4 1,3 3 0,7 2 0,1-4-531,3-8 1,-3-8-1,3-3 1,-3-6-996,-1-6 0,-2-15 0,-2-4 1351,-2-3 0,-5-5 0,2-1 0</inkml:trace>
  <inkml:trace contextRef="#ctx0" brushRef="#br0" timeOffset="300">447 564 7784,'-8'-7'161,"0"6"0,4-6 571,0 1 0,-1 3 1,8-5-1,5 0-237,6 0 0,12 5 0,3-4 0,10 1-424,7-4 0,2-3 0,10-3 0,6-3 454,5-5-525,3-10 0,1-9 0,-1-9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1:07.7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651 15 8244,'-2'-8'873,"-3"3"1,2 3-1,-5 4 0,2 3-582,3 4 0,1 12 1,2 10-1,0 10 16,0 11 0,0 7 1,2 7-1,1 8-471,2 4 0,4 3 0,-4 0 1,0-2-656,1 0 0,-4-17 0,4-2 0,-1-12-2399,0-11 3218,0-12 0,1-4 0,2-6 0</inkml:trace>
  <inkml:trace contextRef="#ctx0" brushRef="#br0" timeOffset="533">73 1315 7828,'-1'-13'2176,"-4"3"-1632,3 4 0,-4 12 1,6 7-1,0 9-86,0 12 0,1 9 0,3 9 0,0 7-368,0 5 0,2 5 0,-1 7 0,0 1 117,1-2 0,-4-11 0,2-6-1172,-2-6 0,0 2 1,1-17-549,2-6 1,-1-15 0,-4-16 1512,0-8 0,-6-18 0,-2-5 0</inkml:trace>
  <inkml:trace contextRef="#ctx0" brushRef="#br0" timeOffset="699">1 1632 9069,'0'-14'1195,"3"1"-885,7 3 1,1-2 0,13 4-1,2-2-390,1 0 0,4 5 0,1-4 0,3-1-395,2 2 0,-3-3 0,2 6 0,0 2-665,-4 1 1,-3 2 1139,-5 0 0,-3 0 0,-7 0 0</inkml:trace>
  <inkml:trace contextRef="#ctx0" brushRef="#br0" timeOffset="882">145 1878 8358,'-14'6'1877,"8"-4"-1759,6 3 0,8-4 1,9-2-1,4-4-144,2-5 1,1-3-1,4 1 1,1 0-691,0 3 1,-5 6-1,-1-2 1,-1 3-786,1 2 1501,-6 0 0,4 13 0,-6 3 0</inkml:trace>
  <inkml:trace contextRef="#ctx0" brushRef="#br0" timeOffset="1048">160 2181 8141,'-13'15'0,"2"-3"2337,1-2-2071,7 3 1,3-11 0,11 2 0,7-2-242,6-2 1,5-6 0,3-4 0,3-3-507,2-1 0,2-1 0,4 1 1,0-2-803,1-4 1,-3 3 1282,-2-7 0,3 0 0,-6-5 0</inkml:trace>
  <inkml:trace contextRef="#ctx0" brushRef="#br0" timeOffset="1266">579 1806 7748,'-10'0'1667,"2"1"-1016,2 4 1,1-2 0,6 7-434,4 1 1,5-3 0,9 2 0,5 1-95,3 2 0,4-3 0,1-1 0,3 1-808,2-2 1,2 3-1,2-5 1,0 1-308,-3-1 1,-4-1-1,3-5-29,-2 0 1020,-1 0 0,-12-6 0,-1-2 0</inkml:trace>
  <inkml:trace contextRef="#ctx0" brushRef="#br0" timeOffset="1449">1099 1632 7748,'-15'0'452,"1"2"1,-1 1-1,1 4-23,-1 1 0,1 3 1,0 6-1,-1 4-69,1 2 0,-1 2 0,2 8 0,2 0-308,2-1 0,5 0 1,-1 1-1,5 0-410,5-1 1,-1-6 0,5-3-1,4-1-403,5 0 0,-1-9 1,6 0-1,-1-5 761,1-5 0,1-7 0,5-4 0</inkml:trace>
  <inkml:trace contextRef="#ctx0" brushRef="#br0" timeOffset="1750">1272 1762 7748,'-14'0'0,"-1"0"759,1 0 1,-2 2-1,-2 3-179,-1 4 0,-1 4 0,8 2-269,2-1 0,4 1 0,6-1 0,0 0-268,0 1 1,6-1 0,4 1 0,4-1 19,5 1 0,-3-6 0,5-1 0,-2 0-732,1 0 1,-1-4 0,-5 0 243,1-2 0,-2-8 0,-4-4 0,-2-5 292,-1-4 0,-4 3 0,3-3 124,-4 3 1,-1-3-1,0-1 622,0 3 1,2 7-550,3 5 0,-2 7 0,6 6 0,1 6-469,-2 2 0,5 7 0,-3-1-256,2 1 0,1-1 1,-2-4-1,-1 0 661,1-6 0,2 3 0,2-7 0</inkml:trace>
  <inkml:trace contextRef="#ctx0" brushRef="#br0" timeOffset="2232">1532 1661 7748,'0'-8'943,"0"3"1,2 12 0,1 6-612,2 4 0,4 9 1,-2 0-1,-1 4-108,0 4 0,6 6 1,-4-3-1,1 1-100,1 1 0,-5-5 0,4 3 0,1-4-364,-2-5 1,3-1 89,-6-8 1,0-8-1,-5-12 20,0-12 0,0-8 0,0-10 1,0-2-1,0-6-43,0-2 0,0-8 0,0 3-100,0 4 0,0-1 1,0 7-1,0 3 263,0 4 1,2 10 0,2 1 0,6 7-5,3 6 1,1 11-1,-1 9 1,-2 7 201,-1 6 0,0 5 0,2 3 0,0 0-21,-3 5 0,-4-6 1,3-1-1,0-6 124,0-3 1,-3 0-633,5-6 148,-7 1 0,3-23 1,-4-9-1,1-9 0,2-9 57,-2-7 1,-1-1 0,-2-3 0,0 0 133,0 1 0,5 1 1,1 2-1,2 7 300,3 4 1,-3 13-1,2 0 6,1 5 1,-3 5-1,2 9 1,1 9-111,2 7 0,1 12 0,1 5 0,-1 2-242,1 3 1,-1 2 0,0-1 0,1-5 0,-1-3-2403,1-5 0,-1-6 2450,1-2 0,-1-13 0,1 2 0</inkml:trace>
  <inkml:trace contextRef="#ctx0" brushRef="#br0" timeOffset="2415">2153 1632 7748,'-2'-8'1215,"-2"3"1,0 4 0,-4 2-668,2 4 1,1 5 0,7 9 0,3 5-332,4 4 1,-1 2 0,2 4-1,3 6-3,4 6 0,-1-1 0,4 2 0,-4-4-1184,-2 1 0,-4-14 0,-1 5 1,3-4-1367,0-5 0,-4-15 2336,-3-6 0,-3-17 0,-2-10 0</inkml:trace>
  <inkml:trace contextRef="#ctx0" brushRef="#br0" timeOffset="2632">2211 1748 7748,'-5'-37'62,"0"3"0,2 4 217,1 1 1,2 5 0,0 0 0,0-2 6,0-1 0,7 3 1,2 1-1,6 1 146,4-1 1,-1 1 0,4-1-1,-1 9-192,-3 8 1,-2 4 0,-2 4 0,1 4-53,-1 8 0,-6 7 0,-3 8 1,-3 3 16,-2 7 1,0-4-1,0 10 1,-2-2-247,-3-3 0,-1-4 1,-6-1-1,3-1-117,-2-2 1,-2-11 0,0 3-1,2-8-152,1-7 0,0 3 0,-4-9-1554,0-5 1,6-6 0,3-9 1863,3-3 0,-4-12 0,-2 2 0</inkml:trace>
  <inkml:trace contextRef="#ctx0" brushRef="#br0" timeOffset="2798">2471 1343 7748,'0'15'690,"0"6"0,0 1 0,0 2-357,0 0 1,0-4-1,0 2 1,0 1-76,0-1 1,0 2 0,0 5 0,0 0-432,0 0 1,0-5 0,0-2 0,1-1 373,4-3 1,-2-7 0,5-1-202,-1 1 0,4 2 0,-3 1 0</inkml:trace>
  <inkml:trace contextRef="#ctx0" brushRef="#br0" timeOffset="3032">2601 1690 7748,'14'0'0,"1"0"266,-1 0 1,1 0-1,-1 0 1,2 0 262,3 0 1,-3-1 0,4-3 0,-3-4-190,3-5 1,-4 2 0,3-10-1,-5 0-145,-4-3 0,1 2 0,-6-1 0,-2 1-197,-1 0 1,-4 4 0,-3-1 0,-4 3-132,-4 1 0,-3 7 0,-2 3 0,-3 4 78,-1 1 1,4 8 0,-1 5 0,3 6 311,1 3 0,7 2 0,4 5 1,2 2 85,2 2 0,2 0 0,2 5-217,6 2 1,9-5-1,5 1 1,4-4-1,2-2-768,4-2 0,1-11 0,4-2 0,-4-9-3061,0-4 3703,-11-15 0,10-3 0,-11-13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2:43.3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14 7442,'2'-5'710,"1"1"-439,-1 3 1,-2-2 0,0 6 0,2 2-90,0 3 1,1 4-1,-2 6 1,2 4-9,1 4 1,-2 3 0,2 5 0,-1 2 9,-2 0 0,0-3 0,-1 1-36,0-3 0,-2-6 0,-1-7 1,0-5-189,0-3 1,-2-5-1,1-3-113,1-4 0,-2-2 0,2-5 67,-1-1 1,3-5 0,-1-1 0,1-2 0,1-4 11,0-2 0,0-2 0,1-3 0,1-1-2,2 1 0,2 2 0,2-1 1,2 1 93,3 1 1,-2 7-1,4 4 1,-1 4 0,1 2 0,0 7 0,-1 0 0,-3 2 92,-2 3 0,-5 2 1,-1 5-1,-3 0 30,0 1 0,0 2 1,-3 2-1,-1 0 74,-2 2 0,-1-2 1,-1 1-1,0-1-426,0-1 0,0-3 1,2 1-1,-1-1-890,1-1 0,2-5 211,-1 2 1,4-6 0,-1-1 889,4-3 0,2-6 0,2-1 0</inkml:trace>
  <inkml:trace contextRef="#ctx0" brushRef="#br0" timeOffset="266">228 130 7698,'4'2'479,"0"1"0,0-1 1,3-2-213,-1 0 0,1-1 1,-1-1-1,1-3-59,-1-3 0,-1 0 1,-2-3-1,1 0-151,-1-2 1,-1 1 0,0 1 0,-2 1 71,-2 0 0,0 2 1,-4 2-1,-2 2-79,-1 1 1,0 3-1,-2 0 1,0 3 114,1 4 1,-1 2 0,2 4 0,1 1 61,1 1 1,1 1 0,0 4 0,2-1-3,1 1 1,3-1 0,0 1 0,3-1-768,4 0 0,0-3 0,4-3 0,0-3-434,2-3 0,-1-4 1,2-1-1,1-2-194,0-5 0,0-5 1170,-2-7 0,-3-4 0,-1-3 0</inkml:trace>
  <inkml:trace contextRef="#ctx0" brushRef="#br0" timeOffset="532">383 72 8092,'0'6'346,"0"1"1,-1-1-1,0 2 1,-1 0 23,0 3 1,1 2 0,1 2 0,-2 2-50,0 2 1,-1 3 0,2 0 0,-2 1-169,-1 1 1,2-3 0,-1-3 0,-1-1 30,0-3 0,2-3-81,-2-2 1,2-8-1,0-3 1,2-4-53,0-2 0,0-3 0,0-4 1,0-3-63,0-3 1,0-1-1,0-2 1,2-1-206,3 0 0,-2 3 1,2 1-1,0 1 41,1 0 1,1 5-1,1 2 1,2 0 93,1 4 0,1 3 0,-1 3 0,1 0-1447,4 1 1,-3 2 0,2 0 1527,-1 0 0,5 2 0,1 2 0</inkml:trace>
  <inkml:trace contextRef="#ctx0" brushRef="#br0" timeOffset="866">636 1 7419,'-7'0'1438,"0"0"-806,-2 0 0,4 3 1,-3 2-1,0 3-305,0 2 0,1 3 1,1 2-1,-1 4 76,1 4 0,2 2 1,0 4-1,1 1-546,2-1 0,0-2 1,2 1-1,0-4-788,1-5 1,1-5 0,-1-4-1781,0 0 2163,0-4 1,-3-6 0,-1-5 0,-2-1 547,-2 0 0,-1-1 0,1-1 0,-1-1 160,-2-2 1,3 1-1,-1 0 1,1 1-73,1 2 0,2 2 1,-1 1-1,1-1 532,2-1 0,0 2 0,1 0 0,0-1 168,0-1 1,3-1 0,2 1 0,2-1-885,2 1 1,2 0 0,-1-1 0,1 1-494,0-1 1,0 3 0,2 0-1,0 1-482,0-1 0,-2 3 0,-1-2 1071,-1 3 0,2-3 0,0-1 0</inkml:trace>
  <inkml:trace contextRef="#ctx0" brushRef="#br0" timeOffset="1166">681 176 9125,'4'0'74,"1"0"1,0-1 97,0-1 1,2 0 0,0-4 0,1-1-11,1-1 0,1-1 0,-1 0 1,-1 1-179,-1-2 1,-3 3 0,0-1-1,-1 0-7,-2 2 0,-1 2 1,-2 0-1,-2 1 176,-2 2 0,-3 0 0,0 1 0,0 1 42,-1 1 0,0 4 1,1 3-1,0 1-81,0 2 1,4 0 0,-2 3 0,2 1-98,2 0 1,-2 1 0,3 1 0,0-1-378,1 1 1,2-4 0,2 0 0,3-2 36,2-2 0,1-5 0,0-1 0,2-1-767,4-2 0,-2-3 0,3-3 1090,0-3 0,1-5 0,2-3 0</inkml:trace>
  <inkml:trace contextRef="#ctx0" brushRef="#br0" timeOffset="1366">862 91 7659,'-6'0'0,"-1"0"403,1 0 1,-3 1-1,1 1 1,0 0 80,0 2 1,2 0-1,0 4 1,-1 0 116,1 3 1,0 1 0,1 2-1,3 1-418,2 2 1,0 0 0,0-1-1,2 1-416,3-1 1,1-2 0,1-1-378,1-4 1,2 0 0,1-2 0,0-4 0,1-2-62,0-3 0,1-5 0,0-4-1515,0-1 2186,-3-4 0,2-3 0,-2-4 0</inkml:trace>
  <inkml:trace contextRef="#ctx0" brushRef="#br0" timeOffset="1516">966 46 7698,'-3'-4'901,"-1"2"1,0 4 0,1 3 0,0 3-595,1 3 1,-1 2-1,1 2 1,1 3-311,0 0 1,1 5-1,0 0 1,0 0-274,0 1 1,0-5 0,0-1 0,0-1-2956,0-3 3231,0 0 0,0-1 0,0 0 0</inkml:trace>
  <inkml:trace contextRef="#ctx0" brushRef="#br0" timeOffset="1666">895 221 7838,'0'-10'280,"0"1"1,0 2 0,2 1 256,0-1 0,1 3 0,-1-1-277,2 0 0,2 0 1,1 0-1,0 1-528,1-1 0,0 1 0,2 0 0,0-1-1013,1-1 1,-3 0-1,2-1 1281,0 1 0,-2-4 0,-1 0 0</inkml:trace>
  <inkml:trace contextRef="#ctx0" brushRef="#br0" timeOffset="1850">1050 46 8541,'-3'6'1337,"3"-1"1,-3-1-821,3 1 1,-3 2-1,1 1 1,1 1-544,0 1 1,1 2 0,0 2 0,0 2-173,0 0 1,0-1-1,0 2 1,0-2-1478,0-3 0,0-2-1337,0-3 3012,0-4 0,3-3 0,1-3 0</inkml:trace>
  <inkml:trace contextRef="#ctx0" brushRef="#br0" timeOffset="2100">1057 163 7947,'4'0'632,"0"0"0,1 0 0,1 0-612,0 0 1,-1 0 0,-1 0-1,1 0-440,1 0 1,0 0 0,2 0-1,0 0-92,0 0 0,3-1 0,-2-1 1,1 0 511,2-2 0,-2 0 0,0-3 0,-1 0 0,-1-2 0,0 2 0,-2-1 210,0 3 638,-2-1 0,-3 9 0,-4 2 0,-1 5-106,-1 4 0,0 3 1,-2 3-1,1 1-536,-1 3 0,1 2 0,-1 1 0,1 1-674,2 0 1,-1-6 0,3-2 0,0-2-607,-1-3 1,1-2 1073,-2 2 0,0-4 0,-3-1 0</inkml:trace>
  <inkml:trace contextRef="#ctx0" brushRef="#br0" timeOffset="2500">817 558 6656,'2'-13'0,"1"3"-230,1 1 0,-3 0 0,1 0 1,-1 1 1005,-1 1 0,-1 3 0,-1 0 0,-2 1 1,-2 2 0,-1 0 0,-1 1-510,-1 0 0,1 5 0,1 2 0,1 3 0,-1 2 26,1 2 1,2 3 0,2 2-207,1 1 0,1-1 1,0 0-1,1-2 1,1-1-62,2 0 1,1-5-1,0 1 1,0-1-223,1-1 1,-1-2 0,0 1 0,0-2 146,-3 0 0,-1 0 0,-2 0 0,-1 0-112,-3-1 0,-1-1 0,-2 1 1,-1 1-175,-2-1 0,1-2 0,-3-1 1,0-1-393,3 0 1,0 0-1,4-2 1,0-3-1223,2-1 1949,1 1 0,0-5 0,-1 0 0</inkml:trace>
  <inkml:trace contextRef="#ctx0" brushRef="#br0" timeOffset="2979">875 720 7698,'7'-4'507,"-1"1"0,1 3 0,-1-1-45,1-1 0,-1-1 0,1-4 0,0 1-251,1-1 1,-3-2-1,2-2 1,-2-1 81,-1-1 1,-2-1 0,-2 0 0,0-1-244,0 0 1,0 5-1,-2 1 1,-3 2-17,-3 0 1,0 4 0,-3 0-1,0 3-57,1 3 1,0 3-1,2 5 1,-1 2 55,1 2 0,2 1 0,1 2 0,1 0 28,1 2 1,1-3-1,2 2 1,1-2-270,1 0 0,2-4 0,3 0 0,2-2-460,1-1 0,3-7 0,2 1 0,1-2-240,0-2 0,-1-5 0,2-2 0,-1-3 908,1-4 0,-3 1 0,1-2 0,-3 1 0,-1 1 0,-3 0 0,2 0 0,-2 0 42,-3 0 0,-2 3 0,-2 0 561,-2 0 1,-4 2-1,-3 4 1,-1 2 284,-1 1 1,2 1-1,-1 1 1,0 1-329,0 2 0,1 3 0,2 1 0,1 1-338,1 1 0,0 1 0,0 2 0,2 0-272,1 0 0,1 0 0,0 0 1,1 0-711,1 0 1,1-3 0,4 0 0,1 0-491,1-2 0,3-3 0,-2-2 745,0 0 0,4-1 0,-1-4 1,1-3 504,-1-1 0,-3 0 0,3-3 0,-3-1 0</inkml:trace>
  <inkml:trace contextRef="#ctx0" brushRef="#br0" timeOffset="3534">1147 674 7698,'-4'-6'0,"0"-1"159,1 1 1,-2-1 174,1 1 1,1 2 962,-2 2-919,4 1 1,-2 2 0,3 1 0,0 3-299,0 0 1,2 3-1,1 0 1,1 0 5,1 0 0,0 1 0,1 0 0,0-1-229,0-1 0,-3 0 0,4 1 0,-2-1-39,1-1 0,1-4 0,-1 0 0,1-1-232,-1-1 1,1-3 0,-2-2 0,0-3 249,0-3 0,-4-1 1,1-1 205,-1 0 1,-1 1 0,0 1 0,0 2 0,0 2 1120,0 0-1229,0 4 0,0 3 1,0 5-1,1 2-365,1 2 0,-1-1 0,4-1 1,-1-1 162,0 1 1,1-1-1,-1-1 1,0-2-104,1 0 1,-3-1 0,2-2 370,1 0 0,-1 0 0,-1-3 0,1-1 50,-1-2 0,-1 2 1,0 0 1501,-1-1-609,2-1 1,-3 3-625,3 3 1,-2 5 0,0 4-233,2 1 0,-1-1 0,-2 2 0,2 0 0,0-1 54,-1 1 0,0-3 0,0 1 0,0-2 301,2-1-264,-1-2 1,-2-2 54,3-4 1,-3-4 0,2-2 0,0-1-122,0 0 0,-1-1 0,3-3 0,-1-1-323,-2-1 1,3 0 0,0-1 36,-1 0 0,3-3 1,-2 1-1,3 0 0,1 1-672,0 1 0,1 1 1,-3 1-1,1 4-1746,-1 4 2592,1 4 0,-1 2 0,1 3 0</inkml:trace>
  <inkml:trace contextRef="#ctx0" brushRef="#br0" timeOffset="3816">1491 661 7895,'0'6'523,"2"-2"1,0 2 213,2-1 0,1-3 0,1 1-406,0-3 1,1-3 0,-1-1 0,-1-2-315,-1 0 1,0-4-1,0 0 1,-2 0-264,-1-1 0,1 0 1,0-1-1,0 0-67,-2 1 1,-3 6 0,-1-2 300,-2 1 1,0 4 0,-1-1 0,1 3 0,-1 3 250,1 1 1,-3 5 0,1 1 0,0 3 32,1 2 1,2 0 0,2 2 0,-1 1 221,0 1 1,3 3-1,-1 0 1,1 1-666,1-2 0,0-3 1,1 2-1,1-5-756,2-4 0,2-3 1,1-5-467,-1 0 0,3-4 1393,-1-6 0,7-2 0,-2-4 0</inkml:trace>
  <inkml:trace contextRef="#ctx0" brushRef="#br0" timeOffset="3919">1633 687 7698,'0'5'1082,"-1"1"0,0 1 0,-2 0-581,-1 1 0,2-3 0,-1 0-1492,0 0 991,1-4 0,-1 5 0,-1-2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2:38.8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175 121 7717,'-4'0'387,"-1"0"1,1 2 0,-3 0 223,1-1 1,0 1-1,-1-1 1,1 2-214,-1 1 1,0-1 0,-2 2 0,-2 3-52,-1 2 0,1 1 0,1 3-221,-2 2 1,1 6 0,-1 1 0,2 2 0,1 3-308,4 1 1,1-1 0,4 2 0,0-2-7,0-3 0,5-5 1,2-6-1,3-4-910,4-4 1,0-4 0,3 0 0,1-4-1091,1-5 2187,-3 1 0,6-9 0,-2 1 0</inkml:trace>
  <inkml:trace contextRef="#ctx0" brushRef="#br0" timeOffset="266">233 263 7717,'-9'3'528,"3"1"0,-2 2 0,0 2 60,1 3 1,0 0-1,0 6 1,2 1-195,0 1 0,2 1 1,3-2-1,0 0-287,0-3 1,3-4-1,2-4 1,3-2-64,0-2 1,4-3 0,-2-3 0,1-2-35,-1-2 0,-1-4 1,1-4-1,-1 0-312,-1-2 0,-3 0 0,-3-2 0,-1 1 201,-1 1 0,0 2 0,-1-1 0,-1 1 104,-3 3 0,-3 3 0,-1-1 48,-1 3 0,2 0 1,-1 5-1,0 0-121,0 2 1,3 0-1,2 0 1,2 3-522,0 1 0,4-1 1,2 2 590,-1 0 0,6 1 0,-2 0 0</inkml:trace>
  <inkml:trace contextRef="#ctx0" brushRef="#br0" timeOffset="599">376 205 8202,'0'10'0,"0"-1"374,0 1 1,0 0 0,0 3 0,0 2 108,0 0 0,0 3 1,0-1-1,-1 2-105,-1 0 1,1-2-1,-1-2 1,1-1-240,-2-2 0,3-1 0,-3-3-189,3-1 0,0-2-193,3-2 1,-2-5 0,3-6 0,1-4 55,1-2 1,3-4 0,0-5 0,1-4-190,-1-2 1,2 2 0,-1-1 353,1 4 0,1 0 0,-2 3 0,1 3 1,-1 3 130,2 4 1,-3 6-1,0 1 1,-3 6 64,-1 4 0,0 6 0,-3 6 0,-1 1 43,0 3 1,-1 1 0,0 3 0,0-1-286,0 1 1,0-2 0,0-2-1,0-1-702,0-2 1,0-5 0,0-1-260,0-3 0,1-6 0,1-3 1029,2-2 0,2-5 0,1-5 0</inkml:trace>
  <inkml:trace contextRef="#ctx0" brushRef="#br0" timeOffset="816">713 114 7717,'-7'0'1044,"1"1"0,-1 0-530,1 1 1,1 3 0,0-2 0,-2 1 108,0 3 1,3 1 0,-4 4 0,2 3-200,1 3 1,0 1-1,-1 5 1,2 0-245,2 1 1,1 1-1,1-1 1,1-3-521,1-2 1,-1-5-1,3-1 1,2-2-664,-1-4 0,2-3 0,1-1 0,1-1-785,-1-2 1,1-3 1787,0-2 0,2-5 0,0-1 0</inkml:trace>
  <inkml:trace contextRef="#ctx0" brushRef="#br0" timeOffset="1082">751 295 7942,'7'0'878,"-3"0"1,1 0-590,0 0 1,0-2-1,2-3 1,-1-1-121,1-3 0,0-1 0,1-3 1,0-1-56,0-1 1,-1 2 0,-2-2-1,-1 1-36,-2 1 1,1 3 0,-4 2 79,-1 3 1,-2 0 0,-3 3 0,-1 3 0,-1 3 266,-1 4 0,2 4 1,-1 4-1,1 2-44,-1 3 0,2 0 1,-1 4-313,3-1 0,2 1 0,3-1 1,0 0-1,1 0-900,1-2 1,3-5 0,3-3-1,3-3-374,1-4 0,2-4 1,0-3-1,2-3 1205,1-4 0,-3-5 0,2-5 0</inkml:trace>
  <inkml:trace contextRef="#ctx0" brushRef="#br0" timeOffset="1450">972 166 7717,'-3'9'0,"1"0"162,-2 1 1,0 1 0,-2 2-1,1 0 936,1 2 0,2 1 0,-1 2 0,1 3-653,0 1 1,0 0-1,2 0 1,0 0-679,0-1 0,2-2 0,1 3 0,0-3-900,2-2 1,-1-6-1,0 1 150,-1-2 1,1-5 0,-2-5 664,-1-4 1,0-4-1,-1-2 1,-1-2 317,-1-1 0,-1 1 0,-3-5 18,2 2 1,-1-3 0,2 0-1,2 0 1,0-2 173,1 1 0,0-1 0,0 1 0,0-1 44,0 1 0,1 2 1,1 0-1,2 1 272,2 2 0,3 0 0,0 0 1,1 0-25,-1 2 1,2 4 0,-3 2 282,0 3 0,2 1 0,-2 2-344,-3 5 1,-3 4 0,-6 4 0,-1 1-443,-2 1 1,-3 1 0,0 2 0,1-2-596,0 0 1,0-1 0,3-3 0,-1-1-3686,1-2 4299,2-5 0,-2-1 0,3-3 0</inkml:trace>
  <inkml:trace contextRef="#ctx0" brushRef="#br0" timeOffset="2050">1166 4 7698,'0'-4'1235,"0"9"1,0 7-1029,0 3 0,0 3 1,0 4-1,0 3-260,0 4 0,0 2 0,0 5 1,0-2-249,0 0 1,0-5 0,0 2 0,0-3-1034,0-5 0,0-10 918,0-5 0,-2-6 416,0-2 0,-6-5 0,1-5 0</inkml:trace>
  <inkml:trace contextRef="#ctx0" brushRef="#br0" timeOffset="2215">1088 270 7698,'0'-5'351,"0"1"-35,0-1 0,0 1 0,0 0-67,0-1 0,3-2 0,1-1 0,2 0-174,1 0 1,1 1-1,2 1 1,0 1-25,1 1 1,0 1-1,1 0 1,0 0-606,-1 2 0,-1-1 1,0 1-1,0-1 554,0 0 0,-2 1 0,1 1 0</inkml:trace>
  <inkml:trace contextRef="#ctx0" brushRef="#br0" timeOffset="2598">1315 140 7698,'-3'-4'467,"-1"2"-150,-2 1 0,2 1 0,-1 0-30,0 0 1,2 3 0,1 2 0,2 3-156,0 3 1,0 1-1,0 2 1,0 2-66,0 3 1,2 1-1,3 1 1,3-1-18,0-3 0,2-1 0,-2-4 0,1-2-123,1-3 0,-1-4 0,1-6-147,-1-1 1,0-7-1,-3-3 1,1-3-1,-1-4 38,1 1 1,-3 0-1,0 1 1,-2 2 583,0 2 0,-1 4 235,-1 3 1,0 4-514,0 4 1,-3 6 0,1 5 0,1 1 0,0 1-365,1 0 0,0 2 1,0-1-1,0 0-291,0 0 0,1-5 0,1 4 1,2-2-97,2-1 1,3-2 0,-1-5 0,1 0 626,0-1 0,1-7 0,3-3 0</inkml:trace>
  <inkml:trace contextRef="#ctx0" brushRef="#br0" timeOffset="2883">1535 146 8078,'-6'0'655,"-1"0"1,1 0-1,-1 0-377,1 0 1,1 1 0,1 1 0,-1 3 73,-1 0 0,2 3 1,0 0-1,2 3-269,0 1 1,1 1 0,2 1 0,1 0-208,3 1 0,2-2 0,3-3 0,0 0-284,1-2 0,0-4 0,-1-3 0,2-2 70,0-3 0,-2-3 0,-1-2 0,-2-3 193,-1-3 1,1-1 0,-1 3 0,-1-1 309,-1 2 0,-3 3 0,2 1 295,-3 0 0,0 5 0,0 3 0,0 5-279,0 3 0,-2 3 1,-1 4-1,0 3-153,1 2 0,-1 1 0,3 0-756,0-3 1,0-1 0,0-1 0,1-3-2224,1-4 2951,-1-3 0,5-9 0,-3-1 0</inkml:trace>
  <inkml:trace contextRef="#ctx0" brushRef="#br0" timeOffset="3065">1710 43 8351,'-4'3'2006,"2"0"0,2 4-1640,0 2 0,0 4 1,-1 5-1,-1 2 0,0 4-599,1 3 0,0 2 0,1 6 0,0 0-435,0-1 1,0-8-1,0 2 1,0-5-389,0-5 1,2-7 0,0-7 1055,3-5 0,5-2 0,-3-4 0</inkml:trace>
  <inkml:trace contextRef="#ctx0" brushRef="#br0" timeOffset="3249">1833 49 8689,'-4'3'863,"1"1"1,1 2 0,0 1-583,1 2 0,-2 1 1,0 4-1,0 2-330,0 3 1,0 2 0,2 3 0,-1 2-819,0 1 0,2-4 0,0 2 0,0-2-162,0-2 1,0-7 1028,0-3 0,0-3 0,0-1 0</inkml:trace>
  <inkml:trace contextRef="#ctx0" brushRef="#br0" timeOffset="3414">1859 192 7698,'4'0'3310,"1"0"-3236,0 0 0,0 0 1,2 0-697,-1 0 1,1 0 0,0 0-1,1 0 353,1 0 1,-1 0-1,-1 0 269,2 0 0,-2 0 0,3 0 0</inkml:trace>
  <inkml:trace contextRef="#ctx0" brushRef="#br0" timeOffset="3581">2034 101 7698,'-4'2'1365,"0"1"0,0 1-409,1 1 0,1 1 0,-2 3 1,0 2-584,1 1 1,1 4-1,0 5 1,2 4-183,0 4 1,0 4 0,0 1-642,0 0 0,0-1 1,0-4-1,0-5 1,0-5-4621,0-4 5070,0-6 0,2-3 0,2-3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2:37.9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85 7758,'0'10'712,"0"-1"1,0 1-1,0 1-737,0 1 1,0 3-1,0 1 1,0 0 135,0 2 1,0 1-1,0 1 1,0-2-1,0-3-319,0-2 1,0-4 269,0 0-62,0-5 0,2-7 0,2-4 0</inkml:trace>
  <inkml:trace contextRef="#ctx0" brushRef="#br0" timeOffset="149">19 7 7758,'-5'0'1554,"0"-2"-1195,0 0 0,4 1-708,-1 3 0,2-1 1,2 3-1,3-1 118,3 1 0,1-3 0,3 2 0,-1-3 231,0 0 0,1 0 0,1 0 0</inkml:trace>
  <inkml:trace contextRef="#ctx0" brushRef="#br0" timeOffset="333">143 1 7758,'0'9'296,"0"-1"1,-1 2 0,-1-3-1,0 3 102,1 0 1,0-1-1,1 1 1,1 2 149,1 0 0,2 1 0,2 0 0,0 0-239,1 0 0,2 1 0,-1 0 0,0 1-90,-1-1 1,-1 1 0,-2-1 0,-1 1-103,-3 0 1,0-2 0,0-2 0,-3-1-289,-4 0 0,1-4 0,-4-2 0,2-1-883,-1-2 0,0 0 0,1-1 1,-1-2-1435,1-2 2488,1 0 0,1-9 0,-1 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2:36.8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78 11337,'0'7'0,"0"2"754,0 4 1,1 4 0,1 5-534,3 4 1,-2 5-1,1 4 1,1 1-1,-2 0-455,0 0 1,-1-3 0,1 0-979,-2-4 1,0-3 0,-2-9 116,-1-4 0,0-10 1,-1-7 854,0-5 0,-2-3 0,1-6 1,-2-1-1,-1-3 240,1-1 0,-1 1 0,2-1 0,0 0 0,0 0 0,4 2 0,-1-2 304,1 3 1,1-3 0,1 4 0,1-1 0,2 2 513,2 0 0,3 4 1,2 0-466,1 2 0,3 4 0,-1 3 0,-1 3 0,1 1 86,-1 1 0,-3 4 0,0 2 0,-4 2 80,-1 2 0,-4 2 1,1 3-368,-1 2 1,-2 2 0,-1 0 0,-2 0-217,-2-2 0,-3 4 1,1-3-1,0-1 197,1-1 0,0-1 1,1-4-1,2-3 0,2-1-2731,1 0 0,3-4 0,1-1 2598,4-4 0,6-4 0,1-4 0</inkml:trace>
  <inkml:trace contextRef="#ctx0" brushRef="#br0" timeOffset="318">247 169 9418,'-6'0'760,"-1"0"1,1 0 0,-1 0 0,1 2-247,-1 3 1,1-1 0,-1 2 0,1 2-297,-1 1 0,4 0 0,1 4 0,2 0-311,2 1 1,1 3-1,5-2 1,0 1-88,3-1 1,1-5-1,1 0 1,1-2-70,1-4 0,-3-2 0,2-4 0,-1-4-337,-2-4 1,-2-4 0,0-7 0,-2-1 408,-1-1 1,-1 2-1,-2-1 1,1 3 756,-1 1 1,-1 5-66,0 5 0,-1 5 0,-1 4 0,0 7-200,0 3 1,0 1 0,0 5-1,0-1-120,0 1 0,0-2 0,0 2 1,0-2-162,3-3 0,-2 0-1347,3-3 0,1-3 0,1-4 0,1-3 0,-1-3-1558,1-5 2871,-1-5 0,1-6 0,-1-3 0</inkml:trace>
  <inkml:trace contextRef="#ctx0" brushRef="#br0" timeOffset="634">493 0 11451,'3'12'0,"1"3"400,2 5 0,4 3 1,0 9-1,3 1 158,0 3 1,-1-2 0,1-2 0,-2-5-379,0-5 0,-5-7-515,0-2 1,-4-6-22,-2-5 0,-4-3 1,-5-1-1,-1-1 34,-3 1 1,0 1-1,-2-1 1,0 1 51,-2 1 0,4 1 1,-1 1-1,2 3 381,3 3 1,1 0-1,2 5 1,2 0 321,2 1 1,5 0 0,2-1 0,4 0 50,1 0 0,1-5 0,2-2-423,0 0 0,1-3 0,0-2 0,-1-2 0,1-4-306,0-3 0,-4-3 0,3-4-770,-1 0 1,-3-4 0,0 0 0,-2 1 1014,-3-1 0,2-7 0,-3 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2:34.8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97 6 7789,'-3'-4'983,"2"2"1,-1 5 0,2 4-471,0 5 0,2 7 0,3 6 0,1 3-410,0 4 0,1 5 0,-1 6 0,0 0-223,-2 1 1,-1-4 0,-2-8-1,0-5 1,1-4-927,0-3 1,-2-8-1,-2-2 1046,-3-4 0,-1-3 0,0-3 0</inkml:trace>
  <inkml:trace contextRef="#ctx0" brushRef="#br0" timeOffset="150">6 317 7789,'0'-5'0,"-2"1"0,0-1 378,1-1 0,1 0 1,1-1-1,2 1 439,1-1 1,2 1 0,3 0-1,1 1-700,2 1 0,0 0 1,1-1-470,0 1 0,2 2 0,0-1 0,0 1 1,-2-1-3335,0 0 3686,0-1 0,0-6 0,0 0 0</inkml:trace>
  <inkml:trace contextRef="#ctx0" brushRef="#br0" timeOffset="300">259 174 7925,'0'12'216,"0"1"1,0-3 0,-1 4 0,0 1 281,-1-2 1,0 2-1,2-1 1,0 0-176,0-1 1,0-1 0,0-4-1074,0 0 0,0-4 1,2-4 749,0-4 0,3-7 0,-2-3 0</inkml:trace>
  <inkml:trace contextRef="#ctx0" brushRef="#br0" timeOffset="417">285 90 8012,'-7'0'341,"3"0"-734,0 0 1,2 1 0,0 1 392,1 2 0,1 2 0,0 0 0</inkml:trace>
  <inkml:trace contextRef="#ctx0" brushRef="#br0" timeOffset="903">395 155 7789,'0'11'0,"0"1"0,0 1 309,0 0 0,0 0 0,0 4 0,0-1 503,0 1 0,1-2 1,0 2-1,1 1-424,0 1 1,-2-2 0,0-3 0,0-2-198,0-1 1,0-3-329,0 1 1,1-6 0,1-5 0,0-5-99,-1-5 0,2-1 0,-1-5 1,0-4-111,1-2 0,0-1 0,2-2 0,0 2 110,0 4 0,-2 3 0,1 1 109,-1 1 1,2 0 0,-2 3 0,2 3 545,-1 2 1,-2 4-1,2 3-142,-1 2 1,-1 6 0,-2 6 0,2 3 0,0 2 424,0 2 1,-2 3-1,0 0-465,0 1 1,1 2-1,0-2 1,2-3 0,-2-2-424,0-4 0,1-4 1,1-3 64,0-3 0,-1-5 1,3-5-1,0-3-542,1-3 1,-2-4-1,0-2 279,1-2 1,1-2-1,1-1 1,-1 1 352,0 1 1,1 1 0,-1 1 0,1 2 296,-1 3 1,3-1 0,0 6 0,-1 2 0,-1 4 76,-1 1 1,1 6 0,-1 3-253,1 3 1,-2 3 0,0 4 0,0-1-486,0 1 1,0 1-1,0 0 1,-1 0 0,-1-2-654,1-2 0,-2-3 0,1-2 0,1-1-979,0-1 2025,-3-3 0,5-2 0,-3-3 0</inkml:trace>
  <inkml:trace contextRef="#ctx0" brushRef="#br0" timeOffset="1135">758 252 7940,'10'-4'243,"-2"2"0,0-1 1,0 0-21,1 0 1,0-4-1,-3-2 1,1 0 0,-1-1 226,0-1 1,0 3-1,-1-2 1,-3 0-309,-2 2 0,0 1 1,0 1-1,0-1-159,-2 1 0,-3 2 1,-3 0-1,-1 1 25,-1 2 0,0 0 0,-1 2 0,2 1 17,2 5 0,1 3 1,0 4-1,2 2 522,1 1 1,3 0 0,0 3 0,0-1 42,0 0 1,3-1 0,4-2-793,3 0 0,2-4 0,2-3 1,1-3-1,2-2-1718,2-4 1,1-6 0,1-7 1919,1-4 0,-1-7 0,-1-3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2:33.5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180 26 7744,'-7'-3'152,"1"0"0,0-2 0,-1 2 433,1 0 0,-2-2 0,0 3 0,-1 1 80,-1 0 1,-2 2 0,-2 4-1,-1 5-29,1 6 0,0 6 0,2 10 0,0 7-347,1 6 1,6 1 0,1 5-1,4-2 172,4-3 1,5-11 0,7 0 0,3-9-184,1-7 1,-1-9 0,3-7 0,0-4-274,-1-6 1,-2-4-1,1-5 1,-1-5-1242,-2-3 1,-5 0 0,-1-3 0,-4 0 751,-3 0 0,-2 5 0,-4 2 0,-3 2 253,-3 3 1,-2 4 0,-6-1 0,-1 4 720,-2 2 0,1 4 0,0 0 0,0 1 154,0 1 0,5 0 0,1 1 0,1 1-1831,4 2 0,2 0 0,4 0 589,2 1 1,4-1 0,3-1 0,3 0 597,1-1 0,4 1 0,1 1 0</inkml:trace>
  <inkml:trace contextRef="#ctx0" brushRef="#br0" timeOffset="452">400 181 9175,'0'7'802,"0"0"0,0 2-283,0 1 1,1 5 0,0 1-1,1 1-206,0 3 0,-1-2 1,-1 2-1,0 0-8,0-2 0,0-3 0,0-1 122,0-2 1,0-7-711,0-5 1,0-4-1,0-6 1,2-4-160,0-4 1,3-1 0,-1-5 266,-1 0 1,3-1-1,-2-1 1,2 3 91,1 1 1,-1 3 0,0 1 368,1 3 1,-1 7-1,0 5 1,-1 3 182,0 5 1,-2 6-1,1 2 1,-1 4-1,0 2-21,2 2 1,-3 1-1,1-1-434,0 1 0,-1-1 0,1-1 0,0-2 1,-1-2-910,1 0 1,0-7 0,2 2-1,-1-3-353,1-2 0,-1-2 1,0-3-1,1-2-1309,1-4 2557,1-3 0,2-2 0,1-3 0</inkml:trace>
  <inkml:trace contextRef="#ctx0" brushRef="#br0" timeOffset="734">640 240 7744,'4'0'1769,"0"0"-1161,1 0 0,-1 0 0,0 0 0,1 0-137,1 0 0,1 0 0,1-1 0,1-1-347,-1-3 0,0-3 0,0-3 0,0-1-156,0-1 1,-3 0 0,-3 0 0,-2 0 105,0 0 1,-1 3-1,-3 2 1,-5 3-212,-2 3 0,-2 3 1,0 3 454,0 5 1,0 5 0,3 3-1,1 3 1,2 2 226,0 4 0,4-2 0,1 3 0,4-1-488,2-2 1,5-4 0,1-2 0,3-4-593,3-4 1,0-5-1,4-3 1,0-2-1956,1-2 0,2-5 2490,3-6 0,-3 0 0,0-3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4:10.5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10076,'0'15'0,"1"2"366,3 3 1,-2 9-1,6 12-194,0 4 1,-2 4 0,0 6-1,0 1 1,-1-1-292,0-2 1,-1-12 0,-1-2-1529,0-8 991,1-14 0,-4-12 656,0-13 0,-5-1 0,-1-2 0</inkml:trace>
  <inkml:trace contextRef="#ctx0" brushRef="#br0" timeOffset="249">65 33 6750,'5'-7'-531,"2"1"997,3 1 1,-3 0-1,0 3 1,1-2-249,2 2 1,1 0 0,0 2 71,-1 0 1,0 5-1,-3 2 1,-2 4 65,0 4 1,-4-2 0,1 5 0,-4 1-151,-5 1 1,-3 2 0,-1-1-1,-1 1-299,-2 0 1,1-6 0,-4-1-1,1-3 60,3-1 1,0-2 0,1 0 0,0-3-3797,2-2 2974,7 0 0,-2-5 855,5-3 0,5-2 0,1-5 0</inkml:trace>
  <inkml:trace contextRef="#ctx0" brushRef="#br0" timeOffset="549">335 205 7754,'11'11'0,"-4"-5"0,0-2 594,1-3 0,-2-1 0,2-1 0,0-3-280,2-3 1,-1-4-1,0-2 1,-3-3-229,-2 0 1,4 1-1,-5-1 1,0-1 156,-2 0 1,-1 6-312,0-3 1,-5 5 0,-2-1 0,-3 5 128,-1 4 1,1 5 0,-1 4 0,1 2-86,3 5 0,-1 3 0,4 6 1,2 2-219,0 2 1,2 0 0,0 5-122,0-1 1,2 1-1,1-1 1,4-1-1,3-2-651,1-4 1,1-10 0,1-6 1013,1-3 0,1-7 0,-4-5 0</inkml:trace>
  <inkml:trace contextRef="#ctx0" brushRef="#br0" timeOffset="816">583 108 7754,'0'11'256,"0"0"0,0 0 0,0-1 124,0 1 1,0 1 0,0 1 0,0 3-96,0 1 1,0 4 0,0 6-1,0 0-274,0 3 0,0 2 1,0 0-1,-1 0-62,-3 1 1,3-6 0,-4-3-1,2-3 136,-1-3-117,0-10 0,1 0 0,-1-11 0,2-6 0,1-4 1,1-4 0,0-5 0,0-4-259,0-2 0,0-3 1,0-1-1,1 2-227,2 2 0,0 2 1,4-1 87,1 0 0,2 2 0,2 4 0,1 1 429,2 6 0,4-5 0,-2 12 0,4-9 0</inkml:trace>
  <inkml:trace contextRef="#ctx0" brushRef="#br0" timeOffset="1015">885 44 8114,'-11'0'428,"1"0"0,-1 1 0,0 2-16,0 5 0,0 1 0,2 2 0,0 0 40,2 0 0,1 4 0,-1 3 0,4 4-278,1 3 0,2 2 0,0 6 1,2 0-305,1 3 1,3-4 0,5 1 0,0 0 64,-1-3 0,-2-9 0,-1-1 0,1-3-2258,2-4 1,-3-2 2322,0-4 0,-4-7 0,1-6 0</inkml:trace>
  <inkml:trace contextRef="#ctx0" brushRef="#br0" timeOffset="1148">767 400 7754,'-8'-4'0,"1"1"0,4-1 1118,-5 4 1,7-4-948,1 1 1,5-2 0,7 3 0,1-3-587,1-1 1,2 2-1,-2-2 1,4 0-99,3 0 0,-3-1 0,-1-4 513,-2 0 0,9 1 0,-1-1 0</inkml:trace>
  <inkml:trace contextRef="#ctx0" brushRef="#br0" timeOffset="1632">1026 238 7719,'7'3'266,"0"1"1,-3 0-1,3-4 181,1 0 1,-2-2 0,0-1 0,0-4-209,0-3 0,-4-1 1,2 0-1,-3-1-131,-1-2 0,0-2 0,0-2 0,0 3 99,0-1 1,-5 8 0,-2-2 0,-2 4 121,-2 4 1,0 1 0,0 1 0,1 2-130,-1 5 1,1 2 0,2 9 0,1 2-196,-2 4 0,4 0 0,2 5 0,2 1-114,1 1 0,0 1 1,0 0-1,2-4 10,5-2 1,0-5 0,9-3 0,0-4-1145,2-2 0,2-6 0,3-3 0,1-7 602,1-7 1,5-5 0,-1-9 0,2-5 640,1-5 0,-4 1 0,-3-2 0,-2 3 0,-2 0 0,-4 4 0,-4 3 56,-4 3 0,-5 4 0,-5 10 0,-2 1 0,-4 5 513,-3 2 0,-2 2 1,-1 2-1,-3 5 393,-1 1 0,4 2 1,-2 1-1,0 1-437,1 1 0,-1 6 0,6-2 0,0 2-258,2 2 0,1 0 0,-1 2 0,3 3-316,3 0 0,1-1 0,1 2 0,3 1-397,3-1 0,4-6 0,2-5 0,3-2-27,1-6 1,1-3 0,3-6-1,2-2-1292,2-5 1,-4-3-1,1-10 1765,-1-3 0,1-6 0,-5-3 0,5-7 0</inkml:trace>
  <inkml:trace contextRef="#ctx0" brushRef="#br0" timeOffset="1781">1511 119 7712,'-6'0'686,"0"0"0,3 0 0,-5 1-72,-1 3 1,3 3 0,2 7 0,3 4-485,1 3 0,0 6 1,0 5-1,0 4-452,0 2 1,1-3 0,2 1 0,0-3-437,0 0 1,-2-9 0,-1-4 0,0-3 757,0-4 0,0-1 0,0-1 0</inkml:trace>
  <inkml:trace contextRef="#ctx0" brushRef="#br0" timeOffset="1915">1436 357 7712,'0'-6'2701,"1"-3"-2507,2 6 1,0-5 0,4 5 0,0-1-640,-1-1 1,5 3 0,-1-5 0,4 0-1057,3 1 1,-3-5 1500,4 0 0,0 0 0,4-4 0</inkml:trace>
  <inkml:trace contextRef="#ctx0" brushRef="#br0" timeOffset="2081">1705 130 7672,'0'15'366,"-1"-1"1,-1 4 0,-3 1 1,-1 1 0,4-1 0,-2 1 0,3 0-27,1-1 0,0 2 0,0 1 0,0 1-435,0-2 1,5-7-1,2 0 1,2-2-499,2-1 0,0-5 0,0-2 0,0-3-671,-1-1 0,1-1 1263,0-3 0,0-2 0,0-5 0</inkml:trace>
  <inkml:trace contextRef="#ctx0" brushRef="#br0" timeOffset="2248">1889 195 7669,'0'10'549,"0"1"0,4-4 1,-1 1-1,1 1-77,1 4 0,-1 1 0,5 5 1,-2 4-329,1 4 1,2 1-1,1 1 1,0 1-538,-1 1 0,1-4 0,0-3 0,-2-3-665,-1-3 1,0-9 1057,-4 2 0,4-3 0,-2 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4:16.4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22 130 7671,'-1'-6'382,"-2"2"1,1 4 0,-1 4-470,2 3 0,1 4 0,0 2 83,0 2 0,0 3 1,1-3-1,1 1 4,2-1 0,4 9 0,-2-1 0</inkml:trace>
  <inkml:trace contextRef="#ctx0" brushRef="#br0" timeOffset="133">33 1 7625,'-11'0'-1011,"4"0"1011,0 0 0,5 4 0,-3-2 0,10 7 0,1-3 0</inkml:trace>
  <inkml:trace contextRef="#ctx0" brushRef="#br0" timeOffset="350">217 22 7482,'6'5'0,"-2"2"-101,1 3 1,0-3-1,3 0 1,0 2 288,0 0 0,-2 2 1,0 0-1,0-1 8,0 1 0,-2 0 1,2 0-1,-2 0-75,-1-1 0,-2 1 0,-1 0 0,0 0-271,0 0 1,-4-4 0,0-1 0,-4 0-240,-4 0 0,2-3 0,-6 3 1,2-1-586,-1-2 974,-4-2 0,2 4 0,-4 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4:14.3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1468 54 7313,'-1'8'-749,"-2"-1"1,1-4 915,-1 5 1,0-6-108,0 2 0,0 0 55,-4 0 61,5 0 1,-4-4 495,2 0 398,3 0-439,-4 0-341,5 0 0,1 0-303,3 0 1,2 0-1,5 0-312,0 0 0,-1 0 0,1 0-119,0 0 0,0 3 0,0 1 0,-1-2 444,1-1 0,0-1 0,0 0 0,0-4 0,-1-2 0</inkml:trace>
  <inkml:trace contextRef="#ctx0" brushRef="#br0" timeOffset="200">1587 0 7804,'-4'8'725,"1"-1"1,-2-4-423,2 5 0,0-1 0,-4 4-101,-1-1 1,2 5 0,0 0 0,1 2-110,2 2 0,-1 7 1,0 1-1,2 2-222,0 0 1,2-1-1,0 4 1,0-4-651,0-2 0,0-4 1,0-1-1,0-3 779,0-4 0,5-2 0,1-1 0</inkml:trace>
  <inkml:trace contextRef="#ctx0" brushRef="#br0" timeOffset="783">184 702 7243,'-11'-4'0,"0"1"45,1 0 0,-2-1 1,-2-1-1,0 0 471,1 0 1,1 0 0,1 3-228,0-2 0,1 1 0,-1 3 0,1 1 0,3 3-65,3 3 1,3 5 0,1 5 0,0 4-158,0 2 0,1 1 0,3 0 0,3 2-196,3 2 0,4-4 1,1 1-1,-2-2 99,-1-2 1,-2-3 0,0-1-1,-3 0 69,-3 0 1,1-4 0,-3 1-56,-3-2 0,-4-2 1,-6-2-1,0-2-147,1-1 0,-1 2 1,0-3-1,-1-2-659,-2 0 1,2 1 0,-3 1 159,3-2 0,6-2 0,3-3 662,2-5 0,1-1 0,0-2 0</inkml:trace>
  <inkml:trace contextRef="#ctx0" brushRef="#br0" timeOffset="1050">141 972 7624,'21'-10'0,"1"3"96,0 3 1,-1-2 0,0 0 0,-2-1 130,-1 0 0,-5 0 1,1-4-1,-2 0-11,-1 0 0,-1 1 1,-3-1-1,-3 0-67,-3 0 0,-1-3 0,0 0 0,-1 0-31,-3 2 1,-2 2 0,-5 0-1,-1 2-37,-2 0 1,1 6 0,-5-2-1,0 4 36,1 4 1,-2 3-1,4 6-39,2 2 1,-3 4 0,3-1 0,2 2 0,3 2-80,0-1 0,3-3 0,1 0 0,3 2-417,1 0 1,1 2-1,4-1 1,5 0-65,3-3 0,10-3 1,-2-5-1,3-3 123,3-3 1,-3-3-1,4-4 1,1-4 358,-1-7 0,3-5 0,-4-3 0</inkml:trace>
  <inkml:trace contextRef="#ctx0" brushRef="#br0" timeOffset="1366">475 832 7629,'0'-11'0,"-1"5"201,-2 2 0,0 2 0,-4-1 0,-1 1 0,-2 2 240,-1 2 0,4 7 0,1-2 1,1 3-315,3 0 1,1 5 0,1-1 0,0 0-68,0 2 0,1-4 0,2 2 0,6 0-106,4 0 0,0-4 0,4 2 0,0-3-532,0-4 0,1-3 0,2-2 1,-1 0 241,-1 0 0,-1-6 1,1-4-1,-4-7 250,-2-4 0,-2 0 1,-3-1-1,-3 1-2,-3-1 1,-1 5 0,0 3 1040,0 2 1,-1 6 0,-3 2-383,-3 3 0,2 6 1,2 2-1,1 3-426,2 1 0,0 0 0,0 3 0,0 1-70,0 2 0,5-4 0,2 3 0,3-2-436,1 1 0,-4-2 1,0-5-637,1-1 0,2-4 1,1 0-1,0-3 997,-1-3 0,1-8 0,0-6 0</inkml:trace>
  <inkml:trace contextRef="#ctx0" brushRef="#br0" timeOffset="1599">767 799 8858,'3'7'0,"1"1"392,-2 0 0,3 2 0,-1 0 1,-1 1-96,2 0 0,-2 4 0,3 3 0,0 3-150,0 0 1,0 1 0,2 0 0,-2-1-88,-1 1 1,2-5-1,-3-3 1,-2-2 248,-1-1-334,-1-5 0,0-7 1,0-9-1,0-4 77,0-3 1,0-2 0,0-5 0,0-2-434,0 2 0,0 2 0,0 1 0,1 2 68,3 1 1,-3 1 0,4-1 0,-1 4-2992,-1 2 3304,6 1 0,-3 5 0,4 1 0</inkml:trace>
  <inkml:trace contextRef="#ctx0" brushRef="#br0" timeOffset="1850">1026 929 7631,'11'4'878,"-1"-2"-551,1 1 0,0-2 1,-1-2-1,-3-2-30,-4-5 0,0-1 0,-1-2 0,2 0-98,-2 0 0,-1-1 0,-1-1 0,-1-1-138,-2 1 1,-3 1-1,-5 1 1,0 1 57,0 3 0,-3 2 0,-1 5-75,2 0 1,2 9-1,4 3 1,4 5-96,1 5 1,4 1-1,1 5 1,6-2 98,4-2 0,0-1 0,5-3 0,2-1-520,4-1 0,-1-6 1,2-1-1,-1-6-1233,2-4 0,-5-1 1705,1 0 0,-5-5 0,-7-1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4:18.2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76 508 7694,'0'7'443,"-1"-1"-250,-3-1 1,3 0-17,-3-2 1,4-2 0,4 3 0,3-4-1,3-4-8,1-3 0,3-2 0,0-3 0,1-3-86,0-3 1,-3-2 0,3-1 0,-4 2-138,-4 1 1,1 0-1,-4-2 1,-2 2 60,-1 3 1,-5 3 0,-4 3 0,-2 2-66,-5 3 1,-2 4 0,-4 4 143,-1 3 0,1 2 0,0 3 0,3 2 0,3 1 71,-1 2 0,8-3 0,-2 4-137,4 2 1,2-1-1,6 0 1,1-1-1,4 1-113,3 2 0,6-3 0,2 0 0,3 0 21,4-2 0,-2 1 0,2-5 0,-1 0-475,2-2 1,-4-7 0,2 1-1,-3-4-487,-3-4 0,-5-5 1034,1-6 0,-2-4 0,-1 2 0</inkml:trace>
  <inkml:trace contextRef="#ctx0" brushRef="#br0" timeOffset="182">281 443 8425,'0'11'905,"1"-4"-758,3 0 0,2-4 0,5 1 0,-1 0-190,1 0 0,1-1 1,3-3-1,3 0-419,2 0 0,-2 0 1,0 0-1,1 0-61,2 0 1,-3 0 0,-2 0 522,0 0 0,3-5 0,-2-1 0</inkml:trace>
  <inkml:trace contextRef="#ctx0" brushRef="#br0" timeOffset="399">562 313 7671,'-5'-5'342,"-2"1"1,1 3-1,-2 2 179,0 3 1,2 1 0,0 6-1,0 1-385,0 3 0,0-2 0,-2 5 1,2 1-149,1 1 0,-2-2 0,3 0 1,1 2-8,-2 0 1,4-2-630,-3 0 1,3-1-1264,1 1 0,1-7 1911,3-8 0,2-6 0,4-3 0</inkml:trace>
  <inkml:trace contextRef="#ctx0" brushRef="#br0" timeOffset="649">670 346 7683,'0'11'195,"0"-4"1,-2 0 0,0 1-57,-2 2 1,1 2-1,3 1 1,0 2 113,0-2 1,0 2 0,0 0-1,0-1-530,0 2 1,1-4 0,1 2-1,3-1-1488,1 2 1765,-3-8 0,6 7 0,-3-8 0</inkml:trace>
  <inkml:trace contextRef="#ctx0" brushRef="#br0" timeOffset="815">724 303 7669,'-5'-10'0,"-2"3"164,-3 3 1,3 3-170,0 1 0,3 0-856,-3 0 0,6 0 861,1 0 0,4-5 0,7-1 0,0-4 0</inkml:trace>
  <inkml:trace contextRef="#ctx0" brushRef="#br0" timeOffset="1015">756 184 7669,'0'7'318,"0"0"0,0 2-134,0 0 1,1-1 0,2-1 0,0 1 61,0 2 0,1 2 0,1 1 0,1 1-138,3 0 1,0-1-1,2 0 1,0 2 34,0 2 0,-1-4 0,0 2 1,-2-2-259,-1 1 1,-3 2 0,2 2 28,-1-4 0,-2 2 0,-3-2 1,-1 0-1,-2-2 69,-5-2 1,2 1-1,-1-1 135,-1-3-118,-2-2 0,0-5 0,-1 0 0</inkml:trace>
  <inkml:trace contextRef="#ctx0" brushRef="#br0" timeOffset="1181">983 281 7700,'0'9'164,"0"0"1,1 3 352,2 0 0,-1 1 1,1 2-1,-2 3-390,-1 2 0,4 2 1,0-1-1,-2 1-661,-1-1 0,-1 0 0,0-3 0,0-4-999,0-2 1533,0-1 0,0 0 0,0 0 0</inkml:trace>
  <inkml:trace contextRef="#ctx0" brushRef="#br0" timeOffset="1315">875 421 7903,'0'-10'605,"1"4"1,2 1-1,5 1-388,1 1 1,3-5 0,3 4 0,3-1-248,2 0 0,6-3 1,2 0-1,2-2 492,2-5-462,-6 3 0,14-8 0,-6 3 0</inkml:trace>
  <inkml:trace contextRef="#ctx0" brushRef="#br0" timeOffset="1881">1490 313 7654,'0'-10'448,"0"3"10,0-1 0,-1 7 0,-2 2-215,0 9 1,-5 2-1,4 6-187,-2 1 0,2 3 0,-3 3 0,0 2 0,-1 2 13,1 0 1,5 0-1,-3 1 1,2-3-1561,-1-1 0,0-10 937,4 6 0,0-14 1,0-4 553,0-9 0,5-14 0,1-4 0</inkml:trace>
  <inkml:trace contextRef="#ctx0" brushRef="#br0" timeOffset="2333">1598 119 7654,'0'-21'-52,"-1"3"0,-2 1 0,0 1 154,0 3 1,1 6 2683,-2 3-2365,3 3 1,-4 6 0,5 2 0,-1 3-241,-3 0 0,3 6-1,-2 1 1,1 2-86,2 3 1,2-2-1,0 8 1,2-2 130,-2-2 1,0 0 0,1 0-291,0 1 1,5 0 0,-5-3 0,0-2 0,-1-1-334,2-1 1,-3-4-1,2 0 280,-1-2 1,-1-6 87,2-2 0,-1-4 0,2-4 0,0-4-306,0-6 0,4-1 0,-2-4 181,0 1 0,4 4 0,-3 0 0,2 2 0,2 1 211,0 0 1,0 6 0,0 1 0,-1 3-12,1 1 0,0 5 0,0 3 0,-1 5 153,1 5 0,-4 2 0,-1 2 0,-1 0 430,-2-1 0,-2-3 0,-1-1-535,0-1 0,-5-2 0,-2-4 0,-3-3-107,-1-4 1,1-1 0,-1-2 0,0 0-198,0 0 0,1-5 0,0-2 0,2-3-1938,0-1 0,6 0 1387,-2 1 0,3-6 0,2-1 761,3 0 0,-3 2 0,14 4 0,-3 0 0</inkml:trace>
  <inkml:trace contextRef="#ctx0" brushRef="#br0" timeOffset="2646">1835 216 7654,'0'-6'991,"-1"2"0,-3 4-690,-3 0 0,2 4 1,2 5-1,2 3-155,1 2 1,0 2 0,0-3 0,0 3-142,0 0 1,4-3 0,4 3 0,1-2-131,2 1 1,3-1 0,1-4-1,-1-3-18,2-3 0,-3-3 0,4-2 0,-2-3-180,-1-3 1,-2-8 0,-3-3-1,-2-2 244,-3-2 1,-3 0 0,-1-1-1,0 0 389,0 3 1,0 5 0,0 1 394,0 2 0,0 7 1,0 5-413,0 6 1,0 9-1,0 1 1,1 4-407,3 1 0,-2-3 1,6 5-1,-1-4-536,-1 0 0,3-3 0,-2-2 0,3-3-142,1-4 0,0-2 0,-2-6 0,0-4 791,-2-6 0,0-4 0,4-7 0</inkml:trace>
  <inkml:trace contextRef="#ctx0" brushRef="#br0" timeOffset="2780">2127 1 9233,'0'10'391,"0"2"0,1 3 0,1 5-180,2 8 1,4 2 0,-1 8-1,3 0-478,1 1 0,-4-3 0,-1 1 1,0-2-1162,0-4 1,-4-10 1427,2 1 0,-8-3 0,-2 3 0</inkml:trace>
  <inkml:trace contextRef="#ctx0" brushRef="#br0" timeOffset="2913">2094 335 7654,'1'-7'480,"3"0"-387,3-2 0,3 1 0,1 0 1,1 0 189,2 0 1,-1-2 0,4 1 0,0 0-39,0 2 1,1 0 0,3-3 0,0 2-1545,-3 1 1299,-3 4 0,1-1 0,0 4 0</inkml:trace>
  <inkml:trace contextRef="#ctx0" brushRef="#br0" timeOffset="3268">572 983 7645,'0'8'-106,"0"3"310,0 4 1,0 0 0,0-1 0,0-1-157,0 2 1,2 3-1,0 6 1,3 2-258,1 2 0,1-4 0,4 1 0,0-2-564,-1-2 0,-2-5 773,-1-5 0,-5-5 0,3-6 0</inkml:trace>
  <inkml:trace contextRef="#ctx0" brushRef="#br0" timeOffset="3413">594 950 7645,'-1'-6'1408,"-2"1"-1476,0 1 1,-2 2 116,1-1 0,4 2-354,0 1 0,5 0 0,6 0 0,1 0 282,2 0 23,-2 0 0,9 4 0,-4 2 0</inkml:trace>
  <inkml:trace contextRef="#ctx0" brushRef="#br0" timeOffset="3632">788 886 7645,'0'10'226,"0"1"1,0 3 0,0 2-1,2 0-138,1-1 1,2 1 0,3-2 0,0 3 121,0 0 1,2 2 0,0-3 0,1-1-70,0 1 1,-2-2 0,0-3-1,-3 0 17,-1 0 0,-2 3 1,-3 2-87,0 0 1,-5-6 0,-2 1 0,-2-2-246,-2 1 1,0-3 0,0-1 0,1-1-364,-1-3 1,4-1-1,-1-1 1,1-1-50,1-2 1,1-7 0,5-6 584,0 0 0,0-2 0,0-4 0</inkml:trace>
  <inkml:trace contextRef="#ctx0" brushRef="#br0" timeOffset="3865">1252 961 7651,'-9'1'804,"0"3"1,3 3-765,2 3 1,-4 0 0,5 1-62,0 0 0,2 3 0,1 2 0,0 0 1,1 0-432,3 1 1,-2-5 0,4 0 0,0-5 451,0-2 0,2-1 0,2-4 0</inkml:trace>
  <inkml:trace contextRef="#ctx0" brushRef="#br0" timeOffset="3997">1263 821 7651,'-3'-7'0,"-2"1"906,-1 1 0,2 1-435,-3 4 0,3 0-928,-3 0 1,6 0 529,1 0 0,1 0 0,5 1-73,-1 3 0,8-3 0,-1 4 0</inkml:trace>
  <inkml:trace contextRef="#ctx0" brushRef="#br0" timeOffset="4198">1414 713 7651,'0'7'0,"0"0"0,0 2 329,0 0 0,4 0 0,0 0 0,-2 3 72,-1 0 1,-1 1-1,1 2-411,3 3 1,-2 2 0,4 2 0,0-1-1,0 1-122,3-1 1,-3 5-1,1-1 1,1-1-346,2-1 0,-3-5 1,-1-2-1,-1 1 477,-3 0 0,-1-4 0,-1 3 0</inkml:trace>
  <inkml:trace contextRef="#ctx0" brushRef="#br0" timeOffset="4364">1360 1015 7855,'6'-11'675,"-1"4"0,-4 1-542,3 1 0,2 0 0,5 3 0,0-3-24,-1-1 0,6 3 0,2-5 1,2 0-499,2-2 1,3 0 0,0 0 0,-1 2-1122,-1 1 1510,-1-1 0,4-2 0,2-1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4:23.9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217 227 7780,'-15'-10'0,"1"0"305,1 3 1,-4 2 0,0 6 0,-1 2-71,0 0 0,4 6 0,-3-2 0,1 4-17,3 3 1,1-1-1,3 4 1,0 0-139,2 0 0,5 1 0,-2 3-69,3 1 1,2 3 0,3 1 0,3 1-1,2 0-387,2 1 1,1-3 0,1 3 0,2-2-584,-2-2 1,-1-6 0,-1-5 958,-1-4 0,1-5 0,-5-8 0,-1-2 0</inkml:trace>
  <inkml:trace contextRef="#ctx0" brushRef="#br0" timeOffset="148">33 476 7639,'-6'0'1430,"-3"0"-1016,1 0 1,6-5 0,4-2-210,8-3 0,4-1 0,1 1 0,3 0-751,2 3 0,3-2 0,1 5 0,2-1-258,2 0 0,-3-2 0,3 3 804,-2 2 0,4-4 0,-2 0 0</inkml:trace>
  <inkml:trace contextRef="#ctx0" brushRef="#br0" timeOffset="450">411 389 8091,'0'-7'199,"0"0"1,1 5 0,1-3 0,3 0 0,0-2-70,0-3 1,3 3 0,-2 0-1,0-2-98,-2 0 1,1-2 0,-2 0 207,0 0 0,-2 4 0,-2 1-108,-3 1 1,-2 2 0,-5 3-68,0 0 0,-3 5 0,0 2 0,2 2 0,2 3-35,3 3 1,1 2 0,-1 3-1,3-1-308,3-1 0,1 0 1,0 4-1,1-1 47,3 1 1,6-4-1,7-1 1,2-2-468,3-2 0,-3-2 1,6-4 57,-2-3 1,-1-9 639,-1-6 0,6-4 0,0-7 0</inkml:trace>
  <inkml:trace contextRef="#ctx0" brushRef="#br0" timeOffset="733">605 271 7639,'-11'0'0,"4"0"0,0 0 0,-1 0 465,-2 0 0,-1 4 1,0 4-94,1 1 0,4 2 1,2 0-1,3 0-381,1-1 1,0 1-1,1-1 1,3-2-218,3-1 1,4-4 0,2 0-1,2-1-66,2-2 0,-2 0 1,1-2-1,0-1 38,-3-4 1,-1-3-1,-1-1 1,0 0 82,-1 1 0,-2-1 1,-2 0-1,-2 0 780,-1 0 1,-2 4 226,-1 0-525,0 5 0,0-2 1,0 8-1,1 3-511,3 2 0,-2-1 0,4-1 1,0 1-474,0 2 0,-2-3 1,3-1-651,1-1 1323,2-2 0,1 2 0,0 1 0</inkml:trace>
  <inkml:trace contextRef="#ctx0" brushRef="#br0" timeOffset="1033">886 195 8324,'-11'-6'593,"0"2"1,0 4 0,2 4 0,0 2-355,2 0 1,4 4 0,-3-3-1,1 2-254,2 2 1,2 0 0,2 0 66,3 0 1,2 1 0,5 1-1,0 1 1,-1-1-321,1-1 0,0 0 0,0 2 0,-2 0 156,-1-1 1,-2-1 0,-4-1 0,2 1 35,-2 2 0,-1-2 1,-2 3 161,-3-3 0,-2-6 1,-4-3-555,-1-2 1,0-1-1,1-1-413,3-2 1,-1-3 0,4-6 880,2-3 0,-4 3 0,0-3 0</inkml:trace>
  <inkml:trace contextRef="#ctx0" brushRef="#br0" timeOffset="1165">972 271 7587,'10'1'-26,"-2"2"181,-1 5 0,-4 1 1,0 2-1,0 1-156,0 2 0,-2 0 0,3 2 1,-2 0-1296,2-3 1296,-3-1 0,9-1 0,-4 0 0</inkml:trace>
  <inkml:trace contextRef="#ctx0" brushRef="#br0" timeOffset="1315">972 195 7732,'-1'-10'194,"-3"3"0,3 1 1,-4 4-26,0-2 1,3 1-391,-5 3 0,4-1-400,0-3 1,6 3-1,3-4 621,0 0 0,4 4 0,-4-9 0,5 4 0</inkml:trace>
  <inkml:trace contextRef="#ctx0" brushRef="#br0" timeOffset="1649">1091 22 7639,'0'14'62,"1"-4"0,1 0 231,2 0 0,0 0 1,-4 1-1,0 1-31,0 3 0,1-2 0,1 4 0,2-1-100,-2 1 0,3-3 0,-1 3 0,-2 0-24,-1 0 1,0-3 0,2 3 0,0-1-82,0-3 1,-2-1-577,-1-1 0,1-5 394,3-3 1,-3-6-1,3-5-124,-3-1 0,2-2 1,2 0-1,1 0 144,3 1 1,0 2 0,2 2-1,0 2 27,0 1 1,-3 2 0,1 1 147,3 0 1,2 5 0,-5 2 0,0 4 353,-2 3 1,-5-1 0,2 4 0,-3 0-69,-1 0 0,-5-3 0,-2 3 0,-3-1-211,0-3 1,-1-2 0,0-4-1,0-4-664,1-1 0,-1-2 0,0 0 0,0-2-120,0-1 1,2-7 0,2-5 638,3-2 0,-2-6 0,0-5 0</inkml:trace>
  <inkml:trace contextRef="#ctx0" brushRef="#br0" timeOffset="1815">1242 109 7639,'11'-6'261,"-4"1"0,0 5 237,1 0 1,-2 5-1,0 2 1,0 4-346,0 3 0,-3-1 0,2 5 1,-2 1-435,1 2 0,3-3 0,-3-1 1,-1-1 310,2 1 1,-4-4-1,3 2-2568,-3-3 2538,-1-6 0,0-1 0,0-5 0</inkml:trace>
  <inkml:trace contextRef="#ctx0" brushRef="#br0" timeOffset="2048">1339 260 7639,'11'-5'0,"0"3"0,-1-6 103,1 0 1,0-2 0,0 0 0,0-1 233,-1 0 0,1-5 1,-1 0-1,-3-1-160,-3 3 0,0 2 0,0 1 0,-2 0 11,0 0 1,-2 4 0,-2 1-1,-1 1-33,-4 3 0,-3 1 0,-1 2 0,-1 2-45,-2 5 1,3 5-1,-1 2 1,4 2 41,-1 2 1,4-2 0,2 0 0,2 0-78,1-1 0,0-1 0,0 2 1,0-1-269,0 1 1,1-4-1,1 2 1,3-3-237,1-1 1,2-5-1,6-3 1,1-2-2901,2-1 3329,-4 0 0,8 0 0,-5 0 0</inkml:trace>
  <inkml:trace contextRef="#ctx0" brushRef="#br0" timeOffset="2382">1555 55 7639,'0'-11'21,"0"0"737,0 0 367,0 5-814,0 2 1,1 0 0,3 0-187,3 2 0,-1 1 1,1 1-1,1 0-43,2 0 1,1 0 0,0 0-135,-1 0 0,1 1 0,0 3 0,0 3 23,0 2 1,-4 3 0,-1 2 0,0 0 39,0-1 1,-4 4 0,2 0-103,-3 0 1,3-2-1,-1-3 1,0 1-234,-2 2 0,-1-1 0,0-3 0,0 0-977,0-1 0,0-2 1301,0-1 0,0 5 0,0 5 0</inkml:trace>
  <inkml:trace contextRef="#ctx0" brushRef="#br0" timeOffset="2504">1771 325 8279,'6'10'897,"-1"-2"0,-4-1-920,2 1 0,-1-2 0,1 1-1316,-2 2 1339,4 0 0,-4 2 0,4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04:27.5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87 303 7639,'-5'6'-343,"4"4"826,-2-3-272,1-2 46,2-1 0,5-5 0,4-1 1,3-3-70,2-1 1,5-1 0,-1-4 0,4 0-171,3 1 1,-2-1-1,3 0 1,-1 0-30,0 0 0,1 4 1,-6 1-706,-2 1 0,-2-2 0,-6 4 716,1 0 0,-5 2 0,-1 1 0</inkml:trace>
  <inkml:trace contextRef="#ctx0" brushRef="#br0" timeOffset="116">303 249 7639,'0'17'0,"0"-3"0,-1-2 91,-3-1 1,3 1 0,-3 1 0,3 3 48,1 1 0,0 1 0,0 2 0,0-1-620,0-1 0,0-3 1,-1 3-1,-1 1 480,-2 1 0,-4 2 0,2-1 0</inkml:trace>
  <inkml:trace contextRef="#ctx0" brushRef="#br0" timeOffset="283">174 594 7779,'3'-7'1203,"1"0"-1022,-2-1 1,3 2 0,0 0 0,1 0-192,2 0 1,7-1 0,1-4-1,4 0-291,1 0 0,-1-3 0,8-1 0,0 1-107,-1-2 0,-3 3 0,1-4 0,-2 1 408,-1-1 0,-5-1 0,8-9 0,-2 0 0</inkml:trace>
  <inkml:trace contextRef="#ctx0" brushRef="#br0" timeOffset="450">530 217 7639,'0'11'70,"0"-1"0,0 1 0,0 1 302,0 3 0,0-2 0,0 3 0,0 2-212,0 3 1,1-2 0,3 6 0,2-1-72,0 1 0,3-5 0,-2 1 0,3 0-730,1-1 1,-4-6-451,0 1 1,-2-7 1090,-2 3 0,1-5 0,-18-11 0,2-1 0</inkml:trace>
  <inkml:trace contextRef="#ctx0" brushRef="#br0" timeOffset="583">541 476 7665,'-6'-11'0,"2"0"145,3 0 0,1 4 0,0 0 0,0-1 83,0-2 0,0 3 0,0 0 0,1-2-140,3 0 1,2 1 0,4 1-1,1-1-472,0-2 1,3 3 0,2 0 0,-1-2 9,1 0 1,3-1 0,-2 2 0,1 1 373,0-2 0,0 0 0,4-2 0</inkml:trace>
  <inkml:trace contextRef="#ctx0" brushRef="#br0" timeOffset="1000">832 195 7639,'0'7'0,"0"1"125,0 0 0,0 2 0,0 0 1,0 1 195,0 0 0,0 1 0,1 1 0,2 3-128,0 0 0,6 2 0,-3 3 0,1-2-134,0-1 1,0-5 0,4 0 0,0-3-193,-1-3 1,1-6 0,-1-2 154,-3-8 0,1-5 0,-4-6-83,-2-3 1,0-4 0,-2 0-1,0 1 1,0-2-22,0 1 1,0 6 0,-2 0 0,0 2 124,-2 2-20,1 1 1,4 11 0,3 7-1,3 7-16,2 8 1,3 3 0,3 3-1,2 1 77,-1 1 0,1-3 0,-4-5-8,2-2 0,-1 0 0,-3-6 1,0-2-1,0-2-8,-1 0 0,-2-4 1,-2 2-1,-2-6-105,-1-4 1,2-6-1,-2-3 1,0 1-146,-2-1 1,-1-2 0,0 3 0,0-2-205,0-2 0,-1 3 1,-2 0 159,0 1 1,-1 3 0,4-3 0,0 3-540,0 2 1,0-1 764,0 0 0,5 0 0,1 0 0</inkml:trace>
  <inkml:trace contextRef="#ctx0" brushRef="#br0" timeOffset="1134">1177 130 7639,'7'11'177,"1"0"0,-6 0 0,3 0 1,-2-1-1,2 2 52,1 3 0,-3-3 1,1 2-457,1-2 0,-2-1-463,4 0 1,-4-5 0,3-4 494,-1-4 1,-1-8 194,-4-4 0,-5-5 0,-1 2 0</inkml:trace>
  <inkml:trace contextRef="#ctx0" brushRef="#br0" timeOffset="1231">1188 33 7639,'-5'-6'140,"4"0"58,-2 3-1315,1 1 172,2-2 945,5 4 0,1 4 0,5 2 0</inkml:trace>
  <inkml:trace contextRef="#ctx0" brushRef="#br0" timeOffset="1399">1307 1 7639,'0'11'1426,"0"-1"-885,0 1 0,-4 0 0,1 1 0,0 1-418,2 2 1,1 3 0,0-3-1,0 2-189,0 2 0,4 2 0,0-1 0,1-2-932,0-4 1,3 0 75,0 0 0,1-3 0,2-2 922,0-7 0,0-7 0,-1-6 0</inkml:trace>
  <inkml:trace contextRef="#ctx0" brushRef="#br0" timeOffset="1565">1361 12 10929,'0'10'207,"0"1"1,5 5 0,1 2 0,1 3-548,0 5 0,0 1 0,4 4 0,-1-1-392,-3-1 1,1-5 0,-4 0 0,-2-4 731,-1-2 0,-1 0 0,0 4 0</inkml:trace>
  <inkml:trace contextRef="#ctx0" brushRef="#br0" timeOffset="2183">1 810 7639,'0'16'134,"0"-4"1,1 2 0,1-2 260,2-1 1,0-2 0,-4 0-338,0 3 0,4 1 0,2-1 1,2 1-1,-1 3-55,1 1 0,-2-3 0,1 3 30,2-1 1,-3 2 0,0-3 0,0 1 0,-1 1-217,-1-1 0,0-2-71,-4 0 52,0-2 1,0-7 0,0-6 0,0-8 145,0-4 1,0-3 0,0 3 0,0-2 56,0-2 0,4 4 0,2-2 1,2 3 28,4 1 0,2 5 1,1 3-1,4 2 63,5 1 0,-1 2 0,2 4 1,-2 6 182,-2 4 0,0 2 0,-3 3 0,-4 1-42,-2-1 1,-6-4 0,-2-2 0,-4-2-72,-4 1 1,-3-3-1,-6 0 1,-3-5-131,-1-2 1,-1-2 0,-3 1 0,-1-2-409,1-1 0,3-3 0,1-2 0,0-1-189,0-2 0,4-2 1,0-1-1,3-1 198,3-2 1,5 1-1,-2-4 366,3 1 0,9 3 0,3 5 0,1 1 0,5 4 0,0-2 0</inkml:trace>
  <inkml:trace contextRef="#ctx0" brushRef="#br0" timeOffset="2450">389 1080 7639,'24'-6'0,"-1"3"0,-2 0 0,-1 1 0,-1-3 0,-1 0 298,-3 0 0,-3-3 0,-2 1 0,0-3-63,-3-1 1,2 1-1,-6-1 1,0 0-195,-2 0 1,-6-3 0,-2 1 0,-3 2-76,-1 2 1,-1 2-1,-2-2 1,-4 1 108,-2 5 1,2 3 0,0 3 0,-2 5 35,0 1 0,2 7 0,1 1 0,2 2 23,1 2 1,7-5 0,4 6 0,1-1-88,2 3 1,2-5 0,1 3 0,6-3-117,4-2 0,7 0 1,7-5-1,0-2-275,3-4 1,-2-3 0,1-3-1,-1-1-230,0-3 1,-1 0 0,-4-5 0,0-4 106,-3-3 1,-4 2 0,1-3 466,-2 1 0,0-3 0,-4 2 0</inkml:trace>
  <inkml:trace contextRef="#ctx0" brushRef="#br0" timeOffset="2866">1188 800 7639,'-7'-6'0,"0"2"0,-2 3 173,0 1 0,0 0 0,-1 0 193,-6 0 1,2 1 0,-2 1-1,2 3-19,-1 1 1,0 1-1,1 5 1,1 2-131,4 0 0,-1 2 1,6-3-1,2 2-153,1 2 0,1-3 0,1 3 1,3-1-469,3-3 1,6 0 0,3 0-87,0 2 0,2-4 1,4-5-1,0-2 1,-1-1-70,1-2 0,-2-2 1,-1-3-1,-1-4 559,1-5 0,-8 1 0,8-14 0,-7 4 0</inkml:trace>
  <inkml:trace contextRef="#ctx0" brushRef="#br0" timeOffset="3132">1274 843 7639,'-6'7'163,"3"0"1,2 2 182,1 0 1,0 2 0,0 1-169,0 2 0,0-1 0,0 4 1,0-1-1,1-3-33,2-1 0,3-2 0,5-3 0,0-4-222,0-1 1,0-2 0,-1-2 0,1-1-115,0-4 0,-1-8 1,-3-2-1,-2-1 98,-1 0 0,-2 0 0,1-2 1,-3 2 177,-3 4 1,-3-2 0,-6 2-1,-2 2 176,0 3 0,-5 0 0,1 3 0,-3 0-186,0 2 1,-1 3 0,2 1-1,2 0-142,4 0 1,-2 4 0,3 0 0,2 2-276,3 3 1,5 0 0,0 2-342,1 0 1,11-5-1,2-2 1,1-3 682,0-1 0,2 0 0,0 0 0,5 0 0,-2 0 0</inkml:trace>
  <inkml:trace contextRef="#ctx0" brushRef="#br0" timeOffset="4058">1361 735 7639,'6'5'0,"2"-3"0,-3 5 0,0 2 91,0 0 1,-1 2 0,-1 0 0,0 1 240,0 2 0,2-1 1,-2 5-1,1 2-191,1 0 1,-4-2 0,2-1 0,0-1 26,0 1 1,-1-4-1,1 2 51,-2-3-370,-1-6 0,0-3 0,0-6 63,0-4 1,-3-3 0,-2-2-1,0-1-73,0-2 1,-2-3-1,4 4 138,0 1 0,2-4 0,0 0 1,-2-1-1,0 0-13,0-1 0,2 4 1,1 0-1,1 3-23,3 1 0,-2 1 0,6 0 1,0 3 34,2 3 1,2 3 0,1 1 79,1 0 0,5 8 0,-1 4 0,1 4 0,1 3 168,-2 2 0,-5 0 0,1 1-72,-2-1 0,-5 1 0,-1-2 0,-1-1 0,-2-2 651,-2-1-888,-1-7 0,-1-4 1,-2-7-1,-2-4-121,-1-5 0,3-7 1,-4 0-1,-1-4 160,2-3 1,-2 6 0,4-2 0,1 1 80,-2 4 1,4 0-1,-3 5 207,3 0 0,1 4 150,0 0 0,1 8 0,3 2-410,3 5 0,-1 0 1,1 8-1,2-2 1,0 2-238,2 1 0,0-4 0,0 1 1,-1-2 29,1-1 0,-4-1 0,1-3-568,0-4 0,2-1 1,-1-4-1,-2-2 793,-3-7 0,1-1 0,-2-6 0,0-1 0,-2-2 0,-1 3 0,0 2 0,0-1 0,0 0 0,0 7 0,0 0 12,0 0 0,1 5 606,3 2 0,-3 3 0,4 4 0,-2 6-94,1 3 0,4 5 1,-2-2-1,2 1-364,-1 2 1,0 1-1,2 2 1,0-1 8,-2 1 1,-3 1 0,2-1 0,0 1-995,0-2 1,-3-3 0,3 0 31,-1-4 1,-1-6 0,-6-3 342,-1-4 0,-3-4 1,-5-10 308,0-2 1,0-8-1,1 2 1,-1-3 191,0-3 1,-3 5 0,-1-5 0,3 2 0,3 0 340,2 1 0,1-2 0,-2 0 0,4 1-79,-1-1 1,4 7 0,-3-3 0,3 3-59,1 2 0,5 1 0,2 7 0,2 1-8,2 0 0,-2 6 1,1 0-1,6 4 1,-5 3-1,0 4 1,-2 1-105,1 2 0,-3 2 1,0-1-153,1 2 0,-3 4 0,-1-2 0,-3 1 0,-1-1-145,0-2 0,0 0 1,0-5-1,0 1-127,0 0 0,-1-4-1369,-3 0 0,-2-4 782,-5 0 1,2-6 867,2-4 0,2-8 0,5-2 0</inkml:trace>
  <inkml:trace contextRef="#ctx0" brushRef="#br0" timeOffset="4380">1879 648 6091,'0'-6'3692,"0"10"-3486,0 7 0,0 2 0,0-2 1,0 0-223,0-1 0,1 1 1,3 0 59,3 0 1,2 0-1,2-2 1,0-2-617,0-3 0,0-3 0,-1-2 291,1-3 1,-4-3 0,-1-6 0,-1-3 89,-2 0 0,-2 1 0,-1-2 0,0 2 659,0 2 1,0 4 0,0 2 657,0-1-1009,0 3 1,0 1 0,1 8-1,1 3-185,2 3 0,4 4 1,0 0-1,1 0-315,2-2 1,-1-2 0,-2 0 0,-1-2-292,2 0 0,-3-6 0,0 0 674,-2-4 0,0-4 0,-4-5 0</inkml:trace>
  <inkml:trace contextRef="#ctx0" brushRef="#br0" timeOffset="5167">2041 487 7639,'1'-8'339,"3"1"1,-3 6 0,4 1 37,-1 6 0,-1 5 0,3 2 1,0 3-114,0 0 0,0-1 1,2 3-1,-1 1-221,2 1 1,0-2-1,2 0 1,0 1-448,0 2 0,-2 0 0,0 0 0,-2-3 91,1-4 1,-3-2 0,-1-1-327,-3 0 1,-2-5-1,-3-3 1,-4-1 638,-6-2 0,1-5 0,-4-2 0,1-3-2,-1-1 1,4 0 0,-2 1 0,3 0 195,2 3 1,-1-3 0,0 3 419,0-3 1,5 0 0,3-1-325,1 0 1,2 4 0,2 1 0,0 0-261,2 0 0,4 3 0,0-1 0,4 0-473,3 0 0,0-3 0,-2 4 0,3-1-43,1-1 0,-4 3 1,3-4-1,-2 1 486,0 3 0,1-1 0,-4 1 0,-1-3 0,1-1 0,0 3 0,-1-5 0,-3 0 61,-4-2 0,-1 3 421,-2 0 0,-2 5 39,-1-2 0,-2 8 1,-3 3-1,2 2-147,1 2 0,1 0 0,4 0 0,0-1-319,0 1 1,0-4 0,0 1 0,0 0-243,0 2 0,5-3 0,2-1-199,3-1 0,1-2 0,-1-3 179,1 0 1,0-5 0,-1-2-1,-3-2 96,-4-2 1,2 0 0,-1 0 0,-2 0 419,-1 1 1,-1 3 0,0-1 378,0 0 0,0 2 270,0-1-1055,0 4 1,4 3 0,1 8-1,1 0-143,2-1 0,2 3 0,-1-3 0,0 1-449,-2-1 0,0 2 1,4-6-1,0 0 264,-1-2 1,1-1-1,0-1 425,0-3 0,-4-5 0,-1-7 0,-1-2 0,-3-5 0,1 1 0,-1-6 6,2 2 1,-1-3-1,-3 5 1,0 2 271,0 3 1,0 9 0,0 2 566,0 6 0,0 9 0,0 11-380,0 2 0,0-2 0,0 0 1,1 1-229,3 2 1,1 0 0,3 0-1,-1-2-438,2-1 0,-3-1 0,1 2 0,1-1-464,2 1 1,-3-3 0,-1-2 0,-1-2-661,-3-1 0,0 0 1325,-2-1 0,-5-4 0,-1-1 0,-5-5 0</inkml:trace>
  <inkml:trace contextRef="#ctx0" brushRef="#br0" timeOffset="5448">2472 638 7639,'-4'-11'67,"-2"0"194,0 0 0,1 4 0,5 0 524,0-1-590,0-2 1,1 0 0,3 2 0,3 2 0,2 1-60,2 3 0,0-1 0,0 1 0,0-3-715,-1-1 0,1 4 0,0-3 0,0 1-178,0 1 1,-3-2-1,2 3 718,2-2 1,-3 0 0,-2 3 38,2-2 0,-3 1 0,0 0 125,-1 4 0,-1 1 1,-1 4 277,0 1 0,2 2 1,-2 1-286,0 0 1,4-1 0,-2 1 0,0 0 0,1 0-301,0-1 0,-3-2 0,5-1-111,0 1 0,-2-3-54,1-1 1,-4-4 346,0-4 0,-6-2 0,-3-5 0</inkml:trace>
  <inkml:trace contextRef="#ctx0" brushRef="#br0" timeOffset="5564">2645 422 7639,'0'-11'585,"0"0"330,0 5 1,0 3-677,0 6 1,4 0 0,-1 4 0,1 0-730,1-1 0,-3 2 1,4-3-1,0 0-507,0 0 0,-2 0 997,3-2 0,0 3 0,4 5 0</inkml:trace>
  <inkml:trace contextRef="#ctx0" brushRef="#br0" timeOffset="6131">2742 433 7750,'7'10'283,"1"1"0,-6 0 1,2 0-1,-2 0 0,2-1 1,-2 2-1,5 0 1,2 2-134,0-1 1,-2-7-1,1 3 1,0-3-213,2-3 1,-3-2-1,0-1 1,0-1-110,-1-3 0,3-2 0,-6-6 1,0-1-54,-2-1 0,-1-4 1,-1 2 159,-3-1 0,-2 4 0,-5-1 0,-1 2 47,-2 1 1,4 4-29,-4-1 0,4 6 0,-4-2 0,2 3-789,1 1 379,0 0 0,5 1 1,3 3 454,1 3 0,7-2 0,2-1 0,3-3 0,1-1 0,0 0 0,-1 0 0,1 0 0,0 0 0,0 0 0,0 0 0,-1 0 214,1 0 1,-1 1 0,-2 1 0,-2 3 296,-1 1 0,2 1 0,-2 3 0,0-2-282,0 0 1,2-1 0,-4 4 0,1-1 0,0 1-156,-1 0 0,1-4 1,-4 0-181,0 2 1,3-3-694,1 1 691,0-5 0,-4-2 0,-2-7 1,0-4 80,-2-3 0,-3 2 1,4-4-1,-1 2 62,-1 0 0,4-1 0,-3 4-4,3 1 0,2-1 0,3 1 0,3 3 403,3 3 1,2 3 0,1 1 0,3 1-401,0 3 0,-1 2 1,1 6-1,0 1-431,-3 2 1,-1 0 0,-1-2-79,0 2 0,-2-1 0,0-3 0,-2-1 1,1-2-328,2-1 0,-3-4 802,0 0 0,-3-3 0,3-3 0,-4-3 0,1-5 0</inkml:trace>
  <inkml:trace contextRef="#ctx0" brushRef="#br0" timeOffset="6398">3142 346 7639,'0'-11'254,"0"5"0,-2-2 0,-1 4 231,-4 2 0,2 6 0,1 3 0,2 2-276,-2 2 0,3 0 1,-3 0-1,3 0-115,1-1 0,0 1 0,0 0-792,0 0 0,5 0-1,2-1 1,3-4 343,1-2 1,-2-8 0,-2-3 390,-3-2 1,-2-2 0,1 0 517,0 0 0,1 4 394,-4 0 1,0 6-607,0 1 1,0 1 0,0 6 0,1 1-621,3 2 1,-2-3 0,4 0 0,0 2-1228,0 0 0,-2-1 1505,3-1 0,0 0 0,4 4 0</inkml:trace>
  <inkml:trace contextRef="#ctx0" brushRef="#br0" timeOffset="6598">3239 195 7988,'0'11'601,"0"0"1,0 1 0,0 1-1,0 3-252,0 0 1,0-1-1,0 3 1,1 1-96,3 1 0,-2 3 1,5 1-1,2 1-624,0-1 1,2-5 0,0-1-1444,-1 2 1,1-8 770,0-2 1,-1-11 1041,-3-2 0,-2-11 0,-5-2 0</inkml:trace>
  <inkml:trace contextRef="#ctx0" brushRef="#br0" timeOffset="6781">3303 141 7708,'0'-7'698,"0"0"0,2 6 1,0 1-1,3 6-283,1 3 0,-3 7 0,5 2 1,0 2-317,2 2 1,0 1 0,1 1 0,0 1-417,0-1 1,1-2 0,1 0 0,0-2-1787,-3-2 0,-1-2 2103,-5-5 0,0-5 0,-4-6 0,0-6 0</inkml:trace>
  <inkml:trace contextRef="#ctx0" brushRef="#br0" timeOffset="6915">3422 271 7639,'6'5'953,"4"-4"1,-4 4-1705,5-5 1,-4-2 0,-1-1 46,-1-4 0,2-3 704,-4-1 0,6-4 0,-3-2 0</inkml:trace>
  <inkml:trace contextRef="#ctx0" brushRef="#br0" timeOffset="7031">3509 109 9127,'0'18'1176,"0"0"0,0 2-990,0 4 1,0 5-1,0 7 1,1 2-502,2 1 0,2 3 0,4-5 0,-3-1 238,-2-4 1,0-7 0,-4 1 76,0-4 0,0 0 0,0-1 0</inkml:trace>
  <inkml:trace contextRef="#ctx0" brushRef="#br0" timeOffset="8265">1080 1328 7639,'-3'-10'-1,"-1"-1"0,-3 0 218,3 0 1,1 0 364,3 1 1,0 1-158,0 6 1,0 7 0,0 11 0,1-1-155,2 2 1,0-3 0,4 6 0,1 3-201,2 2 1,1 1 0,0-3 0,-1-1-110,1 1 1,0-1 0,0 1 0,0-1 69,-1 1 0,1-5 0,-1-3-571,-3-2 0,1-1 152,-4 0 1,-1-6-1,-3-7 327,0-7 1,0-6-1,0-5 1,-1 0-1,-1-3 43,-2 0 0,-1 4 0,3 1 1,-2 0 92,2 1 0,1-2 108,1 5 1,1 0 0,3 7-1,3 4 0,2 1 1,2 8 0,0 4 0,0 6-348,0 4 0,3 3 0,0 5 0,1-1-54,0-1 1,-3-3 0,3 1-330,-3-5 0,-3-3 0,0-7 1,-2-1-278,1-5 1,-3-3 822,-1-3 0,-3-3 0,-1-5 0,1 0 0,2-1 0,0-2 0,1 2 0,-3-2 0,3 5 10,3 2 1,-1-1 0,1-1 0,3 2 253,3 3 0,0-1 1,4 2 24,-2 0 1,4-2 0,-2 1 0,1-1-19,0 0 0,-5 2 0,3 1 0,-3-2 0,-2-7-43,-5-6 1,-4 4-1,-2 0 1,0-2-199,0 0 1,-4 1 0,-4 0 0,-2 3 117,-5 4 1,2-3-1,-4 4 72,2 0 1,-3 2-1,3 5 1,2 1-48,1 2 0,2 8 0,2 0 0,2 2 0,0 2-68,0-3 1,4 4 0,-2 1-1,4 2-413,4 2 0,2-4 0,5 0 0,-1 1-133,1 1 0,5-2 1,2-2-1,2-3-265,2-3 0,-1-3 0,0 0 0,-1-3 420,2-3 1,-7-7 0,6-5 0,-5-6 285,-2-3 0,-2-3 0,-3-1 0,-2-4 0,-3-3 0,-3 6 0,-1-4-2,0 5 1,0 4-1,-1 2 1,-3 5 0,-3 4 304,-2 6 1,-2 2 0,1 2 0,2 1 127,1 2 0,3 3 0,-2-2 0,0 2 46,0 5 1,4-1 0,-2 4 0,3 0-342,1-1 1,0 1-1,1-5-234,3 1 0,2 0 0,4-1 0,1-2 0,0-2 44,0-1 1,0-2-1,-1-3 1,1-1-355,0-3 1,0-1-1,-1-7 1,0-2 198,-3 0 1,2-2-1,-6 3 1,0-1 255,-2 1 0,-1 4 107,0 2-181,0 0 1,0 2-241,0 5 0,3 1-357,1 6 1,1-3 623,-2 3 0,-1-4 0,7 1 0,-3-4 0</inkml:trace>
  <inkml:trace contextRef="#ctx0" brushRef="#br0" timeOffset="8530">1868 1372 7639,'0'-34'82,"0"14"0,1 16 493,3 9 1,-3 6-425,3 3 1,-2-2-1,0 2 1,3-2 0,1 0 32,3 3 1,0-3 0,2 2 0,0-2-220,0-1 1,-4-4 0,0 0 0,1 1-84,2-3 0,1 4 0,0-6 55,-1 0 1,-2-2-1,-2-2 51,-2-3 0,0-3 1,-4-7-1,0-4 201,0-3 0,0 2 0,-1 0 0,-2-3-41,0 0 0,-4 0 0,2-6 1,0 2-191,0 2 1,2 5 0,3 2 0,0 1-937,0 3 1,0 1 312,0 2 0,1 4 1,2 2 664,5 3 0,1 6 0,2 1 0,0 4 0</inkml:trace>
  <inkml:trace contextRef="#ctx0" brushRef="#br0" timeOffset="8680">2084 1231 7639,'11'5'317,"-4"0"0,-1 3 1,0-1-59,0 2 0,-4-3 1,3 0-198,0-1 0,1-2 0,5-4-39,-1-3 0,-2 0 0,-2-5 0,0 2-240,0-1 0,1-1 0,2 1 0,0 1-2308,-2-2 2525,-5 4 0,13-4 0,-3 3 0</inkml:trace>
  <inkml:trace contextRef="#ctx0" brushRef="#br0" timeOffset="8830">2267 1145 7639,'0'11'403,"2"1"1,0 1-1,2 2-47,-2 2 1,-1-1 0,-1 5-1,0 6 19,0 3 1,1 0 0,2 0 0,2 2-154,1 2 1,-3-7 0,3 4 0,0-3-531,0-4 1,0-5-1,3-2-1751,-2-1 1,-4-7 2058,5-5 0,-6-8 0,3-2 0</inkml:trace>
  <inkml:trace contextRef="#ctx0" brushRef="#br0" timeOffset="8929">2397 1436 7778,'1'-22'293,"3"4"1,-3 10-590,2 8 0,-1 5 296,-2 6 0,0 0 0,0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17.1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383 84 7712,'-1'-11'0,"-5"0"232,-5-2 0,-4-2 0,-2 0 1,0 4 364,1 5 1,-7 5 0,-1 2 0,0 9-165,0 12 0,0 8 1,3 20-1,-1 10 135,1 8 0,10 11 1,6 8-1,5 6-276,5 6 0,8-14 1,13 6-1,10-7-232,5-9 1,3-33 0,6-16 0,3-14-219,2-14 1,-1-22-1,4-21 1,-4-17-123,-6-14 1,-7-4 0,0-11-1,-4 2-263,-5 1 1,-17 19 0,-6 1 0,-11 8 340,-9 6 1,-13 13 0,-8 0 0,-7 11 329,-3 8 0,4 13 1,-1-8-1,2 4 14,-2 4 1,9 1 0,-1 8 0,3 2-994,2 4 0,7 3 0,0 6 0,8-2-513,4-2 0,1 0 1364,6 6 0,8 7 0,1 2 0</inkml:trace>
  <inkml:trace contextRef="#ctx0" brushRef="#br0" timeOffset="299">65 436 7712,'-16'0'117,"4"6"1,1 1 1717,-2 2-1470,6-5 0,1 3 1,12-7-1,5 0 107,4 0 1,9-5-1,4-1 1,4 1-283,1-3 1,2 5 0,3-7 0,1 3-322,-2 3 0,0-3 0,0 1 0,2 0 34,-1-1 1,-9 5-1,-3-5 1,0 1-1261,0 1 0,-5-1 0,1 6-1122,-3 0 2479,-10 0 0,-1-7 0,-8-3 0</inkml:trace>
  <inkml:trace contextRef="#ctx0" brushRef="#br0" timeOffset="567">400 151 7825,'0'-11'939,"0"0"1,0 9 0,0 2-643,0 9 1,0 14 0,0 5 0,0 7-124,0 10 0,0-1 1,0 14-1,0 0-339,0 3 0,0 0 1,0 3-1,2-1-1307,4-5 1,-3-10 1471,9-3 0,-9-8 0,5 4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15.7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269 175 7865,'-15'-11'402,"4"0"1,-4 7-1,4-1 1,-6 3 13,-5 2 1,3 0-1,-3 2 1,3 5-10,2 10 0,-5 7 1,1 10-1,5 1 91,3 4 1,3 4-1,-1 9 1,6 4-326,3 5 0,6 6 0,5 2 0,11 0-11,10-4 1,2-9-1,10-6 1,1-11-288,0-11 0,-4-19 0,4-1 1,0-16-563,0-14 1,-10-17-1,2-9 1,-3-10 308,-8-7 1,-11 5-1,-7-7 1,-4 4 436,-2 5 1,-13 10-1,-6-2 1,-7 9 100,-9 5 1,-1 10 0,-8 6-1,-1 5-104,2 4 0,0 7 0,8-1 0,0 3-449,3 2 0,10 0 0,-1 0-703,5 0 0,10 5 1096,8 1 0,8 7 0,9-4 0</inkml:trace>
  <inkml:trace contextRef="#ctx0" brushRef="#br0" timeOffset="381">805 25 7733,'9'-8'632,"-2"-1"1,-7 2-1,0 7 1,0 9 0,0 8-228,0 5 0,0 0 0,0 10 0,0 5-176,0 4 1,0 4-1,0 3 1,2 0-69,4 3 1,-4-3 0,3 12 0,-3-1-1013,-2 1 0,6-6 0,-1 0 1,1-6-388,1-3 1,1-16-1,5-3 1238,-2-11 0,8 0 0,7-5 0</inkml:trace>
  <inkml:trace contextRef="#ctx0" brushRef="#br0" timeOffset="631">1190 376 7733,'-17'19'0,"0"1"0,1 5 0,-1 1 0,6 4 0,1 7 0,3 4 948,3 1 0,2 1 1,2 2-1,2-4-644,4 0 0,5-13 1,9-2-1,5-11-478,1-10 1,-4-5 0,6-7-1,0-10 74,-2-9 0,-2-13 0,-7-8 1,-2-7-12,-4-7 0,-4 3 0,-7 4 0,-2 6 142,-3 3 1,-6 12 0,-12-3 0,-5 3 101,-3 3 1,-3 13-1,1 3 1,-1 2-38,1 3 1,-1 5 0,3-1 0,1 3-272,2 2 0,13 6 175,-2-1 0,4 8 0,-3-4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20.4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34 218 7759,'0'-17'201,"0"6"0,0 0 112,0-2 1,0 3 0,-1 1 1071,-5 2-674,4 1 0,-5 8-465,7 3 0,0 5 0,0 8 1,-2 5-134,-4 5 0,4 3 0,-3 3 1,3 1-162,2 4 0,0-2 1,0 6-1,0-2-164,0-4 1,0 1 0,0-3-1,0 0-712,0-3 1,0-2 0,0 1 104,0-3 0,2-5 1,3-12 818,7-6 0,-5-10 0,8-12 0,-6-9 0</inkml:trace>
  <inkml:trace contextRef="#ctx0" brushRef="#br0" timeOffset="266">269 352 7975,'-17'0'821,"0"2"-443,1 3 0,4 4 1,3 10-1,2 3-43,3 6 0,2 4 1,2 1-1,2 3-118,4 3 0,3-4 0,9 2 0,3-7-280,1-7 0,6-7 0,-4-5 0,2-5-41,4-4 1,-6-10-1,-1-5 1,-5-5-289,-1-5 0,-8-6 0,-3 1 0,-4-4 253,-2-1 1,-2-1 0,-4 3 0,-5 1 135,-4 2 1,-7 2-1,0-2 1,1 4-90,3 0 0,-1 5 0,-1-3-507,-3 3 0,3 8-329,9 0 0,3 9 928,8 2 0,0 7 0,0 10 0</inkml:trace>
  <inkml:trace contextRef="#ctx0" brushRef="#br0" timeOffset="480">687 0 7759,'0'17'1215,"0"0"-482,0-1 1,0 1-1,0 2 1,0 5-549,0 9 1,2 10 0,2 11-1,4 4-228,1 1 0,-4 3 1,5 1-1,-3-3-86,-3-5 1,3-14 0,1 4 0,-1-10 128,1-7 0,5-11 0,-4-10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22.9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0 369 7689,'0'-12'717,"0"1"0,0 6-343,0-7 1,0 7-1,2-4-131,4 1 0,-3 1 0,8 3-518,2-2 1,2-5-1,2 6 1,0-1-281,0-1 0,-1 3 0,1-5 0,0 1-979,0 4 1534,-1 3 0,1-7 0,0-1 0</inkml:trace>
  <inkml:trace contextRef="#ctx0" brushRef="#br0" timeOffset="180">34 553 7689,'-17'0'782,"8"7"1,3-5 0,12 4-821,5-5 1,5-1 0,7 0 0,5 0-461,3 0 1,1 0 0,-2 0 357,-2 0 0,-2 0 140,2 0 0,11 0 0,-4 0 0</inkml:trace>
  <inkml:trace contextRef="#ctx0" brushRef="#br0" timeOffset="598">703 0 8647,'6'11'1293,"0"0"-963,-3 2 1,-1-1 0,-2 2-206,0 5 0,0 16 0,0 6 0,2 10 0,2 8-95,1 6 1,1-5-1,-6 11 1,2-1 74,3-1 1,-3-8 0,4-7 0,-2-7-50,1-8 0,-3-5-56,4-7 0,3-2 0,0-9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27.7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17 7689,'9'-7'1847,"-1"5"-1600,-8-5 0,0 16 1,0 8-1,0 11-105,0 9 1,0 2 0,0 9 0,0 4-124,0 0 1,0 6 0,0-2 0,0-2-191,0-2 0,1-7 1,3-4-1,2-4-769,-3-6 1,-1-8 196,-2-1 0,6-13 0,-1-9 743,-1-9 0,5-6 0,1-2 0</inkml:trace>
  <inkml:trace contextRef="#ctx0" brushRef="#br0" timeOffset="232">369 17 9050,'0'17'797,"0"0"0,0 3 0,0 6-661,0 8 0,0 16 1,2 2-1,2 6-243,1 5 1,1-5 0,-4-2 0,2-4 36,1-2 0,1-7 0,-6-6 1,0-5 69,0-5 0,7-6 0,2 3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30.7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419 99 7689,'0'-17'89,"0"0"0,0 1 0,0-1 894,0 0-516,0 8 1,0 3 0,0 12-182,0 5 1,0 6-1,0 5 1,0 6-185,0 4 1,6 3 0,-1 2 0,-1 4-99,-2 2 1,-2-4 0,0 4 0,0-2-634,0-4 1,0-2-1,0-3 1,0-2-908,0-2 1,0-8 1535,0 2 0,0-3 0,0-2 0</inkml:trace>
  <inkml:trace contextRef="#ctx0" brushRef="#br0" timeOffset="299">151 350 9472,'0'19'490,"2"1"0,4 4-294,5 2 1,-2 2-1,2 6 1,4 1-109,6 4 0,-1-4 1,6 5-1,0-5-95,0-2 1,2-1 0,4-6 0,-2-9-166,-2-10 0,0-7 0,5-5 1,-1-6 6,-4-4 1,1-10 0,-6-2 0,-3-5-205,-1-2 0,-2 1 0,-3 1 1,-2 3-109,-7 1 0,-3 7 0,-2-1 0,0 3 477,0 2 0,0 8 0,-15 2 0,-3 7 0</inkml:trace>
  <inkml:trace contextRef="#ctx0" brushRef="#br0" timeOffset="666">202 1020 7689,'-17'-9'0,"-2"1"0,-1 10 0,-4 4 398,-2 5 1,5 5-1,-1 7 1,3 5 152,2 3 0,8 5 0,4 1 0,3 4-347,2 2 0,7-6 1,6 2-1,6-6-168,3-5 1,8-5 0,-2-12 0,3-6-38,3-3 1,-6-4 0,-2-3-1,0-8-469,0-8 1,-11 1 0,2-8 0,-3-2 262,1-1 0,-5 3 0,-5 0 0,-5-2 160,-5-2 0,1 4 0,-7 2 0,-2 0 3,-2 0 0,-2 11 1,0-1-1,1 3-294,-1 3 1,0-3 0,0 8-1709,1 1 2046,6 2 0,10 2 0,10 0 0</inkml:trace>
  <inkml:trace contextRef="#ctx0" brushRef="#br0" timeOffset="885">587 785 7689,'0'-9'488,"0"3"0,-2 12 301,-4 5 1,3 12 0,-7 6-1,1 9-679,0 6 1,5 1 0,-3 3 0,1 4-317,0 0 0,1 1 0,5-5 42,0-3 0,0-1 0,2-8 0,3-7 0,6-4-1051,4-11 0,2-4 0,0-10 1215,0 0 0,7-15 0,2-4 0</inkml:trace>
  <inkml:trace contextRef="#ctx0" brushRef="#br0" timeOffset="1135">905 1070 7689,'-15'2'701,"2"4"1,2 5-215,-2 4 1,-2 3 0,0 4 0,2 5-73,2-1 0,7 5 0,-1-5 0,5 0-78,5-3 1,6-1 0,12-3 0,5-6-592,3-4 1,3-4 0,-1-6-1,1-5-73,-1-5 1,-1-11-1,-4-6 1,-6-6 31,-3-5 1,-10 4 0,-3-4-1,-5 3 237,-1 3 0,-7 1 0,-6 4 0,-6 6 23,-3 3 1,-8 4 0,2 4 0,-3 4-194,-3-1 1,6 5 0,2-7 0,2 3-1167,4 3 1394,1-5 0,2 0 0,0-8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40.1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199 420 7776,'-11'-17'-1447,"0"2"1944,-2 4 0,-2 3 0,-2 8 1,1 2 21,-1 4 1,0 3-1,0 10 1,1 3-204,-1 6 0,6 11 0,1 4 0,3 1-113,3 1 1,4-4-1,6 6 1,7-1-123,7-5 1,1-6 0,7-9 0,1-9-336,3-9 1,2-10 0,-1-9 0,-1-14 41,-4-10 1,1-4-1,-8-9 1,-4-4 57,-4-1 0,-10 1 0,3 4 0,-6 1 91,-6 3 0,-3 12 0,-10 2 1,-1 8-109,-2 7 0,-1 4 0,7 0 0,-1 5-260,0 4 0,2 4 1,4 4-1,4 5-1165,-1 4 1596,6 2 0,2-1 0,10 1 0</inkml:trace>
  <inkml:trace contextRef="#ctx0" brushRef="#br0" timeOffset="200">635 1 7787,'0'17'623,"0"-1"1,-2 1-373,-4 0 1,4 7-1,-5 2 1,1 4 171,1 3 0,-1 5 0,6 14 0,-2 4-470,-3 5 0,3 0 0,-4 3 1,5-1-307,1-5 1,0-4 0,1-8 0,5-5-221,5-8 0,4-12 0,2-4 573,-1-10 0,9 2 0,1 1 0</inkml:trace>
  <inkml:trace contextRef="#ctx0" brushRef="#br0" timeOffset="483">919 436 7848,'-16'30'174,"-1"4"1,0-8 0,2 11 0,4 0 218,6-2 1,3 1 0,2-3 0,2 1-120,3-1 1,4-7 0,10-3 0,2-7-142,1-4 0,8-5 0,-4-9 1,2-3-215,-1-7 1,-4-10 0,3-6 0,-2-3-208,-3-3 1,-10-5 0,-4 0-1,-1 0 164,-1-2 0,-1 9 0,-8-3 1,-3 1 47,-2 5 0,-3 1 0,-4 0 0,-1 4-348,0-1 0,0 12 0,1-3-367,-1 1 0,6 7 791,0 3 0,7 18 0,-4 5 0</inkml:trace>
  <inkml:trace contextRef="#ctx0" brushRef="#br0" timeOffset="683">1455 302 7787,'-11'10'199,"0"-5"555,-2-3 1,5 0 63,3 4-921,3-5 0,9 7 0,5-8 0,3 0-329,1 0 0,1 0 0,0 0 0,0 2-528,-1 3 960,1-3 0,0 21 0,0-5 0</inkml:trace>
  <inkml:trace contextRef="#ctx0" brushRef="#br0" timeOffset="866">1439 704 9376,'16'0'-399,"1"0"0,2-5 1,3-1-1,6 2-955,4 3 1354,-6 1 0,13-8 0,-4-1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38.8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168 15 8173,'-11'0'909,"2"-2"-335,1-4 0,1 5-212,1-5 0,-1 6 1,-6 6-1,3 7 0,1 9-1,0 11 0,0 18 0,-3 16 0,7 11-109,3 9 1,2 3 0,4 5-76,7-4 1,7 4-1,16-23 1,1-14 0,4-17-370,6-19 0,5-26 0,4-12 0,2-22-612,-2-14 0,-9-9 0,-8-8 512,-7 2 0,-2-7 0,-12 10 1,-6 5 173,-7 5 0,-6 4 0,-9 14 0,-10 7 1,-8 1-58,-3 2 0,-2 11 1,-1-2-1,-1 4 101,0 4 1,11-4-1,-6 7 1,4 2-349,2 2 0,11 2 0,-2 2 0,4 4 422,4 5 0,-6 11 0,6 4 0</inkml:trace>
  <inkml:trace contextRef="#ctx0" brushRef="#br0" timeOffset="251">34 534 7729,'-17'0'966,"8"0"0,2-2 1,9-2-512,3-1 1,6-6-1,12 5-274,5 2 1,3 1-1,3-1 1,-1-2-1,1 3-425,-1 1 1,1 0-1,-1-2-526,1-1 0,3-1 0,-2 6 1,-5 0-1724,-4 0 2493,-4 0 0,3 0 0,1 0 0</inkml:trace>
  <inkml:trace contextRef="#ctx0" brushRef="#br0" timeOffset="433">336 249 7790,'-12'0'0,"1"0"0,0 2 531,2 4 0,-4-2 0,5 5-7,-1-2 1,5 6 0,-1 0 0,3 8-238,2 7 0,2 5 0,3 6 0,7 8-425,2 7 0,-2 5 1,-1 8-1,2 0-448,2 0 1,1-7 585,1-4 0,7-4 0,2-2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37.9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202 0 7742,'-17'0'-179,"0"0"1,0 2 0,1 4 0,-1 5 0,0 6 813,0 5 0,1 6 1,-1 11-1,0 7-257,0 8 1,8 6 0,4 7-1,3 0-177,2 0 1,7-6 0,4-3-1,6-4-67,5-6 1,-1-22-1,7-5 1,0-10-133,-2-7 1,5-10 0,-5-7 0,0-7-387,-3-8 1,-6-11 0,-4-6 0,-4-3 253,-2-3 0,-1 1 1,-8 2 181,-4 3 0,-3 4 0,-8 9 0,1 5 78,-1 4 1,0 6 0,0 4 0,1 4 0,-1 2-332,0 3 0,6 4 0,2 6 0,1 5-380,5 4 1,1 1 0,2 1 0,2 2-1048,3 3 1628,12-11 0,9 19 0,7-11 0</inkml:trace>
  <inkml:trace contextRef="#ctx0" brushRef="#br0" timeOffset="282">553 335 7793,'0'11'644,"0"0"1,0 2-437,0 2 1,0 8 0,0 1 0,0 0-30,0 0 1,8 4 0,3-4-1,4 1-153,2-1 0,7-8 1,2-6-1,2-3-38,0-3 1,0-12 0,3-8 0,-1-12 82,-2-9 1,-10-1 0,-1-6 0,-9-3 14,-6-1 0,-2 3 0,-2 2 0,-4 2 5,-5 4 0,-6 7 1,-3 6-1,-3 4-267,3 5 1,1 4 0,3 0-6,-1 5 0,8 12 0,3 5 0,4 4-698,2 1 0,4 9 0,5 1 879,8 0 0,11 5 0,-2-5 0</inkml:trace>
  <inkml:trace contextRef="#ctx0" brushRef="#br0" timeOffset="516">1156 151 7757,'-15'17'311,"4"-1"0,-4 3 0,6 3 0,-2 6 227,0 4 0,7 3 1,-2 2-1,4 4-347,2 2 0,4-6 0,5 1 0,8-7-171,2-3 1,7-9 0,0-3 0,2-8-220,0-6 0,-6-6 0,4-7 0,-2-11 24,-3-8 0,-4-11 0,-6-4 1,-6-3 44,-3-2 1,-4 5-1,-3 2 1,-6 2 55,-4 4 1,-2 3 0,0 5 0,-1 3-116,-5 1 0,5 9 0,-5 5 1,5-1-293,1 3 481,0 2 0,0 7 0,1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42.0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147 132 7770,'-2'-16'184,"-3"-1"1,-4 8 0,-8 3 159,0 4 0,2 4 0,2 4 0,2 5-114,-2 4 0,4 11 1,-1 5-1,1 8-28,0 4 1,5 4-1,0 7 1,6 1-151,4-1 1,9 0 0,0-3 0,7-5-209,4-9 0,2-14 1,5-7-1,1-8-14,-1-6 1,1-19 0,-3-11 0,-1-13 57,-2-7 1,-13-10 0,0-1 0,-6-3 0,-5 1 1,-2 11 0,-4-3 0,-4 3 87,-5 4 1,-9 14-1,-3 4 1,1 10 189,-2 6 1,3-1 0,-5 8-564,2 1 1,4 4 32,9 6 1,3 3 0,8 8 0,2 1 362,4 5 0,3 3 0,8 7 0</inkml:trace>
  <inkml:trace contextRef="#ctx0" brushRef="#br0" timeOffset="334">717 149 7770,'-8'22'0,"-3"3"167,-4 1 0,-2 2 0,3 5 0,2 1 186,7-1 0,3 2 1,2 5-1,2 2-146,3 1 0,5-2 0,6-9 0,3-4-75,3-6 0,-1-11 0,5-5 0,0-6-373,0-6 0,-4-5 0,4-11 1,-3-8 197,-8-7 0,-1-1 0,-8-6 0,-2-3-36,-2-1 0,-2 3 0,-2 2 1,-4 2 112,-5 4 0,-4 2 1,-2 3-1,1 4-31,-1 6 1,0-2 0,0 3 0,1 6-50,-1 8 0,6 0 1,0 1-686,-2 2 1,5 10 0,4 3 730,8 0 0,-2 6 0,13-5 0,-6 6 0</inkml:trace>
  <inkml:trace contextRef="#ctx0" brushRef="#br0" timeOffset="1134">1236 250 7770,'2'-10'318,"3"5"-31,-3 3 1,4 2 0,-12 0 257,-5 0 0,2 2 0,-3 3 0,-1 8-193,-1 8 1,2 7 0,1 9 0,0 6 131,2 5 1,1 6-1,8 15 1,0 2-220,0 1 0,10-12 1,6-14-1,10-9-168,6-11 0,9-12 1,2-13-1,1-12-365,1-17 0,-6-11 0,4-13 0,-2-4-35,-4-5 0,-15 1 0,-7 1 0,-5 1 59,-7 4 0,-10 4 1,-10 7-1,-9 10 120,-6 8 1,-3 7 0,-2 3-1,-4 4-247,-2 5 0,6 4 1,0 2-1,5 0-611,4 0 0,8 0 982,-3 0 0,5 0 0,1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46.3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 0 7929,'-6'11'18,"0"1"0,-5 1 0,4 7 0,-2 4 105,-5 2 1,7-1 0,1 6 0,5 6-37,1 4 1,0-2 0,0 2-1,0-2-483,0-1 0,1-14 0,5 4 1,5-10 395,4-6 0,9-5 0,2-7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46.4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11108,'0'24'394,"0"4"1,0 13 0,0 11-357,0 13 1,7 11-1,2 10 1,5 0-1127,2-5 1,-3-15 0,10-9 1087,-5-14 0,6-4 0,2-13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45.8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319 166 7765,'-2'-15'0,"-1"2"-17,-3 2 0,0 5 0,6-5 57,0-2 0,-1 3 202,-5-1 0,4 0 1,-3-6 232,3 1 0,2 4-85,0 1 1,2 8-328,3-3 1,-3 8 0,5 9 0,-1 11-100,0 8 0,5 4 0,-6 1 0,1 2-257,1 2 0,-5 2 1,6-4-1,-3 3-244,1-3 1,-1-8-1,-5-1 1,0 0 536,0-2 0,0-1 0,0-9 0,0 1 0</inkml:trace>
  <inkml:trace contextRef="#ctx0" brushRef="#br0" timeOffset="300">135 450 7630,'-17'0'34,"0"0"1,6 0-1,0 0 1,-2 0 357,-2 0 1,-2 2-1,3 4-110,2 5 0,5 6 0,7 5 1,0 6-130,0 4 1,7 8-1,5 5 1,4 3-144,7 3 0,-3-3 1,6-3-1,0-8-169,0-7 0,-3-12 1,5-8-1,1-5 88,3-7 0,-6-13 1,-4-12-1,-3-9-175,-2-8 0,-6 3 1,-2-11-1,-1 1 183,-5 5 1,-3 7 0,-3 2 0,-7 7 54,-5 7 1,2 5 0,-9 3 0,3 4-106,3 5 0,-1 4 1,2 4-1,2 4-294,2 5 1,7-2 0,-1 2 15,3 2 1,4 2 390,3 2 0,4 0 0,8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1:56.0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52 685 7770,'-4'-6'494,"3"6"1,-4 8 0,2 6 47,-1 6 1,-4 3 0,2 9 0,1 4-352,1 7 0,0 1 1,0 3-1,2 0-172,1 0 1,1-6 0,1-2-1,1-5-116,2-4 0,2-10 1,-1-4-1,1-7-163,2-5 1,-2-9 0,1-5-1,1-6-49,1-4 1,1-6 0,-1-4-1,1-5 199,0-2 1,-5 4-1,5-1 1,-2 6 401,-2 3 1,0 7-119,-3 1 0,-2 10 1,3 3-1,-3 11 252,-1 9 1,0 3 0,0 8-1,0 2-222,0 1 0,0 1 1,0-1-1,0-1-658,0-1 1,3-9 0,2 1-806,1-4 1,-3-7 0,3-8 1258,-2-6 0,0-12 0,-4-9 0</inkml:trace>
  <inkml:trace contextRef="#ctx0" brushRef="#br0" timeOffset="217">249 1 7690,'0'8'457,"0"1"0,-1 5 140,-2 4 1,2 2-1,-3 9 1,3 4-267,1 7 1,3 9 0,1 6 0,-1 4-404,2 0 1,-3-12 0,4 2 0,0-5-353,0-5 424,0-18 0,5 6 0,-1-15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2:00.5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0 7975,'-12'0'718,"0"0"-379,-1 0 0,5 0 0,1 2 94,2 2 0,6 4 0,7 9 0,3 6 37,2 8 0,4 5 1,4 12-254,2 2 1,2 6 0,-1-1 0,1 0-57,0-1 0,-2-7 0,-3-10 1,-3-9-234,-4-6 0,0-9 0,-1-11 0,0-6 0,1-8-220,-1-7 0,-4-11 0,0-7 1,2-8-10,1-7 1,-3 0-1,0-3 211,2 5 1,-1-5-1,1 10 1,-2 5-1,2 9 117,1 10 1,-3 12 0,0 6 0,2 6 272,1 5 0,1 7 0,-1 3 0,-2 1-152,0 3 1,-1-1 0,4 1-1,0-3-73,1-1 0,-1 0 0,0-3 0,2 0 56,2-4 0,-2 0 0,2-7-326,-2-1 1,2-3 0,2-4 0,0-5-58,0-1 0,-2-7 1,-2-1-1,1 1 0,1-3-439,-1 1 1,-5 4 0,-2-1-1,2 2-916,1 2 1607,1 5 0,0-4 0,1 4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2:00.8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10573,'0'12'787,"4"2"1,2 2-1,0 6-537,4 5 1,-3 6-1,1 7-201,2 1 0,0 5 0,3-1 0,-2 1 0,0-3-763,1-2 1,-7-12-1,8 0 714,-2-10 0,0 0 0,1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2:01.0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9807,'0'12'0,"0"0"540,0 1 0,0 0 1,0 2-1,0 3-149,0 1 0,0 3 0,0 6 0,0 2-647,0 1 1,5 3 0,0 4 100,2-1 1,-3 3 0,3-9 0,0 1-1,-2-3-3794,1-3 3949,3-13 0,-2 4 0,5-10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2:01.2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7818,'7'1'0,"-3"3"1004,-3 5 0,-1 6 1,2 2-1,2 4-380,4 5 0,-1 7 0,1 10 0,3 9-501,4 7 1,-1-4-1,2 5 1,-1-3-1514,1-1 0,-2-10 1390,2-5 0,4-14 0,-1-9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6.9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75 7824,'0'-13'304,"0"0"0,0 0 198,0 0 0,0 5-84,0-1 0,1 6 0,2 0-333,1 6 0,5 4 0,-3 8 0,1 1 0,3 2-204,2 3 1,1 0 0,-2 7 0,-1 0-378,-1 3 0,0 0 0,2-2 0,-1 1-74,-1-1 0,-2 0 0,2-1 570,-5-2 0,3 8 0,0-6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7.3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9 7762,'-8'-1'0,"-1"-2"639,-1-1 0,4 6 1,0 10-366,1 4 1,3 3 0,-2-2 0,2 6-258,2 6 1,2 1 0,1 6 0,1 3-346,-1 1 1,0-2 0,0 5 0,1-1-212,-1 1 1,-2-7 0,-1 0 0,0-5-173,0-7 1,-1-8 710,-4-3 0,-2-12 0,-6-8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7.5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0 195 7770,'9'-25'79,"0"4"1,-5-2 0,5 5 0,1 1 63,1-2 0,2 5 0,2-3 0,1 2 122,1 2 1,2 6 0,-4 3 0,3 2-73,-2 2 0,-1 2 1,1 4 61,2 7 0,-7 0 0,-5 4 0,-2-1-69,1 1 1,-3-1 0,-4 4 0,-4-1-78,-1-3 0,-3 2 0,-6 0 0,-2-1-264,3 2 0,0-5 0,1 2 0,-2-4-489,-1-4 0,-1-1 0,5 3-659,0-1 0,2-5 610,2 5 1,5-6 692,8 1 0,9-8 0,7-3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7.9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131 13 8818,'-13'-7'445,"0"3"0,4 2 0,0 2 0,-1 0-54,-1 0 0,-2 2 0,0 2-297,0 5 1,4 4 0,2 4-1,1 5-142,3 2 1,2 3 0,2 4 0,4 2-84,3 0 1,5 0-1,3-5 1,1-2-254,-1-6 0,3-6 1,0-5-1,-1-5 179,1-2 0,-2-10 0,-4-5 0,0-7 204,0-4 0,-4-2 1,-2 0-1,-1-2 22,-3-2 0,-2 7 1,-1-1 628,0 3 0,0 4-42,0 4 0,-1 7 0,-2 6-772,-1 7 1,-1 5-1,5 2 1,0 2-410,0 2 0,5 0 0,-1-2 0,0 3-320,2 1 0,-3-4 0,4 1 893,-1-2 0,4-8 0,-3-1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8.0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0 7762,'0'13'0,"0"0"651,0 0 0,-1 0-557,-4 0 0,4 0 0,-3 0 1,2 1-1,2 2 0,0 1-721,0-1 0,0-1-408,0-2 1,2-8 1034,2-5 0,3-11 0,6-9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8.1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26 7762,'0'-13'362,"-1"6"-493,-4 3-118,-2 2 0,0 4 0,2 2-875,4 5 1124,1-4 0,6 7 0,1-5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8.4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52 7762,'0'13'118,"0"0"1,0 0-1,0 2 149,0 2 1,0-6-1,0 5 1,0 0-77,0-2 1,0 5-1,1 0 1,2 1-208,1 3 0,1-3 0,-5 2 0,0 1 78,0 2 0,0 1 1,0-2-1,0-2-396,0-5 344,0-3 0,0-8 0,0-7 1,0-11 34,0-8 0,0-4 0,0-2 0,0-2 4,0-2 1,5 2-1,3-2 1,0 3-99,1 1 0,-5 0 1,5 1-1,0 2-380,-2 2 1,4 5 0,-2-1-1,3 2-261,1 2 0,-1 0 0,1 2 690,0 2 0,0-3 0,0 5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8.7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20 7874,'0'-13'436,"0"6"0,0 7 0,0 9 0,0 4-215,0 4 0,0 3 1,0 8-1,0 1-332,0 1 0,0 2 0,0-4 0,0 4-374,0 1 1,0 0 0,0 2-168,0-5 1,0 1 0,0-4 651,0-3 0,-12-6 0,-2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8.8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53 7762,'0'-7'1785,"1"-3"-1829,4 5 0,2 1 0,7 4 22,4 0 1,-3-4 0,6-1 0,-1 2 21,0 2 0,7-5 0,7-1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9.0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117 104 7762,'-8'20'350,"0"-3"1,1-1 181,0 2 1,3-4 0,-4 3 0,3-2-205,2-2 1,3-2 0,4-2-404,5-5 1,4-4 0,3-4-1,2-5-51,3-2 1,-6-8-1,3-1 1,-4-2-68,-1 1 1,-6 0-1,-2 0 1,-4 2 160,-1 0 1,0 5-1,-1-2 1,-2 4-49,-2 4 1,-6 5 0,-1-3 0,-4 2 55,1-1 0,-4 1 0,0 6-705,-1 2 1,3-1 0,-4 5 728,3 3 0,-5 0 0,2 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9.4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1 8919,'0'8'470,"0"1"-369,0 1 1,0 6 0,0 4 0,0 3 0,0 6-271,0 3 1,2 2 0,0 7 0,3 1-119,-2 1 1,-2-4 0,-1-6-256,0-1 0,0-4 0,-1-7 321,-4-8 1,2-8 0,-4-10 0,0-8 220,0-8 0,-2-3 0,-4-2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9.6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0 209 7762,'0'-21'20,"2"1"0,0 3 0,4-3 149,1 0 1,-2-4 0,3 7 0,2 0 308,2-2 0,1 9-316,0-3 1,0 9 0,0-1 0,0 4 0,0 2 2,0 4 1,-2 2-1,-2 6 1,-3 0-67,0 0 0,-5 4 0,3 0 0,-2 1-76,-2 0 0,-2-2 0,-2 5 0,-3-1-425,0 0 0,-5-3 0,5 3 1,-2-1-302,1-3 1,3 0-1,-2 0-54,1 1 0,0 0 757,2-4 0,4-1 0,0-4 0,6-2 0,7-6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29.9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156 27 7762,'-5'-9'156,"-4"0"1,-3 7 0,0-3-1,-1 4 453,0 1 0,0 6 0,0 1 0,0 1-213,0 1 0,4 0 0,2 4 0,0 1-183,-1 3 0,5-1 1,-1 4-1,3 1-348,1-1 1,4-3 0,2 3 0,1-1 15,3-3 1,6-3 0,1-4 0,-1-4-37,-1 1 0,2-6 1,0 2-1,-1-7-135,-2-2 0,-1-6 0,0-4 0,0-1 331,0 0 1,-4-1 0,-2-3 0,0 5 205,1 3 0,-6 1 1,3 0 41,-4 0 1,4 4-75,-1 0 1,0 8 0,-4 1 0,0 7-310,0 5 1,0 6 0,2 3 0,1 0-1466,1 1 1,2-5-1,-3 3-169,1-1 1728,6-2 0,-3-4 0,6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30.1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1 7762,'0'12'464,"-1"-3"1,-2 0 0,-2 1 119,3 1 1,-1 2-1,0 0-369,-2 0 1,1 0-1,4 0-322,0 0 0,0-4-1998,0 0 1,4-12 2104,1-2 0,5-5 0,-3-3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30.2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40 7762,'7'-13'327,"-1"4"589,-6 0-1487,0 7 290,0-4 0,0 12 281,0 2 0,6-2 0,1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0:30.5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 7921,'1'11'429,"4"-2"1,-4 2 0,3-2-116,-2 3 1,-1 1 0,2 0 0,3 0 11,1 0 1,-4 1 0,3 2 0,-2 3-218,0 1 1,2-3 0,-3 3 0,1 0-84,-1 1 1,-1-4-1,-2 3 19,0-1-298,0-2 0,0-11 1,0-8-1,0-8 274,0-6 1,1-8 0,2-1-1,3-3 34,1-1 1,-3 4 0,5 2-1,1-1-124,2 1 1,0 5 0,1 1 0,0 3-417,0 1 1,0 0 0,0 1 484,0 4 0,6-4 0,1 5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1:56.5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22 494 7737,'-6'0'1774,"-1"0"-1291,1 0 0,3 0 0,4 0 1,5-1 5,6-1 0,7 1 1,5-4-1,4 0-153,4 0 0,2-2 1,6 0-1,5-1-207,4 0 1,0-4 0,1 2 0,-2 0-338,-5 2 1,-10 1 0,-3 1 0,-3 2 109,-5 2 0,-9 1-1420,-2 1 1,-8 1 738,2 1 0,-5-1 0,-2 3 0,-2-1-1202,-2-2 1981,0 0 0,-3-1 0,-1 0 0</inkml:trace>
  <inkml:trace contextRef="#ctx0" brushRef="#br0" timeOffset="433">465 263 11320,'3'-6'251,"4"-1"0,5 1 0,5-1 0,3 1-26,3 0 0,2 1 0,4 1 0,0 0-195,0 0 1,-4 1-1,0 3 1,-4 1 23,-3 1 1,-5 2 0,-1 4 0,-2 2 125,-5 2 1,-2 1 0,-6 4 0,-3 3 57,-4 3 1,-2 1-1,-2 0 1,-1 1-66,-2-1 0,1-1 0,-1 1 0,2 1-790,0-1 1,2-2 0,1-2 0,0-2-949,2-3 0,3-4 1,-1-3 1564,3-1 0,4 0 0,-2-1 0</inkml:trace>
  <inkml:trace contextRef="#ctx0" brushRef="#br0" timeOffset="1032">991 19 11358,'0'7'0,"0"3"568,0 5 1,0 6 0,0 9 0,-1 5-399,-1 4 1,1-2-1,-1 0 1,1-3-537,-2-2 0,3-5 0,-2-3 1,1-5-838,1-3 0,0-9-2269,0 2 3472,0-12 0,-3-1 0,-1-9 0</inkml:trace>
  <inkml:trace contextRef="#ctx0" brushRef="#br0" timeOffset="1215">959 90 7737,'0'-7'0,"0"1"0,0 0 0,0-1 907,3 1 0,1-1 0,4 2 1,1 0-491,1 0 1,1 2-1,4-2 1,2 1-325,2 1 1,0 1 0,0 0 0,1 0-336,-1 1 1,-3 0-1,-2 1 1,-2 1 241,-4 1 0,0 1 0,-2 4 0</inkml:trace>
  <inkml:trace contextRef="#ctx0" brushRef="#br0" timeOffset="1399">1036 193 8365,'-5'0'746,"1"0"0,3 0 0,1 0-159,4 0 1,4-3 0,3 1 0,2-2-372,2-1 1,-1-1 0,3 0 0,0-1-716,0 1 1,-2 2 0,-2 2-1945,-3 2 0,2 0 2443,-4 2 0,-2 8 0,-3 3 0</inkml:trace>
  <inkml:trace contextRef="#ctx0" brushRef="#br0" timeOffset="1581">971 372 7737,'-6'7'0,"0"-1"595,2 0 1,3-2 0,4-2 363,4-1 1,4-1 0,1 0-1,3-1-1332,2-1 0,-1 1 0,2-3 0,-1 1-554,1 2 1,-1-3-1,1 1 1,-1-2 926,-1 1 0,-2-3 0,-1-3 0</inkml:trace>
  <inkml:trace contextRef="#ctx0" brushRef="#br0" timeOffset="1934">1273 193 7737,'-4'0'907,"-1"0"-226,0 0 0,3 2 0,-1 3 1,1 1-284,-1 3 1,1-1-1,2 4 1,0 2-228,0-1 0,0 4 1,0-1-1,0 1-36,0-2 0,0-2 0,0-1 0,0-1-426,0-3 1,1-3-5,1-3 0,1-5 0,2-3 0,-1-5 118,1-3 1,2-1 0,1-4 0,0-1 88,0 0 0,0 2 1,0 2-1,0 0 98,0 2 0,0 1 0,0 0 259,3 3 0,-4 3 1,0 6-1,-2 3-55,-2 4 0,1 4 1,-3 5-1,1 0-277,0 2 0,-2 0 1,0 1-1,0 0-121,0-1 0,0-2 0,0-1 0,0-2-1110,0-1 1,1-6 0,1-1 222,3-3 0,-2-1 1071,1-3 0,3-6 0,3-4 0</inkml:trace>
  <inkml:trace contextRef="#ctx0" brushRef="#br0" timeOffset="2251">1523 58 8491,'4'6'1043,"-1"-1"0,-3 5 0,2 2-653,0 0 1,1 4 0,-1 3 0,1 1-241,1 1 0,1-2 0,-3-2 0,0-2 1,1-1 1,-2-3-375,1-1 1,-2-5 0,-2-1 0,-3-2-228,0-2 0,-2 0 0,-1 0 1,-1 0 248,-1 0 1,1 0 0,-2 0 0,1 1 276,0 1 0,0 0 1,4 4-1,0 1 137,-1 3 1,4-2 0,0 3 50,3 0 0,0 1 0,0 1 0,3-1 0,2-1 88,2-2 1,1-4 0,1-2 0,-1 0-681,1-2 1,0-1-1,-1-2 1,1-3-402,1-2 0,-2-1 1,1-2-1,-2 0-306,-1 0 0,1 1 1035,-1-1 0,-2-1 0,-2-2 0</inkml:trace>
  <inkml:trace contextRef="#ctx0" brushRef="#br0" timeOffset="2799">1953 0 7737,'-2'7'0,"-1"-1"84,-1 0 0,3 3 0,-1 0 0,1 2 0,1 2 413,0 4 0,0 2 1,0 2-1,-1 2-368,-1 0 0,1 2 0,-1-2-282,2 0 1,-3-1-1,1-3 1,-2-1-1,-1 0 153,-1-1 0,-3-5 0,-1 0 0</inkml:trace>
  <inkml:trace contextRef="#ctx0" brushRef="#br0" timeOffset="2965">1850 244 7737,'1'-7'703,"1"1"0,2 2 0,3 2 0,1 2-369,3 0 0,4 0 1,2 0-1,2 0-367,3 0 1,-2 0 0,3-1 0,0-1-2261,0 0 2293,-3 0 0,5-4 0,-2-1 0</inkml:trace>
  <inkml:trace contextRef="#ctx0" brushRef="#br0" timeOffset="3215">2126 205 7737,'-6'13'0,"-1"0"315,1 0 0,2 0 1,0 0-1,2-1 255,3 1 1,1-2 0,5-1 0,0-2-226,1-2 1,3-2-1,3-4 1,1-1-527,0-1 1,-1-2-1,-1-4 1,1-2 219,-2-2 0,-3-1 0,-2-4 0,-2 0-166,-2 1 1,-3-1 0,-3 3 0,-2-1 136,-2-2 1,-1 3 0,-3 0-128,0 2 0,-2 3 0,-1 3 0,-1 0 0,0 1-809,-1 1 0,2 2 0,0 0 1,2 1 925,1 1 0,1 0 0,-3 0 0,0 0 0</inkml:trace>
  <inkml:trace contextRef="#ctx0" brushRef="#br0" timeOffset="3798">984 706 7921,'1'4'350,"1"0"1,0-2-1,2 0 1,1-2 0,1 0-227,0-2 1,3-2-1,0-2 1,0-1-87,0-2 1,2 1 0,-2-3 0,-2 1-74,1 0 0,-5-2 0,-1 4 0,-1 0-45,-1 1 1,-4 1 0,-2 1 0,-4 2 68,-2 0 1,-1 1 0,0 3 0,0 3 154,1 2 1,-1 3 0,1-1 42,1 3 1,2 1 0,2 1 0,2 2 0,0 3-65,3 0 0,2 2 1,2 1-1,3 0-272,0 0 0,5-2 0,0-2 0,2-2-193,1-1 1,0-4 0,0-3 0,0-2-1275,-1-2 0,1-6 1616,0-4 0,0-5 0,0-4 0</inkml:trace>
  <inkml:trace contextRef="#ctx0" brushRef="#br0" timeOffset="4466">1138 654 7915,'-3'3'515,"-2"-1"0,3 2 0,-1 2-137,1 1 1,1 2 0,-2 3 0,1 2-163,0 2 0,0 4 0,2 3 1,0 0-160,0 1 0,0-1 0,0-1 0,0-2 94,2-2 0,-1-6 0,2-2 0,0-5-421,1-3 1,0-2-1,0-5 1,1-3-163,1-3 0,0-8 0,0-2 0,1-1 345,-1-2 1,1 1-1,0-1 1,1 1 23,0 1 0,2 3 1,-3 3 209,2 3 1,-1 1 0,-1 6-1,-1 2 1,0 3 132,-2 2 1,0 6 0,-3 5 0,1 4-171,0 3 0,-1-1 0,-1 5 0,0 0-161,0 0 0,0-2 0,0 2-233,0-1 1,0-1 0,2-4-1,1-3-543,0-3 1,1-4-1,3-6 1,-1-4 826,1-5 0,-1-4 0,0-6 0,1-4 0,-1-2 0,1 0 0,-1-4 0,1 1 0,-1-1 0,0 6 0,1-1-43,-1 2 0,2 1 0,-1 3 0,-1 3 89,0 2 1,-3 6 0,1 4 0,-1 5 444,1 3 1,-3 4-1,2 4 1,0 2 34,1 0 0,0-1 0,-1 2 0,1-1-257,-1 0 1,0-1-1,1 0 1,0-2-170,0 0 1,-1-2 0,-3-1-383,2-1 0,-2-1-34,0-4 1,-5-1 0,-4-4 69,-1-1 1,2 1 0,-3-3-1,0 1 125,1 2 1,-2 0-1,2 1 1,0 0-1,1 1 339,0 1 0,4 4 0,-1 3 0,2 1 15,3 1 1,1 0-1,2 0 1,3 2-178,3-2 0,0 0 1,2-1-1,3-2-237,1-3 0,-2-2 0,2-3 0,0-1-151,0-1 1,0-2-1,-2-5 1,-1-1-2,0-2 1,-3-2 0,2 0-204,-3-1 0,1-2 536,-4 2 0,4-3 0,2 1 0</inkml:trace>
  <inkml:trace contextRef="#ctx0" brushRef="#br0" timeOffset="4782">1914 654 7983,'-2'-10'361,"-3"-1"0,-1 1 1,-2-1-1,-1 3-141,2 1 0,-1 2 1,0 2-1,-1 0 129,2 2 0,-1 3 0,2 5 1,0 3 225,-1 2 0,1 4 0,0 3 1,1 2-394,1 2 0,2 0 1,-1 3-1,1 0-453,0-1 1,0 2 0,2-1 58,0 0 0,0 0 0,1-7 1,0-3-1,1-2-5067,0-4 5279,-2-3 0,-2-10 0,-2-4 0,-2-6 0</inkml:trace>
  <inkml:trace contextRef="#ctx0" brushRef="#br0" timeOffset="5116">1754 847 7737,'-2'-9'216,"0"-2"1,-3 2 356,3 0 0,1 5 0,3 2-419,2 1 0,3 1 1,1 0-1,1 0-373,1 0 1,1-2 0,3-1 0,2-1-462,1-1 0,-3 1 1,1-2-1,-1-1 459,1 0 1,-4 0-1,1 1 1,-2-1 285,-2 1 96,-3 2 1,-5 6 0,-3 5 0,0 3 582,-2 1 0,-1 2 0,0 1 0,0 2-205,2 0 1,1-1-1,3-1 1,0 0-376,0-1 0,0-3 0,1-2 0,2-1-129,3-3 1,0-1 0,4-4 0,-2-2-71,1-3 0,0-3 0,-2-4-45,0 0 1,0-2 0,-5 0 0,-1 1 0,0 0-146,-1 1 1,-4 3-1,-1 0-243,-3 1 1,-1 2-1,0 4 1,-1 0-1,0 1-239,1 2 0,2 0 0,1 0 135,0 0 0,2 0 572,2 2 0,1 2 0,1 2 0</inkml:trace>
  <inkml:trace contextRef="#ctx0" brushRef="#br0" timeOffset="5398">2011 757 7737,'6'3'520,"-2"-2"0,1 4 45,0 0 0,-2-2 0,1 1 0,1-1 76,-2 1 0,1 0 1,-3 2-1,2 2-341,1 0 1,-3 1-1,1 3 1,-1 2-176,-1 2 1,-1-1 0,-1 4 0,-2 1-593,-2 0 0,-1-3 0,-1-2 0,0-2 21,0-3 1,1 0 0,0-5-1,1 0 138,-1-3 0,4-4 0,1-3 0,1-3 222,1-3 1,1-1 0,1-1 0,4 0 41,2-2 0,3 0 1,0 0-1,1 1 110,1 1 1,1 2 0,1-2 0,2 0-346,1 1 1,1-1 0,1 1 0,-1 3-480,0 3 0,0 1 0,-3 1 758,-3 2 0,0 4 0,-3 2 0</inkml:trace>
  <inkml:trace contextRef="#ctx0" brushRef="#br0" timeOffset="5980">914 1321 7612,'-7'3'394,"4"-1"128,1 2 0,4-3 1,3 2-1,3-3-188,5 0 1,1 0 0,2 0 0,0-3-231,1-1 0,-2-4 0,1-3 0,0-1 30,-2-1 1,-2 0 0,-3 0-96,-2 0 0,-2 1 0,-6 0 0,-2 1 0,-4 2-50,-5 2 0,-2 4 0,-4 0 1,0 4-152,0 3 1,0 4 0,-1 5 279,2 2 0,2 1 1,2 4-1,1 2 1,1 1 38,2 2 1,5 1 0,2 0 0,3-1-172,3-2 1,1-1 0,6-4 0,1-2-346,2-4 1,0-2 0,1 0 0,1-5-589,1-1 1,-1-5-1,-1-4 1,0-3 538,0-2 1,0-5 0,-3-2 0,0-3 407,-2-1 0,-2-2 0,2-2 0</inkml:trace>
  <inkml:trace contextRef="#ctx0" brushRef="#br0" timeOffset="6315">1119 1277 7737,'0'-7'506,"0"3"-132,0 0 0,-1 2 1,0 1-1,-1 3-16,0 4 0,2 4 1,0 2-1,0 2-25,0 1 0,0 1 1,0 3-1,0-1-208,0-1 1,2 1 0,0 2-1,-1 2 40,0-2 1,0 0-1,0-1 1,1-2-372,0-2 1,-2-2-1,1-3-36,1-4 0,-1-4 0,2-6 0,-1-5 81,0-5 1,3-6-1,-1-4 1,0-2-271,0-2 0,0 3 0,3-2 0,0 1 323,2 3 1,-2 0 0,4 6 0,0 2 385,-1 4 1,0 6-1,-3 4 1,0 3-89,-1 4 0,-2 4 0,0 5 0,-2 2-3,-1 2 1,-1 0 0,0 0-1,0 0-281,0 1 0,2-1 0,0-1 0,0 0-406,-1-1 0,-1-5 1,2 1-1,1-4-392,0-3 0,-1-3 0,3-4 591,-1-1 1,1-5-1,0-6 301,0-3 0,-1-3 0,2 0 0</inkml:trace>
  <inkml:trace contextRef="#ctx0" brushRef="#br0" timeOffset="6497">1382 1232 7737,'4'-7'281,"-2"1"1,-2 6-1,0 5 1,0 6 362,0 6 0,1 1 0,1 1 1,0 1-483,-1 2 1,0-2 0,-1 3-1,0 0-311,0 0 1,0-2 0,0 2 0,0-1-418,0-1 0,0-1 0,0-3 0,0-1-185,0-3 0,-1-7 0,-1 0 751,-2-2 0,-2-8 0,-3-3 0,-1-6 0</inkml:trace>
  <inkml:trace contextRef="#ctx0" brushRef="#br0" timeOffset="6630">1337 1450 7295,'0'-9'0,"0"0"-115,0-1 1,0 3-1,1 0 879,1-1 0,2 0 0,2 2 0,1 1-336,2 1 0,-2 0 1,3 0-1,0 1-574,0 0 1,1 3 0,1-2 0,0 1-43,-2 1 0,-1 0 1,1 0-1,-1 0 188,-1 0 0,-1 0 0,-1 0 0</inkml:trace>
  <inkml:trace contextRef="#ctx0" brushRef="#br0" timeOffset="6865">1542 1353 7737,'7'3'83,"-1"-1"0,1 0 0,-1-2 414,0 0 0,1-3 0,-1-1 1,1-2-251,-1 0 0,-2-1 0,0 1 1,-1-1-64,-2-2 0,0 2 1,-2-2-1,-2 2-79,-3 1 0,-1 0 1,-4 2-1,0 2-3,-1 1 0,-1 2 0,1 2 0,0 2-225,2 3 1,2 4-1,-1-2 1,2 3 105,1 2 0,2-1 1,2 3-1,1-1-644,1 1 1,1-5-1,2 2 1,2-1-25,3-2 1,2-5 0,-3-2 684,2-2 0,2-2 0,-1 0 0</inkml:trace>
  <inkml:trace contextRef="#ctx0" brushRef="#br0" timeOffset="7148">1613 1328 7737,'0'-3'1179,"0"3"-782,0 4 1,0 4 0,0 4 0,0 1-94,0 2 1,0 3 0,0-1-1,0 2-104,0 3 1,0-2 0,0 1 0,0-1-274,0-1 0,0-2 0,0-1 112,0-3 55,0-1 0,0-14 1,0-5-1,0-4 132,0-4 1,1 0-1,0-4 1,2-1-259,0 0 0,2 1 0,0 0 0,0 1-243,0 1 1,-1 3-1,2 0 127,1 2 0,-1 1 0,1 4 0,-1 2 0,0 0-1806,1 1 1,-1 1 1953,1 3 0,-1 0 0,1 0 0</inkml:trace>
  <inkml:trace contextRef="#ctx0" brushRef="#br0" timeOffset="7530">1773 1347 7737,'0'6'71,"1"1"0,0-1 1,2 1 333,-2 2 1,0-1-1,-1 2 1,0 1-98,0 1 1,0 0 0,0 5-1,0 1-413,0 0 0,-1 4 1,0 0-1,-2 0-227,2 3 1,0-5 0,1-2-1,-2-2-642,0-4 1,-1-3 973,1-7 0,1-7 0,-3-7 0,1-3 0,2-4 0,0-2 0,1-6 0,0 0 0,0 2 0,-1-1 0,0 3 0,-1 0-43,0-1 0,2 3 1,0 1-1,0 1 102,2 2 0,0 3 1,2 0-1,1 1 238,1 3 1,0 2-1,1 0 1,0 3 346,1 3 1,0 1 0,2 2-378,-1 1 0,0 2 1,-3 5-1,-1 1-69,-1 0 0,-3 2 1,2-1-1,-3 0 0,0 1 86,0-2 0,0 1 1,0 1-1,-2-1-502,0 0 1,-3-2 0,1 1-380,-2-1 0,0-1 1,-1-1-1,1-1-277,-1-2 0,3-1 0,0-3 0,-1-1 874,2-1 0,-3-5 0,3-3 0</inkml:trace>
  <inkml:trace contextRef="#ctx0" brushRef="#br0" timeOffset="7814">1908 1270 7737,'6'0'253,"-2"0"0,1 3 0,-3 1 1,-1 3-1,0 0 0,-1 3 626,0 0 1,0 0 0,0 4 0,0 0-739,0 1 0,-2 3 1,0-2-1,0 1-139,-1 1 0,2-3 1,-3 1-1,1 0 15,2 1 0,-2-6 0,0 0-197,-1-3 0,2-5 1,-1-1 108,0-4 1,1-2-1,2-5 1,0-2 110,0-3 1,0 0 0,2-3 0,1 1 8,0-1 1,1 3-1,1-1 1,-1 2-340,1 0 1,1 2-1,0 1 1,1 1-439,-1 1 1,0 3-1,1 1 1,-1 2-165,1 0 892,-1 1 0,1 1 0,-1 0 0</inkml:trace>
  <inkml:trace contextRef="#ctx0" brushRef="#br0" timeOffset="7946">2062 1366 7737,'-2'15'0,"0"0"0,-3-2 0,2 3 0,1 0-253,-1-2 1,0 0-1,2-1-184,-2 0 0,2-7 437,3-4 0,2-4 0,2-4 0</inkml:trace>
  <inkml:trace contextRef="#ctx0" brushRef="#br0" timeOffset="8079">2075 1270 7737,'0'-6'165,"0"-1"1,-2 1-1,-1 0 1,0 1 232,0 1-423,1 2 1,2 0 0,1 4 24,1 3 0,1 0 0,4 2 0</inkml:trace>
  <inkml:trace contextRef="#ctx0" brushRef="#br0" timeOffset="8365">2241 1244 7737,'-6'-2'0,"0"0"0,-1 0 0,1 2 0,0 1 845,2 1 0,-2 1 1,3 4-1,-2-1-417,1 1 0,3 0 1,-2 1-1,3 1-268,0 1 0,2-2 0,1 3 0,0 0-113,2-1 1,1 1 0,0-2-1,-1-1 58,-1 2 0,-3-3 0,2 1 0,-3 0-278,0 1 0,0-2 0,0 1 0,0-1 101,-3 0 1,0-3 0,-4 0 0,0-1-458,-1 1 1,1-3 0,-2 1 0,2-1-518,1-1 0,0-1 1046,2-1 0,-2-4 0,2-4 0</inkml:trace>
  <inkml:trace contextRef="#ctx0" brushRef="#br0" timeOffset="8630">2241 1386 7737,'7'3'-34,"0"0"0,1-1 0,0 0 1,1 0-1,0-2 620,2 0 1,-1 0 0,0-3 0,0-3-37,0-2 1,-2-1 0,0 1-1,-3-1-376,-3-1 0,-2 1 0,0-1 0,0-1-190,-2 1 0,-2 0 0,-3 3 0,-2 0-111,-4 1 0,0 4 0,-2 0 0,1 1 208,2 1 0,1 5 1,1 2-1,1 2 233,1 3 1,4 2-1,1 2 1,3 0-122,0 2 1,3 1 0,2-1-1,5 0-305,5-1 1,4-3 0,2 1 0,3-4-858,1-3 0,2-4 0,1-5 0,3-4-1248,-1-5 2217,-2-5 0,1-5 0,-4-2 0</inkml:trace>
  <inkml:trace contextRef="#ctx0" brushRef="#br0" timeOffset="9230">920 1809 8629,'-1'6'0,"0"-1"467,-1 2 0,0-2 0,2 6 0,0 1-283,0 2 0,0 4 0,2 2 0,1 2-208,0 1 0,-1-4 0,3-1 0,-1-1-1055,0-3 0,1-3 1,-3-4-672,2-2 1750,-3-2 0,5-8 0,-2-3 0</inkml:trace>
  <inkml:trace contextRef="#ctx0" brushRef="#br0" timeOffset="9379">965 1745 7737,'-1'-5'234,"0"1"1530,-1-1-970,-3 2-878,4 1 1,-1 4 0,3 1 0,3 0-704,2 2 1,-1 1 0,3 0 0,0 1 786,1-1 0,1-2 0,2 1 0,1-1 0</inkml:trace>
  <inkml:trace contextRef="#ctx0" brushRef="#br0" timeOffset="9580">1100 1770 7648,'0'10'-22,"0"-2"1,0 1-1,0 1 425,0 0 1,0-1 0,0 2 0,0 0-76,0 1 0,0 2 0,0 0 1,0 1 85,3-1 0,-3 0 1,2-1-1,-1-1-222,-1-2 1,0 0 0,0-2 0,0 1-216,0-1 0,-3-4 0,-1-2 1,-2-1-413,0-1 0,-3 0 0,-1 0 1,-1-1-245,0-1 0,3-2 0,-2-2 0,2-1 10,0 1 0,5-1 0,-1-1 669,3 0 0,-2-4 0,-1 2 0</inkml:trace>
  <inkml:trace contextRef="#ctx0" brushRef="#br0" timeOffset="10108">1350 1879 6673,'0'-3'1908,"0"8"0,0 6-1822,0 1 1,0 5 0,0-1 26,0 1 0,2 1 0,0-1 0,0 1 1,0-1-161,1-2 1,-1-2 0,-2-2-1,0-3-250,3-1 1,-3-4 90,2-3 1,0-6 0,-1-4 0,2-4 78,1-3 0,0-1 0,2-5 0,-1 1 33,-1-1 1,1 2 0,3 0 117,0 1 0,1 1 0,-3 4 439,1 4 1,-3 5 0,0 9-1,-2 4-177,0 3 0,-1 2 1,-1 3-1,0 2-151,0 2 0,2 0 0,0 0 0,0 1-784,1-1 1,-2 0 0,4-1 0,0-2-957,0-1 0,4-8 1605,2 2 0,1-3 0,1 0 0</inkml:trace>
  <inkml:trace contextRef="#ctx0" brushRef="#br0" timeOffset="10328">1613 1924 7737,'-7'1'415,"0"1"1,0 3 222,-2 3 0,0 2 0,3 2 0,0 0 39,-1-2 0,4 1 1,0 1-1,3-1-456,3 0 0,1-3 0,4 1 1,2-3-426,2-2 0,-3-1 0,4-3 0,-2 0-42,-1 0 0,2-1 0,-4-1 0,0-2 35,-1-2 1,-3-1 0,-2-1 0,-1 0 131,-1 0 1,0 1 0,-1 0 0,-1 1-133,-2-1 0,-4 1 0,-1 0 0,1 0-762,1 2 1,1-2 0,-1 2 62,1-2 1,2 0 909,2-1 0,-1 1 0,-1-1 0</inkml:trace>
  <inkml:trace contextRef="#ctx0" brushRef="#br0" timeOffset="10478">1735 1886 7737,'0'12'0,"0"1"0,0 4 0,2-1 466,0 2 1,0-3 0,-1 4 0,0-3-119,1-2 1,1 2 0,-3-2 0,2-1-869,0-2 1,0-3 0,-2 1-1531,0-2 2050,0-3 0,0-2 0,0-2 0</inkml:trace>
  <inkml:trace contextRef="#ctx0" brushRef="#br0" timeOffset="10617">1709 1995 7737,'4'-1'991,"1"0"-708,0-1 0,0-1 0,2 1 1,-1 0-457,1 1 0,1-1 0,1 1 1,1-2-177,2 0 1,-2 1 348,0 0 0,1-2 0,2 1 0</inkml:trace>
  <inkml:trace contextRef="#ctx0" brushRef="#br0" timeOffset="11228">2055 1950 7737,'0'-6'159,"0"-1"0,0 1 1,-2 1 742,0 1-358,0 0 0,2 1 1,1 3-201,1 4 1,-1 4-1,1 3 1,1 2-242,-1 2 1,1 0 0,-2 2 0,2-1-11,0 0 1,-1-3-1,1 2 1,-1-1-210,0-1 0,2-3 1,-1-2-1,1-1-20,1-3 1,0-1 0,2-3 0,0-1 132,1-1 1,0-4 0,1-5 0,-1-2-1,1-2 1,0-1 0,-1-4 0,1 1-80,-2 0 0,1 2 0,-2 0 0,0 1-584,1 0 0,-1 4 0,1-1 0,-1 3-645,0 3 0,1 2 1311,-1 3 0,1 1 0,-1 1 0</inkml:trace>
  <inkml:trace contextRef="#ctx0" brushRef="#br0" timeOffset="11495">2293 1931 7942,'6'0'409,"1"0"0,-1 2 1,0 0 0,1 0 0,-1-3-125,-2-1 1,1-1 0,-3-4 0,-1 0-88,0-1 0,-2 0 0,-1-3 0,-2 0 153,-2 1 1,-1 1-1,-1 1 1,-1 1-8,-1 2 0,2 2 0,-2 1 0,0 2-157,0 2 1,2 3 0,-1 3 0,2 3-123,1 1 1,1 4-1,2 1 1,0 2-205,2 2 1,1 0 0,2 2 0,2-1-670,2-1 0,1-6 0,1-1 0,3-2-368,1-3 1,0-4 0,-1-3 0,1-2 1175,-1-2 0,1-1 0,4-9 0,0-2 0</inkml:trace>
  <inkml:trace contextRef="#ctx0" brushRef="#br0" timeOffset="11761">2415 1924 7932,'-3'-6'1272,"1"2"-888,-2 2 0,3 2 1,-1 3-1,1 3-118,1 2 0,-2 3 0,0 0 0,0 3-52,1 1 1,-1 0 0,0-2 0,1 0-276,0-1 1,-1 1-1,0 0 1,0-1 76,-1-1 1,2-2 158,-1-2 0,1-5 0,1-2 49,0-3 1,0-4-1,1-1 1,1-4-26,2-2 0,2 1 0,1-2 0,1 1-345,1 1 0,-1 0 1,-2 1-1,1 1-407,-1 0 1,3 3 0,-1-2-1,0 0-920,-1 3 0,-2 2 1,-1 1 1472,1 1 0,1 1 0,0 2 0</inkml:trace>
  <inkml:trace contextRef="#ctx0" brushRef="#br0" timeOffset="11890">2524 1950 7737,'2'4'97,"1"1"0,0 0 261,-1 0 0,3 0 1,-2-2-1,0 1-331,2-1 0,-1-1 0,0 0-848,1-2 0,1 0 821,0 0 0,0-5 0,1-2 0</inkml:trace>
  <inkml:trace contextRef="#ctx0" brushRef="#br0" timeOffset="12044">2646 1822 7737,'-7'6'686,"1"1"1,-1 2-1,0 2-104,-1 3 1,1 1 0,-2 4 0,2 2-273,0 4 0,1-2 0,0 6 0,0 1 357,2-1 0,-1-4 1,3-2-1,0 0-1085,1-2 1,1-2 0,0-1 0,0-3-3332,0-4 3749,3-6 0,-2 4 0,2-6 0</inkml:trace>
  <inkml:trace contextRef="#ctx0" brushRef="#br0" timeOffset="12694">1100 2412 7737,'3'-7'0,"-1"-1"0,-1-1 130,-1-1 0,0 3 0,-1-1 1,-1 1 532,-2-1 1,-2 3 0,-1 2 0,-1 0 66,-3 2 0,1 3 0,-1 3 1,1 3-405,0 2 0,0 5 0,5 3 0,0 2-224,3 1 0,2 4 0,2-3 1,3 2-7,0-1 1,5-2 0,0 0 0,2-3-384,1-1 0,-2-2 1,-1-1-1,-1-3 64,-1-2 1,-3-2 0,-1-1 294,-2 1 1,-2-1 0,-5-2 0,-1 0-186,-2-1 0,-2 1 0,-3-2 0,0 0-257,0-2 0,0 3 0,1-1 1,1-1-1144,0 0 1,4-2 0,0-1-254,5-2 1766,1 1 0,7-6 0,1 2 0</inkml:trace>
  <inkml:trace contextRef="#ctx0" brushRef="#br0" timeOffset="12911">1305 2386 7852,'-3'-4'345,"-1"0"110,-2 1 0,-1 1 0,-1 2 0,-1 0 815,-1 0 1,1 3-1,-3 2 1,-2 3-877,1 3 0,1 4 1,2 4-1,1 3-560,1 3 1,2 0-1,1 4 1,3 0 79,1 1 0,4-6 0,2-1 0,3-3-1132,3-5 1,4-6 0,1-5 0,2-1 1217,1-2 0,-1-3 0,4-1 0</inkml:trace>
  <inkml:trace contextRef="#ctx0" brushRef="#br0" timeOffset="13212">1420 2431 7737,'-7'-3'0,"-1"0"515,-3 3 1,1 0 0,0 0 0,0 0 332,0 0 0,2 3 0,-2 1 0,0 2-383,3 3 0,0-1 1,2 2-1,2 2-286,0 0 0,3-2 0,3 0 0,3 0-463,3 0 0,3-2 1,1 0-193,-1-3 0,4-2 0,1-4 0,1-2 1,0-3-293,-1-4 1,-5-2 0,1-1 602,-1 0 0,-3 0 0,0 1 0,-2-1 0,-1 3 400,-2 1 1,1 4 157,-3 1 0,0 6 0,-2 2 0,0 3 39,0 3 0,0 1 0,0 2 0,0 0-220,0 0 0,0-1 1,0 1-1,1-2-2137,1 0 0,-1-6 0,4 1 1925,0-2 0,0-2 0,2-2 0</inkml:trace>
  <inkml:trace contextRef="#ctx0" brushRef="#br0" timeOffset="13410">1619 2361 7737,'-6'0'708,"-1"0"0,3 2 0,1 1 1,0 0 19,1 2 1,2 1 0,0 2 0,0 2-171,0 2 1,0 1 0,0 6 0,0 1-1031,0 3 0,2 0 0,1 3 1,0-1-440,2 1 0,1-5 0,0-3 1,1-2 229,-1-4 1,1-5 0,1-5 0,1-2-173,-1-5 853,-1-2 0,2-9 0,1 0 0</inkml:trace>
  <inkml:trace contextRef="#ctx0" brushRef="#br0" timeOffset="13695">1728 2393 7737,'-6'-7'0,"0"1"0,-1 2 0,1 2 0,-1 1 1016,1 1 1,2 0 0,-1 1 0,1 2-257,0 3 1,-1 1 0,3 4 0,1 1-541,0 0 1,1 0 0,0 1 0,0 0-291,0 0 0,3 0 0,1-1 0,3-1-137,1 0 0,0-6 1,2-1-1,0-2-316,0-2 0,-1-1 0,1-2 1,-1-3 368,-1-1 1,-1-5 0,-1 2-1,-2 0 531,-2-1 0,1 2 0,-1-1 232,-1 1 1,1 3 201,0 4 0,-1 7 0,1 4 0,-2 5-612,0 3 0,1 2 1,1 3-1,0 1-1271,2 2 1,-2-3 0,2-2 0,-1-3 500,1-3 1,0-6 570,3-6 0,-1-7 0,0-2 0</inkml:trace>
  <inkml:trace contextRef="#ctx0" brushRef="#br0" timeOffset="14063">1882 2380 10853,'0'6'525,"0"1"0,-2-1 0,0 0 0,1 2 398,0 0 1,1 1 0,0 3-1,0 2-611,0 2 0,0-1 1,0 2-1,0 1-237,0 0 1,0-1-1,0-3 1,0-1-846,0-2 0,0-4 318,0-3 0,1-5 0,0-2 0,2-4 168,0-4 1,0-1 0,1 0 0,1 1 205,1 0 0,-1 3 0,0 0 199,2 0 0,1 4 1,-1 1-1,-1 0 215,0 1 0,1 2 0,-1 2 418,-2 3 0,1 3 0,-3 3 0,-1 2-338,0 2 0,-2-1 0,0 3 0,-2 0 0,0 0-671,-2-2 1,-1-4 0,-1-1 0,-1-1-1391,-1-1 0,1-4 759,1-1 0,1-4 1,0-3-1,2-5 0,2-4-1047,1-4 0,1-1 1933,0-5 0,0-4 0,0-2 0</inkml:trace>
  <inkml:trace contextRef="#ctx0" brushRef="#br0" timeOffset="14462">2023 2373 10260,'3'5'0,"-1"-1"0,1 1 0,0 1 1398,-1 3 0,-1-1 0,0 5 0,2 1-1119,-2 4 1,0-1 0,-1 3 0,0 1-536,0-1 0,0-1 1,0-2-1,0-4-3031,0-1 1893,0-7 1,2-3 0,3-6 0,0-2 1357,-1-3 1,2 2 0,-2-2 0,2 2-37,0 1 1,1 2 0,-1 0 0,0 1 80,1-1 0,-1 3 1,1-2-1,0 3 1119,1 0 1,0-3 0,2-1 0,0 0-596,0 0 1,-2-1 0,0-1 0,0 0-250,1-1 1,-4-1 0,1-1 0,-3 1-122,-1-2 1,-2 3 0,0-1 0,-3 0 33,-1 2 1,-2 0-1,-1 0 66,-1 2 1,0 1 0,-3 3 0,1 0-1,0 1 244,1 1 1,2 3 0,0 5-1,1 0-171,0 4 1,1-1-1,2 5 1,0-1-398,2 2 1,0 1-1,1 0 1,1 0-664,1-2 1,1-1 0,4 0 0,0-4-5632,1-1 6355,-1-7 0,6 0 0,-3-5 0</inkml:trace>
  <inkml:trace contextRef="#ctx0" brushRef="#br0" timeOffset="14634">2248 2572 7737,'3'1'0,"0"0"0,-1 2 2008,1 1 1,-1-3-2756,1 1 0,-2-1 747,3-1 0,-2 0 0,1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4:14.4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38 179 7787,'-3'7'-192,"2"-1"-44,-3 1 1,0-1-1,-1 0 649,1-2 596,3-1-238,-2-3 1,3 3-1,2 1-201,0 2 1,3 3 0,-1 2 0,2 4-220,0 4 0,-1 6 0,-1 6-158,1 5 0,-2 12 1,-1 4-1,-1 5-309,-1 3 1,-1-2 0,-1-5-1,-3-6 1,0-5-588,-2-7 0,4-8 0,1-7 1,1-4-941,1-5 1,1-4 1642,1-3 0,1-4 0,4-3 0</inkml:trace>
  <inkml:trace contextRef="#ctx0" brushRef="#br0" timeOffset="299">13 314 7816,'-3'-6'0,"-1"-1"0,1 3 704,1 0 1,2-1 0,4-1-1,3 0 26,2-1 1,5 1-1,3-1 1,1-2-630,2-2 0,2 1 0,3 0 1,1-2-138,1 0 1,-4 1 0,2 1-793,-2 1 1,-3 1 0,-3 2 0,-2 2 0,-4 2-2308,-2 1 3135,-5 4 0,-1 3 0,-3 4 0</inkml:trace>
  <inkml:trace contextRef="#ctx0" brushRef="#br0" timeOffset="482">109 442 8297,'-7'6'684,"3"-4"1,1 5-498,0-2 0,2-2 0,5-1 0,5-3 130,2-1 1,5-3 0,1 0 0,2-1 62,3-3 1,-1 2 0,4-3 0,1 0-1064,1 3 0,-5 0 0,-3 3 0,-1 2-1246,-2 1 1929,-6 1 0,5 6 0,-5 1 0</inkml:trace>
  <inkml:trace contextRef="#ctx0" brushRef="#br0" timeOffset="682">109 744 7640,'-7'4'0,"2"0"483,0 1 1,0-1 542,3 0 0,4-2 0,4 0 0,4-2-617,2-2 1,4-1-1,1-2 1,2-3-947,0-1 0,1 0 0,0-1 0,3 0-229,-1 0 0,-1-1 0,0-1 766,-3 2 0,0-5 0,-2 1 0</inkml:trace>
  <inkml:trace contextRef="#ctx0" brushRef="#br0" timeOffset="1032">404 404 7741,'0'4'0,"0"0"960,0 1 1,0 1 0,0 1-1,0 2-505,0 4 1,0 3-1,0 3 1,0 1-283,0 2 0,2-2 1,0 3-1,0-2-425,1-2 0,-2-5 13,1-3 0,2-6 1,-1-2-1,1-3-60,1-5 0,-3-6 0,1-4 197,0-3 0,2-4 0,0-2 0,0-2 0,0 0 39,2 1 0,-4 1 1,5 2 155,0 2 0,0 3 1,-1 4-1,1 3 1,0 5 119,0 3 1,-1 4 0,0 5 0,-1 4-110,0 6 1,0 3-1,-2 6-84,-1 2 1,-1 0 0,1 3-1,-2-2 1,0-1-1235,-1-3 1,0-3 0,0-6 1213,3-3 0,-3-3 0,3-3 0</inkml:trace>
  <inkml:trace contextRef="#ctx0" brushRef="#br0" timeOffset="1582">840 417 7807,'-3'-7'-395,"3"3"0,-3 0 792,0-1 1,1-1 0,-2 0 196,-1-1 1,0 3-1,0 0-278,1 1 1,-1 1 0,-3 2 0,-1 0 0,0 1 30,-1 1 1,-1 5 0,1 4 0,-1 4 60,0 4 1,3 3 0,-1 4 0,1 0-284,2 2 0,4-3 0,1 2 1,2-1-605,3-1 1,5-5 0,2-6 0,1-2 281,3-1 0,0-6 0,2-1 0,0-3-3183,2-1 3380,-3-2 0,6-5 0,-2-3 0</inkml:trace>
  <inkml:trace contextRef="#ctx0" brushRef="#br0" timeOffset="1865">956 423 7807,'-6'4'200,"2"1"0,-2-1 0,2 3 1,0 2 396,0 1 1,-1 3 0,0 2-1,0 3-291,1 3 1,0 1 0,-1 4 0,1 0-238,-1-1 0,1-2 0,0-2 0,0-3-68,0-3 0,0-5 216,2-1 0,2-6 0,-2-3-98,4-3 1,1-6 0,4-1 0,-1-3 97,0-2 0,2-2 0,0-4 0,3-1-138,1-1 1,1 0 0,0-2 0,-1 0-380,1-1 0,1 6 1,-1-3-1,1 3-1042,-2 2 0,-1 2 1,1 5 1341,-1 3 0,-2 1 0,-2 0 0</inkml:trace>
  <inkml:trace contextRef="#ctx0" brushRef="#br0" timeOffset="2048">1045 462 7730,'-3'4'926,"0"-1"0,1 1-72,0-1 0,0 0-401,4 1 0,3-3 1,2 1-1,3-1-163,0-1 0,1 0 0,3-1 0,1 0-84,0-1 0,-1-1 0,0 2 0,1-2 305,-1-1-511,0 3 0,2-8 0,0 2 0</inkml:trace>
  <inkml:trace contextRef="#ctx0" brushRef="#br0" timeOffset="2231">1276 391 7730,'-3'6'461,"0"-1"1,-4 1 0,1 1 77,0 0 0,-1 4 0,1 2 0,-1 5-293,1 4 0,0 3 0,0 5 0,1 1-27,1 2 0,1-4 0,0 0 0,0-4-668,2-3 1,0-2 0,2-3-1,1-5-472,2-2 1,0-6 0,2-2-1,2-1 921,1-1 0,-1-6 0,1-1 0</inkml:trace>
  <inkml:trace contextRef="#ctx0" brushRef="#br0" timeOffset="2415">1398 436 7730,'0'4'0,"-1"0"0,0 1 921,-1 1 0,-1 3 1,2 2-1,-2 2-115,-1 2 1,3 2-1,-2 4 1,1 3-837,0 1 1,-1 0 0,3 1 0,-2 0-118,0-1 1,0-4 0,2-3 0,0-2-346,0-2 1,1-5-1,1 2-3527,2-3 4019,-1-5 0,0-3 0,-3-3 0</inkml:trace>
  <inkml:trace contextRef="#ctx0" brushRef="#br0" timeOffset="2649">1379 506 7649,'3'-19'-26,"3"0"1,-2 1 0,3 2 397,1 1 1,0 4-1,3-2 1,0 0 87,1 1 0,2 6 0,0 0 0,2 2-154,0 0 1,-4 3 0,1-1-1,-3 4 32,-3 2 0,-2 5 0,-3 1 0,-2 3-181,0 2 0,-2-1 0,-3 3 0,0 0-307,-2 2 0,-1-4 0,-1 4 144,1-3 1,0-2 0,1-2 0,-2-2 0,1-1-757,1-1 0,1-4 0,0-2 0,1-4-2994,1-2 3756,2-2 0,-1-6 0,3-2 0</inkml:trace>
  <inkml:trace contextRef="#ctx0" brushRef="#br0" timeOffset="2798">1610 282 7730,'3'6'343,"-1"1"0,-1 2 0,-1 1 1,0 1 295,0 2 0,2-1 1,0 5-1,0 0-264,-1 1 1,-1 0 0,0 4-1,0 0-909,0-1 0,0 1 0,-1-2 0,-1 1 407,0-1 0,-1-4 0,1 0 127,-2-3 0,-2 2 0,0-2 0</inkml:trace>
  <inkml:trace contextRef="#ctx0" brushRef="#br0" timeOffset="2947">1571 481 7730,'1'-5'410,"0"1"0,2-1 145,1 0 1,-1-2 0,2 1 0,3-1-97,2 1 0,1-1 0,3-1 1,3-1-831,1 2 0,0-1 0,3 2 0,0 0-3607,0 2 3978,-1-2 0,5 3 0,-2-4 0</inkml:trace>
  <inkml:trace contextRef="#ctx0" brushRef="#br0" timeOffset="3617">2052 352 7589,'1'-6'0,"1"0"-1,0-1 1,0 1 667,-2-1 1,0 1-96,0 0 0,0 3 1,0 3-317,0 3 0,0 7 0,0 2 0,0 5-20,0 1 1,0 7-1,0 2 1,0 1-138,3 1 0,-2 2 0,3-5 0,1-1 0,2-1 58,1-5 0,-1-6 0,3-7-498,-1-3 0,1-6 1,3-7-1,0-6 1,-1-8 108,1-5 0,-2 1 1,0-3-1,-1 2-293,0 2 0,0 8 447,-4 4 0,-2 10 0,0 5 1,-1 8 168,-2 6 1,0 4 0,-1 4 0,0 1-1,0 1 207,0-2 0,2 0 0,1-4 0,0-2-121,-1-3 0,3-7 0,0-2 199,0-3 1,2-2 0,0-4 0,1-5-30,0-4 1,3-6-1,-2 0 1,-2-1-453,1-1 0,-2-2 0,0 3 0,1 0-583,-1 1 0,0 2 1,-1 0-1,-2 1-537,0-1 1,2 2 0,-1 1 1224,-1 2 0,3 3 0,-2 1 0</inkml:trace>
  <inkml:trace contextRef="#ctx0" brushRef="#br0" timeOffset="3764">2424 327 7737,'0'7'125,"0"1"0,0 1 345,0 1 1,0-1-1,0 1 1,0 2-272,0 0 0,0 3 1,0 0-1,0 0-619,0 0 0,0 0 0,0 0 0,1 0 420,1-3 0,2-4 0,2 1 0</inkml:trace>
  <inkml:trace contextRef="#ctx0" brushRef="#br0" timeOffset="3881">2521 250 7590,'0'-7'196,"0"1"411,0 0 0,-3-1-1539,1 1 0,0 2 932,2-1 0,0 4 0,0-2 0</inkml:trace>
  <inkml:trace contextRef="#ctx0" brushRef="#br0" timeOffset="4049">2617 166 7737,'0'8'477,"0"0"0,0 4-31,0 2 1,0 0-1,0 3 1,0 1 12,0 1 0,0 3 0,1 0-356,1 1 0,-2 2 1,3-2-1,-3 0 1,0 1-256,0 0 0,0-1 0,-2 0 152,0-1 0,-6-1 0,1-1 0</inkml:trace>
  <inkml:trace contextRef="#ctx0" brushRef="#br0" timeOffset="4197">2540 462 7737,'2'-10'0,"0"1"262,0 2 1,1-2 0,1 0-1,2 0 13,0 0 1,4-3 0,0 2-1,3-1-523,-1 1 0,2 1 0,0-1 1,2-2-480,0 0 727,-1 2 0,3-5 0,-2 2 0</inkml:trace>
  <inkml:trace contextRef="#ctx0" brushRef="#br0" timeOffset="4514">2809 77 7737,'-2'4'161,"0"0"1,0-2-1,2 3 1,0 0 897,0 3 0,0 1 0,0 3 1,0 3-742,0 3 0,0 3 1,0 6-1,-1 1-271,-1-1 0,1-1 0,-1-1 0,1-1-81,1-3 1,0-4-1,0-2-258,0-4 1,0-3-1,0-6-30,0-4 0,3-6 0,1-3 0,0-1 82,0-1 0,1 0 1,1-1-1,1-1 58,2 0 0,-4 4 1,1 2 249,0 2 0,0 2 0,0 5 1,0 0-1,-1 4-22,-1 4 0,-2 3 1,2 6-1,-2 1-370,0 0 0,-1 2 0,-1-2 324,0-1 0,2 2 0,2-3 0</inkml:trace>
  <inkml:trace contextRef="#ctx0" brushRef="#br0" timeOffset="5047">3451 186 7672,'-4'-3'188,"-2"2"1,5-1 0,-3 5 0,2 4 64,0 5 0,1 5 1,1 5-1,0 4-279,0 5 1,3 2 0,-1 3 0,-1 2 0,0 2 0,-1-2 1,0 0-1,0-3-399,0-5 0,-2-6 0,0-2 0,-1-5-39,1-4 0,0-8 0,-2-1 463,-1-5 0,-1-5 0,0-4 0</inkml:trace>
  <inkml:trace contextRef="#ctx0" brushRef="#br0" timeOffset="5281">3431 301 7540,'3'-17'0,"-1"0"107,2-1 0,0 0 1,3-1-1,2 2 123,2 2 0,1 1 0,0 3 1,-1 3-102,0 3 1,-1 4-1,0 2 1,-3 3-7,-2 2 1,-3 3-1,2-1 1,-1 3 9,-2 1 1,-3 3 0,-2 1 0,-3 0-101,-1 2 0,0-2 0,-3 1 1,0-2-66,-1 0 1,1-2 0,1-1 0,0-1-173,0-2 0,2-2 0,0-2-766,0 0 1,5-3 0,1-4 969,4 0 0,1-3 0,7-1 0,0-4 0</inkml:trace>
  <inkml:trace contextRef="#ctx0" brushRef="#br0" timeOffset="5698">3643 237 7763,'-3'-6'288,"3"1"1,-3 1 466,0-1 0,2 3-454,-1 2 0,1 4 0,-1 4-195,0 3 1,0 4 0,3 3 0,0 1 0,2 4-119,0-1 1,0-2 0,1 0-1,1 1-163,3-1 0,-1-2 0,2-3 0,-1-3-18,0-4 0,0-5 0,2-2 0,0-3 31,0-5 1,-1-5-1,0-5 1,0-2 87,-2-2 1,-1-2 0,2-2 0,-2 3 338,-2 0 0,-1 7 0,2-2 24,-3 5 0,-1 6 0,-1 6 1,0 5-34,0 5 1,0 2 0,0 5 0,0 1-249,0 0 1,2-1 0,0 0-1,0 1-577,1 1 1,-2-5 0,1-2-231,1-2 0,-1 0 0,2-3 799,1-4 0,1-4 0,0-3 0</inkml:trace>
  <inkml:trace contextRef="#ctx0" brushRef="#br0" timeOffset="6065">3893 122 7770,'4'-7'-209,"-1"1"2033,-1-1-1534,-1 4 1,3 3-1,-3 5 1,1 3 193,0 2 0,-1 5 0,1 2 0,0 0-284,-1 3 1,0-2 0,-1 5-1,0 0-201,0 0 1,0-3 0,-1 2 0,0-2-23,-1 2 1,-1-5 0,1-1 0,0-3-202,1-2 1,0-3-103,1 0 1,1-6-1,1-5 1,3-2 91,3-1 1,-1 0 0,1-1 0,0 1 117,1-1 0,-1 1 0,2 0 0,0 2 27,0 2 0,-4 1 0,1 2 0,0 1 571,-2 2 1,-3 5 0,2 2-261,-1 1 0,-2 1 0,-2 1 0,-2 1 0,-1 0 29,-1 1 0,-2-2 0,-2 0-267,1-3 0,0-2 0,0-4 0,0-2-501,0 0 1,1-4 0,1-4 0,0-2-1,1-4-1064,1-1 0,2-4 1581,0-1 0,1-4 0,1-2 0</inkml:trace>
  <inkml:trace contextRef="#ctx0" brushRef="#br0" timeOffset="6263">4105 128 8280,'3'1'1062,"0"1"0,-1 3-606,1 3 0,-1 0 1,0 5-1,0 3-497,-1 4 1,0 4 0,-1 3 0,0 2 163,0 0 0,0-2 1,0-1-1,0-3-1830,0-4 1,0-5 1706,0-1 0,0-3 0,0-3 0</inkml:trace>
  <inkml:trace contextRef="#ctx0" brushRef="#br0" timeOffset="6396">4208 333 8084,'-1'9'0,"-1"-1"-347,0 0 1,-2 0 0,2 0-679,0 0 1025,2 1 0,3-8 0,0-2 0</inkml:trace>
  <inkml:trace contextRef="#ctx0" brushRef="#br0" timeOffset="6698">4246 179 7770,'-3'-3'0,"2"-1"0,-1 3-768,-1-1 423,2-1 0,-1 3 1,4 0 344,2 0 0,2 0 0,0 0 0,1 0 0,0 0 0,2 0 0,0-2 0,2-1 0,0 0 0,-3 1 0,0 0 40,-1 2 0,-1 0 1,-2 2-1,-1 3 442,-3 3 0,0 2 1,-3 4-1,-1 1 269,-2 2 1,-1 2 0,0 2-243,1 0 0,-2 3 0,4-1 1,1 0-1,1-2-278,1-1 1,2-5 0,1-1 0,3-2-454,3-3 0,-1-4 1,4-3-1,1-1-63,0-1 0,-2-3 0,1-2 0,0-2-3749,-1-1 4034,2-1 0,-2 0 0,3-1 0</inkml:trace>
  <inkml:trace contextRef="#ctx0" brushRef="#br0" timeOffset="6864">4483 327 8759,'-5'6'218,"0"1"0,0-1 0,0 1 0,0 2 362,-2 1 0,1 3 1,-1 2-1,1 1-166,0 2 0,-1 1 0,1 4 1,-1-1-1291,1-1 1,2-2 0,2-1 0,-1-2-2497,1-3 3372,0-5 0,-1 2 0,0-4 0</inkml:trace>
  <inkml:trace contextRef="#ctx0" brushRef="#br0" timeOffset="7597">4721 38 7737,'6'-6'0,"-2"2"7,1-1 1,-3 1-1,1-2 583,0-1 0,2 4-266,-1 0 1,0 6 0,0 4-37,-2 3 1,3 7 0,-2 6 0,-1 3-1,1 5-111,-1 2 1,-1 3 0,1 4 0,0-2-131,-1-2 1,0-6-1,-1-3 1,-1-5 12,-1-5 1,1-7-578,-4-6 1,1-2 0,-2-6 262,-1-1 1,-1 0-1,-2 0 1,0 2-1,-1 0 64,-1 1 0,1 2 1,0 0 210,0 2 0,2 2 0,0 3 1,1 2-1,1 1 146,1 2 1,4 1 0,0 0 0,2 0 505,2 0 0,1-3 0,4 0-623,2 0 1,1-2-1,3-2 1,0-2-1,2-2-526,2-1 1,0-1 0,2-1 91,1-1 1,3-3-1,-2-5 1,0 0-1,-1-3 384,-1-2 0,-3-2 0,0 0 0</inkml:trace>
  <inkml:trace contextRef="#ctx0" brushRef="#br0" timeOffset="7847">4958 359 7737,'4'0'243,"1"-1"178,0-1 1,-2 1 0,1-4 0,2 0-165,2-3 0,-1-1 0,2-3 0,0-2-163,-1-2 0,1 1 0,-3-1 1,-2-1 40,-2 1 1,-1 4 0,-2 0 0,-1 2-16,-2 2 0,-5 4 0,-1 2 0,-1 4 39,1 5 1,-1 4 0,-2 5 0,0 1-25,1 3 1,2 0 0,1 3 0,1 2-83,0 0 1,3-4 0,1-1-1,3 0-393,1 0 0,3-4 1,1 0-1,5-4-1241,4-3 1,3-5 0,4-2 836,1-1 0,1-5 744,2-2 0,0-3 0,-1-4 0</inkml:trace>
  <inkml:trace contextRef="#ctx0" brushRef="#br0" timeOffset="8046">5266 231 7636,'-7'-10'14,"0"3"1,-1-1 0,-2 3 593,-2 3 0,3 3 1,-4 3-1,1 3-229,0 2 0,1 2 1,1 4-23,1 0 0,1 5 1,1-1-1,1 1 0,0 0-235,2 2 1,1-4 0,3 2 0,0-1-616,0-1 0,5-5 0,1-1 0,3-2-353,2-2 1,0-2 0,4-1 0,-2-3 338,0-1 1,1-7-1,0-3 1,1-2 506,-1-2 0,-2 0 0,-2-2 0,-2 1 0,2-2 0</inkml:trace>
  <inkml:trace contextRef="#ctx0" brushRef="#br0" timeOffset="8463">5304 333 7832,'3'-6'453,"-2"2"1,2 4-1,-3 5 1,0 1-218,0 3 0,-2 0 1,-1 4-1,1 1-205,-1 1 1,0-1 0,-3 2 0,-1 1 11,1-1 1,-1 1-1,1 0 1,-1-2 41,1-2 0,2-3 1,2-2 19,-1-3 0,2-5 0,0-5 0,2-3-97,3-2 1,3-5-1,1-3 1,1 0-123,1-1 0,1-1 0,1 1 1,1 0-135,0 0 1,0-1 0,0 2 0,-1 1-70,1 2 1,-2 2 0,-1 2 0,-1 3-483,-1 1 0,-1 3 0,0 1 799,-1 0 0,-2 3 0,-2 0 0,1 1 0,-2 2 0,1-1 0,-1 0 21,-1 2 1,0-2 377,0 2 0,0 1 1,0 1 290,0 0 0,0-1 0,0 1-340,0 1 0,0 2 1,1-2-1,1 1-241,2 0 1,2-4-1,1 3 59,1-1 0,0 1 1,3-4-1,0 1 1,1-2 106,-2-1 1,3-1 0,-3-1-28,2-1-248,1-2 0,0-5 0,0-1 0</inkml:trace>
  <inkml:trace contextRef="#ctx0" brushRef="#br0" timeOffset="8629">5638 282 7737,'-3'-6'0,"2"2"0,-4 2 0,0 1 0,0 4 0,-2 1 0,1 3 0,-1 1 0,1 3 0,-3 4 0,1 2 0,-1 2 0,0 3 0,2 0 0,-2 4 0,2 0 0,1 2 0,2-4 0,0 1 0,1-5 0,2-3 0,1-6 0,4-3 0,3-4 0,2-4 0,0-6 0,2-7 0,0-3 0,1-3 0,-2 0 0,2-6 0,-2-1 0</inkml:trace>
  <inkml:trace contextRef="#ctx0" brushRef="#br0" timeOffset="9165">5657 365 7737,'2'-6'0,"1"-1"0,1 1 0,-3 2 396,1 0 1,-1 6 0,-2 1 0,0 6 224,-1 3 0,-3 1 0,3 5 0,-2 3-583,-1 1 1,0 0 0,0 3-1,1 3-258,-1 2 1,-1-1 0,0 2-1,1-4-117,1-2 1,3-6 0,-1-3-1,1-4-611,1-3 0,0-6 1,1-5 947,1-6 0,-2-6 0,3-3 0,-1-1-60,0-1 1,1 1 0,-1-6 0,1 0-148,0-1 0,-1 1 1,2 2-1,-1-2 356,1-1 0,1 3 1,3-3-1,1 2 167,1 3 1,-1 0-1,1 1 1,2 2 12,3 2 0,-3 4 0,2 1 0,1 0 69,1 3 1,-2 2-1,0 4-158,-2 2 0,-4 6 0,-4 6 0,-1 2 31,-3 1 0,-3 1 0,-2 2 1,-2-1-327,-1 1 0,-1-1 0,1 2 0,-1-3-552,1-2 1,3-7 0,1 1-243,-1-2 1,2-4 0,2-6 473,2-3 0,5-4 0,2-5 0,1-2 375,0-2 0,-2 0 0,3 0 0,-1 0 0,1-1-41,0-2 0,1 2 0,-2-1 0,-1 1 516,2 1 1,-5 2 810,1 2 1,-4 9-795,0 6 0,-1 6 0,-1 7 0,0 2-151,0 2 0,-2 3 0,-1 0-380,-1 2 0,1 1 0,-2-1 1,1 1-333,-1 1 1,-1 0 0,0-1 0,-1-3-1,1-1-503,-1-1 0,3-3 0,0 0 0,-1-2-166,-1-3 1040,0-6 0,-4 1 0,0-5 0</inkml:trace>
  <inkml:trace contextRef="#ctx0" brushRef="#br0" timeOffset="9279">5785 449 7737,'3'-10'234,"2"1"1,-2 1 0,1 0 183,1-3 0,3 2 1,1 0-1,1 0 1,3 0-140,1-1 0,1 2 0,3-1 0,-3 2-594,1 1 1,-2 2-1,3 0 1,-2 1-2183,-3 2 2497,0 0 0,-2-2 0,3 0 0</inkml:trace>
  <inkml:trace contextRef="#ctx0" brushRef="#br0" timeOffset="10046">1231 1116 7717,'0'-6'36,"-2"2"1,1-2-1,-1 2 300,1-2 0,1 2 179,0 0 0,0 3 0,1 1 0,1 5-213,2 5 1,2 5-1,0 8 1,1 5-129,-1 3 0,0 1 0,1-1-191,-1-1 1,1 0-1,0-5 1,1-6 0,0-6-175,0-6 0,0-8 0,0-5 0,3-8 15,1-9 1,2-6 0,0-6-1,1-2-41,-1 0 0,0 3 1,0 4-1,0 5 26,-2 8 1,-4 9 0,1 6-1,-2 7 148,-1 5 1,-1 6 0,-2 2 0,1 4 261,-1 1 1,-1 0 0,1 1-32,-1-2 1,-1-2 0,1-5 0,0-1 0,-1-3 78,1-2 0,1-5 0,-1-2 0,0-4-69,2-2 0,0-5 0,2-1-212,-2-2 0,2-4 0,-2-1 0,1-2 0,0 0-526,-1 0 0,-1 2 0,0 0-360,0 2 1,0 0-1,-2 2 900,1 0 0,1 0 0,-3 0 0</inkml:trace>
  <inkml:trace contextRef="#ctx0" brushRef="#br0" timeOffset="10177">1661 1103 7785,'6'11'0,"-1"1"61,-1 1 1,0 2-1,0 4 1,-1-1 52,0 2 0,-3-4 0,2 4 1,-1-2-163,-1-2 0,0-7 0,1-4-1299,1-3 1347,-1-6 0,7-9 0,-1-4 0</inkml:trace>
  <inkml:trace contextRef="#ctx0" brushRef="#br0" timeOffset="10311">1777 936 7785,'0'-6'0,"0"-1"-155,0 1 1,0 2-177,0-1 271,0 4 1,2 1 59,0 4 0,6 5 0,-1 1 0</inkml:trace>
  <inkml:trace contextRef="#ctx0" brushRef="#br0" timeOffset="10477">1854 949 7785,'3'4'-120,"0"1"1,-1 0 228,0 0 1,1 2-1,-2 2 1,2 2 205,1 1 1,-2 1 0,2 0 0,-1 2-29,1 2 1,-3 2 0,1 2 0,0 1-411,0 1 0,-1 0 0,1 2 0,-2 0-405,0-2 1,-2-2 0,-2-1 0,0-3 527,-1-2 0,-2-6 0,-3 3 0</inkml:trace>
  <inkml:trace contextRef="#ctx0" brushRef="#br0" timeOffset="10611">1828 1225 7515,'3'-7'-14,"0"1"1,-3 0 0,1-1-1,0 1 372,2-1 0,1 0 0,-1-1 0,0-1 1,2-1 0,2 2 1,0-2-1,3 0-723,0 2 1,-2 1 0,2 1 0,0 0-401,-3 2 1,3 0-1,-2 3 764,0-1 0,2-3 0,0 1 0</inkml:trace>
  <inkml:trace contextRef="#ctx0" brushRef="#br0" timeOffset="11044">2065 981 7756,'-1'-3'1581,"-1"0"-1422,2 3 1,-3 0-1,3 3 1,0 4 12,0 3 1,0 2 0,0 4 0,0 3-204,0 4 1,0 0-1,0 0 1,0 2-24,0 0 1,0-5 0,2-2 0,0-4-36,-1-4 0,1-5 0,-1-3 1,2-4-120,1-5 0,0-6 0,2-5 1,1-3 17,-1-2 0,1 1 1,-1 0-1,1 2 254,-1 4 1,-1 4-1,1 4 1,1 2 87,0 1 0,-2 4 0,-1 5 1,0 5-62,0 2 1,1 5-1,-3 0 1,0 2-323,-2 1 1,0 0-1,0 4 1,0-1-725,0-2 955,0-3 0,3 2 0,1-3 0</inkml:trace>
  <inkml:trace contextRef="#ctx0" brushRef="#br0" timeOffset="11761">2598 911 7783,'3'0'0,"-1"2"0,-1 5 0,-1 7 0,1 5 428,1 3 1,-1 7-1,1 2 1,-2 4-251,0 3 0,0-1 1,0 3-1,0-2-159,0-2 0,0-7 0,0-1 0,0-4 0,-2-7 0,0-2 0,-2-5-103,-1-4 0,1-4 0,1-5 0,-1-5-59,1-4 0,1-3 0,0-7 0,1-3 19,1-5 0,0-5 1,1-2-1,1-1 47,2 0 1,3 4 0,1 0 0,3 1 96,1 1 1,2 5-1,0 2 1,2 2 84,0 2 0,1 6 1,1 4-1,-2 3-20,-3 5 1,-6 5-1,0 4 1,-4 5 136,-3 3 0,0 0 1,0 3-1,0 1 29,-3 1 1,-2 0 0,-4 0-1,1 1-186,-2-1 1,1 0 0,-2 0 0,0-2-337,0 0 0,1-4 1,1-1-1082,0 1 1,2-6 755,1-2 1,4-5 0,5-7 595,4-2 0,4-1 0,-1-3 0</inkml:trace>
  <inkml:trace contextRef="#ctx0" brushRef="#br0" timeOffset="12160">2816 1013 7783,'6'-3'117,"0"0"162,1 3 1,-3 3 0,0 2 0,-1 2 24,-2 4 1,2 2 0,-1 2 0,-1 2 55,0 2 0,-3 3 0,-1 1 0,0 2-207,-2 1 1,0-3 0,0-1 0,0-1 158,0-2 0,2-7-270,-1-2 0,2-8 0,0-5 0,1-6 45,1-6 0,1-4 0,1-2 0,2-3-178,2-4 0,0 4 1,2-4-1,-1 1-181,2-2 1,0 6 0,-1 1 0,1 2-378,1 2 1,-2 6 0,1 0-1,-2 2 55,-1 2 1,1 3 0,-1 3 0,1 2 380,-1 0 0,0 0 0,1 1 0,-2 3 213,0 2 0,-2 3 0,-1-2 0,0 3 0,-1 0 0,1-2 0,-1 3 0,1 0 216,0 1 1,-2 2-1,0 0 1,0 2 2,0 0 0,0 2 1,-2 2-1,0 1 265,1-1 1,-2 0 0,1 2 0,0-2-671,2-1 1,0-9 0,0-3-409,0-5 1,0-7-1,2-8 1,3-7 74,0-5 0,0-1 519,-1-4 0,0 0 0,3-2 0</inkml:trace>
  <inkml:trace contextRef="#ctx0" brushRef="#br0" timeOffset="12511">3014 1020 7783,'4'-19'8,"0"5"0,-3-3 0,1 3 134,0 3 0,-2 1 0,0 3 644,-3-2-367,3 3-1166,-3 4 0,4 2 0,0 0 423,1 2 1,3-1 0,-1 1 323,2-1 0,1-1 0,-1 0 0,0 0 0,-1 0 0,-1 0 186,1 0 1,-2 0 197,2 0 0,-3 3 1,1 2-1,1 3-63,0 2 1,-2 3 0,1 1 0,0 3-49,-1 1 0,0-1 0,1 3 0,-1 0-60,1 0 0,-2-1 0,3 3 0,-1-1-161,1 0 1,-2-8-1,1 2 1,1-5-103,-1-5 0,0-1 1,1-5-1,1-4 78,1-6 0,0-2 1,0-4-1,-1-2-164,-1-1 1,0 1-1,3-1-115,-1 2 1,0-2 0,1 6 0,-1-1-1,1 2-783,2 0 1,-2 3 0,2 2 1033,-2 3 0,-1-3 0,1 0 0</inkml:trace>
  <inkml:trace contextRef="#ctx0" brushRef="#br0" timeOffset="12781">3290 949 7990,'-6'2'0,"-1"1"415,-2 1 1,2 0 0,-1 2-1,0 1-83,2-1 0,0 3 0,1 0 0,1 0 128,-1 0 0,2 2 0,1-2 0,1 1-375,1-1 1,0-1 0,2-2 0,1-1-384,4-1 0,1-2 1,1-1-1,2-2 25,1-3 1,1-3 0,1-1 0,0-1 101,0-1 1,-2 0 0,3-1 0,-1 2 16,-1 0 1,0 4-1,-1-1 1,-2 3 189,-1 1 1,-4 2 0,-2 3 0,0 3 54,-1 2 0,-2 4 1,0-1-293,0 1 1,0 4-1,-2-5 1,-1-1 0,1-1-190,-1-3 1,1-5 389,4-1 0,2-6 0,2-4 0</inkml:trace>
  <inkml:trace contextRef="#ctx0" brushRef="#br0" timeOffset="13212">3476 878 7783,'3'-12'56,"-2"0"259,1 1 0,-1 3 511,-1 6 0,0 8 0,0 9-411,0 0 1,0 6 0,0-1 0,2 2-351,0 2 1,0-1 0,-2 0-1,1 0-157,1-1 1,-1 0 0,1 1 0,-1-1-252,-1-2 1,0-2 0,0-1-1124,0-2 1,0-6 0,0-7 1465,0-5 0,-3-6 0,1-1 0,0-2 0,-1-1 0,2 0 0,-3 1 0,1 0-71,2 2 0,0 0 1,1-1-1,0 3 104,0 0 0,0 2 1,0 0-1,0-1 310,0 1 0,0-1 0,1 2 0,1 0 2,2 3 1,2 1 0,1-1-195,-1 0 1,1 0 0,1 2-1,1 0 1,1 0 21,2 0 0,0 0 0,0 0 0,-1-1-87,0-1 0,-1 1 0,1-3-39,0 1 1,-3-2-1,0 1-101,-3-2 0,-3 0 88,-2 0 0,-2 2 0,-3 2 0,0 1 0,-2 1 34,1 0 1,-1 3 0,1 1-1,0 3-260,2 1 1,-2 2 0,3 1 0,-2 0-508,1 0 0,3-1 1,-1 1 698,1 0 0,-2 1 0,0 1 0</inkml:trace>
  <inkml:trace contextRef="#ctx0" brushRef="#br0" timeOffset="13306">3694 1077 7756,'7'-3'1117,"-3"0"13,0 3 1,-2 0-1131,3 0 0,-4 0 0,2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08.6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288 28 7836,'-6'21'-63,"1"-1"0,0 1 25,0 1 1,0 0-1,-2 2 1,2 1 10,1 0 1,0-5-1,2 6 1,-1-1 106,1 0 0,-2-5-80,1 7 0,-4-8 0,2 7 0</inkml:trace>
  <inkml:trace contextRef="#ctx0" brushRef="#br0" timeOffset="200">27 468 7836,'-9'1'935,"0"2"1,4-1-562,2 4 0,6-3 0,4 2 0,5-1-226,6-2 0,1-1 1,5-1-1,1 0-514,1 0 1,1 0 0,0-1 0,0-2-2307,0-3 2672,-8-2 0,10-5 0,-5-1 0</inkml:trace>
  <inkml:trace contextRef="#ctx0" brushRef="#br0" timeOffset="633">207 109 8778,'0'-6'409,"0"0"0,5 1 0,3-2 1,5 2-284,4 1 0,0-3 0,6 2 1,0-1-504,0 0 0,0 1 0,4-2 0,0 1-284,0-1 0,-3 0 1,-2 0-1,-3 2 661,-5 1 0,-3 1 0,-2 3 0</inkml:trace>
  <inkml:trace contextRef="#ctx0" brushRef="#br0" timeOffset="883">9 253 9399,'10'0'0,"2"0"-288,3 0 1,2-3-1,1 0 288,0 1 0,8-3 0,2 0 0</inkml:trace>
  <inkml:trace contextRef="#ctx0" brushRef="#br0" timeOffset="1533">872 127 7836,'-9'-3'192,"0"0"0,0 1 187,0 1 1,-1 2-1,-1 2 1,-1 4-116,1 4 1,1 4 0,2 5-1,1 2 194,1 1 1,4 2 0,-1 4-391,2 0 1,8 0 0,3-5 0,3-3-240,3-2 0,4-6 1,2-4-1,1-7-22,2-7 0,1-2 0,0-9 0,-2-2 0,-3-4 0,-2-4 0,-5 3 1,-3-4-1,-4 0 149,-4 2 1,-2 3 0,-2 0 0,-3 2-53,-5 3 1,-4 5-1,-5 1-66,0 4 0,0 3 0,-1 4 0,-1 0 0,-1 1-1020,1 2 0,5 0 1182,3 6 0,-2-2 0,0 6 0</inkml:trace>
  <inkml:trace contextRef="#ctx0" brushRef="#br0" timeOffset="1916">1142 109 10238,'-5'9'399,"0"0"0,3 0 0,-2 1-145,-1 2 0,2 3 1,-2 5-1,0 2-186,0 1 1,3-1 0,-2 3 0,1 2-262,0-2 1,0-2 0,3-6 0,0-2-152,0-3 1,1-6 0,2-3-1,3-3 38,2-3 0,-1-7 0,1-8 0,2-6 118,0-5 0,3 0 1,-1-2-1,0-1 152,1 0 0,-2 0 0,3 0 1,-1 5 293,-2 5 1,-2 7 130,-3 3 1,1 7-1,-4 5 1,-1 6-93,-1 5 0,-4 4 1,-1 5-165,-1 1 0,2 4 0,-2-1 0,0 1 0,1 0-612,0-1 0,0-3 1,2 0-1,-1 0-443,1-1 1,1-7-1,2 1 922,2-6 0,-2 0 0,3-3 0</inkml:trace>
  <inkml:trace contextRef="#ctx0" brushRef="#br0" timeOffset="2099">1412 1 9876,'-3'6'784,"0"0"1,0 0 0,3 3-349,0 0 1,3 0 0,2 0 0,2 0-90,3 0 0,2 1 1,0 1-742,3 1 0,-1 1 0,1-2 1,0 1-633,-1-1 1,2 2 0,-3-1 1025,1-1 0,-3-1 0,2-1 0</inkml:trace>
  <inkml:trace contextRef="#ctx0" brushRef="#br0" timeOffset="2282">1727 10 7836,'-8'7'723,"1"1"1,1 2-170,-1 0 1,-1 4-1,-1 2 1,1 3-101,2 2 1,-2 5 0,2 0 0,-2 4-1010,-1 2 1,4 0 0,2 0 0,2-2-879,1-2 0,0-4 0,0-2 1433,0-3 0,4 1 0,1-6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3.2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99 19 7836,'-4'-5'78,"2"-2"1,-4 4 247,-1 1 1,-1 1 0,-1 2 0,1 3-111,2 5 1,-2 5-1,3 7 1,-1 4 2,0 4 0,1 1 0,-2 4 0,2 0-145,1 0 1,1-1 0,3-1-1,0-5-255,0-5 1,1-8 0,3-5 0,4-5 77,3-3 0,2-6 0,-1-4 0,3-6 27,2-5 0,4-7 0,0-5 0,-1 0 1,3-3 0,1 4-1,1-1 40,-1 2 1,1 3 0,-4 4 0,-1 6 0,-2 7 27,-3 6 1,-2 5-1,-5 5 1,-1 7 183,-1 6 1,-4 4 0,2 4 0,-1 0 190,0 0 1,0-1 0,-3 1-203,0 0 1,1-1-1,1-2 1,1-4 0,0-3-258,1-2 0,-2-8 0,4-1-138,1-4 0,1-6 1,1-4-1,0-6 127,0-7 1,1-5 0,2-4-53,3-3 1,1-1 0,0 1 0,-1 2 0,1 2 36,1 3 1,-2 8 0,-1 2 0,-1 5 159,-2 6 1,-1 3-1,-1 3 1,0 3 65,0 5 0,-3 1 0,-1 5 0,0 1 2,0 1 1,-2-2 0,3-1-124,1-1 1,-2 2 0,1-3 0,1-2-1046,1 0 1058,1-5 0,4-1 0,1-4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3.7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125 46 7836,'-9'-6'-151,"0"0"1,0 4 0,0-1 797,0 2 1,-1 3 0,-1 3 0,-1 5-89,1 3 1,1 6 0,2 5-417,2 2 1,-1 4-1,4 1 1,1-1 0,3 2-67,5 0 0,1-9 0,8-2 1,2-5 22,3-6 1,-1-7 0,2-4-431,-2-7 1,2-5-1,0-6 1,-1-2-1,-2-4 186,-3-4 0,-3 1 1,-6-1-1,-2 0 167,0-1 0,-4 5 0,-1 0 0,-6 4 9,-4 4 0,-5 5 0,1 1 0,-2 4-200,-1 4 0,1 2 1,1 1-1,2 0-85,1 0 0,4 4 0,4 3-792,1 4 1,1-4 0,4 2 1044,2-1 0,2 4 0,4 2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4.1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35 7836,'0'9'476,"0"-3"1,-1 0-1,-1 1-183,-1 1 0,-3 1 0,3 1 1,0 1 7,-1 1 1,3 4-1,-3-1 1,1 2-222,0 0 1,0 4 0,2 0-1,-1 0-108,-1 1 1,0-6 0,3 1 0,0-3-10,0-3 1,1-5-1,2-3-109,3-2 1,-1-9 0,1-4 0,1-5-163,1-4 1,4-3 0,0-5 0,0-1 154,1 2 0,-2 0 1,3 2 159,-1 2 1,2 0 0,-3 5 0,-1 3 136,-1 2 0,-1 6 0,0 6 0,-1 4 31,-2 4 0,-2 7 0,-4 4 0,0 4-141,0 2 0,-1 0 0,-1 2 0,-2-1-425,-1 0 1,3-1 0,-1 0-285,2-1 1,1-2 0,0-5 0,1-4 674,2-4 0,2-7 0,4-5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4.2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1 11609,'0'12'0,"-1"2"78,-2 3 0,2 0 1,-2 7-1,1 1-641,-1 1 0,2 2 0,-2 1 1,1 1-178,-1-1 0,2-8 740,-2 0 0,2-4 0,1 5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4.4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 9891,'1'-5'432,"2"2"1,-1 2-1,5 1-1160,3 0 1,-1 0-1,4 0 1,-1 0-949,0 0 1676,4 0 0,-2 4 0,4 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4.5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171 1 8187,'-4'9'0,"-2"0"618,-2 0 1,-1 0-1,-1 1 1,-1 3-212,-1 5 1,-1 2 0,2 7 0,-2 4-19,-1 6 0,0 5 0,-1 4 1,3 1-1051,2 0 1,5-13 0,2 0 0,2-6-1163,1-6 1823,0-10 0,0 0 0,0-7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5.2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8250,'0'9'490,"0"1"-288,0 2 1,1 6 0,1 7 0,1 4 0,-1 4 11,-1 2 1,-1 1 0,1 0-167,2 0 0,-2-2 0,2-3 0,-2-6 0,-1-5-221,0-6 30,0-3 1,0-10 0,0-4 0,1-6-17,2-6 1,-1-1-1,4-9 1,1-2 44,1-2 0,2-6 0,1 1 0,1-3 108,-1-1 0,0 7 0,0-2 0,2 5 315,1 4 1,-6 9-1,1 7 1,-1 4-262,0 5 0,-3 7 0,-1 8 107,0 4 0,-3 3 0,2 5 0,-2 1 0,-1 2 23,0 1 1,1-5-1,1 1-489,1-2 1,1 1 0,-1-6 0,2-2 0,1-3-823,0-4 0,0-2 1,4-2 1132,2-2 0,2-2 0,4-4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5.5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9 171 8788,'9'0'1846,"0"0"-1463,0 0 1,0-3-1,0-2 1,0-2-357,0-3 0,1-2 1,1 1-1,1-2-157,-1-1 0,-4 0 0,-2-2 0,-1 2 46,-2 1 0,-1-2 0,-2 4 0,-2 3-103,-3 4 1,-2 3 0,-1 1 0,-1 2 214,-2 4 0,1 2 0,-3 9 0,1 2 291,2 0 1,1 4 0,2 0-205,2 0 1,-1-1 0,4-3 0,1 1 0,1 1-509,1-1 0,4-1 0,2-3-176,2-4 0,2 2 1,2-8-1,2-2 1,1-2-1727,0-2 2295,-4 0 0,10-8 0,-2-2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6.1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0 232 7753,'9'0'121,"0"-3"1,0 0 401,0 1 0,0 0 1,0 0-1,0-2-224,0-1 1,-3-1 0,0-3 0,1-1-123,1-2 1,-2 1-1,-1-3 1,-1 0-168,-2 0 1,2 0-1,-1-1 1,-2 3 45,-3 2 0,-3 4 0,-4 1 0,0 1 12,0 2 0,-3 5 0,0 4 0,1 4 17,1 4 0,1 2 1,0 2-1,1 1-49,2 1 1,2 4 0,4-2 0,0 1-519,0 0 0,1-6 1,2 1-94,3-2 1,5 1 0,2-6 0,1-2 0,3-3-23,3-4 0,0-7 0,4-6 1,1-7 596,1-6 0,-5-4 0,-2-2 0,-2-1 0,1-6 0,-6 2 0,-2 2 0,-3 1 19,-4 2 1,-2 10 0,-1-1 237,0 5 0,-4 7 0,-2 6 305,-2 4 0,3 3 0,1 5 0,1 2-126,0 3 1,0 3 0,3 2 0,1 2 0,2 0-282,3 0 0,-1 0 0,1-3 0,1 0-25,1-2 0,-2-2 0,-1 0 1,0-3-401,0-2 0,-3-4 0,1 0-298,-2 1 1,-2-3-1,-2-1 395,-3-2 1,-6-1-1,-2 1 1,-1 1-1,0 1 117,-1-1 1,2 0 0,0 0 0,1 2 180,2 1 0,2 1 1,3 3-1,3 0 67,2 0 0,1 1 0,1 1-110,2 1 0,2 0 0,4-4 0,1-1 0,1-2-107,1-1 1,3-1 0,-2-3 0,0 0-277,0 0 0,2-4 0,-2-3 0,0-3-266,0-2 1,0-1-1,-3 1 1,0-2 566,-2 0 0,-1-3 0,6 3 0,1-4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6.5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72 9 7836,'-6'-5'1227,"0"2"-944,-1 2 0,3 2 0,1 2 0,1 3-24,-1 2 1,2 5 0,-2 3 0,2 4-256,1 4 0,0 2 0,0 1 0,1 1-416,2 2 1,-2-5-1,2 1 1,-2-3-900,-1-3 1,0-5 1030,0-3 1,-1-3 0,-2-4 0,-3-5 279,-2-5 0,2-6 0,1-1 0,1 1 0,1-2 0,2 1 0,-1 1 214,-1 1 0,0 1 1,3 0 103,0 0 0,0 3 0,1 1 0,2 1-175,3 2 0,-1-2 0,2 1 0,2 0 0,2 0-636,0 0 0,0-1 0,0 2 493,1-1 0,4-4 0,-2 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6.7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108 45 8105,'-3'12'0,"-1"1"40,-1 1 0,0-2 1,-2 2-1,2 0 449,1 0 1,-2 1 0,3 2 0,1-1 0,1-2 0,2 0 0,3-2 0,4-1-259,3-3 0,5-5 0,-1 0 0,2-3-367,1-3 0,0-5 1,0-5-1,-1-1-173,-2-2 1,-2-2 0,-4-2 0,-1-1-44,-2 1 1,-2 1 0,-5 2 0,-2 1-85,-3 1 0,-6 4 0,-3-1 0,-2 2-24,-1 1 0,-1 4 0,-2 2 0,-3 2 460,-2 1 0,-1 0 0,-8 4 0,-2 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7.3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35 7549,'-9'-5'-183,"1"-3"1,1 3-1,2-1 897,1 0 0,0 4-370,1-1 1,3 3-181,0 3 1,1 2 0,5 5-1,1 2 1,0 4 58,-1 4 0,2 0 0,-3 4 1,1 1-168,0 1 0,-4-2 1,1-1-139,-2-1 1,2 2 0,0-3 0,-1-1 0,-1-2 16,-1-3 1,-3-5-148,0-4 1,-3-9 0,3-3 0,1-8 21,1-6 0,1-4 1,1-5-1,1-2 94,1-1 1,4 5-1,0-1 1,3 1 35,2 2 0,1 7 1,-2 2 46,1 5 0,4 4 0,-2 8 0,0 3 0,-1 5 206,0 5 1,-6 4 0,2 3 0,-2 3-21,-2 2 0,0-2 1,-3-1-1,1 0 45,-1 0 0,-1-4 1,-1 0 72,0-3 1,0-5-213,0 1 0,0-7 0,0-5 1,0-6-221,0-5 1,0-4-1,0-5 1,0-2 101,0-1 0,4-1 0,1-2 0,1 1 24,0 1 1,0 4 0,3 0 0,0 4-3,0 4 1,0 3 0,0 3 0,0 4-14,0 4 0,0 7 0,-1 6-56,-2 2 0,2 2 1,-2 2-1,1 2 0,0 1-343,-1 0 0,0-3 0,3 2 109,0-1 0,3-2 0,1-4 0,0-3 0,1-3 320,0-5 0,1-3 0,3-2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7.6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90 40 7836,'-4'-9'225,"-2"1"0,-3 1 397,-3 1 1,5 4-1,-2 0 1,1 4-105,0 4 0,-1 3 1,1 2-310,2 1 0,2 3 1,4-2-1,0 0 0,0 1 41,0 0 1,1-3 0,1 1-1,3-2-778,3-1 0,-1-1 1,6-2-1,-1-3 94,0-2 0,1-1 0,-2-1 0,2-2 217,1-3 0,-5-6 0,1-3 1,0-2 96,0-1 1,-5 0-1,3 1 1,-2 1 156,-1 1 1,-3 4 0,1-1 565,-2 2 1,-1 6-558,0 4 1,0 7-1,0 6 1,0 1-1,0 2-410,0 1 1,0 1 0,0-1 0,0-1-261,0-1 0,1-3 624,2 3 0,2-4 0,4 2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7.8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8184,'0'9'274,"0"0"0,0 0 1,0 1-106,0 2 1,0-1 0,0 4 0,0 0-133,0-1 1,4 2-1,1-3 1,1 0-95,0 0 0,0-4 0,3-4-1964,0-1 2021,-4-5 0,3-8 0,-3-5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7.9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36 7836,'0'-9'72,"0"0"0,-1 4 1,-1 1-1,-2 1 401,-1 0-771,3 0 0,-5 4 0,4 2-154,1 3 1,4-1-1,1 1 452,-1 1 0,3 1 0,0 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8.4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31 7828,'1'9'287,"1"0"-83,1 0 1,0-2-1,-3 1 1,0 2 15,0 0 0,0 1 0,1 1 0,1 3 143,1 2 1,0 0-1,-3-1 1,0-1-136,0 1 1,0-2 0,0 0 0,0-1-43,0-2 1,1-4-481,2-1 1,-2-5 0,2-2-1,-1-7 111,1-6 0,-2-7 1,3-3-1,0-2 47,2-1 0,-1 0 1,1 2-1,0 2 181,-1 2 0,3 5 0,-3-2 1,1 5 72,0 3 0,0 6 0,2 5 315,-2 7 0,-1 6 0,-3 6-431,1 1 1,0 7 0,-2-2 0,1 0 0,1-1-600,-1 0 0,3-2 0,0-1 211,0-3 1,3-3-1,-1-8 1,3-2 0,2-4-110,-1-4 0,-1-7 1,-1-6-1,0-2 495,0-1 0,0-1 0,-1-1 0,-2-1 0,1 0 0,-3 3 0,0 0-148,0 0 0,2 1 0,-3 2 1988,-1 3-845,-1 2 0,-1 9 0,0 4 0,0 5-755,0 4 0,0 0 0,0 5 0,0 2-268,0 0 0,3 1 1,0 1-1,-1 2 43,-1 0 0,0 2 0,1-4-1175,1-1 1,0-2 0,-3-3 1159,0-3 0,-4-2 0,-1-1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8.7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0 135 7836,'0'-9'141,"0"3"0,0 0 39,0-1 0,0 2 0,1-1 0,2 0 0,3 0 1,2 1-277,1 1 1,-2 0 0,1 2-1,3-1-361,2 1 1,-1 0 0,3 0 0,1-2 258,1-1 1,0 2 0,-1-3 0,-2-1 197,-1-1 0,-1 2 0,-4 0 84,-2-1 1,-3 3 460,-6 1 0,-2 2 1,-4 1-1,-1 1 99,-2 2 1,2 2 0,-2 4-1,3 0 94,3 0 0,-2-2-541,2 2 1,2 1 0,1 5-1,2-3-273,1-2 0,1-4 0,2-1 0,3-1-413,2-2 0,2-1 0,1-2 1,2-2 176,1-3 1,-2-2-1,2-2 1,-1-1 297,-2-1 1,-1-1 0,-1 3 0,-1 0 147,-2 2 0,1 1 4,-4-2 0,0 5-419,-3 4 1,0 4 0,0 5 0,0 0-526,0 0 1,0 0 0,0 0 805,0 0 0,4 0 0,1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8.9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0 7889,'-6'4'805,"1"2"-166,1 2 1,1 4-1,3 0 1,0 0-913,0 1 1,0-2-1,0 3 1,0-1-1162,0-2 0,1-2 1434,2-3 0,-2-2 0,3-4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9.0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26 7836,'0'-9'-491,"-4"3"1585,-2 0 0,1 4-1024,-1-1 1,4 3 0,-1 3-874,2 3 0,4 2 1,1 1 802,1 0 0,1 0 0,3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9.3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0 7836,'0'9'698,"-1"0"0,-1 0 1,-1 0-344,1 0 0,0 1 0,0 1 0,-1 2-129,1 1 1,1 0-1,0 2 1,-1-1-145,-1 1 1,0 1 0,3 0 0,0-1 369,0-1-816,0-4 1,0-4-1,1-10 96,2-8 1,-1-6 0,4-3 0,0-2 119,-1-1 1,3 3 0,-2-1 0,2 2 239,1 1 0,0 4 0,0 3 0,1 3-15,2 2 1,-1 5 0,3 1 0,0 7-75,0 7 0,1 2 0,2 8 0,-2 2-318,-3 3 1,-2-1-1,-1 2 1,-1-3-636,-2-3 1,-2-2 0,-4-5 949,0-2 0,-4-2 0,-1-4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9.6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31 7836,'4'-9'-1381,"-3"3"1589,2 0 1,-1 1 0,0 0 32,1 5 1,1 4 0,-2 5 0,1 1-239,-1 2 1,2 2-1,-1 4 1,-1 1-246,-1 2 0,2-2 0,0 2 0,-1-2-125,-1-1 0,-1-3 1,0-1 366,0-1 0,0 3 0,0-2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19.8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153 9 7823,'-9'-5'66,"-1"2"0,-1 2 296,-1 1 0,0 1 0,3 1 0,0 2 10,0 1 1,0 1 0,0 3 0,0 0-843,0 0 0,0 3 0,1 1 1,2 0-156,3 0 1,1 3-1,0-2 1,-1 1 624,1 0 0,1 0 0,1 3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0.0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63 7836,'-4'-5'-191,"-2"2"600,2-2 1,1 1 0,7-3-120,5 1 0,4 4 1,4-2-1,0 1-848,1 0 0,-2 0 0,5 3 0,-2-1-325,-1-2 1,1 2 882,2-2 0,-2-2 0,3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0.4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198 27 7836,'-4'-5'295,"2"-2"0,-4 3 95,-1-1 1,-1 3-1,-1-1 1,-1 2-42,-2 1 0,2 4 0,-2 2 0,2 2-234,1 1 1,0 0 0,1 1-1,1 1 2,1 1 1,4 3 0,-1-3 0,2 0-141,1 1 1,3-2 0,1 3 0,1-1-112,2-2 1,1 3 0,0 0 0,-1 1 77,-1 0 0,-4-3 0,1 2 0,-2 0 111,-1 0 1,-4-2 0,-1 2-1,-2-1-214,-2-2 0,2 0 0,-6-1 0,1 0-6,0-2 1,0-4-1,3 1 1,0-1-1373,0-2 0,4-2 1537,2-3 0,2-6 0,1-5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0.7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72 170 8113,'10'-1'0,"1"-1"230,1-1 1,1-4-1,-2 1 1,1-2 39,-1-1 1,-1 0 0,-2 0 0,-1 0-66,-1 0 1,-4-1 0,1-1 0,-2-1-80,-1 1 1,-1 1 0,-2 2 0,-3 1 120,-2 1 0,-2 1 0,-1-1 0,-3 2-13,-3 0 0,4 3 0,-4-2 0,2 3-66,1 3 1,3 2 0,-1 5 0,2 2-240,1 3 0,1 2 1,2 1-1,3 1-305,2 2 1,1-1-1,0 4 1,1 0-472,2-1 0,5-1 0,5-5 0,2-2 297,4-3 1,-1-6-1,4-3 1,0-3 366,2-3 0,-1-4 1,0-7 182,-1-4 0,7-10 0,-1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0.9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99 0 7669,'-9'0'-94,"0"0"0,0 0 689,0 0 0,0 0 0,0 1 0,0 3-54,0 5 1,3 0-1,0 4 1,0 0-288,1 2 0,1 3 1,4 2-1,0 2-298,0 1 0,1-2 0,2 2 0,3-1 54,2-2 1,2-5 0,1-3 0,1-2-908,-1-1 0,0-4 0,0-2 1,1-3-680,-1-3 0,-1-3 1576,-1-6 0,0-2 0,0-4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1.1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54 8210,'0'9'362,"0"0"0,0 0 0,0 1-213,0 2 0,-3-2 1,0 2-1,1-1-101,1 1 0,-2 2 0,0 4 0,1-1-52,1-2 1,-2 1 0,0-4 0,1-1 487,1-1-268,1-1 0,0-5 0,1-5-110,2-7 0,-1-3 0,3-6 1,0-2-95,0 0 1,1-1 0,2 0 0,-1-1-244,-1 1 1,0 1 0,2 2 0,-1 1-1085,-1 1 1,-1 3 1314,1-3 0,2 4 0,-3-2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1.4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89 126 7985,'9'0'575,"0"0"0,-1-1 1,-1-2-267,-1-3 1,-4-2 0,1-1-139,-2 0 1,-1-1-1,0-1 1,-1-1-1,-2 1 123,-3 1 0,-2 1 0,-1 1 0,-1 1-58,-2 1 0,2 4 0,-3-1-152,0 2 0,3 5 0,-1 2 0,3 3 0,3 4 91,1 5 1,-2 1 0,3 5-334,1 1 1,4 1-1,2 1 1,2 0-407,4 0 0,-1-4 0,4-2 0,0-3 1,2-3-31,2-3 0,-2-7 0,0-5 1,1-6-1790,1-5 2383,-3-3 0,3-12 0,-3-2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1.6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0 7836,'-4'9'622,"3"0"1,-2 0 0,2 0-342,1 0 1,0 4 0,0 2 0,0 2-378,0 1 1,1 4-1,1 1 1,1 0-792,-1-2 0,-1-2 1,-1-1 886,0 0 0,0 0 0,0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1.7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81 10158,'4'-6'1367,"2"1"0,2 0-1171,1 0 0,1 0 0,2-2 0,3 1-561,2-1 0,0 2 0,-1 0 0,-1 1-808,1 2 1,-2 0-1,0 0 1173,-1-1 0,-1-4 0,-3 2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2.2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0 8959,'0'6'775,"0"0"1,0 2-401,0 3 1,-3 4 0,0 5-1,0 3-289,-1 3 0,2-1 0,-3 5 1,1-1-446,2 1 1,1-3-1,1 0 1,0-5-441,0-3 0,0-5 1,0-2-253,0-2 1051,0-5 0,4-5 0,1-5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2.5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63 0 7622,'-6'0'1085,"0"0"1,3 0 0,-3 0-988,-1 0 1,2 3-1,0 1 1,0 1 63,0 2 0,3-1 0,-2 1 1,1 2-155,0 1 1,0-2 0,3 4 0,0-1 35,0 1 0,0-2 1,0 2-1,0-2-58,0-1 0,4-1 1,2-1-4,2-1 1,1-4 0,1 2-1,1-1 1,2 0-668,1-1 1,-2-1 0,2-1 70,-1 0 0,-1-3 1,-2 0-1,0 0 1,0 0 612,-2 0 0,-5 0 0,9-1 0,-2-1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2.8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0 171 7836,'9'0'268,"-4"-1"0,-1-1-38,0-1 0,1 0 0,4 2 1,0-1-2,0-1 1,0-4 0,1 1 0,1-2 1,1-1 1,1-3 0,-2-1 0,1 0-76,-1 0 0,-1 0 0,-2 2 0,-2-1-86,-3 1 0,-2 4 0,-2 1-84,-2-1 0,0 3 1,-5 1-1,-2 2 66,0 1 1,0 1 0,1 2-1,0 2 114,0 0 0,3 6 1,1-2-62,1 1 0,1 4 1,3 1-1,0 1 0,0 1-12,0 1 0,0-4 0,1 6 0,2 0-8,3-1 0,3 0 0,2-2 1,1-1-753,-1-1 1,0-4-1,0 0 240,1-4 1,0 0 0,-3-4 0,0-1-2965,0-1 3391,0-5 0,0-1 0,0-4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2.9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27 11114,'5'4'69,"3"-3"0,-2 2-552,2-2 1,1-1 0,1 0 0,1 0 117,1 0 1,1 0 0,-2-1-1,2-2-343,1-3 708,-3 2 0,6-8 0,-3 2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3.1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63 0 7836,'-4'9'882,"2"-1"0,-3-1 0,0-1-497,0 1 1,2 1-1,-2 1 1,0 1 196,0 2 0,2 2 0,-2 4 0,0 1-569,0 2 1,3-1 0,-1 3 0,2-1-402,1-2 0,0-1 0,0-2 0,0-2-166,0-3 1,1-2-1,1-1 1,2-1 553,1-2 0,-3 2 0,2-3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3.2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9596,'0'6'-2496,"0"0"2496,0-4 0,4 6 0,1-3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31.6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1 219 9479,'0'9'389,"0"8"0,1 5 1,2 8-59,3 9 0,4 6 0,2 9 0,0-1-259,1 1 1,-6-10 0,1-4 0,-2-3-428,-1-4 1,-3-3-1,1-2 1,-2-6-14,-1-7 1,-1-8 0,-1-5-321,-1-4 1,-4-8 0,2-8 0,-1-6 687,0-5 0,0 1 0,-3-2 0</inkml:trace>
  <inkml:trace contextRef="#ctx0" brushRef="#br0" timeOffset="184">54 399 7795,'7'-28'-84,"2"-2"1,-4 5-1,5-1 1,0 2 345,0 1 1,2 5-1,5 0 1,-1 1 105,-1 4 1,-6 6-1,1 5-51,-2 4 0,1 7 0,-6 6 0,-2 3-31,-3 2 1,-1 1-1,-5 5 1,-3 3-153,-2 2 0,1-1 0,-2 1 0,0-2-375,0-4 1,2 0 0,-2 0 0,1-3-1164,2-4 1,4-9-1034,1 0 2437,4-6 0,6-3 0,6-5 0</inkml:trace>
  <inkml:trace contextRef="#ctx0" brushRef="#br0" timeOffset="537">341 246 7795,'-9'0'154,"0"0"1,0 1 0,0 2 640,0 3 1,1 3 0,2 3 0,3 4-540,2 4 1,2 4-1,2 6 1,4 3-239,4 2 1,1-4 0,5-2-1,2-4-346,0-4 1,1-3 0,-1-4 91,-1-5 1,4-5 0,-5-8 0,-1-5 0,2-5-45,-2-3 1,-4-5 0,-1-2 0,-3-3 153,-2-2 1,-3 4 0,2-2 384,-1 1 0,-1 5 0,-3 3 65,0 5 1,0 8 0,0 5-1,0 6 1,0 6-170,0 6 1,0 4-1,0 4-374,0-2 0,0 1 0,1-5 0,1 0 0,2-2-263,1-3 0,-2-2 482,3-4 0,0-4 0,3-1 0</inkml:trace>
  <inkml:trace contextRef="#ctx0" brushRef="#br0" timeOffset="891">709 121 8159,'0'9'1022,"0"0"0,0 0 0,0 1-445,0 2 1,0 3 0,0 6 0,0 2-355,0 3 1,0 5 0,0 1-1,0 1-201,0 0 0,0-1 1,0 0-1,0-3-217,0-4 0,0-6-153,0-4 0,1-8 0,1-3 1,4-7-89,2-6 1,1-5 0,0 1 0,1-1 219,2-2 1,-1 3 0,3 1 0,0 4 44,0 2 0,-3 2 0,1 4 321,-2 0 0,-1 1 0,0 3 0,-1 4 0,-2 6 218,-3 3 0,-2 2 0,-1 1 0,-2 2-102,-4 1 1,0-2 0,-7 1-1,0-2-195,-2-3 0,-2-6 0,-1-2 0,0-5-610,0-3 1,3-2 0,1-3-276,1-5 1,2-4 0,3-6 0,2-2 813,3-3 0,2-2 0,1-1 0</inkml:trace>
  <inkml:trace contextRef="#ctx0" brushRef="#br0" timeOffset="1050">950 139 7795,'3'15'370,"0"0"1,1 0 0,-2 3 0,1 0 333,-1 3 1,-1 0 0,-1 5-1,0 3-611,0 2 1,0-1 0,0 2-1,0-1-1236,0-3 1,0-1 0,1-4 1142,2-5 0,2-8 0,4-6 0</inkml:trace>
  <inkml:trace contextRef="#ctx0" brushRef="#br0" timeOffset="1184">1112 345 7795,'0'16'452,"-1"0"1,-1 1-52,-1-1 1,-3-3 0,3 2 0,0 0-263,-1 2 1,3-6 0,-2-2-1516,2-1 1376,5-4 0,1-4 0,4-5 0</inkml:trace>
  <inkml:trace contextRef="#ctx0" brushRef="#br0" timeOffset="1317">1174 193 7795,'5'-4'-761,"3"3"1,-2-2 760,2 2 0,-3 1 0,7 0 0,-2 0 0</inkml:trace>
  <inkml:trace contextRef="#ctx0" brushRef="#br0" timeOffset="1467">1336 166 7098,'-9'4'0,"0"1"706,0 0 1,0 3 0,1-2 0,1 2-94,1 1 0,0 3 0,-3 3 1,1 3-265,2 3 0,2 3 0,4 4 0,2 1 45,4 0 0,1-6 0,8 2-927,1-6 1,3-4-1,1-9 1,-1-3 0,2-3-1983,1-3 2515,-3-6 0,7-9 0,-3-4 0</inkml:trace>
  <inkml:trace contextRef="#ctx0" brushRef="#br0" timeOffset="2002">1811 13 7825,'0'-6'885,"0"0"1,0 5 0,0 2-378,0 7 1,-1 6-1,-1 8 1,-2 5-293,-1 5 0,3 5 1,-2 4-1,1 4-603,0 4 1,-1-2 0,2 0 0,-1-4-160,1-5 1,1-9 0,2-7 0,3-8-936,5-8 1,1-5 1480,5-4 0,0-6 0,3-5 0</inkml:trace>
  <inkml:trace contextRef="#ctx0" brushRef="#br0" timeOffset="2485">2044 103 7731,'-6'3'0,"0"1"690,-1 1 0,-1 1 0,-1 3 0,0 0-64,0 0 0,0 4 0,0 2 0,0 2-406,0 1 0,4-1 0,2 1 0,2 0-178,1 0 1,3-3-1,2-2 1,2-2-287,3-3 1,2-5 0,-1 0-1,2-2-978,1-1 0,0-1 1,2-2-1,-2-3 693,-1-2 0,3-2 0,-3-1 0,1-2 529,-2-1 0,-2 3 0,-1-1 0,0 2 0,0 1 0,0 0 49,0 1 1,0 2-1,0 1 1,0 0 532,0 0 1,-3 3 0,0-2-172,1 0 1,1 0 0,1-3 0,0 1 0,0-1-52,0-1 1,-1-1-1,-1 0 1,-2 0-117,-1 0 0,-1 0 1,-3 0-1,0 0 101,0 0 0,-4 4 1,-2 2-1,-2 2-88,-1 1 1,-1 0 0,-1 1-1,-1 2-91,1 3 0,1 6 0,1 3 0,0 3 16,0 3 0,3-1 0,1 4 0,1 1-175,2 0 1,1 0 0,2 0-1,2 1-132,3-1 1,3-4 0,2 0 0,1-3-1165,-1-3 1,0-3 0,0-6 952,1-3 0,0-2 0,-3-1 0,0-2 0,0-4-550,0-6 886,-4-4 0,2-6 0,-2-1 0</inkml:trace>
  <inkml:trace contextRef="#ctx0" brushRef="#br0" timeOffset="2599">2366 219 7731,'5'0'951,"0"0"0,-2 0 0,3 0-441,2 0 1,0 1-1,-1 1 1,-1 1-805,1-1 0,1 2 1,2-1-1,1-1-839,1-1 0,1 2 0,-2 0 1133,1-1 0,4-1 0,-2-1 0</inkml:trace>
  <inkml:trace contextRef="#ctx0" brushRef="#br0" timeOffset="2783">2590 121 7731,'-9'14'815,"-1"-1"1,0 0-331,-2 2 0,0 3 0,3 2 0,-1 2 7,-2 4 1,2 1 0,-2 8 0,3 3-475,3 2 1,-1-5 0,4-2 0,1-4-482,1-6 1,1-4 0,1-5 0,2-4-569,3-3 1,2-5-1,1 0 1031,0-4 0,4-3 0,1-4 0</inkml:trace>
  <inkml:trace contextRef="#ctx0" brushRef="#br0" timeOffset="2933">2725 318 7731,'-4'13'166,"-1"1"0,-3 5 1,1 2 689,1 3 0,0-1 0,-3 0 1,1 1-470,2-1 1,-2 0 0,3-4-1,-1 0-1063,0-2 0,3-5 1,-2 0-1,0-2-2323,0-1 2999,-1-4 0,-7-1 0,-1-4 0</inkml:trace>
  <inkml:trace contextRef="#ctx0" brushRef="#br0" timeOffset="3384">1515 856 7731,'-8'-14'465,"2"1"1,-6 5-1,1 1-128,-1 1 0,2 4 0,-2 0 0,1 4 109,-1 4 1,2 5 0,-1 2-270,1 1 0,2 1 0,1 4 1,2 0-1,1 0-91,2 1 1,2-5 0,2 5 0,2 0-186,1-1 1,5-4 0,4-3 0,1-3-265,3-3 1,-2-2-1,5-4 159,-2 0 0,-1-5 1,0-3-1,-1-4 148,-2-2 0,1-4 0,-4-3 0,-2 1 1,-2 2 623,-2 3 0,-4-1-140,1 5 1,-2 2 0,-1 8-246,0 7 0,0 8 1,0 3-1,0 4-822,0 2 1,0-2 0,1 2 0,2-1-64,3-2 1,-1-4 0,2-2 0,1-2-1489,3-4 2190,1-3 0,-3-5 0,0 0 0</inkml:trace>
  <inkml:trace contextRef="#ctx0" brushRef="#br0" timeOffset="3550">1775 784 7731,'0'-9'0,"-1"0"1154,-2 0 1,1 3-525,-4 0 1,4 8-1,-1 2 1,2 7-369,1 7 1,0 5-1,0 6 1,0 2-259,0 1 1,0-3 0,0 4 0,0 1-542,0 1 1,3-6 0,1-3 0,1-3-763,2-3 1,1-5-1,1-5 1299,0-3 0,4-7 0,1-5 0</inkml:trace>
  <inkml:trace contextRef="#ctx0" brushRef="#br0" timeOffset="3733">1963 757 8199,'0'9'810,"0"0"0,0 0 0,0 1-401,0 2 0,0 3 0,0 6 0,0 3-215,0 2 0,0 0 1,0 1-1,1 0-421,2 0 0,-1-1 1,3-2-1,0-3-556,0-2 1,1-7 0,3-2 0,0-2-1447,0-4 2229,0-2 0,4-2 0,1 0 0</inkml:trace>
  <inkml:trace contextRef="#ctx0" brushRef="#br0" timeOffset="3966">2339 874 10160,'-1'8'780,"-2"-2"0,2 5 0,-2-1 1,0 3-353,0 6 0,-1 0 1,2 6-1,-2 2-332,-1 2 1,3 2-1,-2-2 1,1 2-713,0 0 1,0-5-1,3 0 1,0-3-887,0-3 0,1-3 1,2-5 1501,3-6 0,2-8 0,1-3 0</inkml:trace>
  <inkml:trace contextRef="#ctx0" brushRef="#br0" timeOffset="4167">2483 1017 7731,'-8'-5'649,"4"-2"0,-7 4 0,0 0-351,1-1 1,-1 3 0,0-1-1,-1 4 171,1 4 0,1 2 1,1 1-1,1 1-28,2 2 1,2-2 0,4 3 0,0-1-348,0 0 1,1 1 0,2-2-1,4 1-534,4-1 1,0-4 0,3-2 0,0 1-788,0-1 0,0-1 0,2-4 0,-2-1-1037,-1-2 2264,-1-2 0,1-3 0,1-1 0</inkml:trace>
  <inkml:trace contextRef="#ctx0" brushRef="#br0" timeOffset="4467">2555 1026 7731,'-6'9'121,"0"0"0,3 1 0,-2 1 0,0 2 699,0 1 1,3-2 0,-1 2-1,2 1-520,1 1 1,0-3-1,0 5 1,0-2-292,0-2 1,0 0 0,0-3 224,0 1 1,4-5-332,2-7 0,1-7 0,0-6 0,-2-2-219,-1-4 0,2 1 0,-2-3 0,0 2 331,3-2 0,-2 5 1,0-1-1,-1 3 314,-2 3 1,2 1-246,-1 1 1,1 4-1,-2 3 1,1 5-1,-1 5-219,-1 3 1,-1 9 0,0 0-379,0 2 0,3 3 1,1-1-1,0 1 1,2-1-570,2-3 0,-3-3 1,6-4 1081,0-5 0,0-4 0,2-9 0,1-1 0</inkml:trace>
  <inkml:trace contextRef="#ctx0" brushRef="#br0" timeOffset="4683">2743 1125 7731,'-9'4'525,"1"1"0,1 3 1,1-2-1,0 0 0,0 1 344,0 1 0,4 2 1,-1 1-1,2 1-692,1-1 0,1-1 1,2-2-1,3-1-232,2-1 1,5-4-1,1 1 1,1-3-54,0-3 1,-4-3 0,1-5 0,-2-3 10,-2-3 0,0 3 0,-2-5 1,-3 0-19,-2 1 0,-1 4 1,0-3-1,-1 2-125,-2 1 1,-2 6 0,-3-1 0,1 2-1371,2 2 1,-1 1 232,-3 4 0,4 1 1377,2 2 0,-2 2 0,0 4 0</inkml:trace>
  <inkml:trace contextRef="#ctx0" brushRef="#br0" timeOffset="5217">2886 1053 7731,'0'9'586,"0"0"1,-1 0-1,-1 0 116,-1 0 1,0 0 0,3 0 0,0 1-304,0 2 1,0-3-1,1 3 1,1-1-419,1 1 1,4-4 0,-1 2-1,3-1-61,3-2 0,-2-4 1,2 0-1,-1-2-21,1-1 1,-2-1-1,2-3 1,-2-5 33,-1-5 0,-1 0 0,-2 0 0,-3 0 129,-2 1 0,2 2 1,0-1 261,-1 2-387,-2 1 0,0 5-24,0 4 1,0 4 0,1 6-1,1 1 1,1 1 246,-1-1 0,3-1 8,1 2 0,2-3 0,1 0-203,0-5 1,-1-4-1,-1-3 1,-2-3-423,-1-2 0,3-2 0,-2-1 1,1-1-373,0-2 1,0 2 0,3-2 331,0 1 1,0 0 0,0 2 0,0-2 0,0 0 496,0 0 0,-3 0 0,-1 2 0,-1-1-19,-2 1 698,-1 1 0,-2 5 0,-1 3 472,-1 4 1,0 3 0,3 5 0,0 1-697,0 1 1,1 4 0,1-1-333,1 2 1,4 1-1,-1 0 1,2 0 0,1 0 36,0 0 1,-1-1 0,-1 1 0,-3 0-255,0 0 0,-1-3 0,-3-1 0,0 0-734,0 0 1,-4-3 0,-2 1-219,-1-2 0,-2-5 0,0-2 24,0-2 1022,4-1 0,-3-4 0,3-1 0</inkml:trace>
  <inkml:trace contextRef="#ctx0" brushRef="#br0" timeOffset="5349">3388 1187 7731,'0'16'0,"0"3"271,0 3 1,0-4 0,0 3 0,0 2 1460,0 2 0,-1 3 0,-1-1 0,-2 2-1771,-1 0 0,2-6 1,-2 3-1,0-3-2088,0-3 1,3-5 2126,-1-3 0,-2-2 0,0-1 0</inkml:trace>
  <inkml:trace contextRef="#ctx0" brushRef="#br0" timeOffset="6100">583 1411 7782,'-3'-18'238,"0"1"1,0 3 210,-1 2 1,2 3 60,-4 3 1,4 8-1,-1 10 1,2 9 24,1 6 0,0 6 0,0 5-544,0 1 0,3 7 1,0 0-1,-1 1 1,0 4-68,1 2 0,-1-4 1,3 3-1,-1-4 66,-2-7 1,2-5 9,-1-9 0,0-8 0,-3-2 0</inkml:trace>
  <inkml:trace contextRef="#ctx0" brushRef="#br0" timeOffset="6264">502 1779 8255,'-4'-6'751,"-2"0"0,2 0 1,1-3-1,2 0-630,1 0 1,4 0 0,3 0 0,4-1-87,4-2 1,3 1 0,2-4 0,2-1-202,1-1 0,-2 1 0,3 1 0,0-3 166,-1-1 0,2 2 0,-2-5 0</inkml:trace>
  <inkml:trace contextRef="#ctx0" brushRef="#br0" timeOffset="6749">843 1384 7814,'-3'9'0,"-1"1"96,-1 2 0,2 2 0,-2 4 1,1 1 682,2 2 0,1 0 0,1 5 0,0 3-50,0 2 1,0-2-1,0 3 1,1 1-541,2 2-1,-1-4 1,3 3 0,0-4-103,0-5 1,1-8-1,3-3 1,0-6-180,0-5 0,0-7 0,0-5 0,1-7-279,2-6 1,-2-7 0,2-9-1,-2-2 194,2-1 0,-4 5 1,2-1-1,-1 2 215,-2 1 0,0 11 0,1 3 275,-2 5 0,-2 8 1,-4 8-113,0 7 1,3 6 0,0 6-1,-1 2-97,-1 1 0,2-2 0,1 1 0,1 1-79,2 0 1,-2-3 0,1 1-305,1-2 1,4-3-1,1-2 1,0-4 113,1-2 0,0 1 0,4-6 1,-1-3-1,1-4-3,-2-5 0,1-4 0,1-1 0,-1-4 32,-1-1 0,-7-1 0,0 0 0,-2-2 212,-1-1 1,-4 7 0,-1-1 132,-5 3 0,-6 2 0,-2 4 0,-1 2-66,-2 3 1,0 3 0,0 3 0,3 3 0,0 3 673,2 3 0,1 3 0,1 5-528,0 0 0,4 8 0,1 0 0,1 2 1,1 2-613,3 0 1,1-2-1,6 1-542,2-4 1,4-1-1,-1-10 1,1-6 0,2-5-1178,4-6 1,-1-7 2042,2-7 0,2-10 0,0-3 0</inkml:trace>
  <inkml:trace contextRef="#ctx0" brushRef="#br0" timeOffset="7033">1363 1591 7814,'-9'4'473,"1"1"1,2 4 0,2 3 838,0 3 0,2 3 0,-3 3 0,1 4-468,2 4 1,1 3 0,1 3 0,0-1-685,0-2 0,0-7 1,0-2-1,1-5 12,2-3 0,-1-8 0,4-2-440,1-6 0,1-9 0,0-8 0,-1-7-411,-1-7 0,0 0 1,3-7-1,0 2 268,0 1 1,-1 1-1,1 3 1,1 4 455,2 4 0,-2 8 0,2 2 341,-2 6 0,-1 6 1,0 8-1,-1 7 1,-1 8 98,-1 8 0,0 3 0,2 8-519,-2 0 1,-1 0 0,-3 2 0,1-5 0,-1-3-1861,-1-4 1894,3-10 0,1 1 0,4-7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29.0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0 466 7836,'1'-6'531,"2"0"1,2 1 0,5-3-384,2-1 1,5 2 0,5-5 0,1-1 0,2-2-1029,1-2 0,3-1 0,1 0 880,-1 0 0,3-4 0,0-1 0</inkml:trace>
  <inkml:trace contextRef="#ctx0" brushRef="#br0" timeOffset="367">484 0 7836,'0'13'490,"0"-2"0,0 4 0,1 2-202,2 3 1,2-1-1,4 3 1,0-1-65,0 0 1,3 3-1,0-2 1,-1 0-109,-1-1 1,-2-8 0,-1 1-1,-2-5-76,-1-3 1,-2-4-146,-5 1 0,-5-2 1,-5-1-1,-1 1 29,-2 2 1,-1-2-1,0 3 1,1 0 11,1 2 0,3-1 0,-2 1 0,1 1 212,2 1 0,4 1 0,2 0 3,1 0 0,2 0 1,5 0-1,3 0-139,2 0 0,2-1 0,2-2 0,3 0-130,2 1 1,-2-2 0,0 0 0,1-1-570,1-2 1,1-2 0,0-2 0,0-3-1765,0-3 2451,-5 1 0,0-9 0,-4 2 0</inkml:trace>
  <inkml:trace contextRef="#ctx0" brushRef="#br0" timeOffset="650">717 314 7992,'4'5'697,"-2"-1"1,3-5-158,-1-2 1,3-2 0,-2-4-1,1-1-333,0-2 0,-1-2 1,2-4-1,-2-1-143,-1-2 1,-1 2 0,-3 0 0,0 2-127,0 2 0,-1 4 0,-2 0 0,-4 4 78,-4 4 0,1 4 0,-2 4 0,2 6 39,1 5 1,0 1-1,1 7 1,2 1 187,3 4 0,2 3 0,1 3 0,0-2-459,0-3 1,4-2 0,2-3 0,3-1-576,3-3 1,-1-6 0,4-4 0,1-4-26,1-4 1,2-7 0,0-5 0,1-6 815,-1-5 0,-6-7 0,4-4 0</inkml:trace>
  <inkml:trace contextRef="#ctx0" brushRef="#br0" timeOffset="816">977 153 7827,'-9'1'0,"1"2"831,2 3 1,-2 0 0,3 2 0,0 2-321,2 3 1,-1 0 0,1 4 0,1 3-177,1 2 0,2 0 0,2 3 0,3 1-699,2-1 0,2-3 0,1 0 0,1-4-540,-1-4 0,0-3 0,0-3 1,2-2-241,1-3 1144,-3-2 0,2-13 0,-4-3 0</inkml:trace>
  <inkml:trace contextRef="#ctx0" brushRef="#br0" timeOffset="1065">1120 233 7826,'0'9'402,"0"0"1,0 0 0,0 0 0,0 0-11,0 0 1,-1 0 0,-1 1-1,-1 2-71,1 3 1,1-1 0,1 2 0,0 2-225,0 2 0,0 1 0,-1-1 0,-1 1 59,-1-1 0,0-5 0,2-3 0,-1-2-61,-1-1 0,0-5 98,3-4 0,1-8 1,2-7-1,3-3-138,2-3 1,1 1 0,0-4 0,0 0-624,0-2 1,0 3-1,0 2 1,0 1-451,0-1 0,0 5 0,0-2 0,0 2-1048,0 2 2066,0 1 0,0 4 0,0 0 0</inkml:trace>
  <inkml:trace contextRef="#ctx0" brushRef="#br0" timeOffset="1198">1308 287 7826,'1'8'118,"1"-1"1,1-1 247,-1 1 1,0-2-199,1 1 1,-1-4 0,4 1-745,1-2 0,-2-5 1,0-2-1,0-2 576,0-1 0,1 0 0,3 0 0</inkml:trace>
  <inkml:trace contextRef="#ctx0" brushRef="#br0" timeOffset="1348">1434 188 7826,'-1'9'460,"-1"0"1,-2 0 343,-1 0 0,3 1 0,-2 2 0,1 3-415,0 2 0,0 2 1,3 1-1,0 2-485,0 1 0,0 2 1,0 3-1,0-1-807,0-1 1,3-8 0,1-1 0,1-4-446,2-5 1,1-3 1347,1-5 0,0-8 0,0-2 0</inkml:trace>
  <inkml:trace contextRef="#ctx0" brushRef="#br0" timeOffset="1531">1533 260 8573,'0'9'886,"0"-3"0,0 0 1,0 1-410,0 1 0,0 2 0,0 2 0,0 3-185,0 2 1,1 5-1,2 2 1,1 2-542,1 4 0,3-4 1,-3 2-1,1-1-551,0-2 1,-4-7 0,1-1 0,-1-4-410,1-5 0,-2-4 0,1-7 1209,-4-3 0,1-6 0,-7-6 0,3-5 0</inkml:trace>
  <inkml:trace contextRef="#ctx0" brushRef="#br0" timeOffset="1698">1568 314 7826,'4'-17'21,"-2"5"0,3-6 0,0 1 231,0 0 0,-1 3 0,3 2 0,2 2 44,1 1 0,-2 4 1,4 3-1,-2 1 356,-1 1 1,-4 4 0,-1 4 0,-1 4-231,0 2 0,0 1 0,-3 3 1,0 1-645,0 2 0,-3-2 0,0 1 0,0-3-579,-1-2 0,2-3 0,-3 2 0,1-1-2915,2-2 3716,1-6 0,1-1 0,0-4 0</inkml:trace>
  <inkml:trace contextRef="#ctx0" brushRef="#br0" timeOffset="1849">1783 144 7826,'0'14'129,"0"-2"1,0-1 0,0-1 0,0 3 658,0 1 0,0 2 1,0 4-1,0 1-1089,0-1 0,0 0 0,0 0 0,0 1-1357,0-1 0,0-4 1658,0-1 0,0-1 0,0 4 0</inkml:trace>
  <inkml:trace contextRef="#ctx0" brushRef="#br0" timeOffset="1965">1748 332 7826,'0'-9'599,"0"3"1,1 1-1,2 0 370,3 0 1,2-1-1,1-3 1,2 0-887,1 0 0,4 0 0,-1 0 1,3 0-734,3 0 0,-1 0 1,4 0 649,1 0 0,1-4 0,1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53.7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45 7740,'0'-9'0,"-1"0"397,-2 0 1,2 3-5,-2 0 0,2 5 0,1 1 0,0 6-176,0 5 0,1 3 1,2 4-1,3 1-147,2 2 1,2-1 0,1 3-1,2-2 12,1-1 1,1-1 0,2-2 0,-1-2-326,-1-3 0,0-6 0,3-3 1,-1-3-287,1-3 1,-4-4-1,-2-7 1,-2-5 377,-1-3 1,-4 1 0,-2-1 0,-2 0 176,-1 2 0,0 4 1,-1 2 129,-2 1 1,1 5 0,-3 6 169,1 4 1,0 3 0,2 5-1,-1 1-442,1 1 0,2 1 0,2-2 1,2 1-1,1-1-1368,2-1 1484,1-2 0,1 5 0,0 1 0</inkml:trace>
  <inkml:trace contextRef="#ctx0" brushRef="#br0" timeOffset="216">386 0 7883,'6'3'0,"-1"1"266,-1 1 0,2-2 0,0 3 0,2 2 83,1 3 0,0-1 0,0 2 0,-1-1 26,-2 1 1,1 2 0,-4 4 0,-1 0-98,-1-1 1,-1 4 0,-1 0-1,-3 0-106,-5 1 0,0-6 0,-4 2 0,1-2-731,0-2 1,1-1 0,2-4-1,0-1-1488,0-2 0,3-2 2047,0-4 0,4-4 0,-2-1 0</inkml:trace>
  <inkml:trace contextRef="#ctx0" brushRef="#br0" timeOffset="450">565 197 7740,'14'-4'0,"2"2"0,-3-3 0,0 0 452,0 0 0,1-4 0,-2-4 0,-1 1 256,-1-1 0,-5-3 1,-2 2-1,-2 0-269,-1 2 1,-1-1-1,-2 1 1,-3 1 79,-2 1 1,-2 5 0,-1 2 0,-2 2-85,0 1 1,2 5-1,-2 4 1,1 5-228,0 3 0,0 2 0,4 1 0,1 2-568,1 1 0,3-4 0,-2 3 1,1-1-1089,2 0 0,1 0 1,3-4-2541,4-2 3988,0-2 0,15-4 0,-2 0 0</inkml:trace>
  <inkml:trace contextRef="#ctx0" brushRef="#br0" timeOffset="570">798 224 11485,'0'9'0,"0"0"1705,0 0 0,0-3-1478,0 0 0,1-4-227,2 1 0,-2-2 0,3-1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6:44.2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565 99 7740,'-9'-4'1214,"4"3"1,1-4-823,4 2 0,2 2 0,3-3-347,4 0 1,6 2 0,0-3 0,2 0 0,1 1-163,0 0 0,3-2 0,-1 2 0,1-1-851,1-2 1,-5 2 0,2 0 0,-2 0 967,-4 0 0,-2 3 0,-2-6 0,0 3 0</inkml:trace>
  <inkml:trace contextRef="#ctx0" brushRef="#br0" timeOffset="125">789 18 7740,'-3'10'0,"-1"1"0,0 2 776,0 1-628,-3-3 0,6 9 1,-3-2-1,1 2 1,0 2-1,1 1 1,0 1-212,-1 0 0,2-3 1,-2 4-1,2 0-637,1-3 0,-1-1 0,-2-2 700,-3-1 0,-6 2 0,-2-6 0</inkml:trace>
  <inkml:trace contextRef="#ctx0" brushRef="#br0" timeOffset="266">592 404 7740,'-5'0'1676,"9"-4"0,9-2-1739,6-2 0,2 1 0,5-1 0,3-2-68,5 0 1,0-3 0,4 1 0,-3 1 130,-2 1 0,-4 1 0,1 0 0</inkml:trace>
  <inkml:trace contextRef="#ctx0" brushRef="#br0" timeOffset="718">1345 54 7949,'-6'4'482,"0"2"1,3 0-1,-2 2-186,1 2 0,1 5 1,2 1-1,-1 3 1,-1 4 17,1 3 0,2-1 0,2 4 0,2-1-303,1-1 0,-2-7 0,2-3-359,-1-3 0,2-2 171,-3-3 0,0-5 0,-4-3 0,-2-3 0,-4-1-105,-4-1 0,-3 3 0,-4-2 0,-1 2 197,-2 1 0,5 0 0,-1 1 0,2 2 274,1 3 1,4 2-1,1 1 1,4 0-28,1 0 0,4 0 1,0 0-1,5 0-368,3 0 1,5-3-1,2-1 1,3-1-270,3-2 1,-1-1-1,3-1 1,0-2-1332,0-4 1806,1 0 0,2-11 0,1 3 0</inkml:trace>
  <inkml:trace contextRef="#ctx0" brushRef="#br0" timeOffset="1183">1470 314 7740,'-9'0'231,"0"4"0,0-2 1,0 4-1,1 1 1,1 2-1,1 2 1,0 2 535,1 1 1,1 0 0,4 2 0,1-2-770,2-1 0,3-1 0,5-4 0,2-2-219,1-4 0,0-1 1,2-2-1,-2-2 178,-1-6 0,-1-1 1,-3-4-1,0 0-264,0 0 0,-4 2 0,-2-3 0,-2 0 242,-1 1 0,-4 1 0,-2 4 0,-2 1-150,-1 2 1,0-1 0,0 4-1,1 0-718,2-1 0,-2 3 321,2-2 1,3 2 611,3 1 0,4 0 5,5 0 1,3 0 0,0 0-1,-1 1 1,-1 1 131,-1 1 1,0 3 0,-1-2 0,-1 1 467,-1 2 1,-3 1 0,2 2 0,-1 1-138,-2 1 0,0 4 1,0-1-1,1 2 42,-1 1 1,-1 0-1,-1 0-396,0-1 1,0 1-1,-1-1 1,-1-2-1,-1-3-113,1-2 0,0-5 0,0-3-47,-1-4 1,0-4 0,3-7 0,1-5-325,2-5 1,2-3-1,4 0 128,-1-1 1,1 1-1,1 2 1,1 3 0,2 4 102,1 5 0,1 4 1,3 10-1,0 4 140,0 6 0,0 8 0,-1 4 0,-1 2-196,-1 1 1,-4-3 0,0-2 0,-4 0-672,-4-2 0,-2-4 866,-1-1 0,-4-4 0,-1 2 0</inkml:trace>
  <inkml:trace contextRef="#ctx0" brushRef="#br0" timeOffset="1817">2062 126 9069,'-1'-5'1102,"-2"2"1,1 2 0,-4 1-909,-1 0 1,0 7-1,0 3 1,0 3-384,-3 3 0,1 2 1,-3 2-1,2 2-756,1 0 1,0-2 0,1 1 60,2-2 0,2-2 1,5-3 883,2-5 0,2-8 0,8-10 0,1-5 0</inkml:trace>
  <inkml:trace contextRef="#ctx0" brushRef="#br0" timeOffset="1932">2053 189 8001,'5'1'840,"-2"2"1,-2 2 0,-1 5 0,-1 3-673,-2 4 1,2 6-1,-3 6 1,1 2-390,0 1 1,-1-2 0,2 2 0,-1-1-1140,1-3 0,-3-4 1360,-1-3 0,-2 2 0,-1 0 0</inkml:trace>
  <inkml:trace contextRef="#ctx0" brushRef="#br0" timeOffset="2065">1954 493 7908,'4'-9'475,"-2"4"0,4 1 0,1 0-320,1-2 0,5 2 1,2-2-1,2-1-443,1-1 0,-2-1 1,-1 0-1,2 0-627,-1 0 915,-4 0 0,1 0 0,-4 0 0</inkml:trace>
  <inkml:trace contextRef="#ctx0" brushRef="#br0" timeOffset="3034">574 825 7239,'0'-9'-440,"0"0"0,0 0 2597,0 0-1643,0 0 1,1 4-1,1 3-239,1 4 1,4 6 0,-2 5 0,0 2-66,-2 4 1,1 0 0,-1 4 0,0 0-78,1 0 0,-3-3 0,2 3 0,-2-1-112,-1-2 1,0-1 0,0-1 0,0-1-732,0-2 375,0-2 1,1-9 0,1-5 0,2-7 157,1-6 0,-2-6 1,3-2 138,1-1 0,1 0 1,2-2-1,1 2 1,0 2 142,0 1 1,0 4 0,0 2-1,1 2 205,-1 4 1,-1 0-1,-1 6 11,0 3 1,-3 4 0,-1 7 0,-1 4-212,-2 4 1,2 2-1,-1 2 1,-1-1 0,-1 0-290,-1 0 0,0-3 0,0 0 0,1-3-1150,2-2 1,-2-7 508,2 1 1,1-7 0,0-2 0,1-6 819,2-5 0,0 0 0,0-3 0,-1 0-30,1 0 1,1 3-1,1-1 1,0 1-40,0-1 0,-2 4 0,1-2 430,1 2 1,2-5-1,-1 5 1,1-3 0,2-1 188,1 0 0,-2-4 1,2 2-1,-1-1-225,-2 0 0,-2 4 0,-2-1-219,-1 2 0,-4 4 0,0 1 0,-4 1 33,-4 2 1,-2 1 0,-1 2 0,0 2-102,0 3 0,3 6 0,0 2 0,-1 1-93,-1 0 0,3 0 0,1 3 1,1-1-168,0-2 1,0 1 0,3-2 0,0 0-186,0-2 0,4-2 0,2-2 1,2-1-143,1-1 0,1-4 0,2 1 0,3-3 413,2-3 1,-2-2-1,0-4 1,0 0 182,-1 0 1,-1 0-1,-4 0 34,0 0 1,0 0-1,-2 1 1,-1-1 0,-3 0 245,-2 0 0,-1 0 0,0 0 1,0-1 26,0-2 1,-1 1 0,-2-3 0,-3 1-95,-1 2 0,-3 2 0,-1 3 0,-1 3 4,1 2 1,1 1 0,1 1-105,0 2 0,3 3 1,0 6-1,0 3 10,1 2 0,1 4 1,4 1-1,0 0 1,0 0-425,0 1 0,4-3 0,2 1 0,3-3-401,3-3 0,-1-2 0,3-5 1,0-2-32,0-3 1,1-4 0,1-5 0,0-6 685,-1-4 0,-4-6 0,6-1 0,-3-4 0</inkml:trace>
  <inkml:trace contextRef="#ctx0" brushRef="#br0" timeOffset="3299">1273 798 9058,'0'9'481,"0"0"0,0 3 0,0 0 0,0 0-191,0 1 1,1-2-1,1 3 1,1-1-346,-1-2 0,-1-1 0,-1-2-167,0 1 1,0-3 0,-1-1-1,-2 0 11,-3 0 1,-2-2 0,-1 3 0,-1 1 131,-2 1 1,1 1-1,-3 0 1,1 1 344,2 2 1,5-1 0,3 3 0,2 0 50,1 0 0,0-3 0,1 0 0,3-4-212,5-4 0,4-2 1,5-2-1,0-3-755,0-5 0,-1-1 0,-1-5 220,-1-1 1,-4 0 0,0 0 0,-4 2 0,-4 1-1989,-2 2 2418,-1 1 0,-8 5 0,-2 1 0</inkml:trace>
  <inkml:trace contextRef="#ctx0" brushRef="#br0" timeOffset="3883">511 1434 7740,'-6'-6'-373,"1"0"346,1-1 1,-2-1 764,3-1 0,0 5 0,3 4-322,0 5 0,3 4 0,1 3 1,1 3-352,2 2 1,-2 2 0,0 1-1,0 1-55,0-1 0,-3 0 0,2 0-75,0 1 0,-3 0 0,2-5 0,-2-1 0,0-3-509,2-2 375,-2-5 0,3-7 0,-4-10 0,0-8 0,0-4 147,0-3 1,1-1-1,1-1 1,2-1 23,1 1 0,1 1 0,3 3 0,1 2 63,2 3 0,-2 10 0,3-1-2,0 5 0,-3 4 0,2 6 0,-2 5 1,-1 5 162,-1 3 0,-2 1 1,-1 2-17,-1 1 0,2 3 0,-3-2 0,-1 0 1,-1 0 66,-1-2 0,3-1 0,0-1 146,-1 0-474,-1-9 1,-1-6 0,0-11 0,0-6-71,0-3 0,0-2 0,0-1 0,1-2 181,2-1 1,-2 3-1,3 0 1,-1 4 74,0 4 1,3 2 0,-2 2-57,1 2 0,0 6 0,2 6-84,-1 2 0,-3 5 0,3 3 0,1 3 0,1 2-837,1-1 1,0-1-1,0-1-35,0 0 1,3-4 0,1-2 906,1-2 0,1-5 0,3-1 0</inkml:trace>
  <inkml:trace contextRef="#ctx0" brushRef="#br0" timeOffset="4166">959 1363 7740,'-9'-5'667,"0"2"1,3 1-1,0 0 1,-1-1 18,-1 1 1,2 2 0,1 3-427,-2 3 0,3 3 1,1 2-1,2 1-117,1-2 0,1 1 0,2 0 0,3 1-313,2-1 0,0-2 0,1-3 0,1-3-510,2-2 0,-1-1 0,3 0 0,-1-1 335,-2-2 0,-1-2 0,-1-4 0,0 0 141,0 0 0,0-1 1,-1-1-78,-2-1 1,1 1 1047,-4 2 0,0 2-526,-3 4 1,0 7-536,0 8 0,3 0 0,0-3 0,-1 2 0,-1 1-1215,-1-1 1509,0-1 0,4-1 0,1 0 0</inkml:trace>
  <inkml:trace contextRef="#ctx0" brushRef="#br0" timeOffset="4315">1139 1416 7740,'0'9'61,"-1"0"1,-1 0 0,-1 0 624,1 0 1,0 0-1,0 0-606,-1 0 1,0 0-1603,3 0 0,0-5 332,0-4 1190,0-4 0,0-13 0,0-2 0</inkml:trace>
  <inkml:trace contextRef="#ctx0" brushRef="#br0" timeOffset="4415">1121 1336 7740,'0'-9'1472,"0"3"-1266,0 0 0,0 5-1351,0 1 1,3 1 1144,0 5 0,4 0 0,-2 3 0</inkml:trace>
  <inkml:trace contextRef="#ctx0" brushRef="#br0" timeOffset="4699">1183 1363 7581,'5'9'971,"-2"0"-416,-2 0 1,-1-1 0,0 1 0,0 0-238,0 0 0,0 1 0,0 2-98,0 3 0,0-5 1,0-1-638,0-1 1,1-4 119,2-1 0,-1-3 0,3-4 0,0-4 91,0-3 1,-2-5-1,2 1 1,0-2 135,0-1 0,0 3 1,2 2-1,-2 0 156,-1 2 1,2 4 0,-2 2 472,1 1 0,0 5 0,2 6 0,-2 4-414,-1 4 0,2 2 1,-2 0-1,0 2-775,0 2 1,3-1-1,-2 2 1,1-3-1185,0-5 1814,0-7 0,3 1 0,0-3 0</inkml:trace>
  <inkml:trace contextRef="#ctx0" brushRef="#br0" timeOffset="4865">1434 1246 8791,'-5'4'1122,"2"2"1,2 2-829,1 1 0,0 4 0,1 2 0,1 2-260,1 1 0,4 4 0,-2 1 0,1-1-245,0-1 0,-3-2 0,2-1 1,-1-1-1978,-2-2 1,-1-5 2187,-1-4 0,-4-4 0,-1 2 0</inkml:trace>
  <inkml:trace contextRef="#ctx0" brushRef="#br0" timeOffset="5233">1389 1434 8215,'1'-6'260,"2"1"-372,3 1 1,3 0 0,2 2 0,2-2-237,1-1 0,-2-1 0,3-2 0,1-1 348,1 0 0,-2 0 0,-1 0 0,-1-1-169,-2-2 1,-2 5-1,-2-2 740,-1 1 1,-5 1 0,-1 1-73,-5 3 1,0 3 0,-1 2 0,-1 2 63,-1 1 1,2 1 0,1 3-1,1 0-244,2 0 1,1 0 0,1 0-467,0 0 0,0 0 0,1-1-253,2-2 0,2-2 228,4-4 0,0-1 0,-1-2 0,-1-3 0,-1-2-135,1-1 0,-2 1 1,0 1-96,-1 1 1,1 0-180,-2-3 1,1 1-1052,-1 2 1632,-2 2 0,4 4 0,-3 1 0,1 2 0,0-2 0,-3 3 0</inkml:trace>
  <inkml:trace contextRef="#ctx0" brushRef="#br0" timeOffset="5361">1649 1327 6674,'5'0'390,"2"1"1,-4 2 0,-1 3-1,0 1 131,1-1 1,-2 3 0,2-1-1,-2 3-1053,-1 0 0,3-2 1,0 0-1,-1 0-1306,-1 0 1838,-1-4 0,4 3 0,1-3 0</inkml:trace>
  <inkml:trace contextRef="#ctx0" brushRef="#br0" timeOffset="5465">1676 1273 7740,'0'-9'983,"0"3"-426,0 0 0,-1 4-71,-2-1-1220,2 2 0,-2 1 0,5 1 734,1 2 0,4 2 0,-2 4 0</inkml:trace>
  <inkml:trace contextRef="#ctx0" brushRef="#br0" timeOffset="5733">1748 1264 9567,'0'9'657,"0"0"0,0 0 1,0 0-384,0 0 1,0 3 0,0 1 0,0 0-77,0 0 0,0 2 0,0-3 1,0-2-290,0 0 1,3-1 0,1-1-356,1-2 1,-2-3-1,2-7 223,-1-5 0,2-1 0,-2-4 0,0 1 237,0-1 0,2 3 1,-3-1-1,0 2 380,1 1 1,-2 4-223,4 2 1,-1 3 0,1 3 0,-2 4-443,0 4 1,-3 0 0,2 4-1,0 1-130,0 0 1,1 1-1,-1-1 400,3-1 0,2 0 0,1 3 0</inkml:trace>
  <inkml:trace contextRef="#ctx0" brushRef="#br0" timeOffset="5881">2008 1372 7740,'-4'13'431,"0"-6"0,-3 5 1,1 1 441,-1 0 1,2 4 0,0-2 0,1 3-733,2 3 1,-2 2 0,1 3-1,1-1-1019,1-1 1,0-6 0,-1 0 877,-1-1 0,0 2 0,3-5 0</inkml:trace>
  <inkml:trace contextRef="#ctx0" brushRef="#br0" timeOffset="6531">81 1927 7740,'-1'-9'325,"-2"0"0,-2 3 0,-4 1-34,0 1 1,0 1 0,0 4 0,0 2 188,0 3 1,3 7 0,1 5 0,1 7-204,2 7 1,1-1 0,1 8 0,1 0-232,2 1 1,3-1 0,5-8 0,3-6-277,3-6 0,-1-11 0,5-3 50,-2-6 1,-1-12-1,0-8 1,-1-5-1,-2-4-84,-3-3 0,-3 1 0,-3 1 0,-3 0 265,-2 2 0,-2 6 0,-2 5 0,-4 5 129,-4 3 1,0 5-1,-3 3-203,1 4 1,-2 3 0,3 4 0,2 0-1,2 1-786,2 2 1,4-2 0,0 2-941,4-2 1799,3-5 0,4-1 0,0-4 0</inkml:trace>
  <inkml:trace contextRef="#ctx0" brushRef="#br0" timeOffset="6681">395 1847 8082,'0'9'372,"0"3"1,0-1 0,0 4 0,-1 2 168,-2 3 1,2 3-1,-2 5 1,2 2-228,1 3 0,-1 3 0,-1 1 0,-1 2-1022,1-1 1,-2-5 0,1-3-1,0-3-2644,-1-3 3352,-1-7 0,-8 0 0,-1-3 0</inkml:trace>
  <inkml:trace contextRef="#ctx0" brushRef="#br0" timeOffset="6814">269 2196 7345,'4'-12'161,"2"0"0,-1 0 1,1 3-1,1 0 141,1 0 1,5 0 0,1 0 0,2 0-656,2 0 0,-2 0 0,5 1 1,-2-2 117,-1-2 0,-3 1 235,3-4 0,-6 0 0,5-3 0</inkml:trace>
  <inkml:trace contextRef="#ctx0" brushRef="#br0" timeOffset="7282">547 1900 7740,'0'9'403,"-1"3"0,-1 0 0,-1 0 124,1 1 1,1-2 0,1 4 0,0 1-187,0 1 1,0 2-1,0 1 1,0 3-200,0 2 0,1-3 1,1 3-129,1-5 0,3-1 1,-2-7-1,1-2 89,2-3 1,1-3 0,0-6-454,-2-4 0,2-5 0,-2-10 1,1-2-1,0-2 121,-1-2 0,0 6 1,2-6-1,-1 2 274,-1 2 1,-3 4 446,3 4 0,-4 4-267,1-1 0,-2 13 0,-1 6 1,0 5-185,0 4 1,0 2 0,0 2 0,1 1-140,2-1 1,-1-2 0,4-1 0,0-1-56,2-1 1,1-4-1,1 1 1,1-3-63,1-3 0,4-2 1,-2-6-1,1-3 140,0-4 0,-3-6 1,1 0 49,-3-2 0,0-4 1,-7 1-1,-1 0 145,-1 1 1,-2 2 0,-2 1-1,-4 3 1,-3 2 272,-2 3 1,-4 2 0,2 0-1,-1 3-84,0 2 1,4 6 0,0 3-1,3 4-129,2 2 0,3 2 1,-2 5-1,1 3-334,2 2 0,2 0 1,3 1-1,3 0-1008,2 0 0,2-4 0,1-2-108,1-2 1,3-8 0,-2-3 1269,1-3 0,1-6 0,3-4 0</inkml:trace>
  <inkml:trace contextRef="#ctx0" brushRef="#br0" timeOffset="7697">906 2053 7844,'-1'9'25,"-2"0"1,1 0 0,-3 0 0,1 2 581,2 1 1,0 4-1,0-1 1,-1 2 61,1 1 0,0 0 1,0 0-1,-1 0-516,1 0 0,1-3 1,1-1-344,0-1-11,0-5 0,1-11 0,2-7 0,3-4-178,2-5 1,1 0 0,0-5 0,0-1-499,3-1 1,-2-1 0,2 1 0,-1 2 329,1 0 1,-1 1 0,3-2 546,-1 1 0,2 4 0,-3-1 0,-1 3 0,-1 3 0,-2 4 463,-2 8 0,-6 4 0,-6 9 0,-2 2 450,-1 3 0,3 2 0,1 2 1,1 1-273,2 1 1,1 4-1,1-2 1,0 1-393,0-1 0,4-2 0,2 2-222,2-1 1,1 2-1,1-2 1,1 0-1,0 0 89,-3-2 1,1-1 0,-4-3 0,0 0-455,-2-1 1,-6-5-1,-3 0 1,-2-4-412,-1-2 1,-4-1 0,-1-3 0,-1-1-377,0-2 1,3 0 0,-2-5 1124,1-2 0,-3-1 0,2 2 0</inkml:trace>
  <inkml:trace contextRef="#ctx0" brushRef="#br0" timeOffset="8197">1389 1963 7685,'0'-9'47,"-3"3"1151,0 0-689,0 0 0,4 2 0,1 5 0,2 6-50,1 4 0,2 9 1,4 0-226,1 2 0,0 8 1,-3 1-1,-1 4 1,-1 5-94,-1 1 1,-4-5 0,1 1-520,-2-2 0,-2-2 1,-2-8-1,-4-6 1,-4-5-803,-4-6 1,0-3 0,-1-7 0,-2-5 1179,0-8 0,1-10 0,-5-7 0</inkml:trace>
  <inkml:trace contextRef="#ctx0" brushRef="#br0" timeOffset="8329">1372 1838 7740,'7'-6'0,"0"1"-16,-1 1 1,0 1 0,3 3 0,0 0 123,0 0 0,0 1 0,1 2 1,1 3-458,1 2 1,4-1 0,-2 0 0,1 0 348,0 0 0,-4-1 0,1 0 0,2 2 0,0-3 0</inkml:trace>
  <inkml:trace contextRef="#ctx0" brushRef="#br0" timeOffset="8599">1578 1891 7902,'-4'6'387,"-2"0"1,1 0 0,-1 3-1,0 0 12,1 0 0,-2 3 0,4 1 0,1 1-144,1 2 0,1 1 1,1 1-1,3 0-203,5 0 0,1 0 1,4-1-1,0 0-363,0-2 1,0-2 0,4-5 0,0-2-5,0-3 1,-3-4-1,-1-5 1,0-6 71,0-4 1,-6-3 0,0-1 0,-3-4 119,-3-2 0,-1 2 0,-1 2 0,-1 2 295,-2 3 0,1 6 0,-3 1 0,0 4 183,0 2 0,3 5 0,-2 5-449,0 2 1,3 5 0,-2 2 0,2 2 0,2 1-471,2 0 0,-1-1 1,4-2-1,1-3-111,1-2 0,1-5 675,0-2 0,0-6 0,0-2 0</inkml:trace>
  <inkml:trace contextRef="#ctx0" brushRef="#br0" timeOffset="8763">1873 1990 7335,'6'9'0,"-1"1"0,-1 1 0,-1 1 502,1-1 1,-2 0-1,3 0 1,-1 2-84,-2 0 1,-1-1 0,-1 3 0,0 1-226,0 1 0,0 1 0,0 0 0,-1 0-47,-2 0 1,-2-4-1,-4-2 1,0-2-943,0-1 0,3-4 1,0-2-1,0-3-663,1-3 0,0-5 1458,2-4 0,2-8 0,-3 1 0</inkml:trace>
  <inkml:trace contextRef="#ctx0" brushRef="#br0" timeOffset="8914">1981 1972 7740,'6'10'375,"0"1"0,0 2 191,-1 1 1,0 1 0,-3 3 0,1 1-438,-1 1 1,-1 0 0,-1 3 0,0 0-782,0 0 0,-1-3 0,-1 1 0,-2-2-4,-1-1 0,-2-4 0,-4-3 656,-1-4 0,-4 5 0,2-2 0</inkml:trace>
  <inkml:trace contextRef="#ctx0" brushRef="#br0" timeOffset="9047">1918 2223 7941,'6'-8'196,"0"2"0,0 1 0,4 2 0,1-2 119,1 0 0,4-3 1,-2 3-1,2-1-229,2 0 0,-4-1 0,5-3 0,-2-1-904,-1 0 0,-3 6-676,2-4 1494,-4 6 0,-2 3 0,-5 5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08.5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103 1 7781,'0'16'141,"-4"0"1,-2-3 0,0 4 603,3 3 0,-2 4 0,2 0 1,0 1-381,2 4 1,-2-2 0,-1 7 0,2-1-316,1 2 1,0-6 0,-1 4 0,-2 1-639,2-2 1,0-4 0,-2-2 779,-3 0-192,-2-2 0,-6-4 0,-1 1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08.7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76 42 7781,'-20'0'1074,"3"0"0,2 3 0,5 1-399,0-2 1,6-1-1,8-1 1,11 0-311,10 0 1,5 0 0,8-1 0,5-1-716,2-2 1,-2-3 0,6 3-1,-4-1-609,-1 1 1,-4-3 958,4 3 0,3-4 0,0 3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09.0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0 113 10916,'1'-9'757,"3"1"0,4 2 1,4 1-238,5-1 0,7 2 1,5-2-1,4-2-741,5-2 0,4 4 1,4 0-1,3 0 11,0 0 0,-4 3 0,-2-3 210,-4 2 0,1-4 0,-4 2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09.9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235 63 7877,'0'-11'336,"0"1"1,-1 1 0,-3 1-49,-3 1 1,-2 4 0,-2-3 0,-3 1 0,-3 3 369,-2 1 1,-2 2 0,0 3-1,1 4-452,-1 4 0,4 4 0,1 6 0,2 2-201,5 3 0,0 1 1,6 1-1,2 4-500,3 3 0,5 0 1,6 2-1,6-4-228,4-2 1,1-6 0,5-6 0,3-6 270,0-6 1,4-4-1,-2-6 1,-1-6 159,-1-9 0,-5-7 0,-1-7 1,-4-1 289,-2-2 1,-10 5 0,-1 0 99,-3 2 1,-4 3 0,-5 5 0,-5 2 0,-4 3 591,-1 3 0,-6 5 0,2 2 0,-2 3-143,-2 1 0,5 1 1,3 3-1,1 3-187,2 2 1,1 1 0,2 0 0,3 2-269,3 2 1,1-2 0,1 4 0,3 0-172,3 0 0,3-3 1,4 0-1,3-1-196,2-2 1,2-4 0,-1-3-1,1-4 30,0-6 1,-1-1 0,0-9 0,-2-1 32,-1-2 0,-4 3 0,-1 1 548,-4 1 1,0 2-1,-4 2 1,-2 6 0,-4 2 0,-2 6-179,2 4 0,1 3 0,0 4 0,-2 3-549,0 2 0,-1 2 0,4-2 0,2-1-1087,1 0 0,-1-9 0,5 1 1478,1-1 0,1-4 0,1-1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0.2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 9 8189,'-2'9'0,"0"-1"0,-1-1 776,0 1 0,2-2 0,0 2 1,-1 3-341,-2 5 0,1 3 1,2 3-1,-1 2-206,-2 4 0,1-2 0,3 0 1,-1 0-120,-3 1 1,3-8 0,-2 1 0,1-5-281,2-2 0,2-6 1,0-5-181,1-4 1,5-6-1,0-9 0,4-7 5,1-5 1,6-6 0,-3-2-1,2 0 72,3-1 1,-7 8 0,7 2 0,-2 4 108,1 4 0,-3 8 1,-1 1-1,-1 8 199,-3 5 1,-4 10 0,-2 8 0,-1 6-183,-3 4 0,-1 4 0,-1 1 0,0-1-374,0 1 0,0-6 520,0 2 0,-4-3 0,-2 3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0.8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241 9 7801,'-7'-5'596,"1"1"0,3 4 1,0 5-168,2 5 1,2 9 0,1 10-1,3 4-47,0 5 1,2 2 0,4 2 0,-1-1-261,0-3 1,-1 2 0,-2-14 0,-4-3 0,-1-5-41,-2-3 1,-2-6-1,-2-5-451,-6-3 1,-2-1 0,-5-1 0,-2-2 9,-4 0 1,0-2 0,-3 3-1,1-1 346,2 0 1,1 2 0,1 1 0,2 0 236,2 0 1,3 5 0,7 2 0,3 2 41,-1 1 0,5 0 0,0 1-195,6-1 0,6 0 0,3 1 0,1-1 0,4 0-618,3 0 1,-2-3-1,3-1 1,-2 0-310,-1-1 0,-1-2 0,1 0 0,-1-2 856,1-1 0,-1-4 0,1-2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1.0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31 277 7801,'16'-7'313,"-2"0"0,-2 1 22,-2 0 1,5-4-1,2 0 1,2-4-5,2-6 1,-4 4-1,0-7 1,0 0-114,-1 2 0,-1-1 1,-6 1-1,-2 2-66,-3 2 1,-5 2 0,-2 6 0,-5 2 76,-4 4 0,-4 3 1,-5 3-1,0 5-20,1 5 1,-1 6-1,1 5 1,-1 0-97,1 1 0,4-2 0,2 4 0,2 2-290,2 1 1,1-3 0,2-1 0,4 0-637,2-4 0,6 0 1,6-3 43,5-1 1,6-5 0,4-6 0,0-3 768,2-3 0,7-6 0,1-1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1.2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145 0 7801,'-16'0'467,"-3"0"0,4 0 1,1 1-45,-1 3 0,0 3 0,2 6 0,0 4 189,0 3 1,6 2-1,4 2 1,2 3-303,1 3 0,1 1 1,2-3-1,4-2-689,2-2 0,3-8 0,0 4 0,3-4-374,1-4 1,-2-1-1,2-5 1,0-2 274,0-3 1,0-2 0,1-3 477,-3-2 0,2-13 0,0-2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1.5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52 114 7801,'0'-6'790,"0"1"1,0 13 0,0 3-1,0 1-503,0 3 0,0 2 0,-1 6-200,-2 1 1,1 1 0,-2-2 0,0 1-1,0 0 47,-2 1 1,3-3 0,-3 1-1,1-4 313,3-2 1,-2-8-327,0 2 1,1-9 0,3-3-1,0-8-100,0-7 1,4-8-1,3-4 1,3-3-196,4-3 0,-1 5 0,3-5 1,0 1-78,0 1 0,1 4 0,2 1 0,0 2-839,-2 2 0,-1 3 0,1 3 0,-2 4 1090,-1 5 0,-2 4 0,3 4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1.6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42 7884,'0'10'1269,"1"-1"1,3-2-1589,3-4 0,3-1 0,2-4 0,2-1 204,-1-4 1,2-2-1,-2-1 115,0-1 0,3-3 0,0-2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1.7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103 0 8413,'-10'5'435,"-1"1"0,2 1 1,1 2-1,1 3-27,-1-1 0,-1 5 0,0 3 0,1 3 44,1 6 1,4-1 0,-3 3 0,2 2-620,1 0 0,2-2 0,1-2 0,0 1-548,0-4 1,5-7-1,2-5 1,3-5 714,4-5 0,2-6 0,4-3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1.9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 10 7797,'0'-6'751,"-1"2"0,-1 8 0,-1 4 32,0 4 1,-1 4-1,0 6 1,2 2-590,1 4 1,0 2-1,-2 4 1,0 1-648,1 1 0,1-2 1,1-1-1,0-4 288,0-1 0,0-12-1123,0 1 1,0-14-1,0-3 1288,0-11 0,-5-12 0,-1-3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2.1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1 298 7797,'0'-24'11,"0"0"1,0-4 0,1 4-1,3 1 1,1 2 202,1 0 0,3 1 0,-2 0 0,3 2 71,4 1 0,-2 4 0,6-1 0,0 3 16,1 1 1,-3 4-1,-2 3 1,-1 3 87,0 3 0,-5 4 0,1 7 0,-3 3-91,-4 2 1,-2 2-1,-3-1 1,-4 2-470,-2 2 0,-1-6 0,-1 2 1,1-3 55,0-1 0,3-4 0,0 1 0,0-4-2430,2-2 1,0-6 2544,5-1 0,-5-9 0,0-7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2.2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6701,'5'4'1004,"-1"3"1,-3 3-350,-1 4 0,1 3 1,1 7-1,2 5-555,-2 4 1,-1 1-1,-1 5 1,0 1-759,0-1 1,0-5 0,0-1 0,0-3-1197,0-3 1854,0-8 0,-9 9 0,-2-6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2.4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0 196 7784,'5'-11'0,"0"1"154,1 0 1,7 0 0,-3-1 0,3 0-10,1-3 0,2 3 0,6-4 0,1 1-1,1 0 0,3-3 0,-3 4 0,0 0-1453,1 2 1,-7 5 1308,-1 2 0,-5 3 0,-1 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2.9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144 124 7715,'5'-15'108,"-4"3"0,2-4 0,-3 0 235,-3 0 0,-2 3 0,-4-1 0,0 4-20,-3 3 1,-1 3 0,0 5-1,-1 2 81,2 4 0,-3 8 0,1 5 1,2 7-105,0 2 0,7 6 0,1-1-249,3-1 0,1 3 0,1-2 0,3-1 1,2-2-109,4-4 0,4-1 0,2-5 0,2-3-147,-1-5 1,0-5 0,2-2 0,0-6-476,-2-6 0,-1-10 0,2-7 480,-1-7 0,-8-7 1,2-2-1,-3-2 0,-2-2 219,1 3 0,-4 7 1,1 2-1,0 7 126,-1 6 1,0 9 503,-3 9 0,0 9 0,0 8 0,0 3-353,0 0 0,5 2 1,2 2-1,2 2-593,1 1 1,1-1-1,-1-3-339,0 1 1,0 0 0,1-4 0,-1 0-1,0-3-636,0-4 1271,1-6 0,-1 2 0,0-3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3.2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73 9618,'-4'-5'381,"1"5"0,0 2 1,3 9-1,0 4-50,0 3 0,0 4 1,0 2-1,0 4-113,0 5 0,1 0 0,1 3 0,1-3-43,0-3 1,1-6 0,0 0 0,-1-4-409,2-3 1,-3-8-2,5-9 1,-5-10 0,3-10 0,-2-8 41,1-5 1,0-4 0,0-4 0,1 0 59,1 0 0,3 3 1,-2 3-1,2 2 147,1 3 1,1 7 0,-1 4 0,0 7 63,1 8 1,-1 3-1,-1 3 1,-1 4-21,-1 4 1,-4 8-1,3 2 1,-1 4 82,-3 2 1,0 1 0,0 3 0,2-1-619,-2-2 0,3-3 1,-1 2-1,1-1-1699,-1-2 1,3-8 2174,-3-1 0,-1-10 0,-3 6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3.3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63 11621,'7'0'771,"0"0"1,1 0-1045,1 0 0,4-4 0,2 1 1,1-1-136,3 0 1,0 2 0,2-4-1,-1 0 727,1 0-319,-1 0 0,1-5 0,-1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3.5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72 0 7715,'-10'2'589,"0"1"0,3-1 1,0 5-1,0 1 77,1 1 0,-3 3 1,4 1-1,-1 5-451,2 1 1,3 6 0,1 3 0,0 2-314,0 5 1,0-2 0,0 2 0,1-2-403,3-3 1,2-13 0,4-2 0,0-5-4051,0-5 4550,1-7 0,-1-9 0,0-5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3.6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26 7715,'0'-11'1808,"0"1"1,0 6-1215,0 4 1,3 5 0,0 9 0,1 4-396,0 5 0,1 3 0,3 6 0,-1 3-362,1 2 0,-3 1 0,1 2 0,-1 2-790,-3 1 0,3-5 0,-2-3 0,-1-4-524,-1-5 1,-2-11 1476,-2-2 0,-7-1 0,-6-6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3.8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1 227 7923,'0'-15'308,"0"-2"1,0 1-1,1-1 1,1 0-123,2 1 0,4-3 0,-1 6 0,2 0-327,1 2 0,1 0 0,2 2 0,2 1-242,1 1 1,-4 4-1,3-4 383,0-1 0,-3-1 0,2-1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4.1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1 7715,'-7'4'143,"0"3"0,3 2 0,-1 2 0,0-1 804,3 0 0,1 5 0,1 1 0,0 2-523,0 3 1,3-3 0,2 7 0,-1 0-57,1 3 0,2 2 1,-4-1-1,-1 1-221,0 1 1,-2-3-1,0 5 1,0-3-94,0-2 1,0-10-48,0-1 0,1-11 0,1-10-528,1-8 1,4-12 0,-2-6 0,-1-4 53,1-3 1,3 3 0,-2-1 385,-1 3 1,5 0 0,-5 8 0,2 2 0,-1 4 243,-2 4 0,1 7 1,-2 5-158,4 4 1,-2 8-1,-2 9 125,-2 3 1,1 4 0,0 3-1,1 0 1,0 1-544,-2-2 1,-1-3-1,0 1 1,0 0-3435,0-4 1981,4-4 1865,2-13 0,0-15 0,-2-12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4.3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9501,'0'10'1029,"0"1"1,0 3-855,0 3 1,1 4-1,1 2 1,3 1-1234,0-2 0,-1 0 0,3-3 1058,1-1 0,1-8 0,1-6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4.4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21 7771,'-5'-6'269,"4"0"0,-4 4 681,1-1 0,1-1-1251,-3 4 0,3 1 0,1 2-2766,4 0 3067,-1 5 0,9-2 0,-5 4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5.0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27 8309,'0'10'607,"0"-3"1,0 0-1,0 1-294,0 1 0,-4 5 1,1 0-1,0 1 307,2 0 1,1 3-1,0 0 1,0 1-336,0 2 0,0-1 0,0 1 0,0-2-295,0-2 1,1 0 0,2-5 166,0-3 1,2-6 0,-3 0-27,1-6 1,2-5 0,-2-8 0,3-5-681,0-4 0,3-4 0,-2-4 0,2-1 283,1 0 1,1 7 0,-1 3 0,0 3 430,0 4 0,1 2 0,-1 6-114,0 2 1,-3 12 0,-1 9 0,-2 4-135,-1 3 0,1 4 0,0 1 0,-2 1-306,-1 1 0,4-4 0,0 1 1,2-2-533,0-4 0,0-5 0,3-1 1,0-5 461,1-5 1,-1-8-1,1-5 1,2-6 458,1-3 0,-2-6 0,-4-3 0,-2 0-14,-1 0 1,-2 3 0,-3 6 663,0 1 0,-6 0 0,-3 6 0,-3 2 889,-1 6 0,2 3 1,0 1-1035,1 0 0,1 1 0,1 1 0,2 3-398,2 0 1,0-1-567,4 3 1,5-4-1,2 3-25,2-2 0,1 0 0,0-4 0,1 0 0,0 1 202,3 2 0,-3 0 0,3 4 0,-3 2 750,0 3 1,-1 4-1,-1 6 1,-1 3-42,-1 6 1,-5 2 0,2 7 0,-4 2 460,-4 1 1,-2-5 0,-4-2 0,0-4-441,0-6 1,-4-3 0,0-5-793,2-4 1,-3-1-1,0-10 1,0-1-1,-1-1-919,0-1 1,3-1-1,0-1 1,1-3-204,2 0 1466,4-2 0,-3-3 0,4-1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5.1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 1 7732,'0'16'4210,"0"-1"-4113,0-5 0,0 0 0,0 1-97,0-1 0,-4 0 0,-2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6.0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155 72 7745,'0'-16'0,"0"2"310,0 3 0,-4 1 0,0 1 0,-2 2 652,-2 3 0,-2 3 0,-3 2-719,-1 3 1,-3 6-1,4 7 1,0 4-1,2 3-78,0 3 0,1 5 0,1 5-59,2 4 1,3 2 0,4-2-1,0-1 1,1-1-1378,2-1 0,4-6 0,7-2 1,3-9-186,2-6 0,2-8 1456,-1-4 0,5-11 0,2-3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6.2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102 114 8110,'-10'0'331,"-1"1"1,1 2 0,0 4 0,-2 3 0,0 4 126,-2 3 1,4 7 0,4 4 0,1 1-163,3 2 1,2-1 0,5-3 0,5-4-352,6-5 1,5-7 0,3-8 0,3-3 124,3-3 1,-3-9-1,-1-7 1,-1-6-515,-2-5 1,-2 1-1,-5-5 1,-6 2 433,-5 1 0,-4 4 1,-2-1-1,-4 1 193,-5 1 1,-3 5-1,-5 7 1,-3 3-6,0 1 1,5 4 0,-4 3 0,4 1-448,4 2 0,2 5 0,3 2 0,3 2-827,3 1 0,2 1 1,3-1 366,3 0 1,6-1 728,4-2 0,7 2 0,3-3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6.4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155 0 7912,'-2'14'0,"-1"1"403,-4 1 1,1-2 0,1 2 0,0 0 213,3 0 0,1 2 1,1 4-1,0 1-324,0-1 1,4-1-1,3 5 1,2 1-144,2-1 0,-2-6 0,-2 2 0,-4 0-56,-2-1 1,-1-1 0,-1 3 0,-2-4-396,-4-2 1,-4-4 0,-2 1-1,-4-3-548,-3-1 1,0-4 0,0-3 848,3-1 0,-7-7 0,2-1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7.0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1 110 6913,'3'-10'-464,"0"0"1,2 3 828,-2 0 0,3 1 1,6-2-1,0 3 0,3 0 358,1 3 1,-1 1-1,3 1 1,3 0-591,0 0 1,-2-4 0,2 1 0,-2 1-1253,-1 0 0,-2 1 0,0-1 354,-1-1 0,-2-5 722,-2 1 1,-7 1 0,-4 0 42,-5 2 0,-1 5 0,-1 5 0,0 2 204,1 2 0,-2-1 1,4 8-1,-1 1 199,1 2 1,-1 4 0,3 0 0,-2 0-204,2 1 0,0-2 0,0 3 0,-2 0-626,2 1 0,-4-3 0,0 2 0,-2-1-964,-2-2 1390,2-1 0,-11-2 0,3 1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7.1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35 186 7908,'-11'3'609,"1"1"1,3-1-470,0-3 1,7-1 0,3-3 110,6-2 0,9-5 1,2-1-1,3-2-371,4 1 1,0-1-1,4 0 1,1 0-468,2-1 1,-1 3-1,4-4 1,0 1 586,-1 2 0,-3 2 0,3 1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7.3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134 0 7755,'-3'11'569,"-1"-1"1,2 0-47,1 0 0,1 1 0,1 0 0,1 3-154,2 3 0,-1 2 0,-2 2 0,2 2-134,0 4 0,0-3 0,-4 7 0,-1-1-927,-1-1 0,-9-6 1,1-3-1,-4-3-1146,-3-1 0,0-8 1838,-2-1 0,2-14 0,-8-5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7.5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42 7755,'6'-9'127,"1"2"1,-3-1 0,1 3-82,0-1 0,3 4 0,-1-1-35,2 2 1,1 5-1,1 3 1,-1 2-12,0 1 0,5 1 0,1-1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7.9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8 7123,'-3'10'0,"-2"0"225,-1 0 1,1 1-1,-3 0 1,2 3 416,1 3 0,1-1 0,2 0 1,-2 0-466,2 0 0,4 1 0,3 2 0,2-1-68,4-5 0,0-2 0,5-3-278,-1-2 0,3-3 0,0 0 0,0-3 0,0-4-264,-1-7 1,-3 0 0,2-6 0,-1-3 226,-3-2 0,-4-5 0,-2-2 0,0 1 153,0 4 1,-4 6 0,1 2 141,-2 1 0,-2 6 0,-2 8 216,-4 6 0,2 5 0,2 9 0,2 4-461,1 2 1,0-1 0,0 2 0,1 1-374,2-1 0,0-7 1,4-1-1,2-4 529,3-5 0,1-5 0,3-2 0,-1-4 0,-3-5 0,3-8 0,-1-4 0,0-5 0,0-3 0,-6 1 0,3-1 0,-3 3-2,-3 2 1,3 9 255,-4 3 1,-1 12-1,-3 4 1,0 7 138,0 3 0,0 1 1,0 3 48,0 1 1,0 2 0,0 0 0,0-3 0,0 1-221,0-3 1,0 0-1,0 3 1,-1-1-50,-2 1 1,0-5-1,-4-2 1,-1-2-543,-1 2 1,-1-7 0,0 0 368,0-5 0,-1-7 0,1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8.1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72 1 8934,'0'18'0,"0"0"0,0 2 459,0-2 0,-3 5 1,-1 3-1,2 1-303,1 1 0,-3-1 0,1 3 0,0 0-126,-2 0 1,3-6-1,-4 4 1,0-6-3851,1-5 3820,-2-2 0,-4-1 0,1 2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8.2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0 165 7755,'11'-11'0,"0"1"53,3 0 0,-2 0 1,5-1-1,2 0-243,0-3 0,2 3 1,-1-4-1,1 1-239,-1 0 0,0 2 429,-3 5 0,2-2 0,-3 3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9.4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31 154 7755,'5'-14'101,"-4"2"1,2-2 932,-1 3-780,-2 5 1,-2 6 0,0 8-78,-1 5 0,-1 6 0,3 6 1,-1 2-21,-2 1 1,1 2-1,2 1 1,-1 0-1,-2-1-43,2 1 1,0-4 0,-1-3-1,0-3-178,1 0 1,1-5 30,1-2 1,0-9-1,0-5 1,1-7-1,2-6-361,4-8 0,2-4 0,2-7 0,2-1 134,1-1 0,4-1 0,-2 4 229,0 1 0,3 0 0,-1 3 0,0 4 0,0 4 186,-1 6 0,-4 6 0,1 3 1,-4 6-13,-3 4 0,1 7 0,-5 10 1,1 2 105,0 1 1,-3 2 0,4 1-1,-2 0-211,1-2 0,3-4 0,-3 1 0,2-2-356,2-2 1,-2-4-1,0-3 1,2-5-272,2-5 0,0-1 1,0-4-1,0-1 289,1-4 1,-1-7 0,0-2 0,0-1 299,1 0 0,-1 1 0,0-2 0,1 2-100,-1 1 0,0 0 0,0 4 0,1-2 208,-1 1 0,0 6 0,-1-4 0,1-1 210,0-1 0,-6 3 0,7-4 1,-3 1-75,-3 0 1,3 1-1,-3 0 1,0 1 189,-1 0 0,0 3 39,-4 0 0,-2 6-442,-1 1 0,-2 6 0,-3 6 0,3 3-83,0 1 1,2-2 0,3 3 0,0 0-545,0-1 1,0 0 0,0-3 270,0 0 0,4 1 0,3-5 0,2-2 35,2-4 0,0-1 0,3-4 0,3-1 312,2-4 1,2-2 0,-1-1 0,1-2 111,-1-1 1,-4 1 0,-2-3 0,-4 2-20,-3-1 1,-2 0 0,-5 4-1,0-1 137,0-3 1,-6 2 0,-3-1 0,-5 1 130,-2 2 1,0 4 0,-1 3 0,2 2 34,1 1 0,4 0 1,-1 2-1,1 4-230,2 4 1,4 4-1,1-1 1,2 5-119,1 1 0,1 2 0,2-2 0,4-1-294,2-1 1,2-4-1,0 1 1,2-3-676,0-1 1,6-4 0,-4-3 0,3-4 421,-1-6 0,0-4 0,3-11 1,0-2 476,-3-3 0,-1-4 0,-3-2 0,0 0 0,0 3 0,-5 3 0,-2 5 157,-2 1 1,0 5 0,-6 14 351,-1 9 1,2 3 0,-3 7 0,3 3 118,1 3 1,0-2 0,1 3 0,2-1-326,0 1 0,4-3 0,-2 0 0,-1-3-175,1-4 1,-1 0-370,0-4 1,-3-3 0,1-1-90,-4-1 0,-5-2 0,-6-3 1,0 0 104,0 0 0,-2 5 0,0 0 1,1 3 251,-1 3 0,1-3 1,5 5-1,1 0 128,1 1 1,5-3 0,-2 4-1,4-1 49,4-1 1,3 0-1,5-6 1,3-4-328,1-2 1,-2-1 0,2 0 0,0-1-305,0-2 1,1-3 0,2-5 0,0-2 77,-2-1 0,0-1 1,2 2-1,-2-4-402,-3-3 0,1 0 751,-1-1 0,-1 0 0,-2 1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9.6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6 7755,'0'-6'1501,"0"11"1,0 8-1098,0 6 0,0 1 0,0 2 0,0 2-239,0 3 1,0 3 0,0 0 0,0-2-675,0 0 1,0-4 0,0 1 0,-1-2-841,-3-4 0,2-9 0,-5-1 1349,-1-3 0,-6-7 0,-2-5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19.9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0 164 7323,'0'-7'400,"0"0"1,1 4-1,3-3 1,3 1-425,2 3 0,1-4 1,1-1-1,3-2-38,3-1 0,4 0 0,2-2 1,1 0-245,-1-2 1,-2-1 0,-1 4 0,-3-1 199,-4 3 1,-5 6 646,-1-1 0,-4 9 0,-1 4 0,-3 5 49,-3 2 0,-3 2 1,4 5-1,1 1-316,1-1 0,2-5 0,2-2 0,4-1-296,2-3 0,3-5 0,1-3 0,4-3-169,3-1 0,-3-8 0,-1-4 0,-1-1-75,-3-2 1,-5-2 0,-3 3 0,-4 1-6,-4 2 0,-1 1 0,-7 1 0,-2 1-79,-3 1 0,-3 5 0,-3-2 0,-2 3-201,-2 1 0,3 1 0,-3 3 0,-1 2 551,-2 4 0,-6 0 0,0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0.7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98 8921,'4'15'317,"-3"1"1,3 6 0,-3 2-132,-1 3 1,3 7-1,1 4 1,-2 2-56,-1 1 1,3-1 0,-1-3-1,-1-5-155,0-4 0,-2-10-219,0 0 1,0-12-1,0-6 1,0-6-62,0-7 1,0-4 0,0-7 0,0-5 120,0-4 1,0-3 0,0-6 0,1 1 112,2 0 1,3 0 0,5 2-1,3 3 48,3 1 1,3 11 0,0 2 0,1 9 209,-1 8 0,-3 7 1,-1 4-1,-1 9 123,-2 7 1,-3 5-1,-3 7-66,-4 0 0,2 4 0,-2-4 0,0-1 0,-2 0 22,-1 1 1,-1-5 0,-3 1 0,-2-5 110,1-6 1,-1-3-398,3-6 0,0-4 0,-2-5 0,0-6-167,3-9 0,1-9 0,2-6 1,1-4-1,3-4-28,0-3 1,-1-2 0,3 3 0,2 0 80,3 1 0,0 5 0,1 0 159,-1 4 1,2 6-1,-1 8 1,0 6-1,-3 6 118,-3 7 0,1 4 0,-3 12 0,-1 3-28,1 2 0,-1 2 0,-1 4 1,1 0-398,2 0 1,-3-4 0,4 0-74,1-2 0,1 2 0,2-3 0,-1-2 0,1-4-157,3-4 1,2-7 0,3-5 0,1-6 510,0-6 0,-5-9 0,5-9 0,-3-3 0,-1-3 0,-3 2 0,3-1 0,-2 3-30,-5 3 0,0 4 0,-5-1 0,-3 4 241,-3 2 1,-4 8-1,-4 7 1,-2 2 503,-1 1 1,-2 1 0,-2 3 0,2 5-121,0 4 1,3 5 0,-1-1 0,2 2-345,5-2 1,-2 2-1,4-3 1,2 1-20,1 1 1,1-5 0,1 2-225,2-3 1,3 2-1,5-7 1,2-2-1,3-3-488,3-2 1,-3-2 0,7-5 194,0-7 0,0-7 1,-2-5-1,-2 0 105,-2-2 1,-2-1-1,-6 2 1,-1 3-1,-2 3 102,-2 4 1,0 5 564,-4 6 0,-1 9 0,-2 3 0,0 6-600,1 4 0,1 1 1,1 4-1,0 0-446,0-1 0,0-3 0,0-1 0,0-1-509,0-2 1,4-2 0,3-2 1067,2-2 0,1-2 0,1-10 0,-1-1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0.9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7525,'0'11'-155,"0"-1"0,0 0 447,0 0 1,0 1 0,0-1 0,0 1 0,0 2 0,0 2 0,0 0 0,0 1-540,0 0 1,0-3 0,1 2-1,1-2-1455,2-4 1702,4-6 0,-3-3 0,5-5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1.0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36 7731,'-1'-11'114,"-2"2"789,-4 2-1116,2-2 1,1 9-262,4 0 1,1 1-1,2 6 1,4 1 473,2 1 0,1 2 0,1-1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1.3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40 8160,'0'11'240,"0"-1"0,0 0 1,0 1-1,0-1 248,0 0 0,0 2 0,0 0 0,0 3-224,0 1 1,0 1 0,0 4 0,0-1-201,0 1 0,2-1 0,0 0 0,1-3-128,0-3 1,-2-3-133,-1-1 1,1-5-1,1-5 1,2-7 32,-2-6 0,-1-4 0,0-5 0,1-4 39,2 0 1,-1 0 0,-2-3 0,2 2 110,0-2 0,4 6 0,-2 2 0,0 0 351,3 3 1,-2 5-1,1 3-170,1 5 1,1 10-1,0 5 1,-1 7 321,-1 6 0,-5 4 0,3 3 0,-2 2-496,1 3 1,0-3 0,-1 1-1,0-2-1156,-1-1 0,3-9 1,-1 2 224,2-6 1,1-9 0,2-9 0,-1-9 936,-1-10 0,0-5 0,3-6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1.5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16 7731,'0'-10'873,"0"4"1,0 6 0,0 8 0,0 5-241,0 4 1,0 3-1,1 3 1,1 2-668,2 2 0,3 4 1,-4 4-1,1 2-1081,0 1 1,-3 0-1,3 1 1,-3 1-1294,-1-1 2408,4-10 0,-2 6 0,2-9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1.6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11 176 8036,'-6'-2'1016,"3"-1"0,2 1 1,2-5-914,2-1 0,4 2 1,5 0-1,3 1-626,1-1 1,-2-1-1,3-3 1,1 0-192,2-1 0,0 1 0,1-1 0,0-2 714,-1-1 0,1 1 0,-1-2 0,1-1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1.9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113 36 7731,'-11'-4'-75,"1"2"1,0-1-1,-1 2 724,1 1 1,2 1 0,0 2 0,-1 4 23,1 2 1,1 3 0,0 0 0,3 3-455,-1 1 1,4 0 0,-2 3 0,3-3-239,3-2 0,3 1 0,5-3 0,2-1-159,0-2 0,2-5 0,-2-1 0,2-2-250,1-1 0,-3-4 0,2-3 0,-1-3 144,-1-4 1,-8-2 0,6-5 0,-3 1 197,-3-1 1,3 1 0,-4 0-1,-2 3 58,-1 3 0,3 3 0,-1 1 1103,-1-1 0,-1 7-676,-1 4 1,0 8-1,0 5 1,0 1-303,0 1 0,0 1 1,0 3-1,2 1-72,1 0 0,-2-5 0,3 6 0,-2-2-1750,1 1 0,0-4 1725,3-3 0,-3-6 0,1-2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2.0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1 9662,'-4'6'0,"1"1"0,-1 1 0,1 1 808,0 2 0,-2 0 1,3 2-1,-2 2-1030,2 1 1,1 0-1,1 1 1,0-2-941,0-1 0,1-6 1,2 2 590,4-5 571,-2-6 0,4-9 0,-3-6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2.2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81 7731,'0'-16'334,"0"2"1,-1 3-1,-1 1 1143,-1-1-1062,-5 1-909,6 4 1,-2 3 0,5 6-1,1 4-1639,2 2 2133,4-3 0,-3 3 0,6-3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2.4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52 7731,'0'10'428,"0"1"1,0-1 0,0 0 246,0 0 1,-4 1-1,1-1 1,0 1-241,2 3 1,1-1 0,0 3 0,0 0-192,0 0 1,0-3 0,0 3-1,0-1-252,0-2 1,0-2 0,0 0-233,0-1 1,0-6-1,0-4-80,0-5 0,4-10 1,-1-6-1,1-4 39,0-1 0,1-4 1,3 4-1,-1-2 128,1 1 0,0 8 0,1-2 0,0 3 311,2 2 1,3 2 0,0 7 0,3 4 76,2 2 1,2 5-1,-1 5 1,0 6-112,-3 6 1,1 6 0,-5 1-738,-4 1 0,0 4 1,-6-1-1,0-2 1,-2-1-2453,-1-3 3065,-5-1 0,-5-4 0,-6-1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2.8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7898,'0'10'664,"0"1"1,0 4-377,0 6 1,0 4-1,0 6-187,0 0 0,0 3 0,0 0 0,0-1 1,0-1-187,0-1 1,0-7 0,0-2-1649,0-3 1733,0-2 0,0-11 0,0-1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3.0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206 31 7729,'-4'-10'264,"1"1"0,-3 2 0,-2 3 288,-2 3 1,0 1 0,0 1 0,0 3-333,-1 3 1,1 3-1,0 3 1,-1 1-150,1 2 0,-4 2 0,1 2 1,0 1 31,2-1 0,4 1 0,0-1 0,0 2-103,2 2 0,-5-2 0,5 3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3.2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93 8700,'-10'3'679,"-1"1"1,5-1-183,-1-3 1,10 0 0,4 0 0,9-1-52,7-2 0,4 0 1,6-4-1,3-1-564,0-1 0,-1 2 0,1 1 0,1-1-742,-1 1 1,1-3 0,1 3 0,-4-1 859,-2 0 0,-1 1 0,-1-5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3.7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32 163 7746,'-5'-10'262,"3"3"0,-5 0 720,-1-1 0,4 5-589,0 3 0,3 6 0,1 7 0,1 6-134,3 4 0,0 4 0,4 6 0,-2 4-56,-2 3 1,3-4-1,-3 6 1,-1 0-250,2-4 1,-4-3 0,2-2 0,-2-5-2291,-1-4 1946,0-6 0,-1-14 0,-1-12 0,-1-10 84,0-8 0,1-5 1,0-4-1,-2-3 263,2-6 0,1-2 0,1-3 1,0 1 355,0-1 0,4 6 0,3-1 0,3 3-64,4 6 0,-1 4 0,4 13 0,0 4 92,-1 7 0,-1 6 1,-5 4-1,0 5-39,1 5 0,-6 3 0,-1 6 5,-3 2 0,-2-3 1,-3 5-1,-1-2 0,-2 1-110,0 1 1,-3-3 0,-4 1-1,1-2-567,2-2 0,1-3 0,1-1 0,1-1-2600,1-2 1657,0-2 1313,1-5 0,6-2 0,6-4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3.9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1 7709,'0'7'-1399,"0"-1"1399,0-3 0,-5 6 0,-1-3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4.8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32 132 7989,'0'7'506,"0"-1"1,-1-2-1,-2 3 1,0 2-408,1 3 0,1 6 0,1 6 0,0 3-148,0 3 0,-4 4 1,1 0-1,0-1 25,2-1 0,-2-2 0,-1-4 0,2-4 22,1-4-114,1-10 0,0-4 0,0-15 87,0-5 1,3-4 0,2-4 0,0-4 0,0-2 20,1-5 0,-3 2 0,3-3 1,0-1-48,0 1 1,0-1 0,4 0-1,-2 5-201,-2 4 1,1 8-1,4 1-106,-1 3 1,0 3 0,0 7-1,0 3 56,-4 6 1,2-1 0,-3 5-1,-1 1 306,1 1 0,3 6 0,-2 1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5.0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7686,'0'20'81,"0"-6"1,0-1-1,0-1 155,0 0 0,0 0 0,0 1 0,0 2-177,0 1 0,0 1 0,0 2 0,0-1-162,0-1 1,0-1 0,0 2 0,0-5-550,0-1 1,1-7 651,3-1 0,-3-12 0,3-4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5.1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21 7709,'0'-7'-190,"0"0"-947,0 5 1137,0-2 0,4 8 0,2 2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5.6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51 6734,'6'8'-260,"-3"3"1026,-2 4 0,-1-1 0,0 2 0,0 0-618,0 0 0,1-1 0,2 4 0,0 1-128,-1 2 0,4-2 1,0 6-1,1-2-285,0-2 0,-1-6 0,5 4 0,-1-4 166,0-4 1,-3-5-1,-1-5 1,0-4 27,-1-5 0,-2-3 0,0-4 0,-2-4 114,-1-5 1,0-3 0,1-5-1,2 1-143,0 3 0,0 2 0,-1 4 0,0 1-228,1-1 1,5 2-1,-1 2 1,2 2-11,2 0 1,-1 3-1,0-1 338,0 1 0,4 7 0,0 1 0,-2 3 0,0 1 0,-7 1 0,-1 3 0,-3 2 0,-1 5 0,-1 1 0,-1 2 297,-2-1 0,-4 3 1,1 0-1,-2 0 376,-1-3 1,3 2 0,0 0-428,-1 1 0,4-3 1,-1 1-1,2 0 1,-1 0-230,2-2 0,1-4 0,2-2 0,1 0-165,2 0 0,4-5 0,-2 0 1,4-6 14,0-4 0,0 1 0,0-7 0,1 2 52,-1-1 0,-1 0 0,-1 4 356,-1 0 1,-5 3 0,3 1-92,-1 1 1,-2 3-1,1 7-361,-2 5 0,-1 0 0,1 5 0,2-1 27,0 0 0,4 3 0,-3-4 0,2-1-483,2-4 1,-2-4 0,1-4-1,1 0 633,1 0 0,1-9 0,0-2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5.8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33 7709,'0'-11'1206,"0"1"-786,0 0 0,0 9 0,0 5 1,0 8-150,0 5 1,0 3-1,1 4 1,1 4-228,2 1 0,0 3 1,-1 2-1,0 1-153,-1 2 0,1-3 0,-1 2 0,1-1-551,0-6 1,-2-2 0,-1-8 0,0-2-1716,0-3 2375,-5-7 0,-1-3 0,-4-4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6.1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1 185 7709,'0'-10'263,"0"0"1,0-1-72,0 1 1,1 3-1,1 0-229,2-1 1,3 3 0,-3-1 0,2 1-218,2 3 1,1 1-1,1 1 1,1 0 184,-1 0 0,0 0 1,2 0-1,0 0 25,2 0 1,0 1 0,-4 1 0,0 2 105,0-2 0,1-1 1,-1-2-1,-1-2 78,-2-4 0,1-2 0,-5-2 0,0 1-110,-2 0 1,-1-1 0,0 1 0,-1 0 43,-3 0 0,-1 3 0,-6 1 1,1 1 215,0 3 0,-2 1 0,1 2 0,0 4 288,1 5 1,2 1 0,-1 7-431,2 0 0,3 1 0,4 3 0,0 1 0,0 1-314,0-1 0,4-2 1,3-1-1,2-3-145,2-3 1,3-4 0,2-3-673,0-4 1,3-3 0,-4-4 982,1-7 0,1-3 0,3-7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6.3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7709,'0'14'145,"0"-2"0,0 1 514,0-2 1,1 1 0,2-2 0,0 1-75,-1 3 1,1 2 0,-1 5-1,1 0-649,0 3 1,1 0-1,0 7 1,-2 6-495,-1 5 0,-1-2 0,0 1 1,0-2-579,0-4 0,0-8-477,0 0 1613,0-9 0,0-12 0,0-7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6.8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134 112 7876,'-10'5'463,"0"1"0,0 1 63,-1-1 0,1 1 0,0 4 0,-1 0-299,1 3 1,-2-3-1,0 3 1,3-2-111,0 2 0,4-2 1,2 1-1,2-1-346,1-2 0,0 0 0,1-1 1,2-2-216,4-3 0,2-3 0,2-1 0,-1 0-140,0 0 0,2-5 1,0-2-1,2-2 260,-2-1 0,0 0 0,-3-1 1,0 1 323,1 0 0,-5 1 0,5 1 0,-1 2 0,1 1 0,0-1 0,0 2 64,0 2 0,1 1 0,-1 0 1,0-2-1,0 0 274,1 1 0,-4 0 1,-1 1-1,2-1 0,2-1 0,-4-5 1,0 1-1,0-2 113,0-2 0,-4 0 1,1-2-1,-2-2-209,-1-1 0,-1 3 0,-2-3 0,-4 1-86,-2 2 0,-3 3 0,0 2 0,-2 2 162,2 2 1,-1 2 0,2 5-193,0 4 1,-1 3-1,5 4 1,-1 3-1,0 2-40,1 2 0,5 1 0,-2 0 0,3 4-401,1 0 1,4-3 0,0 1 0,2-3-506,2 0 1,5-5 0,1-2-1,1-4 74,0-3 0,0-4 0,-3-7 0,3-7 746,1-5 0,-3-8 0,2-2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7.0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11 7844,'-7'-3'2139,"0"-1"-554,-1 2-1545,4 1 1,0 5-1,8 3 1,2 1-253,4-1 1,0 1-1,0-3-290,0 0 0,1-2 0,-1 0 223,0-2 0,-3-1 0,0 0 608,1 0 1,-2 4 0,1 0-137,1 2 0,-3 1 0,1 3 0,-1 0 457,-3 1 1,2 3-1,0 4 1,-2 1-484,-1 2 0,-1 0 1,0 2-1,-1 1-433,-2-1 0,-3-1 0,-4-2 0,-1 0-844,1-3 1,-4-1 0,1-5 1109,0-1 0,-3 3 0,0-7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27.1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 0 7709,'-4'11'0,"1"-5"0,-3 1 0,-1 0 0,-4 3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52.9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43 7709,'0'-9'76,"0"1"169,0 1 1,0 0 280,0-1 1,0 5 0,0 3-101,0 4 0,-1 4 0,0 2 0,-2 4-108,1 3 0,2 1 0,0 2 1,0 3-77,3 2 1,-2 0 0,1 3-1,0 3-344,1 4 1,-2 2-1,1 7-50,-1-2 1,-1 2-1,0-4 1,0-4-1,0-6-349,0-9 1,3-10-1,0-4 1,1-3-851,2-5 1,-2-3 1350,-1-7 0,1-4 0,0-5 0</inkml:trace>
  <inkml:trace contextRef="#ctx0" brushRef="#br0" timeOffset="232">61 82 7709,'1'-4'1273,"2"0"-882,2 1 1,3 1-1,2-2 1,4-1-456,3 1 1,0 1 0,4-1-1,1 0-532,0 0 1,1 2-1,-1-1 1,-3 2 595,-4 1 0,-4 4 0,0 0 0</inkml:trace>
  <inkml:trace contextRef="#ctx0" brushRef="#br0" timeOffset="398">92 245 7709,'-3'8'0,"-1"-4"0,-4-2 0,4-1 0,4-1 0,5 0 636,2 0 0,4-3 0,3-1 0,2-2-699,2 1 1,1 0 0,-1-3-1,2 1 112,0 2 1,-1 2-50,-4 3 0,1 0 0,-1 0 0</inkml:trace>
  <inkml:trace contextRef="#ctx0" brushRef="#br0" timeOffset="583">23 594 7817,'-6'2'0,"2"2"1278,1 0 0,-2-1-1021,2 2 1,1-4 0,5 2-1,3-2-177,3-1 0,4-4 0,5-3 1,3-3-181,1 1 1,2-3 0,-1 0 0,0-2 373,0-2-274,-3 6 0,6-15 0,-2 4 0</inkml:trace>
  <inkml:trace contextRef="#ctx0" brushRef="#br0" timeOffset="849">387 190 7854,'-3'6'109,"0"-1"1,0 2 287,-1 2 1,2 1-1,2 3 1,0 0 372,0 2 0,0 4 0,0 2 0,3 2-625,2 3 1,2-2-1,1 2 1,0-3-383,-1-2 1,4-5 0,-1-5 0,0-2 99,1-5 0,-1-2 0,2-4 0,0-3 37,0-5 1,-2-5 0,0-3-1,-1-3 28,-2-1 1,1-4-1,-1 1-75,-2 3 1,2-3 0,-3 3 0,2 1-1,-2 2-683,-1 1 1,1 5 0,-3 1-1025,2 0 1854,0 5 0,0 1 0,1 1 0</inkml:trace>
  <inkml:trace contextRef="#ctx0" brushRef="#br0" timeOffset="1115">682 260 7854,'5'0'1178,"0"-1"-918,1-1 0,0 0 1,0-3-1,-2-1 106,0-1 0,1-2 0,-2 0 0,-2-2-105,0-1 1,-1 1 0,0-1 0,-2 1 47,-3 2 0,-1 0 1,-6 2-1,-1 2-33,-1 2 0,2 3 0,-5 4 1,2 4-58,1 4 1,1 3 0,0 3 0,3 3-121,1 1 0,1 5 1,1 0-1,2 0-454,3 2 0,2-6 0,2 5 0,3-3-818,2-1 1,5-8 0,0-4 0,1-5 533,-1-5 0,1-2 0,3-6 639,-1-4 0,1-11 0,-1-3 0</inkml:trace>
  <inkml:trace contextRef="#ctx0" brushRef="#br0" timeOffset="1365">775 198 7854,'0'5'202,"0"1"0,-1 0 0,-1 0 585,0 2 0,-2 1 0,2 1 1,-1 4-456,-1 3 0,1 1 0,-1 5 0,-1 1-152,1 0 0,2 0 0,-3-2 0,1 0 270,0-1 1,1-5-279,-2 0 0,3-9 1,0-7-69,1-4 0,4-5 1,2-3-1,2-4-8,1-3 0,3-3 0,1-3 0,1-1 37,0-2 0,1 5 0,3-1-472,1 1 1,-1 1-1,-2 5 1,-1 2-1,0 1-1524,0 3 1,-3 7 0,-1-1 1862,-1 3 0,-5 9 0,-1 1 0</inkml:trace>
  <inkml:trace contextRef="#ctx0" brushRef="#br0" timeOffset="1666">945 291 7887,'0'8'713,"0"-3"-408,0 0 0,4-3 1,1 0-469,2-4 0,-2-2 0,0-4 0,2-1-690,2-1 1,0-1 0,2-3 852,1 1 0,-3 0 0,4-2 0,0-1 0,-1 1 0,3 2 0,-3 0 0,2 0 0,-1 1 0,-2 2 452,-6 1 0,-3 9 0,-4 5 1,-4 6-1,-4 5 179,-3 2 1,0 0 0,0 4 0,-2 3-61,1 2 0,0 0 0,0 3 1,0 3 124,1 1 0,3 0 0,-2 1 0,1 0-894,4-3 0,3-6 0,4-4 1,1-5-1244,1-5 1,4-6 0,4-4 0,3-5-1227,2-5 2667,0 1 0,1-11 0,-1 1 0</inkml:trace>
  <inkml:trace contextRef="#ctx0" brushRef="#br0" timeOffset="1899">1193 284 8332,'-7'11'0,"-2"2"893,-1 1 1,1 4 0,-1 1 0,1 1-541,1 2 0,4-3 1,1 1-1,3-2 37,0-3 1,0-3 0,3-5-1,3-2-212,4-2 1,2-7 0,3-4-1,1-7-424,-1-5 1,-2 0 0,-1-3 0,-2-1-78,-3 0 1,0 0 0,-4 1 111,-1 3 1,-2 2-1,0 4 1,-3 2-1,-2 1-69,-2 1 1,-4 5 0,-1 2-1,-1 2-358,0 1 0,3 0 1,0 0-1,1 1-645,2 2 0,2-1 1283,3 3 0,4 0 0,3 3 0</inkml:trace>
  <inkml:trace contextRef="#ctx0" brushRef="#br0" timeOffset="2216">1325 206 7722,'0'8'0,"0"-1"-9,0 1 0,0 1 1,0 1 928,0 3 0,0-2 0,0 1 0,-1-1-90,-1 2 0,0 1 0,-2 3 0,-1 0-602,1 1 0,2 3 0,-3-3 0,2 0-314,1 1 1,1-5-1,1 0-283,0-2 1,1-7 0,2-8 141,2-9 1,0-4 0,1-7 0,2-2-70,0-2 1,-2 2-1,3-2 1,0 1 280,0 1 0,-3 8 0,-1-2 0,1 3 775,1 5 0,1 3-618,0 2 0,-3 5 0,-1 6 1,0 6-1,-3 5 272,0 5 0,-2 2 0,0 2-710,-2 1 1,-3 5-1,2-1 1,-1-2-1,2 0-1198,0-4 0,2-3 0,-2-4-149,2-3 0,5-6 1643,1-5 0,2-10 0,0-1 0</inkml:trace>
  <inkml:trace contextRef="#ctx0" brushRef="#br0" timeOffset="2465">1527 369 8181,'8'-1'0,"-1"-1"0,2-1 0,0-2 0,0-1 434,0 0 0,-2-3 1,5-1-1,-2-3-199,0-2 1,1 2 0,-4 0 0,1-1-87,0 0 0,-1 1 0,-2 1 0,-3 1-16,-1 1 1,-2 4-1,-1 2 1,-4 0 43,-4 3 1,1 0-1,-4 2 1,0 2 118,1 5 1,-2 0 0,4 5-1,0 1 346,2 1 1,1 1-1,1 2 1,2 3-357,0 1 0,2 2 0,5 1 0,3 1-370,4-1 0,2-1 0,7-2 1,2-3 27,4-4 0,1-8 1,4-2-1,2-4-5580,0-3 5636,-4-6 0,6-4 0,-2-4 0</inkml:trace>
  <inkml:trace contextRef="#ctx0" brushRef="#br0" timeOffset="3016">798 881 7738,'-3'-5'648,"1"-1"1,-3 3-152,-1-2 0,1 4 0,0-2-383,-1 2 0,-1 5 1,-1 2-1,1 4-169,-1 6 0,0 1 0,1 5 1,1 3 47,1 2 1,3 0-1,0 3 1,1-3 0,2 1-705,1-1 0,4-5 0,4-1 0,3-5-183,1-3 1,3-3 893,1-4 0,-2-3 0,3-3 0</inkml:trace>
  <inkml:trace contextRef="#ctx0" brushRef="#br0" timeOffset="3315">1000 950 7983,'-9'-4'0,"-1"1"394,0 3 1,-1 0-1,1 0 1,-3 0 118,-2 3 0,2 4 0,0 4 0,0 1-233,1 2 0,1-2 1,3 1-1,1 1-158,2 0 1,3-2-1,4-1 1,4-3-252,4 0 1,2-1 0,3-2 0,1-2-190,-1-2 0,2-5 0,0-2 0,2-3-10,1-4 1,-3-3 0,0-1-1,-2-2 151,-2-1 1,-1 0-1,0-2 1,-4 3 339,-2 4 0,-4 4 192,1 1 1,-2 6 0,-2 7 0,-1 7-221,-1 7 1,1 3 0,2 2 0,0 0-173,0-2 1,0-2 0,1 2-1,1 0-1026,3 0 1,0-6 0,0 0 1062,1-4 0,1 3 0,1-5 0</inkml:trace>
  <inkml:trace contextRef="#ctx0" brushRef="#br0" timeOffset="3615">1209 997 8057,'-4'3'606,"-2"-1"0,2 3 1,1 1-353,-1 1 1,1 3 0,1 2-1,-1 1-12,2 3 0,0 0 0,1 4 0,0 0-62,0 0 1,0-5-1,0 2 1,0-3-316,0-3 1,1-4-1,1-3-53,3-3 1,2-9-1,1-9 1,0-5-139,0-5 1,-1 0-1,2-3 1,0-3 149,2-1 0,2 3 1,-3 2-1,0 3 166,-2 4 1,1 7-1,1 3 248,3 5 1,-4 8 0,-2 7-56,-3 4 1,2 5-1,-2 2 1,1 0-1,0 0-206,-2-2 0,2 0 1,-1 1-371,0 0 0,0-1 0,2-3 0,0-2 0,0-1-4,0-1 397,2-5 0,3 2 0,2-3 0</inkml:trace>
  <inkml:trace contextRef="#ctx0" brushRef="#br0" timeOffset="3831">1697 850 8468,'0'7'0,"-3"2"451,-2 1 0,0 2 0,1 4 1,1 0-143,1 2 1,1 2 0,1 2 0,0 1-92,0 0 1,0-1 0,0 4 0,0-2-364,0-1 1,3-2 0,0-2-1,1-2-992,-1-3 0,0-1 1,-1 0 437,1-2 0,-1-7 0,-2-4 699,0-4 0,-3-7 0,-1-1 0</inkml:trace>
  <inkml:trace contextRef="#ctx0" brushRef="#br0" timeOffset="4031">1674 950 7811,'7'-20'14,"-1"1"1,-1 1 181,1 4 1,-1 1 0,0-1 0,2 2 113,2 1 1,0 1-1,2 3 1,-1 1-34,1 4 0,-1 1 1,-2 2-1,-1 2-59,-2 5 1,-2 3-1,-3 5 1,0 0 115,0 2 1,-1-1 0,-1 3 0,-4 0-240,-4 0 0,2-5 0,-3 2 0,3-2-902,0-1 0,-2-1 0,-1 0 1,3-3-666,2-1 1,-1-5 1471,2-1 0,1-6 0,1-1 0</inkml:trace>
  <inkml:trace contextRef="#ctx0" brushRef="#br0" timeOffset="4348">1868 826 8143,'-8'0'806,"3"0"0,0 0-545,-1 0 1,2 0 0,-1 1 0,2 2 0,1 3-5,1 3 1,1 1-1,0 3 1,0 3-192,0 1 0,4 2 1,1-2-1,2 2-247,0 1 1,4-3-1,-1 0 1,0-4-83,2-3 1,-4-7-1,3 3 1,-2-5 19,1-1 1,-4-7 0,2-3 0,-2-5 74,-1-3 0,1-1 1,-3-5-1,0 1 344,1 0 1,-1 3 0,-3 3 0,0 2 260,0 2 0,0 8 0,0 2-226,0 7 0,0 7 0,0 5 0,0 3-410,0 4 0,0 0 1,0 0-1,0 0-161,0-3 1,2-2 0,2-5 0,0-3 359,2-4 0,1-3 0,1-3 0</inkml:trace>
  <inkml:trace contextRef="#ctx0" brushRef="#br0" timeOffset="4514">2062 811 7811,'8'-19'118,"-1"2"0,-2-1 1,-3 7 571,-1 6 1,-1 5 0,0 9 0,1 1-245,2 3 1,-2 6 0,4 3-1,-1 4-303,0 2 1,-1-3 0,1 3 0,0 0-437,1-1 1,-3-1-1,3 2 1,-2-1-194,-1 1 1,1-3 0,0 0 0,-2-4-1030,0-3 0,-1-5 1515,0-2 0,-3-3 0,-1 0 0</inkml:trace>
  <inkml:trace contextRef="#ctx0" brushRef="#br0" timeOffset="4647">2054 1082 7811,'1'-8'0,"1"1"447,0-1 1,1 3 0,-2 0 0,1 1-17,3 0 0,2 1 0,1-1 0,1 0-284,1-1 0,0 3 0,5-3 0,2 1-702,2 0 1,-3-1 0,1 0 0,0 3-2227,0 1 2781,-5 1 0,3 3 0,-3 2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9:07.0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7 163 7746,'5'-5'0,"-2"1"83,0 0 0,2 1 0,2 1 0,2 0-67,1 0 0,0 0 0,3 1-35,1-2 0,0-1 0,2 3 0,-2-2 0,0 1-348,-1-2 0,-3 2 0,3-2-58,-2 1 365,-4 0 1,-4 4 0,-4 2 362,-1 2 0,-3 5 0,-2 3 0,1 2-90,1 0 0,3 1 0,-3 0 0,2 1 0,0 2-7,0 1 1,2-2-1,-2 2-567,3-1 1,-3-1-1,0-2 1,1 1 360,-2-2 0,0 2 0,-4-5 0</inkml:trace>
  <inkml:trace contextRef="#ctx0" brushRef="#br0" timeOffset="141">7 427 7716,'-3'-4'1154,"2"-1"-188,-2 3 0,4 0-808,4-3 0,4 2 1,7-1-1,2 0-721,3-1 1,2 0 0,2-3-1,3-3 563,2-2 0,-1-1 0,6-2 0</inkml:trace>
  <inkml:trace contextRef="#ctx0" brushRef="#br0" timeOffset="1375">565 16 7746,'-2'-5'1271,"-2"1"224,0 0-1237,2 2 0,-4 3 1,4 4-1,0 6 1,0 4-137,0 6 0,0 3 0,-2 7 0,-1 1 50,1 2 1,2 0 0,-4 2 0,1-1-116,1-1 0,-3-7 0,3 0 0,-1-4-646,-1-4 246,5-5 1,-2-11 0,6-9 150,2-8 0,2-4 1,1-4-1,3-1 63,2-1 1,0-3 0,1 1 0,-2 2 0,0 1-21,0 3 1,-1 3 0,1 3 91,-1 5 1,-2 9-1,-3 9 1,-4 5 24,-1 6 1,-1 2-1,-1 2 1,-1 0-223,0 2 1,-1-5 0,3 2 0,0-4-53,0-1 1,1-5-1,2-4 1,3-3 60,3-3 0,1-6 0,3-3 0,0-4 174,-1-6 1,1-3 0,-2-3 0,-2-1 161,0 0 0,-2 4 1,-2-3-1,-3 2 336,-1 3 1,-1 3-1,0 2-29,0 1 1,-3 1 0,-2 6 298,-2 4 0,0 4 0,1 6 0,2 1-577,0 1 0,1 1 0,1 2 0,-1-2-176,2 0 1,1-3 0,1 0-212,2-1 1,4-4 85,1 0 1,0-3-1,4-1 1,-1-2 0,-1-4-5,-1-2 0,-2-1 0,0-1 1,-1 0 42,-1-2 0,0 1 0,1 2 227,-1 1 1,-2-1 0,1 0-261,-1 0-290,0 4 76,-3 1 1,1 3 0,1 0 222,3 0 0,0 0 0,0 0 176,1 0 0,-2 0 0,1 0-26,1 0 0,-1 0 153,0 3 1,-3-1 0,1 3 309,1 1 0,-4 1 0,4 1 1,-2-1-268,1 1 1,1 0 0,-2 0-191,3-1 1,0 1-112,0 0 0,0-4 38,3-1 0,-3-2 1,0-2-1,1-2 1,1-2-208,1-2 1,-3-1 0,0 1 0,0-1-114,-1 0 0,3 0 0,-4 1 0,0 1 403,1 1 0,1 3 0,-2-3 0,2 2 0,1 1 0,-2 1 0,1 1-7,1 0 1,1 0-1,1 0 1,0 0-1,0 0 108,3 0 0,-3 0 1,3 0-1,-3 0 564,0 0 1,0 0-47,0 0 0,-2-3-375,0-2 1,-6 0-1,-6 1 1,-1 1 82,0 1 1,-4 2 0,1 3-98,1 2 1,0 2-1,1 3 1,0 1-1,2 1-72,0 2 1,3-2-1,3 0 1,0-1-19,0-1 1,3-2-1,3-1-860,0-2 1,6-1 0,1-4-1,1 0-1130,2 0 0,-1-6 1850,1-2 0,-1-1 0,1 1 0</inkml:trace>
  <inkml:trace contextRef="#ctx0" brushRef="#br0" timeOffset="1776">124 598 7746,'-4'-13'339,"3"2"1,-1 4 481,1-1-580,1 3 0,0 5 0,0 7-47,0 2 1,0 3 0,0 4 0,0 3-1,0 2-193,0 4 1,-1 2 0,-1 2-411,0-1 0,-1-1 0,3 1 0,0-4 1,0-1-171,0-1 1,0-8 0,1-2-1,1-5 579,4-4 0,1-6 0,0-8 0,1-5 0</inkml:trace>
  <inkml:trace contextRef="#ctx0" brushRef="#br0" timeOffset="2241">232 675 8288,'-5'3'917,"1"0"0,-1 1-640,1-1 1,0 3-1,-2-1 1,1 2-206,2 1 0,-2 0 1,1-1-1,1-1 95,-1-1 0,-1 0 0,3 3-194,0-1 1,1 1-1,2 0-857,1 0 1,0-4 0,3-1-1,1-3 417,1 0 1,1 0-1,0 0 1,0 0 466,-1-3 0,1 1 0,0-3 0,0-1 0,-1-1 0,1 2 0,-1 0 0,-1 0-180,-1 0 1,0-1 232,3 4 1,-3-3 0,0 2 0,1 0 300,1 0 1,1 2 0,-1-2-131,-2-1 1,2 2 0,-2-2-1,2 0 1,1 0 75,0-3 0,-1 1-274,1-2 0,-4 0 288,-1 0 0,-3 4-199,-3 1 1,-1 3 0,-3 3 0,1 2 0,1 3 88,-1 2 0,-1 0 0,0 3 0,1 0-247,1 2 0,2 1 0,-1-2-288,1-1 0,0 2 1,3-3-1,0 0 1,0-1-300,0 0 1,4-5-1,1 1 630,2-2 0,0-3 0,1-2 0</inkml:trace>
  <inkml:trace contextRef="#ctx0" brushRef="#br0" timeOffset="2389">426 737 9646,'8'1'-436,"-1"1"1,1 0-78,0 0 1,0-1 0,-1-1-1,2 0 513,1 0 0,0 0 0,3 0 0,3-4 0,4 0 0</inkml:trace>
  <inkml:trace contextRef="#ctx0" brushRef="#br0" timeOffset="2541">620 698 7777,'-8'8'144,"0"1"1,1 0 0,-1 2 168,0 1 0,-1 0 0,0 2 1,-1 4-74,0 0 1,1 1 0,2 3 0,-1 0-396,0 0 1,4-1-1,1-2 1,2-2-458,1-3 1,1-5-1,2 1-874,2-4 1486,2-3 0,4-6 0,1-2 0</inkml:trace>
  <inkml:trace contextRef="#ctx0" brushRef="#br0" timeOffset="2790">883 590 7746,'0'8'682,"-3"-1"1,2 1 0,-2 1 0,0 1-341,0 3 1,-2 2-1,2 4 1,-1 0-399,1 1 0,-2 3 1,1-3-1,1 3-240,-1 0 0,-1-3 1,2-2-1,-1-2-77,-3 0 0,3-7 1,-1-2 372,-1-3 0,-1-1 0,-1-3 0</inkml:trace>
  <inkml:trace contextRef="#ctx0" brushRef="#br0" timeOffset="3090">790 799 7746,'0'-4'125,"1"-2"1,1 2 0,1 0-1,-1-1 1,2 0 73,1 0 0,0 2 0,2-2 0,1 0-463,1 0 0,3-1 0,0 3 1,2-1 126,1 1 0,-2 0 0,4 1 1,-4-1-288,1 1 0,-3 2 0,-1 0 809,-4 3 1,-3 1-1,-3 4 1,0 0 32,0 0 0,0 2 0,-2 1 0,-2 1-62,0 2 0,2-2 1,0 0-1,1-1-58,1-1 0,0-4 0,1-2-187,1 0 1,3-5 0,2-4 0,-1-2-731,-1-1 0,-3-1 1,3 0-1,-2-2 425,-1 2 0,-1 0 0,-1 2 173,0-1 0,-4 0 0,-1 0-341,-2 1 1,0 1-1,1 1 362,1-1 0,0-1 0,-3 0 0</inkml:trace>
  <inkml:trace contextRef="#ctx0" brushRef="#br0" timeOffset="3824">1209 706 7746,'0'-5'0,"-1"1"252,-1 0 1,0-1-53,-3 2 1,3 4 0,-1 4 0,3 3-48,0 3 1,0 1 0,0 6 0,2 1-129,1 0 1,3-1 0,-1 0 0,2-3 4,1-2 0,-1 1 0,1-5 0,1-1-305,1-2 1,-1-4 0,4-1 0,-1-5 115,0-7 0,-2-6 1,2-4-1,-1 0 104,-1 0 1,-3-1 0,-1 3-1,-3 1 385,1 2 1,-4 8-271,3 1 0,-2 5 0,-2 3 1,-1 6 44,0 5 0,-1 0 0,3 1 1,0 0-285,0 2 1,0 0 0,0-1-1,0-2-429,0 2 0,0-4 0,1-2 191,2-1 0,-2 1 417,4-5 0,1 3 0,1-2 0</inkml:trace>
  <inkml:trace contextRef="#ctx0" brushRef="#br0" timeOffset="4141">1434 753 8406,'-4'0'495,"1"3"0,1 2-243,0 2 1,1 2 0,-2 1-1,2 3-242,1 2 0,0-2 0,0-1 0,0-1-105,0-2 1,0 0 0,0-1-36,0-1 1,1-2 0,1-4 0,1-2 25,2-4 0,-3-6 0,3-2 1,2-1-1,-1-2 0,2 1 0,-1-1 0,-1 2 120,-1 1 1,0-1 0,3 3 0,-1 2 70,-2 0 0,2 5 431,-2 1 0,0 4 0,-1 4-385,-1 2 0,0 6 0,-3 1 1,0 2-1,0 3-313,0-2 1,-3-1 0,1 0-1,0-1-901,1 1 0,1-4 366,0-2 1,1-5-1,2-4 715,2-5 0,2-5 0,0-6 0</inkml:trace>
  <inkml:trace contextRef="#ctx0" brushRef="#br0" timeOffset="4306">1651 652 7115,'0'8'117,"-3"-2"0,1 1 0,-1 1 518,0 1 1,1 3-1,-2 1 1,-1 1-556,1 2 0,2 2 1,0 0-1,1 0-638,1 1 0,0-3 0,1 3 0,1-4-31,4-2 0,0-4 0,2-5 589,0-1 0,3-3 0,1-5 0</inkml:trace>
  <inkml:trace contextRef="#ctx0" brushRef="#br0" timeOffset="4557">1760 745 7806,'-8'2'0,"0"2"106,0 0 0,3-1 0,0 2 0,-1 2 80,-1 2 0,3 0 1,1 1-1,2 0 78,1 0 0,0-1 0,1 1 0,2-1-474,2-2 0,3-2 1,1-3-1,2-2 108,1-2 0,-2-1 1,0-4-1,-1-1-21,-1-1 1,-3 0 0,-1-1 0,-1 0 188,-1 0 0,-1 1 0,-1-1 13,0 0 1,-1 0-1,-1 3 1,-3 1-427,1 1 0,-3 3-504,2-1 1,1 2 850,-2 1 0,5 4 0,-3 0 0</inkml:trace>
  <inkml:trace contextRef="#ctx0" brushRef="#br0" timeOffset="4756">1907 698 7746,'-8'5'-47,"0"2"0,1-3 0,-1 1 632,0 0 1,0 0 0,1 3-1,1 1-163,1 1 1,4 0 0,-2 2 0,2 2-359,1 1 0,1-2 0,2-1 0,2 0-144,2 0 0,1-5 0,2 0 0,1-3-742,1-2 1,-2-2-1,2-4 1,0-3-137,0-2 1,-1-5 957,2 1 0,-4-1 0,2-2 0</inkml:trace>
  <inkml:trace contextRef="#ctx0" brushRef="#br0" timeOffset="4923">2046 675 9653,'-4'8'438,"-2"2"0,4 1 1,-1 1-269,-1 2 0,3 4 0,-4 3 1,2 2-215,1 3 1,-1-1 0,-1 3 0,1-2-401,-1-1 1,2-1-1,2-2 1,0-4-326,0-5 1,1-4 768,1-4 0,3-5 0,2-5 0</inkml:trace>
  <inkml:trace contextRef="#ctx0" brushRef="#br0" timeOffset="5157">2132 760 8144,'-8'-2'0,"0"-1"491,0 1 1,3 2-1,0 0 1,-1 3-107,-1 2 0,-1 2 0,-2 1 1,0 0 56,0-1 0,4 2 0,1 0-197,-1 2 1,3 0 0,-1-1-1,2 1 1,-1 0-65,1 0 1,2-1 0,3-3 0,2-1-756,2 0 0,1-2 0,-1 1-378,1-2 1,3-3 0,0 0-1,1 0 1,1 0 951,-1-3 0,2-1 0,-2-4 0</inkml:trace>
  <inkml:trace contextRef="#ctx0" brushRef="#br0" timeOffset="5269">2217 884 7746,'-3'8'65,"-1"-3"1,-1 1-1,2 0 1,2 0-441,1 2 1,0-3 0,1 0 374,2-2 0,1 3 0,4-2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8:58.5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39 144 7831,'-8'0'93,"3"0"0,0 0 194,-1 0 1,2 3 0,-1 2 0,2 3 25,1 2 1,1 3 0,2 6 0,1 5-196,1 6 0,3 2 0,-2 4 0,0-2-572,-1-1 0,0-2 0,0-4 0,-2-6-1737,0-5 2191,-1-9 0,0 0 0,0-7 0</inkml:trace>
  <inkml:trace contextRef="#ctx0" brushRef="#br0" timeOffset="134">62 35 7831,'0'-4'-182,"-3"1"1,3 3-602,0 3 783,0 1 0,7 4 0,-3 0 0</inkml:trace>
  <inkml:trace contextRef="#ctx0" brushRef="#br0" timeOffset="300">217 89 7831,'0'8'203,"0"0"0,0 0 112,-3-1 0,2 1 1,-2 0-1,0 0-91,1 3 1,-1 1 0,3 3 0,0 2 110,0 1 1,0 2 0,0 5 0,0 0-916,0 0 1,0-3 0,-1 3-1,-2-3-1660,-2-1 2240,-2-7 0,-4 4 0,-1-6 0</inkml:trace>
  <inkml:trace contextRef="#ctx0" brushRef="#br0" timeOffset="433">101 322 7831,'1'-12'0,"1"2"0,0 1 153,0 1 0,2 1 1,2 1-1,1 1 263,4-1 0,-2 0 0,4 0 1,1 2-419,0 0 1,3-1 0,0 2 0,1 1-617,-1-2 0,0 4 0,-2-3 618,1 2 0,-1 1 0,1 0 0</inkml:trace>
  <inkml:trace contextRef="#ctx0" brushRef="#br0" timeOffset="686">365 275 8043,'1'7'411,"1"-2"1,3-1 0,2-4 0,1 0-199,0 0 0,0-4 0,2-4 0,0-4-154,0-3 0,-2-1 1,0-1-1,0-2-30,0 2 0,-4 1 1,-2 0-1,-2 1 204,-2-1 1,-2 7 0,-5 2-154,-1 3 1,0 3-1,-2 5 1,1 6-1,1 2 122,-2 5 1,4 4-1,-3-1 1,4 3-226,1 0 1,3 1 0,3 0 0,0 0-139,0-1 1,3-2-1,3 2 1,1-3 111,4-2 0,0-5 49,2-2 0,1-3 0,-1 0 0</inkml:trace>
  <inkml:trace contextRef="#ctx0" brushRef="#br0" timeOffset="1203">520 167 8013,'0'8'925,"0"-1"1,0 1 0,0 0 0,0 0-649,0 3 0,0 2 0,1 4 1,0 2-102,2 1 1,0 0 0,-3 4 0,0-1-132,0 0 1,0 0 0,0-4 0,0-2 302,0-3-621,0-8 1,0-3-1,0-10 1,0-5 78,3-6 0,-1-4 0,3-4 0,1-3-146,1-1 1,1 5 0,-1 2 173,1 1 0,-1 3 0,-1 4 0,-1 5 0,1 4-12,1 3 1,-2 4 0,0 3 248,-2 4 0,2 7 0,-2 2 0,-1 2 0,-1 2 502,2 2 1,-2 0 0,1-1 0,-1 0-316,-1-1 0,0-7 0,0 1 0,0-3-340,0-3-117,0-3 1,0-7 0,0-8 0,1-6 0,2-6-32,2-7 1,2 0 0,0-5 0,1 2-136,0 0 0,1 8 1,0-2-1,2 3 461,1 3 0,-1 7 0,1 3 0,-1 4 218,-2 3 0,-1 2 0,-2 3 1,-2 5 75,0 4 1,-2 6 0,-2 3 0,1 1-270,2 2 0,-2 0 0,1 0 0,-1 1-823,-1 0 0,0-5 0,0 1 0,1-3-227,2-3 1,1-8 0,4-2-1,0-4 929,3-4 0,-3-4 0,7-9 0,-3-4 0</inkml:trace>
  <inkml:trace contextRef="#ctx0" brushRef="#br0" timeOffset="1400">962 97 7831,'-4'-4'0,"0"0"473,-4 4 1,1 0-1,-1 1 1,0 2-1,1 3 188,2 3 1,2 2-1,3 3 1,0 3-329,3-1 1,2 4 0,5 0 0,1 0-214,1 1 1,-3 0-1,3 2 1,-3 0-72,-1 0 0,0 2 0,-5-1 0,-1 0-3,-1-2 0,-5-4 0,-2 0 1,-3-2-532,-1-3 1,-3-5 0,2-6 0,0-1-1128,0-1 0,-1-3 0,4-3 1612,0-4 0,-5-5 0,5-5 0</inkml:trace>
  <inkml:trace contextRef="#ctx0" brushRef="#br0" timeOffset="1867">1311 151 7804,'4'0'688,"-1"1"0,-3 2 0,0 2 1,1 2-319,2 1 0,-2 5 0,1 4 1,-1 3-398,-1 4 0,0 2 0,0 2 0,0-2-710,0-2 0,0-3 1,0-2 649,0-3 87,0-6 0,0-13 0,0-6 0</inkml:trace>
  <inkml:trace contextRef="#ctx0" brushRef="#br0" timeOffset="1998">1373 20 7804,'2'-8'54,"1"0"1,-1 5 0,-2 3-1,0 6-244,0 4 1,0 1 0,0-1-1,0 3-446,0-1 0,3 1 636,0-2 0,3 3 0,-2-2 0</inkml:trace>
  <inkml:trace contextRef="#ctx0" brushRef="#br0" timeOffset="2284">1497 128 7804,'-5'8'301,"-1"0"1,1 0 0,0 2 36,0 0 1,2 1-1,-1 0 29,1 1 0,-3 3 0,4 1 0,0 3 0,0 1-67,0 3 0,1-3 1,-2-1-1,3-1-325,0-4 1,0-3 0,3-2-156,2-3 1,2-7 0,1-7 0,0-7-39,-1-5 0,2-6 1,0-2-1,3-2 28,0-1 0,-2 3 0,2 3 0,0 3 169,0 1 1,-2 7-1,3 1 1,1 5 114,1 3 0,-2 5 1,-2 6-33,-2 3 1,0 7 0,-5 5 0,1 3 0,-3 3-329,-1 0 0,-1 2 1,-1 2 5,-1 0 260,-3 0 0,-6 0 0,-1 0 0</inkml:trace>
  <inkml:trace contextRef="#ctx0" brushRef="#br0" timeOffset="2898">628 787 7804,'-4'4'326,"1"3"130,3 3 1,0 4-1,0 2 1,0 5-109,0 4 0,0 0 1,0 2-1,0 1-269,0-1 0,0-3 1,0 0-1,0-5-344,0-3 1,0-4 259,0-2 1,0-5-1,0-5 1,0-6-347,0-6 0,0-2 1,0-7-1,0-1 182,3-3 1,-1-3 0,3-3 0,1 1 184,1 2 0,3-3 0,1 5 1,-1 0 38,1 3 0,-1 6 1,3 4 79,0 7 0,-4 15 0,-2 6 1,-2 7 78,-1 4 1,-2-1 0,1 2 0,-3 1 87,0 0 0,3-3 0,0 3 0,-2-1-30,0-2 0,-1-4 0,0 0-190,0 0 0,0-5 1,-1-3-8,-1-4 1,1-5 0,-2-6 0,2-7-71,1-5 0,1-8 0,1-1 0,1-4-486,2 0 1,0-3-1,3 2 392,-1 0 1,1-1-1,1 3 1,1 2-1,2 2 350,0 1 0,3 7 0,-3 2 1,0 5-62,-2 5 1,2 3 0,-3 4 0,-1 5 63,-2 4 0,-2 5 0,1 2-200,-2 1 0,0 0 1,0 0-1,-1-1 1,-1-1-264,-1 0 0,0 2 0,0-5 0,2-2-6017,1-1 6216,-1-4 0,-2-3 0,0-3 0</inkml:trace>
  <inkml:trace contextRef="#ctx0" brushRef="#br0" timeOffset="3065">977 880 8690,'1'-4'786,"2"1"0,2 2-322,2 1 0,1 0 0,3 0-774,2 0 1,2 0 0,2 0 0,2 0 0,0 0-564,0 0 1,0 0-1,-2 0 1,2 0 872,-2 0 0,-1-3 0,0-1 0</inkml:trace>
  <inkml:trace contextRef="#ctx0" brushRef="#br0" timeOffset="3215">1233 779 7804,'-8'2'673,"1"2"1,-1 2-123,0 3 0,0-1 0,1 5 0,-1 1-179,0 4 0,0 2 1,1 5-1,-1 1-260,0-1 0,4 0 0,1-1-345,2-1 1,1 2-1,1-5 1,2-1-746,2-3 1,3-2-1,1-6 1,2-2 977,1-2 0,1-4 0,3-5 0</inkml:trace>
  <inkml:trace contextRef="#ctx0" brushRef="#br0" timeOffset="3782">1474 810 8629,'-7'1'775,"1"2"0,3 2 1,2 5-1,-1 3-560,0 2 0,-1 1 0,3 2-207,0 0 0,0 2 0,0-1 0,0-1 0,0 0-46,0-4 1,0-1-1,0 0 1,0-3-184,0-1 14,0-1 1,0-5 0,0-4 0,0-6 0,1-5-150,2-2 0,-2-5 0,2-1 290,0 0 0,2-2 0,3 1 1,-2 0 64,0 3 0,0-1 0,-1 6 0,0 1 39,0 3 1,0 3-1,2 3 341,-2 6 1,0 6-1,-4 4 1,2 3-106,-1 2 0,-1-1 1,-1 3-1,0 0-141,0 0 0,0-3 1,0 1-1,0-2-52,0 0 1,0-3-387,0 0 107,0-4 1,0-5 0,2-10 0,2-6 0,0-5 11,2-4 1,1-1-1,1-1 1,0-1 147,3 1 0,-3 1 0,2 1 0,-1 3 114,-1 2 1,0 4 0,-1 5 0,1 3 46,0 3 0,-3 6 0,-1 2 1,0 6-15,-2 5 0,1-1 0,0 4 1,-1 0-376,2 1 1,-3-1 0,4-1-1,-1-1-831,0-2 0,1 0 1,3-4 589,0-2 1,2-2-1,1-6 507,1-2 0,1-3 0,3-2 0</inkml:trace>
  <inkml:trace contextRef="#ctx0" brushRef="#br0" timeOffset="4067">1869 857 7746,'-6'-7'413,"-1"1"0,-2 2 185,-3 0 0,2-1 0,-2 2 1,1 2-312,1 0 1,2 1 0,0 1-1,0 1 112,0 4 0,4 1 0,2 3-300,1 0 0,1 0 1,1-2-1,1 0-348,3 0 1,2-1-1,2-1 1,1-2-1,3-1-53,2-1 1,-2-2-1,0-2 1,0-1-220,2-1 1,-2-2 0,-1-1 0,-1-1 326,-1 0 1,-2 0 0,0 1-1,-1-1 433,-2 0 0,-1 3 874,-4 0-964,0 3 1,0 7 0,0 6-260,0-1 1,0 2 0,0-2 0,0 1-816,0 0 1,2-2-1,1 1 925,-2-2 0,7 0 0,1 0 0</inkml:trace>
  <inkml:trace contextRef="#ctx0" brushRef="#br0" timeOffset="4232">2055 810 7746,'-3'8'434,"-1"2"1,-2 1 0,2-1-13,0 1 1,2-2 0,2 2 0,-1 0-242,-2-1 1,2 1 0,0-1-764,2 0 0,0 0 0,3-3 0,-1-2-1307,2-2 1889,-1-6 0,3-4 0,-3-6 0</inkml:trace>
  <inkml:trace contextRef="#ctx0" brushRef="#br0" timeOffset="4366">2109 663 7983,'-7'0'561,"-1"0"1,0 0-877,0 0 0,5 1 334,3 2-19,3-3 0,5 7 0,0-2 0</inkml:trace>
  <inkml:trace contextRef="#ctx0" brushRef="#br0" timeOffset="4531">2179 640 7746,'0'5'676,"0"0"-124,0 1 0,0 1 0,0 1 0,0 0-134,0 3 0,0-1 0,0 5 0,0 2-347,0 2 0,0 0 1,0 3-1,0 2-480,0 1 1,0-4 0,0-2 0,0-2-1115,0-2 0,1-6 1523,2-1 0,1-10 0,4-7 0</inkml:trace>
  <inkml:trace contextRef="#ctx0" brushRef="#br0" timeOffset="4881">2288 593 8733,'0'5'1765,"0"1"-1508,0 0 1,0 1-1,0 1 1,0 3-204,0 1 0,0 6 0,0 1 0,0 1 11,0 4 1,-3-3-1,0 1 1,-1-1 12,1-1 1,-2-5 0,2-1-206,1-2 1,1-6-24,1-6 1,1-7 0,2-5 0,2-3 22,2-1 0,1 2 1,-1 0-1,1 2 85,0 1 1,0 0-1,-1 4 1,1 1 144,0 1 1,0 4 0,-1-2 0,0 3 275,-1 3 1,0 1-1,-4 4 1,0 3 95,-1 2 0,-2 4 0,-2 2 1,-2 0-285,-2 0 1,-3 0 0,-1-3 0,-1 1-671,1-3 0,1-3 0,2-2 1,1-2-1460,2-2 0,0-4 797,5-1 1141,-2-7 0,13-5 0,-3-4 0</inkml:trace>
  <inkml:trace contextRef="#ctx0" brushRef="#br0" timeOffset="5097">2443 725 7746,'-1'5'1541,"-1"0"-754,0 1 1,-4 1 0,4 1 0,0 1-179,1 1 0,1 2 0,0 4 0,0-2-454,0-1 0,1 2 1,2-4-1,2-1-327,2-2 0,0-3 0,1 0 0,0-3 120,0-4 1,0-5-1,-1-6 1,0-2-574,-2 0 1,-1-3 0,-4-1-1,0 1 304,0-1 1,-3 4-1,0-1 1,-2 2-119,-1 0 0,2 5 0,-1 0 0,-1 1-318,-1 2 0,2 0 0,1-2 757,0 1 0,-2-1 0,2 0 0</inkml:trace>
  <inkml:trace contextRef="#ctx0" brushRef="#br0" timeOffset="5247">2551 632 7746,'1'12'131,"1"-2"0,1 0 394,2 0 1,-3-1 0,3 0 0,1-2 15,1-2 1,1 1 0,0 0 0,0 1-587,3-2 0,-3-4 0,4 2 0,-2-2-586,0-1 0,1-1 0,-1-1 0,1-1-83,1-1 1,-2-4 0,-1-3 713,-3-1 0,5-1 0,-3-3 0</inkml:trace>
  <inkml:trace contextRef="#ctx0" brushRef="#br0" timeOffset="5397">2753 593 7746,'-10'7'0,"-1"-1"132,2-1 1,-1 1-1,1 4 1,-2 1 764,-1 1 1,1 5 0,-1 3 0,1 4-429,1 5 0,-1 0 0,1 6 0,0 0-681,2-2 1,3-5 0,3-3 0,1-3-972,1-4 0,1-8 0,1-3 0,4-3-748,1-2 1931,0-5 0,5-4 0,0-6 0</inkml:trace>
  <inkml:trace contextRef="#ctx0" brushRef="#br0" timeOffset="5547">2784 795 8014,'-4'1'975,"0"0"1,2 3-342,-1 0 1,-2 2-1,1 4 1,1 1-667,-1 1 0,-1 1 1,2 3-1,-1 2-1037,1 3 1,0-1 0,1 0 0,-1-1-1122,1-2 2190,2-1 0,-4 0 0,0-1 0</inkml:trace>
  <inkml:trace contextRef="#ctx0" brushRef="#br0" timeOffset="6066">1450 1415 7842,'0'-10'0,"0"0"498,0 0 1,0 1-271,0 2 0,1 2 0,1 4 48,0 2 0,4 7 1,-1 5-1,0 3-51,0 2 1,-1 2-1,2 5 1,-3 2-144,0 1 1,-2-1 0,2 2 0,-2-3-101,-1 1 0,0-5 0,-1-1 0,-1-3 68,0-3 0,-2-7 0,2-2-393,-4-1 0,3-7 0,0-6 0,3-5-6,0-4 1,0-1 0,3-4 0,3 0 156,3 1 1,1 0-1,3 0 1,1 3 114,0 2 1,2 6 0,-2 3-1,0 3 116,-1 2 1,-3 5-1,-1 3 1,-3 3 531,-3 4 1,-2 5 0,-2 2 0,-2 1-84,-2 0 1,-3-2-1,-1 2 1,-2-3-271,-2-1 0,1-5 1,-1 0-1,1-3-115,0-2 0,2-4 0,2-1 1,1-1-1080,-1-1 0,3-3 0,3-3 0,1-4-204,1-3 0,2-1 0,2-3 1180,4-1 0,5-2 0,-1-3 0</inkml:trace>
  <inkml:trace contextRef="#ctx0" brushRef="#br0" timeOffset="6498">1644 1454 8302,'-3'4'1615,"1"3"-1153,-3-2 0,3 2 0,-1 1 0,3 1-187,0 1 1,2 2-1,2 3 1,1 2-233,3 1 0,1-4 1,3 1-1,0-1-15,0-2 1,1-4 0,2-6-1,-1-2-800,-2-2 1,-2-7-1,0-5 1,-1-5 562,-1-4 0,-3 2 1,-1-5-1,0 2 187,-3 0 1,0 7 0,-1 3-1,0 2 772,0 2 1,0 7-1,0 5-357,0 8 0,0 3 0,1 4 0,1 0-505,0 1 0,2 4 1,-2-3-1,1 1-72,1-2 0,1-2 1,3-3-1056,0-3 1,0-6 0,-1-4 0,1-8 1238,0-7 0,0-5 0,-1-5 0,1-2 0,0-3 0,0 3 0,-1-2 0,0 3 0,-1 3 0,-2 5 0,-2 1 0,0 3 149,0 4 0,0 5 0,-1 3 0,2 4 462,-1 3 0,-1 5 1,-1 3-1,2 3-306,1 2 0,3 2 0,-2 3-383,0 0 0,2 2 0,-3 0 0,-1-2 0,-1 1-135,-1-3 1,0-2 0,0 0 212,0-3 0,-4 2 0,0-6 0</inkml:trace>
  <inkml:trace contextRef="#ctx0" brushRef="#br0" timeOffset="6599">1892 1508 7746,'0'-11'70,"0"6"0,1-7 0,1 5 0,1 0 0,2-1 0,1 2 0,1-1 393,4 0 0,1 0 0,2 0 0,1 1-737,1 1 0,-2-1 0,6 0 274,-1 0 0,-1-4 0,-2 1 0</inkml:trace>
  <inkml:trace contextRef="#ctx0" brushRef="#br0" timeOffset="7213">2497 1345 7941,'-9'-5'0,"-1"1"379,-3 0 1,1 1 0,-1 1-277,-1 0 0,2-1 0,0 4 0,1 2 0,1 5 416,-1 4 1,4 4 0,1 2 0,1 3-375,4 1 1,3 3 0,3 2-1,3 1-121,2-1 1,2-3-1,4-4 1,-1-4 34,1-2 1,-1-8 0,1-1-1,0-4-566,2-4 0,-4-3 0,1-6 1,-4-4 132,-4-3 1,0-2-1,-5-2 1,0-1 310,-1-2 0,-2 2 1,-1-2-1,-4 3 87,0 2 1,-5 5-1,0 5 1,-1 2-50,-2 5 1,3 2-1,1 2 1,1 1-109,1 1 1,4 0 0,1 3 0,2 1-257,1 1 0,1-2 1,3 0-1,3-2 389,2-1 0,5-1 0,-2-1 0</inkml:trace>
  <inkml:trace contextRef="#ctx0" brushRef="#br0" timeOffset="7515">2590 1338 7746,'5'7'29,"0"-1"1,-2 1 0,-1 2 0,-1 0-1,-1 3 509,0 1 1,0 2 0,0 2 0,-1 2-107,-2 1 0,1-1 0,-2 3 1,0 0-253,-1-1 1,3-2 0,-2-2 0,0-3-305,2-1 1,2-7-24,0-4 1,3-11 0,2-9 0,2-5-142,1-3 0,2-1 0,0-3 1,1-1 12,0 0 0,0 7 0,3-2 0,-2 1 31,-1 4 1,0 5 0,-1 3 425,0 3 1,0 6 181,-5 9 0,-2 6 1,-3 9-1,0 2 0,0 2-69,0 0 1,0 1 0,0-1-1,0 1-435,0 0 1,0-3-1,0 3 1,0-3-1192,0-4 1,0-4 652,0-1 1,4-13 0,0-4 677,0-9 0,7-14 0,-3-2 0</inkml:trace>
  <inkml:trace contextRef="#ctx0" brushRef="#br0" timeOffset="7663">2885 1229 7710,'0'-4'1318,"0"7"1,0 8-1116,0 2 1,0 4 0,0 0 0,0 2-284,0 1 1,-1 0-1,-1 4 1,0-2-537,0-1 0,1-3 1,1-5-1,0-3 616,0-1 0,0-5 0,0-1 0</inkml:trace>
  <inkml:trace contextRef="#ctx0" brushRef="#br0" timeOffset="7914">2931 1407 7384,'7'0'-99,"-1"-2"1,-1-2 388,1 0 0,1 2 0,2-4-306,1 0 1,-3 2-1,3-1 1,-1-1-116,0-1 1,0-1 0,1 0 0,0 1-179,-1-1 0,-3 3 0,0 0 299,0-1 0,-3-1 751,0-1-280,-2 4 1,-5 0-1,0 5 1,-1 2-78,-1 2 0,1 2 0,-2 4 0,1 3-150,1 3 1,1 4 0,-2 4-97,1 0 1,0 8-1,-3 1 1,1 3-1,1 1-496,1 1 1,3-1 0,-1-3-958,2-7 0,1-3 1315,0-9 0,-3-6 0,-1-7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19.5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303 1 8066,'-5'7'2256,"2"1"-1879,2 3 1,1 5 0,0 1 0,0 4 0,0 5-159,0 4 1,0 4 0,0 4-1,0-1-164,0-3 0,1 0 0,1-4 0,1-2-709,-1-4 1,0-3-1,0-3 1,1-1 653,-1-1 0,-1-5 0,-1 3 0</inkml:trace>
  <inkml:trace contextRef="#ctx0" brushRef="#br0" timeOffset="400">95 417 10659,'1'11'271,"2"1"1,2 3 0,6 6 0,1 3-148,4 5 0,2 2 0,1 0 0,0 0 60,0 0 1,0-6 0,0-4 0,0-5-309,0-7 0,-2-3 0,0-9 0,-1-3 54,1-6 0,-3-7 1,-1-6-1,0-4 3,-1-4 0,2-1 0,-3-3 0,-1 1-24,-1 1 1,-3 6 0,0 1 0,-3 4-671,-2 4 761,-1 10 0,-4-3 0,-1 8 0</inkml:trace>
  <inkml:trace contextRef="#ctx0" brushRef="#br0" timeOffset="701">38 862 7740,'-1'10'164,"-1"-1"1,-1 0 432,1 1 1,0 5-1,2 3 1,0 4-353,0 2 0,0 3 0,0 6 0,0 4-599,0 1 1,-3-1 0,0 2 0,1-6-633,1-8 1,-2-8 985,0-5 0,-5-9 0,3-4 0</inkml:trace>
  <inkml:trace contextRef="#ctx0" brushRef="#br0" timeOffset="849">0 938 7740,'4'-5'198,"-3"-1"0,4 4 496,-1-1 0,-2-3 0,4 1 1,2 1-288,0 0 0,6-2 0,0 2 0,2-1-442,0 1 0,0 0 1,2 2-62,-3-1 1,2 0 0,-3 3 0,0 1 95,-1 2 0,0 2 0,-4 4 0</inkml:trace>
  <inkml:trace contextRef="#ctx0" brushRef="#br0" timeOffset="1015">57 1089 7740,'-5'10'937,"3"-5"0,7-2-609,4-2 1,7-5 0,0-2 0,2-3-519,1 0 1,0-1 0,-2 2 0,0 1-1110,-1 0 1,-4 5 1298,0-1 0,-1 2 0,-2 1 0</inkml:trace>
  <inkml:trace contextRef="#ctx0" brushRef="#br0" timeOffset="1182">38 1307 7551,'-8'9'78,"0"1"1,3-1 1167,1 1 0,1-1-871,3 1 1,5-5 0,3-2 0,5-2-339,2-1 0,1-4 0,5-2 0,2-4-810,-2-2 1,2 0 0,-1-4 0,0-2-290,1-3 1,-3 3 1061,2-4 0,-2 0 0,-1-6 0</inkml:trace>
  <inkml:trace contextRef="#ctx0" brushRef="#br0" timeOffset="1498">360 995 8047,'0'9'735,"0"1"1,0-1-1,0 0-421,0 1 1,0 0-1,0 3 1,0 3-60,0 2 0,0 2 0,1 1 0,1 1-255,1-1 0,1-4 1,-2-3-186,2 0 0,3-2 167,-1-6 1,2-10 0,-1-9 0,-2-5-220,-1-4 0,4 1 1,-3-4-1,1-1 133,1-2 1,-1 3 0,2 2 0,0 1 155,-2 1 1,0 7 0,4-2-1,-1 6-35,1 3 1,-1 3 0,1 6 0,-1 5 133,1 5 1,-1 9-1,1 5 1,-1 2-332,0 4 1,-2-3 0,-2 2 0,0-1-811,1-2 1,-1-7 0,2-3 989,0-3 0,-1-2 0,3-4 0</inkml:trace>
  <inkml:trace contextRef="#ctx0" brushRef="#br0" timeOffset="2048">871 985 7715,'-10'-1'0,"1"-1"0,0-1 374,-1 1 0,1 1 0,-1 1 0,0 0 258,-3 0 1,1 5 0,-2 3 0,-1 5-178,0 2 0,4 5 0,-1 5 1,4 3-264,1 4 1,5-2-1,-1 4 1,2 0-346,1-1 1,4-9 0,3 0-1,2-5-191,4-6 0,-2-2 0,5-5 0,1-3-592,1-2 0,1-6 0,1-4 0,1-6 129,1-3 1,0-3 0,-4-2 806,-3-2 0,3-9 0,-3 4 0</inkml:trace>
  <inkml:trace contextRef="#ctx0" brushRef="#br0" timeOffset="2298">975 1070 7715,'0'14'292,"0"-4"0,0 3 1,-1-1 60,-2 0 0,2-3 1,-3 3-1,0 2 0,1 0 0,-1 5 1,2-3-1,-1 4-162,1 1 0,0-3 0,-1 4 0,0-2-77,1-1 0,1-3 1,1 0-1,0 0 3,0-2 0,0-3-169,0-5 1,0-5 0,1-1 134,2-5 0,-1-8 0,5-3 0,0-4-30,2-3 1,0-4 0,0 0-1,1-4-160,-1 1 0,2-3 0,1 2 0,0 0-617,0 2 0,-1 7 1,1 1-214,0 0 0,1 1 0,-2 4 937,1 3 0,3 3 0,4 0 0</inkml:trace>
  <inkml:trace contextRef="#ctx0" brushRef="#br0" timeOffset="2464">1155 1108 7715,'0'10'0,"0"-1"0,0 1 0,1-2 646,2-2 1,-2 3 0,3-4-89,1 0 1,0-1 0,4-4 0,1 0-341,-1 0 1,2 0-1,0-1 1,2-2-1244,-2-3 1,1-3-1,0-1 1,0-3 163,0-2 0,-2 0 1,0 0 860,-1 1 0,1-7 0,-1 1 0</inkml:trace>
  <inkml:trace contextRef="#ctx0" brushRef="#br0" timeOffset="2581">1344 1004 7715,'0'10'217,"0"-1"1,-3 0-1,-1 1 1,0-1 523,-1 1 1,-2 0-1,2 3 1,-2 4-374,1 4 0,0 3 0,-3 4 1,2 2-188,1 1 1,4 0 0,-2 2 0,3-3-767,1-3 1,0-6 0,1-2 0,3-6-653,2-6 0,3-2 0,2-8 1237,-2-3 0,7-4 0,-5-9 0</inkml:trace>
  <inkml:trace contextRef="#ctx0" brushRef="#br0" timeOffset="2764">1448 1080 7715,'0'9'456,"0"1"0,0-1 0,0 2 1,-1 1 336,-2 4 1,2 6-1,-2 2 1,2 3-393,1 1 1,0-1 0,0 7 0,0 0-207,0-1 0,0-5 0,0-2 0,0-3-1650,0-2 0,1-6-108,2 4 1,-2-12 0,2-4 789,-2-7 0,-1-5 773,0-4 0,-4-2 0,-1-4 0</inkml:trace>
  <inkml:trace contextRef="#ctx0" brushRef="#br0" timeOffset="2963">1420 1250 7715,'1'-32'-62,"1"0"0,2-1 154,2 2 1,1 2-1,4-1 1,2 4 236,-1 4 1,2 5 0,1 3 0,1 2-21,0 4 1,-4 5 0,2 1 0,-3 4 181,-2 4 0,-3 3 0,1 0 0,-4 2-66,-2 1 1,-1 3-1,-1 4 1,-2 1-424,-4 2 1,1-4-1,-3 2 1,-1 0-302,-1 0 0,1-5 1,0 2-1,1-2 10,0-3 1,2-3 0,1-1-1008,-1-2 1,2-5 0,2-1 1295,2-5 0,1-12 0,0-3 0</inkml:trace>
  <inkml:trace contextRef="#ctx0" brushRef="#br0" timeOffset="3113">1647 947 7715,'0'14'149,"0"-3"0,0 5 1,-1 1 783,-2 1 1,2 1 0,-2 0-593,2 0 1,1 7 0,0 2 0,0 2 0,0 0-791,0 2 1,0-3 0,0 3 0,0-4-780,0-2 1,0-7 0,0-7 1227,0-1 0,4-2 0,1 1 0</inkml:trace>
  <inkml:trace contextRef="#ctx0" brushRef="#br0" timeOffset="3263">1647 1165 8086,'1'-5'1167,"2"2"1,-1-2 0,4 1-1188,-2-1 1,3 3 0,0-2 0,1 0-716,1 1 1,1-4 0,-1 1 734,1-3 0,3 0 0,2-1 0</inkml:trace>
  <inkml:trace contextRef="#ctx0" brushRef="#br0" timeOffset="3413">1827 1023 7715,'0'9'577,"-3"1"0,-1 0 0,-1 2-40,1 1 1,-2-1 0,2-1 0,-1 0-329,1 2 1,1 4 0,3-3 0,0 2-606,0 0 1,0-4-1,0 0 1,0-1-818,0-2 0,4-4 0,3-3 1213,1-8 0,1-4 0,1-9 0</inkml:trace>
  <inkml:trace contextRef="#ctx0" brushRef="#br0" timeOffset="3730">1874 976 7715,'-6'0'1231,"0"0"-2122,4 0 0,-3 1 331,5 2 0,1-2 560,3 2 0,-2-2 0,4 0 0,1 1 285,2 1 1,-3 4 0,-1-3 159,-1 1 0,0 3 0,-3 3 0,1 3 1,1 1 158,-1 1 0,0 3 1,0 2-1,1 2-25,-1 2 0,4-1 1,0 1-1,4-3-488,2-2 1,0-5-1,2-4 1,1-3-239,0-5 1,0-10 0,0-6 0,-2-4-152,-2-2 0,-6-4 0,-2-1 8,-2 0 0,-2 1 0,-2 4 0,-4 1 0,-1 2-189,-1 3 1,-2 3 0,0 1-1,-2 3-107,1 3 1,2 1 0,0 0 0,1-1 585,-1 0 0,5-2 0,1 0 0</inkml:trace>
  <inkml:trace contextRef="#ctx0" brushRef="#br0" timeOffset="3996">2101 1042 8148,'0'21'0,"0"0"795,0 0 1,0-5 0,0 4-1,0 0-161,0 0 0,0-5 0,0 5 0,0 0-386,0 0 0,0-5 1,0 3-1,0-2-42,0-1 0,1-5-363,3 0 0,-3-6 0,2-7 0,-2-5-34,-1-3 0,3-8 0,0-5 7,-1-1 0,2-5 0,1 1 0,-1 1 0,1 1 54,0 1 0,2 8 0,2-2 1,1 1 172,-1 2 1,1 7-1,-1 2 1,1 4 64,-1 5 1,4 8 0,-1 10 0,0 6-460,-2 6 0,-1 0 0,-2 5 0,-2 2-555,0 1 0,-2-9 0,-3 3 906,0-5 0,-5 2 0,0-6 0</inkml:trace>
  <inkml:trace contextRef="#ctx0" brushRef="#br0" timeOffset="4380">757 1790 7794,'0'-7'1076,"0"1"0,1 4-625,3-1 1,-2 6-1,3 4 1,-1 5-236,-2 4 1,2 5 0,0 2 0,-1 1 0,0 2-215,0 2 0,0 3 1,-3 1-1,0-2 10,0 0 0,0-3 0,0-3-3694,0-5 3682,0 0 0,4-17 0,2 1 0</inkml:trace>
  <inkml:trace contextRef="#ctx0" brushRef="#br0" timeOffset="4645">947 1846 7715,'5'-9'1287,"-2"3"-727,-6-1 1,1 5-1,-5-1 149,0 2 0,2 5 1,-1 3-1,-2 1-378,0 1 0,-2 2 0,2 1 0,1 1-137,0 2 0,2 1 0,-1 3 1,2 0-134,3-1 1,1 1 0,0-1 0,0-1-205,0-1 0,5-5 1,2 2-1,4-2-440,1-2 0,1-4 1,-3-2-1,2-1-637,0-2 1,2 0 0,-2 0-1,0-2-867,0-1 2087,3-2 0,-5-9 0,4 0 0</inkml:trace>
  <inkml:trace contextRef="#ctx0" brushRef="#br0" timeOffset="4895">1070 1960 7794,'9'0'388,"1"0"0,-1-3 0,1-1 223,-1-2 0,-1 3 0,0-3 0,-2-1-351,1-2 0,-1 0 0,-1-2 1,-1 0-105,-2-2 0,-1 0 0,-1 4 90,0-1 1,-1 5-1,-2 2 1,-3 2-80,-3 1 1,0 4 0,-1 4-1,2 3-8,2 5 0,-2 2 0,5 1 0,1 0-236,1 0 0,1-1 1,0 1-12,0 0 0,1-1 0,2-1 0,4-2 0,1-2-1258,1-1 0,4-1 0,0-3 0,-1-2 1346,2-3 0,1-2 0,4-1 0</inkml:trace>
  <inkml:trace contextRef="#ctx0" brushRef="#br0" timeOffset="5229">1268 1951 7715,'0'5'1957,"1"0"0,3-3 1,2 1-2086,2-1 1,3-1 0,0-1 0,2 0-278,-1 0 1,2 0 0,1 0 0,1 0-135,0 0 1,-4 0 0,3-1 0,0-1-244,-1-1 1,-2-4 0,1 1 0,-3-4 781,0-3 0,-1 3 0,-1-3 0,-1 3 0,-4 0 0,-2 4 39,-1 0 1,-1 0 0,-2 0-1,-2 4 1,-3 4 1178,-1 4 1,3 3-1,-4 1 1,-1 3-242,1 3 0,5 2 1,-5 2-922,2 2 0,0 1 1,1 4-1,1-1 1,-1 3-184,2 0 0,1-4 0,4 2 1,0-3-214,0-3 0,0-5 0,1-5-1242,2-3 1,2-5 0,5-6 1581,-1-4 0,1-5 0,-1-3 0</inkml:trace>
  <inkml:trace contextRef="#ctx0" brushRef="#br0" timeOffset="5412">1799 1856 7715,'-7'9'0,"2"1"270,1-1 1,1 1 0,2-1-1,-2 1 574,0-1 1,0 2 0,3 0 0,0 2-400,0-2 0,0 3 0,1-1-987,2-2 1,-1 2 541,5-4 0,-1 7 0,4-5 0</inkml:trace>
  <inkml:trace contextRef="#ctx0" brushRef="#br0" timeOffset="5745">1817 1790 7715,'-9'-6'1600,"3"2"-261,-1 4-1220,5 0 0,-1 0 0,6 0 1,4-1-3,1-2 1,2 2-1,2-3 1,2 0-1271,0-3 1,-1-1-1,2-2 1,-2 1 1152,-1-1 0,-1 1 0,-2 1 32,0 1 0,1 4 412,-1 6 0,-3 4 0,-3 5 0,-1 4-5,1 2 0,-1 1 1,3 0-1,1 1-131,-1 2 1,1-4 0,3 3 0,-2 0 134,-1-1 1,0 0 0,0-1-235,-3-1 0,-2 0 1,-1-1-1,-1-2 1,-2-1-647,-3-3 0,-6 0 0,-2-3 1,0-1-142,-3 0 0,1-4 1,-1 2-1762,0-1 2339,-3 4 0,1-7 0,-5 3 0</inkml:trace>
  <inkml:trace contextRef="#ctx0" brushRef="#br0" timeOffset="6044">1145 2518 7715,'-8'2'294,"2"1"0,1 5 0,5 7 0,0 3 291,0 5 0,2 4 1,1 5-1,3 3-674,2 5 1,2-1 0,-1 1 0,1-3 9,-1-2 0,-2-9 0,-2-2 0,0-6-2382,0-5 741,-3-3 1720,3-9 0,-5-2 0</inkml:trace>
  <inkml:trace contextRef="#ctx0" brushRef="#br0" timeOffset="6242">1155 2708 7715,'0'-33'0,"0"7"0,0-3 0,0 3 60,0 2 1,4 1 0,3 5 0,4 0 260,2-1 0,3 6 1,-1-4-1,1 5-32,0 7 0,-5 3 0,2 2 0,-4 1 25,-2 2 0,-3 3 0,-4 7 0,0 3-24,0 2 0,0 0 1,-1 1-1,-2 1-226,-4 2 0,-1-4 1,-2 3-1,1 0-416,0-1 1,2-3-1,1-1 1,0 0-778,0-1 0,-1 1 0,4-3 1129,1-1 0,1-6 0,1-2 0</inkml:trace>
  <inkml:trace contextRef="#ctx0" brushRef="#br0" timeOffset="6662">1391 2481 8464,'-8'1'979,"2"2"0,2 2 0,4 5 0,0 0-832,0 3 1,4-2 0,2 5 0,4 1-420,2 1 1,0 1 0,4 0 189,0 0 0,-1-5 1,0-1-1,-2-4 1,0-2-468,1-4 0,-4-3 0,2-3 345,-5-4 0,2-8 1,-4-5-1,1-4 1,-1-1 278,0 1 0,-2-2 0,-3 4 1153,0 1 0,-1 9-836,-2 6 0,2 6 1,-3 5-198,3 4 1,2 7-1,1 0 1,3 2 0,-1 0-261,0-2 0,2 0 1,-1-3-1,0-1-1925,2-2 0,-1-4 0,0 0 1990,1-2 0,-3-9 0,5-6 0,-4-8 0</inkml:trace>
  <inkml:trace contextRef="#ctx0" brushRef="#br0" timeOffset="7012">1647 2433 7480,'0'-6'3058,"0"0"-2508,0 4 1,3 5-1,1 6-228,2 2 1,-3 0-1,2 2 1,0 2-155,1-1 1,-4 4-1,2-2 1,-1 2-186,0 1 1,1-3 0,-1-2 0,0 1 170,-1 0 1,-1-7-652,-1 2 0,3-8 1,1-2 214,1-6 1,-1-5 0,1-3 0,0 1 79,0-1 1,2 1 0,1 4 0,1-1 487,0 1 0,-4 4 0,7 1-27,-1 3 0,1 6 0,-4 1 0,0 3 174,-2 4 0,-4 2 1,1 4-1,-2 0-267,-1 0 0,0 1 1,-1-1-1,-2 1-390,-3-2 1,-3-2 0,0-1 0,-2-5-543,-1-2 1,1-6 0,-1 1 0,1-3-202,2-3 0,2-7 0,1-5-1127,-1-3 2094,3-1 0,-5-4 0,4-2 0</inkml:trace>
  <inkml:trace contextRef="#ctx0" brushRef="#br0" timeOffset="7175">1846 2395 7715,'0'7'2285,"0"-1"-1140,0 1 0,1 0 0,1 2-709,1 5 1,3 0-1,-1 1 1,-1 2-687,0 1 0,2 1 1,-1 0-1,0 1-379,2 2 1,-2-4 0,1 2 0,-1-2-2857,0-5 3485,-3-1 0,7-3 0,-4 1 0</inkml:trace>
  <inkml:trace contextRef="#ctx0" brushRef="#br0" timeOffset="7325">1978 2547 7715,'0'9'197,"0"1"1,0-1 672,0 1 1,0-1-1,0 1-592,0-1 0,0-3-682,0 1 0,0-6 0,1-2-2997,3-8 3401,-3 0 0,3-9 0,-4 3 0</inkml:trace>
  <inkml:trace contextRef="#ctx0" brushRef="#br0" timeOffset="7458">1997 2433 6123,'14'0'0,"1"0"0</inkml:trace>
  <inkml:trace contextRef="#ctx0" brushRef="#br0" timeOffset="7608">2120 2424 7715,'-5'8'541,"-2"0"0,2 6 0,1 1 377,0 0 0,1-3 0,3 4 0,0 0-345,0-1 0,2 3 0,3-4 0,6 2-456,2 0 0,0-5 0,3 2 0,1-4-627,1-2 0,-3-3 0,1-4 0,0 0-716,-1 0 1,-2-4 0,-4-4 0,-2-2 1225,-1-3 0,1-4 0,2 3 0</inkml:trace>
  <inkml:trace contextRef="#ctx0" brushRef="#br0" timeOffset="7695">2300 2547 7715,'0'9'747,"0"1"1,0-4 0,0 0 490,0 2 0,0-3-4074,0 1 2836,0-4 0,0 3 0,0-5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0.0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40 7888,'-5'-11'256,"4"3"1,-4 1-1,1 1 107,0 0 0,0 4 216,4 2 1,5 7-1,3 8 1,2 4-481,2 3 0,1 2 0,1 0 0,3 2-749,1 1 0,-4 0 1,1-4-1,0 0-988,0 1 1638,-2-1 0,9 0 0,-4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0.7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116 56 7715,'0'-13'75,"0"-1"658,0-2-389,0 6 0,0 8 1,0 9 129,0 9 0,1 7 0,2 7 0,2 6-84,2 4 0,0 2 0,4 3 1,-2-2-243,-2-4 0,1-3 0,2-3 0,-1-2-23,-1-4 0,-5-4 1,1-3-1002,-3-5 1,-4-7 603,-4-4 1,-1-3-1,-9-1 1,2-1 97,-1-3 1,-4 1 0,1-3-1,0 1 88,0 2 1,5 2-1,-2 1 1,3 0 425,2 0 1,4 1 0,3 3-121,3 4 1,4 2-1,3 2 1,7-1-129,4 1 0,1-1 1,2 1-1,1-2-706,4-2 0,-6-1 0,4-5 0,-1 2 84,0-1 1,1-7-1,-1-3 1,-3-2-904,-3-2 1433,-3 2 0,-2-8 0,1 5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1.3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36 266 7715,'11'-3'33,"1"-1"0,-1-4 1,1 3-1,1-2 273,2-2 0,0-1 0,3-2 0,0 1-7,0-1 0,-3 1 1,3-1-1,-1-1-96,-3-2 1,-6 2 0,-4-3 0,-3 3 6,-1 2 0,-1 3 0,-4 2 1,-6 0 24,-3 4 1,-6 1-1,0 1 1,-3 1 11,-4 3 0,6 4 0,-1 6 0,3 2-22,1 2 1,4 2-1,0 3 1,3 0-85,4 0 0,4-3 0,-1-1 0,3 2-612,1 1 1,2-4 0,5-3 0,6-2-893,4-1 0,6-6 0,5-2 0,2-5 868,2-7 1,-2-2 0,-1-14 0,1-4 494,0-4 0,-9 0 0,1-1 0,-2 0 0,-2 1 0,-9 3 0,-1 1 0,-6 3 277,-2 7 0,-5 8 1,-3 4-1,-3 0 545,-5 4 0,3 2 0,-2 4 0,1 4-182,-2 2 1,5 3 0,-2 2 0,5 5-357,3 1 1,-3 3 0,4-1 0,2 0-277,0 0 1,2 0-1,2-1 1,3-1-713,6-2 0,1-3 1,5 1-1,-1-3-179,4-4 0,-1-6 1,3 0-1,3-4 466,-1-4 0,-3-8 0,-3-7 0,-2-3 417,-1-1 0,-3-2 0,-1 1 0,-2-1 0,-1 3 0,-6 6 0,3-2 0,-1 1 65,0 3 1,0 5-1,-5 2 422,-3 2 0,2 6 1,-3 7-1,1 4 111,1 3 1,-1-1-1,4 6 1,-2 2-389,-1 3 0,1 0 0,-2 2 0,2-1-200,-2 1 0,3-1 1,-5 3-1,3 0 141,-1-4 1,-1-5 0,2-5 0,-2-2 101,-2-1 0,5-9-136,-2-6 0,3-5 1,1-13-1,1-3-76,3-6 0,2-3 0,6-2 1,-1 0-422,1 0 0,0 4 1,1 2-1,1-1-510,1 0 1,1 5 0,-5-1 0,1 5-1119,-1 6 2008,1 7 0,0 3 0,-1 5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1.6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1 102 7715,'0'12'673,"1"-1"-341,3 1 0,-1-2 0,4-2-389,2-4 1,2-3 0,0-1-1,1-1-496,-1-3 0,2-1 1,0-4-1,1 1 291,1-1 0,-5-1 0,5-2 0,-2 0 262,-1 1 0,-1-5 0,0 1 0,-2 2 0,-1 4 0,-6-1 513,2 2 1,-4 3 0,-4 2 304,-4 6 1,-2 5 0,-2 7-1,1 4-315,-1 3 1,1 5 0,-1 2 0,0 0-532,1 4 0,3-1 0,2 0 0,1-1-9,2 1 1,2-4 0,1 0-1,0-5-1015,0-4 1,9-7-1,2-8 1,2-6-1029,0-5 2080,4-6 0,-4-16 0,3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2.0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24 186 9337,'-7'5'1456,"2"3"0,1 2-1074,1 2 1,-1 5-1,4 2 1,0 4-495,0 4 0,1-1 1,2 4-1,0-1-162,0 1 0,0-4 1,-1-1-1,2-3-1551,-1-2 0,-1-11 1205,2-2 0,-3-14 0,3-10 0,-4-8 620,-4-5 0,3-4 0,-3-1 0,3 0 0,1 1 0,0 3 0,0 1 0,0 0-17,0 1 0,0 7 0,1-1 0,3 2 267,4 3 1,0-3-1,2 6 1,3-1 310,0 0 0,3 7 1,1-3-1,1 3-110,3 3 0,-4 0 0,-2 8-96,-2 2 1,-5 6 0,-2 7-204,-1 1 1,-1 0 0,-5 4 0,-3-2 0,-4 2-371,-2-1 0,2-2 0,0 0 1,-1-2-703,-1 0 0,2-5 1,1-1-1496,-2-6 2415,3-3 0,-4-13 0,4-2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2.1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8089,'0'11'903,"0"-2"0,0 2 0,1 1-463,3 1 1,-3 7 0,3 2 0,-2 5-469,-2 2 1,3-2 0,1 3 0,0 0-516,1-1 0,-3-2 0,3 2 0,-1-4-2015,-1-3 2558,1-6 0,-4 6 0,0-4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2.3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1 116 8015,'5'-6'853,"-2"-3"1,4 4-523,2-2 1,2 1 0,0-3 0,1 1-543,0-1 1,4 3 0,2-2 0,2-1 210,-1-1 0,0-2 0,5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2.7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 11 6662,'0'-7'2361,"0"3"-1534,0 8 0,0 8 1,0 8-1,0 6-497,0 5 0,0 3 0,0 2 0,-2 2 0,0 5-502,-2 2 1,-4 3 0,3-1-396,-2 0 0,4 0 1,-4-8-1,2-3 1,2-4-3370,2-4 3936,1-14 0,5-19 0,2-15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3.0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197 12 7715,'-5'-7'620,"-3"4"-82,-2 1 0,2 2 0,1 0 1,-2 2-129,-2 1 0,4 1 1,-1 7-1,-1 1-217,-1 1 1,-2 5-1,0 2 1,1 2-61,-1 1 1,2 1 0,1 2 0,1 1-70,-1-1 1,3-2 0,-1-2 0,2-2-374,2-5 1,2-2-1,2-3-158,3-2 1,3-4 0,4-8 0,2-4 49,3-2 0,-6-2 0,4 1 0,0-2-259,-1-3 1,0 4 0,-1-3 0,-1 5 675,1 2 0,0 1 0,-1-5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3.2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47 151 7715,'12'-4'124,"-1"0"0,-3 1 1,0 3-1,1 0 138,1 0 1,2 0 0,-2-2 0,-1-2 39,-1-3 1,-2 0 0,2 0-1,-3-2-67,0-2 0,-3-4 1,0-1-1,-3 1-4,-3-2 1,-9 8 0,1-1 0,-2 3 164,-2 5 1,1 0 0,-3 4 0,2 3-200,1 6 1,3 4 0,1 5 0,2 3-281,1 2 0,6-3 0,-2 5 0,3-1-571,1 1 0,1-3 0,3 3 0,4-2-399,2-2 1,2-5 0,0-2 1052,4-4 0,-3 0 0,4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3.3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23 7936,'8'0'-47,"-1"0"1,1-4-1,4 0 1,1 2 46,2 1 0,3-5 0,5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3.5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152 1 8188,'-12'16'514,"1"-3"0,-1 4 0,0 0 148,1 2 1,-1 8-1,1 4 1,-1 4-282,0 4 0,1-2 0,0 4 0,2 0-267,2 1 0,4-10 1,-1-2-1,3-7-3323,1-4 3209,0-5 0,0 3 0,0-5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3.7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59 7715,'-5'-17'0,"-2"-1"0,-4-5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4.2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 23 7245,'1'-10'678,"3"2"0,-3 4 0,3 9-186,-3 7 0,-1 1 0,0 6 0,0 3-368,0 4 0,0 2 0,0 4 0,0-1-816,0 1 0,-1 2 0,-2 1-1988,0-1 2680,-1-4 0,-1-2 0,-2-4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4.4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0 7715,'-7'0'235,"-1"0"615,-1 0 0,-1 0-1178,-2 0 0,5 1-1297,4 3 1625,1 3 0,13 4 0,2 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4.5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163 1 8090,'-6'15'470,"-1"1"0,1 4 0,3-1 0,1 3-331,2 2 1,5 0 0,3 2 0,3 2-13,0 2 0,1-4 0,-1 1 0,1-1-30,0 1 1,-6-6-1,-2 4 1,-3-2 14,-1-2 1,-5-4 0,-4-1 0,-5-2-639,-6-3 1,-1-3 0,-3 1 0,0-3-1333,-3-1 1858,2-1 0,-8-9 0,3-2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5.1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267 24 7715,'-12'-5'190,"5"2"0,-1-3 0,-1 1 223,-1 2 1,-2 2-1,0 2 1,-1 3-62,-2 4 0,2 8 1,-2 8-1,2 7-4,1 6 0,4-1 0,2 3-270,1-3 0,1-1 0,4-2 1,1-3-1,3-6-173,4-3 1,2-3 0,0 1-1,-1-3-35,-1-3 0,-5-2 0,1 1 0,-3-1-159,-1 1 1,-1 0-1,-3-2-168,-4-2 1,-6 1 0,-2-5-1,1-2-140,-2-1 0,4-1 0,-2 0 0,2 0 597,1 0 0,6-5 0,-4-6 0,3-7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5.3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21 209 7715,'23'0'123,"0"0"1,-4-1 0,1-2 0,0-2 102,2-1 0,2-3 0,-3-6 0,0-1-33,-2-2 0,-4 2 0,-1-2 0,-4 0-14,-2 0 0,-6 4 0,1-2 0,-7 3 77,-8 2 0,0 4 1,-6 4-1,-2 1 84,-2 2 1,6 5 0,-8 4 0,2 6-138,1 4 0,2 4 0,3 3 0,0 2-161,1 2 0,-1-3 0,6 1-193,2-3 1,-1 6 0,5-5 0,3 2-1,4-1-650,4-3 1,9-4 0,5-3-1,4-5-450,6-5 1,0-7 1250,4-8 0,-3-10 0,8-12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5.5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24 7715,'-5'-10'0,"-3"2"624,-2 4 1,2 3-1,0 3-92,-1 6 1,4 1 0,1 10 0,3 2-336,1 1 0,0 1 0,0 0 0,1 1-547,3-1 1,3-4-1,4-1 1,0 0 71,-4 0 0,4-7 0,-4-1 0,4-2 278,0-2 0,1-3 0,0 2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5.7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 81 7715,'0'12'299,"0"-1"0,0 1 0,0 0 1,0-1 216,0 1 1,0 5 0,0 1-1,-1 1-198,-3 0 0,-1 1 0,-4 3 0,1-1-35,-1-3 1,3 2 0,-1-6 751,2-1-1001,-4-1 0,8-11 1,-3-6-1,4-7 12,4-4 0,2-4 1,6-7-1,1-1-132,2 1 1,-2 1 0,3 1 0,-2-2-638,1-1 1,-2 4-1,3 4-151,-3-2 1,-2 3-1,2 0 1,1 2 0,2 5 873,-2 2 0,-1 6 0,-2-2 0,1 5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6.0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116 125 7715,'5'12'27,"-2"-2"1,4-1-1,-1-2 780,0-2 1,-2-1-471,4-4 1,-2-2 0,2-2 0,-3-5-130,0-5 0,-3 0 0,2-5 0,-3-2 24,-1-1 1,-1 4 0,-3 3 0,-4 3 234,-2 4 1,-2-1-1,1 5 1,-2 3-153,-3 4 1,2 5 0,-4 7 0,1 4-200,3 3 1,1 7 0,2 0 0,0 2 21,3 0 0,3-4 1,5 3-1,2-2-1399,1-2 0,4-8 0,6-6 0,2-7-1051,5-4 1,2-7 2311,1-6 0,5-5 0,2-6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6.1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 1 8410,'-12'5'1137,"6"3"0,0 6-584,1 1 1,4 2-1,-3 0 1,3 5-276,1 4 0,0 2 1,1-2-1,2 2-626,0 2 1,1-5-1,-4 4 1,0-2-1389,0 0 1,-4-4 0,-1-5 1735,-1-1 0,-7 4 0,-5-3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6.2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1 139 7715,'0'-11'685,"1"3"1,2 0 98,1-1 1,5-1-1,-2-2-616,4 1 0,0 3 1,1 0-1,0 1-147,-1 0 0,2-3-21,2 2 0,-2-2 0,4-2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47:36.3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1 7715,'-2'11'0,"0"1"0,-2-1 0,-1-4 0,1-3 0,-2 2 0,-6 1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50:06.1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26 173 7702,'-6'3'78,"1"-1"0,1 1 2265,-1 0-1762,2-1 0,1-2 1,4-1-232,2-1 1,5-1 0,2-2 0,1 2-146,1 0 0,0 0 0,1 2-388,1-1 1,1-1 0,-2 1 0,1 0 0,0 1-683,1 0 1,-3-1-1,2 0 1,-1 0-738,-1 2 0,-3 0 1602,1 2 0,-3 2 0,1 2 0</inkml:trace>
  <inkml:trace contextRef="#ctx0" brushRef="#br0" timeOffset="317">135 19 7860,'4'0'359,"1"0"1,0-2-50,0 0 0,4-2 0,2 2 0,2-1-136,2 1 1,-1 1 0,3-1 0,-1 1 41,0 1 1,-4 1 0,1 2 0,-3 3 30,-3 4 1,0 2-1,-3 2 1,-2 1 5,-1 2 1,-5 2 0,-1 2 0,-4 3-301,-1 1 0,2-2 0,-3-1 128,0-2 1,1 0 0,0-5-1,0-2 1,2-2-1890,1-3 1808,4-5 0,-6 6 0,2-6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50:07.6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196 87 7461,'-4'-6'153,"0"-1"1,0 1 0,-4 0-1,1 1 318,-2 1 0,-2 3 0,1-2 0,-2 3 38,-1 0 0,1 3 1,-4 2-220,0 2 0,2 6 0,3 3 0,0 2 0,0 5-230,1 1 0,3 2 0,3 1 1,2 2-255,3 3 0,2-4 1,4 1-61,2-4 0,1-2 0,3-3 0,2-5-514,2-3 1,2-1-1,0-5 1,0-3 767,0-3 0,4-7 0,-1-3 0</inkml:trace>
  <inkml:trace contextRef="#ctx0" brushRef="#br0" timeOffset="283">260 177 7783,'-15'0'0,"3"3"0,-3 1 0,0 3 782,0 1 0,3 0 0,0 3 0,3 0-241,1 1 0,5 1 0,-1 0 1,3 0-484,1-1 1,5 0-1,3-1 1,3 1 33,2 0 1,-2-6-1,4 0 1,-1-3-196,1-1 1,1-5-1,1-3 1,-2-4-537,-1-2 0,-2-5 0,0-1 0,-2-3 586,-3 0 1,-1 1 0,-4 3 0,-1 1 363,0 3 1,-2 2-1,-1 1-119,-2 4 1,-2 3 0,0 6 0,0 3 133,2 4 0,-1 5 0,3 2 0,0 0-701,1 0 1,1-1 0,0 2 0,1-1-466,1-2 0,2-1 0,3-3 0,1-2-295,0-2 1135,1-4 0,0 3 0,1-2 0</inkml:trace>
  <inkml:trace contextRef="#ctx0" brushRef="#br0" timeOffset="599">408 177 7783,'0'4'367,"-1"1"-244,-1 0 1,1 1 0,-1 3 0,2 1 622,0 2 1,0 4-1,0 2 1,0 3-500,0 2 1,0-1 0,0 0-1,2-3-97,0 1 0,1-5 0,-2-2 1,1-4-51,0-1 0,1-6 1,-1-2-275,2-3 0,-2-6 0,2-3 0,1-4-67,-2-3 0,3-1 1,-3-6-1,2 0-9,-1 1 0,0 0 1,3 1-1,-2 3-55,0 1 0,0 6 294,0 4 0,0 5 0,-1 5 0,-2 5 14,-1 5 0,1 4 1,0 6-1,-1 1 1,0 3 173,-1 4 0,0-4 0,0 1 0,0-3-68,0-1 1,1-4 0,0-2-1,2-4-109,1-3 0,0-3 0,2-2 0</inkml:trace>
  <inkml:trace contextRef="#ctx0" brushRef="#br0" timeOffset="950">600 177 8012,'0'6'383,"0"1"1,-2 0 0,0 1-60,1 0 1,0 4 0,1-2 0,0 3 47,0 2 0,0 2 1,0 2-1,0 0-195,0 0 1,1-4 0,0 0 0,1-1-291,0-1 0,1-4 0,-1-3-79,2-3 1,-3-1 0,2-5-1,-1-4-66,1-3 1,1-5 0,-1-2 0,0-4 49,-1-3 0,3 2 1,-3 1-1,1 1 290,0 1 1,2 2 0,-1 0 236,-1 2 0,1 5 66,-2 6 0,-1 8 0,1 5 0,-1 4-93,-1 4 1,0 0 0,0 4-1,0-1-450,0-1 0,0-1 0,0 0 0,0 1-531,0-2 1,0-4-1,2-1 1,3-2-151,0-5 1,5 1 0,0-4-644,0-3 1482,2-2 0,1-9 0,3-2 0</inkml:trace>
  <inkml:trace contextRef="#ctx0" brushRef="#br0" timeOffset="1182">831 177 7951,'-10'11'289,"-1"-1"1,3 0 0,-1 2 0,0 2 395,1 2 1,-1 2-1,3 2 1,2 0-294,-1 1 1,4-5 0,-1 0-1,4-3-182,2-3 0,4-5 0,1 0 1,1-5-278,2-2 0,0-1 1,1-4-1,-1-3-155,1-3 0,-3 0 1,-1-4-1,-2 0-389,-1 0 0,-2 1 0,-2 2 0,-1 1 166,-1 1 0,-1 1 0,-1 0 0,-2 3-1,-2 1 1,-1 1 0,1 1 0,0 1 28,-1 2 0,1-3 417,2 0 0,-2-3 0,3-2 0</inkml:trace>
  <inkml:trace contextRef="#ctx0" brushRef="#br0" timeOffset="1332">940 68 7783,'0'6'127,"0"2"1,0-1 0,0 3 480,0 0 0,0 1 0,0 4 0,0 3-248,0 2 0,0 1 0,0 3 0,1 1-567,1 2 0,0-3 1,1 1-1,1-3-554,-1-4 1,-1-1 0,2-5 0,-1-1 760,-2-3 0,0-1 0,-1 0 0</inkml:trace>
  <inkml:trace contextRef="#ctx0" brushRef="#br0" timeOffset="1448">921 331 7778,'0'-6'-1,"0"-1"1,0 1 0,0-1 570,0 1 1,1-1-1,1 1 1,3-1-292,3-2 0,0 4 0,3-3 0,3 0-1372,2 1 0,0-1 1093,1 0 0,3-2 0,3-3 0</inkml:trace>
  <inkml:trace contextRef="#ctx0" brushRef="#br0" timeOffset="2216">1383 23 7715,'0'-6'352,"0"-1"501,-3 1-746,2 2 1,-1 5 0,2 5 0,0 4 0,0 3 43,0 2 0,0 0 0,0 4 0,0 1-151,0 0 0,0 2 0,2 1 0,0 1 9,-1 2 1,0-3 0,-1 3-1,0 0-69,0-2 0,-2-7 1,0-3-1,0-4-379,2-2 335,0-3 1,-1-4-1,-1-5 1,0-5 0,1-3-18,0-3 1,2 0 0,0-3 0,2-1 64,1-1 0,1 2 1,3-2-1,1 3 59,1 2 0,-2 5 1,3-3-1,1 4-8,2 4 1,0 2 0,0 5 0,-2 4 118,-1 4 1,-3 1 0,0 6 39,-3 1 0,-3 2 0,-4 3 0,-3-1 0,-1 0 244,-3 1 0,-1-3 0,-2-1 0,-1 0-309,0-3 0,-1-3 0,1-3 0,0-3-615,3-2 0,2-3-391,2 0 0,0-2 0,3-2 192,3-3 1,3 2 724,6-1 0,1-3 0,2-3 0</inkml:trace>
  <inkml:trace contextRef="#ctx0" brushRef="#br0" timeOffset="2549">1595 190 7715,'-5'-1'-527,"-1"0"1,-1-1 977,0 0 0,-3 2 0,2 2 0,-1 0-5,0 2 0,2 1 1,-2 4-1,2 1-279,1 2 1,2 1 0,2-1 0,1 0-13,1-2 0,1 0 0,2 1 0,3-2-392,2-2 0,3-4 0,0-1 0,0-2-40,0-2 0,1-2 0,-1-5 0,1-2 21,0-3 0,-1 0 0,-1-4 0,0 1 192,0-2 1,-4 3 0,0 1 0,-1 2 112,-1 2 1,-1 3 161,-3 6 0,-1 4 1,-1 7-1,-2 4-124,1 3 1,-1 3 0,3 2 0,-2 0-443,2 0 1,0-3 0,2-2 0,1-2-214,2-2 1,4-6 0,2 0 567,0-2 0,0-3 0,3-4 0,0-4 0,0-5 0,0-4 0,-1-3 0</inkml:trace>
  <inkml:trace contextRef="#ctx0" brushRef="#br0" timeOffset="3066">1813 132 7180,'-7'-2'-157,"1"0"0,-1-2 0,-1 1 928,-1 2 0,1 3 0,1 3 0,1 4-235,0 4 1,1 0 0,2 4-1,0 2-396,1 1 0,2 1 1,0 2-1,3-1-270,1-1 1,2-2 0,2-3 0,1-3-493,1-4 0,-1-4 0,2-1 0,0-2 26,1-3 1,2-4 0,-1-6 0,1-2 595,-2-2 0,-1-4 0,-1-4 0,-1 0 0,1-1 0,-3 2 0,1-2 0,-1 0 0,-3 4 0,0 1 0,-3 5 0,1 2 0,0 2 0,-2 6 0,-2 2 456,-3 1 0,0 4 1,-1 1-1,1 3 263,1 1 1,0 2-1,-1 3 1,1 1-456,2 1 0,-3 1 0,3 3 1,0 1-213,-1 2 1,3-4 0,-3 3-100,3-1 1,0 1-1,0-2 1,0-2-1,0-3-1183,3-3 0,1-3 0,4-5 710,0 0 0,3-2 0,-2-6 0,1-4 0,2-4 520,0-4 0,-2-2 0,0 0 0,0-1 0,-3-2 0,1 2 0,-3-2 0,0 1 0,0 2 0,-4 7 0,0 0 0,-2 4 0,-3 2 1,-3 4 0,-1 0 399,-3 4 1,1 1 0,0 4-1,0 0 1,1 1-45,0 3 1,0 0-1,3 1 1,1 2-16,1-1 0,3 1 1,-2 1-1,3 0-34,3-1 0,1-3 0,4-1-688,3-1 1,1-1 0,1-3 0,0-3 0,0-3-446,2-3 1,0-1 0,0-7 0,0-1 825,-3-4 0,-1 2 0,2-10 0,0 2 0</inkml:trace>
  <inkml:trace contextRef="#ctx0" brushRef="#br0" timeOffset="3231">2165 74 7715,'-5'7'273,"0"-1"1,0 1-1,1 0 1,1 2 388,1 4 0,-1 0 0,1 5 1,0 2-572,1 3 0,1 1 1,0 0-1,0 1-369,0 2 0,3-5 0,-1 1 1,0-4-1404,1-2 1,0-6 441,1 0 1239,-1-3 0,-3-4 0,0-2 0</inkml:trace>
  <inkml:trace contextRef="#ctx0" brushRef="#br0" timeOffset="3365">2095 292 7462,'3'-9'-87,"0"0"0,-3 2 0,0 0 1,0 1 534,0 0 1,3 1 0,1 0-1,2-1-351,1 1 1,-1 2 0,1 0-1,1-1-435,1 0 1,2 3 0,-1-2 0,1 1-813,-1 0 1150,-2 0 0,4-4 0,-2-1 0</inkml:trace>
  <inkml:trace contextRef="#ctx0" brushRef="#br0" timeOffset="4199">2281 190 7893,'0'12'0,"0"-1"384,0 0 1,0-2-1,0 1 1,0 2-123,0 0 1,0-1-1,0-1 1,0 2-35,0 0 1,-2 1 0,0-1-1,0-1-71,-1 0 0,1-3 0,-1 0 1,-1-1 724,1 0-981,1-4 0,-1-3 0,3-5 0,0-3-294,0-2 0,1-3 0,1-1 0,2-3-262,2-1 0,1 2 0,1-3 0,1 1 23,1 2 0,-1-3 0,1 3 632,-1 2 0,3-3 0,-1 4 0,2 0 0,2-1 0,0 1 0,-4 3 0,-1 2 0,-1 4-132,-1 1 0,-4 3 254,-1 3 1,-3 1 0,-3 4-1,-2 3 1,-2 1 592,-1 1 1,-1 0 0,1 0-287,-1 2 0,-2 0 0,3 2 0,0-1 1,2 0-61,1-1 1,0-3-1,3 2 1,1-3-372,0-2 0,2-3 0,1-1 33,2-3 0,5-6 1,1-4-1,3-5-557,-1-5 0,0 0 0,0-6 0,-2 1 112,-1 0 1,0 3-1,-1 4 291,-2 3 357,2-2 1,-7 15-1,1 2 1,-2 6-1,0 5 13,0 2 0,0-1 1,-2 3-1,0 1-87,1-2 1,1 0-1,1-2 1,2-1-1202,0 0 0,2-6 1,2 0 571,1-4 0,2-3 0,2-1 0,-1-3 0,1-6 469,0-3 0,-2-4 0,1-2 0,-2 0 0,1 0 0,-5 2 0,0 3 0,-1 2 0,-3 1 0,-4 6 0,-2-1 0,-4 2 581,-1 3 1,2 0 0,-2 1 0,0 1 252,0 1 1,2 2 0,-1 4 0,2 1-485,1 1 0,2 1 1,0 3-1,1 1-174,2 2 1,0-1-1,2 1 1,2 1-593,3 0 1,1-3-1,3-1 1,0-2-602,0-3 0,1-4 0,2-2 415,-1-3 1,1-5 0,0-5 0,0-3 0,-1-6 601,-1-4 0,0 2 0,-2-5 0,-2 2 0,1 1 0,-3 3 0,0 5 0,-3 0 74,-2 3 1,0 6 0,0 0 377,-2 3 1,0 1-1,-2 4 1,-1 3 0,0 0 358,1 2 1,-1 0-1,2 1 1,0 4-488,0 2 0,-1 2 0,2 4 0,0-1-429,-1 0 0,2 1 1,-1 1-1,1 0-275,1 0 1,0-3-1,0-3 1,1-1-53,1-4 0,2-3 1,4-3-1377,1-2 0,1-4 1808,-1-5 0,5-5 0,0-4 0</inkml:trace>
  <inkml:trace contextRef="#ctx0" brushRef="#br0" timeOffset="4364">2807 145 7196,'-9'6'0,"0"1"-4,-1-1 1,-1 1-1,-1 1 1,1 2 824,0 2 1,5-2 0,-1 5 0,0-1-357,2-1 1,3 1-1,1-2 1,3-1-371,4 0 1,1-3-1,4 0 1,1-3-339,2-3 0,1-1 0,1-2 0,0-1 328,1-3-85,-3 0 0,7-5 0,-1 0 0</inkml:trace>
  <inkml:trace contextRef="#ctx0" brushRef="#br0" timeOffset="4915">3179 62 7957,'-3'-4'692,"0"2"1,-2 4-435,1 2 1,3 5 0,-2 2 0,2 4-96,-1 2 1,1 5-1,-1 3-40,1 5 1,-1 3 0,0 1-1,0 0-634,-1-1 1,2-3-1,-2-1 1,1-5-1,-1-4-2173,0-6 2684,-1-3 0,-6-5 0,0 1 0</inkml:trace>
  <inkml:trace contextRef="#ctx0" brushRef="#br0" timeOffset="5248">3096 325 7715,'0'-7'645,"0"1"1,0-1-486,2 1 1,2 2 0,3 0 0,2 1-62,1-1 0,5 2 0,0-2 0,2 1-795,3-1 0,-2 0 0,2-3 0,-1 1 379,-1 0 1,-3-1-1,-1 1 1,-2 1 316,-4 1 0,-2 3 0,-4-1 0,-7 7 0,-6 3 365,-1 4 1,2 3-1,-1 2 1,2 0 645,-1 0 0,4-2 1,-1 2-1,3 0-639,1-1 0,1-2 0,2-4-347,2-1 1,3-3-1,3-4 1,3-2 0,2-3 78,2-3 0,-1-5 1,2-6-1,0-4-655,-2-4 0,-2 2 1,-3 0-1,-1 1-62,-2 1 1,-4 4-1,-1 3 1,-3 3 253,-4 2 1,-1 4 0,-2 1 0,0 1 358,-2-1 0,2 3 0,-1-2 0</inkml:trace>
  <inkml:trace contextRef="#ctx0" brushRef="#br0" timeOffset="6066">940 632 7864,'0'-5'0,"-2"0"398,-3 0 0,2 2 0,-2-1-167,0 2 1,-2 1 0,-2 1 0,1 1 0,0 1 189,0 2 0,0 3 0,-2 3 1,0 3-322,0 0 0,2 4 0,0-1 1,3 1-202,0 0 0,4 0 0,0 3 0,2 0-361,3 1 1,3-2 0,2 1-1,3-3-309,2-3 0,5-3 0,-1-6 0,2-1 406,0-4 1,-1-4 0,2-5 364,-1-4 0,-4-2 0,-1-3 0,-2 1 0,-3 0 27,-3 1 0,-2 1 0,-2 4 146,-2 3 1,-3 3 0,-2 1-1,-3 1 1,-1 2 496,0 3 0,-3 1 0,2 5 1,0-1-249,-1 2 1,2 2 0,1-1-1,2 1-282,0 0 0,2-1 0,3 0 1,1-1-198,1-2 0,3-1 1,2-2-1,3-2-95,0-1 0,2-4 0,3-2-50,-3-3 1,2-2 0,-2-3 0,-2 1 51,0-1 0,-3 0 1,-4 0-1,0 1 111,-2 1 0,-1 2 0,-2 3 0,-3 0 1,-3 1-34,-2 1 0,0 2 0,0 0 0,1 1-312,1 1 1,1 1-1,0 1-146,1 0 1,0 3 61,2-1 468,1-1 0,9 3 0,1-3 0</inkml:trace>
  <inkml:trace contextRef="#ctx0" brushRef="#br0" timeOffset="6899">1171 671 7598,'3'-4'-436,"-2"2"1,1 4 752,-1 3 0,-1 1 0,0 2 1,0 1 481,0 1 0,-1 2 1,0 2-1,-2 1-627,2 2 0,-2-2 0,1 1 0,0 0 21,-1-2 1,2-2-1,-1-2-528,1-1 1,1-5 87,0-6 0,3-4 0,-1-8 0,2-1-18,1-2 1,1-2-1,0-2 1,1 0 126,2 0 1,-4 5 0,3 3 0,-2 1-60,-1 2 1,0 3 223,1 3 1,0 7-1,-2 5 1,-1 4 170,0 1 1,-2 0 0,1 1 0,-1 1-32,-1 0 0,0 0 0,0 0 1,0 0-67,3-2 1,-3-3 0,2-1-165,-1-2 1,1-4-1,1-3-85,1-4 1,-1-5 0,2-1 0,-1-3-114,1-2 0,1 1 0,1-3 236,-1 2 1,0 0-1,1 3 1,-1 1-1,-2 2 302,1 2 1,-3 4-202,2 0 1,0 6 0,0 4 0,-2 3 255,-1 2 1,-1 1-1,1 0 1,0 1 0,1 2-525,0 1 1,-1-3 0,0 0 0,2-2-448,1-1 1,-2-5-1,2-1 1,1-1 12,1-3 0,0-4 0,0-3 626,-2-4 0,2-3 0,-2-1 0,1-1 0,0 0 0,0-1 0,-3 3 0,1-2 0,0 4 0,1 0 0,-1 2 854,-2 1 1,0 5-291,-1 3 1,-2 5 0,-1 5-54,2 2 0,0-1 1,1 5-1,0 0 0,0 1-323,0 1 0,1 1 1,0 1-1,2 0-280,-2 1 1,2-2 0,-1 1 3,-1-2 0,2 1 1,-1-4-1,0-1-845,-1-3 1,1-5-1,0-7 185,-1-5 0,0-3 0,-2-6 0,0-3 580,-1 0 1,-3-2 0,3 0 0,-1-1 224,0 1 0,0 3 0,2-2 1,-2 1 125,2-1 0,0 2 1,1 0-1,1 2 180,1 1 0,1 0 1,2 2-128,-1 1 0,3 1 0,1 2 0,1 3 0,-1 2 164,1 1 0,0 2 1,-2 3-1,0 1-176,-1 2 1,-4 3 0,0 1 0,-1 3-92,-1 2 0,0-1 0,-1 1-119,-1-2 1,1-1 0,-3 0 0,-1-2 0,0-1-769,0-1 0,0-1-2040,0-1 2794,0-2 0,1-4 0,1-4 0</inkml:trace>
  <inkml:trace contextRef="#ctx0" brushRef="#br0" timeOffset="7283">1595 697 7737,'-7'0'541,"1"0"1,0 0 0,1 2 205,1 0-706,2 0 1,0-1 175,4 1 1,1 1 0,2 3 0,-1 0 24,-1 0 0,1-1 0,-1 4 0,0-1-199,2 0 1,-1 0 0,0 2 0,1-1-285,1-1 1,-2-3-1,0-1-56,1-2 0,1 1 1,1-3-1,0-2 152,0-2 1,3-3-1,-4-6 1,1 0 0,-2 0 138,0 0 1,-3 3 0,1 0 1407,0 1-1073,-1 3 1,-2 6 0,0 5 0,0 2-534,0 2 0,0 2 0,0-1-289,0 0 1,0-1 0,0-2 0,1-1-826,1 0 1318,-1-2 0,5-1 0,-3-3 0</inkml:trace>
  <inkml:trace contextRef="#ctx0" brushRef="#br0" timeOffset="7462">1787 607 7737,'0'-7'372,"0"1"193,0 0 1,0 3-1,0 3 20,0 3 0,0 4 0,1 1 0,0 4-297,1 2 1,1 2 0,-1 4 0,0-1-118,-1 3 1,1-4-1,-1 3 1,1 0-462,0 2 0,-1-3 0,0 1 0,2-3-1239,-2-3 0,0-3 0,-1-1-602,3-2 2131,-3-5 0,3-1 0</inkml:trace>
  <inkml:trace contextRef="#ctx0" brushRef="#br0" timeOffset="7815">1781 793 7717,'0'-7'477,"0"1"1,0 0-61,0-1 1,0 3 0,0 0 0,0-1-347,2-1 0,2 2 0,2 0 1,1 0-275,-1 1 1,1 2-1,-1-2 1,1 2-196,-1-1 0,0 1 0,1-1 0,-1 1-17,1 1 0,-1 0 1,0 0 79,1 0 1,-1 0 673,1 0 1,-3 0 0,0 0 0,-2-3-115,0-1 1,-2-2 0,0 0 0,0 0 181,0-1 0,0-1 0,0-1 0,0 1-174,0-2 0,-2 3 1,0-1-1,-3 3-112,-2 0 0,1 4 0,-3-1 1,2 1-25,1 1 0,-1 5 1,1 2-1,1 2 238,1 3 0,3 3 0,-1 1 1,1 1-20,1 0 1,3 0-1,1 2 1,2-2-442,0-2 1,1-4 0,2-3-607,2-1 0,0-1 0,0-2 0,0-4 731,0-4 0,2-7 0,-1-3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50:16.9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32 135 8004,'-3'0'753,"1"0"0,4 0-571,2 0 0,0 0 0,2-1 0,1-1-143,0-2 0,3-3 1,-2-1-1,1-1-104,0-1 1,-3 0-1,1-1 1,-2 0 32,-2 0 0,-1 1 1,-2 2-1,-1 1-88,-1 3 1,-2 1-1,-5 3 1,-2 0 224,-1 0 0,0 4 1,1 2-1,1 4 28,0 2 1,0 4-1,2 1 1,2 1 38,1-1 0,3 2 1,0-2-1,2 1-226,2 1 1,2-2 0,4-2 0,2-2-500,-1 0 0,2-5 0,2-2 0,0-3-230,0-1 1,0-4 0,1-3 782,-1-3 0,1-5 0,-4-3 0</inkml:trace>
  <inkml:trace contextRef="#ctx0" brushRef="#br0" timeOffset="350">186 96 7737,'0'-4'596,"0"0"0,-2 3 0,0 1-449,1 4 1,-2 1 0,1 2-1,0 2 65,1 2 1,1 1-1,0 1 1,0 0-3,0 2 1,0-1 0,0 2 0,0-2-161,0-2 1,0-2 0,1-1 0,1-2-189,3-3 1,-2-3 0,1-2 0,1-4-132,1-6 1,1-3 0,-1-4 0,1-3 55,2-1 1,-2-1-1,2-2 1,0 0 39,-1 2 1,1 4 0,-3 2 0,0 2 92,1 2 0,-4 6 589,0 3 0,-3 5 0,0 9 1,0 4-275,0 2 1,0 1 0,0 4 0,-2 1-216,0 1 0,0-2 1,2 2-1,0-3-290,0-1 0,0-4 0,1-1 0,1-3-163,2-2 0,2-5 1,1-2-1,1-5-964,0-3 0,4-3 1397,-2-4 0,0-3 0,-1 0 0</inkml:trace>
  <inkml:trace contextRef="#ctx0" brushRef="#br0" timeOffset="783">411 26 7995,'-7'-5'0,"1"2"470,0 0 1,-1 1 0,1 2 0,-1 1-108,1 1 0,-1 1 0,2 4 1,0 2 111,0 2 1,4-1 0,-1 2-1,1 2-352,1 0 1,1-1-1,1 0 1,2 0-439,2 2 1,1-3 0,1 0 0,1-1-348,1-1 1,1-5 0,1 1-1,-1-2-49,0-3 0,0-2 0,1-2 0,-1-4 417,0-3 1,-2-1-1,0-3 1,-1-2 293,-3 0 0,0 1 0,1 0 0,-1 0 0,-1 0 0,-2 2 0,0 3 0,-1 0 0,-1 0 0,0 4 202,0 0 0,-2 4 0,-1 2 1,1 5 546,-1 3 0,3-1 1,-3 4-1,1 1-349,0 2 0,-1 1 1,1 1-1,0 0-271,1 1 1,-2 0 0,0 2-1,0-2 71,0 0 0,0-2 0,2-1 0,-1-2 108,0-1 0,2-6-447,0 2 0,0-11 0,3-2 0,1-6-72,2-2 1,2-3 0,1-2 0,-1-1-260,1-1 1,-1 1 0,2 0 0,0 3-163,0-1 1,-2 4 0,1 2-1,-2 2 632,-1 2 0,1 1 0,-1 1 0</inkml:trace>
  <inkml:trace contextRef="#ctx0" brushRef="#br0" timeOffset="932">610 115 7737,'-1'7'0,"-1"-1"583,0 1 0,0-1 0,2 1-365,0-1 0,1 0 1,1-2-535,2-2 1,3-1 0,1-1 0,0-1-386,0-1 0,0-2 1,0-2 700,0 0 0,4-4 0,-2 0 0</inkml:trace>
  <inkml:trace contextRef="#ctx0" brushRef="#br0" timeOffset="1083">712 83 8998,'-6'5'0,"-1"-1"416,1 1 0,0 1 1,-1 2-1,1 2 174,-1 2 1,1-2 0,0 5 0,1 1-476,1 0 1,3 2-1,-2-1 1,3-1-483,0-1 0,0-2 0,0 0 0,3-3-412,1-4 1,2-3 0,2-4 0,1-3-373,1-5 1151,1-2 0,2-5 0,0 0 0</inkml:trace>
  <inkml:trace contextRef="#ctx0" brushRef="#br0" timeOffset="1449">776 109 7737,'-4'1'0,"1"1"954,0 2 0,-2 2 0,3 1 0,-1 2-520,0 1 1,1 5-1,2 2 1,0 3-443,0 1 0,0 0 1,0 4-1,0 0-168,0-1 0,0-3 1,0 0-1,0-3-692,0-3 0,2-5-184,0-1 1,0-8 0,-2-6 0,0-4 1051,0-3 0,-1-4 0,0-1 0,-2-2 0,0-3 0,0 3 0,0-3 0,0 1 0,2 0 0,0 3 0,1-3 0,0 0 114,0 1 1,1 2 0,1 3-1,2 0 132,2 1 1,2 4 0,1 0 0,-1 2 110,2 1 0,-3 4 0,1 1 0,-1 2 34,0 2 1,-3 2 0,0 4 0,-1 2-164,-2 2 1,-1-1 0,-1 4 0,-2 0-88,-1 0 0,0-1 0,-3 2 0,1 0-384,0-2 1,2-2 0,1-3 0,1-1-78,0-3 1,0-3-2476,2-2 2795,3-3 0,0-9 0,4-2 0</inkml:trace>
  <inkml:trace contextRef="#ctx0" brushRef="#br0" timeOffset="1600">873 45 10160,'0'7'320,"0"2"1,0 1 0,0 3-1,0 3-128,0 3 1,0-1-1,0 3 1,0-1-441,0 0 1,0 0-1,0-1 1,0-2-263,0-2 0,0-5 510,0-1 0,0-5 0,0-1 0</inkml:trace>
  <inkml:trace contextRef="#ctx0" brushRef="#br0" timeOffset="1750">860 186 7737,'0'-6'257,"0"-1"1,0 1 130,0-1 1,0 3 0,0 0 0,2-1-243,0-1 0,1 2 0,-1 0 0,2 1-351,-1-1 0,3 3 0,-2-1 0,3 0-239,1 0 0,-1 1 0,2-1 0,-1 1-955,0 1 1399,-1 0 0,5 3 0,-2 1 0</inkml:trace>
  <inkml:trace contextRef="#ctx0" brushRef="#br0" timeOffset="1895">982 122 5998,'-5'0'1102,"2"1"-369,0 1 1,-1 1 0,2 4-1,0 1-895,1 1 0,1 2 0,0-2 0,0 1-404,0 1 0,0-2 0,1 0 0,1-3-663,3-1 1229,-3-2 0,4-6 0,-2-1 0</inkml:trace>
  <inkml:trace contextRef="#ctx0" brushRef="#br0" timeOffset="2216">1001 90 7656,'-3'-7'-81,"2"1"1,-2 0-1,1 1 435,0 1 844,0 3 1,2-2-1411,0 6 0,1-1 0,0 3 0,2 0-815,1 0 1,0-2 0,2 1 1026,1-1 0,-1-1 0,1-2 0,-1 0 0,0 0 0,1 0 0,-1 0 0,1 0 0,-4 1 0,-1 1 845,-1 2 1,-1 2 0,-1 2 0,0 1-100,-1 1 1,-1-1 0,1 1-1,0 0-485,1 0 1,0-4-353,1 3 1,3-6 0,1 0 52,2-3 0,0-5 0,-1-3 0,-2-1-382,0-1 0,0 2 0,-2-2 0,2 0-41,-2 3 0,-1-1 1,-2 3-1,-2 0-243,1 1 0,-3 1 0,2 0-396,-2 0 1100,2 1 0,-1-1 0,1-1 0</inkml:trace>
  <inkml:trace contextRef="#ctx0" brushRef="#br0" timeOffset="2517">1104 103 8135,'0'6'753,"0"0"1,0 1-390,0-1 0,0 1 0,0-1 1,0 1-186,0-1 1,0 0 0,0 1-1,0 0-153,0 1 0,0 0 1,0 0-1,0 0-168,0 1 0,0-4 0,0 1-151,0 0 1,0-3-1,2-3 111,0-3 1,0-2 0,-1-6 0,0-1 16,1-2 1,1 0-1,-2-1 1,2 2 174,1 0 0,0 0 0,3 0 118,-1 0 1,-2 5-1,1 3 1,0 1-121,0 3 1,0 1 0,-1 3 0,1 3 171,0 4 1,0 3 0,-1 1-95,1 1 1,0 1-1,0-1 1,-1-2-911,1 1 1,1 0 0,0-4 0,1-4 823,-1-3 0,1-2 0,-1-1 0</inkml:trace>
  <inkml:trace contextRef="#ctx0" brushRef="#br0" timeOffset="2733">1392 39 7737,'-1'-6'1403,"-1"2"0,2 1 0,-3 6-1041,3 4 0,0 1 1,0 4-1,0 2-333,0 2 1,0-1 0,0 2 0,0 1-3,0 3 1,0-3 0,0-1 0,0-1-2304,0-2 1,0-4 779,0 0 0,0-5 1496,0-5 0,3-3 0,0-4 0</inkml:trace>
  <inkml:trace contextRef="#ctx0" brushRef="#br0" timeOffset="3253">1495 90 8143,'0'-4'1187,"0"-1"1,-1 4-1,-1-1-959,-2 1 1,0 1 0,0 1-233,-1 1 0,-1 1 1,0 4-1,-1-1-12,1 1 1,2 0 0,-1 1-1,1 1 90,0 1 0,-1-2 0,3 2 0,1 0-12,0-2 1,1-1 0,0-1 0,0 0-247,0 1 1,1-4 0,1 0-309,2-3 1,2 0 0,0 0 0,1 0-339,-1-3 1,1 0 0,-1-4 0,1 2 829,-1 0 0,0 0 0,0 1 0,-1-2 0,-1-1 0,1 2 0,1 0 0,0 0-69,1 0 0,-3 2 0,0-1 608,1 1 1,1 1 101,0 2 1,1-2 0,-1 0-357,1 1 0,-1 0 1,1 1-1,-1-1-232,0-1 0,1 1 0,-1-3 0,0 0-120,-2 1 0,1-1 0,-3-3-71,0 1 1,-2-1 0,0 2 0,-2 0 107,-3 0 1,0 2 0,-2-1 0,1 1 146,-1 3 1,1 0 0,0 0-1,-1 0 47,1 3 0,1 1 1,2 4-1,0 1 274,2 1 1,-2 1 0,1 1-1,0 1-312,1 0 0,1-2 0,0 0 0,1 0-677,1 1 0,0-2 1,1-1-1,1-3-1356,-1-2 1907,2-1 0,1-3 0,1 0 0</inkml:trace>
  <inkml:trace contextRef="#ctx0" brushRef="#br0" timeOffset="3549">1636 122 7737,'0'4'1839,"0"0"1,1-1-1619,1 1 1,-1-3 0,3 1 0,1-1-22,1-1 0,3 0 1,0 0-1,0 0-1083,0 0 1,3 0-1,-2-1 1,1 0 161,-1-1 0,-1-3 0,1 1 0,0-2 721,0-1 0,-4 0 0,2 0 0,0-2 33,-1 1 0,-2-1 0,-2 0 800,0 1 0,-1 4 1,-4 3 80,-3 2 0,2 3 1,-1 5-1,-1 2-501,-1 1 1,-1 1-1,0 2-437,0 2 1,-2 2-1,4 0 1,0 0-1,0 1-825,1-1 1,1-2 0,1-1-831,0 0 1,0-2 1678,2-3 0,3-2 0,1-2 0</inkml:trace>
  <inkml:trace contextRef="#ctx0" brushRef="#br0" timeOffset="3705">1835 237 7737,'-1'7'0,"0"-1"159,-2 1 1,-1-1-29,2 0 1,-1-2-132,1-2 0,1-1 0,-2-1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50:30.3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33 179 7915,'8'0'-15,"0"-1"0,0-1 200,0 0 0,3-5 1,1 2-1,0-2 1,0-1 71,1-1 0,-2 0 0,0 0 0,-1-3-121,-2-1 1,-5 2 0,2-2 0,-2-1-97,-1 2 0,-5-1 1,-3 4-1,-4 0 17,-3 2 1,0 4 0,-1 0 0,0 2-13,-1 1 1,-1 5-1,2 3 1,1 6-79,2 4 1,0 0 0,4 3 0,0 2-50,2 0 0,3 4 1,-1 0-1,2 1-250,1 0 1,7-5 0,2 2-125,2-1 0,3-3 0,2-8 1,0-3-1,2-4 118,1-3 0,-2-3 0,1-4 0,-4-4 338,-3-4 0,-2-7 0,3-2 0,0-3 0</inkml:trace>
  <inkml:trace contextRef="#ctx0" brushRef="#br0" timeOffset="348">195 147 7846,'3'-6'597,"0"1"-423,-1 3 1,-2 0-1,-2 7 1,-1 4-46,1 2 1,1 3 0,1 2 0,0 0-37,0 1 1,0 2 0,0 0 0,0 0 24,0 0 1,0-1 0,0 1 0,0-3 65,0-3 1,1-1-282,2-4 1,-1-3 0,2-4 0,1-6 26,-1-6 0,-1-4 0,1-4 0,1-3 24,0-1 1,0-2 0,2-1 0,0 1 27,1 2 0,-1 1 1,4 1-1,-2 4 105,-1 3 1,-3 7-1,1 3 6,0 5 0,-2 8 0,-2 6 1,-1 4-10,-1 2 0,0 0 0,0 4 0,0-1-124,0 0 1,1-2-1,1-1 1,1-1-882,2-2 0,0-1 0,4-3 662,-1-3 1,1-1 0,1-7 0,0-3 0,1-5 258,1-6 0,-3-7 0,6-6 0,-2-5 0</inkml:trace>
  <inkml:trace contextRef="#ctx0" brushRef="#br0" timeOffset="563">471 155 7915,'-5'0'138,"0"0"1,-1 1 0,-2 2 0,1 5 0,1 5 473,0 2 1,3 2 0,-1 2 0,0 0-455,3 2 1,1-3 0,1 0 0,3-3-180,0-4 1,2-3 0,3-3-1,1-2 63,1-2 0,-1-5 0,-1-2 0,-1-4-338,0-4 0,-1-1 0,-1-1 1,-1-1 10,-2 1 0,0 0 0,-4 1 0,-1 1-138,0 3 1,-5 2-1,2 1-419,-2 0 0,-1 3 842,0 3 0,-1 1 0,5 4 0,0 2 0</inkml:trace>
  <inkml:trace contextRef="#ctx0" brushRef="#br0" timeOffset="915">536 122 7518,'-3'-4'181,"2"-1"1,-3 3 65,1 0 1,2 0 0,-2 5 0,2 2 76,1 2 1,0 5 0,0 2 0,1 4-150,2 0 1,-1 2 0,3-2 0,1 2-134,2 1 1,-3-3-1,0 0 1,2-3-110,0-1 1,1-7 0,0 0-9,0-2 1,-2-7 0,-2-6 0,1-6-23,-1-4 0,-1-2 1,1-4-1,0 2-67,-2 0 0,1 7 0,0-2-13,-1 2 1,0 4 0,0 2-90,0 3 0,1 8 1,-3 1-1,0 5-23,0 3 1,1 4 0,1-3 0,1 1-6,2-2 0,-2-2 1,2-2 293,1-2 0,2-1 0,0-4 0</inkml:trace>
  <inkml:trace contextRef="#ctx0" brushRef="#br0" timeOffset="1180">731 155 7915,'0'-8'280,"-1"0"1,-1 3 40,-4 2 1,-1 2-1,-1 1 1,0 1-114,0 2 0,2 1 1,2 2-1,-1-1-185,1 2 1,2 0-1,-1 1-145,2 0 0,4 0 0,1-1 0,0 0 1,3-2 0,0-2 1,1 2-1,-1 2-3,-1 0 1,1 1 0,-3 0-1,2 1 237,-1 2 0,-3 2 0,1 4 0,-2 3 546,-1 4 0,-4-1 0,-2 4 0,-1 1-441,-1 0 0,-3-5 0,0 0 1,2-5-350,0-3 0,0-9 0,1-1 0,1-6-517,2-5 1,1-8 0,4-5 0,0-4-557,0-4 0,4-1 1,1-2 1203,2-1 0,1-1 0,1 5 0,2-8 0,2 2 0</inkml:trace>
  <inkml:trace contextRef="#ctx0" brushRef="#br0" timeOffset="1464">821 0 8197,'2'9'0,"1"-1"437,-1 0 0,0 3 1,0 3-1,0 2-33,0 3 0,-1 0 0,-1 4 0,0 0-135,0 0 0,0 0 0,0 2 0,0 1-154,0-3 1,1-1 0,1 0 0,0-3-169,0-2 1,-1-4-1,0 0-476,2-1 1,1-6 451,4-6 0,-3-7 0,-2-7 0,0-1-67,0-1 0,2-2 0,-1 1 0,0 0 207,-1 2 0,3 4 0,-3 1 71,2 4 0,-3 2 1,3 5-1,-2 2-386,-1 2 1,2 3 0,-1 3 0,-2 3-11,0 1 0,0 0 0,1-1 0,1-3-1604,-1-2 1866,-2-5 0,4-7 0,1-6 0</inkml:trace>
  <inkml:trace contextRef="#ctx0" brushRef="#br0" timeOffset="1659">1008 57 7915,'3'-4'213,"-1"-3"1,3 5 388,2 0 0,-3 5 0,2 3 1,-1 5-168,0 5 1,2 4-1,-3 5 1,2 2-23,-1 3 1,-3 2-1,1 3 1,-2 1-203,-1 1 1,0-3 0,0 1 0,-1-1-1497,-2-2 1,-2-8 0,-3-4 1284,0-1 0,-4-4 0,0-3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50:22.7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179 155 7737,'0'-10'498,"0"2"-201,0 1 1,-1-1-1,-2 1 1,-2 2 34,-2 2 1,-2 2-1,-1 2 1,-2 3-37,-1 4 0,0 4 1,-3 7-1,-1 5 10,1 5 0,3 1 1,0 8-170,1 1 0,2-1 0,5 0 1,2-3-179,2-1 1,5 2 0,3-9 0,5-3-458,4-4 0,3-2 1,0-7-1,3-2 84,1-3 1,4-3 0,1-7 0,-1-5-1,0-6 414,-1-6 0,-2-6 0,4-2 0</inkml:trace>
  <inkml:trace contextRef="#ctx0" brushRef="#br0" timeOffset="209">374 220 8233,'-8'-3'490,"0"1"1,-1-1-1,2 4 1,1 1-230,1 4 1,-1 5 0,-1 3 0,1 4 106,0 4 0,3 2 0,-1 3 0,0 3-240,3 2 1,0-5 0,1-3 0,1-1-733,1-4 1,0-6 0,3 0 0,2-6-327,0-4 0,1-4 0,0-5 0,0-4 930,0-5 0,-3-5 0,6-1 0,-2-3 0</inkml:trace>
  <inkml:trace contextRef="#ctx0" brushRef="#br0" timeOffset="417">390 236 7669,'0'-12'-422,"0"3"1076,0-1 1,-1 8 0,-1 6 0,0 7-155,0 5 0,1 7 1,1 0-1,0 4-307,0-1 0,1 2 1,2-2-1,1-1-152,1 0 1,2-6 0,-2 2 0,2-6-8,2-4 1,-1-4-1,0-3 1,-1-1-159,-2-4 1,3-6 0,-4-8 0,2-3 15,-1-3 1,-3-3 0,1 0-1,0-2-176,0-1 1,0 4-1,-1-2 1,1 1 39,-1 4 0,1 5 0,1 2 0,1 3-664,1 2 0,-2 1 1,2 4 358,0 2 1,4 0 548,1 1 0,3-4 0,-1 0 0</inkml:trace>
  <inkml:trace contextRef="#ctx0" brushRef="#br0" timeOffset="632">593 228 7847,'-1'8'-541,"-1"1"0,-1 1 919,-2 1 0,1 3 0,-3 0 0,3 1 296,0 2 0,2-2 1,2-1-1,0-1-230,0-1 1,1-2-1,1-2 1,5-2-417,3-1 1,-1-3 0,2 0-1,0-4-4,0-3 0,0-3 1,-3-3-1,0-3-231,0-1 0,-1-2 1,-1-1-1,-4-2-102,-1-1 1,-1 3 0,0-1 0,-1 2-239,-1 1 1,0 3 0,-3 2 0,-1 2 138,2 1 1,-3 3-1,4 0 1,-1 1 407,0-1 0,-2 0 0,2-3 0</inkml:trace>
  <inkml:trace contextRef="#ctx0" brushRef="#br0" timeOffset="792">804 57 7847,'0'12'0,"0"-2"0,0 4 0,0 0 307,0 1 0,1 4 0,1 1 0,1 6 308,-1 2 0,-2-1 1,0 4-1,0 1-996,0-2 1,0-2 0,0-2 0,0-3-641,0-1 1,0-4 1020,0 1 0,-7-9 0,-2-3 0</inkml:trace>
  <inkml:trace contextRef="#ctx0" brushRef="#br0" timeOffset="948">739 342 7847,'0'-8'0,"0"0"169,0-1 1,3 4 0,1 0 0,0-2 262,2 0 1,3 2-1,1-1 1,1-1-842,2-3 1,1 1 0,4-2 408,1 2 0,4-3 0,-2 0 0</inkml:trace>
  <inkml:trace contextRef="#ctx0" brushRef="#br0" timeOffset="1419">1227 74 8066,'0'-4'713,"0"4"0,1 5 0,0 6 0,3 7-577,1 5 0,0 6 0,2 6-205,-1 3 1,0 4 0,-3 2 0,-1-3-1,1-2-310,0-4 1,-1-9 0,-2-5-1,0-6-340,0-4 0,-2-7 0,-2-6 0,0-7 719,1-5 0,-7-4 0,1-7 0</inkml:trace>
  <inkml:trace contextRef="#ctx0" brushRef="#br0" timeOffset="1632">1259 74 7915,'6'-16'27,"-2"3"1,1 2 130,-1 2 1,2 2 0,2 1 302,0 4 0,-3 2 1,0 2-52,-2 4 1,0 4 0,-3 1 0,-1 2-168,-2 2 0,-1 0 0,-3 1 0,-1 0-376,0 1 1,4 0-1,-5 0 1,1 0 16,1-2 0,1 0 0,-2 0 0,1-1-3973,1-3 4089,3-2 0,-1-1 0,0 0 0</inkml:trace>
  <inkml:trace contextRef="#ctx0" brushRef="#br0" timeOffset="1866">1430 196 7915,'12'0'265,"-1"0"0,-1 0 0,0 0 1,1-1-12,-1-2 0,0-2 0,-1-3 0,0-1-16,-2-2 1,-2-1 0,1-4 0,-3-1-93,-3 1 1,0 2 0,-3-1-1,-3 1-137,-1 2 0,-2 2 0,-1 3 0,-1 1 155,-2 4 1,0 3 0,0 3-1,2 5 6,2 3 1,1 5 0,0 4-1,-1 1-177,1 3 1,3-4 0,0 4-1,2-1 36,1-1 0,1-1 0,2 2 0,2-3-1060,2-2 1,3-5 0,3-4 0,3-4 171,1-3 0,1-4 0,0-5 859,-3-8 0,2-5 0,-2-5 0</inkml:trace>
  <inkml:trace contextRef="#ctx0" brushRef="#br0" timeOffset="2283">1576 106 7915,'0'6'411,"0"-1"40,0 1 0,0 0 0,0 1 1,0 3-249,0 2 1,0 2 0,0 5 0,0 3-71,0 1 1,-3 2 0,0-1-1,-2 0-167,-1 1 1,1-7 0,1-3 0,-1-2 46,1-3 0,1-5 1,-1-3-1,0-4-140,2-3 0,1-6 0,1-3 0,1-2-63,2-3 1,0 1 0,4-3 0,-2 0-173,1 1 0,3 1 0,1-1 0,0 1-77,0 1 0,2 4 0,0-3 0,0 1 439,3 2 0,0 2 0,1-1 0,1 1 0,-1 3 0,1-1 0,0 1 0,0-1-236,-1 0 0,-8 5 0,0-2 265,-1 2 0,-4 0 587,-3 2 1,-4 1-1,-4 3 1,0 1-115,0 4 1,2 4-1,1 4-86,-1 1 1,1 4-1,1 2 1,0 2-1,1 3-149,0 2 1,2 2-1,-2 5 1,2 1-332,1 1 0,0-6 0,0 2 0,0-2-928,0-3 1,3-3-1,0-7 1,-1-4-393,2-3 0,-3-6 1384,2-5 0,-6-8 0,-2-4 0</inkml:trace>
  <inkml:trace contextRef="#ctx0" brushRef="#br0" timeOffset="2493">1698 350 8039,'0'-15'0,"0"1"273,0 3 1,0 2 0,0 1 0,0 0-142,0 0 1,1 2-1,1 1 1,4 0-32,1 0 0,1-1 0,0 3 0,0 1-161,1 1 0,0 1 0,0 0 60,2 0 0,0 8 0,-3 1 0</inkml:trace>
  <inkml:trace contextRef="#ctx0" brushRef="#br0" timeOffset="2998">1885 309 7915,'5'-1'93,"0"-1"174,2-4 1,-3 2 0,2-2 0,0-1 23,1-3 0,1 0 1,0-3-1,-2-2-232,-1 0 1,0 1-1,0 1 1,-2-1 45,-2 2 1,-1 0 0,-1 5 0,-2 0 62,-2 2 1,-5 3 0,-2 0-1,-1 4-36,-1 4 1,1 2 0,1 3 0,0 3-69,2 4 1,1 3 0,1 2-1,1 1-166,1 0 1,0-4 0,3 3 0,2-1-216,0-1 1,4-6-1,3 1 1,2-4-423,3-2 1,1-5 0,4-2 0,2-3 315,1-3 1,-2-2 0,2-6 0,-2-3 422,-1-4 0,0-1 0,1-5 0,-2-1 0,-2 0 0,0-1 0,-3 0 0,0 1 0,-3 2 0,-2 7 0,-6 4 386,-2 4 1,-2 5 0,-5 3 0,-2 1 542,-1 1 1,1 3-1,-3 4 1,3 1-540,0 1 0,1 3 0,3 0 0,0 2-249,0 3 1,2-4 0,2 3 0,0 1-52,2 1 1,1-1 0,2 1-620,2-3 0,2 1 0,6-5 0,2-2-281,0-2 1,4-5 0,-2-4 0,1-2 0,2-3 809,0-6 0,-1-4 0,-2-4 0,-1-4 0,0-3 0,-3 0 0,1-3 0,0 0 0,-2 0 0,-4 6 0,-1-1 0,-1 4-527,-3 1 1,-1 7 1185,-2 4 0,-2 4 0,-2 7 0,1 3-51,2 4 1,-3 1 0,3 4 0,2 3-372,0 2 0,1 2 0,0 2 0,0 1-447,0-1 1,0 1 0,0 0-1,0 1-397,0-3 1,2-3 0,1 0-1,-1-2-1809,-1-3 2416,-1-4 0,0 1 0,0-4 0</inkml:trace>
  <inkml:trace contextRef="#ctx0" brushRef="#br0" timeOffset="3176">2112 399 7915,'0'-9'-46,"1"1"-19,2 0 1,-2 3-1,5-1-25,0 0 1,1-1 0,2-1 0,1 0-825,1 0 914,0-1 0,1-2 0,0-2 0</inkml:trace>
  <inkml:trace contextRef="#ctx0" brushRef="#br0" timeOffset="3338">2315 114 7915,'-3'6'0,"0"-1"288,-2 1 1,3 2-1,-3 1 1,1 2-16,-1 6 1,2 0 0,-1 5-1,-1 1-700,1 3 0,2 0 0,-1 2 1,1-2-354,0-2 1,1-8 0,-2 0 779,2-4 0,1-1 0,0-3 0</inkml:trace>
  <inkml:trace contextRef="#ctx0" brushRef="#br0" timeOffset="3496">2323 326 7915,'8'-9'194,"1"1"-81,2 0 1,-4 3 0,2-1 0,0 0-188,0-1 1,-1 1-1,3 2 1,-2-1-933,-1 1 1,0 1 1005,0-2 0,0-1 0,0-2 0</inkml:trace>
  <inkml:trace contextRef="#ctx0" brushRef="#br0" timeOffset="3658">2469 171 8228,'-3'11'0,"-3"0"492,-1-1 0,-1 3 0,1 4 0,0 4 178,2 5 0,2 1 0,-1 2 0,-1 2-659,1 1 1,2-3 0,-1 0 0,2-2-777,1-3 1,1-3-1,1-6 1,2-2 764,0-2 0,-2-5 0,2-3 0</inkml:trace>
  <inkml:trace contextRef="#ctx0" brushRef="#br0" timeOffset="4131">1145 642 7915,'-7'-8'504,"2"-2"0,-6 1 0,1 3-419,-1 1 1,2 3-1,-2 2 1,2 1 181,1 5 0,0 4 0,1 9 0,1 3-53,4 5 0,1-1 0,1 3-174,0-1 1,0 0 0,1-2 0,1-4 0,4-1-89,1-3 1,1-2-1,0-2 1,0-3 11,-3-2 0,1-1 0,-3 0 59,-1 0 1,-1 0 0,-2 0-1,-2 0 1,-2 1-103,-3-1 1,0 0-1,0-1 1,-1-1-405,-2 0 1,5-4 0,-2 0-297,1-1 1,3-2 0,1-1-1,3-4 779,0-1 0,3-5 0,2 0 0</inkml:trace>
  <inkml:trace contextRef="#ctx0" brushRef="#br0" timeOffset="4381">1251 870 7915,'9'-6'179,"1"2"1,1-1 289,-1 1 0,0-2 0,1-3-175,2-2 0,-4 2 0,-1-1 0,-1 0-83,-3-1 0,0 1 0,-4-3 1,0 1-13,0-1 0,-4 2 1,-1-1-1,-4 3-193,-1 1 0,0 5 0,-4-2 0,0 3 30,-2 6 0,3 2 0,0 10 0,1 2 25,-1 2 0,5 1 0,-1 4 1,1-1-65,1 0 0,5 1 0,-1-2 0,2 0-350,1-2 1,4-3 0,2 1 0,4-2-710,3-4 0,4-4 0,1-4 0,2-3 1062,0-2 0,-2-4 0,2-4 0</inkml:trace>
  <inkml:trace contextRef="#ctx0" brushRef="#br0" timeOffset="4564">1503 748 8239,'-13'-3'420,"2"0"1,0 1 0,0 2-1,0 1-250,-1 1 0,2 4 0,-1 4 0,0 2 90,1 4 0,6-2 0,-2 6 1,2 0-175,2 1 0,0-1 1,4-1-1,2-2-494,3 0 0,0-2 0,4-1 1,1-4 17,2-1 1,-2-3 0,2-2 0,0 0-1104,2-2 1493,0-1 0,0-5 0,0 0 0</inkml:trace>
  <inkml:trace contextRef="#ctx0" brushRef="#br0" timeOffset="4898">1617 797 7915,'-4'-8'470,"-1"3"1,-3 1-46,0 1 0,0 2 0,1-1-128,1 4 1,0 2 0,3 4-1,2 2-21,0 0 1,1 2 0,1 3 0,1-2-316,4 1 0,-1-2 0,2 0 0,2-1-178,0 0 0,1-1 0,0-4 1,1-2-75,-1 0 0,0-1 0,0-3 0,1 0 118,-1 0 0,-1-5 1,-2-2-1,-1-4 65,0-2 1,-5 3 0,3-4-1,-1 1 345,-1 0 0,1 1 1,-3 4 733,0 0-775,0 3 1,0 5 0,0 7-1,0 2 1,0 3 69,0 0 0,1-1 0,1 2 0,1-1-1885,-2 1 1,3-3 0,0 0-402,0-4 2020,2-2 0,2-1 0,0 2 0</inkml:trace>
  <inkml:trace contextRef="#ctx0" brushRef="#br0" timeOffset="5114">1795 837 7915,'5'-3'487,"-2"2"0,0-2 0,0 6-83,-1 2 1,-2 2-1,1 1 1,1 1-185,1 2 1,0 2-1,-3 2 1,0 0-34,0-2 1,0 0-1,0 0 1,0-2 127,0-2-511,0-1 0,1-4 0,0-5 0,2-6 67,-1-6 0,2-3 0,1-2 1,0-2-183,1-1 1,-2 2-1,3-1 1,-2 0-487,1 2 0,1 3 0,2 3-261,2 0 0,-2 4 1058,2 2 0,-2 8 0,-1-1 0</inkml:trace>
  <inkml:trace contextRef="#ctx0" brushRef="#br0" timeOffset="5347">1998 845 7915,'3'6'0,"1"-2"198,0 0 0,2 1 1,2-2 55,0-1 1,0-2-1,0-3 1,0-2-23,0-3 0,-2-3 0,-2-2 0,0 0-119,-2-1 1,-1 3 0,-1-1 0,0-1 87,0 0 1,-4 3 0,-1 0-1,-4 4 1,-1 3 0,-3 3 1,-2 0-1,0 3 47,2 3 0,3 5 0,-2 5 0,1 3-50,0 1 0,3-1 0,4 3 0,0 0-6,2 2 1,1 0-1,1 0 1,1-2-1420,2 0 1,2-7 0,5 1 0,2-4-700,1-2 1,-3-4 1924,4-4 0,-4-4 0,2-3 0</inkml:trace>
  <inkml:trace contextRef="#ctx0" brushRef="#br0" timeOffset="5531">2136 870 6771,'-8'0'2324,"0"1"-1487,0 1 1,1 3 0,0 3 0,2 1-473,-1 2 0,-1 5 1,-1 5-1,3 1-818,2 3 1,2-3 0,1 5 0,0-1-396,0-2 1,0-3 0,0-3-1,1-4 436,2-3 412,-2-5 0,6 1 0,-2-3 0</inkml:trace>
  <inkml:trace contextRef="#ctx0" brushRef="#br0" timeOffset="6280">2380 626 7915,'-5'0'356,"-1"0"0,4 1 0,0 3 61,1 4 1,1 3-1,0 7 1,0 1-254,0 2 0,0 6 0,0 2 0,0 1 17,0 0 0,-1-1 1,-1 0-1,-2-2-265,0-1 1,2-8 0,-1-3-1,0-2-342,0-3 0,0-6 104,3-4 1,3-7 0,2-7 0,1-1 109,3-1 1,2-1 0,0 0 0,2-2 60,3 1 0,0 6 0,0-4 0,0 4 162,1 2 0,-4 4 0,0 4 1,-1 1 265,1 1 0,-6 4 1,0 4-1,-2 5 169,-3 2 1,-5 3 0,-2 0-1,-4 1 41,-1-1 0,-3 0 0,-4 0 1,-1 2-287,-1 0 1,-1-4 0,3-1-1,0-2-633,1-3 0,3-1 0,-1-2-690,3-2 0,7-2 0,4-6-337,4-2 1,6-6 1458,1-2 0,7-3 0,-1 0 0</inkml:trace>
  <inkml:trace contextRef="#ctx0" brushRef="#br0" timeOffset="6564">2567 821 9736,'-8'3'460,"0"-1"0,2 5 1,2-1-1,-1 3-217,1 2 1,2 3-1,-1 0 1,2 1-226,1 1 0,5 1 0,2-1 0,4-1-329,1-1 0,-1-2 0,2-5 1,0-2 59,-1-2 0,2-2 0,1-3 0,0-3 65,-2-6 0,-3-5 0,1-2 0,-2-2 57,-1 0 1,-3 1 0,0-1 0,-2 2 322,-1 3 0,-1 4 160,-1 0 1,0 9-1,0 6 1,0 5-426,0 4 0,0 3 0,0 3 0,0 0-476,0 2 0,4 0 0,1 1 0,2-3-34,2-2 0,-4-5 1,1-2 580,3-3 0,-1-7 0,4-5 0</inkml:trace>
  <inkml:trace contextRef="#ctx0" brushRef="#br0" timeOffset="6793">2859 715 7915,'0'-11'-356,"-1"2"263,-1-2 1,1 7-1,-2 7 934,2 7 1,2 8 0,1 4-1,1 1-590,2 1 0,-2 1 0,2-1 0,1 1-501,2 2 0,-3-3 0,0 1 0,1 0-276,-2-3 0,3-2 0,-5 0 1,0-2-1798,-1-3 2323,-1-4 0,0 1 0,0-4 0</inkml:trace>
  <inkml:trace contextRef="#ctx0" brushRef="#br0" timeOffset="6988">2802 959 7915,'0'-8'1504,"1"0"0,2 1-1355,2 1 1,6 0 0,3 2-1,1 0-233,1-3 0,4 0 1,2-1 83,1 0 0,2 0 0,-1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53:16.7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25 386 7721,'-8'0'83,"0"0"1,3 0-1,1 0 226,8 0 0,10-2 1,6-1-1,2-5-335,1-3 1,4 1 0,2 1 0,-1 1-455,1-1 0,0 0 1,-4 1-1,3 3 480,-2 0 0,-2 9 0,0-3 0</inkml:trace>
  <inkml:trace contextRef="#ctx0" brushRef="#br0" timeOffset="167">177 573 8143,'-12'11'288,"4"-3"-289,0 0 1,7-6 0,1 2-1,6-2 15,5-2 1,6 0-1,1 0-264,0 0 1,8-2-1,-3-2 1,3-3-1,3-4 250,2 0 0,-2-1 0,-1 0 0</inkml:trace>
  <inkml:trace contextRef="#ctx0" brushRef="#br0" timeOffset="483">714 117 7774,'-8'0'630,"0"2"0,-1 0-459,-1 2 0,-2 5 0,0-1 1,1 4 73,-1 3 0,0 3 0,1 6 0,0 0 121,3 4 0,3-3 1,6 5-1,5 0-274,5 0 0,6-3 1,7 2-112,-1-5 1,4 6 0,0-6 0,-1 0 0,-1 2 19,-2 1 0,-5-5 0,-2 4-156,-3 0 1,-6 0 0,-4-1 0,-3 0 0,-3-1-526,-5-2 1,-8-7-1,-3-2 1,-5-6-168,-3-1 1,0-8 0,-6-7 846,1-5 0,-9-9 0,4-7 0</inkml:trace>
  <inkml:trace contextRef="#ctx0" brushRef="#br0" timeOffset="616">585 257 7774,'11'-11'112,"-4"-1"0,0 2 0,-3 1 21,4 1 0,2 5 0,2-1 0,1 4-165,2 4 0,-1-1 1,6 5-1,2-1-429,4 0 1,-2 2 0,5-4 0,-2 0 110,0 0 1,1 3 349,-5-4 0,0 5 0,1-2 0</inkml:trace>
  <inkml:trace contextRef="#ctx0" brushRef="#br0" timeOffset="817">994 327 7774,'-1'24'193,"-3"-1"0,1 0 1,-3 1-1,0 0 444,4 4 1,0-4 0,2 4-1,0-4-256,0 0 1,6-6-1,3-3 1,4-2-349,2-1 1,6-6 0,-2-3-156,4-6 1,2-8 0,1-9 0,-2-2 0,-1-4-165,-2-5 0,-9 0 0,-2-8 1,-2 3 63,-2 1 0,-4 4 1,-1 1-1,-5 1 1,-3 3 1,-4 6-1,-6 3 1,-1 2-88,-3 5 0,3 2 0,0-1 1,-1 3-293,1 0 1,8 3 0,0 1 599,3-2 0,-2 3 0,3-4 0</inkml:trace>
  <inkml:trace contextRef="#ctx0" brushRef="#br0" timeOffset="1100">1356 0 7774,'-12'17'402,"-1"1"0,-1 5 0,-2-3 45,2 0 1,6-1-1,4 3 1,3-2 296,1-5 1,0-6-1,3-2-627,4-2 0,1-1 0,8-4 0,-2-1-423,2-3 1,-2 0 0,4-7 0,0-3-10,0-3 1,-6 2 0,1-3 0,-1-1 4,-3 1 0,-5 4 0,0-2 0,-3 3-41,-1 2 1,-1 3 0,-3 2 199,-4 0 1,-3 2-1,0 4-197,-1 0 1,6 2 0,0 0 0,3 4-1,-1 0 348,1 3 0,2 7 0,1 2 0</inkml:trace>
  <inkml:trace contextRef="#ctx0" brushRef="#br0" timeOffset="1316">1648 35 7774,'-2'12'0,"-2"0"525,-3 0 1,0-1 0,-1 1-1,-2 0 518,-4-1 0,1 2 0,-4 3 0,1 3-544,1 3 1,-6 4 0,2 3 0,-3 4-358,-2 4 0,1 2 0,1 6 0,1 1-312,2 0 0,3-4 1,-2 7-1,2-1-630,6-4 1,-1 2 0,8-9 0,0-3-268,2-6 0,6-9 0,4-8 1,5-6 268,6-3 0,3-9 0,3-4 798,1-8 0,6-8 0,-3-3 0</inkml:trace>
  <inkml:trace contextRef="#ctx0" brushRef="#br0" timeOffset="1516">1648 561 7774,'-11'23'0,"1"2"156,-2 2 1,3 3 0,-6 4 0,2-1 893,1 2 0,4-6 0,2 5 0,0-4-670,4-4 0,2-7 0,5-5 0,5-5-466,5-5 0,4-5 0,-2-7 1,1-7-144,3-6 1,-3-5 0,0-4 0,-1-5-17,-3-1 0,-5-1 0,-2 4 1,-2 0-193,-2 2 1,-2 5 0,-2-1 0,-2 2-289,-1 2 1,-5 7 0,1 2-1,-2 0 725,-2 1 0,1 0 0,-1 1 0</inkml:trace>
  <inkml:trace contextRef="#ctx0" brushRef="#br0" timeOffset="1699">1940 117 7753,'-12'29'719,"0"-3"1,1 2 0,-1-1-91,0-1 1,2-1-1,1 8 1,1 0-260,-1 0 1,4-1 0,1 2 0,2-2-753,2-1 1,0-1-1,0 0 1,2-5-731,2-5 1,3-7 0,8-1-30,0-7 0,5-3 1141,-5-2 0,6-11 0,-3-2 0</inkml:trace>
  <inkml:trace contextRef="#ctx0" brushRef="#br0" timeOffset="1917">2080 386 7752,'-12'23'1040,"0"0"0,1 2-459,-1 2 1,0-5-1,2 4 1,2 2 35,4 0 0,4-1 0,4 3 0,5 0-388,5 0 1,6-4 0,6-2 0,2-5-161,2-8 0,1-8 0,3-3 0,0-7-729,1-3 1,-11-12 0,4-4 0,-6-5 283,-5-4 0,-11 2 1,2-4-1,-7 3 227,-5 3 0,-3 4 1,-9-3-1,-3 1 20,-4 3 0,0 6 0,-2 1 0,-2 3-748,-4 1 0,1-3 877,-1-1 0,0 2 0,-4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53:13.6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760 0 9777,'0'16'206,"0"-1"0,0 6 0,1 0 0,2 5-40,1 5 0,-1 8 1,-3 4-1,0 2-408,0 2 0,4-2 0,0-3 0,-1-6-429,-2-4 1,-1-9 0,0-1-1214,0-4 1884,0-8 0,0-5 0,0-5 0</inkml:trace>
  <inkml:trace contextRef="#ctx0" brushRef="#br0" timeOffset="415">515 339 8327,'-8'0'357,"1"1"1,2 3-200,3 4 0,0 0 0,4 2 0,0 4 31,2 3 1,5 3 0,-1 3 0,4 2-42,3 2 1,-1 1 0,6 3 0,-1-3-166,-1-4 0,5-2 0,-4-2 1,3-6 35,1-5 1,1-4 0,-2-7 0,0-5-218,1-4 1,-6-13-1,5 0 1,-4-5-265,-3-3 1,-2-2-1,-2-1 1,1 0-259,0 0 0,-2 0 1,-1 1 719,-1 3 0,-6-3 0,4 4 0</inkml:trace>
  <inkml:trace contextRef="#ctx0" brushRef="#br0" timeOffset="914">188 923 7773,'0'-12'122,"-2"2"0,0 0 1,-3 3 214,-2-2 0,3 3 0,-4 2 49,-1 3 1,-1 2 0,-2 3-181,1 4 0,-1 12 0,0 4 0,1 6-2,-1 6 0,0 5 0,1 5 0,-1 2 0,2 3-11,2 3 0,-1 0 0,5-1 0,1 0-223,2 0 1,2-7-1,3-4 1,5-7-233,5-9 0,1-13 1,3-2-1,0-6-208,0-6 1,0-6 0,3-8 0,-3-6 52,-1-5 1,-1-3-1,-6-2 1,-1 3 331,-1-1 1,-5 8 0,0-1 0,-3 4-8,-3 4 0,-4 5 1,-5 2-1,-1 1 556,-2-1 1,1 5 0,-5-1-422,3 6 1,0-1-1,4 6 1,2 1-1,2 2-387,4 0 0,3 2 1,1 1-1,3 2-152,4-2 0,2-5 0,11-2 496,1-2 0,6-1 0,3-4 0</inkml:trace>
  <inkml:trace contextRef="#ctx0" brushRef="#br0" timeOffset="1147">445 1285 7773,'-7'19'417,"-3"-1"-52,-5-1 0,0 8 1,3-2-1,2 2 0,1-1-20,1 0 0,5-1 0,-1-1 1,4-2-328,4-5 0,4-3 0,6-4 1,3-5-242,1-1 1,1-7 0,1-5 0,0-4 37,1-5 1,-5-7 0,1-3 46,0-1 0,-8 4 0,3-2 0,-3 1 0,-3-1-59,-2 2 0,-2 6 0,-4 2 0,-2 1 144,-3 2 0,-4 2 1,0 3-1,-1 2-278,0 4 0,1 3 0,-1 1 0,0 0 331,1 0 0,-1 0 0,0 0 0</inkml:trace>
  <inkml:trace contextRef="#ctx0" brushRef="#br0" timeOffset="1447">806 934 7773,'-9'13'0,"-2"1"91,-2 2 1,0 4-1,2-5 1,4 1 567,3 1 0,2-5 0,2 4 0,0-3-680,0-1 0,3-6 0,3-2 0,6-3 31,1-1 0,1 0 0,1-1 0,0-3-38,0-4 0,-3 1 0,0-4 0,0-2-230,0 0 0,-6 0 0,-2 2 0,-3-1 222,-1 0 0,0 1 0,-1-1 59,-3 0 0,-1 4 1,-4 2-1,1 1-337,-1 2 0,2 2-558,0 1 0,4 1 0,-1 3 872,3 4 0,1 2 0,0 2 0</inkml:trace>
  <inkml:trace contextRef="#ctx0" brushRef="#br0" timeOffset="1647">1098 853 7773,'-5'11'596,"-1"1"0,-3 1-47,-3 2 1,3 0 0,-8 4 0,1 3-294,1 4 1,-6 4 0,3 5-1,-2 1 94,1 3 1,0 3 0,-4 3-1,4-1-377,3-1 0,3-7 1,2 5-1,0 1-494,4 1 0,1-3 1,6 1-1,0-2-234,0-2 0,2-8 1,2-1 321,3-10 1,5-3 432,4-11 0,2 0 0,5-4 0</inkml:trace>
  <inkml:trace contextRef="#ctx0" brushRef="#br0" timeOffset="1898">1110 1378 8159,'-18'13'668,"2"2"0,2 0 0,0 4 1,-3 2-364,-1 1 0,3 1 0,1-1 0,4-2 40,2-5 1,5-2 0,1-2-384,4-3 1,6-3 0,8-5 0,2-2-359,0-1 1,4-9-1,-4-6 1,2-3 65,-1-2 1,-4 2-1,0-6 1,-2 2 149,-1 2 0,-4 3 0,-2 2 0,-1 0 66,-2 0 0,-2 7 0,-1 0 0,-1 2-96,-3 2 1,-6 1 0,-6 3 0,2-1-1076,1 1 1285,1 2 0,0-4 0,1-1 0</inkml:trace>
  <inkml:trace contextRef="#ctx0" brushRef="#br0" timeOffset="2230">1577 806 7704,'-6'1'943,"2"3"-434,2 4 0,-2 3 0,1 6 0,0 7-157,2 6 0,-3 10 1,-1 5-1,-1 6-114,1 2 0,1-4 1,4 2-703,0-3 0,0-4 1,0-3-1,0-4 0,0-4-98,0-4 1,6-3-1,1-5 562,4-6 0,6 1 0,1-10 0</inkml:trace>
  <inkml:trace contextRef="#ctx0" brushRef="#br0" timeOffset="2464">1752 1191 7742,'-11'23'0,"-1"2"249,0 2 1,4-1 0,2 5 0,1 2 488,2 1 0,3-3 1,4-1-1,4-3-548,2-5 1,3-4 0,3-8 0,3-2-495,3-4 1,2-13 0,-2-7 0,-2-4 227,0-4 0,-6-4 0,0-2 0,-5-1 3,-5 0 1,-2 3-1,-5 0 1,-3 2 229,-6 4 1,-4 6 0,1 1-108,-5 2 1,2 2 0,-1 4 0,-2 3-1,0 1-33,2-1 0,1 3-17,2-3 0,3 8 0,-4 2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03.9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258 0 10526,'-10'0'466,"0"0"1,5 7-1,-5 3-379,-2 3 0,-2 8 1,-1 0-1,0 3 0,-2 5-692,-3 4 0,3-1 1,-3 4-1,2-4-290,-3-2 0,10-7 895,-5-2 0,5-5 0,-4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18.0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106 243 7853,'-8'6'-278,"-1"-4"538,4 3 1,4-2-1,-3 1 77,8 1 1,-1 0 0,7-5 0,4 0-167,4 0 0,1 0 0,4 0 0,1 0 11,-1 0 0,-4-2 1,3-1-1,-2-4-299,0-1 0,0-4 0,-5-7 0,1-1-68,-1 2 0,-7-4 0,-3 0 0,-3 0 62,-2 0 0,-4-3 1,-4 5-1,-9 1 59,-5 2 1,2 9 0,-5 3 0,-2 3 85,-2 2 0,-1 2 0,0 5 0,0 8 254,-1 8 1,6 6-1,1 3 1,3 3-53,2 6 1,9-3-1,5 3 1,3 1-148,2 2 1,7-4 0,5-1 0,6-2-5,8-4 1,-3-2-1,2-8 1,4-8-1064,5-8 1,-2-5 0,3-4 989,-3-3 0,-2-10 0,0-9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19.9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349 195 6727,'0'-15'0,"0"0"85,0 0 1,0 0 0,0-2 209,0-3 1,-5 8 0,-2-3 0,-1 3 121,-4 4 1,-1 1 0,-4 7 0,-2 0-24,-1 0 0,-7 8 0,2 8 0,-4 7-161,-1 6 0,5 8 0,1 3 1,2 6-25,4 4 0,1 4 0,4 5 0,3 0-168,5 1 1,3-8 0,4 9 0,3-4-608,5-3 1,8-14-1,4-11 1,2-5-241,3-6 0,1-8 0,2-7 395,1-6 0,-3-10 0,1-11 0,-2-4 0,0-10 411,-5-4 0,3-3 0,-2-7 0,8-2 0</inkml:trace>
  <inkml:trace contextRef="#ctx0" brushRef="#br0" timeOffset="165">455 301 8361,'0'4'1700,"0"8"-1458,0 8 1,0 7 0,0 8-1,0 7-253,0 7 0,0 5 0,0 5 0,0-4-315,0-4 1,0-9 0,0-5 0,0-5-2631,0-9 2956,7-4 0,-5-24 0,3-10 0,-10-11 0,-4-4 0</inkml:trace>
  <inkml:trace contextRef="#ctx0" brushRef="#br0" timeOffset="366">470 286 8018,'7'-18'0,"3"1"190,4 3 1,-4 3 0,0-3 0,2 2 174,1 2 0,-3 7 1,0 0-37,2 6 1,-5 5 0,-2 8 0,-4 0-19,-1 5 0,-1 2 1,-4 6-1,-5-1-335,-4 3 1,1-4 0,1 8 0,2-5-216,-2-5 1,0 2 0,0-6 0,4-3-69,1-1 1,1-2-1751,1 0 0,5-8 2057,0-7 0,0-7 0,6-8 0</inkml:trace>
  <inkml:trace contextRef="#ctx0" brushRef="#br0" timeOffset="565">667 392 7899,'0'10'729,"0"0"1,2-6-1,3 1-567,5-3 0,3-2 1,3 0-1,-1 0-383,0 0 1,0 0-1,0-2 1,0-1-725,0-3 0,2 1 0,2 5 945,1 0 0,0-6 0,-5-3 0</inkml:trace>
  <inkml:trace contextRef="#ctx0" brushRef="#br0" timeOffset="765">1015 165 8099,'-10'0'624,"0"0"0,7 2 0,-2 3 0,3 5-463,2 3 0,-2 3 0,-1 0 0,-2 6-221,2 9 0,1 1 0,2 8 0,0 2-302,0 2 1,0-4-1,0-1 1,0-2-117,0-4 0,5-7 1,2-8 477,1-6 0,2-12 0,5-8 0</inkml:trace>
  <inkml:trace contextRef="#ctx0" brushRef="#br0" timeOffset="1016">1227 59 7853,'7'-15'336,"-5"5"0,3 0 555,-3-2-408,4 5 1,-2 2 0,4 10-223,-1 5 0,3 4 1,-3 3-1,-1 3-62,1 5 0,3 5 1,-3 6-1,0 4 5,-1 4 0,-1 3 0,-5 2 0,0 3-206,0 2 1,-1-4 0,-4 6 0,-5 1-186,-4 2 1,-3-5 0,-1-4 0,-4-3-303,-2-1 0,-1-6 0,-3-5 0,1-4-331,1-8 0,6-14 1,-3 1 819,1-7 0,-5-3 0,3 0 0</inkml:trace>
  <inkml:trace contextRef="#ctx0" brushRef="#br0" timeOffset="1849">1667 801 7853,'0'-15'-501,"-2"5"1,-1 0 0,-4-2 849,-2-1 1,6-3 0,-4 1-1,2 0-34,0 0 1,0-5-1,5-2 1,0-2-127,0-3 0,2-3 1,1-3-1,6-3 50,4 3 0,1-1 1,9 0-1,1-1-18,-1 1 1,2 9-1,6 5 1,1 5-90,3 5 1,-8 3 0,3 7 0,-3 3-62,-3 7 0,-2 7 0,-7 13 0,-2 2-85,-3 4 0,-3-3 0,-7 6 1,-2 0-33,-3-1 1,-3-2-1,-7 2 1,-2 1-207,-3 0 1,-4-5 0,-4-1-1,-1-4-64,-1-4 0,3-6 0,-9 1 0,4-3 213,2-2 1,0-7-1,1-3 1,2-3 182,2-2 1,12-2 0,-1-3 267,6-5 0,3 2-142,5-2 0,1 6 0,4-1 0,6 2 1,2-1 118,2-1 0,7-1 0,2 2 0,1-1-307,0 2 0,0-4 0,6 2 0,-1 2-484,0 1 0,-5 0 0,1-1 0,1-2-132,1 2 1,-1 1-1,0 2 1,2 0 597,-2 0 0,-7 0 0,2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18.5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226 182 7853,'-15'-13'217,"-1"2"0,1 5 0,0 6 0,0 0 28,0 0 1,-2 0-1,0 1 1,-1 4 199,-1 6 0,11 4 0,-7 5 1,3 5-198,3 4 1,1-4 0,5 0-135,-2 2 1,1 2 0,8 1 0,2-1-1,4-2-235,7-2 0,-2-12 0,7 1 0,-2-6-87,1-5 0,4-1 0,-5-4 0,-1-4-71,-3-9 0,5-2 0,-3-7 162,-4 2 0,-1-3 0,-6 3 1,-1 0-1,1-1 268,-3-1 1,-3 6 0,-1-2 170,0 3 0,0 10-389,0 7 1,-5 8 0,0 11 0,2 3-134,1 1 0,2-2 1,0 2-1,0-1-175,0-4 0,0-1 0,2-3-1426,3-4 1801,-3-3 0,11-7 0,-5 0 0</inkml:trace>
  <inkml:trace contextRef="#ctx0" brushRef="#br0" timeOffset="331">392 182 9826,'0'17'249,"0"3"0,0-1 0,0 6 0,0 2-23,0 1 1,0 4 0,0 2 0,0 1-7,0-1 0,0-2 1,0-4-1,0-2-381,0-6 1,0-8 9,0-2 1,2-9 0,1-2 0,4-14 123,1-14 1,-2-8 0,4-8 0,1-1-372,3 1 0,-4-1 0,0 3 0,2 0 277,1 3 0,1 11 0,-2 3 0,-4 5 262,-1 8 1,3 10 0,-5 3 0,0 8 35,2 5 1,-6 9 0,4 4 0,-1 2-173,1 2 0,-4 6 0,4-3 0,-1-2-554,1-4 0,-3-7 0,4 3 0,1-2-59,3-8 1,4-5 0,1-11 607,0-7 0,7-7 0,1-13 0</inkml:trace>
  <inkml:trace contextRef="#ctx0" brushRef="#br0" timeOffset="648">816 0 7853,'0'15'0,"0"2"263,0 3 0,0 4 0,0 6 0,0 1 295,0-1 1,2 0 0,1 0 0,2-1-513,-1-4 1,2 2-1,0-7-342,-3-1 0,0-4 92,2-5 1,-5-3-1,0-7-31,-8 0 0,-6 0 0,-1 0 1,0 0 152,0 0 0,5 0 0,0 0 1,0 2 159,1 3 0,-2-2 0,5 7 0,3 2 56,1 1 0,2 7 0,0 1-72,0-3 0,7 1 1,3-1-1,2 2 0,0-1 143,-2-2 1,0-9-1,5-3 1,0-3-316,0-2 1,1 0-1,-3-2-268,-3-3 0,4-5 0,-4-10 0,1-5 0,1-4 378,-2-1 0,-6-1 0,2 1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3.2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212 91 6727,'0'-15'-83,"0"5"1,2 1 457,3 3 1,-3-6-26,3 2 1,-5-2-39,-5 2 1,1 3-1,-6 9 1,-2 3-58,-1 5 1,-2 10 0,0 6 0,-2 4-111,-3 5 1,3 6 0,-3 9 0,3 7-201,2 7 0,-1 0 1,3 5-84,3-2 1,3-8 0,9-8 0,3-8 0,5-5-607,3-8 0,9-17 1,2-3-1,1-6-404,0-4 1148,1-7 0,4-8 0,0-9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3.6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198 15 7853,'-20'-8'0,"-1"3"50,3 3 0,-1 7 0,3 2 0,-3 3 286,0 7 1,8 0 0,-6 8-1,5 2-15,0 2 0,6 3 0,1 1 0,3 4-464,2 2 1,7-10 0,3-1 0,3-3 77,2-1 0,5-12 1,2-2-1,2-7-278,3-3 1,-4-8 0,1-6 0,0-6 102,-1-3 1,-4-3 0,1-2-1,-3 1 248,-2 2 0,-2-1 0,-3-2 0,-3 1 191,0 2 1,-6 6 0,4-1-1,-3 3 101,-2 2 1,0 5 0,-2 1 124,-3 3 1,2 1 0,-5 8-1,1 5-352,4 7 1,-4 12 0,0 4 0,-1 7-136,-4 6 1,3 8 0,-1 2 0,-1 3 7,-3 4 0,1-6 0,1 8 0,2-8-22,-2-3 0,5-6 0,2-9 0,4-5 259,1-9-285,0-4 1,6-11 0,4-4 0,4-8 17,1-6 0,5-8 1,0-4-1,1-2 1,-1-4-109,0-6 0,7 0 0,-4-4 0,3-1-295,-1 0 1,-7 1 0,4-5 0,-2 5-417,1 1 903,-8 1 0,1 6 0,-6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3.8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61 8149,'1'8'-53,"4"-3"0,4-3 1,6-2-1,0 0-84,0 0 0,0-5 1,2-2-1,2-1-933,1-4 1070,0-1 0,2-3 0,1 1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4.0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91 1 7853,'-7'15'-9,"-1"0"0,-6 0 0,2 1 194,2-1 1,5-4-1,-3 3 1,1 3-155,4 0 0,-1-1 0,1 0 0,-2-1-350,2 0 1,1 2 0,4-1 0,1 1-303,2-3 621,7-2 0,-4-4 0,7-1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4.2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258 38 7853,'8'-16'665,"1"6"-138,-4 0 1,3 9 0,6 1-202,-4 8 1,3 12 0,-4 7 0,-1 7-110,-3 6 0,-3 0 0,-2 3 0,0 2-83,0 2 1,-7 0-1,-3 10 1,-5 2-103,-5-1 0,-4-3 1,-6-3-1,0-10-113,-1-10 0,1-13 0,1-4 0,4-8-1289,5-6 1,3-2 0,2-4 1369,0-6 0,0-2 0,0-2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4.8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 0 7091,'-2'15'284,"-1"0"1,-2 1-199,2-1 0,1 7 0,0 3 1,-1 5-261,-2 5 0,0-1 0,5 3 0,0-2-384,0-1 1,0-12 557,0 3 0,0-6 0,0-4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4.9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 56 7853,'-2'-10'5,"-1"0"0,-4 0 93,-1 1 1,3 1-511,-5 3-47,6 3 0,-1 0 0,10 9 459,6 1 0,9 3 0,3 4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5.2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151 1 7853,'-6'15'93,"-4"0"177,-4 0 1,6 1-1,3-1-84,3 0 1,2 0-1,0 0 1,2 0-185,3 0 0,-2 2 0,6 2 1,-3 1 64,-2-2 1,2-1 0,-1-2 0,-1 1-242,-3-1 0,-1 0 0,-1 0 1,-4 0-57,-5 0 0,-2-5 1,0-1-1,2-2-134,-2-4 0,-1-1 0,-2-2 0,-1 0 364,1 0 0,0-7 0,0-2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5.7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273 16 8077,'-10'-9'0,"0"4"0,-2 4 161,-1 1 1,-2 0 0,0 0 0,-1 0 192,1 0 0,0 1 1,0 4-1,0 6-166,0 2 1,-5 4-1,1 1 1,4 4-233,3 2 0,2 1 0,-3 7 0,2 2-280,6 1 1,4 2 0,1-5-1,1 0-261,4-4 1,4-2 0,6-1 0,2-7-1,3-6 0,-1-5 585,6-7 0,0-7 0,5-1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5.9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30 122 7825,'-1'13'227,"-4"-3"1,3 4-1,-3-4 1,1 3 95,-1 3 1,4-1-1,-4 0 1,3 0-211,2 0 1,0 2 0,2 1-324,3 3 0,3-8 0,7-8 0,2-3-35,3-2 0,-3-7 0,3-3 0,-3-5 145,-2-5 0,0 1 0,-1-6 1,-4-2 186,-5-2 0,-3 4 0,-2 2 1,0 1-72,0 3 1,0 2 0,-2 4-1,-3 1-175,-5 2 1,2 5-1,-3-3-1252,0 1 1411,4 2 0,-7-2 0,6-1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6.4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136 13 8393,'-1'-9'954,"-3"6"-741,-1 6 0,0 1 0,5 7 0,0 5-257,0 2 0,-5 9 0,0 0 0,0 7 34,-2 6 0,4 0 0,-5 2 0,-1 4-243,1 1 1,3-3 0,-5 4-1,-1-5 55,3-8 1,0-5 0,4-5 0,-1-4 45,2-5 152,-6-7 0,8-9 0,-6-9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6.6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46 113 8046,'5'-15'-55,"0"0"1,5 0 0,-3-1 0,1 3 109,4 3 0,1-2 0,3 5 153,-1-1 0,0 6 1,0 2-148,0 9 0,-5 9 0,-1 2 1,-3 1-9,-2 0 0,-3-2 0,-2 4 0,-4 1-59,-5 0 0,-4-4 0,-1 3 1,0 1-111,0-1 0,0-4 0,-1 1 1,1-5-194,0-5 0,0 2 0,0-7 309,0-1 0,0-3 0,-1-1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6.9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61 46 8046,'0'15'837,"0"-5"-537,0 0 1,0 0-1,0 5-249,0 1 0,0-1 1,0 2-184,0 3 1,0-7-1,0 6 1,0 1 53,0 2 0,0-2 0,0 3 0,0-1 108,0-3 0,-5-2 0,-2-2 0,0 0 155,1 0 0,-1-6 0,2-4-61,-5-4 1,3-9-1,2-6-60,3-4 0,2-7 0,2 3 0,3-2 16,5-3 1,3 4 0,3-2 0,-1-1-236,0 3 1,2-4 0,1 7-1,2-1-261,-1 0 0,3 4 0,-2-2 0,0 6-1303,2 3 1719,-5 6 0,11-9 0,-4 4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7.0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107 1 8046,'-15'21'46,"1"-2"0,3 4 0,0 1-63,0 0 1,2-4 0,1 3-1,-1-1-228,1-3 0,5-7 245,-2-2 0,3 0 0,2 5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7.1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61 16 8046,'-15'-9'102,"0"4"-612,0 3-1051,6 2 1561,3 0 0,6 0 0,0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7.6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 76 8046,'-2'14'269,"-1"-2"0,-2-2-40,2 2 1,-4-2 0,2 5 6,1 7 0,3-2 0,1 0 0,0-1-70,0 1 1,0-2 0,0 6 0,-2-1-533,-3 1 0,3-9 1,-3 4-198,4-1 462,1-6 1,1-12-1,3-10 1,2-5 3,3-6 1,1-4 0,5-8 0,0-3 13,0 3 1,0 1-1,1 1 1,-1 1 121,0 0 0,0 6 1,0 2-1,0 2 124,0 0 1,-4 6 0,-1 9 25,1 4 1,-4 2-1,-2 4 1,-3 6-69,-2 2 1,0 9 0,0 1-1,0 3-8,0-1 1,0-5-1,-2 4 1,-1-2-86,-2-4 0,0-1 0,5-2-533,0 0 331,0-6 1,1-9 0,4-12 0,6-5 83,2-3 1,-1-7 0,0 2 0,3-2 85,2 1 0,-9 3 0,7 4 1,-1-1 357,-1 2 1,-3 3-80,0 4 0,-5 5 0,4 7 1,-3 4-266,-2 6 1,-3 9 0,-1 5 0,-1 2-264,-4-2 0,3 4 0,-5-4 1,2 2 185,0-2 0,0 2 67,5-7 0,0 0 0,0-4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7.9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152 173 6836,'15'0'840,"-4"0"1,-1-1-257,1-4 0,3 1 0,1-6-369,0-2 1,-5 1 0,0-1 0,0 2-122,-1-2 1,3-1 0,-6-3 0,1 1-158,0 0 0,-4 2 0,-8 1-79,-5 2 0,-5 8 0,-4 2 0,-2 9 18,-3 4 0,-1 9 0,-6 3 1,1 5 451,0 6 1,6-4 0,4 5 0,2-2 106,-3 0 1,11 2-1,0-3 1,7 0-295,3-6 1,2 1 0,4-11-1,8-4-1166,4-7 0,9-6 0,-2-1 1025,4 0 0,1-13 0,1-4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8.0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 1 8053,'-15'8'5,"5"4"225,0-7-230,6 0 0,-2 2 0,6 1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8.7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182 121 7962,'-23'0'-576,"1"0"0,7 0 1,0 0 413,0 0 1,-1 0 0,1 0 161,0 0 0,5 0 0,0 0 0,-2 0 0,5-1 0,2-4 38,4-6 1,1 3 0,0-2 301,0-2 0,0-1 56,0-2 1,1 1-1,3 2 199,1 2 0,2 7-99,-2-2 0,-2 3-436,7 2 1,-2 7 0,3 3 0,-6 3-231,-4 3 1,4-1 0,0 2 0,-1 1-337,-3 2 0,-1 2 0,0-2-68,0 6 0,0-3 1,0 1 573,0-2 0,-6 4 0,-3-2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9.1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 31 7962,'-9'10'-562,"3"0"1,1 2 313,0 2 1,-1-4-1,5 0 1,-3 2 620,-1 1 1,0 2-1,5 0 1,0 0-239,0 1 1,7-1-1,3 0 1,4 0-139,1 0 0,0-5 0,0-1 0,2-3-6,3-2 1,-1-3-1,4-2 1,1-4-21,-1-5 0,-3-6 0,4-2 0,-2-4-56,-4-1 1,4-1-1,-2-3 1,-1 3-152,-2 3 0,-7 0 0,-2 6 236,-1 0 0,5 0 0,-4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29.8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7 122 7773,'0'-16'-634,"0"1"1,0 0 819,0 0 0,2 5 1,3 0 188,5-2 0,-1 5 0,1 1 0,1 1-332,3-1 0,-4 1 0,0 5 0,2 0 98,1 0 1,2 0-96,1 0 0,-3 2 0,-3 3-96,-5 5 0,-3 4 0,-2 1 0,-2 2-86,-3 3 0,-3-8 0,-7 3 0,-1-2 192,1 1 1,0 1-1,0 0 34,0 0 0,0-1 0,1-3-97,4-1 1,-3-4-205,3 4 0,5-7 1,5 2-19,8-3 0,5-4 0,3-1 0,-1-4-31,0-1 0,5 2 0,0-2 0,0 0 260,2-1 0,-3 4 0,4-5 0,1 0 0,0 2 0,-6-6 0,2 4 0,-3 2-240,-2-2 0,-8 1 385,-7-1 0,-7 10 0,-8 10 168,0 4 1,6-4 0,4 0-1,2 2-118,-2 1 1,3 2-1,-3 0 1,5-1-163,5-4 1,-1 3-137,6-3 0,0-3 0,5-2 0,0-3 33,0-2 1,-5-2 0,-1-3 24,-2-5 1,-2-3 133,-5-3 1,0 1 0,0 0-10,0 0 0,0 0-427,0 0 0,0 5 0,0 0 1,0-2 346,0-2 0,0 6 0,0 1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30.2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91 61 7992,'0'-10'-277,"0"0"284,0-2 0,0 3 1,-1 1 189,-4 1 0,1 2 115,-6 5 0,2 2 1,-4 3-1,4 5-50,1 3 1,0 9-1,4 4-395,-2 2 0,-5 7 1,5 1-1,1-3 1,2-1-219,2-1 0,0-1 0,0-1 0,0-2 351,0-2 0,0-7 0,0 4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30.4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0 122 7920,'0'-15'-367,"0"5"545,0 0 1,2 1 0,1-3 0,6 4-156,4 1 0,1-5 0,9 4-23,-1 0 0,12-6 0,-2 6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30.5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 1 7663,'-7'15'-231,"6"-5"0,-4 0 1,1 2 549,-1 2 1,3 1 0,-3 0-1,4 2-205,1 3 1,0-3-1,0 3 1,0-2-423,0 3 1,1-3 0,3 6 0,1-1 307,-2 1 0,-1-6 0,-2 4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30.7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92 8030,'9'-7'226,"-1"0"0,-4-5-329,1 2 1,6 5-1,0-3-381,2 1 0,4 0 484,3 2 0,-3-3 0,5-7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31.2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8929,'0'15'-76,"0"0"0,0 6 1,0 0-1,0 3 111,0 3 1,0 0-1,0 0 1,0-4-24,0-1 0,0 3 0,0-4 0,0-3-168,0-1 1,0-7 153,0 0 1,1-6-181,4 1 1,-1-5-1,4-5 1,1-6 129,-1-2 0,2 3 1,5 0 81,0-2 0,0 0 1,1 0-1,-1 4 103,0 1 1,0 1-1,2 2-39,3-1 1,-8-2 0,3 4 0,-2-4-81,1-1 0,-4 3 0,0-5-11,2-2 0,-4 4 0,1-2 0,-3-2-100,-2-2 0,3-1 0,-2 0 147,-2 0 0,-6 5 0,-4 1 0,-2 3 13,-2 2 1,2 3 0,-1 1 0,-2 1 0,1 4 267,0 5 1,0 4 0,4 1-1,0 2-386,1 3 0,-5-3 1,6 3-1,2-3-488,1-2 0,2 5 1,0 0-927,0-1 1469,0-2 0,14-2 0,3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31.6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0 8031,'-9'7'540,"2"1"0,7 7 0,0 1-546,0-1 1,0 5 0,0 2 0,0 0-43,0 0 0,0 3 0,0-5 1,0-2 64,0-1 0,0-2 0,0 1-727,0-1 639,7-7 1,0-3-1,5-8 1,-4-4 49,-1-1 1,0-2 0,-4-6 0,4 1-150,1 0 0,-3 0 0,4 0 0,-1 1 127,0 4 1,-4 2 0,2 5 161,1-3 1,-3 1-52,6 5 0,-5 7 0,3 3-45,-1 4 0,-2 1 1,-5 0-163,0 0 0,0-5 88,0 0 0,2-6-88,3 1 0,-2-5 0,5-5 0,1-7 36,-1-7 1,-3 3-1,5-5 1,2 5 158,2 0 0,-4 1 0,0 0 0,2 2 107,1 3 0,-3 3 0,0 7 1,2 0 46,1 0 1,-2 7 0,-1 3-1,0 5-165,-2 5 0,4-3 0,-5 5 5,1 0 0,-3-6-50,5 5 0,0-5 0,5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32.5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15 7681,'8'-6'-627,"-1"4"631,-7-5 0,0 14 0,2 3 0,1 3 21,2 3 0,0 0 0,-5 3 0,0 3 3,0 1 1,0 3 0,0 4-2,0 0 1,0 2-1,0 2 1,0 1-1,0-1 32,0-2 0,0-7 0,0-1-13,0-3 1,0-5-45,0-6 1,5-14-1,0-1-10,-2-7 0,4-9 0,0-5 0,0-1 0,1 0 17,1 2 0,-4 2 0,3-3 0,0 6 17,1 3 1,-4 2 80,5 0 1,-2 8-1,2 7 1,-5 9-117,-3 4 1,0 9 0,1 3-1,2 4-144,-1 1 0,-1-1 0,0-2 0,2-4-102,-1-1 0,3 0 0,-1-5 0,1 0 255,0-4 0,4-1 0,-2 3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33.0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 46 7897,'-7'-11'180,"-3"1"1,3 9-52,2 1 1,4 1 0,1 9-351,0 2 1,0-3-1,0 1 76,0 2 1,5-4 0,1 0-44,3-1 0,1-2 90,5-5 1,0-2 0,-1-3 0,-3-5 99,0-3 1,-8 3 0,4 1 0,-2 1 41,0 0 0,1 2-36,-1-4-155,-3 7 1,7-4-183,-4 7 1,-2 0 247,7 0 61,-7 0 0,6 0-52,-4 0 242,-3 0 136,4 0 1,-4 0-89,3 0 0,-3 2 0,4 1 94,1 2 0,-5 2-259,3-2 1,2-1 0,-1 4-38,3-1 0,-4 3 0,3-4 0,1 1-125,-1 0 1,-3-2-1,5-5-249,2 0 0,-4 0 1,3-2 205,0-3 1,-2 2-1,-1-7 1,1-2 151,-1-1 0,-3 2 0,5 3 0,2 1 0,1-4 0,2 2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33.2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1 121 7981,'15'0'-237,"-5"0"1,0 0 243,2 0 1,1 0 0,2-1 111,0-4 1,-4 1-1,-3-6-240,-1-2 0,3-1 105,-5-2 0,0 0 52,-5-1 1,-2 3 0,-3 3 0,-5 5 19,-3 3 0,-3 4 0,1 3 194,0 5 0,0 5 0,2 4 0,1 2-78,2 3 1,6-4 0,-1 5 0,4 1-174,1-3 1,0-1-1,1-7 1,4 0-348,5 1 0,4-3 0,1-1 122,0-2 226,7-7 0,2 4 0,6-7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34.3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0 149 8146,'0'-11'-192,"0"1"1,0 5 594,0-5 124,0 7-391,0-4 0,0 9 1,0 3-1,0 5-172,0 3 0,2 3 0,1 0-20,2 5 1,0-3 0,-5 6 0,0-2 0,0-2-82,0 2 0,0-6 0,0 5-375,0-5 488,7 0 1,-4-8 0,6-5 0,-1-6-21,1-7 1,-4-5-1,5-4 1,1-3 29,3-1 1,1-2-1,0-4 42,0 4 0,-5 1 0,1 6 0,0-3 17,3 3 1,-4 8-1,0 5 68,2 3 1,-6 6 0,-1 4 0,-3 9-95,-2 5 1,2-2 0,1 3 0,2 1-255,-1-1 1,2-2 0,1 2-83,2-1 0,-4-3 0,5-8 0,1-2-23,3-2 0,1-2 340,0-5 0,7-14 0,2-3 0</inkml:trace>
  <inkml:trace contextRef="#ctx0" brushRef="#br0" timeOffset="232">439 179 8602,'0'15'86,"0"0"1,0 0-43,0 0 0,2 1 0,1-1 1,4 0-68,1 0 1,2-2-1,4-1 1,-2-3-55,-2-3 1,0-1 0,5-5 0,0 0 4,0 0 1,-5-1 0,-1-4 0,-1-5-222,1-4 1,-6-1 0,2 0 184,-3 0 0,-9 0 0,-3 1-8,-4 4 0,4 2 0,0 4-36,-1-1 1,-3 0 151,-1 5 0,0 0 0,0 0 0</inkml:trace>
  <inkml:trace contextRef="#ctx0" brushRef="#br0" timeOffset="950">1045 133 6377,'8'0'-599,"1"0"2002,-4 0-496,-4 0-272,6 0 0,-8 0-477,-5 0 1,-2 2-252,-7 3 0,5 4 1,0 7-1,0 3-40,1 1 0,1 2 0,4-4 0,-1 3 0,2-1-10,1 2 1,2-5-1,2 1 1,3-6-458,5-7 1,4-3 0,1-2 599,0 0 0,0-7 0,0-3 0,0-4 0,0-3 0,1-3 0,-6 3 0,-2-3-41,-1 3 1,3 2 179,-5 0 0,-2 7 0,-8 4 180,-5 8 0,3 4 1,2 7-1,4 0-88,1 1 0,0-1 0,0 0-197,0 0 1,6 0 0,5-1 0,2-3-1,2-2 27,0-2 0,0-2 0,1-5 0,-1 0-198,0 0 0,0-7 0,0-5 0,-1-5 75,-4-3 0,-2-2 1,-4 4-1,1-3 70,-2 3 1,-6-4 0,-4 2-1,-2 1 11,-2 3 0,-3 0 0,1 1 0,1 2-95,2 3 1,0-2 0,-5 7-867,-1 2 138,8 1 804,1 2 0,7 13 0,0 4 0</inkml:trace>
  <inkml:trace contextRef="#ctx0" brushRef="#br0" timeOffset="1433">1378 133 8205,'-2'14'-149,"-3"-4"0,4-2 0,-4-3 94,3 6 1,0 2 0,-1 2 3,-2 0 1,0-5-1,5 0-246,0 2 253,0 2 1,6-6 17,5-3 1,-3-10 0,0-5 0,1-3-26,-1-3 1,-3-4 0,4 0 78,-3 2 0,5 1 229,-6 2-210,6-1 0,-4 10 0,3 6-12,-5 8 1,-3 6 0,-2 1 5,0 0 0,5 0 0,0 0 0,-2 0 0,-1 0-59,-2 1 0,0-1-86,0 0 111,7-7 1,-4-8 0,6-10 0,-3-5-35,-2-5 0,2 3 0,-1-5 1,0 2-1,1 0 99,-1 1 1,1 7 0,-2 2 112,1-1 0,0 2 0,-4 1-146,4 1 0,-3 4 0,3 8-260,-3 5 1,0 3-150,3 2 1,-4 1 369,4-1 0,4 0 0,-1 0 0</inkml:trace>
  <inkml:trace contextRef="#ctx0" brushRef="#br0" timeOffset="1883">1711 73 7055,'0'15'-16,"0"0"0,0-5 0,0 0 0,0 2 447,0 2 1,-5-4 0,0 0 0,2 2-432,1 1 0,2 2 0,0 0 0,0 0-231,0 1 1,-2-1-1,-1 0 128,-2 0 0,0-5-24,5 0 0,0-8 0,2-2 82,3-9 0,-4-9 0,6-4 0,0-1-9,3-4 1,-2-2 0,2-1 0,0-1-2,-1 1 0,3 7 1,-6 2 149,3 5 1,-4 0 13,5 1 0,-5 7 0,3 5-50,-1 6 0,-2 5 1,-5 7-1,0 1-28,0-1 1,0 5 0,0 0 0,0-1 0,0-3 1,0-5 0,0-1-177,0 1 105,0-4 0,5-2 0,0-10 0,-1-5 16,-3-3 1,4-3-1,0 1 1,0 0 44,2 0 0,-5 0 262,3 0-234,3 6 1,-6 4 0,5 10-309,-1 5 0,-4 4 0,3 1 0,-1 0-498,1 0 756,-4-6 0,13 4 0,-6-4 0</inkml:trace>
  <inkml:trace contextRef="#ctx0" brushRef="#br0" timeOffset="2082">2014 73 8494,'-10'20'-93,"2"2"1,-1 0 147,1 0 1,4 3-1,-1-5 1,4 0 56,1 2 1,1-10 0,3 3 0,2-3-239,3-4 1,1-1 0,5-7-86,0 0 1,-1-2 0,-3-1 0,-2-4 29,-2-1 0,-2-4 0,-4-6 0,3-3 72,1 3 1,0 1 0,-5 2 0,-2 0-236,-3 0 0,2-1 344,-7 1 0,6 0 0,-3 0 0</inkml:trace>
  <inkml:trace contextRef="#ctx0" brushRef="#br0" timeOffset="2383">2165 58 8464,'-1'15'30,"-4"0"1,1 0 0,-4 0-1,1 0 102,4 1 1,1-1-1,1 0 149,-5 0 0,5 0 0,-4 0-614,3 0 0,2-4-259,0-1 348,0-7 1,2-3 0,1-10-1,2-5 95,-1-5 1,4 1 0,0-6-1,2 0 95,1 1 0,-6-3 1,3 7-1,0 1 158,1 3 1,-1 5 0,4 3 0,-2 1 32,2 4 0,-4 1 1,1 4-1,-1 3-271,1 5 1,-1 5 0,2 4-1,-3 3-365,-1 1 0,-4-3 499,3 6 0,4-1 0,-1 5 0</inkml:trace>
  <inkml:trace contextRef="#ctx0" brushRef="#br0" timeOffset="3749">2514 345 7809,'8'-15'-758,"4"5"1,-5 0 1426,1-2 1,-3 6-1,5 1-168,2 3 0,1 2 0,3 0-288,-1 0 0,0 2 0,0 3 1,2 5-187,3 3 0,-3 4 1,3 1-1,-3 4-29,-2 2 1,-3 1-1,0 7 1,1 2-3,-1 1 0,-5 2 0,1-2 1,-1 6-85,-4 3 0,-1 1 1,-2 0-1,0 3 117,0 2 1,-2-6 0,-1 6 0,-4 2 1,-1 1 0,-3 4 1,-2-7-1,1 1 21,2 1 0,-2-10 0,-6 3 0,-2-1-36,1 0 0,1-9 0,-1-1 0,-3 1-19,-1 2 0,-4-1 0,-5 1 0,0-2-31,3-1 0,2-9 0,-3 8 0,0 1-32,-1-2 0,5 0 1,-3-3-1,-3-2 45,0-2 0,-2 0 0,2 4 0,-1-4-3,-1-5 1,9-1-1,-7-1 1,2 4 130,3 1 0,5-9 0,-2 1 1,2-1 56,4-1 0,1-3 1,2-1-63,0-3 1,0 6 501,-1-2-193,8-3-283,1 0 254,7-7-283,0 0 0,7 0 1,1 1-1,3 3-88,-1 1 0,0 1 1,5-2-1,0 3-220,0 1 0,2-3-69,3 5 0,2-2 0,3 3-583,-4-6 1,-5-2 0,-1 0 860,1 2 0,-1 0 0,0-5 0</inkml:trace>
  <inkml:trace contextRef="#ctx0" brushRef="#br0" timeOffset="4116">1651 2284 8293,'-16'0'635,"10"-7"0,6-3-572,8-4 0,7-6 1,4-2-1,3-1-512,1-4 0,2-2 0,6-1 0,-3 0 449,-2-1 0,2 8 0,-4 1 0</inkml:trace>
  <inkml:trace contextRef="#ctx0" brushRef="#br0" timeOffset="4680">924 2102 8494,'0'-15'-12,"0"0"86,0 6 1,0 4 0,0 10 0,0 5-47,0 4 0,0 3 1,1 1-1,3 4 73,1 2 1,2-4 0,-4 5 0,2 0-34,-2-1 0,4-1 1,-2-4-1,-1 1-185,-3-1 1,-1-3 0,0 0 28,0-1 1,-1-5 0,-5-2 0,-4-1 55,-3-4 0,-4-1 0,-1-2 1,-4 0-172,-2 0 1,4 0 0,-4 0 0,3 2 274,2 3 0,2-4 0,2 6 0,0-2 4,0 0 1,6 7-1,4-2-5,4 4 1,1-4 0,1-2 0,4-1-50,5-4 0,1-1 0,2 0 0,4 1-234,0 2 1,-1 0-1,0-5 1,0 0-338,5 0 1,-5-2 0,5-1 548,-5-2 0,6-7 0,2 4 0</inkml:trace>
  <inkml:trace contextRef="#ctx0" brushRef="#br0" timeOffset="4823">1030 2405 8333,'0'20'-223,"0"0"0,0 0 1,0-4 371,0-1-149,0-7 0,6-1 0,3-7 0</inkml:trace>
  <inkml:trace contextRef="#ctx0" brushRef="#br0" timeOffset="5180">1105 2238 7077,'-8'0'-617,"1"0"0,9 0 739,3 0 0,-2 2-92,8 3 0,-3-2 1,4 7 74,-2 2 1,-5-3-1,3 1 1,1 3-83,-1 6 0,-3-2 0,5 4 0,0 0 22,-1-1 1,4 7 0,-4-4 0,1 1-2,0-4 0,-2-3 1,4-4-1,-4-1 0,-1-2 0,5-6 0,-4-1 0,2-6 85,1-8 0,-6-7 0,3-4 0,0-1-85,1-4 1,-4-2-1,3-1 1,-1 1-156,-4 4 1,4-2 0,-2 7-1,0 1-256,2 2 1,-5 7 0,3 0 366,-4-2 0,6 6 0,-5-1 0,4 7 0</inkml:trace>
  <inkml:trace contextRef="#ctx0" brushRef="#br0" timeOffset="5297">1469 2359 7631,'8'16'0,"-3"-1"-391,-3 0 1,-2 0 0,2 0 0,1 0 375,2 0 1,0-4 14,-5-1 0,0-7 0,0 4 0</inkml:trace>
  <inkml:trace contextRef="#ctx0" brushRef="#br0" timeOffset="5432">1499 2238 8403,'0'-10'-861,"0"0"561,0 7-957,0-4 1257,0 7 0,7 0 0,1 0 0</inkml:trace>
  <inkml:trace contextRef="#ctx0" brushRef="#br0" timeOffset="5630">1575 2284 8494,'5'15'-127,"2"0"-59,1 0 0,-5 0 0,4 0 186,0 1 1,-5-1-1,3 0 135,-4 0 0,4 0 0,0 0-142,-1 0 1,-3 1 0,-2-1 77,-4 0 1,1-7 0,-4-1-964,1 0-184,-5-6 1076,11 6 0,-13-7 0,6 0 0</inkml:trace>
  <inkml:trace contextRef="#ctx0" brushRef="#br0" timeOffset="6064">1696 2450 8223,'0'15'0,"0"1"-183,0-1 1,0 0 0,0 0 207,0 0 0,0-5-18,0 0 1,7-8 0,1-2 0,2-8-76,0-6 1,-1-1 0,1-2 0,-3-1 72,-1-3 1,-4 1-1,3 5 1,-3 0 125,-2 0 0,0 0 0,0 0-129,0-1 1,-5 6 0,-2 0-458,-1-2-394,4 6 634,-3-1 1,9 7 214,3 0 0,-1 0 0,6 0 0,1 0 0,-2 2 109,1 3 1,-5 1 0,3 6 0,-1-2 254,-3 2 1,-1-3-1,0 1 1,2 1-141,-1 3 0,-3 1 0,1 0 1,1 0-214,2 0 1,0 1 0,-5-1-1,0 0-7,0 0 0,0-5 0,0 0 112,0 2-299,-6-5 1,4-2 0,-3-10 0,3-7 93,2-7 0,0 3 0,0-5 0,0 5-8,0 0 97,0 1 0,7 0 0,1 0 0</inkml:trace>
  <inkml:trace contextRef="#ctx0" brushRef="#br0" timeOffset="6180">1953 2450 8706,'-15'2'2656,"0"3"-2656,7-3 0,1 4 0,7-6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4:56.5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1014 1008 9224,'0'-4'921,"-2"2"-587,-1 4 0,1 4 1,2 3-95,0 1 1,0 3-1,0 3 1,0 2-1,0 4 11,0 2 1,2 4 0,1 7 0,-2 4-180,0 2 0,-1 0 0,0 7 0,0 1 10,0 3 0,-3-2 0,-1 5 0,-2 2-235,0 0 1,-1-6-1,1 0 1,-1-2-2,1-1 1,-1-4 0,1 8 0,0-1 172,-1-5 0,1-7 1,-1-3-1,1 1 41,0 2 0,-1-5 0,1 4-18,2-6 1,-1-1 0,2-9-1,0-3-28,1-2 1,-3-4 0,3-5-32,1-1 1,1-1-343,2-2 1,-1-2 304,4-4 0,-2 1 0,2-3 0,-1 1 10,1 2 1,-1-3 0,0 1 0,1-1 96,1-1 1,0 2 0,2-2 91,0 0 1,-1 2 0,2-2 0,0 1-109,0 1 0,3-2 0,0 2 0,-1-1 0,1-1-77,0 0 1,-1 3-1,0-1 1,0 2-52,1-1 0,-2 1 1,-1-1-1,-2 1 32,-1 1 1,-1 0 0,-1 0-62,1 0 398,-2 3 1,0 1-113,-3 2 0,-3 1 0,1-1 0,1 0-26,0 1 0,-1-2 0,0 0 0,1 3-40,0-1 0,1 1 0,0 0 0,0 3-13,0 1 1,0 4-1,1 0-88,1 0 0,-1 5 0,3-1 0,-2 1 0,1 2-223,-1 0 0,-1-5 1,1 0-467,-1-3 0,0-2 0,0-4-1864,1 1 2554,0-5 0,-4-2 0,-2-6 0</inkml:trace>
  <inkml:trace contextRef="#ctx0" brushRef="#br0" timeOffset="434">1007 2669 7053,'-4'0'966,"0"0"0,2 1-593,0 1 0,2 2 0,0 3-195,2 1 1,2 0-1,3 2-101,2-1 0,-2 3 1,2-2-1,0 3 0,-1-1 9,0 1 0,1 0 0,0 0 1,-1 0-367,2-1 0,-3-1 0,1-1 149,-3-1 1,0-3-1,0-4 1,0-4 184,-1-2 0,1-5 0,-1-4 0,0-4 19,1-1 0,0-2 0,2-1-293,2 0 1,0-3 0,-2 3 0,1 0-1,0 1-2602,0 1 2822,-1 0 0,2 0 0,1-1 0</inkml:trace>
  <inkml:trace contextRef="#ctx0" brushRef="#br0" timeOffset="1451">7 360 7684,'-3'6'176,"2"1"0,-1-1 1,1 1 27,1 2 0,0 2 1,1 6-1,0 6 87,2 6 0,2 1 1,-2 7-1,1 0-147,1 1 1,-4-2 0,1-2-1,-1-2-109,-1-3 0,0-8 0,0 0 0,0-5-178,0-4 1,-1-5-1,0-5 1,-1-4-56,0-2 0,2-7 0,0-5 0,0-5-14,0-4 1,0-3 0,0-5-1,0-3 38,2-3 0,2 4 1,2-3-1,1 2 174,-1 0 0,3 3 1,2 2-1,1 4 94,1 5 1,1 8 0,0 4 0,0 4-77,-2 4 0,0 7 0,-4 5 0,-1 4 56,-2 5 1,-2 2-1,2 4 1,-1 5 80,-1 2 1,-1 2 0,-2 1 0,0 0 19,0-1 0,0-3 0,0-4 46,0-2 0,0 0 1,0-8-1,0-2-198,0-3 1,0-7-1,0-5 1,0-6-116,0-4 0,0-6 1,2-3-1,1-4-76,0-5 0,2-1 0,1-6 71,0-1 1,2-1 0,0 0 0,3 1 0,1 2 136,1 3 0,0 5 1,-1 8-1,-1 7 99,0 6 1,-3 5-1,0 4 1,-1 6-30,0 6 1,-4 4 0,0 8 0,-1 3-30,0 2 1,1 2 0,-3 1-288,2-1 1,-1 2-1,2-7 1,0-2-1,1-3-335,2-4 1,0-7 0,1-4 0,0-4-218,1-4 1,-1-7 757,2-4 0,1-5 0,0-2 0</inkml:trace>
  <inkml:trace contextRef="#ctx0" brushRef="#br0" timeOffset="1749">513 386 8358,'-2'-7'0,"-3"1"465,0-1 1,-2 4-1,1 1 1,-1 2-65,1 2 0,0 2 0,-1 5 0,1 1-28,-1 3 1,4 2-1,0 2 1,1 3-239,0 1 0,-1-1 0,4 1 1,1-1-324,3-3 1,1-4-1,2-4 1,1-1-243,1-5 0,1-5 0,2-5 1,-1-5 86,1-5 1,0-4 0,0-3 0,-1 0 77,-1-2 0,1 2 0,-2 2 0,0 2 797,-2 4 1,-3 6-150,-3 6 1,-1 5 0,-1 9-1,0 4-89,0 1 1,0 5 0,0 2-1,-1 0-481,-1 3 0,1-3 1,-1 1-1,1-1-737,1-1 0,1-6 1,0-3 923,1-2 0,3-1 0,-1-3 0</inkml:trace>
  <inkml:trace contextRef="#ctx0" brushRef="#br0" timeOffset="1942">680 443 9089,'7'5'966,"-1"-2"-817,0 0 1,1-1-1,0-1 1,2 0-338,1 2 1,0-1-1,1-2 1,1 0-317,2 0 1,-2-1 503,3-1 0,-3-2 0,4-2 0</inkml:trace>
  <inkml:trace contextRef="#ctx0" brushRef="#br0" timeOffset="2133">860 341 7690,'-7'1'236,"1"1"1,0 0 0,-1 3 0,1 3 471,-1 2 0,1 3 0,0 5 0,0 4-245,2 6 0,-2 4 1,2 6-1,1-1-747,1 2 1,-1-7 0,1 2 0,0-5-677,1-4 1,1-8 959,0-4 0,3-4 0,1 0 0</inkml:trace>
  <inkml:trace contextRef="#ctx0" brushRef="#br0" timeOffset="2818">995 225 7679,'-1'-6'0,"-1"0"0,1 1 0,-2 2 286,0 0 0,3 1 0,-3 5-59,3 1 1,0 4 0,0 4 0,0 3-79,0 4 0,2 1 1,1 3-1,0 2-41,-1 2 0,1 1 1,-3 3-1,0 1-47,0 1 0,0-3 1,0 2-1,0-2-72,0-2 1,-3-6-1,1-2-62,-2-5 1,0-8 0,0-7-197,2-6 1,1-4 0,1-5 0,0-3 123,0-2 1,3-2-1,2-3 1,3 0-100,3 0 1,-1 2 0,0 4-1,2 0 168,0 3 0,3 4 0,0 2 0,-1 5 303,0 3 1,-4 4 0,-2 2 0,-1 5 53,0 5 0,-4 3 0,-1 3 0,-2 3 55,-2 2 0,0-1 0,-4 4 1,-1-1 49,-3-2 0,2-2 1,-2-2-1,0-4-496,0-2 0,0-2 0,-1-3 0,3-3-784,0-2 0,2-3 0,0-1-888,2-2 1782,1-3 0,3-5 0,0-1 0</inkml:trace>
  <inkml:trace contextRef="#ctx0" brushRef="#br0" timeOffset="3064">1174 559 7725,'12'-4'1,"0"-1"0,-2 0 257,2 0 1,-2-5 0,0 0 0,2-2 235,0-1 1,-2 0 0,-2 0 0,-3 0-276,0-2 1,-4 1 0,1 0 0,-2 2-135,-2 1 1,-2 3-1,-5 0 1,-1 1-9,-2 3 1,-2 1 0,0 4 0,-1 2-296,0 3 1,2 3 0,0 5-1,0 1 338,0 2 0,5 2 0,1 3 1,0 1 28,2 2 1,3-1 0,1-2 0,2 1-33,4 0 1,4-2-1,3-1 1,3-4-510,1-3 1,2-8 0,3 0 0,1-5-2459,1-5 2850,-3-5 0,5-9 0,-2-4 0</inkml:trace>
  <inkml:trace contextRef="#ctx0" brushRef="#br0" timeOffset="3849">1617 65 7800,'-1'-4'431,"-1"2"0,1 2-113,-1 2 0,1 5 0,1 5 0,1 4 0,0 6-88,2 2 1,1 8-1,-2 3 1,0 4-84,1 3 0,-2-3 0,1 3 0,-1-1-48,-1 0 1,0-6 0,0-1 0,0-4-283,0-6 1,0-6-29,0-5 1,0-8 0,0-7 0,2-6-90,3-6 0,-1-5 1,1-5-1,1-3 134,1-3 0,-1-2 0,3 2 0,-1 0 151,0 3 0,0 5 0,2-1 1,-1 6 142,-1 4 1,-3 8-1,-1 2 1,-1 6 22,1 5 0,-3 7 1,1 4-1,-1 3 25,-1 3 0,0 0 1,0 5-1,0 1-438,0 3 1,1-6-1,1 1 1,3-2-478,3-5 1,2-3-1,2-8 1,0-2 738,1-5 0,-2-4 0,3-4 0,-2-5 0,3-8 0,-2-3 0</inkml:trace>
  <inkml:trace contextRef="#ctx0" brushRef="#br0" timeOffset="4131">1912 322 7800,'-3'-11'96,"-1"2"1,-2 1 317,0 2 1,-2 4-1,1 1 1,-1 5-45,1 4 1,2 4 0,-2 1 0,1 2-146,1 2 0,3 0 0,-1-1 0,3 0-148,0-2 1,0 0 0,3-2 0,1-1-230,2 0 0,2-5 0,1-1 0,1-1-80,2-3 0,-2-4 0,2-3 1,0-4 1,-1-2 1,0-1-1,0 0 1,-2 0-68,0-2 0,-4 1 0,2 0 0,-2 2 360,1 1 1,-2 5 277,-2 0 1,-2 7 0,-2 1 0,0 4-183,1 2 0,-2 3 0,1 3 1,0 2-214,2 0 1,0-3 0,0 0 0,0 0-749,0-1 1,0-2 0,3 0 0,1-3-739,2-4 1540,-3-3 0,6-3 0,-2 0 0</inkml:trace>
  <inkml:trace contextRef="#ctx0" brushRef="#br0" timeOffset="4381">2085 373 7800,'0'6'92,"0"1"0,-1 0 306,-1 1 1,1 0-1,-1 3 1,1 1-36,-1 2 1,1 1 0,-2 2 0,1 3-171,0 0 1,-2 2-1,1-4 1,0 0 286,0-1 1,0-5-355,1-2 1,1-6 0,-1-6-1,1-7-226,1-4 1,0-8-1,1-6 1,1-5 29,0-3 0,3 1 0,-1-1 0,2 1-634,0 3 0,1 4 0,-1 0 0,1 0-47,2 1 1,1 5 0,2 2 0,1 3 549,0 1 0,0 3 1,0 1-1,-1 2 201,-1 2 0,1 4 0,-2 0 0</inkml:trace>
  <inkml:trace contextRef="#ctx0" brushRef="#br0" timeOffset="4647">2252 168 7800,'4'15'0,"0"0"221,-2 2 1,1-2 0,-3 4 0,2 1 324,0 0 0,3 0 1,-2 1-1,2 1-131,-1 1 1,-1-5-1,2-1 1,0-3-349,0-1 0,-2-5 0,-1-2-246,1-3 1,-2-1-114,1-5 0,-4 0 0,-2-4 1,-3 1-161,-1 0 1,-2 1 0,-3 2 0,0 0 283,0 1 1,0 2-1,1 3 1,-1 4 253,0 3 1,4 3 0,2 4 0,2 3 223,2 2 0,2-1 0,3 2 0,3-2 162,3-2 0,2-4 1,3-5-1,0-3-391,2-4 1,-1-3-1,1-3 1,-2-4-630,0-5 0,0-7 0,0-5 1,-1-2-1140,-1-2 0,0-2 1687,-2 2 0,-1 0 0,-1 3 0</inkml:trace>
  <inkml:trace contextRef="#ctx0" brushRef="#br0" timeOffset="5181">2771 84 7800,'1'-4'339,"1"0"0,-1 4 1,2 2-1,-1 6 106,0 6 1,1 6 0,-2 6-336,1 3 1,0 5 0,-2 3 0,0 2 0,0-1-108,0-2 0,0-6 0,-2-3-123,0-5 1,-2-2 0,1-7-1,0-4 1,-2-4-800,-1-5 0,-1-6 0,1-5 1,-1-1 918,-2-3 0,2-2 0,-2-2 0</inkml:trace>
  <inkml:trace contextRef="#ctx0" brushRef="#br0" timeOffset="5480">2701 328 7800,'0'-6'0,"0"-1"104,0 1 1,2 1 0,1 2-1,0 0-19,2 2 1,4 0 0,1 1 0,3 0-227,-1 0 1,4 2 0,1 0 0,2 0-280,3 1 1,-4-2-1,3 1 1,0-2 419,-1-2 0,-3-2 0,-1-1 0,-2 0 0,-1 0 0,-6 2 0,1-1 0,-6 1 0,0 6 247,-7 4 0,-2 2 0,-2 4 0,1 0 508,-1 2 0,0-1 0,4 3 0,0-1-396,3 1 1,2-6 0,0 0 0,2-4-236,3-3 0,3-1 1,3-4-1,2-4 16,2-3 1,-1-7 0,2-4 0,0-3-488,-2-3 1,-3 2 0,-2-3 0,-3 0 45,-2 2 1,-1 3 0,-4 1-1,-1 3-26,-5 5 0,0 6 1,-4 2-1,0 2-246,-1 2 1,1 1 572,0 1 0,1 4 0,-3 4 0</inkml:trace>
  <inkml:trace contextRef="#ctx0" brushRef="#br0" timeOffset="6048">3611 129 7800,'5'-16'-7,"-2"1"1,0 1 116,-1 1 0,-2 3 0,-3 0 161,-1 0 1,-2 1 0,-3 1-1,-1 1 172,-3 1 0,-2 0 0,0 4 0,1 1-61,-2 0 0,2 7 0,-1 4 0,2 5-169,0 7 1,1 5-1,0 4 1,3 3-221,2 3 0,0 2 0,5-4 0,0 1 0,2-2-435,0-1 0,3-6 0,1-3-280,1-3 0,2-1 0,-1-5 0,1-2 110,-1-4 1,-2-4 0,-2-8 611,-1-3 0,-4-3 0,-1-4 0</inkml:trace>
  <inkml:trace contextRef="#ctx0" brushRef="#br0" timeOffset="6284">3355 379 7800,'-3'-3'0,"2"-1"0,-1 3 383,-1-1 1,3-1-44,0 3 1,5 0 0,6 0 0,1 0-486,1 0 0,3 3 0,0-1 0,2 1-347,1 0 1,-1-1-1,3-2 1,-1 0 187,0-3 304,-4 0 0,5-6 0,-1-1 0</inkml:trace>
  <inkml:trace contextRef="#ctx0" brushRef="#br0" timeOffset="6502">3637 277 7800,'0'7'261,"0"1"0,-2 0 0,-1 3 1,0 0-106,-2 1 0,1 1 1,0 0-1,1 0-149,-1 0 1,3 0 0,-1-1-1,1-2-852,1-1 0,1-5 845,1-2 0,1-7 0,4-2 0</inkml:trace>
  <inkml:trace contextRef="#ctx0" brushRef="#br0" timeOffset="6731">3669 200 7800,'-3'-4'396,"-1"2"1,1-1-18,-2 1-291,1 0 1,0 5-1,3 1-871,2 2 1,3-2-1,3 0 540,2 1 1,-2-2 0,1 0-1,-3-1 253,0 0 0,-1 2 0,2-1 0,-1 0 204,-1 0 0,-1 2 1,2-1-1,-2 2 138,-1 0 1,0 4 0,1 0 0,0 3 47,-1 2 1,-2-1 0,0 4 0,0 0-48,0 3 0,0-1 0,0 0 0,-2-1-184,0-2 1,0-3 0,2-2-179,0-2 1,0-7-1,1-4 1,0-6 63,1-7 1,5-4 0,0-6 0,0-2-381,0 0 0,2 1 1,-1-2-1,1 3 93,0 2 0,-2 5 0,2 3 305,-2 3 1,-2 6-1,0 7 1,-3 6-4,-1 6 0,-1 2 0,0 4 0,0 1-98,0 0 1,0 1 0,0-1 0,0 0-289,0-3 0,0 1 0,0-5 1,0-3-512,2-3 0,2-5 1,2-4 826,1-4 0,2-5 0,1-6 0</inkml:trace>
  <inkml:trace contextRef="#ctx0" brushRef="#br0" timeOffset="7080">3990 59 7800,'6'0'0,"-2"0"0,-2 2 0,-1 3 417,-1 0 0,0 5 0,0 4 0,0 4 120,0 5 1,0 2 0,0 1 0,0 0-362,0-1 0,2-2 0,1-2 0,0-4-131,-1-2 0,1-4 0,-3-2-239,0-2 0,-1-4 0,-1-3-77,-3-1 1,-2-2-1,-2 2 1,1-2 89,-2-1 0,2 3 0,-2-1 1,1 1 46,1 1 0,-1 1 0,1 1 1,2 3 183,1 3 0,1 4 0,0 3 0,2 0 142,1 0 1,1 0 0,0 1 0,1-1-63,1-3 1,4 0 0,2-4 0,1-2-146,0-1 0,0-3 0,2-1 0,-2-2-324,1-3 1,-3-2 0,3 0 0,0-2-334,-3 0 0,3 0 0,-2-2 0,0 1 672,-1 1 0,0-2 0,-1 0 0</inkml:trace>
  <inkml:trace contextRef="#ctx0" brushRef="#br0" timeOffset="7305">4150 354 8286,'-6'6'115,"-1"0"0,1-1 0,0-1 0,-1 2 684,1 2 0,2-1 1,-1 2-1,0 1-681,-3 3 0,1 1 1,-2 5-1,2 1-1001,0 2 1,1 0 0,0 0 882,-1-2 0,-2 3 0,-1-3 0</inkml:trace>
  <inkml:trace contextRef="#ctx0" brushRef="#br0" timeOffset="8016">2046 892 8106,'-2'-6'830,"0"2"-652,-2 2 1,2 5 0,0 4 0,2 5-12,0 5 1,0 2 0,0 2 0,0 2-73,0 1 1,2 1-1,0 4 1,-1-1 10,0-1 1,0-3 0,0 2 0,1-5 131,0-3 1,-2-5-354,0-5 0,1-7 1,1-6-1,0-6-185,-1-6 0,3-4 0,-1-3 0,2-2 71,2-4 1,-4 2-1,5-3 1,0 2 146,-1 2 0,1 2 0,0 3 0,1 2 143,1 1 1,-2 8-1,0 3-87,-1 6 0,-2 9 0,-2 6 1,0 4 172,-1 3 0,-2 1 0,0 3 0,0 0 48,0 1 1,0 0-1,1-2 1,0-1-578,2 0 1,2-4 0,-1 1-47,2-3 1,0-4 0,1-3-1,2-3 119,1-2 1,2-4 0,-1-5 308,0-5 0,0-4 0,1-5 0</inkml:trace>
  <inkml:trace contextRef="#ctx0" brushRef="#br0" timeOffset="8272">2335 976 7800,'-6'1'0,"-1"1"423,1 2 0,2 2 0,-1 2 0,1 2 1,0 2 0,2 0 0,2 6 0,0-1-246,0 2 0,5-2 1,2-1-1,2-1-140,2-3 0,-1-2 0,1-4 0,0-2-85,2-1 1,-3-6 0,0-2-1,0-2-254,0-4 1,-4-4 0,0-1-1,-3-2 100,-1-2 1,-2 5 0,0-4-1,0 3 11,-3 2 0,0 2 0,-4 1 0,1 1 82,0 0 0,-3 1 0,1 3 0,0 1-369,1 1 0,0 1 0,1 0-811,-1 0 1288,4-2 0,0 4 0,3-2 0</inkml:trace>
  <inkml:trace contextRef="#ctx0" brushRef="#br0" timeOffset="8484">2502 815 7800,'0'7'206,"0"-1"0,2 1 0,0 2 1,0 2 283,-2 1 1,2 4-1,1 3 1,-1 3-227,1 3 1,-3-3 0,2 3-1,0 0-255,0 0 0,-1-1 0,2-2 0,-1-1-45,0-3 1,0-4 0,-2 0 0,0 0-1884,0-3 0,-1-2 1919,-1-5 0,-4-6 0,-4-6 0</inkml:trace>
  <inkml:trace contextRef="#ctx0" brushRef="#br0" timeOffset="8693">2451 1078 7800,'-7'0'1320,"1"0"-1167,2-2 0,3 1 0,5-1 1,5 1-155,2 1 0,5-1 1,1 0-1,1-1-695,2 0 1,-1-1-1,3 1 696,1-2 0,2 0 0,1-3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5:06.5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97 7800,'0'-9'101,"0"2"0,0-2 1,0 2 216,0 1 0,1 2-18,1 2 0,-1 5 0,1 3 0,1 5-5,1 3 1,0 3 0,0 5 0,1 1-269,1 2 1,-2 2-1,1 2 1,-1 1-124,-1 1 0,2 0 1,-2 0-1,-2 0-274,0-1 1,-1-4 0,0-1 0,0-6-327,0-5 1,-1-7 0,-1-7 421,-2-3 1,-2-7 0,0-7 0,1-2 273,1-3 0,-3-3 0,-3-5 0</inkml:trace>
  <inkml:trace contextRef="#ctx0" brushRef="#br0" timeOffset="328">33 110 7800,'9'-23'35,"-1"2"1,0 4 140,-1 2 0,0 4 1,1 2-1,1 3-33,-2 2 0,1 1 0,-2 4 0,0 3 99,1 2 1,-4 6-1,0 0 1,-3 3-58,0 1 1,0 0 0,0 2 0,0 0-253,-3 0 0,0-2 0,-4 0 1,1 0-295,0-2 1,-1-1 0,1-2 0,-1-3-584,1-1 0,-1-3 944,1-2 0,0-1 0,-1-1 0</inkml:trace>
  <inkml:trace contextRef="#ctx0" brushRef="#br0" timeOffset="592">206 174 7800,'7'0'0,"-1"1"99,0 1 0,2-1 0,-1 1 0,3-2 267,0 0 1,-3 0 0,3 0 0,-2-2-209,1-3 1,-1-3-1,-1-3 1,-1-1-120,-2-1 0,-1 0 0,-1-2 0,-1 0 24,-2-2 1,-2 5-1,-5 1 1,-1 2-149,-1 4 0,1 3 0,-1 2 0,-2 4 186,0 4 1,1 5 0,1 3 0,1 2-30,1 1 1,3-2 0,1 4 0,0 0-149,0 1 1,1-3 0,3 1-1,1-1-355,1-1 0,2-3 0,4-1 1,2-2-391,0-4 0,1-3 0,3-4 821,1-2 0,0-6 0,-2-3 0</inkml:trace>
  <inkml:trace contextRef="#ctx0" brushRef="#br0" timeOffset="898">373 116 8086,'0'7'530,"0"2"1,0 2 0,0 2-246,0 1 0,-2 4 1,0 2-1,0 3-173,-1 2 1,2-3 0,-1 3-1,1-2-172,1-2 0,-2-4 1,0 0-1,0-2 207,2 0-118,0-7 1,-2-8-1,-1-8 1,2-3-18,0-5 1,1-2 0,0-1 0,0-3 43,0-1 0,1 0 0,0 0 0,2 0-312,1 0 0,0 3 1,3-2-1,1 2-351,1 1 1,2 4-1,0 1 1,3 0 148,1 3 1,1 1-1,-2 4 1,2 1 457,0 1 0,-2 2 0,0-2 0,-2 1 0,-4 2 0,0 0 0,-2 1 0,0 0 0,-1 0 0,-1 0 0,-3 0 0,-1 0 0,-3 1 236,-1 1 1,-1 0 0,0 4 0,0 2 477,-2 1 1,1 0-1,-1 4 1,1 1-280,-1 4 0,3-1 0,1 3 0,-1 0-269,1 0 1,1-1-1,0 4 1,1 2-312,-2 0 1,3-2 0,-2-1-1,1-1-273,1 0 1,2-5 0,0 0-1543,0-4 1,-2-6 1959,0-6 0,-3-8 0,0-6 0</inkml:trace>
  <inkml:trace contextRef="#ctx0" brushRef="#br0" timeOffset="1150">444 328 7800,'0'-6'-493,"0"1"0,0 1 1235,0-1 1,2 1 0,1 1-1,0-1-455,2 1 0,1 1 1,0 0-1,1-1-664,2 1 0,1-2 0,3 2 0,-1 0-357,1-1 0,0 1 1,0-1 733,0 0 0,0-2 0,-1 1 0</inkml:trace>
  <inkml:trace contextRef="#ctx0" brushRef="#br0" timeOffset="1431">630 251 7800,'3'1'206,"-1"1"1,2-1 152,0 1 0,2-2 1,0 0-1,1-2-274,-1-3 1,0 0 0,0-2 0,-1 1-97,-1-1 0,-1 0 1,0-1 132,0 0 1,-2-1-1,-3 4 1,-4 0 0,-2 3 1,-3 2-1,2 2 1,-1 3-2,-1 3 0,1 2 1,1 3-1,1 0-141,-1 2 0,3 2 0,2 2 0,1 1-289,2 1 0,0-1 0,2 2 0,3-3-123,2-2 0,5-4 0,1-5 1,2-3-147,3-3 1,-1-5 0,1-4 0,1-6 576,1-5 0,0-2 0,0-7 0,0 0 0</inkml:trace>
  <inkml:trace contextRef="#ctx0" brushRef="#br0" timeOffset="1532">848 193 7800,'-10'-3'-112,"3"-2"1,-3 3 0,-1 0 491,-1 1 1,2 4 0,-2 2 0,0 1 158,-1 3 0,1 1 0,0 2 0,2 2-340,2 1 1,3 0-1,-2 3 1,2 2-235,2 0 0,1-2 1,3-2-1,1 0-273,2-2 0,4-3 0,1-3 1,2-3-445,3-3 0,-1-4 0,4-3 0,-1-4-912,0-3 1664,-1-1 0,6-9 0,-1 2 0</inkml:trace>
  <inkml:trace contextRef="#ctx0" brushRef="#br0" timeOffset="1973">963 84 8072,'-4'7'451,"0"0"1,-1 1-37,-1 3 0,2 1 0,1 2 0,1 1-110,0 2 1,0 2 0,2 2 0,0 1-437,0 1 0,0-4 1,0 1-1,0 2-741,0 0 0,0-6 0,0 0 1,0-2-890,0-3 1761,0-2 0,-3 0 0,0-3 0</inkml:trace>
  <inkml:trace contextRef="#ctx0" brushRef="#br0" timeOffset="2225">880 315 7959,'3'-6'564,"0"-1"0,-2 1-666,1 0 1,2 1 0,2 1-1,0-1-120,1-1 0,2-1 0,2-1 1,1-1 221,1-1 0,-1-1 0,1-1 0</inkml:trace>
  <inkml:trace contextRef="#ctx0" brushRef="#br0" timeOffset="2226">1059 78 8122,'0'6'580,"-3"1"1,3-1 0,-3 1 0,0 2-331,-1 1 0,1 3 0,1 2 1,0 0-327,0 2 1,1 0-1,-1 3 1,2 0-139,0-1 1,0-3-1,0 0 1,0-1-164,0-3 1,0-3 376,2-4 0,-1-3 0,2-2 0</inkml:trace>
  <inkml:trace contextRef="#ctx0" brushRef="#br0" timeOffset="2460">1079 264 7800,'6'0'68,"-2"-2"0,0 0 1,1-1-65,1 1 1,-2 1 0,1-1 0,2 0-18,1 0 0,1 1 0,-1-1 0,0 1-771,0-1 0,1 1 784,0-1 0,2-2 0,-1 1 0</inkml:trace>
  <inkml:trace contextRef="#ctx0" brushRef="#br0" timeOffset="2461">1213 180 7800,'-5'1'544,"0"1"1,0 0 0,0 2 0,0 2-20,-2 2 1,3 2-1,0 5 1,-1 3-290,-1 3 0,2 0 0,1 5 0,1 2-145,0 0 1,0 1 0,2-3 0,0-1-1037,0-2 0,1-8 0,0 0 0,2-4 945,1-2 0,0-4 0,2 0 0</inkml:trace>
  <inkml:trace contextRef="#ctx0" brushRef="#br0" timeOffset="3050">1502 136 6509,'0'-7'-517,"0"0"926,0-2 1,0 4-1,0-1 1,-1 0 315,-1 1 1,1-1-1,-4 1-310,0 1 0,0 2 0,-2-2-297,1 1 0,0 4 0,2 4 0,2 3-28,1 2 0,1 3 0,0 2 0,1 2-284,1 2 0,-1 0 0,4 0 0,-1 1 13,2-1 0,-2 0 0,0 0 0,-1-2 133,-2 0 1,0-2 0,-2 2 0,-1-1 42,-2 1 1,-3-5-1,0 0 1,-3-1-21,-2-1 0,2-3 1,-3-1-1,1-3 31,0-2 0,2-1 0,2 0 0,1-1-643,0-1 1,4-2 0,0-2 636,3-1 0,-3-2 0,-1-1 0</inkml:trace>
  <inkml:trace contextRef="#ctx0" brushRef="#br0" timeOffset="3337">1624 257 7809,'6'0'54,"1"0"0,-2 0 1,0-2-1,0-1 0,-1 0 1,0-1-1,0-1 222,-2-2 0,1 2 0,-3-5 0,0 0-101,0 0 0,-1 0 0,-1-2 0,-3 2-130,0 1 0,-4 3 0,0 2 0,-1 1 14,-1 2 0,1 0 0,-1 2 1,0 2 74,1 3 1,-1 3 0,2 4 0,1 1-54,1 1 0,2 2 1,0 3-1,3 2-20,2-2 0,0 3 0,0 0 0,2 0-442,3-2 1,1-2-1,3-2 1,3-5-420,3-5 1,0-4 0,0-6-1,2-4 800,2-5 0,-2-5 0,-1-3 0,0-2 0,2-5 0,-2 1 0</inkml:trace>
  <inkml:trace contextRef="#ctx0" brushRef="#br0" timeOffset="3567">1765 142 7925,'-3'-4'287,"-1"2"0,-2 2 1,0 2-1,-1 3-50,1 0 0,-1 5 0,2 2 0,0 3-4,0 2 0,2 2 0,-1 3 1,1 1-185,3 1 1,0-1 0,0 0 0,3-1-417,1-1 1,2-2-1,0-3 1,1-3-182,2-4 1,0-2-1,2-4 1,0-3-131,0-3 0,-1-7 678,1-2 0,-3-4 0,1-3 0</inkml:trace>
  <inkml:trace contextRef="#ctx0" brushRef="#br0" timeOffset="3848">1861 200 7800,'-6'0'400,"-1"0"1,1 0 0,0 3-3,2 1 0,0 0 1,3 3-1,-1 2-187,0 2 0,2 3 0,0 0 0,2 2-287,3 0 1,0-2-1,2 1 1,-1-2-187,1-2 0,-1-3 0,1-3 0,1-3 45,1-2 0,0-1 0,-2-3 1,1-5 142,0-2 1,-3-5 0,3-1-1,-2-1 9,-2-2 1,0 1 0,1 0 0,-1 2 324,1 2 0,-1 5-129,0 1 0,-2 8 1,2 6-1,-2 5-190,0 4 1,-1 0 0,1 3-1,0 1-45,2 1 1,-2-3 0,2-2 0,-1-2-692,1-1 0,-2-4 1,2 0 794,1-4 0,-1-4 0,0-3 0,0-4 0,3-4 0</inkml:trace>
  <inkml:trace contextRef="#ctx0" brushRef="#br0" timeOffset="4096">2047 219 7800,'0'-4'1069,"0"2"1,0 3 0,0 3-862,0 2 1,0 2 0,0 1 0,0 2-22,0 1 0,0 1 0,0 2 0,0 0-373,0 2 0,0-3 1,0 0-1,0-2-173,0-4 388,0-1 1,2-5-1,1-4 1,1-6 132,1-6 1,0 0-1,1-2 1,-1-1-281,-1 1 1,1 1 0,1-2 0,0 0-361,1 0 0,-3 2 0,0 2 0,1 3-426,1 1 1,0 2 0,1 1 903,-1 2 0,1 7 0,-1 4 0</inkml:trace>
  <inkml:trace contextRef="#ctx0" brushRef="#br0" timeOffset="4364">2188 219 8082,'3'4'745,"-2"-2"1,4-2-561,0 0 1,-2 3-1,2-1 1,0-1 261,0 0 0,2-2 0,-1-1 1,0-2-217,1-2 0,0 0 1,1-2-1,0 1-54,-3-2 0,2-2 0,-4 3 1,1-1 71,-2 0 1,-1 2 0,-1-2 0,-1 2 27,-1 1 1,-2 1 0,-5 2-1,-1 0-25,0 2 1,-2 3-1,2 2 1,-1 2 7,1 3 0,0-1 0,-2 3 0,2 0-91,1 1 1,1 4 0,1 0-1,1 2-160,2 1 1,1-1 0,3 3-1,0 0-615,0 0 0,2-3 0,1 1 0,4-3-322,3-2 1,-1-5 0,3-3-1,2-3-1073,2-1 1,-1-7-1,1-2 2001,0-2 0,2-5 0,-2-2 0</inkml:trace>
  <inkml:trace contextRef="#ctx0" brushRef="#br0" timeOffset="4614">2336 322 7800,'6'0'3578,"-2"-3"-4753,-1 2 1175,-3-2 0,2 3 0,2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7:45.7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0 201 6963,'0'-17'-41,"0"0"1,0 0 738,0 1 1,0 5 582,0-1-1086,0 9 0,0-3 0,0 12 0,0 5-237,0 4 0,2 7 0,4 2 1,3 2-1,2 2-360,0-2 1,0 5-1,4-5 1,-2 0-251,-2-3 0,0-5 0,6-1 652,0 0 0,7-1 0,2 1 0</inkml:trace>
  <inkml:trace contextRef="#ctx0" brushRef="#br0" timeOffset="367">317 0 9686,'6'13'318,"3"2"1,4 4-247,6-1 0,3 6 0,-2 0 0,4 0-188,2 1 0,-5-1 0,1-6 0,-3 1 161,-3-4 0,-5-4 1,-1 2-127,-3-2 1,-3-7-197,-10 1 1,-3-3 0,-8-2 0,-1 0 204,-5 0 1,5 2 0,-4 2 0,3 1 23,2-1 0,6 0 0,0-1 321,-2 3 0,6 7 1,1-2-4,4 4 1,10-4 0,3-2 0,6-1-141,5-5 1,-4 5 0,6-3 0,-1-1 59,-1-2 1,2-2 0,-4 0-646,3 0 0,-1 0 0,-5-2 0,-1-2 455,1-1 0,0-8 0,-1 3 0</inkml:trace>
  <inkml:trace contextRef="#ctx0" brushRef="#br0" timeOffset="511">718 284 8852,'17'-17'0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17:42.1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1570 201 7101,'-8'-10'1670,"7"1"-1262,-5 4 0,4 1 0,6-5-159,7 1 0,0-3 0,13 4 0,0-1-300,4 1 1,4-4 0,3 3 0,2 1-461,2-1 0,2-5 1,-4 4-1,2-2 126,-2 0 1,-2 5 384,-2-5 0,1 0 0,-1-6 0</inkml:trace>
  <inkml:trace contextRef="#ctx0" brushRef="#br0" timeOffset="766">18 685 6372,'-8'-9'2187,"6"-1"-1533,-3 5 0,3 1-440,2-7 1,7 2-1,4-4 1,4 1-262,2-1 1,7 0-1,2 1 1,2 0-475,0-1 1,-6 4 0,4-2 0,0 0 280,0 2 1,-6-4 0,2 7 239,-3 2 0,-2-5 0,-1 0 0</inkml:trace>
  <inkml:trace contextRef="#ctx0" brushRef="#br0" timeOffset="932">268 368 7841,'-9'16'471,"1"1"1,3 0-252,-1-1 0,0 3 1,6 1-1,0 4-164,0 2 0,0 2 0,0 6 0,2-1-306,4 0 1,-2-5 0,7 0 0,2 0-477,2-2 0,3-2 0,4-9 726,6-4 0,-4-4 0,0-7 0,-7 0 0</inkml:trace>
  <inkml:trace contextRef="#ctx0" brushRef="#br0" timeOffset="1183">518 501 7606,'-5'26'0,"-1"-4"152,2-3 0,3 3 1,1 2-1,0 0 282,0 1 0,0-3 0,0-6 0,1 1-437,5 0 1,3-6-1,8-2-179,0-1 1,-1-5 0,1-8 0,-2-6 121,-4-4 1,2-4 0,-7-1 0,-3-4-54,-1-2 1,-2 5 0,0-1 0,0 4 68,0 1 0,-2 2 0,-3 2 0,-5 2-80,1-2 0,-6 6 0,4 1-36,-4 4 1,-1 2-524,-1 0 0,6 0 683,0 0 0,7 0 0,-3 0 0</inkml:trace>
  <inkml:trace contextRef="#ctx0" brushRef="#br0" timeOffset="1633">986 568 7841,'11'6'64,"0"-1"16,2-1 1,-4-2 0,2-2-27,2 0 0,2 0 0,0-2-66,-4-4 1,2-3 0,-7-8-1,-3 1 54,-1-1 0,4 0 1,-1 0-40,-1 1 0,-2-1 0,-4 2 0,-2 2 0,-3 4 135,-2 2 1,-3 1 0,-4 6 103,-1 0 0,0 2 0,3 3-56,2 7 1,-2 2-1,4 3 1,1 2-73,3 3 0,5-4 0,1 7 0,0-3 0,0 2-353,0 2 0,1-4 1,5 4-111,5-2 0,4-2 0,2-5 0,-1-2-186,1-4 1,0 2-1,1-7 1,3-3 534,1-1 0,0-17 0,-5-3 0</inkml:trace>
  <inkml:trace contextRef="#ctx0" brushRef="#br0" timeOffset="1982">1253 518 8052,'0'17'49,"0"-6"1,0 0 0,0 2 73,0 2 1,0-4 0,0 0 0,0 2-2,0 2 1,0 1 0,2 1 0,1 0-229,3-1 0,1-4 0,-3-1-66,2 2 1,5-4 0,-4 0 121,2-1 1,-5-5 0,3-6 0,-1-5-63,0-1 0,-1-4 0,-3-7 1,2-5 117,1 0 0,1 4 0,-4-1 0,1 1 84,3-1 1,0 4 0,-5-3 0,3 6 364,2 4 0,1 6-332,-1-6 1,3 9 0,6 2-112,-4 9 0,2 8 0,-6 3-247,3 2 0,-5 2 0,4-3 0,1 1 0,-3-1-437,0-3 1,5-1 0,-5-2 671,2-4 0,-5 4 0,3-6 0</inkml:trace>
  <inkml:trace contextRef="#ctx0" brushRef="#br0" timeOffset="2316">1670 434 7841,'-9'-11'-17,"1"0"91,1-2 1,-2 6 0,-6-1 653,4 1-360,-4 5 0,13 2-413,-4 11 1,5 4-1,2 2 1,5-1 24,5 1 1,-2-6-1,2 0 1,1 2-57,-3 2 1,6 2-1,-4 0 37,4-1 0,-4 1 0,-2 0 1,-2-1-77,-3 1 0,4-6 1,-3 0-1,-1 2-240,-2 2 0,-2-4-332,0 0 1,0-5 686,0 5 0,-8-7 0,-1 3 0</inkml:trace>
  <inkml:trace contextRef="#ctx0" brushRef="#br0" timeOffset="2866">1753 468 7841,'-1'11'999,"-3"0"-826,-2 2 0,1 2 0,5 2-165,0-1 0,2 1 1,3-2-1,4-2-217,1-2 1,5-6-1,-4 5 1,2-1-49,-2 0 1,4-5 0,-4 2 62,4-5 1,-1-2 0,-1-5 115,-1-5 1,-9-4 0,3-2 205,-4 1 0,-2-1 1,0 0 1355,0 1-684,0-1-766,0 8 0,0 9 0,2 9-413,3 0 1,-3 6-1,5-4 1,1 4-246,3 2 0,-2-8 1,0-2 623,-1 1 0,-1-6 0,-1 3 0,-2-9 0,5-3 0,-2-2 0,-3-4 0,-2 4 0,-2-3 56,0-1 0,0 4 1662,0-2-512,0 0-1201,0 2 1,0 3 0,2 12 114,3 5 0,-3 4 1,4 1-1,-5 1 1,1 0-570,4-1 0,-4-5 0,3 1-77,-3 1 1,-2-4 75,0 2 380,0-7 1,0-4 0,0-11 0,0-4-28,0-2 0,0 0 0,0 1 0,0-1-75,0 0 0,0 1 1,0-1 171,0 0 0,2 6 0,4 0 0,-5 0 0,7-6 0</inkml:trace>
  <inkml:trace contextRef="#ctx0" brushRef="#br0" timeOffset="3098">2154 434 7496,'26'0'-299,"-4"0"1,-9 0 0,-2 0 1083,2 0 1,2 0-515,2 0 0,-8-7 1,-3-4-188,-4-4 1,-2-2-1,0 1 1,-2-1-38,-4 0 1,2 6 0,-7 0-91,-2-2 1,-2 6 0,-1 1-1,-1 4 99,0 2 1,3 2 0,1 4-1,3 5 106,3 4 1,1 3 0,6 3-1,0 3-33,0 2 1,2 0-1,4 3-148,5-1 1,6-6 0,5 4 0,4-2 0,2-5-530,-1-6 1,1 0 0,4-8 0,-3-1-446,-1-2 0,-7-8 993,1 1 0,-4-16 0,-1 3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1:08.4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15 102 8006,'0'-10'1234,"0"0"1,0 10-853,0 5 0,0 5 0,0 14-185,0 2 1,0 4 0,0 4 0,0 7 0,0 4-33,0 4 1,0 2 0,0-4 0,0 2-154,0-2 1,-2-6 0,-1-5-1,-2-5-128,2-9-234,1-10 0,2-14 0,0-12 0,0-9 110,0-5 1,2-9 0,1-6 115,2-4 0,7-8 1,-3 2-1,4 1 0,2 2 75,0-1 1,1 11 0,2-3-1,3 6 115,2 4 1,0 4 0,1 6 0,-3 8 39,1 9 0,-4 6 0,4 6 1,-1 9 127,-3 8 1,-6 6 0,-2 4 0,-1 4-59,0 6 0,-1-6 0,-5 9 0,2-2-504,-2-4 1,-1-5-1,-2-1 1,0-3-880,0-2 0,0-4 0,0-3 1207,0 0 0,-7-3 0,-1-4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1:09.2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74 7182,'8'-15'248,"-1"1"572,-7-1 1,-2 5-1,-3 2-360,-4 1 1,-4 3 0,-2 5-1,0 4-164,1 5 0,-6 3 1,0 3-1,3 4-145,0 4 1,7 4 0,2 3 0,0 3-432,0 5 0,5 4 1,-1 0-332,8 1 1,1-1-1,8-2 1,5-4-1,3-3-468,5-6 1,6-12 0,3-11 1078,-3-3 0,4-10 0,0-9 0,0-10 0,0-11 0,-2-11 0,-5-3 0</inkml:trace>
  <inkml:trace contextRef="#ctx0" brushRef="#br0" timeOffset="248">422 162 7841,'-14'-8'8,"-2"3"1,-2 2-8,-2-2 1,-1 3-1,3-3 1,-2 5 566,2 5 1,2 3-1,2 7 1,-1 1-85,0 4 0,5 1 0,2 5 1,2-2-382,2 2 1,4 1 0,5-1 0,5-4-28,3 0 1,3-4 0,2-9-1,4-4-567,0-3 0,1-4 0,3-3 0,-1-4 42,1-5 0,-5-7 1,0-3-1,-1-2 360,-1 1 0,-4-2 1,-5 4-1,1 0 30,2 3 1,-5 9-1,-1 3 305,-1 1 1,-4 4 0,3 8 0,-4 5-175,-1 3 1,0 6 0,0 1 0,0 0-343,0 1 1,0 0-1,0 3 1,2-3-835,3 1 0,-2-11 1104,7 4 0,-7-10 0,4 1 0</inkml:trace>
  <inkml:trace contextRef="#ctx0" brushRef="#br0" timeOffset="582">716 147 7841,'0'15'87,"-2"-5"0,-1-1 1,-2 3 462,2 1 1,-4 3-1,2 2 1,2 5-249,1 5 0,1-1 0,-2 11 1,-2 1-97,1 3 0,3-6 0,1 6 0,0-4 28,0-6 0,0-5 0,1-6-267,4-5 0,-1-6 1,4-15-488,-2-5 0,4-14 0,-4-7 190,3-5 1,-1-8 0,3-7 0,-1 1-1,0-1 118,-2 4 0,5 6 0,-5 4 0,2 3-74,0 6 1,-5 5 469,4 9 0,-4 7 0,3 7 0,-1 10-89,-4 8 0,-1 6 0,-2 9 0,0 3-357,0 1 0,0 2 0,0 4 1,1-3-106,4-1 0,-3-6 0,4 0-67,1-7 434,-5-5 0,11-7 0,-5 1 0</inkml:trace>
  <inkml:trace contextRef="#ctx0" brushRef="#br0" timeOffset="915">994 177 7841,'9'1'552,"-5"4"1,-2-2 0,-2 7-105,0 1 1,0 4 0,0 3 0,0 3-252,0 2 1,0 6 0,0 6 0,-2-1 19,-2 2 0,2-4 1,-3 4-1,3-3-274,2-6 0,0-5-464,0 2 1,2-16 298,3-8 1,-3-15 0,4-17 0,-1-4 99,0-1 1,5-4 0,-4-5 0,1 1 58,-1 2 0,4 11 0,-4 1 0,1 6 430,-1 4 0,1 8-141,-2 8 0,-4 12 0,4 7 0,-3 9-135,-2 5 0,0 8 0,0 3 0,2 5-272,3 5 1,-4-7-1,6 4 1,-1-4-859,4-6 0,3-5 0,3-8 0,4-7 1039,4-5 0,-3-7 0,7-4 0,-5-9 0</inkml:trace>
  <inkml:trace contextRef="#ctx0" brushRef="#br0" timeOffset="1164">1420 265 7841,'-10'9'190,"-2"1"1,-2 3 489,-4 5 0,-2 2 0,7 6 0,2 3-271,1 2 0,2 1 1,-2 8-1,5-5 54,4 1 0,2-10 0,4 2 1,5-7-549,3-8 0,3-5 1,2-8-1,3-1-208,2-4 0,-3-10 1,3-9-1,-2-6-9,-3-4 1,-7 2 0,-3-6 0,-1 2 89,-4 4 0,-1 1 1,-2 3-1,0 2 25,0 2 1,-5 6 0,-2-2 0,-1 4-452,-3 1 1,-2 7-1578,-2 3 2215,0-3 0,7 6 0,8-11 0,8 5 0</inkml:trace>
  <inkml:trace contextRef="#ctx0" brushRef="#br0" timeOffset="1350">1669 118 7841,'10'16'243,"-1"4"0,-4-4 1,3 5-1,-1 0 240,-4 4 0,-1-1 0,-2 4 0,0 5-308,0 2 1,0 6 0,0 5 0,0 1-438,0 0 0,0-11 0,0 3 0,0-6-342,0-4 1,0-6 603,0-4 0,0-2 0,0-3 0</inkml:trace>
  <inkml:trace contextRef="#ctx0" brushRef="#br0" timeOffset="1531">1596 484 7841,'0'-14'709,"0"4"0,0 0-74,0-1 0,0 3 0,1-2-571,4-1 1,3 4-1,9 0 1,0 3-489,3-1 1,6-5-1,-2 3 1,4-1-369,2-3 1,5 1 0,4-3 0,4-3 791,1-1 0,0-5 0,6-1 0,2-6 0</inkml:trace>
  <inkml:trace contextRef="#ctx0" brushRef="#br0" timeOffset="1898">2343 89 7963,'-8'0'321,"2"1"0,4 2 1,-1 4-1,-2 1 130,2 3 1,1-1 0,2 3 0,0 5-202,0 3 1,0 1-1,0 5 1,0 8-149,0 5 1,0-2-1,0 7 1,-2-1-12,-2-3 0,2-5 0,-5 1 0,3-2-130,-1-8 1,-2-4 56,2-8 1,4-9 0,-4-6 0,3-10-314,2-7 1,2-1 0,3-7 0,4-1 88,4-2 1,2 1-1,0 2 1,1 4 98,4 0 1,-4 10-1,3-2 128,-2 4 0,2 0 0,1 4 0,-1 3 1,1 4 123,-1 3 0,-1 11 0,-6 0 0,-4 5 588,-2 5 1,-1 2-1,-5 1-320,0 1 1,-1-3 0,-4 0-1,-5-5 1,-5 0-265,-4-5 1,-4-5 0,-5-4-1,2-1-102,2-4 1,-1-2 0,-2-1 0,1 0-1216,1 0 1,12-1 0,-2-2 0,4-4-8,3-1 0,1 3 0,9-5 0,3 0 1175,5 2 0,3-11 0,1 2 0</inkml:trace>
  <inkml:trace contextRef="#ctx0" brushRef="#br0" timeOffset="2147">2622 528 7841,'20'-8'274,"1"3"1,0 2 117,0-2 1,4 2-1,-4-7 1,0-3 119,0-5 0,4 2 0,-6-5 1,-1 1-223,-2 1 1,-8-6 0,-1 6-1,-2 1-333,0 1 0,0 1 0,-7-2 0,-3 0 10,-5 5 0,-8-1 0,-3 6 0,-2-1-119,-3 4 0,4 4 1,-3 1-1,1 0 364,1 0 0,0 8 0,5 5 0,0 7 125,5 2 0,0 3 0,8 4 0,2 2-100,1 3 1,2-3 0,2 5 0,3-2-308,5 1 1,9-1 0,6-7-1,2-2-600,3-6 0,1-4 0,1-5 1,4-5-1534,2-4 1,-1-7 2202,2-4 0,3-9 0,-4-4 0</inkml:trace>
  <inkml:trace contextRef="#ctx0" brushRef="#br0" timeOffset="2814">3516 279 7841,'-19'-13'0,"-2"2"242,-2 1 0,3 7 0,-2-2 124,0 3 1,3 2 0,4 2 0,2 4-194,3 9 0,4 5 1,6 7-1,0 1 1,1 5-5,4 2 0,4-2 0,7 1 1,3-3-230,6-2 1,-2-4 0,-1-2 0,1 0 103,0-1 1,-5-4-1,2 2 1,-6-4 175,-4-1 1,-4-1-1,-7 1-58,-4 0 0,-5-1 1,-8-1-1,-5-3 77,-4-5 1,4-2 0,-10 1 0,1 1-667,1-2 1,5-2 0,3-1 0,2 0-646,3 0 0,3-1 1,5-4 192,6-5 0,4-5 0,4-2 879,6-3 0,10-6 0,3 3 0</inkml:trace>
  <inkml:trace contextRef="#ctx0" brushRef="#br0" timeOffset="3114">3766 147 10360,'0'21'403,"0"2"0,0 8 0,0 5-279,0 8 1,0 3 0,0 9-1,0 1-48,0-2 0,5-11 0,0-3 0,-2-7-187,-2-6 1,4-14-1,2-1 8,1-4 1,-3-18-1,5-10 1,-1-9 41,0-6 1,4-4 0,-4-6 0,4 0 91,2 0 1,0 7-1,-1 4 1,-1 7 156,-3 7 0,3 9 0,-5 7 0,2 8-120,0 9 1,-7 12 0,2 10 0,-2 3-358,2 7 1,-3-2-1,3 5 1,-4-4-2513,-1-1 2801,0 0 0,-6 7 0,-2 1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1:19.0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338 30 7963,'-15'-6'-229,"0"4"1,1-3 0,-3 2 628,-2-2 0,2 3 1,-2-3-1,3 4 64,1 1 1,-5 1 0,1 3 0,-1 4-326,-1 5 1,5 0-1,-4 10 1,4 0 6,1-1 0,6 3 0,-1 4 0,0 0-354,2 1 0,1-1 0,7 0 0,0 1-428,0-1 1,0-1-1,2-2 1,3-3-247,5-2 0,-1-7 882,6-4 0,-3 0 0,9 5 0</inkml:trace>
  <inkml:trace contextRef="#ctx0" brushRef="#br0" timeOffset="270">367 206 8020,'-13'15'97,"2"-1"1,1 3 0,-2 1 0,1 1 0,0 1 184,1 1 1,6 2 0,0 4 0,2-2-196,2-6 0,2-2 0,2-3 1,6-1-132,3-3 0,2-3 1,0-7-1,1-2-88,3-3 1,-2-5-1,2-8 1,-4-3 28,-5-2 0,-2 4 1,-5-5-1,2-3 140,-2 0 1,-1 2 0,-4 2 0,-3 1-13,-4-1 0,-4 5 1,-2-2-1,0 4-68,1 1 0,-1 7 0,0 2-246,1-1 1,-1 6 0,2-3 161,3 8 127,4-3 0,6 19 0,0-4 0</inkml:trace>
  <inkml:trace contextRef="#ctx0" brushRef="#br0" timeOffset="716">558 191 8020,'8'15'9,"-2"1"0,-6 2 0,0 3 217,0 2 0,-5-3 0,0 3 1,1-1 24,-3 1 0,4 0 0,-5 3 0,0-3-147,-1-2 1,6-1-1,-2-6-136,4 1 1,1-8-1,0-9-235,0-11 1,6-8 0,4-9 0,3-1 154,2-3 1,-1-3-1,1-6 1,1 3 31,4 1 0,-2 4 0,3-1 0,-2 4 29,-1 4 0,-10 9 0,7 1 232,-2 6 1,-1 12 0,-3 12 0,-4 6-24,-3 6 0,-2 9 1,0 1-1,0 0-51,0 2 0,0-5 1,0 3-1,0-1 110,0 1 1,0-8 0,0 3-221,0-1 1,0-12-125,0-1 0,0-17 0,0-3 0,1-8 97,4-6 0,4-6 0,4-7 0,-2-4-26,-1-1 1,0-1-1,4 1 1,1 6 40,0 5 0,-6 8 0,1 0 401,1 6 1,-4 7-1,0 10-224,-1 5 1,-4 8 0,3 3 0,-4 2-341,-1 3 0,0 2 0,0 1 0,0-1-24,0-4 0,2-1 0,1-5 202,2 1 0,6 1 0,-3-5 0</inkml:trace>
  <inkml:trace contextRef="#ctx0" brushRef="#br0" timeOffset="1200">1041 147 9545,'-8'15'308,"3"0"1,4 1 0,1 4 0,0 4-188,0 4 1,0 1-1,0-1 1,0-2-25,0-2 0,0-1 1,0 2-1,0-4-479,0 0 1,1-10 263,4 4 0,-1-10 0,4-2 0,-2-8-14,-2-9 0,2-3 0,1-9 0,1-5 79,3-6 1,2-1 0,0-1-1,-1 0-78,-3 2 0,1 1 0,3 8 0,-1 2 522,-3 2 0,1 12-133,5 2 1,-7 10 0,-3 10 0,-2 10-62,2 6 1,-3 5-1,2 1 1,-2 3-67,-2-3 0,0-1 0,2-2 1,1 1-279,2-1 1,0-9 0,-4-4-114,4-3 1,-1-3 0,4-12 36,-2-3 0,4-8 0,-4-8 1,1-2 74,0-3 1,2-2-1,-4-1 1,0 1-3,2 4 0,-6 1 0,6 5 1452,-1-1-1037,-4 6 1,4 8 0,-6 10 0,0 6-171,0 7 0,0 0 0,2 5 0,1-1-475,2 1 1,0-5-1,-5 2 1,2-4-781,3-1 1,-2-5 0,7-2 1159,1-2 0,2-7 0,2-14 0,-1-8 0</inkml:trace>
  <inkml:trace contextRef="#ctx0" brushRef="#br0" timeOffset="1426">1467 191 8054,'-2'-13'271,"-3"4"0,4 9 0,-4 11 1,3 5 22,2 4 1,0 4-1,0-3 1,0 1-54,0-1 0,2 3 0,1-4 1,3-4-163,3-4 1,-5-1 0,6-6-360,2-2 1,-1-3 0,-1-5 0,-4-5 225,1-3 0,-5-8 0,2-2 0,-2-1 18,-2 0 1,-2 4 0,-1-3 0,-3 2 31,-3 3 0,5 2 0,-5 1 0,1 0-1321,0 1 0,5 4 1325,-2 0 0,3 0 0,2-4 0</inkml:trace>
  <inkml:trace contextRef="#ctx0" brushRef="#br0" timeOffset="1666">1613 103 8054,'0'23'250,"-5"-2"0,1-4 0,0 1 0,1 1 0,0-1 0,-2 0 128,2 2 0,1-2 0,2 4 0,0 0-43,0-5 1,0 0-1,0-3-593,0 1 1,0-5 62,0 0 1,0-14 0,2-1 0,3-8 141,4-6 1,-1 1-1,1-6 1,-1-3 54,0 0 0,-3-1 0,3 4 0,-2 4 26,-2 4 0,-1 1 0,0 0 0,4 2-109,1 4 0,-3 2-286,5 7 1,-7 8 0,3 5 0,-1 7-285,0 3 1,0 1 650,-5 5 0,7 1 0,1-1 0</inkml:trace>
  <inkml:trace contextRef="#ctx0" brushRef="#br0" timeOffset="1940">1804 367 8241,'-2'9'966,"-3"-5"-966,4-2 0,-6 5 0,7 1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1:18.3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0 7841,'-10'0'255,"0"0"1,7 2 0,-2 3-222,3 4 0,2 6 0,0 5 0,0 6 54,0 6 1,0 1-1,0 6 1,2 2-9,3 1 1,-4-1-1,4 0 1,-3-1-71,-2-4 0,0-8 0,-2-5 0,-1-2-320,-2-3 178,0-8 0,5-10 0,0-10 0,0-5-96,0-4 1,5 1 0,2-7 158,1-1 1,2 3-1,4 1 1,1 0 35,0 4 1,-1 4-1,1 2 1,0 4 0,-1 2 200,1 2 1,-5 3 0,-2 2-1,-2 4 208,-2 5 1,2 5-1,-1 3-62,-2 1 1,-3 7 0,-5-3-1,-4 2-172,-4-1 1,-2-6 0,-1 3 0,-2-1 0,0-1-501,5-1 1,-2-6-1931,5-3 2288,-3-5 0,12 2 0,2-6 0</inkml:trace>
  <inkml:trace contextRef="#ctx0" brushRef="#br0" timeOffset="259">323 440 7940,'6'-13'194,"4"3"1,-2-1 0,0 4-1,1-1-14,-1-3 0,1-2 1,5-2-1,-3 0 14,-1 1 0,-2-6 0,3 1 0,-3-1-221,-1-1 0,-2 5 0,-5-4-173,0 4 1,-8 3-1,-5 3 1,-5 5 174,0 3 1,0 9 0,0 3 0,-2 4 229,2 6 1,2 3-1,3 6 1,2 0-136,1 1 1,7 1-1,-2 0 1,3 1-175,2 1 1,0-10-1,3 6 1,6-3-364,5-3 0,11-4 0,-1-7 0,4-4-1181,1-1 1648,0-3 0,7-4 0,2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1:17.2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265 14 7961,'-15'0'320,"0"0"1,1-2-1,-1-1 1,0-2 49,1 2 1,-2 3-1,-2 5-268,-2 4 1,-4 6 0,4 5 0,2 6-108,2 6 1,1 1 0,2 6 0,3 2-377,5 1 0,4 0 0,2-1 1,4-5-1,7-3-209,6-6 1,5-5 0,6-1 0,2-5 589,3-8 0,3-11 0,7-5 0</inkml:trace>
  <inkml:trace contextRef="#ctx0" brushRef="#br0" timeOffset="269">485 204 7841,'-15'-6'109,"0"4"1,1-3 0,-3 4 123,-2 1 0,3 0 0,-4 0 1,4 1 11,1 4 0,5-1 0,2 5 0,2 3-114,2 1 0,3 1 0,2 1-471,4 0 0,3-1 0,7-1 1,1-3 109,4-5 0,1-3 0,5-2 0,-1 0 104,1 0 1,-3-2-1,-1-1 1,1-4 127,0-1 0,-5 0 0,1-3 0,-2 3 386,-3 1 1,-4 0-259,0 3 1,-7 4 0,2 0-308,-3 8 0,-2 5 0,0 1 0,0 1 79,0 0 1,0-5 0,0-1 97,0 3 0,0 1 0,0 1 0</inkml:trace>
  <inkml:trace contextRef="#ctx0" brushRef="#br0" timeOffset="529">763 219 7841,'0'-15'16,"-1"7"1,-3 5 0,0 6-1,-1 9 1,0 4 480,0 4 1,-2 6 0,4-4 0,-2 3-397,2-1 1,1-1-1,2 2 1,0-6-203,0-3 1,0-1 0,0 0 1,0-1 0,2-5 1,3-8-55,5-9 0,3-5 1,1-15-1,1-3 7,0 0 1,-1-4 0,1 0 0,0 3 143,-1 1 0,-1 8 1,-1 3-1,-2 6 84,1 4 1,-3 3 0,0 9 0,-1 5-22,-4 7 0,0 9 0,1 10 1,0 1-431,0-2 1,2 4 0,1-3-428,1-5 0,0-1 796,2-7 0,3 6 0,-5-3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1:15.0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89 271 7841,'0'-15'144,"0"1"0,0-1 140,0 0 1,-2 7 0,-1 2 0,-4 1 24,-1 0 1,3 2-1,-3 8-121,2 4 0,-4 4 0,3 4 0,1 2 1,-2 6-72,-1 2 0,6 3 0,-2-1 0,4 0-144,1 1 0,0-3 0,0-2 0,0-4-276,0 0 0,1-9 1,4 1 74,5-5 0,3-5 1,2-8-1,-1-6 10,1-7 1,0-5 0,-1-6-1,1-1 84,0 1 0,-6 5 0,0 1 0,-1 2 245,0 3 1,-5 1 149,2 3 0,-3 7-605,-2 7 1,0 12 0,1 7-220,4-1 1,-3 3 0,4-1 562,1-2 0,1 5 0,7-1 0</inkml:trace>
  <inkml:trace contextRef="#ctx0" brushRef="#br0" timeOffset="264">353 330 7992,'-2'10'747,"-1"-1"-531,-2 3 1,0 2 0,5 4 0,0 4 84,0 0 1,-5-2 0,0 3 0,2-1-246,1 1 1,2-3 0,0 3 0,0-2-4,0-3 1,0-7 11,0-1 0,2-8 0,1-4-35,2-11 0,6-8 0,-2-9 0,0 1-8,1 0 1,0-1-1,5 1 1,-1 0-254,1-1 0,-5 1 0,-1 1 0,3 2-415,1 2 0,0 9 1,-2-1-1,-1 3-268,2 6 1,-4 4 913,1 3 0,1 7 0,5 1 0</inkml:trace>
  <inkml:trace contextRef="#ctx0" brushRef="#br0" timeOffset="798">646 447 7841,'15'7'0,"-1"-4"0,1 5 0,0-1 167,-1-4 0,1-2 1,0-2 192,-1-4 1,-6-3-1,-1-7 1,-2-1-177,0-4 0,0 2 0,-5-4 0,0-1-35,0 0 0,-5 0 0,-2-1 0,-1 4-9,-3 4 1,-2 3-1,-2 3 1,0 5-2,1 3 1,1 4-1,1 3 1,2 6-144,-1 7 0,3 5 1,0 8-1,1 2 51,4 1 0,1 2 0,2-4 0,0 3-125,0-3 0,2-1 1,1-2-1,4-1-661,1-3 1,3-9-1,7-8 1,2-3-6,-2-7 0,3-11 0,-2-13 0,1-8 744,1-10 0,-3-7 0,5-7 0,-2-3 0,-3-2 0,-2 3 0,-1-2 0,-1 8 0,1 10 0,-7 8 536,-3 12 0,-3 11 0,-2 13 0,0 8 67,0 5 1,0 8-1,1 3 1,3 4-328,1 1 0,4 1 1,-2-1-1,-1 0-82,1 1 0,3-7 0,-5-4 0,-1-1-92,3 2 1,-5-9 0,3 4-411,-4-2 1,-4-7-1,-5-1 1,-7-3-34,-1-2 0,-2 1 1,0 3 167,-2 1 1,-4 4-1,3-2 1,1 1-1,2 3 262,5 2 1,2 2 0,-2 0 0,3 1 179,5 4 1,4-2 0,1 4-70,0 0 1,1-3 0,4-4 0,5-1-358,3 1 1,6-7 0,1-3 0,0-3-1,-1-2-488,1 0 0,4-2 0,-4-3 0,-1-5-129,2-3 1,-3-1 773,7-1 0,-7 0 0,3 1 0</inkml:trace>
  <inkml:trace contextRef="#ctx0" brushRef="#br0" timeOffset="1058">1232 403 8161,'-9'5'611,"-1"0"1,5 6 0,-5-3 0,0 2-93,2 0 0,-5 5 0,5 6 1,-2 2-288,1 3 1,0 1 0,-2 3 0,3 1-324,1 3 0,-2-2 0,4 4 0,0-3-1812,-2-5 0,6-4 1903,-4 0 0,3-9 0,2-8 0</inkml:trace>
  <inkml:trace contextRef="#ctx0" brushRef="#br0" timeOffset="1664">1526 286 7891,'6'8'880,"4"-3"-631,3-4 0,3-1 0,2 0 0,3-1-165,2-4 0,2-3 1,4-7-1,0 0-49,1 1 1,-3-6 0,-2-1-1,-6 0-99,-2 0 1,-9 0 0,-3 1 0,-5-3-148,-5 0 0,-10 2 1,-9 8-1,-6 2 170,-4 1 1,2 8-1,-6 2 1,2 8 205,4 6 0,6 7 0,3 5 0,2 6 14,3 7 1,6 5-1,4 2 1,2 1-39,2 1 0,11-6 1,6 5-1,8-4-468,7-4 0,-2-12 0,10 1 0,0-7-532,3-8 0,3-5 1,2-8 858,0 0 0,6-6 0,3-2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2:10.8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0 132 9436,'3'5'206,"2"0"0,3-3 0,3 1 0,3 0 168,2-1 0,6 1 0,-1-3 1,2-1-223,-1-2 1,0-4-1,-4-5-204,-1 1 0,-1-3 0,-7 1 0,-2-1 1,-4-1-206,-5 1 1,-4 0 0,-5 1-1,-5 3 56,-2 2 0,-2 4 1,-2 2 318,2 4 0,1 5 1,3 6-1,3 2 1,1 2 317,3 3 1,3 2-1,2 3-187,1 2 0,2 0 0,5 0 0,4-1 0,4-1-760,4-3 0,-1-7 0,5-1 1,1-4-275,0-4 0,2-3 1,0-2 784,2-2 0,-2-10 0,2-5 0</inkml:trace>
  <inkml:trace contextRef="#ctx0" brushRef="#br0" timeOffset="402">722 21 7897,'0'-8'2761,"-1"4"-2393,-1 2 1,1 3 0,-2 4 0,2 5-259,-2 6 1,2 1-1,-2 6 1,1 2 42,-1 3 0,1 3 0,2 0 0,-1 0-702,-2 0 1,3-4-1,-3 2 1,2-3-667,1-2 1,4-10-1,1-5 1215,1-4 0,5-5 0,0-5 0</inkml:trace>
  <inkml:trace contextRef="#ctx0" brushRef="#br0" timeOffset="605">856 88 7733,'-11'0'132,"5"1"1,-3 0 0,-1 3 110,-1 0 0,1 1 1,-2 5-1,1 0 356,-1 2 0,6-1 0,-2 2 0,2 1 15,2-1 1,1 0 0,3 1 0,2 0-564,3-2 0,0-3 0,7 1 0,0-2-713,2-3 1,-2 0-1,4-2 1,1-2 300,-1 0 0,0-7 1,0-2-1,0-3-899,1-2 1,-5-3 0,2-2 1259,-3 2 0,2-7 0,-1 0 0</inkml:trace>
  <inkml:trace contextRef="#ctx0" brushRef="#br0" timeOffset="1141">975 103 7733,'-5'2'0,"1"1"0,0 2 376,0 0 1,1 2-1,-1 0 1,1 1 230,1-1 0,-1 4 0,0 1 1,2 1-304,0 2 0,1-2 0,0 4 0,0-1-170,0-1 0,2-3 0,2 1 0,-1-1 89,0 0 1,2-2 0,-1-3-559,0-2 0,1-2 0,1-3 0,0-4 125,-1-3 1,0-5 0,2-5 0,1-3 95,-1-1 1,1-5-1,-1 0 1,1 1 58,-1 3 0,0 5 0,-2 0 0,0 4 153,1 3 0,-2 6 0,0 6 127,0 7 1,-2 3-1,-2 8 1,0 1-295,0 3 1,0 0 0,0 0-1,0 0-349,0 1 0,0-5 1,1 0-1,2-4-2,2-4 0,1-4 0,2-4 1,-1-4-181,0-3 1,3-7 0,0-5 0,-1-5 599,0-4 0,-4 0 0,0-2 0,0 0 14,-1 2 1,1 1 0,-2 3-1,-1 2 194,-2 6 0,0 6 0,-3 5 317,-2 5 1,-1 6-1,1 8 1,0 4 315,2 1 1,1-1 0,2 4 0,0-2-424,0-3 0,0-1 0,3-1-420,2-4 1,4-2 0,1-5 0,0-4 0,0-4 6,0-5 1,0-4-1,-3-8 1,1-4-233,-1-3 0,-3 1 0,-1-2 1,-3 1-145,0-1 1,0 5 0,0-1 89,-3 4 1,0 4 0,-3 6 0,1 0 0,-1 1-627,0 1 0,1 4 390,0-2 1,3 3 0,0 2 516,4 0 0,-1 1 0,6 0 0,-3 1 0</inkml:trace>
  <inkml:trace contextRef="#ctx0" brushRef="#br0" timeOffset="1467">1280 80 7733,'3'-4'0,"-1"1"0,2 4 347,0 1 0,-1 0 0,-1 3 0,0 1 237,0 4 1,-1-1-1,1 6 1,0 0-261,0 1 0,0 0 0,-1 0 0,3 0-225,0-2 0,-2-4 0,3 0-93,1-2 0,1-4 0,0-2 1,1-4-173,-1-3 1,-2-2 0,0-3 0,1-3 59,0-1 1,-1 0-1,-1-1 1,1 3-416,-1 2 1,-3 2 384,2 0 0,0 5 0,0 3 107,-2 4 1,0 3-1,0 0 1,1 2 15,0 1 1,1-2-1,-3 1 1,2-3 88,1-1 0,0 0 0,-1 0 92,3-3 0,2-1 0,0-2 0,1-2-141,-1-5 1,-2 1 0,0-4 0,0 1-86,-1 0 0,2-2 0,-3 1-316,-2 0 0,3 1 1,-2 0-1,0 2 1,-2 1-1123,0-1 0,1 4 1496,2 2 0,-2 1 0,2 1 0</inkml:trace>
  <inkml:trace contextRef="#ctx0" brushRef="#br0" timeOffset="1766">1511 88 7400,'0'7'-1291,"0"1"1291,0-1 0,0-1 0,0 1 0,1 1 467,1 0 0,-1 1 0,2 1 1,-2 2 653,2 3 0,-2-1 1,3 1-1,1 0-831,-1 0 0,-2-3 0,2 0 1,0 0-264,1-1 1,-3-5-49,3-1 1,-2-8-1,1-4 1,-1-5-73,-1-2 0,1-4 1,0-2-1,1 0 127,-1 0 0,2 1 0,-2 3 0,0 0 184,1 2 0,2 4 0,-2 0-139,3 2 1,-2 5-1,-1 4 1,0 5-212,0 6 0,-2 5 0,1 2 0,-3 2-662,0 1 0,3-3 0,-1 3 0,0-1-347,-1 1 1,-1-5-1,1-1 1141,1-2 0,-1-2 0,6-7 0,-3-2 0</inkml:trace>
  <inkml:trace contextRef="#ctx0" brushRef="#br0" timeOffset="1959">1712 199 7733,'0'10'0,"0"0"0,-3 3 0,0 0 0,0 1 156,-1 1 0,-1 3 0,1 1 0,-1 1-135,0 0 1,0-1 0,1 0 0,0-4-717,1-1 1,1-5 694,-3 1 0,-3-2 0,-4-1 0</inkml:trace>
  <inkml:trace contextRef="#ctx0" brushRef="#br0" timeOffset="2433">491 527 8564,'0'10'0,"0"1"441,0 3 0,3 7 1,0 8-222,1 2 1,1 8 0,3-2-1,-1 1-57,1 0 1,-4-6-1,1-4 1,-2-6-1,-1-6-110,-2-4-130,0-6 1,-4-6-1,-2-5 1,-4-2-1,-2 0-157,-1-1 0,-1 3 0,-1 1 155,0 1 1,0 0 0,1 3 0,2 0 0,1 1 149,0 2 0,5 1 0,0 3 0,2 1 87,2 2 0,1 1 1,2 1 10,2-2 0,1 1 1,3-2-1,1-1 0,0-3-152,2-2 1,0-1-1,4-2-164,-2 0 0,0 0 0,1-2 0,-1-1 0,-1-1-77,1-2 1,-3-3 0,1-1-784,-2 1 1,1-2 0,-1 0 1006,-1 0 0,-1-2 0,1-2 0</inkml:trace>
  <inkml:trace contextRef="#ctx0" brushRef="#br0" timeOffset="2783">1102 743 7744,'-3'-5'291,"1"0"1,-4 3 0,0 0 40,-3 1 1,1 1 0,-3 0 0,0 1 0,-1 2-26,-2 4 1,1 2 0,3 3-1,0 1-293,4 1 0,3 1 0,-2 0 0,2 0-243,1 0 1,2 0-1,4-1 1,3-1-453,5-1 1,0-2-1,2 0 1,2-3 680,0-2 0,3 2 0,0-3 0</inkml:trace>
  <inkml:trace contextRef="#ctx0" brushRef="#br0" timeOffset="3082">1236 765 8264,'-11'3'487,"2"-1"1,-4 3-1,0 1-86,-1 0 0,2 2 0,0-1 0,1 1 78,2-1 1,2 3 0,2 0 0,2-1-393,2-1 1,1 0-1,1-2 1,3 0-509,3-1 1,1-2 0,5 1 77,0-1 1,1 0 0,1-3-1,0-1 1,0-2-67,0-2 1,-1-2 0,-1-2-1,-2-2 144,0-1 1,-1 0 0,-2-3 0,-2 0 577,-1 0 1,1 3 0,-4 0 0,1 2 1121,0 1-1256,-2 0 0,2 8 1,-3 4-1,0 4-311,0 2 0,0 3 0,0 2 1,0-1-201,0 0 1,1-4 0,2 1-1,2-2-1170,1-1 0,-1 0 1502,0-2 0,0 2 0,3-3 0</inkml:trace>
  <inkml:trace contextRef="#ctx0" brushRef="#br0" timeOffset="3365">1429 743 7922,'1'7'0,"1"1"384,0-1 0,0 0 0,-2 1 0,0 0-22,0 2 1,0-1 0,0 3 0,0-1-107,0 1 1,0-2 0,0 1 0,0 0-40,0-2 1,1 0 0,1 0-320,0 1 1,2-2-152,-2-3 0,2-4 0,1-2 0,-1-6 134,0-4 1,1-3 0,-3-1-1,1 0 207,0 0 1,1 0 0,3 1-1,-1 2 36,-1 2 1,-1 5 0,4 2-1,0 2-38,2 1 0,-3 5 0,2 2 1,0 5-283,-1 2 1,0 1 0,-3 2 0,0 0-544,-2 0 1,-1-2 0,-2 0 0,0-2-1552,-3-1 2290,-4-6 0,-5 4 0,-3-6 0</inkml:trace>
  <inkml:trace contextRef="#ctx0" brushRef="#br0" timeOffset="3801">953 1279 7747,'-9'-5'22,"0"3"1,3 0 0,-2 1-1,2-2-195,-1 2 1,2-3 1752,0 2-935,3-4 0,0 5-403,4-1 1,0 5 0,2 4 0,0 2-100,-3 0 1,3 2 0,-2 1-1,0 0-104,-1 1 1,-1-3 0,2 1 0,0 1-202,0-1 0,-1-2 0,-1 1-162,0-1 0,1-5 0,1-2 234,3-1 0,-1-2 1,1-1-1,1-3-97,1-2 1,1 0 0,1-1-1,1 1 113,-1-1 1,-1 3 0,0 1 417,-1 1 1,1 1 0,-1 2 0,1 0 165,-1 3 1,-3 2 0,-1 4 0,-3 1-216,0-1 1,0 3-1,-3 0 1,-2 1-322,-1 0 0,-2 0 0,2-3 0,0-1-727,1-1 0,0 0-1432,-3-1 1,4-4 1542,2-3 1,1-3-1,2-4 642,1-1 0,2-3 0,4 0 0</inkml:trace>
  <inkml:trace contextRef="#ctx0" brushRef="#br0" timeOffset="4035">1072 1398 7703,'7'-3'303,"0"0"0,-1-1 70,2-2 0,-4-1 0,4 0 0,0-1 9,-2 1 1,-1 0-1,2-1 1,-2 1-115,-3-1 0,2 1 0,-2-1 0,0 1-201,-1-1 0,-4 3 0,0 1 0,-2 1-22,-3 1 1,0 2 0,-2 0-1,2 0-13,1 0 1,-1 3 0,1 2 0,0 2-21,2 3 0,2 1 0,3 2 0,0 0-46,0 0 1,1-2-1,0 2 1,3-1-385,0 0 1,1-1-1,2-4 1,1 0 70,2-2 1,1 0-1,2-2 1,0-2-385,0 0 1,-1-4 730,0-2 0,0-5 0,3-1 0</inkml:trace>
  <inkml:trace contextRef="#ctx0" brushRef="#br0" timeOffset="4233">1384 1212 8515,'0'10'1052,"0"-1"1,0 4 0,0 1-502,0 2 1,0 1-1,1 3 1,1 0-752,0 2 1,3 0 0,-1 0 0,0-2-724,2-3 0,-1-4 1,1-2-1,-1-2-630,1-2 1,0-5 1552,2 1 0,3-6 0,0-1 0</inkml:trace>
  <inkml:trace contextRef="#ctx0" brushRef="#br0" timeOffset="4433">1556 1293 7703,'-4'-7'462,"0"3"1,-3 1 197,-1 3 1,1 0-1,-1 0 1,1 4-131,-1 3 1,4 1-1,-1 2 1,0 0-200,0 0 0,2 3 1,3-1-1,0 0-347,0 1 1,1-3-1,1 1 1,3 0-707,2-2 1,0-1-1,2-1 1,0-2-598,1-3 0,1-1 1,-2-1 1318,1 0 0,3-6 0,-2-3 0</inkml:trace>
  <inkml:trace contextRef="#ctx0" brushRef="#br0" timeOffset="4731">1645 1316 7968,'-1'7'0,"-1"1"511,0 2 0,-1-1 1,1 1-1,-1 0-70,2 0 0,0 4 1,1-3-1,0 2-276,0-1 1,0-3 0,0 1 0,1-2-197,1 0 0,0-4 1,3-2-70,1-1 0,-1-7 0,1-2 0,-2-3-20,0-2 1,1-2 0,-3-1 0,1-2 144,0 2 1,-1 0 0,2 1 0,-1 1 31,-1 2 0,1-2 1,0 4 384,1 1 1,-1 5 0,1 4-357,-1 4 1,2 6 0,-1 3-451,0 1 0,-2 3 0,3 1 0,0 0 0,0-1-410,0 0 1,-2-7 0,2 3 0,0-5-356,2-3 0,0-3 1129,-2-7 0,1-4 0,-2-5 0</inkml:trace>
  <inkml:trace contextRef="#ctx0" brushRef="#br0" timeOffset="4939">1801 1301 7703,'0'7'567,"0"1"0,0 0 1,0 1-1,0 2 100,0 0 1,0 2 0,0 2-1,0 0-341,0 0 0,1-3 0,1 0 0,3-3-355,2-2 0,-2-3 1,0-4-1,1-1 143,0-1 1,-1-6 0,-1-4-1,0-2-313,-3-1 1,0 0 0,-1 1 0,0 1-442,0 1 0,-1 2 0,-1-2-185,-3 1 0,1 1 1,-1 3-310,-1-1 1,3 3 1133,0 1 0,2 1 0,1-2 0,0 3 0,0-1 0</inkml:trace>
  <inkml:trace contextRef="#ctx0" brushRef="#br0" timeOffset="5249">1883 1264 7703,'0'7'101,"0"1"0,1-1 284,1 0 0,0 2 1,2 0-1,-1 2-12,-1 0 0,1-1 0,1 2 0,0-1 71,2 1 0,-2-3 1,1 0-1,1-2-321,0-2 1,2-4 0,-1 1-160,0-4 0,-2-3 0,0-5 0,-2-2-117,-1-2 0,1-1 0,-1 0 0,0 0 101,-1 0 0,-1 1 1,0 2-1,0 2-189,0 2 383,0 0 1,2 5-1,2 3-118,0 4 1,-2 5 0,3 1 0,0-1 114,-1-1 1,2-3 0,-3 0 78,1 1 0,1-3-131,3 0 0,-3-2 1,0-1-424,1 0 0,-2-4 0,0 0-573,-1-3 1,2-1 0,-2 1 0,-2 0-1659,0-1 2567,-1 1 0,3-1 0,2 1 0</inkml:trace>
  <inkml:trace contextRef="#ctx0" brushRef="#br0" timeOffset="5514">2129 1219 7703,'0'10'0,"0"0"459,0-1 1,0 2 0,0-1 0,0 0 344,0 0 1,0 2 0,0 2 0,0-1-161,3 0 0,-2-3 1,2 1-357,0 0-367,-2-1 0,3-6 0,-2-2 0,0-4 142,0-3 1,-1-5-1,-1-2 1,0-2-219,0-1 0,0-1 0,0-1 0,1 0 205,1 1 1,-1 2 0,2 3 0,-3 0 233,0 2 1,3 3 0,0 2-362,1 1 1,0 1 0,2 4 0,-1 4-548,1 3 0,-2 3 0,1 3 0,1 1-562,1 1 1186,-3-5 0,6 9 0,-2-5 0</inkml:trace>
  <inkml:trace contextRef="#ctx0" brushRef="#br0" timeOffset="5742">2315 1316 8229,'-4'7'1128,"4"-2"1,-3 0-1129,2 1 0,-2 1 0,-1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2:06.4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23 198 8013,'0'-5'2745,"-1"2"-2059,-2 3 0,2 2 0,-1 2-373,1 3 0,1 7 0,-1 0 0,0 5-258,-2 3 1,1 4-1,2 1 1,-1 3-522,-2 2 1,3-1-1,-3 0 1,2-3-497,1-3 0,0-4 0,0-3-367,0-6 1,1-4 1328,2-3 0,-3-5 0,4-4 0</inkml:trace>
  <inkml:trace contextRef="#ctx0" brushRef="#br0" timeOffset="316">97 26 8641,'-1'-6'704,"-1"1"0,0-1-30,-3 4-1205,3-4 0,-1 6 0,3 0 399,0 4 1,0 2 131,0 2 0,3 3 0,2 0 0</inkml:trace>
  <inkml:trace contextRef="#ctx0" brushRef="#br0" timeOffset="582">357 101 7754,'-7'-7'0,"0"2"0,-3-1 0,0 1 0,0 1 661,-1 2 0,2 1 0,-3 3 0,1 3-237,-1 5 1,3 4 0,0 5 0,2 5-343,2 5 0,4-3 0,-2 5 1,3 2-42,3 0 1,1-3 0,3 1 0,2 0-485,1 0 0,-2-5 0,2-4 0,-1-1-1304,1-3 1,-4-6 1746,1 3 0,-1-2 0,1 2 0</inkml:trace>
  <inkml:trace contextRef="#ctx0" brushRef="#br0" timeOffset="739">216 376 7891,'-5'0'-53,"0"0"1,4-1 0,1 0-1,5-3-88,4 0 1,4 2 0,3-3 0,3 0-234,3 1 0,-2-2 374,5 3 0,2-2 0,-1 1 0</inkml:trace>
  <inkml:trace contextRef="#ctx0" brushRef="#br0" timeOffset="1134">685 123 7754,'-7'1'185,"2"1"0,0 1 192,2 1 0,-2-1 0,3 1 0,0 3-134,1 2 0,1 1 1,0 4-1,0 2-115,0 0 1,0 3 0,0 0 0,0 1 60,0-1 0,0 0 0,0 2 0,0-2-383,0-1 1,0 0-1,0-4 1,0-2-27,0-2 1,0-4-1,0-3 5,0-2 1,3-5 0,1-6 172,2 1 0,1-2 0,5 1 0,-1 1-15,1 1 0,0 1 1,2 2-1,-1 2 10,0 0 0,-2 2 0,3-2 1,-2 3 15,1 3 1,-4 1 0,0 4 0,-3 1 514,-2 1 0,-3 3 1,-1 0-1,-1 1-4,-1 1 1,-5-1-1,-3-1 1,-2-1-345,-1 2 1,1-6 0,0-1 0,-1-1-419,-2-2 0,4 2 0,1-3-904,2-2 1,1-1 0,2-2-1563,3-3 2748,4-5 0,6-2 0,3-3 0</inkml:trace>
  <inkml:trace contextRef="#ctx0" brushRef="#br0" timeOffset="1365">953 302 7754,'-3'10'0,"-2"0"690,-2 2 0,0 1 0,-1 4 1,1 1-205,-1 1 0,3 0 0,1 1 0,1-3-348,1-1 1,2-4-1,3-3 1,2-1-166,4-3 0,1-3 1,1-4-1,1-4 230,-1-3 1,-1-3-1,2-3 1,-1 0-529,-2-3 1,-1 2 0,-1-3 0,-2 0-310,-3 0 0,-1 5 1,-1 0-1,0 1-20,0 2 1,-1 2-1,-1-1 1,-1 1-564,-1 2 1217,-1 3 0,-2-3 0,-1 3 0</inkml:trace>
  <inkml:trace contextRef="#ctx0" brushRef="#br0" timeOffset="1564">1206 26 7754,'0'8'271,"0"-1"1,0 2 215,0 0 1,0 1-1,0 2 1,0 3 176,0 4 1,0 2-1,0 5 1,0 0-615,0 1 1,0 1 0,0 3 0,0 2-608,0-2 1,0-5 0,0-3-1,0-1 420,0-1 0,0-4 1,0 0 136,0-4 0,-7-2 0,-1-4 0</inkml:trace>
  <inkml:trace contextRef="#ctx0" brushRef="#br0" timeOffset="1721">1139 354 7754,'0'-5'985,"0"0"0,1 2-660,1-2 0,0 3 0,4-2 0,2 0-895,4 0 0,2 1 0,0-1 0,2 0-1838,2 0 2408,-3-1 0,7-6 0,-3-1 0</inkml:trace>
  <inkml:trace contextRef="#ctx0" brushRef="#br0" timeOffset="2032">1355 116 11719,'0'10'445,"0"2"0,1 5 1,0 2-454,2 3 1,0 4 0,-1-1 0,1 3 6,1 0 0,-1-3 1,1-1-1,0-2-232,0-2 0,-2-7 1,1-1-59,0-3 0,-1-5 1,2-2 172,-1-4 0,2-5 0,-1-5 0,-1-3 0,1-3 24,0-2 0,1 1 1,3 0-1,-1 0 108,0 0 1,1 5 0,-1 0 0,1 4 218,-1 3 0,1 4 0,-1 6-61,1 4 1,-4 4 0,-2 5 0,0 0-882,0 2 1,-1-1-1,2-2 1,-3 0-2107,0 0 2815,4-4 0,0 0 0,3-3 0</inkml:trace>
  <inkml:trace contextRef="#ctx0" brushRef="#br0" timeOffset="2681">1749 272 8036,'-4'0'1599,"1"-1"-1134,3-1 1,0 2-286,0 0 1,0 3 0,0 5 0,0 2-97,0 3 0,1 1 0,0 4 0,2 2-117,-2 1 1,0 2 0,0-2-1,1-1 140,0-3 0,1-4-260,-3 0 1,0-8-1,2-3 1,1-7-122,2-6 1,-3-6 0,3-7 0,1-2 163,0-3 0,4 0 0,0-4 0,0 1 49,1 3 1,1 6-1,2 0 1,1 2 179,0 2 1,-2 10-1,-3 5 1,0 8 60,-1 5 1,-5 8 0,3 3-1,-2 3-72,-1 4 1,-2-1 0,0 5 0,0-2-603,0-1 1,-1-2-1,2 0 1,-2-2-888,-1-3 1381,0-3 0,-4 3 0,0-2 0</inkml:trace>
  <inkml:trace contextRef="#ctx0" brushRef="#br0" timeOffset="3248">752 808 7736,'-3'-7'493,"-2"2"0,-2-1 0,0 4 0,-1 0-289,1 2 1,-1 0 0,1 4 0,-1 3 3,-2 5 0,1 3 0,-1 2 108,2 3 1,4 1 0,1 2-1,0 1-236,1-2 1,0 4-1,5-7 1,2 0-1,2-4-97,3-2 0,1-3 1,4-5-1,-2-3-242,-1-1 0,1-7 1,1-2 73,-2-3 1,4-5 0,-3-3 0,-1-4 0,1-2 6,-2-2 0,-3 3 0,1 1 74,0 1 1,-3 3 0,-3 7 376,0 2 1,-2 11 0,2 5-240,-2 4 0,-1 5 0,0 3 0,0 1-341,0 1 0,0 1 0,0-1 0,0-3-259,0-1 0,0-2 1,2-2-1,1-2 1,1-1-669,-1-2 1234,3-3 0,-2-4 0,3-4 0</inkml:trace>
  <inkml:trace contextRef="#ctx0" brushRef="#br0" timeOffset="3847">953 867 7736,'4'0'789,"-1"4"0,-3 1 0,0 1-418,0 2 0,0 3 0,0 3 0,0 4-205,0 1 1,0 0-1,0 1 1,0-1-138,0 0 0,0-2 0,1-3 0,1-2-23,0-2 1,2-5 0,-3-3-1,3-4-90,0-3 0,0-5 0,2-2 0,-2-4-54,-1-4 0,2 0 0,-2-7 0,1-1 50,2 2 0,-2 0 0,1 5 0,0 2 119,-1 2 0,2 6 1,-2 0 102,0 4 1,0 10 0,1 5-1,-2 3-57,0 5 0,-2 0 0,2 4-198,1 0 1,-3 4 0,1-1 0,-1-3 0,0 0-498,1-1 1,0-6-1,3 0 222,1-4 0,1-6 0,2-4 0,1-6-122,-1-7 0,0-3 0,0-4 1,0-4 517,0-3 0,-3 2 0,4-5 0,-1 0 0,-2 1 0,0 7 0,1-1 0,-1 6 665,-3 4 1,3 6 131,-2 3 1,-2 8 0,1 11-349,-1 2 0,-1 2 0,2 4 0,-1-1-202,-1 2 0,1 1 0,0-1 0,-2-2 0,1-1-155,0-3 1,-1-3 0,2-3-256,-3 0-28,0-4 0,0-5 1,-3-4-1,-2-3-31,-1 1 1,-2-1 0,1 2 0,-1 1-41,1 2 1,2 0 0,1 3-1,0 3-48,-1 3 0,4 2 1,-2 4 352,2 0 1,2 0 0,2 0 0,3-1-12,3-2 0,-1 1 0,3-6 0,-1-3 0,0-2-127,2-2 0,-2-4 0,1-4 0,0-3-451,-2-3 1,0-1 0,-3 0 0,0 1 545,-1 2 0,-3 1 0,4 0 0,-2-1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4:28.6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41 8008,'-3'7'600,"2"-2"1,-1 1-1,1 3-243,1 0 1,0 6-1,0 6 1,0 4-123,0 3 0,2 2 1,1 2-1,-1 2-138,1 1 1,-2-5-1,2 1 1,-1-4-330,0-2 0,0-6 0,-1-1 0,1-4-2426,0-3 1657,0-4 1,-2-7 1000,0-4 0,-3-5 0,-1-2 0</inkml:trace>
  <inkml:trace contextRef="#ctx0" brushRef="#br0" timeOffset="432">14 68 7815,'0'-6'50,"0"-1"0,0 2 1,0 1-1,3 1 335,1-1 1,3 2 0,2-1 0,2 1-181,2 0 0,1 0 0,-2 2 0,1 0-289,-2 3 1,-1 0 0,2 4 0,-4 1 10,-3 1 1,1 1 0,-4 4 0,-1-1 7,-3 1 0,1-2 1,-4 0-1,-1 1 154,-2-1 0,0-1 0,-1 1 1,2-3 62,0 1 1,1-2 0,1 1 0,3-2-85,1 0 0,2 0 0,1-1 0,3 0 37,1 1 0,4-4 1,1 4-1,2-1-90,0 3 0,0-2 0,-1 2 0,-1 0 245,-2 0 0,-2-1 1,-3 2-1,-1 1 135,-1-1 1,-5 2-1,-2 1-75,-3-2 0,-2 1 1,-3-2-1,0 0 0,-1-1-343,0 0 0,-1 0 1,2 0-1,0-2-4102,2-2 3449,1-4 0,8 2 1,4-6-1,6-2 676,4-3 0,5-3 0,0-2 0</inkml:trace>
  <inkml:trace contextRef="#ctx0" brushRef="#br0" timeOffset="669">326 258 8246,'-5'8'226,"1"1"0,-1-1 0,-2 3 1,0 2 261,1 2 0,-1 0 0,1 2 0,1-1 581,3-1 1,1-5 0,1 3-1,2-2-989,2-3 0,2-3 1,4-3-1,1-2-30,-1-2 0,2-3 0,1-4 0,1-3-27,-1-3 0,-2 0 0,-2-2 0,-2-1-923,0 1 1,-2 1 0,-1-1-1,-1 0 319,-2 2 1,-2 3-1,-2 1 1,-2 2-161,-3 0 0,2 4 0,-3 1 0,1-1 741,1 1 0,1 0 0,-1 2 0,3-2 0,1-2 0</inkml:trace>
  <inkml:trace contextRef="#ctx0" brushRef="#br0" timeOffset="875">536 1 7815,'4'3'720,"1"1"0,-4 1 0,2 1 1,-3 3-23,0 3 0,0 1 0,0 7 1,0 2-463,0 4 0,0 0 0,0 5 1,0 0-402,0 0 0,0-4 1,0-2-1,0-1-245,0-3 0,0-4 0,0 0 0,0-3 410,0-3 0,-3-6 0,0 2 0</inkml:trace>
  <inkml:trace contextRef="#ctx0" brushRef="#br0" timeOffset="1081">468 326 8224,'0'-7'1478,"0"1"0,0-1-1020,0 0 0,3 2 0,2-1 0,1 0-800,3-2 0,2 2 1,3-3-1,2 1-334,2-1 1,2 0-1,-1-1 1,0-1 675,-1 1 0,-3-2 0,2-1 0</inkml:trace>
  <inkml:trace contextRef="#ctx0" brushRef="#br0" timeOffset="1297">739 14 7815,'0'14'144,"-2"-1"0,-1 1 1,0 0 725,0 2 1,-1 0 0,1 3 0,2 1-310,0 1 0,1-1 0,0 2 0,0-1-323,0 0 1,1-4 0,0-1 0,2-2-234,1 0 1,1-4-1,1-1-421,1-4 1,0-4 0,0-4-41,0-4 1,-1-5-1,1-1 1,0-3 140,0-1 1,-1-2 0,1-3 0,0-1 284,0 2 1,0 3 0,-1 2 0,1 4 247,0 0 1,-3 7-1,1 1 1,-1 4 100,0 4 0,2 7 0,-2 7 1,0 2-308,-2 3 0,0 0 0,-1 3 1,1-1-1210,0 0 0,-1-4 1,-1-1 1196,0-3 0,3-4 0,0-3 0</inkml:trace>
  <inkml:trace contextRef="#ctx0" brushRef="#br0" timeOffset="2200">1207 89 7811,'0'-7'-402,"0"2"1015,0 1 1,0 2 621,0-3-939,0 4 1,0-2 0,0 6-105,0 1 0,0 4 0,1 2 0,1 5-92,0 1 1,1 5 0,-2 4-140,2 1 0,0 2 0,-2-1 0,2 1 0,-2 0-23,0-1 0,-1-6 1,0-1-1,0-6-167,0-4 0,0-7-39,0-5 1,2-5 0,1-7-1,0-3 202,0-3 1,2-1-1,0-3 1,1 0 55,1-1 0,0 3 0,2-3 0,0 0 56,-1 1 0,2 4 1,-1 5-1,0 2-45,1 4 1,-3 5 0,1 2-1,-2 5-5,-1 6 1,-3 3-1,2 6 1,0 1 163,-1 3 0,-1-2 1,0 1-1,-1-1 59,-1-1 1,0-2-1,0-1 1,0-1 4,0-2 0,0-6-281,0 0 0,0-6 0,0-1 0,0-5-29,0-5 0,2-3 0,1-7 0,1-2-96,1-1 0,-1 0 1,1-1-1,0 1 123,1 1 1,1 3 0,-1 3 209,1 1 1,0 6 0,-1 8-97,-1 5 0,-2 4 1,-1 5-1,0 2 82,0 0 1,-2 3 0,1 1 0,1 0-482,0-1 1,1 0-1,-2 0 1,2-2-293,1-2 1,-2-3 0,3 0-1,0-2-1012,1 0 1648,1-5 0,0 2 0,0-2 0</inkml:trace>
  <inkml:trace contextRef="#ctx0" brushRef="#br0" timeOffset="2665">1574 41 8008,'-6'1'0,"0"0"421,2 2 1,2 0 0,-2-1 0,0 3-25,0 4 0,3 1 0,-1 4 0,1 0-192,1 2 0,1 1 0,1 3 0,2-1-248,2-1 1,1-3 0,0 0-101,0-3 0,0-1 0,0-4 0,1-3-79,1-3 0,3-2 0,-3-4 0,0-5 0,0-4-15,0-4 1,0-5 0,-2-1 0,-1-1 296,1 1 0,0 2 0,-1 0 0,-1 3 69,0 3 0,-4 7 0,2 3 107,0 2 0,-2 6 0,1 5 0,-1 3 0,-1 4-166,0 2 0,1 1 0,0 3 1,2 1-291,-2 2 0,2-4 1,-1 0-1,1 0-655,0-2 1,1-4 874,2 0 0,4-1 0,1 2 0</inkml:trace>
  <inkml:trace contextRef="#ctx0" brushRef="#br0" timeOffset="2917">1804 34 8037,'0'7'575,"0"1"0,1 0 1,1 2-273,0 0 0,1 0 1,-1 3-1,3 1 101,1 1 1,-2 1-1,1 0 1,-1 0-234,0 0 0,1 0 0,-2 1 0,-2-1-243,0 0 1,-2-3 0,-1-2 0,-3-1-758,-1 0 0,-1-5 0,1 1 29,-1-2 1,0-2-1,1-5-1134,2-4 1934,1 0 0,3-6 0,0 3 0</inkml:trace>
  <inkml:trace contextRef="#ctx0" brushRef="#br0" timeOffset="3137">1920 14 7811,'0'7'622,"2"0"0,0 0-120,0 2 1,-2 2 0,0 3-1,0 3-561,0 3 1,0 1-1,0 3 1,0 0-887,0 0 0,-2-2 1,-1 1 944,-1-2 0,0-1 0,-3 1 0</inkml:trace>
  <inkml:trace contextRef="#ctx0" brushRef="#br0" timeOffset="3204">1913 184 7835,'7'-7'309,"-1"0"0,2 1 0,1 1 0,2 0 1,0 1-1,0-3 1,2 1-93,2 1 1,-1 0 0,1 3 0,-2 0-218,-1 2 0,-4 6 0,2 1 0</inkml:trace>
  <inkml:trace contextRef="#ctx0" brushRef="#br0" timeOffset="3729">1357 455 8052,'-4'3'1106,"2"2"1,1 2-836,1 4 0,0 4 0,0 6 0,0 1-85,0 3 1,0 2 0,0 1 0,0 0-143,0-1 1,0-5 0,0 0 0,0-3-171,0-3 0,-2-7-128,-1-2 1,1-6 0,2-1 0,0-4 43,0-5 1,3-1-1,2-5 1,1 0 135,3-1 1,-1 1 0,2 2 0,0 1 119,1 0 1,-1 6 0,1 0 0,-1 2 30,-2 0 1,0 3-1,-2 1 1,0 5 704,-1 3 0,-2 3 0,-3 2 0,-1 2-430,-1 0 0,-4 3 0,-3 1 0,0-1-389,-1-2 0,0-1 1,-2-2-1,2 0-833,0-2 0,1-1 0,2-4 0,1-1-1530,1 0 2400,2-4 0,0-1 0,0-3 0</inkml:trace>
  <inkml:trace contextRef="#ctx0" brushRef="#br0" timeOffset="3979">1560 672 8241,'9'0'690,"0"0"0,1-1 0,-2-1 1,1-2-132,0-3 0,-2 1 0,0-1 1,-1 0-208,-1 0 1,-2 0-1,-1-1 1,0-2-318,0-1 0,-2 3 0,-3-1 1,-1 1-193,-2 2 1,-4-1 0,-1 2 0,0 1-122,0 1 1,0 2 0,-2 3-1,1 3 154,0 4 1,4 1-1,0 4 1,2 0 327,1 2 0,4-1 0,-2 2 1,3 1-12,3-1 0,1-2 0,5 1 1,3-2-826,3 0 0,3-4 0,2-1 0,1-4-906,2-3 1,0-4 1537,2-3 0,-2-4 0,-2-1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4:33.9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272 121 7869,'4'-11'68,"-2"0"1,-1 1 249,-1-1 0,0 0 1,-1-2-1,-1 1 16,-3 1 0,-2 4 0,-2 0 0,-1 0 81,-1 1 1,-2 4 0,3 1-60,-1 2 0,1 4 0,4 4 0,0 2-212,1 2 1,2 5-1,3 2 1,1-1-1,1 2-90,3 0 1,1-3-1,1 1 1,1-3-82,2-1 1,-1-2-1,0 3-214,0-2 0,0-1 0,-3-1 1,1-1 116,-3-2 1,-1 3 0,-3-3 0,-1-2 0,-1-1-60,-2-1 0,-6-1 0,0 1 0,-1-1-96,-1-1 1,3-1 0,-1-2-1,0 0-130,2 0 0,3-1 0,3-1 1,1-3-258,1-1 1,3-3 0,2 0 0,4-2 665,2-1 0,2-1 0,3 0 0,2-1 0</inkml:trace>
  <inkml:trace contextRef="#ctx0" brushRef="#br0" timeOffset="280">360 162 8086,'-3'-4'580,"-1"1"0,-3 3 0,1 0-234,-1 0 0,0 1 0,0 0 0,1 3 130,-1 2 0,2-2 1,1 4-1,-1 1-333,1-2 0,1 4 0,4-1 0,1 1-350,3-2 0,2-2 1,2 0-1,2-1-30,2-1 1,-1-2 0,1-3 0,0-2 72,-1-2 0,2-1 1,-4-5-1,1 1 34,-2-3 1,-1 0 0,-2 1 0,-1 2-22,-1 1 0,-2 2 489,0-1 1,-1 4-1,-2 3 1,0 4-781,-2 5 1,1-1 0,2 3-1,0 1-73,0 1 0,0 0 0,0-1 515,0-1 0,3-2 0,1 0 0</inkml:trace>
  <inkml:trace contextRef="#ctx0" brushRef="#br0" timeOffset="772">509 142 7869,'-3'-4'2297,"2"1"-1402,-4 3 1,4 1-565,-2 1 1,3 4 0,0 4 0,0 0-195,3 2 0,-2 2 0,3 2 0,0 1-17,-1 0 1,0 3 0,1-3-1,-1 1-328,-2 0 0,2-5 0,-1 0 0,1-2-397,0-3 0,-2-5 360,4-5 0,-4-6 0,2-8 0,-1-2 116,1-1 1,1-2 0,-1-1-1,1-1 57,1 1 1,-1 3 0,1 3 0,0 1 109,1 2 0,0 4 1,-1 1 68,0 2 1,-2 6 0,3 6 0,-3 2 195,1 3 0,-2 3 0,-2 1-157,0 1 1,2 2-1,0-2 1,0 0-1,-1 0 114,-1-1 0,0-4 0,0 1-384,0-1 1,0-5-1,2-4-88,0-4 1,3-3 0,-2-4 0,0-3-3,0-3 1,2 0 0,-1-3 0,0 0 131,1 1 0,-1-1 0,3 4 0,0 0 330,0 1 0,-1 2 1,-1 0-1,-1 4-80,2 4 0,-3 3 0,1 0 1,0 3-37,0 4 0,-3 3 0,2 4 0,-2 2-200,1 2 0,-1-1 1,1 1-1,-1-1-566,-1 0 0,1-1 0,0-1 0,2-1-1087,1-3 1,-2-3 1720,3-4 0,-1-5 0,3 0 0</inkml:trace>
  <inkml:trace contextRef="#ctx0" brushRef="#br0" timeOffset="1031">808 230 8044,'6'0'381,"1"0"0,-2-1 0,-1 0 0,2-2 34,0-1 1,0 2 0,-1-3 0,-1 0-71,2-1 1,0-1 0,0 0-243,-2 0 0,-1 1 0,-3-1 1,0 0-101,0 0 1,-3 3 0,-2 0 0,-3 1-134,-4 1 0,2 5 0,-1 2 0,1 3 358,-1 4 1,5 0 0,-1 2 0,2-1 56,1 1 0,1 0 0,3 1 0,2 1-470,2-1 1,4 0-1,6-3 1,2-1-242,2-4 0,2-3 0,3-5 0,2-1 426,1-3 0,1-7 0,1-2 0</inkml:trace>
  <inkml:trace contextRef="#ctx0" brushRef="#br0" timeOffset="1483">150 630 7984,'-3'-7'0,"-2"0"426,-1 1 0,-1-1 0,-2 0 0,0 1-109,-2 2 1,2 1 0,-2 3-1,1 0 100,-1 0 0,3 3 1,0 2-1,2 4-284,4 4 0,1 3 1,2 2-1,1 3-97,3 0 1,4-2-1,2 4 1,0-2 62,0-1 0,0-2 0,2-2 0,-1-3-262,0-1 1,-5 0-1,1-4 1,-4-1 265,-1-2 1,-1-1 0,-5 1 0,-2-1-120,-3-1 0,-3 0 0,-2-2 0,-2 2-401,0-2 1,0 2 0,0-1-1,0 0-99,2-1 1,2-1 0,3-1-1,3-1 516,2-3 0,2-4 0,1-2 0</inkml:trace>
  <inkml:trace contextRef="#ctx0" brushRef="#br0" timeOffset="1752">211 678 8237,'4'3'1122,"1"0"1,-3 5-1011,0 1 0,-2-1 0,0 3 0,0 2-25,0-1 0,0 3 1,-2-1-1,-1 0 199,-1-1 1,3-2-287,-1 1 0,-5 1 0,-1-3 0</inkml:trace>
  <inkml:trace contextRef="#ctx0" brushRef="#br0" timeOffset="1819">218 603 8001,'-4'0'-830,"1"0"0,4 0 830,1 0 0,2 3 0,2 1 0</inkml:trace>
  <inkml:trace contextRef="#ctx0" brushRef="#br0" timeOffset="2114">360 623 7971,'0'-4'616,"0"-1"1,1 4-1,1-2 1,3 2 144,1-1 0,1 1 0,1-1 1,2 1-599,1 1 1,-3 1-1,1 1 1,-1 2 8,-2 2 0,-1 4 0,-1 2 0,-1 1-263,-2 3 1,-3-1 0,-3 3 0,-4 1 22,-2 1 0,-2 0 0,-3 0 0,1-2 247,0-3 1,0-3-1,2-1 1,2-1 131,2-2 1,4-3 301,0-3 1,5-2 0,0-2 0,4-1-488,4 0 1,1 0 0,2-1 0,1-1-804,1 2 0,-1-3 0,1 1 1,1-1-507,0-1 0,1 0 0,-2 1 0,1-2-453,-1-1 1,1 1 1635,-1-1 0,1-1 0,0-1 0</inkml:trace>
  <inkml:trace contextRef="#ctx0" brushRef="#br0" timeOffset="2397">557 732 7892,'0'4'1630,"3"-2"-999,1-1 1,2-2 0,1-1 0,0-4-195,0-2 1,-1 0 0,0-3 0,0 1-294,-2-1 1,-1 3-1,0-1 1,0 1 16,-1 1 1,-4 1 0,-3 0 0,-1 1-182,-1 3 0,-2 1 0,-1 2 0,1 1 153,-1 3 1,-2 4 0,3 2 0,1 2 125,1 3 0,3 2 1,2 1-1,1 0-271,1-1 1,0-2 0,1 1 0,3-2-361,3-3 1,3-1 0,0-1 0,1-4-219,1-2 1,1-2 0,3-3 0,2-2-1208,-1-4 0,2-1 1,-2-4 1796,-2 0 0,4-8 0,-5 1 0</inkml:trace>
  <inkml:trace contextRef="#ctx0" brushRef="#br0" timeOffset="2638">740 644 8216,'-7'4'778,"0"1"1,1-2-1,-1 3 491,3-2-1066,1-2 1,6 1 0,2-3 0,3 0-466,1 0 0,2 0 0,-1 0 0,0 0 139,0 0 0,-1 0 0,-3 0 0,1 0 123,0 0 0,0 0 0,-1 0 0</inkml:trace>
  <inkml:trace contextRef="#ctx0" brushRef="#br0" timeOffset="2870">760 745 7752,'-3'4'1157,"2"0"-221,-1-2 0,2-1 0,2 1-954,3-1 0,1-1 0,1-1 0,0 0-636,-1-2 1,3-1 0,0 1 0,0-1-1811,1-1 2464,-2-1 0,5-1 0,-3 0 0</inkml:trace>
  <inkml:trace contextRef="#ctx0" brushRef="#br0" timeOffset="3106">808 583 9569,'-7'0'444,"3"0"0,2 0 0,4 0 1,3 0-563,1 0 0,3 0 0,1 0 0,-1 0 147,1 0 1,1 0-1,-2 0 1,1 0 155,-1 3 1,-3 1 0,0 4 0,0 2 73,-3 1 1,0 1 0,-3 4 0,0 2-233,-3 1 1,0 2-1,-4 1 1,0-1-136,0-2 1,1-3 0,1 0 0,1-3-2813,1-1 2920,1-5 0,5-10 0,1-5 0</inkml:trace>
  <inkml:trace contextRef="#ctx0" brushRef="#br0" timeOffset="3343">1025 589 7739,'-1'5'755,"-1"-1"0,-1 2-404,0 0 1,1 0-1,0 1 1,1 1 94,1 1 1,0 1-1,0 4 1,0 0-419,0 2 1,3 2-1,1 3 1,0 0-547,1-1 0,-3-1 0,2 0 0,0-2-655,0-1 0,-3-6 0,1 1 1173,-1-3 0,-1-4 0,0-4 0,0-4 0</inkml:trace>
  <inkml:trace contextRef="#ctx0" brushRef="#br0" timeOffset="3585">1025 671 7739,'1'-15'0,"1"1"0,-1 2 0,3-2 0,0 1 281,0-1 1,0 4 0,3 0-1,0 1 173,-1 0 1,2 2-1,0 3 1,1 1-189,0 2 1,-2 1-1,-1 2 1,-1 3-21,-3 1 0,-1 3 0,-1 0 0,0 2-60,0 1 0,-3-1 0,-2 0 0,-1 1-210,-1 1 1,1-2-1,-1 0 1,0-1-855,0 1 0,1-3 0,1 1 0,0-1-399,0-2 1,2-1 1276,1-1 0,1-2 0,1 1 0</inkml:trace>
  <inkml:trace contextRef="#ctx0" brushRef="#br0" timeOffset="3980">1296 800 7739,'-7'-3'89,"1"0"0,1 0 261,0 0 0,1-3 1,-2-1-1,1-3 104,3-3 0,-1-1 0,1-2 1,0-2-117,2-2 1,0 1-1,3 1 1,1-1-61,2 2 0,2 2 1,0 2-1,2-1-50,0 0 1,-1 4 0,3 1 0,0 1-91,1 2 1,0 1 0,1 1 0,-1 2 49,-2 3 1,1 2 0,-4 4 0,-1 2-366,-2 3 1,-3-1 0,0 2 0,-1 1-73,-1 0 0,-3-2 0,-2 0 0,-2 0 144,-2 1 1,-1 0 0,-4 1 0,1-1-201,-1 1 1,-2-3-1,0 0 1,-1 2 186,1-1 1,0-1 0,3-2 848,2-2 0,-1 0 32,3-3 0,3-1 0,6-4-244,4-1 0,3-2 1,2-3-294,2 1 0,2-1 1,1 0-1,-2 0 1,1 1-366,1-1 1,-4 0 0,5 0-1,-1 0-960,0 1 0,-3-1 1,2 1-1,-3 1-185,-2 0 0,2 3 1,-1-2-1,0 0 1284,-2 0 0,0 0 0,0-3 0</inkml:trace>
  <inkml:trace contextRef="#ctx0" brushRef="#br0" timeOffset="4263">1608 576 7739,'-10'0'0,"2"0"0,-3 0 0,-1 0 941,2 0 1,-1 2-1,3 1 1,-1 1 584,1 1 1,1 4 0,2 2 0,3 1-934,1 1 1,2 1 0,2 5 0,4 0-597,3 0 1,2-3-1,1-1 1,1-4-121,0-4 1,1-3-1,0-4 1,-1-2-446,-1-2 1,-4-4 0,0-6 0,-2-1-366,0-1 1,-3 0 0,-2 1 0,-1 1 602,-1 1 1,-3 2 0,-2-1 0,-1 3-88,-3 2 0,0 1 1,-1 1-1,0 2 96,2 0 0,0 3 1,1-3-1,1 3-2116,-1 0 2437,3 3 0,-2 0 0,2 4 0</inkml:trace>
  <inkml:trace contextRef="#ctx0" brushRef="#br0" timeOffset="4699">1649 657 7809,'0'4'4235,"0"-1"-3253,0 0 0,1-2-725,1 1 1,-1 2 0,5 0 0,0 3-228,3 2 0,3 4 1,-1 3-1,3 3-1,1 2 1,1 0-1,2 3 1,0-1-458,-1-1 0,-1-4 1,-5-3-1,-2-3-668,-1-3 1,-4-2 71,1-2 0,-4-3 1024,-1-4 0,-3-2 0,-4-3 0</inkml:trace>
  <inkml:trace contextRef="#ctx0" brushRef="#br0" timeOffset="5179">1825 928 7651,'-3'4'584,"2"0"1,-2-2 1539,0 0-1336,3 0 0,-3-3-458,6-1 1,0-2-1,4-5 1,0-1-101,0 0 1,2-1-1,0-2 1,-1 1-769,0 0 1,-1 3 0,1-1 0,2 0-1455,-2 2 0,-1 2 1992,0 2 0,3-1 0,0-1 0</inkml:trace>
  <inkml:trace contextRef="#ctx0" brushRef="#br0" timeOffset="5458">1995 861 7651,'-7'0'49,"0"0"1,0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39:24.2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93 355 7953,'-6'0'-291,"0"0"1610,-2 0 1,4-1-740,1-3 0,7 3 0,4-2-369,4 2 0,8-3 0,-1-2 0,3-2 0,2-3 139,0-1 1,-1-4 0,2-4-380,-3-2 1,0-3 0,-3 2 0,-2-1 0,-4-1-401,-4-2 0,-4 3 0,-6 2 0,-3 2 266,-6 2 1,-3 3 0,-7 4 0,-1 4 143,-4 4 0,-3 2 0,-3 2 0,-2 3 339,-1 5 0,5 7 0,6 7 1,0 6 248,2 3 1,6 3 0,3 3 0,5 2-143,4 4 1,4-5-1,5 0 1,8 1-318,5-2 0,5-4 0,4-5 0,0-5-511,0-5 1,0-7 0,-1-1 0,0-3-729,1-5 0,-6-9 1,5-5-2131,-3-2 3259,-2-3 0,-3-6 0,-1-2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39:24.5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196 112 8178,'-10'-3'0,"-1"-1"307,-2-1 1,-3 3-1,0-1 1,-1 2 840,-2 1 0,1 1 0,3 2 0,1 3-527,1 2 1,6 4 0,-3 2 0,3 6-350,2 3 0,1 3 0,4 3-66,0-1 0,4 6 0,3-4 0,5 2 0,3-1-1569,3-2 0,-2-8 0,2-4 1,3-3-397,1-6 0,1-3 0,3-5 1044,0 0 1,3-5 714,-4-4 0,2-5 0,1-5 0</inkml:trace>
  <inkml:trace contextRef="#ctx0" brushRef="#br0" timeOffset="282">373 252 8178,'-12'-8'336,"0"2"1,-2-2 0,3 5 0,-3 2 369,0 3 1,1 5 0,-1 4 0,0 2-307,3 2 1,4 0-1,2 4 1,0 0 240,3-1 1,2-3-1,4-3 1,2-2-789,2-4 1,2 1 0,3-4 0,2-1-179,3-1 1,-2-6 0,1-3 0,1-5 19,-2-1 0,0 1 0,-1-2 0,-1-2-178,-1 0 0,-2 1 0,1 2 0,-2-1 659,0 1 0,-5 5 1,-2 0-1,-1 2 374,1 2 0,-2 2-577,2 6 1,-2 2-1,-1 5 1,0 3 0,0 2-13,0 3 0,1-3 0,2 0 0,3-2-1269,-1-1 1,3-5-1,-2-2 1,3-1 1307,0-2 0,0-1 0,0-1 0</inkml:trace>
  <inkml:trace contextRef="#ctx0" brushRef="#br0" timeOffset="565">606 122 8178,'6'0'1373,"-2"5"1,-4 3-1,0 6-805,0 3 1,0 1-1,0 7 1,1 1-286,2 0 0,-2 2 1,3 0-1,-1-1-133,0-2 0,0-3 0,-2-7 0,1-2-142,2-3 0,0-6-468,-1-4 1,-2-6 0,2-8 0,-1-6 106,1-3 1,-1-2 0,3-3 0,1 0 77,-1 0 0,-2 5 1,2 1-1,0 3 67,0 4 0,2 2 0,2 7 363,0 3 0,1 8 0,-1 8 0,0 7 0,0 7-52,1 4 0,-1-1 0,0 2 0,1-1-59,-1-1 0,0-6 0,1 2 0,-1-4-2137,0-4 2093,-3-10 0,6 4 0,-2-7 0</inkml:trace>
  <inkml:trace contextRef="#ctx0" brushRef="#br0" timeOffset="1000">1137 1 8291,'0'6'852,"0"0"0,0-3 1,0 3-1,0 2-476,0 0 1,0 5 0,2 3-1,0 4-230,1 4 0,4 2 0,-2 8 0,1 2 120,1 0 0,-4-2 1,2-1 6,-1-1 0,-1-6 1,-3-7-412,0-6 1,1-8-1,1-5-193,1-5 1,1-4-1,0-4 104,2-2 1,2-3-1,1 1 1,1 0-1,-1 3-77,0 0 0,4 2 0,-1 3 0,1 3 219,0 3 0,-3 2 0,4 1 505,-1 0 1,-2 5 0,0 5 0,-3 4-1,-3 5 321,0 3 1,-2 1 0,-4 5 0,-2 0-590,-4 0 1,-2-3 0,-2-2 0,-3-3-123,0-2 0,-2-7 1,-2-1-1,-1-6-1186,0-3 0,2-1 0,1-1-366,4-2 0,2-6 1,4-7-1,3-2 1522,2 0 0,1-1 0,0 0 0</inkml:trace>
  <inkml:trace contextRef="#ctx0" brushRef="#br0" timeOffset="1248">1492 280 8178,'13'4'0,"0"-2"0,3 3 0,-3 0 847,1-3 1,-6-1 0,4-1-59,-1 0 1,-4-4 0,-4-3-1,-2-1-409,-1-1 1,0-4 0,-1 0 0,-2-2-275,-3-1 1,-2 1 0,-3 1 0,0 0 117,-1 3 0,-4 2 0,4 2 0,-1 4 88,0 2 0,2 7 0,0 3 0,3 6 139,1 6 1,5 1-1,0 4 1,4 2-330,5 1 0,5-3 0,5 1 1,3-4-673,5-3 1,3-6 0,3-2 0,2-5-1705,0-4 0,0-9 0,-8-4 2254,-3-4 0,4-6 0,-6-3 0</inkml:trace>
  <inkml:trace contextRef="#ctx0" brushRef="#br0" timeOffset="1716">364 876 8178,'-10'-6'352,"-3"0"0,5 4 1,-4-1 505,-3 2 1,6 2 0,1 2 0,1 4-331,2 5 0,3 2 0,-1 5 0,2-1-402,1 1 1,4 0 0,3-1-133,5 1 1,1-3 0,4-1 0,-2-5-1,3-1 2,3-5 1,-2-2 0,3-3-1,-2-3-680,-2-6 1,-2-3 0,-2-7 0,0-1 233,-3 0 1,-1-4 0,-3 3 583,-1 1 0,-4 2 0,2 1 344,0 3 0,-3 6 0,3 9-618,1 5 0,-3 8 0,4 1 0,1 2-92,1-1 1,2-2 231,-1 2 0,0-3 0,1 1 0</inkml:trace>
  <inkml:trace contextRef="#ctx0" brushRef="#br0" timeOffset="2183">1296 765 8178,'-9'4'138,"-1"2"0,0 2 331,-3 2 0,3 0 0,-2 1 0,1 3-178,2 0 1,0 5 0,0 3-1,3-1-193,3 2 1,2-2 0,1 3 0,1-3-436,2-3 0,5 1 1,6-6-1,1-1-551,5-2 0,-1-7 1,4-1-1,-2-4 888,1-4 0,0-7 0,1-1 0,0-5 0</inkml:trace>
  <inkml:trace contextRef="#ctx0" brushRef="#br0" timeOffset="2414">1445 858 8378,'-9'0'961,"-1"1"-221,1 2 1,3 2-1,0 5 1,-1 3-219,2 2 1,1 3-1,4 1 1,0-1 47,0 1 1,2-5-1,3-1 1,6-3-653,2-1 1,3-3 0,1-3 0,0-2-64,-2-1 1,1-5-1,1-4 1,-1-3-66,-4-3 1,-2 0-1,-4-4 1,-3 1 39,-2-1 1,-1 3 0,-1 3-1,-3 1 111,-5 0 1,-2 8 0,-3-2-1,-1 4-573,1 2 1,1 0 0,-1 1 0,0 1-663,3 1 0,1 3 0,1-2 1294,3 2 0,2 0 0,4 3 0</inkml:trace>
  <inkml:trace contextRef="#ctx0" brushRef="#br0" timeOffset="2731">1650 783 8178,'5'10'0,"-1"-1"0,-1 1 989,0 3 1,1-2 0,-4 4-1,1-1-140,2 1 1,-2 0 0,2 4 0,-2 0-520,-1 3 1,0-4 0,1 1-1,1-1-574,1-5 0,0-1-42,-3-3 1,1-4-1,1-3 1,1-5-98,-1-6 0,3-2 0,-2-7 0,-1-4 4,-1-4 0,2 3 0,0-8 0,0 3 280,1 2 0,-2 1 1,4 5-1,-1 1 572,0 5 1,-2 3-1,3 2-314,1 3 0,1 10 1,-1 9-1,-1 4 15,1 5 1,-1 2 0,0 4 0,1 0-603,1 0 1,1 0 0,-2-1-1,-1-3-777,1-2 1,2-6 0,0-4 0,0-3 1204,1-2 0,3-7 0,1-6 0</inkml:trace>
  <inkml:trace contextRef="#ctx0" brushRef="#br0" timeOffset="2965">2004 671 8178,'-9'0'0,"-1"0"171,1 0 1,3 1 0,0 3 0,-1 2 997,2 2 0,-2 2 0,4 2 1,1 2-650,1 4 0,5-5 0,2 6 0,3-1-313,4-1 0,-2-1 0,4-2 0,-1 1-226,1-1 0,-4-1 0,2 1 0,-3 0-375,-1-3 1,-4-1 0,-2 0-1,-1-1-285,-2 0 1,-2-3 0,-1 0 0,-3-2-426,-2-2 1,-1-2 0,-1-2-1,1-3-428,0-4 1532,-1 2 0,1-11 0,0 4 0</inkml:trace>
  <inkml:trace contextRef="#ctx0" brushRef="#br0" timeOffset="3146">2116 616 8888,'8'4'1603,"-1"3"0,0 5-1068,0 7 0,-2 2 0,1 7 1,0 5-278,0 5 0,2 1 0,-3 3 0,1-2-850,0 0 1,-2-9 0,1 0-1,-1-8-1009,-2-3 0,-2-10 0,-3-4 1601,-3-7 0,-7-9 0,-1-4 0</inkml:trace>
  <inkml:trace contextRef="#ctx0" brushRef="#br0" timeOffset="3329">2134 895 8178,'0'-9'0,"0"3"0,0-1 0,1 1 788,3 1 1,-2-3 0,4 1-704,1-1 0,2 2 0,3 0 0,1-1-846,2 2 1,-3-3 0,4 2 0,1-2-1011,4-2 1771,-5 1 0,9 0 0,-5-1 0</inkml:trace>
  <inkml:trace contextRef="#ctx0" brushRef="#br0" timeOffset="3512">2349 699 8382,'-10'0'281,"1"5"0,0 1 352,-1 2 0,1 1 1,1 1-1,1-1 852,0 0 0,5 4 0,-1 0 0,2 1-1141,1-1 1,1 1 0,2-3 0,5 1-511,3 0 0,2-5 1,4-2-1,-1-1-230,0-2 0,-1-1 0,-1-1 0,0 0-201,-3 0 1,-1-4 0,-1-2 0,-3-2 50,-3-2 1,-2 1 0,-1 0 0,0-1 7,0 1 1,0 3 0,-1 0-1061,-2-1-356,2 2 1086,-3 1 868,4 4 0,4 4 0,1 2 0</inkml:trace>
  <inkml:trace contextRef="#ctx0" brushRef="#br0" timeOffset="3798">2516 709 8178,'0'-5'2367,"4"5"0,-1 6 0,-1 3-1977,-1 3 1,0 3-1,1 4 1,1 0-313,-1 3 1,2-2 0,-1 0 0,0-2 82,2-2 1,-3-4-631,4 3 0,0-9 54,3-6 1,-3-6 0,-3-9 0,-1-2 155,1 0 0,-2-2 0,3 0 0,-1 0 350,0-3 0,1 2 0,-1-1 0,4 1 255,1 1 0,-2 5 0,0 2 1,2 5-2,0 4 0,1 2 0,-1 3 0,0 4-116,-2 7 0,0 4 0,3 5-655,1 3 1,-1 1 0,-1-1 0,0-5 0,-3-2-2003,-1-2 1,2-5 1253,-3 1 1174,0-10 0,-3-7 0,0-9 0</inkml:trace>
  <inkml:trace contextRef="#ctx0" brushRef="#br0" timeOffset="3996">2768 625 12843,'0'3'2567,"0"6"-1898,0 7 0,4 3 1,2 3-1,2 3-1515,-2 2 0,2 4 0,-3-1 0,1-2-1026,1-2 0,-5-6 1,1-1 1871,-2-2 0,-5-6 0,-1 3 0</inkml:trace>
  <inkml:trace contextRef="#ctx0" brushRef="#br0" timeOffset="4083">2787 858 8178,'4'-15'909,"-3"2"1,3 5 0,0 0 709,2 2 0,6 1 0,1-1 0,2 2-1142,1-1 0,2 3 0,-1-3 1,0 1-1173,-2 2 0,0-2 0,2 0 0,-3 0-2160,-1-1 2855,0-2 0,-4 2 0,1-4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15.8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45 244 8057,'-6'-3'401,"-1"-1"0,1 0 0,0 0-97,-1-1 0,3 2 1,0 2-1,1 2 164,2 4 0,0 2 0,1 3 0,0 4-169,0 4 0,1 1 0,1 7 0,2 3-37,-1 4 1,3 3-1,-2 3 1,0 1-224,0 0 1,-2-7 0,2 0-1,-1-3-104,-2-5 1,2-3-1,-1-6-16,-1-3 0,1-7 0,-1-6 0,1-5-288,0-5 0,-1-4 0,1-8 0,1-4 224,0-3 1,1-6 0,3-3 0,-1-3 93,1-3 1,0 3-1,1-4 54,3 3 1,1 4-1,1 4 1,1 6 0,0 5 50,1 5 1,0 9-1,-3 5 1,-1 6 373,0 4 0,-3 6 0,0 6-83,-1 3 1,0 2-1,-1 4 1,0 1-228,-2 2 1,1 5 0,-2-2 0,1 0-1,0-1-809,0 0 1,1-8-1,-1 2 1,0-4-708,0-3 0,-2-7 0,3-2 1398,0-4 0,0-3 0,2-3 0</inkml:trace>
  <inkml:trace contextRef="#ctx0" brushRef="#br0" timeOffset="260">430 193 7818,'1'3'1450,"1"0"0,1-3 1,4 0-1,0 0-1581,2 0 1,1 1 0,2 0 0,2 2-2471,1-2 2601,-2 3 0,9-1 0,-2 4 0</inkml:trace>
  <inkml:trace contextRef="#ctx0" brushRef="#br0" timeOffset="474">501 443 8290,'-5'6'3067,"-2"-2"-2236,-1 2 0,5-6 1,1 0-1,4-5-812,2-2 0,5-1 0,1-3 0,3 0-853,2-1 1,1-2 0,1 0 0,-1 1 833,-1 1 0,2 0 0,2 0 0</inkml:trace>
  <inkml:trace contextRef="#ctx0" brushRef="#br0" timeOffset="684">757 161 7828,'0'6'295,"0"1"1,-1 0 743,-1 1 0,2 2 0,-3 4 0,3 1-299,0 5 1,0 0 0,0 5 0,0 1-614,0 3 0,0-3 0,0 5 0,2-1-937,0-1 1,2-4 0,-2 0 0,1-5-2155,-1-3 2964,-1-6 0,5-5 0,-3-3 0</inkml:trace>
  <inkml:trace contextRef="#ctx0" brushRef="#br0" timeOffset="889">764 167 8096,'6'-18'452,"0"1"1,1 1 0,-1 4-1,1 3 63,2 3 0,1 1 0,3-1 0,0 2 57,-1 2 0,1 1 0,0 2 0,0 2-103,0 3 0,-5 2 1,-3 4-1,-1 2-210,-3 2 0,0-1 0,-2 2 0,-2 1-331,-3 0 1,-1-1 0,-4 0 0,0-2-211,-1-3 1,-1 0 0,0-4 0,0-2-746,0-1 0,3-3 1,2 0-1,1-2-2220,0 0 3247,4-2 0,-3-5 0,2-3 0</inkml:trace>
  <inkml:trace contextRef="#ctx0" brushRef="#br0" timeOffset="1105">1046 154 8198,'-7'0'0,"1"0"1596,0 0 1,-1 0-472,1 0 0,4 3-631,4 1 1,3 0-1,7 0 1,2 1-265,2 1 0,1-2 0,3 0 0,1-1-493,0-2 1,-1 1-1,-2-1 1,0 1-756,0 0 0,-3-2 1,0-2-1,-2-1 1018,0 0 0,-3-2 0,0-1 0</inkml:trace>
  <inkml:trace contextRef="#ctx0" brushRef="#br0" timeOffset="1318">1347 0 9099,'-8'3'0,"-2"2"909,0 0 1,0 2 0,-3 2-1,0 2-546,0 4 1,-2 2 0,-2 6 0,0 4-56,0 1 0,5-4 1,0 0-1,2-3-650,2-2 0,4-5 0,2-2 0,1-2-847,1-2 0,3-3 0,2-2 1189,3 0 0,2 2 0,2-1 0</inkml:trace>
  <inkml:trace contextRef="#ctx0" brushRef="#br0" timeOffset="1582">1488 26 7734,'-6'4'0,"-1"1"0,-1 0 1065,-1 0 0,0 2 1,1 2-1,-1 2-273,-1 1 1,2 1 0,0 2 0,1 0-705,3-1 1,1-3 0,3-1 0,1-1-302,1-4 0,4-1 0,5-5 0,2-2-172,2-3 0,-1-2 0,3-4 0,-2-2 3,0-2 1,-2 1-1,0-1 1,0 0 206,0 2 0,-5 1 0,-1 2 1,0 3 1345,-2 1 0,-4 4 0,-2 4-343,-4 4 0,-5 8 0,-2 7 1,-1 5-460,0 4 1,-1 1 0,1 1-1,-1 0-259,-1 0 1,5-1 0,-1-1 0,2-3-149,4-1 1,3-7 0,-1 0-1,3-4-100,3-4 1,1-5 0,4-3-1,3-1-233,1-1 1,3-4 0,1-1 0,0-5-23,2-2 1,1 0-1,3-4 1,1-1-255,2 1 1,-1 0-1,-2-1 1,-1 0 646,0 1 0,-3 4 0,4-4 0</inkml:trace>
  <inkml:trace contextRef="#ctx0" brushRef="#br0" timeOffset="2418">180 1161 8455,'0'-6'355,"0"2"1,1 0 213,1 1 0,0-1 0,4 1 0,1 0-187,3-2 1,1-2 0,4-1 0,2-4-158,2-2 0,0-2 1,-1-4-1,-1 1-258,-4 0 0,-3 2 0,-5 1 1,0 1-104,-3 1 0,-7 5 0,-4 0 0,-3 4 33,-3 2 0,0 2 0,-3 3 1,-1 3 345,-1 3 0,4 2 0,-3 3 0,3 2 542,2 2 0,2 3 1,3 3-1,1 3-323,2 3 1,5-1 0,1 0-1,4 0-101,4-1 1,5-5 0,3 0 0,2-5-146,1-4 0,-2-5 1,3-1-1307,1-5 0,0-1 0,-2-2 0,0-4 0,-2-3-2693,0-4 0,-2-1 3783,0-2 0,-2 1 0,0-1 0</inkml:trace>
  <inkml:trace contextRef="#ctx0" brushRef="#br0" timeOffset="2670">462 988 10318,'1'4'1137,"1"-2"0,2-1 0,3-1 0,1 0-1594,3 0 0,2-3 1,0 1-1,2-1-3350,-1 0 3807,-5-2 0,9 4 0,-5-2 0</inkml:trace>
  <inkml:trace contextRef="#ctx0" brushRef="#br0" timeOffset="2869">501 1136 7846,'0'4'0,"0"0"877,0 1 1,0-2-1,2-1-183,3-1 0,3-2 1,3-1-1,2-2-1040,2-2 1,-1-1 345,3-2 0,3 2 0,3-2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19.8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141 64 7736,'0'-10'37,"0"0"0,-1 3 1,0-2 304,-1 1 0,-3 1 0,1 1 0,-3 2 80,-1 2 0,0 3 1,-3 3-1,0 5-116,-1 5 1,-1 4-1,1 4 1,0 3 78,2 1 1,2 2 0,0 3-1,3 0-25,3 2 1,1-6 0,2 3 0,4 0-415,3-2 1,4-6 0,1-4 0,0-3-792,2-3 0,1-4 1,3-2-1,-1-4-594,-1-3 0,0-4 0,2-6 1439,-2-4 0,1-5 0,-1-3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0.0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1 7794,'-5'3'204,"1"1"0,0 4 1,-1 3-1,2 2 838,0 2 1,1 2 0,2 4 0,0 2-767,0 2 0,1-1 0,0 4 0,2-1-911,0 0 0,2-5 1,0 1-1,0-2-1256,0-3 1,-3-3 1890,2-4 0,0-2 0,3-2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0.2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39 7826,'2'-7'0,"1"1"330,0-1 0,1 2 0,3 0 0,-1 1 143,1 1 0,0 1 0,1 2 0,0 1-145,0 1 0,-1 4 1,-1 3-1,-2 1-134,-2 1 0,-1 1 0,-1 1 0,-1 1-130,-1 1 0,-2-2 0,-4 2 0,-1-1-514,-1-1 1,-1-3 0,-1 0-1,1 0-339,0-3 1,3-2 0,-1-3 0,2-1-1058,1-1 1846,2 0 0,2-6 0,2-1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0.4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32 7760,'-7'0'1046,"1"0"1,0 1 136,2 1 0,-2-1-778,2 1 1,2-1-1,2-1-342,4 0 0,4 0 0,2-1 0,1 0-585,2-2 0,-1-2 0,3 2 1,-2-1-2579,0-1 3100,-3 1 0,5-2 0,-2-1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3.4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16 8282,'0'-7'1423,"0"3"-630,0 0 1,0 3 0,0 1-199,0 4 0,0 5 0,0 4-420,0 3 0,0 3 0,0 3 0,0 1-450,0-1 1,2 5 0,0-3 0,0-1-1089,-2-3 1,0 0 0,0-5 1362,0-3 0,0-5 0,0-4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3.7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20 8282,'4'-6'313,"0"1"0,-1 1 174,1 2 0,0 0 0,2 2 0,1 0 16,2 0 0,-2 5 0,2 4 0,0 2 12,-1 2 1,2 3 0,-3 3 0,0 2-343,-1 2 0,-4 1 0,0 3 1,-1 3-178,-1 1 0,-3 0 1,-2 4-1,-2-1 119,-2-3 0,-2-6 0,1-3 0,0-5-862,1-4 0,2-5 1,1-2-1,-1-4 109,1-3 0,2-3 0,2-4 638,1-1 0,-1-5 0,-2 1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3.9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25 8591,'-7'-6'845,"3"0"1,0 2-1,-1 1-231,-1 0 0,2 2 0,-1 0 0,0 3-315,-3 4 1,2 4 0,-1 5 0,1 1-26,1 3 0,0-1 0,-1 5 0,1 0-434,1-1 0,2-1 0,0 1 1,2-3-695,2 1 0,5-6 0,3-3 0,2-2-288,1-3 0,3-4 1,0-1-1,1-3 1142,1-4 0,-1-4 0,2-2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4.3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116 7 8282,'-6'-2'0,"-1"0"328,1 0 1,-1 1 0,-1 1-1,-1 0 664,1 0 0,-2 4 0,0 2 0,0 4-524,-1 3 1,5-1 0,-1 1 0,1 0-335,3 0 0,2-1 1,2-2-8,3-4 0,1-2 1,6-4-1,0-1-493,1-4 0,2 0 0,0-5 0,1 0-239,0 0 0,-3 2 0,0 0 0,-2 1 532,-1 0 1,0 2 0,-4 1 602,0 4 1,-3 4 0,-3 7 0,-3 4-278,-2 3 1,-5 6 0,1 2 0,0 4 379,-1 2 1,2-2 0,-1 1 0,2-3-167,2-3 1,0-4-1,4-1 1,2-3-420,1-2 0,0-6 0,4-1 1,2-3-44,1-3 1,1-2-1,-1 0 1,2-4-1036,0-4 1,3-2-1,-3-5 0,2 0 142,1-2 1,-3 0 0,-1-1 0,0 0-337,0 1 0,-1 2 1,-2 1 1223,-2 3 0,2-1 0,-3 2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4.5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20 8282,'0'6'2024,"0"0"0,0-1-1392,0-1 0,1-3 0,1 2-786,2-3 0,2 0 0,0-3 0,1 0-1078,-1-1 0,1-1 1,-1 0 1231,1-3 0,2 1 0,1-3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4.8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1 8282,'-2'4'97,"-1"0"1,0 1-82,0 1 0,-1-1 0,1 1 0,0 1 1112,1 0 1,-3 4 0,3 0 0,0 3-1323,-1 0 1,2-1 0,-1 3 0,2 0-856,0-2 0,0-5 0,0-3 0,2-1-850,3-1 1899,0-4 0,2-7 0,-1-3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5.0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27 8282,'3'-6'0,"2"4"0,-2-5 746,1 2 0,0 2 0,2 1 0,1 1 186,-1 1 1,1 6 0,-1 2 0,1 5-123,-1 4 0,-2 1 0,1 5 0,-1 2-582,-1 2 1,0 1 0,-3 4 0,-1 1-292,-1 2 0,-1-4 0,-4-1 1,-1-3-413,-1-5 1,-2-7 0,1 1-1,-1-3-2819,1-4 1,1-4 3293,-2-3 0,1-7 0,-3-2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5.4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49 8282,'0'-4'-206,"0"0"559,0-1 1,0 1-1,-2 0 329,0-1 1,0-1 0,1 1 268,-1 0 0,1 2 0,-4 1-528,0 0 0,0 4 0,-2 4 1,1 4-386,-1 2 1,-1 4 0,-1 4 0,1 3-448,1 4 0,1 0 1,0 0-105,2-3 0,1 0 0,4-2 0,1-2 0,3-3-1154,3-2 1,0-6-1,4-3 1667,2-3 0,3-4 0,-1-2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5.7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 84 8282,'-8'15'0,"1"0"525,-2-1 0,0 2 0,4-1 1,0-1 210,3 0 0,2-2 1,0-1-1,0-3-480,2-1 0,3-3 1,3-2-1,3-1-379,1-1 1,1-2 0,-1-1-1,-1-5-56,0-1 0,-1-2 0,1-4 0,-3-2-18,-1-2 0,-1-1 0,-2 0 0,-1 0 105,-3 2 1,0 3-1,-3 1 1,-1 1-87,-2 3 1,-3 4 0,-1 0 0,0 3-217,-1 1 1,2 2 0,-1 0 0,2 0-913,2 3 1,0-2 1305,4 3 0,3 1 0,3 1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6.0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39 9598,'0'3'1141,"1"0"0,1-3 0,2 0-1370,2 0 1,1-1 0,1 0 0,2-2-855,2-1 1,-3 1-1,4-2 1,-1 1-52,0-1 1134,-2-1 0,5 0 0,-1-1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6.2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0 8670,'0'7'556,"0"-1"0,-2-2 1,0 1-22,0 0 1,1 0-1,1 2 1,0 2-375,0 2 1,0 1-1,0 3 1,0 3-280,0 3 1,0 0 0,0 1 0,0 0-682,0-1 1,0-3 0,0-2 0,0-3-700,0-3 1,0-4 1497,0-2 0,0-5 0,0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6.5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1 123 8282,'0'-13'42,"2"1"0,0 0 251,-1 2 0,3 0 1,0-1-1,2 2 45,0-1 0,1 3 0,1-1 0,2 3-47,-1 0 0,0 2 1,1-1-1,0 1-15,0 3 0,0 0 1,1 0-1,-3 0-110,-1 3 1,-3 0 0,-2 4 0,-1 0-50,-1 1 0,-3 2 1,-1 3-1,-3 0-44,-1 0 0,-2-3 0,-1 0 0,0 0-970,0 0 1,2-2 0,0 0 0,2-2-326,1-2 0,-1-3 0,1 1 1222,2-4 0,-2-1 0,3-4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6.7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26 8511,'4'7'529,"-2"-1"0,1-2 1,0 1-1,-1 0 121,1 0 1,0 3 0,-1-1 0,0 3-386,-1 3 0,0-4 0,-1 6 0,0 0-219,0 0 1,0 2 0,-1 1-1,0-1-167,-1-2 1,-3-4 0,2 2 0,1-4 75,-1-2 1,0-3 133,1-2 1,1-5 0,-1-3 0,1-5 31,1-3 1,1-3 0,1-3 0,2 0-238,2-2 1,0 1 0,1 2 0,0 0-412,1 2 0,0 1 0,0 4 0,-1 1-428,0 0 0,-1 3 1,1 1-1,-1 2-1210,0 2 2165,-2 3 0,2 0 0,-3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7.0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32 115 8282,'-4'15'0,"0"0"0,1-3 0,0 3 0,-1-1 865,1-2 0,1-2 0,-2-1-1316,1-2 1,1-4-1,3-3-2415,1-4 2866,-1-4 0,4-5 0,-1-3 0</inkml:trace>
  <inkml:trace contextRef="#ctx0" brushRef="#br0" timeOffset="1">51 19 8282,'-5'-4'493,"0"0"0,1 0 332,1 1 1,0 1-2068,1 0 1,2 2-659,-3 2 1900,3 2 0,0 2 0,0 1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7.3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54 8282,'0'5'117,"0"-1"0,0 1 401,0 1 1,0-1-1,0 0 1,0 2 180,0 1 1,-2 2-1,0 0 1,0 3-405,2 2 1,-3-1-1,1 3 1,1-2-193,0 0 0,1-2 0,0-1 184,0-1 1,0-6-679,0-7 1,2-5 0,1-6-1,1-2 72,1-2 1,0-2-1,2 1 1,-1 0 245,1 1 0,-1 3 0,0-1 0,-1 3 298,-1 1 0,0 4 0,2 0 1,-1 3-25,-1 1 1,-2 2 0,2 3 0,-1 3-15,-2 3 1,2 0 0,-1 4-1,0 2-122,-2-1 1,1 2 0,0 0 0,2 1-118,-2 0 1,0-2 0,-1-4-1,0 0-196,0 0 1,0-5 0,2-2 199,0-3 1,3-7 0,-1-4 0,0-3 85,0-3 0,1-3 0,3 0 0,1 0 177,1 2 1,-1 0-1,1 0 1,2 3 78,0 2 0,1 3 0,-1 1 0,-1 1 27,-3 3 0,-1 3 0,-3 2 0,-1 4 25,0 4 1,-3 2 0,2 3 0,-3 1-545,-1 1 1,-3-2 0,1 2-1,0-1-1100,0-1 1,2-3-1,0 0 1,1-1-1597,-1-1 1,2-3 2893,0-3 0,2-7 0,5-2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7.6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6 141 8282,'7'0'256,"-3"-1"1,0 0-1,1-2 231,1-1 0,0 0 1,1-2-1,0-1 24,2 1 0,-2-1 0,1-1 0,-1-1-204,0-1 0,-1 1 0,0-1 0,-2-1-221,-2 1 0,-1 0 0,-1 2-83,0-1 0,-3 4 0,-2 3 0,-2 2-8,-1 2 0,-4 4 0,2 5 0,0 1 396,2 1 0,-2 0 0,2 2 0,0 2 21,1 2 0,1-1 0,2 0 0,2-1-78,1 1 1,2-2 0,1-1 0,3-2-979,3-3 1,2 0 0,3-5 0,2 0-518,2-3 1,2-4 0,0-3 0,0-3-331,1-3 1,-3-2 1490,3-2 0,-3 2 0,6-3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7.9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7 8211,'0'-4'1744,"0"2"0,2 5 0,0 3 1,0 3-1551,-2 3 0,0 2 1,0 6-1,0 2-574,0 1 1,-2 0-1,-2 0 1,0-1-970,-1-1 0,2-4 1,-2-2 1348,1-2 0,-1-3 0,-1-1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8.2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1 110 13918,'3'-7'-78,"0"1"1,4 0 0,2-1-733,2 1 1,1-1 0,1 0-1,2-1-338,2-3 1,2 2-1,0 0 1148,0 2 0,1-2 0,-1-1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28.3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32 8453,'-5'11'0,"1"-1"393,-1 2 0,0-1 0,-2 0 0,1 2 514,-1 0 0,3-2 1,0 3-1,2 1-348,0-2 1,1-2 0,2-3 0,1-1-578,3-3 1,2-1 0,2-3 0,0-1-185,0-1 0,-1-2 0,2-5 1,0-2-175,0-1 0,-5-1 1,1-1-1,-2 0-180,0 0 1,-3 2-1,1-3 1,-2 3 690,-2 2 0,-1 1 1,-2-1-1,1 1-191,-1 1 0,-1 3 0,-2 1 0,-1 2-228,1 0 1,3-1 0,1 1-3216,-1 1 3499,2 3 0,1 1 0,2 4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33.8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27 193 10126,'2'-4'0,"3"2"0,0-1 315,2 1 0,2-3 0,2 1-214,1-2 1,1-1-1,2-1 1,0-3 0,0-1-120,0-1 0,-3 0 1,0 0-1,-3 0-71,-3-2 1,-3 3 0,-3 0 0,-1 2-49,-3 0 1,-1 3 0,-6 0 197,0 4 1,-4 3 0,0 0 0,-1 2 130,0 3 0,-1 1 1,2 3-1,2 1 0,1 3 2,1 2 0,1 2 0,0 1 0,4 1 265,3 0 1,2-3 0,1 5-305,0 0 0,5-1 0,2-3 0,2 0-499,3-2 0,2 2 0,2-4 0,-1-3-326,1-3 0,3-1 1,-1-2-1,-1-1 0,0-3-1045,-3-3 1,0 0 1714,1-4 0,-4-2 0,1-1 0</inkml:trace>
  <inkml:trace contextRef="#ctx0" brushRef="#br0" timeOffset="295">264 206 8273,'0'4'0,"-1"0"0,0-1 59,-1 1 0,-1-3 725,1 1-784,1 2 0,1 0 0,4 2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35.2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186 39 8154,'-6'-3'-13,"-3"2"0,-1-1 0,-2 2 224,0 0 1,0 0 0,-3 0 0,1 3 35,-1 4 0,1 0 0,-1 3 0,3 2-35,1 0 0,1 2 0,3 0 0,0 1-123,4 2 1,1 0 0,2 2 0,1 1-126,1 2 0,2-5 1,2 2-1,1-3-477,2-1 1,1-3 0,3-2-1,0-3-143,2-4 1,-1-3 0,1-1 655,1-3 0,1-4 0,2-4 0</inkml:trace>
  <inkml:trace contextRef="#ctx0" brushRef="#br0" timeOffset="252">372 7 8109,'-6'-4'41,"0"2"1,-2 2-1,1 0 333,-2 0 1,0 1-1,1 3 1,-1 3-43,-1 2 0,2 2 1,-1 4-1,2 2-269,1 2 1,0-2 0,2 0-1,2 0-42,1 0 0,4-2 0,1-3 0,3-1-325,1-2 0,2-3 1,3-2-1,0-1-535,0-3 1,-1 0-1,1 0 839,0 0 0,0-3 0,0 0 0</inkml:trace>
  <inkml:trace contextRef="#ctx0" brushRef="#br0" timeOffset="507">411 110 7046,'4'-3'-145,"0"1"0,1-1 0,1 2 0,1-2 145,-1 0 0,3-2 0,1-1 0</inkml:trace>
  <inkml:trace contextRef="#ctx0" brushRef="#br0" timeOffset="762">507 71 8101,'-3'7'1,"0"-1"0,-4 0 0,1 1 206,-1-1 1,1 1-1,-1 2 1,-1 2 29,0 4 0,-1-2 0,3 2 0,-1 0-398,1 2 0,0-2 0,2 3 0,2-2-113,1-2 1,1-4-1,1 2 1,1-3-1116,2-3 1389,5-3 0,1 0 0,2 1 0</inkml:trace>
  <inkml:trace contextRef="#ctx0" brushRef="#br0" timeOffset="1029">629 103 8089,'-10'-3'106,"1"0"0,0 3 1,0 1-1,-1 1 0,-1 2 1,0 2-1,1 1 504,1 1 1,6 1-1,-4 3 1,2 2-478,2-1 1,0-1 0,4 0 0,2 0-384,3-1 0,1-2 0,3-1 1,0-1-511,0 0 0,1-4 0,1-1 760,1-1 0,0-1 0,0 0 0</inkml:trace>
  <inkml:trace contextRef="#ctx0" brushRef="#br0" timeOffset="1300">725 122 8062,'-4'7'156,"0"-1"0,-1-1 1,-1 1-1,0 2 122,-1 1 1,3 0 0,0 3-1,-1 2-228,-1 0 0,2 1 0,1 0 0,1 0-341,0 1 0,0-5 0,2 1 0,0-2 410,0-2-119,0-4 0,6 2 0,1-2 0</inkml:trace>
  <inkml:trace contextRef="#ctx0" brushRef="#br0" timeOffset="1301">712 174 8052,'0'-7'-24,"3"1"0,-1 0 134,2-1 1,-2 4 0,2 0 0,-1 1 95,1-1 0,0 2 1,2 3-1,1 2-8,-1 2 0,1 1 0,-2 0 0,0 2-24,0 4 1,-4 0 0,1 4 0,-2 0-109,-2 1 1,-1 0-1,-4 3 1,0-2-207,-2 0 0,2-3 0,-3 2 1,0-3-378,0-3 0,2-4 1,-1 0-147,2-3 0,4-5 1,0-4 662,3-2 0,5-3 0,3-1 0</inkml:trace>
  <inkml:trace contextRef="#ctx0" brushRef="#br0" timeOffset="1566">924 116 8034,'-6'0'0,"-3"0"0,1 0 0,-1 0 270,0 0 1,1 3 0,-2 2-1,0 3 444,0 2 1,1 3-1,-1 2 1,1 3-471,1 3 0,2 1 0,2 3 0,1 0-192,3-2 0,0-4 0,0-1 0,3-1-643,1-3 1,2-3-1,2-4 1,1-1-396,1-2 1,1-2-1,2-1 986,0-2 0,2-3 0,2-2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4:40.2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39 115 7430,'3'-4'164,"-1"1"0,2 1 1,1 0-186,1-2 1,0 0 0,0-3-1,1 1-36,-1-1 1,1 1 0,-1 0 0,0-1-115,-2 1 1,0-1 0,-3 1 143,1 0 0,-3 2 0,-4 2 0,-2 2 125,-1 2 1,-1 2 0,0 3 0,-1 1 40,0 3 1,0 0 0,2 0 0,0 2 17,0 0 1,1 0 0,2 1 0,2-2-3,0-1 0,1-1 0,3 0 0,1-1-147,2-2 0,2-1 1,1-2-1,1-2 181,3-1-189,-2-1 0,6 0 0,-1 0 0</inkml:trace>
  <inkml:trace contextRef="#ctx0" brushRef="#br0" timeOffset="1080">225 134 7325,'0'-3'344,"-2"0"0,1 3 0,-2 2 1,1 1-198,0 0 0,-1 2 0,1 4 0,0 1-77,-2 0 0,2 2 0,-2-1 0,1 1-494,-1 1 1,2-1 0,-2 1 0,1-3 423,-1-1 0,3 1 0,-2 0 0</inkml:trace>
  <inkml:trace contextRef="#ctx0" brushRef="#br0" timeOffset="1680">302 25 7674,'0'-3'452,"0"0"-487,0 6 1,0 0-1,0 4 1,0-1 2,0 0 0,0 3 0,0-1 1,0 1-42,-3 0 1,3-1-1,-2 2 1,0-1-53,0-1 0,1 1 0,-1 0 0,1-1-584,1-1 709,0-3 0,-2 1 0,-2-1 0</inkml:trace>
  <inkml:trace contextRef="#ctx0" brushRef="#br0" timeOffset="1996">315 32 7908,'0'-7'0,"1"1"-538,1 2 1,-1-2 1151,4 2-481,-4 1 0,2 1 0,-3 4-76,0 3 0,0 0 1,0 2-1,-1-1-144,-1 1 0,1-1 0,-3 0 1,1 1-174,2-1 1,-1 1 0,1-1-311,-1 0 570,0 1 0,-1-1 0,-1 1 0</inkml:trace>
  <inkml:trace contextRef="#ctx0" brushRef="#br0" timeOffset="2313">379 141 7536,'-3'0'-301,"0"0"1,3 0 0,0 0 0</inkml:trace>
  <inkml:trace contextRef="#ctx0" brushRef="#br0" timeOffset="2638">418 134 6121,'-7'-6'0</inkml:trace>
  <inkml:trace contextRef="#ctx0" brushRef="#br0" timeOffset="2968">450 128 7036,'-4'-3'0,"1"-1"0</inkml:trace>
  <inkml:trace contextRef="#ctx0" brushRef="#br0" timeOffset="3293">501 57 8098,'0'-4'121,"0"0"67,0-1 1,1 3-147,1 2 1,-1 2 0,3 5 0,-1 0 89,-2 1 1,2 0-1,-1 3 1,0 0-47,-2 2 1,0 0 0,0 1 0,0 2-75,0 0 0,0 1 0,-2 3 0,-3-2-167,0-1 1,-2 2-1,1-3 1,-1-1-437,1-3 1,0-3-1,1-1 591,1 0 0,0-5 0,-3 0 0</inkml:trace>
  <inkml:trace contextRef="#ctx0" brushRef="#br0" timeOffset="3606">610 192 7803,'4'0'-1626,"-1"0"3275,-3 0-2803,2-3 1154,-1 2 0,5-2 0,-3 3 0</inkml:trace>
  <inkml:trace contextRef="#ctx0" brushRef="#br0" timeOffset="3948">636 243 8605,'-4'0'-319,"2"0"-377,4 0 0,2 0 696,2-3 0,1 0 0,-1-4 0</inkml:trace>
  <inkml:trace contextRef="#ctx0" brushRef="#br0" timeOffset="4320">726 173 7767,'-6'4'428,"2"0"0,0-2 0,3 3-484,-1 0 1,-3 2 0,3 3-1,1 0-177,0 4 0,1-1 0,0 5 0,0-1-596,0-1 0,0 2 829,0-3 0,-3 3 0,0-2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5:37.3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194 82 7758,'0'-8'197,"3"0"0,-2-1 0,2 1 0,-3 1 0,-3 1 386,-2 0 1,-3 4-1,-1 0-40,-2 1 0,1 4 0,-4 4 0,-3 4-193,-1 5 0,-1 8 0,2 7 0,0 7 0,-1 6 131,3 6 0,7-2 0,0 2 0,5-4-273,4-4 1,3-10 0,7-4 0,4-10-397,3-10 0,4-7 1,4-6-1,3-8-421,3-7 0,-4-8 0,4-12 0,-3-9 274,-3-5 1,-4 2 0,-4-1-1,-7 7-138,-5 5 1,-5 12-1,-5 3 376,-4 4 0,-8 7 0,-5 6 0,-2 4 0,-1 1-58,0 2 0,4 1 0,-4 1 0,3 0-1,3 0 1,3 4-1,3 1 1,1 3-677,3 0 1,4 0 0,4 0 831,0 0 0,7 1 0,2-1 0</inkml:trace>
  <inkml:trace contextRef="#ctx0" brushRef="#br0" timeOffset="417">791 16 7758,'0'-5'2344,"-1"0"-1587,-2 2 1,1 0-1,-4 3 1,-2 0-411,-2 0 0,-5 1 1,2 2-1,-4 1-102,-2 1 1,-2 3-1,-2-1-80,1 3 1,-1 1-1,3-2 1,0 1 0,0 2 4,2 1 1,6-2-1,3 1 1,2 1-71,3 0 1,2 1 0,3 2 0,2 0 20,2 1 0,9-3 1,3 1-48,3-1 0,3 4 0,3-6 0,2 1 1,-1-2-339,1-2 0,-2-2 0,1-1 0,-3-3-548,-2 1 0,-3-3 1,-5 3-1,-3-2-599,-2 1 1,-4 1-1,-3-2-820,-1 4 2231,-4 1 0,-2 1 0,-3 1 0</inkml:trace>
  <inkml:trace contextRef="#ctx0" brushRef="#br0" timeOffset="683">431 442 7774,'-4'-5'608,"2"1"433,-3 1 1,0 1-362,0-3 1,2 3 0,6-1-174,2 2 0,4 1 0,1 1 0,4 2-342,2 3 0,1 1 1,1 1-202,1 0 0,4 3 0,-2 1 0,1 0 0,-1 1-4673,2-1 4709,-3-2 0,4 6 0,-3-4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5:36.4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9 112 7760,'-5'1'1435,"3"2"-964,1 2 1,1 2-1,0 2 1,0 2-228,0 3 1,1 6 0,0 5-1,2 4-17,-1 2 0,0 0 0,0 0 0,0 0-104,0-3 1,-1-1 0,-1-4 0,0-3-356,0-4 0,0-8 1,0-2 82,0-4 0,4-5 0,1-11 37,2-5 0,2-7 1,-1-5-1,1-3 0,2-3-142,2-3 0,0 2 1,1-3-1,1 0 60,3 2 0,1 6 0,1 3 1,1 5 67,0 7 0,0 7 1,0 3-1,-4 6 152,-2 7 0,-8 7 0,0 10 0,-1 2 1053,-2 0 1,-2 5-1,1 1-868,-2 1 1,-4 5 0,0-1 0,1-1 0,-1-3-922,0-4 1,1-4 0,2-3-421,0-3 1,0 0 0,3-9 1129,3-4 0,1 2 0,1-2 0</inkml:trace>
  <inkml:trace contextRef="#ctx0" brushRef="#br0" timeOffset="184">582 267 14650,'-4'12'0,"-1"3"165,-3 3 1,-1 4-1,-2 5 1,-1 4-97,-1 4 1,-2-2 0,4 2-1093,1-4 1,2-4 0,2-5 1022,0-3 0,5-5 0,-3-3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5:34.7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74 7 7759,'0'-4'1345,"0"1"0,0 6-979,0 2 1,3 7 0,1 5 0,0 8 0,3 8-238,0 7 1,0 6 0,0 7 0,-3 1-834,0-1 0,-1-6 1,-3-5-915,0-5 0,-4-4 1618,-2-8 0,-4-2 0,-3-7 0</inkml:trace>
  <inkml:trace contextRef="#ctx0" brushRef="#br0" timeOffset="148">1 351 8096,'1'-8'524,"1"0"0,3 0 0,3-2 0,1 0-422,2 0 0,0-2 0,4 2 1,4-1-725,1 1 0,-1-2 1,2 1-1,1 0 622,1-1 0,-4 0 0,5-5 0</inkml:trace>
  <inkml:trace contextRef="#ctx0" brushRef="#br0" timeOffset="450">328 16 7801,'0'8'555,"0"0"0,0 0 0,0 1-267,0 2 0,0 0 0,0 5 0,0 3 284,0 3 0,3 2 0,0 6 0,-1 2-220,2 2 1,-2 1-1,2 2 1,1-1-194,-1-5 1,-1-4 0,2-7-1,-1-3 33,1-4 1,-3-6-269,4-1 1,-2-8 0,3-1 0,-2-4 0,2-5-407,0-4 1,-2-2 0,1-3-1,0 0 233,2-3 1,0 5 0,0-2 0,0 5 138,0 6 0,-2 1 0,-1 5 97,2 4 0,-4 5 1,0 8-1,-1 4-394,0 3 1,0 5 0,3 2 0,-1-1-312,1 0 1,0-4 0,4-2 717,-1-3 0,4-2 0,0-7 0</inkml:trace>
  <inkml:trace contextRef="#ctx0" brushRef="#br0" timeOffset="749">647 187 7801,'-8'0'0,"0"0"642,0 0 0,0 0 0,-1 0 0,1 1 89,0 2 0,0 3 1,1 4-1,1 2-423,3 4 0,2-2 0,1 5 0,1-1-162,2-2 1,2-1-1,3-1 1,1-3-273,2-2 0,-1-4 0,3-3 0,-1-2-315,1-2 1,-2-3-1,2-4 1,-2-2 239,-1-3 1,0-1 0,-2-1-1,0 0 347,0 3 1,-2 1-142,-1 4 1,-3 4 0,1 6-1,-3 7 305,0 6 0,0 8 0,0 1-796,0 2 0,0 3 0,0-3 1,0-2-1,0-2-1577,0-5 1,3-5 2062,0-1 0,3-6 0,-1-1 0</inkml:trace>
  <inkml:trace contextRef="#ctx0" brushRef="#br0" timeOffset="1049">827 196 11197,'0'11'924,"0"0"1,1 6-1,1 4-451,1 4 1,0 1-1,-1 4 1,1-1-262,-1 0 1,1-6 0,0 1 0,-1-4-2,-1-4 0,0-5-244,2-5 1,-2-7 0,4-7 0,-1-5-421,1-2 0,-2-6 1,2-3-1,2-3 81,0-2 0,2 1 0,1-2 1,1 0 326,-1 1 1,3 4-1,0 5 1,3 2-28,0 6 0,-1 7 0,0 8 0,-2 9 397,-1 8 1,-2 6 0,-1 9 0,-2 1-360,-2 1 0,-1-2 0,-4-1 0,1-2-1281,2-2 1,-2-8 0,1-3 1314,-1-6 0,3-4 0,0-1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5:32.2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15 246 7994,'-8'-5'768,"4"1"-494,1 1 0,6 2 1,3-2-1,4 2 22,4 1 0,2 0 1,3 0-652,3 0 0,-1 0 0,1 1 1,0 1-1,-1 2 355,1 0 0,0 2 0,3 2 0</inkml:trace>
  <inkml:trace contextRef="#ctx0" brushRef="#br0" timeOffset="386">572 41 8026,'-11'-8'0,"-1"1"393,0 1 0,-1 2 0,-2 2 1,2-1-85,2 1 1,1 5 0,4 3 0,3 4 49,3 4 1,0 2 0,0 4 0,4 2-188,4 5 1,4-2 0,4 3 0,1 0-40,-1-1 0,2 1 0,0-2 0,1 2 45,-1-2 0,-2-3 0,-2-2 0,-3 0-187,-2 0 1,-4-6 0,-3 1 0,-3-1-17,-4-2 0,-2-2 0,-9-2 1,-1-2-98,0-2 0,-4 0 0,0-3-380,0 0 1,-2 1 0,4-4-1,1-1 1,1-1-477,4-2 1,4 0 0,4-3 977,2-1 0,3-6 0,5-2 0</inkml:trace>
  <inkml:trace contextRef="#ctx0" brushRef="#br0" timeOffset="868">744 66 7826,'4'1'246,"0"1"216,0 4 0,-3 2 0,1 3 1,-1 3-100,-1 1 1,3 6 0,0 3 0,-2 6 83,0 5 0,-1 2 1,0 3-1,0-1-307,0 0 1,0-9 0,0 0 0,0-3-3,0-5 1,0-7-405,0-4 1,0-6 0,1-6 0,1-7 40,1-4 1,3-6 0,-1-2 0,0-6 0,1-2 1,-1 1 0,3-3 0,0 0 90,1-1 0,-1 2 1,0-1-1,0 5 54,0 4 1,1 8 0,-1 1 187,0 4 0,-3 9 0,0 8 0,0 7 127,-1 5 1,-2 3-1,1 3 1,-2 0-64,2-1 1,-2 0 0,2-3 0,-2 0-73,-1-1 0,1-7 0,0 1 1,2-3-189,-1-3 0,0-5 0,1-3-139,2-4 0,0-6 0,-1-7 1,1-4 18,-1-5 1,-1-5-1,1-2 1,1-1 51,0-1 0,-3 6 1,3-1 475,-2 7 1,4 6-75,-2 10 0,-1 8 0,-1 9 0,-2 5 0,1 6-362,1 4 0,1-2 0,-3 2 0,3-1-389,1-2 1,-3-2 0,4-1-1,0-1-187,1-2 0,3-4 0,0-4 691,0-4 0,5-2 0,-2-4 0</inkml:trace>
  <inkml:trace contextRef="#ctx0" brushRef="#br0" timeOffset="1166">1161 156 8570,'-11'-3'0,"0"0"714,1 1 0,1 6 0,1 3 0,0 5-164,0 4 0,0-1 1,2 6-1,2 1-224,0 1 0,1-3 0,4 4 0,2-3-494,2-3 1,3-4 0,3-4 0,3-4-229,1-3 0,0-3 0,0-4 1,3-4-42,-1-5 1,0-3-1,0-3 1,-1-3 308,0-2 1,1 0 0,-2 1-1,-1 3 359,-3 4 1,-2 3 259,-1 2 0,-3 11 0,-3 12-300,-1 5 0,-2 5 0,0 4 1,-2 2-1,1-2-515,1 0 0,1-3 0,0-1-512,0-3 0,0-5 0,1-4 0,2-4 836,2-3 0,2-6 0,2-1 0</inkml:trace>
  <inkml:trace contextRef="#ctx0" brushRef="#br0" timeOffset="1349">1448 0 9618,'-1'8'1148,"-2"1"0,2 5 0,-2 4 0,2 6-931,1 7 0,1 3 1,1 6-1,1 4-627,-1 1 0,1-1 0,1-5 0,1-3 129,1-6 0,-2-8 1,2-6-1,0-5 281,2-5 0,3-6 0,2-4 0</inkml:trace>
  <inkml:trace contextRef="#ctx0" brushRef="#br0" timeOffset="1517">1611 25 7826,'0'-8'970,"0"2"212,0 1 0,3 4 1,0 2-612,-1 6 0,-1 6 1,-1 5-1,0 3-519,0 2 1,0 1 0,0 6-445,0 1 0,0 0 0,2 1 0,1-1 0,-1-1-160,-1-5 1,1 0 551,1-6 0,4 0 0,-3-3 0</inkml:trace>
  <inkml:trace contextRef="#ctx0" brushRef="#br0" timeOffset="1750">1759 319 7826,'4'-3'482,"3"2"0,0-3 22,3 1 1,-1-2 0,2-4 0,-1-3-80,1-4 0,-1-2 0,2-6 0,0-2-356,-2 1 0,-2 0 0,-2 1 0,-3 1-65,-2 1 0,-2 7 0,-3 0 0,-3 5 150,-3 6 0,-4 2 0,2 4 0,0 3 144,-3 6 1,5 5 0,1 4-1,1 4-144,1 5 0,1 4 0,-1 1 0,1 0-673,4 1 0,1-6 0,1 2 0,1-4-364,1-3 0,3-8 0,4-1 883,2-5 0,2 0 0,3-6 0</inkml:trace>
  <inkml:trace contextRef="#ctx0" brushRef="#br0" timeOffset="2016">1971 205 7814,'0'5'150,"0"1"0,0 0 529,0 1 0,0 2 0,0 1 0,0 2-70,0 1 0,1 2 1,1 3-1,1 2-475,-1 1 0,-1-2 0,-1 3 0,0-1-247,0 0 1,-1-1 0,-1-4 0,-2-2 54,0 0 1,1-4 104,-2 1 0,0-7 0,-1-4 0,4-5 198,1-5 0,1-3 1,0-4-1,0-2 0,1-3 161,1-2 0,3-3 1,3 0-1,1 0-505,2-2 1,-1 4-1,4-3 1,0 0-414,2-2 1,4 3-1,2 2 1,2 0 511,4 2 0,1 1 0,3-3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5:40.3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89 7844,'1'-5'974,"2"-1"-231,-2 4 0,2 0-494,-3 4 0,1 4 0,1 6 0,1 4 0,-1 6-26,-2 4 0,0 3 0,1 4 0,1 1-123,1 1 0,0-3 0,-3 2 1,0-4-124,0-4 1,0-4-372,0-6 0,0-8 125,0-5 1,0-9-1,1-10 1,0-4 131,2-4 0,3-4 0,-3 0 1,1-3-1,0-1-31,1 0 1,0 2 0,4 0 0,-1 2 194,0 3 1,0 7 0,0 3 0,0 5 233,1 6 1,-1 3 0,0 4-1,0 7 125,0 5 0,1 6 0,-2 7 0,-1 4-5,0 2 0,-4 3 0,3-3 0,-1 1-148,-3-3 1,0 0 0,-1-6-1,0-1-106,0-3 1,0-4-1,0-2 1,0-4-381,0-3 1,0-6 0,1-3 0,1-4 5,1-3 1,0-8 0,-3-2 0,0-4-40,3-5 0,-1-2 0,3-4 0,-1 1 67,1-2 1,0 5 0,3-4 159,0 3 0,1-1 0,0 2 1,1 3-1,2 2 184,0 4 0,1 6 0,2 3 0,-2 3 130,2 4 0,-3 7 1,-2 5-1,0 7 84,-2 5 1,-3 4-1,0 3 1,-1 3-107,1 0 1,-3-2 0,0 2-302,-1 0 0,-1-2 0,0-6 0,0-3 0,0-3-2317,0-4 1,0-3-714,0-2 3098,4-7 0,-3-6 0,2-7 0</inkml:trace>
  <inkml:trace contextRef="#ctx0" brushRef="#br0" timeOffset="602">835 32 7844,'4'-6'667,"-1"1"1,-2 2 977,-1-2 1,0 2-796,0-3 0,-4 5 1,-2-1-382,-4 4 0,0 2 1,-3 5-226,1 2 1,-3 1 0,0 3 0,-5 1 0,0 2-22,-3 2 0,-1 2 0,0 3 0,-1-1-123,1 1 0,3-4 1,2-1-1,4-1 52,1-4 0,8-4-182,0 0 0,6-2 0,3-1 1,5 0-1,2 1 77,3-1 1,1 0 0,2 0-30,1 0 0,2 0 0,0 0 0,0-2 0,0-1-288,0-2 0,-2 3 0,-2-4 0,-1 0-586,-2-1 1,-2 2 0,-2 0-1,0-1-685,-3 2 1,0-3-2152,-3 2 3692,-1-2 0,3-1 0,-4 0 0</inkml:trace>
  <inkml:trace contextRef="#ctx0" brushRef="#br0" timeOffset="1000">958 130 7844,'0'-5'3988,"0"-1"-3398,0 4 1,0 5 0,0 7 0,0 4-322,0 3 1,0 5 0,0 0 0,0 1-80,0 2 0,-1-1 1,-1 1-1,-1-1-104,1 1 1,-1-4 0,0-3 0,0-3 3,0-5-36,2-4 1,-3-3 0,4-7 0,0-4-170,0-5 0,1-3 1,2-3-1,2-3-26,2-2 1,2 0 0,-1-1-1,0 1 167,0-1 0,1 4 0,1 3 0,2 3 237,1 4 1,0 3 0,1 3 147,0 2 0,-2 9 0,3 6 0,-2 6 1,-1 7-206,-2 4 1,-1 1 0,-2 1 0,-1 1-822,0-1 0,-4-4 0,0-1 0,-1-3-820,-1-4 1435,0-5 0,0 1 0,0-2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6:18.1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45 179 7844,'-7'-2'345,"1"0"0,2-1 727,0 1 0,3-1-752,1-2 1,3 2-1,6 1 1,2-2-1,1-1-81,3-1 0,-1 2 0,2-4 0,-1-2-27,0 1 1,0-3 0,-1 2 0,-1-1-504,-1 1 0,-6-1 0,-2-1 0,-2 0-20,-2 2 0,-4 4 1,-2 0-1,-5 1 236,-3 1 1,-2 3 0,-3 4 0,0 5 25,0 3 0,4 2 0,-2 4 1,3 3 400,1 3 1,2 1 0,2 0 0,2 2 259,3 3 0,3-3 1,2 5-1,2-3-801,3-3 0,4-6 0,4 1-453,1-4 1,2-1 0,0-8 0,0-2 0,1-2-924,0-4 0,0-2 1565,1-6 0,0-4 0,1-3 0</inkml:trace>
  <inkml:trace contextRef="#ctx0" brushRef="#br0" timeOffset="349">282 160 8402,'-3'10'0,"0"-1"302,-1 0 1,-1 1-1,1 4 1,0 1-31,-1 2 0,3 0 1,-1 1-1,-1 3 294,1 1 0,1-1 1,0-1-1,1-4-136,1-3 0,0-5 1,1 0-485,1-3 0,2-8 1,2-5-1,1-5-148,-1-4 0,1-1 0,1-5 1,1-2-182,1 0 1,1 2 0,1 0 0,-1 0 127,0 1 1,-2 5 0,1 1 373,-1 4 1,-1 2-1,-2 7 1,-2 4 133,-1 5 0,-3 7 0,0 0 0,0 3-253,0 2 1,0-1-1,0 1 1,0 1-15,0 1 0,0-4 1,1 2-1,1-3-689,2-3 1,3-5-1,1-2 1,2-2-394,2-4 0,-2-5 0,4-7 1096,0-3 0,3-6 0,0 0 0</inkml:trace>
  <inkml:trace contextRef="#ctx0" brushRef="#br0" timeOffset="716">564 108 7844,'-9'-3'509,"1"0"0,-2 3 1,0 0 164,0 0 0,3 3 1,-2 2-1,2 2-72,0 1 1,1 4 0,0-2-1,2 3-217,2 2 0,1 0 0,1 1 0,0 0-737,0 1 0,1-5 0,1 1 0,2-2-169,2-1 0,1-1 1,2-5-1,1-2-629,3-1 1,-2-3-1,1-2 1,2-5 683,-1-2 1,-1-3 0,0 0 0,0-1 465,-1 1 0,-2 0 0,1 2 0,0 1 0,-2 0 0,-2 3 0,-1 1 303,-1 2 1,-3 2-1,0 6 497,-3 1 1,-2 4 0,1 1-285,0 1 1,0 1-1,-1 2 1,0 1 0,0 2-134,-1 1 1,1-3 0,-2 3 0,0-1-169,2 1 1,-2-5-1,2 0 1,1-2 518,1-2-898,1-4 1,1-5 0,1-5 0,1-5-2,2-3 1,2-1 0,0-3 0,1 0-762,2 0 1,-2 3-1,2 0 1,-2 1-718,2 1 1,-4 3 1642,1-1 0,-1 3 0,2-1 0</inkml:trace>
  <inkml:trace contextRef="#ctx0" brushRef="#br0" timeOffset="1166">731 230 7980,'4'6'300,"1"-2"1,-3 2 0,2-2-223,1 2 0,1-3 1,0-1-244,1-1 1,-3-1-1,0-1 1,1-1-333,1-2 1,-2-2 0,0 0 0,1-1 496,1-2 0,-2 2 0,0-1 0,0 0 0,-1 2 0,-1 0 0,2-1 0,-1 1 1519,-1 2-1031,-2 1 0,-2 4 0,-1 1 1,0 3-1,-1 0-281,1 2 1,1-1 0,0 0 0,1 2-322,-1 0 0,1 0 1,-1 2-1,1-1-910,1-1 0,1-2 0,1-1 580,2-3 1,2-1 0,1-3 0,2-1 443,1-4 0,0-3 0,1-1 0,0-1 0,2-1 0,-3 3 0,0 1 0,-1 3 454,-1 2 0,-3 1 579,0 3 0,-4 5 1,1 2-276,-1 2 1,-2 4 0,0 3 0,-1 0-382,0 2 1,-1 1 0,1 3 0,1 0-398,0 1 0,1 1 0,0-2 1,0-2-1,0-2-384,0-1 0,0-3 1,0-1-1028,0-4 1,2-5 0,0-4 0,0-4 1430,1-2 0,-2-3 0,1-2 0,-1-4 0,-1-1 0</inkml:trace>
  <inkml:trace contextRef="#ctx0" brushRef="#br0" timeOffset="1348">943 294 7844,'3'-13'27,"0"1"0,-2 1 0,0 0 0,2 0 252,1-1 1,0 1 0,3 0 133,2 0 0,1 2 1,3-1-1,-1 2 0,2 0 370,1 2 1,-4 3 0,1 4-497,-2 3 1,-4 4-1,-4 4 1,-1 2-92,-1 1 0,-6 1 1,-2 4-1,-4-1-361,0 0 0,0-2 0,1-1 0,-1-2-660,0-2 1,1-3 0,-1 1 0,0-3-2898,2-4 3722,-1-1 0,-5-5 0,0-1 0</inkml:trace>
  <inkml:trace contextRef="#ctx0" brushRef="#br0" timeOffset="2018">244 795 9528,'4'-1'495,"1"-1"0,1 0 0,3-1-218,1 0 0,1-2 1,1 0-1,1-2-172,0-2 0,-2-1 0,-1 1 0,-1 0-57,-1 0 0,-2 2 1,-1-1-134,-3 0 0,-2 2 0,-3 0 1,-4 0 85,-3 2 1,-2 1 0,-1 3 0,-1 0 0,-1 1 87,0 3 1,0 1-1,0 6 1,2 1 320,-1 0 0,6 1 1,-3 2-1,3 2-227,2 2 1,2 0 0,3 0 0,2-2-423,4 0 1,1-2-1,3 0-370,1-2 0,4-3 0,2-2 0,1-3-685,0-3 1,0-1 0,0-2 1293,1-1 0,-3-4 0,1-4 0</inkml:trace>
  <inkml:trace contextRef="#ctx0" brushRef="#br0" timeOffset="3033">564 1013 7844,'0'-4'588,"-2"2"0,0 1-299,-2 1 1,0 2 0,-1 1 0,2 4 80,0 3 1,0 3 0,2 4-229,-1 2 0,-1 2 1,1 1-1,0 1 0,1 2-7,0 2 0,1-3 1,0 1-1,0-2-53,0-2 1,0-6-236,0-2 0,0-8 0,0-4 0,0-7-162,0-6 1,1-5 0,1-6 0,2-3 56,2-3 0,1 1 1,1-3-1,0 1 143,0 1 0,1 5 0,0 3 1,0 3 288,0 3 0,-2 5 1,1 4-14,0 3 1,-2 8-1,0 4 1,0 3-1,-1 3 159,-1 2 0,-1 2 0,0 2 0,1 1-124,-1 1 1,-1-3 0,0 2 0,-1-2-18,1-1 0,-1-2 1,1-1-1,-1-1-85,-1-3 0,0-2 0,1-4-267,1-2 1,-2-2-1,3-6-21,0-5 0,-1-6 1,2-4-1,1-4 5,1-2 1,0-1-1,0 1 1,1 0 117,-1 1 1,1 0-1,-1 3 1,0 4 447,1 6 0,-1 3 126,-2 8 0,1 5 0,-3 8 1,-1 3-220,0 3 1,-2 2 0,0 1 0,-1-1 0,0 0-116,2 1 1,0-1 0,0-2 0,0 0-726,0-2 1,0 1 0,3-4 0,3-2-839,2-3 0,3-2 1,0-4-1,2-3 240,2-6 1,-1-6 1153,3-5 0,-3-5 0,2 0 0</inkml:trace>
  <inkml:trace contextRef="#ctx0" brushRef="#br0" timeOffset="3264">949 1115 7844,'-6'4'365,"-1"2"0,1 1 1,0 4-1,-1 0 411,1 2 0,-1 0 0,2 1 0,0 2-296,0 0 1,4-1-1,0-1 1,2-2-259,3-1 0,3-6 1,1 1-1,3-2-310,1-3 1,1-4 0,0-2-1,0-5-267,-1-2 1,-1 1 0,-1-5-1,-1 1-340,-1 0 1,-3-3 0,-1 3 285,-1 0 1,-2 1-1,-3 4 1,-2 0-1,-2 0 2,-1 1 1,-1 4 0,-1-1 0,-1 2 75,1 0 0,1 2 0,1-1 0,1-1 331,2 1 0,1 1 0,0-6 0,0 1 0</inkml:trace>
  <inkml:trace contextRef="#ctx0" brushRef="#br0" timeOffset="3582">1148 910 7844,'4'15'141,"0"-1"0,-1 1 428,-2 1 0,2 2 0,-1 2 0,0 3 147,1 2 0,-2-3 0,1 2-378,-1-3 1,1-1 0,0-5 0,-1-1-171,0-3-365,2-5 1,-4-3 0,0-5 0,-5-1 48,-1 0 0,-3 1 0,0-2 0,-1 1-286,-2 2 0,3 1 0,-4 2 0,-1 2 573,2 2 0,2 3 0,3 2 1,1 2 267,0 2 0,4-1 0,0 2 1,4 1-156,3-1 1,1-4 0,6 0 0,0-2-418,2-5 1,0-1 0,1-5 0,2-1-336,0-2 1,-1-5-1,0-2 1,-1-4-360,1-2 1,-3 1-1,2-1 1,-2 0 858,0 0 0,-1 2 0,2 2 0</inkml:trace>
  <inkml:trace contextRef="#ctx0" brushRef="#br0" timeOffset="3949">1360 1109 8691,'-4'0'1058,"-1"0"0,4 3 0,-2 1 0,1 2-721,0 3 0,0 2 0,2 4 1,0 2-202,0 1 0,0 2 1,0-1-1,0-1 14,0-1 1,0-1 0,0-4 0,0-1 197,0-3 1,0-3-716,2-3 0,0-5 0,1-4 0,1-5 0,0-5-50,1-1 1,1-2-1,2-1 1,1-1 203,1-1 0,-1 5 1,1-1-1,0 3 339,-1 2 0,-1 6 1,2 3-1,-2 5 142,1 2 0,-1 7 1,-2 7-1,-1 4 65,-1 3 0,0 3 0,1 0 0,-2 1-556,0 1 0,-1-6 1,-2 3-798,0-2 0,0-5 0,0-5 1020,0-1 0,0-4 0,0 1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6:23.6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123 70 7735,'-1'-7'-85,"-1"-1"1,1 2 0,-1-2 234,1 0 0,-1 0 0,0 2 0,1-1 1253,0 1-1125,1 2 0,0 2 1,1 4-1,1 3 44,2 3 1,0 5-1,0 4 1,0 2-183,0 3 1,1 1 0,-1 4 0,0 1-119,-2-1 0,1-2 0,-1-3 1,-1-2 1,0-4 0,-1-5-249,0-2 1,-1-5-1,-1-2 1,-3-4-1,-2-2-188,-2-2 1,-1-1 0,1-1 0,-2 0 325,-1 0 1,1 1 0,-1 1 0,0 2 159,2 2 0,1 1 0,-1 2 0,2 1 49,2 2 0,0 2 0,4 3 0,1 2 234,0 1 0,2 1 0,1-1 1,4-1-510,2 0 1,3-5 0,0 2 0,1-1-465,1-2 0,0 1 1,0-4-1,0 0-236,2-2 0,-1 0 853,4-3 0,-4 0 0,2-4 0</inkml:trace>
  <inkml:trace contextRef="#ctx0" brushRef="#br0" timeOffset="264">270 275 7844,'7'-2'-41,"-1"0"1,1-1 0,-1 1 0,1-2 127,2-2 0,-2-1 0,1-1 0,0-1 111,1-1 0,-2 1 0,1-3 0,-3-2-98,0 1 1,-4 0 0,1 2 0,-2-1 12,-2 0 0,1 5 1,-4 0-1,-2 2 177,-1 2 0,0 1 0,1 4 0,-1 1-113,-1 4 1,1 3-1,1 1 1,2 2-85,0 2 1,0-1 0,1 3 0,1 0-130,0 0 0,3-1 0,0-2 0,0 2-324,3 0 0,2-3 1,5-2-1,0-3-600,4-2 1,2-4 0,5 0 0,1-4 959,1-5 0,-2-5 0,3-5 0,-4-2 0,2 0 0</inkml:trace>
  <inkml:trace contextRef="#ctx0" brushRef="#br0" timeOffset="447">527 121 8026,'-7'0'0,"1"1"400,0 1 0,-3 2 1,1 2-1,0 1-97,1 2 1,0 1-1,1 3 1,0 0 75,2 2 1,1 0 0,3 1-1,0 0-390,0-2 0,3-1 0,1 0 0,2-2-573,0 0 0,3-4 0,0-1 109,1-3 0,1 0 0,1-2 0,1-1 0,-2-4 51,0-2 1,-1-1-1,0-1 1,0-3 423,-1-1 0,-2-4 0,2 0 0</inkml:trace>
  <inkml:trace contextRef="#ctx0" brushRef="#br0" timeOffset="663">623 147 7844,'0'7'95,"0"-1"0,0 0 350,0 1 0,0 1 1,0 2-1,0 0-103,0 1 0,-1 3 0,0 2 1,-2 0-245,0 2 1,1-1 0,-1-1 0,0 0 143,-1-2 1,1-3 0,-1-1 101,1 0 1,-1-4-1,2-3-353,0-3 1,2-1 0,0-6-1,0-2-237,2-1 0,2-2 1,2-2-1,1-1-368,-1-2 0,3 1 0,-1-1 0,1 2-370,0 0 1,-2 2 0,2 0 983,-2 0 0,-1 0 0,1 0 0</inkml:trace>
  <inkml:trace contextRef="#ctx0" brushRef="#br0" timeOffset="949">726 250 7844,'6'3'520,"1"2"1,-2-2-345,0 1 1,0-2-1,-3 1 1,2 0-23,1-1 1,-2-2 0,2 0-472,0 0 1,0-2 0,1-1 0,-1-1-262,-1-3 0,0 1 0,1-4 1,-1 2 577,1-1 0,-2 0 0,0 1 0,-1 0 0,0 0 0,0 3 164,-2 0 0,0 4 1,-3 0 315,-1 5 0,-1 1 0,-2 6 0,1 1 101,-1 2 1,1 0-1,0 3 1,1-1-238,1 0 0,2-1 0,-2 2 0,1-2-835,2 0 0,0-2 1,1-3-1,1-1-556,1-2 1,2-4-1,3 0-171,1-3 1218,2-5 0,3-3 0,0-4 0</inkml:trace>
  <inkml:trace contextRef="#ctx0" brushRef="#br0" timeOffset="1113">937 186 6761,'0'6'348,"0"0"1,0 2 0,0-1 0,0 3 454,0 0 0,-2 1 0,-1 3 0,1 2-518,-1 0 0,0 0 0,1 2 1,0 0-205,-2 0 0,3-2 1,-2 0-1,2-2-1474,-1-2 1,1-3 238,-1 2 0,1-7 1,1-2 1153,0-7 0,0-5 0,0-2 0</inkml:trace>
  <inkml:trace contextRef="#ctx0" brushRef="#br0" timeOffset="1279">969 173 7844,'9'-11'0,"0"0"483,1-1 0,-4 6 166,0-1 1,-3 6 0,-1 1 0,-2 4-296,0 4 0,0 0 0,0 3 0,0 1-300,-2 2 0,-1 0 0,-2 1 0,0-2-421,0 0 0,3-2 1,-1-1-1,1-1-3576,-1-1 3943,1-4 0,2-1 0</inkml:trace>
  <inkml:trace contextRef="#ctx0" brushRef="#br0" timeOffset="1413">1091 96 7844,'0'6'358,"0"1"1,0 0-1,0 1 1,0 2-28,0 2 0,0 0 0,0 4 1,0 1-310,0 2 1,-2-1 0,-1 4 0,0-1-290,1-2 0,-3-4 1,3 0-1,-1-3-2173,0-1 2440,-2-2 0,1 1 0,-2 0 0</inkml:trace>
  <inkml:trace contextRef="#ctx0" brushRef="#br0" timeOffset="1546">1046 288 7844,'3'-4'300,"2"0"0,-2 0 0,1 0 0,1 1 185,1 0 1,1 2 0,1-1-1,1-1-484,1 1 0,2-2 0,1 1 0,1 0-562,1 1 0,-5-3 1,3 3-1,-2 1-1677,-1 0 2238,-4 4 0,0 3 0,-2 4 0</inkml:trace>
  <inkml:trace contextRef="#ctx0" brushRef="#br0" timeOffset="2098">495 609 7974,'0'-6'1186,"0"-1"-905,0 4 0,0 3 1,1 7-36,1 6 0,-1 3 0,3 5 0,1 3 0,-1 1 278,0 3 1,0-1 0,1 2-1,-2-2-344,0-2 1,0-4-1,-2-3 1,2-4-12,-2-5 0,0-4 0,-2-2 0,-1 0 83,-2-1 0,-3-4 0,-1-1-814,-3 0 0,-1-1 0,-2-1 0,0 1 0,-2 0-110,0 0 0,-1 1 1,-2 4-1,2 1 762,2 2 0,4 5 1,1 2-1,1 3 238,4 1 0,1 3 0,4-2 0,1 1 0,1-2 1,2-2 0,5-1 0,1-1-297,3-3 1,-2-3-1,1-3 1,2-1-35,2-1 1,-2-3 0,1-2 0,-1-3-780,-1-3 1,-1-2-1,1-1-1036,-3-1 0,1-3 1817,-5 1 0,2-1 0,-4-2 0</inkml:trace>
  <inkml:trace contextRef="#ctx0" brushRef="#br0" timeOffset="2832">739 987 7372,'-1'-5'1599,"-1"0"-1053,1 3 1,-2 2-1,3 3 1,0 4-249,0 3 0,0 2 0,0 1-237,0 2 0,0 2 0,0 3 1,0-1-1,0 2 52,0 0 1,2-5 0,0 3-172,0 0 0,-1-6 0,-1 0-23,0-3 0,0-5 0,0-5-102,0-4 1,0-5 0,0-2-1,0-3-154,2-3 0,-1-5 0,2 0 0,0-1 215,1 1 1,0 2 0,0 1-1,2 1-121,1 0 1,-1 5 451,3 2 1,-4 6 0,4 1 0,-2 4 0,-1 4-13,-2 2 1,2 5 0,-3 0-1,2 3-35,-1 1 0,-2 0 0,2 0-59,1-1 0,-1-1 0,-1-2 1,1 0-61,0 2 1,-2-6-23,2-3 0,-2-3 0,2-4 0,-1-1-175,-2-4 1,3-3 0,-1-3 0,1-2-4,1 0 1,-1-1 0,2 0 0,1 2 368,-1 2 0,1 3 0,-1 2 135,0 3 1,0 3 0,-1 4-1,-1 3-137,-2 3 0,3 4 0,-3 3 0,0 2-284,1 1 1,-2 2-1,1 0 1,1 0-1,-1-1-837,2-1 0,0-3 0,3-1 1,-1-3 159,1-2 0,0-5 0,0-3 0,2-3 751,-1-4 0,-1-6 0,-1-5 0</inkml:trace>
  <inkml:trace contextRef="#ctx0" brushRef="#br0" timeOffset="3062">1078 1032 7693,'-4'-2'58,"0"0"945,-1 1 0,-1 3 0,1 4-425,0 2 1,0 3 0,1 0-1,0 1 1,2 2-286,2 1 0,0-2 1,0 2-1,3-2-299,4-2 1,0-2 0,3-3 0,0-2-317,0-2 0,0-4 0,2-3 0,0-3 50,-1-3 0,-6-1 0,2 0 0,-2-1-222,-2 0 1,0 0 0,-3 1 0,-1 1 73,-1 0 1,-1 3 0,-4-1-1,1 2-18,-1 1 0,1-1 0,0 1 1,0 0 154,2-1 0,0 1 1,3-1-1,-2 0 283,2-1 0,3-2 0,2-3 0</inkml:trace>
  <inkml:trace contextRef="#ctx0" brushRef="#br0" timeOffset="3365">1232 808 7844,'1'11'372,"1"2"1,0-3 0,1 5 0,1 2 447,-1 3 0,0 1 0,1 2 1,0-1-462,0 1 0,1-2 0,0 0 1,0-2-29,2-1 1,-3-6 0,0-3-784,1-2 0,-2-4-92,-1-3 1,-6-2 0,-3-3-1,-3 1 110,-4 1 0,2 1 0,-4 2 1,1 0 313,0 0 0,-1 1 0,3 0 0,0 3 402,3 2 0,2-1 0,2 6 1,2 0 247,2 2 0,2-1 0,2 1-194,2 0 1,5-1 0,2 0 0,0-3 0,1 1-572,1-2 0,-2-4 0,4-2 0,0-1-14,0-1 1,-2-4-1,2-2 1,-1-5-1355,1-3 0,-1 0 1,0-4 1602,-3 1 0,4-5 0,-1-1 0</inkml:trace>
  <inkml:trace contextRef="#ctx0" brushRef="#br0" timeOffset="3765">1463 949 7844,'0'4'-75,"0"0"1,0 1 874,0 1 0,0 1 0,0 1 0,-2 1-18,0 1 0,-1 2 0,2 2 0,-2 2-409,-1 0 1,3-1 0,-1 1 0,1 0-163,1-2 1,0 0 0,0-2-1,0-1-64,0-3 0,1-3-440,1-3 0,2-7 1,1-5-1,1-3-193,0-4 1,-2-2 0,4-2 0,0-1 149,-1-1 1,0 4-1,-1 0 1,1 1 354,2 2 1,-2 2 0,2 5 0,-2 2 544,2 4 1,-3 2-1,2 3 1,-3 4-286,0 4 1,-3 1 0,1 6-1,-1 1-722,0 0 0,1 2 0,-3 0 1,0 1-673,0 0 1,0-5 0,0 2 0,0-3 410,2-3 1,2-6 0,2 0-1,1-3 704,-1-4 0,3-2 0,-1-3 0,1-1 115,0-2 0,-2 4 1,2 0-1,-2 0 804,-1 2 1,-1 1-1,-1 0 219,1 2 0,-2 0 208,-1 2-1346,2 2 0,-4 2 0,3 1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6:36.6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129 231 8398,'-7'-4'0,"1"1"471,2 1 1,-2 1-1,3-2-300,-1 0 0,1 2 0,4-3 0,1 1 64,3-1 0,2-1 0,3-3 1,3-1-97,3-1 1,2-1 0,3-1 0,3-2 29,3-1 1,1 1 0,1-3 0,3 2-17,1 0 1,-1 2 0,1 1-85,-2 1 1,-5 3 0,1 3 0,-4 1 9,-1 1 0,-3 2 0,-4 3 0,-3 3 0,-1 3 116,-2 5 0,-3 1 0,-2 6 0,-1 3 97,-3 6 1,-3 0-1,-2 7-186,-2 1 1,-3 3-1,-4-1 1,0 3-1,-2 3-2,0 2 0,-2 4 1,-3 7-1,-2 0-14,-1 2 1,1-4-1,-4 4 1,-1 4-302,-1 1 1,2-3 0,-3 0-53,2-5 1,-2 5-1,2-4 1,1 0 178,1-3 0,1-5 1,1-8-1,3-5 231,4-5 0,2-3 1,4-7-1,3-4 31,3-4 0,3-5 0,5-7-211,3-2 0,4-5 1,6-2-136,3-5 0,3 0 0,5-5 0,2-1 0,2 0 9,2-2 0,-1 1 0,4-1 1,3 0 86,3-2 1,-5 1 0,4 2 0,-2 0 53,-3 2 0,-4 2 0,-5 5 0,-4 3 19,-4 2 1,-9 5 0,-2 2 0,-4 6 197,-3 3 1,-7 5 0,-3 2 0,-3 2 122,-3 1 0,0 3 0,-3-1 0,-3 1-64,-1 2 0,-2-1 0,-1 5 0,-2 1-118,-3 0 0,4 0 1,-3-1-1,1 2-95,2 1 1,1-6 0,4 1 0,3-4-83,3-4 0,9-6 0,2-2-295,2-2 0,8-5 0,2-2 0,5-3 30,4 0 0,1-2 0,5-1 0,1 0 137,0 1 0,-1-3 0,4 3 1,1 1 6,1 3 0,-7 3 0,1 5 258,-4 3 0,-1 9 0,-4 2 1,-3 3-1,-4 3 276,-3 1 0,-4 1 0,-4 4-41,-5 1 0,-3 0 0,-4 2 0,-2 2 1,-4 4-57,-3 1 0,-2-3 0,-5-1 1,1-4-575,-1-5 0,1-9 0,-4 2 0,0-2-1073,2-2 0,6-6 0,-2-3 729,4-3 0,-3 1 1,4-6-1,2-2 0,2-3 639,3-5 0,2-2 0,-5-6 0</inkml:trace>
  <inkml:trace contextRef="#ctx0" brushRef="#br0" timeOffset="933">1219 398 7668,'0'-7'-178,"0"1"0,0-1 1,0 1 208,0 0 0,0-1 0,0 1 0,0-1 168,0 1 1,0 1 0,0-1 244,0-4 1,0 4 0,0-1-47,0 2 1,-1 2 0,-2 1-1,-2 2-170,-3 5 1,-4 3-1,0 9 1,-3 6-158,-2 3 0,-2 7 0,-2 4 0,0 5-116,1 2 0,4-4 0,1 2 6,4-4 0,5-3 1,4-13-1,4-4 1,6-6-797,6-5 1,3-4 0,6-2 0,1-2 332,1-4 1,0-1 0,4-3-1,0-4 502,0-4 0,-1-2 0,0-1 0,-2 0 0,-4-1 0,-6 3 0,0-1 0,-6 4 61,-2 3 1,-5 7-1,-7 5 85,-5 6 1,-2 4-1,-2 5 385,0 2 0,-2 4 0,1 0 0,1 0 0,3-1 373,0-1 1,4-2 0,2-3 0,1-1-751,2-2 0,3-4 0,3-3 0,4-2-259,3-3 1,2-5 0,3-5-101,1-3 0,2-3 0,0-3 1,-2-1-1,0-2-53,-4-2 1,0-1 0,-6 2 0,-2 1 181,-4 2 0,-4 5 1,-3-1-1,-3 5 96,-2 4 0,-3 3 0,-1 1 0,1 1-293,1 2 0,1 3 0,0 2 0,3 2-307,1 0 0,3 2 0,2-1 153,1 2 0,2 0 0,1-3 0,3 0 427,3-2 0,3 1 0,4-3 0,2-1 0,1 0 0,4-4 0,1 0 0</inkml:trace>
  <inkml:trace contextRef="#ctx0" brushRef="#br0" timeOffset="1115">1662 398 7777,'0'4'166,"0"0"0,0 1 229,0 1 0,0 1 0,0 2 56,0 1 1,0 5 0,-1 3 0,-1 2-1,0 3 5,-2 2 0,2-3 0,-2 3 0,-1-2-204,-1-3 1,-1-2 0,1-2 0,-1-1-66,-2-1 1,0-5-1,-2 1 1,0-4-384,0-4 0,-2-1 0,1-2 0,-1 0-202,0-1 0,2-4 0,2 0 0,1-2-141,0 0 1,4 1-1,-2-1 539,3-1 0,1-2 0,2 1 0</inkml:trace>
  <inkml:trace contextRef="#ctx0" brushRef="#br0" timeOffset="1866">2187 552 6987,'-6'-3'-413,"0"2"1,0-2 803,2 0 85,-2 3 1,3-4-29,-1 2 1,2 1 0,4 0-146,2 2 0,2 0 0,1 1 0,2-1-151,1-1 0,2 0 0,1 0 1,0-2-110,0-2 0,0-1 0,1-6 0,-1 0-67,0-1 0,-5-2 0,1 0 0,-3-2-247,-2 0 0,-2 2 0,-7 2 0,-4 2 104,-4 3 1,-4 4-1,-4 1 212,0 4 0,-4 4 0,2 6 0,0 2 0,0 4 111,1 2 1,3 4-1,3 3 180,3 1 1,2-1 0,7 0 0,2-2-14,1-1 1,4 1-1,4-8 1,3-2-555,2-3 1,5-3-1,2-4 1,0-2-1,4 0-446,-1-2 0,3-3 0,-3-3 0,3-2 677,0-4 0,-3-1 0,3-1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6:40.250"/>
    </inkml:context>
    <inkml:brush xml:id="br0">
      <inkml:brushProperty name="width" value="0.08" units="cm"/>
      <inkml:brushProperty name="height" value="0.08" units="cm"/>
    </inkml:brush>
    <inkml:brush xml:id="br1">
      <inkml:brushProperty name="width" value="0.06" units="cm"/>
      <inkml:brushProperty name="height" value="0.06" units="cm"/>
    </inkml:brush>
  </inkml:definitions>
  <inkml:trace contextRef="#ctx0" brushRef="#br0">189 29 10475,'-14'-4'-208,"1"1"1,1 0 224,0 1 0,2 2 0,1 0 0,1 0 396,0 2 0,1 3 0,-1 3 0,2 2-137,2 2 1,3-1-1,-1 5-207,4-1 0,0 1 0,3 2 1,3-2-123,2-3 0,0 4 1,3-4-1,-1 1 36,-1 0 1,0 2 0,-2-4 0,-2 0-1,-2 3 141,-3-2 0,-2 2 1,-3-2-1,-3 1 189,-4-2 1,-5-1 0,-2 1 0,0-3-249,-3-3 0,5-3 0,-4 1-224,3-2 1,1 1-1,3-3-1101,1 0 0,5 0 1276,6 0 1,6-3 0,4-1-1</inkml:trace>
  <inkml:trace contextRef="#ctx0" brushRef="#br0" timeOffset="485">362 164 7802,'2'-6'-520,"1"-1"0,-1 1 0,-2-1 909,0 1 1,0 0 0,0-1 73,0 1 0,-2-1 0,-1 2 1,-1 0-185,-1 3 0,0 2 0,-2 0 0,0 3-94,-2 4 0,2 5 0,-1 5 0,1 4-54,0 3 1,2 1 0,0 0 0,3-1-248,1-1 0,2-5 1,1-1-1,3-3-203,3-1 1,2-6-1,3-3 1,0-5 90,0-3 1,1-7-1,1-4 1,0-4-140,-2-2 0,-3 0 1,-1-1-1,-3 1 408,-2 3 1,-1 5 263,-3 0 0,0 7 0,-3 3 1,-1 4-55,-2 3 0,3 4 0,0 2 0,1 1-65,0 0 1,0-1-1,2 3-711,0 0 0,0-3 0,3-1 0,1-1-352,1-1 1,2 0 871,-1-5 1,4 0-1,0-2 1</inkml:trace>
  <inkml:trace contextRef="#ctx0" brushRef="#br1" timeOffset="665">574 4 8493,'-2'-3'-44,"0"3"1,0 4 337,-1 4 1,2 3 0,-1 4 0,1 3-57,1 5 0,0 1 0,0 5 0,0 1-377,0-1 0,0-2 0,1 1 0,0-2-415,1 0 1,1-6 0,-3-2 0,0-3 553,0-3 0,2 0 0,2 1 0</inkml:trace>
  <inkml:trace contextRef="#ctx0" brushRef="#br1" timeOffset="815">491 235 9334,'6'-2'-562,"0"-1"1,4 1 0,0 0 0,3-1-586,-1 0 1147,1-2 0,6-1 0,1 0 0</inkml:trace>
  <inkml:trace contextRef="#ctx0" brushRef="#br1" timeOffset="948">664 177 8007,'-7'12'-352,"2"-1"0,0 5 0,3-1 96,2-1 1,0-3 0,0 3 0,0-2 255,0 0 0,0-4 0,5 5 0,2-4 0</inkml:trace>
  <inkml:trace contextRef="#ctx0" brushRef="#br1" timeOffset="1081">689 94 8339,'-2'-7'-1685,"-1"1"1685,0 2 0,1 1 0,0 0 0,4 3 0,2-3 0,2 3 0</inkml:trace>
  <inkml:trace contextRef="#ctx0" brushRef="#br1" timeOffset="1433">895 74 8394,'-10'0'-155,"0"0"0,2 0-328,-1 0 0,0 0 0,1 0 0,0 0 658,0 0 1,1 0 0,0 0 0,2 1 213,0 1 0,3 2 0,2 5 0,0 2-378,0 1 0,0 1 1,0 2-1,3 0-45,3 2 0,1 0 0,1 2 0,0 0 49,-2 1 1,-2-3-1,-2-1 1,-2 0 100,0 1 0,0-3 0,-1 0 0,-3-2 42,-2-1 0,-4-4 1,1 0-1,-1-2-227,-2-3 1,2 1-1,0-3 1,1-1-312,1-1 0,2-4 0,2-2 0,1-1 137,3 0 1,0-1-1,0-1 243,0 0 0,3 1 0,0-3 0</inkml:trace>
  <inkml:trace contextRef="#ctx0" brushRef="#br1" timeOffset="1631">985 36 8033,'3'-7'-1373,"-1"1"2016,-1 0 0,-2 3 0,0 6-200,-1 4 0,-3 6 1,3 2-1,0 4-254,-1 1 1,3 3 0,-3-2-1,3 2-180,0 2 1,-1 2 0,0-1 0,-2 1-474,2 0 0,0-4 0,1 2 0,0-2-1886,0-3 2350,0-5 0,0 3 0,0-5 0</inkml:trace>
  <inkml:trace contextRef="#ctx0" brushRef="#br1" timeOffset="1764">901 312 8394,'0'-7'-408,"0"3"0,0 0 72,0-1 1,0 1-1,1 0 1,1-1 462,2-1 0,4 2 0,1 0 1,1-1-228,-1-1 100,2 2 0,2-4 0,4 1 0</inkml:trace>
  <inkml:trace contextRef="#ctx0" brushRef="#br1" timeOffset="1915">1074 164 7950,'0'7'-306,"0"-1"1,-2 1 0,-1 1-1,0 0 713,1 0 1,-1 0 0,1 1 0,0 1-554,1 3 0,0-2 0,1 0 0,0 1-282,0 0 0,0-4 0,1 1 428,1-2 0,1-3 0,7-4 0,0-4 0</inkml:trace>
  <inkml:trace contextRef="#ctx0" brushRef="#br1" timeOffset="2034">1113 132 8101,'0'-10'-301,"0"2"1,0 0 0,0 2 0,0 0 90,0-1 0,0 3 0,1 0 253,1 1 0,-1 1-43,3 2 0,1 0 0,1 0 0</inkml:trace>
  <inkml:trace contextRef="#ctx0" brushRef="#br1" timeOffset="2299">1209 190 8144,'0'6'-761,"1"-2"1,1-2 748,2-1 0,0-5 0,0-2 0,1-2 41,1-2 0,0-1 1,0-2-1,1 0 140,-1 1 1,-2 1-1,-2 1 99,-1 1 1,-1 0-1,-1 3 1,-1 0-1,-2 2 232,-2 2 1,-3 4-1,-2 4-306,-1 2 0,1 6 0,0-1 1,1 2-1,0 1-232,1 1 1,2-2 0,1 1-1,2 0-517,2-2 0,2-2 0,2-2 1,3-2-43,3-2 0,2-3 0,3-3 0,0-3 597,2-4 0,-1-2 0,1-7 0,-2 0 0</inkml:trace>
  <inkml:trace contextRef="#ctx0" brushRef="#br1" timeOffset="2465">1318 74 8394,'0'5'-177,"0"-1"0,0 2 470,0 1 0,0 1 0,0 3 0,0 1 26,0 2 0,0 1 0,0 2 0,0 1-111,0 0 1,-1-1 0,-1 0-1,-2 0-182,-2 0 1,0 1 0,-1-4-1,0-2-558,-1-3 1,0-2-1,-2-1 1,0-2-805,0-2 0,-1 0 1336,-2 0 0,-2-1 0,-2 2 0</inkml:trace>
  <inkml:trace contextRef="#ctx0" brushRef="#br1" timeOffset="2932">433 620 8394,'-9'0'0,"0"0"-22,-1 2 0,2 3 0,0 3 0,1 1-58,0 1 1,1 3-1,0 2 1,1 2 231,1 0 1,2-2-1,0-1 1,2 0-141,0 0 1,2-6 0,3-2-93,0-2 0,2-2 0,1-2 0,1-1 0,-1-1-416,2-2 0,-2-3 0,1-1 378,1-3 0,-2-1 0,-1-1 0,-2 1 0,0 0 57,0 2 1,-2 0 0,2-1 100,-3 3 1,1 0 402,-1 2 1,0 5 0,-1 5-300,1 5 0,-2 2 0,3 5 0,-1-2 0,1 2-271,1 1 1,-2-2 0,2 0 0,1-1-353,1-1 1,0-5-1,1 0 479,-1-3 0,1 1 0,-1-3 0</inkml:trace>
  <inkml:trace contextRef="#ctx0" brushRef="#br1" timeOffset="3232">606 677 7400,'0'7'302,"0"-1"1,0 1 0,0 2-154,0 1 0,0 3 1,0 0-1,0 1-18,0 1 1,0 0 0,1-3-1,0-1-30,1-2 1,1-3-367,-1-2 0,0-2 1,2-6-1,1-4 21,1-3 0,0-3 0,1-6 0,1-2 38,1-1 1,1-1-1,-1 0 1,-1 3 65,2 1 0,-3 4 0,1 3 1,0 5 529,-2 3 0,0 3 1,-1 7-152,-1 3 0,-3 4 0,1 1 0,0 1 0,-1 2-148,1 0 1,1-3-1,-3 1 1,0-1-78,0-2 1,0-2 0,2-1-575,3-1 1,0-4 559,2-3 0,-1-6 0,1-4 0</inkml:trace>
  <inkml:trace contextRef="#ctx0" brushRef="#br1" timeOffset="3515">811 594 8358,'4'0'11,"-1"3"0,-3 1 1,3 2 377,1 3 1,2 3 0,0 3 0,0 0-280,1 1 0,-1-2 0,1 2 0,-2-1-125,0-3 0,0-2 0,-3-3-70,-1-1 1,-2-2-1,-2-2 1,-4-1-505,-2-1 1,-2 0 0,-2 0 0,0 0 449,0 0 0,3 0 0,-1 2 0,0 1 308,1 3 0,1 0 1,3 4-1,0 0 34,2 0 1,1 0 0,3 0-94,0-1 1,3-3-1,2-1 1,2-3-1,4-2-141,1 0 1,1-3 0,-1-3 0,0-2-330,-2-2 0,-1 2 0,1-1 177,-1 2 0,-3 1 1,-3 0 182,-1 2 0,-4 1 0,2 3 0</inkml:trace>
  <inkml:trace contextRef="#ctx0" brushRef="#br1" timeOffset="3999">234 1101 8266,'-9'0'81,"2"0"0,-1 0 0,3 3-75,3 4 0,1 3 0,1 4 0,1 2 277,1 3 0,1-1 1,4 6-1,0 0-121,1 1 0,0-2 0,0-3 0,-1-4-219,0-3 0,-3-5 0,0 1-210,-2-2 0,0-3 1,-4-3 116,-3-2 0,-3-1 0,-3-2 0,-1 0 0,-1 0-211,-2 2 1,0 1 0,-1 1-1,0 0 194,-1 0 0,5 2 0,0 1 1,2 4 462,2 3 1,2-2 0,1 2 0,3 0-37,2 0 1,3-4 0,4 0 0,2 0-140,4 0 0,-1-3 0,1-1 1,1-1-4,1-1 0,-1 0 1,2-1-1,1-1-157,-1-2 1,-1-2 0,2-3 0,1-1-749,1 0 1,-4-2 786,0 1 0,-3-1 0,3-1 0</inkml:trace>
  <inkml:trace contextRef="#ctx0" brushRef="#br1" timeOffset="4649">773 1113 7863,'-3'-10'-129,"-1"2"0,-2 0 1,0 0 384,-1 0 1,-2-1 0,-2 3-1,0 1 46,0 1 1,-1 3-1,1 2 1,0 5-141,0 4 1,2 4 0,3 2 0,0-1 0,2 2-231,1-1 0,3 1 0,0 0 1,1-2-52,3 1 1,1-2 0,4 1 0,0-2-23,2 0 0,-2 0 1,0-1 117,-2-1 0,-1 3 0,-2-1 0,-2 0 1,-1 1 33,-1-1 1,-6-3 0,-2 1 0,-3 0-9,-1-1 0,0-1 0,-5-3 0,1 1-188,2-1 0,1-2 1,3-2-566,1-1 0,3 1 750,4 0 0,6-6 0,6-3 0</inkml:trace>
  <inkml:trace contextRef="#ctx0" brushRef="#br1" timeOffset="4964">856 1158 8295,'-13'-4'0,"-2"0"172,0 2 1,0-1-1,1 4 1,0 1 109,0 3 1,4 1-1,0 2 1,2 1-150,2 1 1,2-1 0,2 1 0,1 2-287,1 0 1,4-1-1,1-1 1,5 1-86,2-1 1,0-3-1,5-3 1,1-2 4,0 0 1,0-5 0,0-3 0,0-4-8,0-2 0,-3-1 0,0 1 1,-3 0 332,-2 1 0,-4 4 1,0-2-1,-2 2 351,0 1 1,-4 2 0,0 3-149,-3 2 1,-3 5 0,0 5 0,1 1-252,1 1 0,3 1 0,-1 0 0,1 1-310,1-1 0,1-3 0,1-3 1,3-3-495,2 0 1,3-4-1,3 0 477,0-5 0,0-6 0,-1-7 282,-1-1 0,1-5 0,-2 1 0</inkml:trace>
  <inkml:trace contextRef="#ctx0" brushRef="#br1" timeOffset="5135">1061 1069 8295,'0'-6'373,"-2"2"1,0 5-1,1 4-140,0 3 1,1 4-1,0 0 1,0 2-101,0 1 1,0 1 0,1 1 0,1 2-295,2 3 1,-1-3 0,0 2 0,-1 1-555,0 0 0,0-2 0,-2 2 0,0-2 715,0-4 0,-3-2 0,0-1 0</inkml:trace>
  <inkml:trace contextRef="#ctx0" brushRef="#br1" timeOffset="5276">997 1274 8295,'0'-7'-132,"2"0"1,1 0 0,1-1-33,1 0 1,1 3-1,0-3 1,1 2 53,2 2 1,-1 0 0,2-2-1,2 1-39,0 1 0,0 2 0,-1-2 149,0 1 0,-3-5 0,1 1 0</inkml:trace>
  <inkml:trace contextRef="#ctx0" brushRef="#br1" timeOffset="5497">1171 1126 8295,'0'7'-93,"0"-1"0,-1 1 0,-1 2 1,0 1-18,1 3 0,-1 0 1,1 2-1,-1 2-56,0 2 0,2-3 0,0-2 1,0-2-23,3-4 1,-2-3 0,3-3 0,1-3 187,1-3 0,-2-3 0,0-7 0,-1-1 0,1-2 0,-3 1 0,2-1 0,-1 2 18,0 0 0,1 2 1,-3 0-1,0 1 277,0 1 0,-3 1 0,1 2 129,1 0-586,0-1 1,2 6 0,1 1 145,2 4 1,2-1 0,0 3-822,1 1 837,-1-2 0,1 3 0,-1-3 0</inkml:trace>
  <inkml:trace contextRef="#ctx0" brushRef="#br1" timeOffset="5730">1292 1107 8295,'-6'0'0,"0"0"181,-1 0 1,3 1 0,0 0 0,-1 2 8,2 1 0,-2-2 0,3 2 0,0 2-200,1 2 0,1-1 0,1 3 0,1 0-63,3 0 0,0 1 1,2 1-1,-1-1 130,1 0 1,-2-1-1,0 2 1,-3-2-56,-2-1 1,0 2-1,0-3 1,0 1-9,-2 0 1,-2-2-1,-2 1 1,-1-2-129,1-2 0,-1-3 0,1 1 0,-1-2 15,1-2 1,2-1 0,0-4-1,1-2-42,2-2 0,3 1 0,2-2 0,2-2 161,0 0 0,1-2 0,-1 0 0</inkml:trace>
  <inkml:trace contextRef="#ctx0" brushRef="#br1" timeOffset="5913">1459 992 9027,'-4'7'584,"0"2"1,1 4-377,-1 3 0,2 6 0,-2 0 0,2 2-240,0-1 1,2 1-1,0 1 1,0-1-195,0 0 0,-1-3 0,-1 1 0,0-1-403,1-3 1,-1-5 0,0 0-1,-2-2 629,-2-4 0,-3 2 0,-1-5 0</inkml:trace>
  <inkml:trace contextRef="#ctx0" brushRef="#br1" timeOffset="6067">1363 1248 8295,'1'-10'0,"0"1"-20,1 0 0,3 1 0,-3 1 1,2 1-26,1 2 0,1 2 1,0-3-1,1 1 73,2 0 1,-1 1 0,2 1 0,-1 0-1739,1 1 1710,-2-3 0,2 1 0,-4-4 0</inkml:trace>
  <inkml:trace contextRef="#ctx0" brushRef="#br1" timeOffset="6247">1510 1152 8175,'0'6'0,"0"1"-10,0-1 0,0 1 1,0 1-1,0 1 219,0 1 1,0-1 0,0 2 0,0 0 62,0 1 0,0-1 0,0-1 1,0-1 76,0-1 0,1-4 0,1-2-222,3-1 1,0-7-1,0-2 1,-1-4-1287,1-3 0,-2-2 0,1-1 0,0 0 1093,-1 1 0,-1 2 1,0-2-1,1 2-103,-1 1 0,0 2 0,-2 2 1,1 0 329,1 0 0,-2 2 0,3 1 1,-1 1-292,0 2 1,1 2 129,-1 0 0,2 4 0,2 2 0</inkml:trace>
  <inkml:trace contextRef="#ctx0" brushRef="#br1" timeOffset="6513">1645 1152 8213,'3'3'109,"-2"0"1,4-3 74,0 0 0,0 0 0,2-3 0,-1-1-249,1-2 1,-1-2 0,0-1 0,1 1 171,-1-1 1,-2 1 0,-2 0 0,-1 1 252,-1 0 0,-1 2 1,-1 0-121,-2 3 1,-3 2-1,-1 3 1,0 4-220,0 2 0,1 4 0,0-1 0,1 2-169,0 1 1,1-1 0,2 3 0,0-2-282,1 0 1,2-2 0,3-1-1,1-1 41,2-3 1,1-3-1,1-3 388,3-1 0,1-7 0,1-1 0</inkml:trace>
  <inkml:trace contextRef="#ctx0" brushRef="#br1" timeOffset="6713">1786 1062 9370,'3'9'250,"-2"-1"0,1 3 0,-1 0-189,-1 1 1,2 2-1,0 0 1,-1 2 36,0 0 0,-2-1 0,-1 2 0,-2-1-86,-2 0 1,-2-1 0,-1 0-1,1-3-325,1-1 0,1-4 1,-1-3-374,1-1 0,2-4 0,2-3 686,2-2 0,0-6 0,0-2 0</inkml:trace>
  <inkml:trace contextRef="#ctx0" brushRef="#br1" timeOffset="7079">1998 1139 8017,'3'4'-91,"-2"1"1,4-3 279,-1-1 0,2 0 0,1-1 0,0 0-138,1 0 0,2 0 0,1-1 0,0-1-26,0-2 0,-1-2 1,0 0-1,-1-1 20,-1 1 0,-3-1 1,-1 1-1,-1-1 118,1-2 1,-3 2-1,1-1 1,-4 1-13,-2 0 0,-2 1 0,-2-1 0,-2 1 146,0-1 1,2 4 0,-2 1 0,1 1-44,1 1 1,-1 1 0,0 2 0,1 3-20,1 4 0,1 3 0,-1 1 0,1 2-192,2 3 1,1 0 0,3 3 0,0 1-666,0 0 0,3-2 0,1-1 0,3-1-2687,1-2 3309,0-6 0,7 7 0,-2-4 0</inkml:trace>
  <inkml:trace contextRef="#ctx0" brushRef="#br1" timeOffset="7237">2235 1235 9992,'-7'7'192,"-1"-1"1,0 1 0,-2-2-1,1 0 226,1 0-418,3-4 0,5 2 0,4-3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5:26.4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21 981 7760,'-7'13'453,"1"0"0,1 4-76,3 7 1,9 7 0,1 10 0,5 3 0,7 6-118,4 6 1,2-1-1,-6 10 1,1-2-129,5 3 1,-10-14 0,3 0 0,-3-11-138,-6-8 1,6-11-315,-10-9 0,1-20 1,-7-8-1,-2-20 201,-5-15 1,-4-9 0,-8-4-1,1-2-43,5 2 0,-2-5 1,6 3-1,0 2 162,1 2 0,1 9 1,7 1-1,0 4 157,0 3 0,9 18 0,6 8 1,7 8 116,4 5 1,9 18 0,-2 11 0,4 11-84,2 13 0,0 6 0,2 5 0,3 0 135,2 0 1,-7 0 0,-7-3 0,1-1-246,-2-3 0,-3-8 1,-8-3-1,-3-11-558,-4-10 1,-4-16 418,-9-4 1,-2-17-1,-5-18 1,-6-8-236,-4-10 0,-3 3 0,3-2 203,3-3 0,-3 1 0,6 0 1,-2 1-1,2 1 112,2 2 1,3 2 0,6 11 0,2 4 121,5 7 0,4 7 1,8 6-1,1 8 88,-1 10 1,7 16 0,3 16 0,1 9 245,5 4 1,2 2 0,0 5 0,-4-5-513,-7-6 0,2-7 1,-2-6-1,-4-7-332,-7-4-229,3-11 0,-16-11 0,5-16 0,-5-7 0,-4-10 594,-5-4 0,-4-2 0,-8-1 0</inkml:trace>
  <inkml:trace contextRef="#ctx0" brushRef="#br0" timeOffset="848">1020 295 11080,'20'-18'0,"-1"3"267,1 2 0,-7 0 1,0-7-281,2 1 1,1-1-1,-1 0 1,-4 1 0,0-3-195,-1-4 1,-5 11 0,1-5 161,-3 3 0,-6 1 0,-3 3 0,-7 7 46,-5 4 0,-1 10 0,-1 5 0,1 5 240,-1 2 0,0 6 0,1 2 0,-1 2-92,1 5 1,8-6-1,4-1 1,5-2-100,2 0 0,2 2 0,5-4 0,8 3-112,9-3 0,0 2 0,8-5 0,3-3-316,2-1 1,3-8 0,-1-3-1,0-3-814,0-3 1,-6-16-1,-5-3 1192,-6-3 0,11-8 0,-12-1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5:30.6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1 451 7982,'0'-11'771,"0"2"1,0 12 0,2 3 0,2 9 0,5 7-543,2 4 0,2 16 1,7-1-226,-1 7 1,1 4-1,-1 7 1,1 0-18,0 0 0,4-3 0,-3-3 0,-3-10 0,-3-8-486,-4-9 1,-2-15 80,-9-11 0,0-11 1,0-15-1,-3-11 231,-3-13 1,-5-5 0,-6-14-1,1 1 40,3 5 1,2 2 0,-2 4 160,7 5 1,4 0 0,2 11 0,0 6 84,0 4 0,8 14 1,5 12-1,7 12 114,6 13 0,-2 8 1,7 13-1,-1 5 72,1 6 0,-1-2 1,3 3-174,-7 1 1,-4-6-1,-3 0 1,1-5-1,-3-3 13,-4-10 0,-2-8-198,-4-9 1,-5-7 0,2-12 0,-6-11 0,-7-12-178,-1-10 0,-4-13 0,-5-1 161,-1-3 0,1-3 0,1 0 0,3 3 149,2 3 0,2-1 1,-2 6-1,6 2 1016,5 5-728,2-3 1,9 42 0,4 9 0,7 21 21,6 16 0,-2 1 1,6 12-1,1 4-94,-1 0 1,-6-4 0,2-5 0,-2 0-1321,2-4 1,-4-15-1,4 1 1,-2-10-97,2-13 0,-10-9 0,3-8 1,-4-11 1139,-4-14 0,-2-2 0,0-23 0,2 6 0</inkml:trace>
  <inkml:trace contextRef="#ctx0" brushRef="#br0" timeOffset="214">765 392 8264,'0'13'906,"0"0"0,0 3-538,0 1 1,2 9 0,5 3 0,4 1-175,0 5 0,8-7 0,-3-2 0,5-4-343,3-2 1,-6-7 0,8-2 16,-4-3 1,-5-12 0,-4-13 0,-6-10-24,-5-3 1,-2-3 0,-2-6 0,-5 0-98,-6 0 1,-4 6-1,-3 3 1,0 1-41,1 5 1,-1 9 0,3 2 0,2 0-592,1 2 1,8-6 204,-7 4 678,9 4 0,-5-9 0,9 7 0</inkml:trace>
  <inkml:trace contextRef="#ctx0" brushRef="#br0" timeOffset="533">902 0 7849,'13'9'475,"1"4"1,-8 5 0,5 1 0,0 3-121,0 4 0,2-2 0,6 6 0,1 1 192,0-1 0,-1-3 1,1 3-389,-1-2 0,5-2 0,0-6 0,-2-2 123,2-5-299,-9 4 0,-8-15 0,-14 5-511,-6-5 1,-11-2-1,-2 2 24,2 5 1,-4 1 0,4 8 0,4-3-1,5 4 261,0 7 1,6-2 0,3 6 599,3 0 1,3-6 0,3 4-1,3-4 39,7-2 0,5-9 0,1-5 0,1-4 0,2-2-213,4 0 0,-5-8 0,6-6 0,-8-5-153,-6-7 0,3-5 1,-8-6-1,1 0-632,0-2 0,-3 11 1,-6-9 601,0 6 0,9-4 0,2 5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5:37.4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37 7910,'-11'-13'1036,"5"0"-397,-5 9 1,9-3-464,-5 14 0,5 6 1,4 11-1,3 4-103,1 2 0,3 3 0,-5 6 0,5 0-50,2 1 1,-5-1 0,5-2 0,-2-2-231,-5-3 1,5-8-16,-3 2 0,3-6 0,-4-9-9,1-11 1,1-11 0,-7-13 0,0-4 79,0-3 1,6-3 0,1-10 0,-1-2 235,3 3 1,-5-1 0,9 3-1,3 2 4,1 8 0,3 9 0,-1 9 0,1 7 240,-1 4 0,10 19 0,1 11 0,3 14-202,-1 10 1,-5 0 0,3 3 0,1 1-308,-1-1 0,-6-7 0,2-1 180,-4-5 0,-2 1 0,-1-12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45:43.9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295 1311 7906,'-13'-17'231,"0"4"1,-3-5 0,-10 5-27,-6-4 0,3 4 1,3 2-1,4 0 121,3 0 0,-1 7 0,1-1 0,-1 10-113,0 8 0,9 13 0,5 9 0,4 8-28,2 10 1,8 14 0,6 9 0,5 11-42,7 9 1,0-9 0,-8-40 0,1 0 0,25 38-128,4-9 1,4-17-1,5-7 1,-1-11-468,3-10 0,-11-20 0,9 0 0,-5-13 229,-2-11 1,-11-16 0,3-8-2390,-5-6 2610,4-12 0,-10 14 0,8-7 0</inkml:trace>
  <inkml:trace contextRef="#ctx0" brushRef="#br0" timeOffset="547">981 625 7976,'-20'-2'372,"1"-5"1,5 5 1467,1-4-1782,9 4 1,-5 12-1,11 10 1,5 11 21,6 6 1,7 2 0,4 0 0,2 0-39,-2 0 0,-3 7 1,-1-2-73,0-7 0,-7 0 0,-2-11 0,-3-2 0,-3-2 118,-3-3 1,-2-6-525,0 0 1,-9-8 0,-6 3 0,-7-1 201,-4-1 0,0 10 0,6-3 1,3 4 310,4 3 0,-2-1 1,6 1-1,0 0 1,0-1 33,5 1 0,2-1 1,4 1-1,5-3 16,6-4 1,4 3 0,3-10 0,-1-1-221,1-3 1,-1-4 0,1-5 0,0-8-338,-1-9 0,1 0 0,-1-7 0,3 1-209,4-1 0,-4-1 639,4-7 0,-4-1 0,-2 1 0</inkml:trace>
  <inkml:trace contextRef="#ctx0" brushRef="#br0" timeOffset="1129">1569 880 8495,'0'13'752,"0"0"0,0 5-562,0 5 0,2 4 1,2 10-1,5 4-99,2 0 1,2 9 0,6 1-1,1 1 44,0 0 0,-7-13 0,0 3-185,2-5 1,-4-5-311,2-12 1,-9-14-1,3-10 176,-5-13 1,-2-16 0,0 0 111,0-4 1,0-4-1,0-3 1,0-1 0,0 1-145,0 3 0,2 8 1,3 3-1,1 1 215,-2 5 0,5 9 0,0 4 0,2 3 113,4 3 0,0 12 0,1 8 0,-3 9 79,2 9 0,0 4 1,0 0-1,-4-3-11,-2-1 1,4-7-1,-4 5-151,2-3 0,-5-4-224,7-11 0,-8-9 0,1-17 32,-4-13 0,-2-13 0,0-11 0,0-11 70,0-7 0,7-1 1,-1-3-1,-1 7 27,-3 4 0,4 17 0,1 7 421,-3 7 0,5 14 1,-3 18-1,1 16 18,2 12 1,-5 10 0,7 3 0,-2 5-391,-5 2 0,5-6 0,-1 1 0,3-3-542,5-3 1,-6-9 0,1-3-1,0-8-508,0-6 0,2-4 1067,7-9 0,-1-9 0,1-2 0</inkml:trace>
  <inkml:trace contextRef="#ctx0" brushRef="#br0" timeOffset="1380">2215 645 7875,'0'32'144,"0"1"0,0 2 0,0 9 1,0 3 329,0 4 0,3-6 0,1 5 0,5-2-118,2-4 0,2-5 0,6-6 1,1-9-133,-1-9 0,1 0 0,0-8 0,-1-5-612,1-7 1,-7-8 0,-2-13-1,-3-6 49,-3-5 1,-3-7 0,-4-4 0,-5-6 154,-6-1 1,2 9-1,-2 1 1,-2 3 203,-2 3 1,-3 9-1,0 4 1,3 4-182,4 2 0,-4 1 0,3 1-729,-3 5 890,-3-4 0,10 15 0,1-7 0</inkml:trace>
  <inkml:trace contextRef="#ctx0" brushRef="#br0" timeOffset="1731">2451 272 7951,'0'20'150,"0"0"1,0-1 0,0 3 334,0 4 1,0-2-1,0 7 1,2-1-137,4 1 1,5 1 0,9 7 0,-1 1-266,1-1 0,0-7 0,-1 1 0,1 0-256,-1-3 0,1-4 0,0-10-483,-1-3 1,-10-9 80,-9 3 1,-9-5 0,-13-2 0,-2 0 271,-2 0 1,-9 2 0,5 2-1,0 7 296,3 7 1,6-1-1,3 14 1,5-1 301,7 1 0,3 1 1,3 5-1,3-2 191,3-2 1,5-9 0,9 0 0,1-7-185,6-4 0,3-9 1,7 3-1,-2-5-346,-2-2 0,-7-9 0,4-6 0,1-9-394,-1-8 1,-8-8 0,0-3 436,-7-3 0,-2-8 0,7 4 0</inkml:trace>
  <inkml:trace contextRef="#ctx0" brushRef="#br0" timeOffset="2548">3215 194 9784,'-11'2'250,"5"5"1,3 4-1,3 10 1,3 3 0,1 7-31,2 6 0,10 6 1,-3 16-145,4 0 1,-4 0 0,0 0 0,0-3 0,0-4-43,0-6 0,-8-11 0,4-7-57,-1-6 1,-6-11-332,5-24 1,-5-15 0,-2-22-1,0-7 1,0-11 162,0-6 1,0-4-1,0 2 1,0 4 133,0 7 1,0 4 0,0 4 0,2 5 163,5 6 0,-3 20 1,9 8-1,5 8 330,6 5 0,0 23 1,8 16-1,5 21-245,7 15 0,-3 15 0,-18-40 0,0 1 0,-2 2 1,-1 2-236,0 2 0,0 1 0,-1-5 1,1-1-1,-2 3 0,1 0 0,16 44 43,-3-13 0,-8-9 0,5-14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0:52.1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118 253 7817,'-19'-2'75,"-1"-5"0,7-2 0,0-6 0,0 2 170,2-2 1,-4 4 0,8-2 130,3-2 0,2-3 1,2-1-1,2-1-145,5 0 1,3 3 0,12 2 0,4 4 0,9 0 75,9 0 1,-1 7 0,7-3-1,-2 7 8,-4 7 0,-1 4 0,-1 8 0,-1 1-322,-4-1 0,-13 8 0,-2 1 0,-9 2-212,-4 5 0,-3 2 0,-8 2-106,-5 1 1,-6 1 0,-13 3-1,-9 1 86,-8-1 0,2-5 1,-7-4-1,2-5 327,0-1 0,3-5 0,10-9 0,7-4 883,4-2 1,13-3-748,9-6 1,18 7-1,14-1 1,5-2-222,3-1 0,1-3 1,3 0-1,1 0-387,-1 0 1,-1 0 0,-1-3-456,-3-3 1,2 4 0,-12-5 838,1 5 0,-6-7 0,4-2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0:53.1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138 314 7817,'20'-11'-957,"-7"0"1012,0 5 1,-7 4 0,5-7 197,-2 0 0,-3 5 32,-6-9 0,0 6 77,0-6 0,-6 7 0,-3-5-3,-2 2 0,5 2 0,-7 7 1,-3 0-1,-1 0 0,4 0 0,0 0-227,-2 0 1,-3 9-1,1 4 1,1 5-1,3 3-215,-2 6 0,6-3 1,3 8-1,4 3-474,2 2 1,0 2 0,2-2 0,4-2-107,8-2 0,5-9 0,5 0 346,2-9 0,9-6 1,-2-9-1,2-3 317,-3-3 0,5-14 0,-6-14 0,1-8 0,-3-4 0,-8 3 0,3 4 0,-13 6 65,0 7 1,-2 4-1,-11 5 1,-5 4 193,-6 6 0,-4 7 0,-3 7 0,1 6 0,-1 6 685,0 7 0,7-2 1,2 7-609,3-3 0,1 7 0,7-5 0,0 1 1,2-5-84,5-4 1,4-3 0,8-1 0,3-5-175,4-7 1,3-3-1,5-6 1,-3-3-462,-3-7 1,-2-7 0,-6-4 90,-1-2 1,-8-6 0,-4 5 0,-5 3 0,-2 3 90,0 1 1,-9 0 0,-4 1 176,-4-1 0,-3 3 1,1 4-1,-1 4 1,0 3-124,1-1 1,-1 0-1623,1 7 1,8 3 1767,4 3 0,5 5 0,2 9 0</inkml:trace>
  <inkml:trace contextRef="#ctx0" brushRef="#br0" timeOffset="217">745 334 9926,'20'0'0,"0"0"0,-1 0-381,1 0 1,-1 0-1,1 0 1,2-2 380,4-5 0,-4 5 0,6-7 0</inkml:trace>
  <inkml:trace contextRef="#ctx0" brushRef="#br0" timeOffset="400">1216 177 7817,'0'19'76,"0"1"1,0 0 0,-2 1 348,-5 6 1,5-3 0,-5 8-1,7 3-190,7 2 0,-5 2 1,5 0-1,-3 3-356,3 4 1,-3-5 0,7 5 0,-2-5-1552,-5-2 1,5-8 1671,-3-5 0,1-13 0,-7-22 0,0-13 0</inkml:trace>
  <inkml:trace contextRef="#ctx0" brushRef="#br0" timeOffset="617">1255 157 7750,'9'-26'0,"2"0"-97,0 2 1,6 2 0,-4 3 468,4-1 1,3 9 0,0 5-136,-1 4 0,-6 10 1,-2 5-1,-2 7 171,-5 6 1,-2 5 0,-4 6 0,-4 0-161,-7 2 1,-5-4 0,-1 8 0,-1-6-261,0-4 1,-1-7 0,-3 4-27,-2-1 0,-1-3 0,8-7 0,-1-1-3769,1-5 2828,-1-4 1,9-18 978,5-4 0,12-13 0,5-5 0</inkml:trace>
  <inkml:trace contextRef="#ctx0" brushRef="#br0" timeOffset="883">1490 196 7817,'7'20'421,"-1"0"-55,-1-1 0,3-6 1,-1 0-1,-3 3-27,-2 1 1,5 5 0,-1 2 0,-1 2-68,-3-2 0,0 6 1,3 1-1,1 2-145,-2-1 0,-1-1 1,-3 4-1,0-3-35,0 3 1,-7-11 0,-2 0 5,-2 0 1,5-9-163,-7-8 0,9-9 1,-3-9 52,5-9 1,2-13-1,0-1 1,0-8-1,2-4-398,5 3 1,-3 1-1,7 3 1,0 2-170,0 5 0,-1-3 0,6 9 1,-3 2 19,2 2 0,-4 9 0,2 2 0,2 2 558,3 5 0,1 2 0,1 2 0</inkml:trace>
  <inkml:trace contextRef="#ctx0" brushRef="#br0" timeOffset="1033">1902 334 7817,'0'26'0,"0"2"0,0 0 230,0 1 0,0 3 0,0-3 1,0-1 355,0 0 0,0 5 1,0-7-1385,0-2 1,0-6 11,0-12 0,0-23 1,0-23 785,0-1 0,9-9 0,1 0 0</inkml:trace>
  <inkml:trace contextRef="#ctx0" brushRef="#br0" timeOffset="1133">1941 216 7817,'-2'-13'379,"-5"0"1,5 6 0,-7-3-252,1 1-546,6 2 0,-7 9 179,9 5 1,6-3 238,1 9 0,8 0 0,-4 7 0</inkml:trace>
  <inkml:trace contextRef="#ctx0" brushRef="#br0" timeOffset="1600">2117 216 7734,'0'13'464,"0"0"0,0 0 0,0 7 1,0-1-2,0 1 1,0 2 0,0 2 0,0 4-264,0 3 1,7-7-1,-1 4 1,-1 0-38,-3 5 0,5-5 0,-1-2 0,-2-4-101,-1-2 1,-1-3-222,4-4 0,-1-6 0,6-14 0,-3-8-185,-3-9 0,3-9 1,1-10-1,2-3 177,4 2 0,-4 3 0,2 2 0,0 2 69,-2 4 1,4 5 0,-6 8 0,0 1 875,-1-1-569,8 9 1,-8 7-1,5 15 1,-6 8-1,-3 5-32,3 5 1,-5-5 0,5 6 0,-5 1-185,-2-1 0,0-6 0,0 2-255,0-4 0,0-9 54,0 0 0,2-9 0,2-1 0,3-12 7,-3-11 0,1-10 0,-1 1 0,5-1 24,2-5 1,-5-2 0,5 0 835,-2 4 1,6 5 0,-2 8-200,4 1 0,3 10 1,-3 11-431,-4 16 0,3 4 0,-8 10 1,3 3-397,5 2 0,-6-4 0,1-3 1,0-1-1005,0-5 0,-4-3 0,4-1 1370,-3-1 0,-1-8 0,1-2 0,3-9 0</inkml:trace>
  <inkml:trace contextRef="#ctx0" brushRef="#br0" timeOffset="1833">2784 334 7957,'19'0'439,"-6"0"0,-2-2 0,0-3 21,0-1 1,-4-7 0,3 4 0,1-2-186,0-4 0,-6-5 0,3-4 0,-1-2-109,-1 2 1,1 0 0,-7 0 0,0-4-179,0-3 0,-2 10 0,-5-1 1,-6 9-40,-4 4 1,4 3-1,0 8 1,-3 4-26,-1 7 1,0 11 0,1 5 0,5 1-57,3 5 1,1 2-1,7 2-114,0 0 0,0 5 1,0-3-1,2-4 0,5-2-607,6-4 1,0-1 0,4-8 0,5 0-521,0-5 1373,0-10 0,6 1 0,3-8 0</inkml:trace>
  <inkml:trace contextRef="#ctx0" brushRef="#br0" timeOffset="2016">3293 196 7817,'-17'9'0,"4"4"0,-2-2 0,6 2 0,-2 2 862,-4 3 0,4 1 0,-2 3 0,0 4-564,2 7 0,-7 4 0,8 4 1,-4 5-412,1 6 0,7-4 0,-5-2 1,2-5-138,5-1 0,2-10 1,2-4-1957,0-4 2206,0-11 0,8-11 0,3-11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0:51.1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314 0 9507,'0'20'436,"0"-1"0,0 3-294,0 4 0,0-2 0,0 9-229,0 2 0,0 2 0,0 4 1,0 3-374,0 1 0,0-1 0,0-9 0,3-5 0,1-1-1322,2-5 1782,1-3 0,-7-1 0,0 0 0</inkml:trace>
  <inkml:trace contextRef="#ctx0" brushRef="#br0" timeOffset="366">20 333 8052,'-11'13'1082,"5"1"-861,4 1 0,2 2 0,2 3 0,2 2 0,7 4-41,7 6 1,-3 8 0,13 3 0,-2 3-62,0-3 0,7-1 1,-5-5-183,3-5 1,-5 1 0,7-13 0,-1-9 0,-1-7-192,-5-4 1,-2-20 0,0-10 0,2-16-146,-2-10 0,-11 1 0,-4-10 36,-1 4 1,-5 4 0,3 5 0,-4 8 362,-2 10 0,0-4 0,0 8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0:58.7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96 7817,'0'-31'566,"-2"3"207,-5 8 1,3 10-485,-9 3 1,6 14-1,-4 6 1,3 6 39,3 7 0,3 5 0,4 8-235,5 0 0,-3 0 1,9 1-1,0-3 0,0-3-57,0-1 1,1-9 0,3 2-263,-4-4 1,4-11 0,-6-2 0,2-3 0,-2-2 61,-2-6 0,-2-6 1,-7-12-1,0-2 44,0-4 0,-3 2 1,-3-6 70,-7 1 0,-5-3 0,-1 6 1,1 2-1,3 2-245,2 2 1,2 7 0,-4 2-168,2 3 1,6 1-512,-6 7 1,11 0 970,2 0 0,17-9 0,14-2 0</inkml:trace>
  <inkml:trace contextRef="#ctx0" brushRef="#br0" timeOffset="529">333 37 8080,'11'0'1235,"-2"9"0,-9 6-857,0 9 0,0 0 0,0 6 0,0 3-114,0 4 1,2-9 0,2 12-269,3-3 1,0-3 0,-7-1 0,0-7 0,0-4 255,0-2-643,8-9 0,1-12 0,6-14 0,-4-9 150,-2-8 0,4-5 0,-4 0 0,-1 2 127,1 2 0,4 7 0,-4-5 1,2 3 150,4 4 1,-6 9 0,-1 4 0,-1 0 24,-1 0 1,7 9-58,-6 2 0,2 4 0,-5 14 1,3 4 22,-3-1 1,0 1-1,1-2-596,1-1 0,1 1 1,-5 0-597,4-1 1,5-1 1163,9-5 0,-7-5 0,0-8 0,2 0 0,3 0 0,-5-6 0,0-1 92,2 3 1,-4-5-1,0 1 1,0-1 326,0 0 1,-7 0 0,5 5 0,-3-5-50,1-2 1,-1 5-1,-6-7-89,0-2 1,0 4-70,0-2 1,-2 2 0,-4-2-3,-7 6 1,-5 5 0,-2 4 0,3 5 35,4 6 1,2 4 0,7 3-338,-3-1 1,1 1 0,6 0-1,0-1-114,0 1 0,6-7 1,3 0-1,2 0 103,4-2 1,2-2 0,3-9-147,0 0 0,6 0 248,0 0 0,9-9 0,-5-2 0</inkml:trace>
  <inkml:trace contextRef="#ctx0" brushRef="#br0" timeOffset="816">1274 155 7998,'-20'0'806,"7"0"1,0 2-461,-2 4 1,4 5 0,0 9 0,3-1-82,3 1 1,3 2 0,2 2 0,0 2-28,0-2 1,9 0-402,4 2 1,11-4 0,2 2 0,-2-9 0,-2-9-226,-3-3 0,1-6 0,-1-3 1,-1-9 58,-5-9 0,2 0 0,-6-7 1,0 1 241,-1-1 1,-1 1-1,-7-3 1,-2 5 128,-5 0 0,-2 6 0,-6-2 0,2 6-158,-2 5 1,4 7 0,-2-5-286,-2 2 0,4 3 0,0 8-83,2 4 484,3 5 0,14 9 0,3-1 0</inkml:trace>
  <inkml:trace contextRef="#ctx0" brushRef="#br0" timeOffset="1116">1509 135 7817,'0'13'1427,"0"0"-799,0 2 0,0-4 1,0 2-391,0 3 0,0 1 1,0 3-1,0-1-279,0 1 1,0-1 0,0 1-1,0 0 0,0-1 1,2-6-452,5 0 1,4-10 67,8-3 0,-6-9 0,-2-11 0,-2 1 242,-5-1 0,5-2 0,0-2 953,2-2-558,-7 0 1,14 15 16,-5 5 0,-5 12 0,1 9 0,-2 7-406,-1 4 1,3 0-1,-5-6-1033,3 0 0,8-1 627,-2 1 1,4-9-1,3-5 582,0-4 0,-1-19 0,1-5 0</inkml:trace>
  <inkml:trace contextRef="#ctx0" brushRef="#br0" timeOffset="1262">1921 37 9157,'0'13'542,"0"0"1,2 2-352,5 3 1,-5 1 0,4 3 0,-4 2-679,-2 2 0,0 7 1,0-5-1,0 1-767,0-1 0,0-2 1254,0-6 0,9-1 0,2 1 0</inkml:trace>
  <inkml:trace contextRef="#ctx0" brushRef="#br0" timeOffset="1413">1980 233 7885,'8'-20'1890,"-6"7"-1559,5 0 0,-3 7 1,3-5-496,6 2 0,-2-4 0,2 7-555,2 1 1,-4 1-1,2-1 719,2-1 0,3-1 0,1 7 0</inkml:trace>
  <inkml:trace contextRef="#ctx0" brushRef="#br0" timeOffset="1680">2391 135 7817,'0'-13'3494,"0"0"-2269,0 9-1241,0-5 1,0 18 0,0 4 0,0 6-195,0 7 0,0 5 1,0 8-1,0 0-14,0 0 1,0 1 0,0-3 0,0-5-1805,0-6 1,0-4 2027,0-2 0,0-1 0,0 1 0</inkml:trace>
  <inkml:trace contextRef="#ctx0" brushRef="#br0" timeOffset="2130">2764 17 10141,'-11'9'610,"4"4"0,5 5 1,2 3-298,0 6 1,0-4 0,0 8-369,0-3 1,6 5-1,3-5 1,2 1 0,2-1-152,-2-4 1,6-9-1,-3-4-18,3-2 0,0-5 0,-1-10 1,-5-8-84,-3-3 0,-1-11 0,-7-3 0,0-1 91,0-1 1,0 7 0,0-5 284,0 3 0,-2 8 0,-3 7 155,-1-2 0,-10 6-1590,3 3-688,5 4 2054,-1 2 0,9 8 0,0 3 0</inkml:trace>
  <inkml:trace contextRef="#ctx0" brushRef="#br0" timeOffset="2698">2979 76 7817,'0'20'1039,"0"-1"0,0 1-259,0 0 1,0-1 0,0 1-686,0-1 1,0 1 227,0 0-1027,0-1 1,0-10 0,2-9 275,5-11 0,-5-2 0,7-4 1,-3-5 235,1 0 0,6 0 0,-7 3 389,-1-1 1,3 7 0,-1 0 0,0 0 722,1 2-918,-6 2 0,9 9 0,-6 2 0,3 3-148,3 1 1,-4 10-1,6-6 1,0 3 117,-2 1 1,6-8 0,-4 5 0,5-2-104,1-5 0,1 5 72,0-3 1,-1 1-1,1-7 1,-1 0 128,1 0 0,-7 0 0,-2-2-77,-2-5 0,-1 3 0,-3-9 1,1-3 110,-1-1 0,-3 4 1,-4 2-1,-3 0 153,-1 0 1,-10 7-253,3-3 0,-4 7 0,0 7-479,3 6 0,-1 4 0,9 3 0,1 0-109,3-1 0,2 1 1,0-1 582,0 1 0,0-7 0,2 0 0,5 2 0,4 1 0,8-3 0,1-7 0,2-1 70,4 1 1,-11-4 0,5 5 498,-3-5 0,1 0 0,1 3 38,1 1 0,-7 1-216,0-7 0,-2-3-391,2-3 0,4-5 0,-6-9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0:56.6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196 216 6710,'-13'0'0,"0"0"0,9 0 0,-5-9-49,9-4 0,2-4 0,2-3 0,3 1 432,-3-1 1,-2 7-1,1 0 208,3-2 1,-4-3 0,5-1-41,-5-1 1,-11 9 0,-4 4-370,-4 5 0,-1 7 0,3 6 1,2 10-153,-2 8 0,-3 5 1,-1 10-1,1 4-278,5 2 1,-2-4 0,9 2 95,1-7 0,3 7 0,2-15 0,2-5 1,7-4-752,11-5 0,1-8 0,10-6 0,-1-10 903,1-8 0,1-6 0,8-7 0,-10-14 0,-2-10 0</inkml:trace>
  <inkml:trace contextRef="#ctx0" brushRef="#br0" timeOffset="234">353 157 8727,'-13'22'835,"2"4"0,0 7-275,0 4 0,5 4 0,-5 0 0,2 3-471,5 0 1,4-16-1,6 5 1,7-12-224,5-8 0,3-4 1,3-9-1,5-2 203,1-5 0,-4-12 0,5-14 0,-3-4-779,-4-2 0,-4 0 1,-7-1 434,-7 1 0,-4 2 1,-2 2-1,-2 5 1,-2-1-2,-3 1 0,-14 13 0,1-1 0,-2 5-160,0 2 0,3 7 0,-1-3 84,1 5 1,1 4 351,5 5 0,4-3 0,9 9 0,9-8 0,2 3 0</inkml:trace>
  <inkml:trace contextRef="#ctx0" brushRef="#br0" timeOffset="683">666 98 7817,'0'33'332,"0"0"0,0-1 176,0-1 0,-2 6 1,-2-7-1,-3 3-197,3 0 1,2-1 0,0 5-1,-3-2-39,-1-2 1,-1-7 0,7 4-391,0-1-236,0-12 1,7-17 0,-1-15 131,-1-9 1,3-7-1,1-10 1,2-2-1,2-3-8,-2 2 0,4 3 0,-6 2 1,0 2 260,-1 4 1,5 5 0,-6 8-1,-1 1 216,3-1 0,-4 9 113,8 4 1,-9 7 0,2 7 0,-3 8-163,-3 9 1,6 7 0,1 8 0,-3-2 0,-2-2-129,-2-3 0,2 1 1,3 4-1,1-4-9,-1-7 0,-1-4-385,3-3 0,-3-8 0,7-6 18,-2-10 1,4-8 0,-5-13 0,3-7-1,2-2 104,-2 3 0,7-3 1,-8 9-1,1 2 226,-4 2 0,4 5 2504,2 4-2363,-4 4 0,-1 20 0,-8 6 0,0 7-331,0 0 0,0 4 1,0-1-1,0-3-666,0-3 0,0-1 0,0-1 1,2-1-1809,5-5 2640,-5-4 0,16-9 0,-8 0 0</inkml:trace>
  <inkml:trace contextRef="#ctx0" brushRef="#br0" timeOffset="1133">1176 196 7817,'0'-11'1010,"0"3"0,0 23 1,0 5-576,0 1 1,0 8 0,0-1-349,0 2 0,0 3 0,0 4 1,0-2-1,0-5-122,0-1 1,0-1 0,0-4 295,0 2-599,0-8 0,2-18 1,3-16-1,3-8 0,1-8-44,0-5 1,6-3-1,-4 1 1,2 0 242,0 0 1,-2 2 0,4 4-1,-4 7 370,-2 4 0,-1 9 0,-1 2 90,6 3 0,-4 3 0,-3 12-140,-4 6 0,5 4 0,-1 5 0,-1 4 0,-3 7 8,-2 4 1,7-4 0,-1-3 0,-2-2-287,-1-4 1,-3-2 0,2-4-342,4-5 1,-1-5-1,8-10 1,0-4 15,-2-7 1,6-7 0,-4-6 408,5-7 0,-1 3 0,-2-1 0,-2 3 0,0 4 971,-2 2-318,7 11 0,-10 5 0,5 12-476,-6 7 1,-5 7 0,-2 4 0,0 4-449,0 3 1,2-7-1,3 4 1,1-2-896,-1 0 0,6-6-6,2-7 0,4-9 1185,3 3 0,8-14 0,2-4 0</inkml:trace>
  <inkml:trace contextRef="#ctx0" brushRef="#br0" timeOffset="1599">1882 235 7817,'-7'14'174,"-2"-1"0,1 2 488,-1 2 0,0-1 1,5 1-1,-5 5-51,-2 0 1,7 6-1,-3 0 1,5 0-488,2 1 0,2-3 0,5-7 0,6-1-456,4-5 1,3-4 0,0-9 0,-1 0 85,1 0 1,-3-9-1,-2-4 1,-4-7-164,-2-6 0,4-2 0,-6-7 0,-3 5-2,-2 1 1,-4 1 0,-2 4 0,-5-2 49,-2 2 1,5 9-61,-8 2 0,4-1 106,-4-5 1,6 6 314,8 0 0,2 6 0,4-4 0,8 3 0,3 3 0,3 3 0,-1 2 323,1 0 0,-1 9 0,-1 4 17,-5 4 0,2 3 0,-8 2 0,-3 2 0,0 4 581,3 2 1,-5 3 0,5 6-550,-5 0 1,-2-1-1,-2-4 1,-3-1-1,-1 0-124,1-3 0,1-4-566,-3-13 1,7-8-1,-2-16 51,7-9 1,10-12 0,-2-1 0,4-4-16,3-2 1,-7 2 0,0 4 149,2 7 0,3 4 0,1 5 311,1 4 1,0 4 0,-3 11-1,-2 5 1,-2 8-425,3 9 1,-8 0 0,-1 6 0,-3-1-176,3-5 0,-5-3 0,4-1 420,-3-1 0,-12 10 0,-2 1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6:15.1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78 342 7764,'0'-13'147,"0"0"0,-2 9 447,-4-3 1,4 3 506,-5-2-897,-4 3 1,9-3-1,-5 12 1,5 10 64,2 8 0,-2 2 1,-2 11-135,-3 4 1,1 9-1,4-2 1,-3 0-1,-1 2-164,1 0 1,3-6 0,2-1 0,0-6 80,0-4 1,0-16 18,0 3 1,2-16 0,3-6 0,3-17-432,3-18 0,2-11 1,9-11-1,2-2 93,2-4 1,2 1 0,-4-5 195,3 1 1,7 5-1,-3 11 1,2 10 108,-1 14 1,-8 11 0,4 19 0,-4 7 117,-4 10 0,2 16 1,-13 15-1,-1 4 0,1 10-101,-5 3 0,-2-10 1,-2-1-1,3-3-507,3-3 0,-4-7 1,7 1-310,0-9 1,-5-9 0,9-13-1,2-7 761,3-3 0,1-12 0,1-2 0</inkml:trace>
  <inkml:trace contextRef="#ctx0" brushRef="#br0" timeOffset="218">1137 127 7764,'0'-13'821,"0"0"1,2 8-1,2 1-475,3 8 0,-1 12 0,-6 14 1,3 11-173,3 7 1,-2 5-1,7 5 1,0 3-440,0 5 1,0-5 0,4 4 0,-4-4-190,-2-2 1,4-7 0,-7-4 0,-1-4-2508,-3-7 2961,-2-11 0,-17 2 0,-5-8 0</inkml:trace>
  <inkml:trace contextRef="#ctx0" brushRef="#br0" timeOffset="350">1039 695 7764,'0'-13'601,"0"0"0,2 0-322,5-7 0,6 3 0,11 4 0,4 4-754,2 1 1,-4 3 0,7-6 0,2 0-1395,2 0 1869,2 7 0,9-13 0,2 6 0</inkml:trace>
  <inkml:trace contextRef="#ctx0" brushRef="#br0" timeOffset="684">1725 225 7764,'0'22'0,"0"2"0,-2 4 273,-5 2 1,5 3 0,-5 4 0,5-2 145,2-2 0,2-1 0,3 7 0,3 1-225,3-1 1,-4-7 0,6-1 0,0-1-184,-2 1 0,6-7 0,-6 2 0,2-4-56,0-3 0,-6-8-147,6-4 0,-2-7 1,4-7-1,-4-6 1,0-9-57,0-10 0,-7-1 0,5-15 0,-1 0 197,6-4 1,-4-2 0,1 1 0,0 8-9,0 3 1,-4 10 0,6 3 799,2 7 0,-6 12-641,-3 23 0,-4 8 0,-2 21 1,0 4-1,0 4-424,0 0 0,0 6 0,3-6 0,1 3-345,2-1 0,3-11 0,-5-1 0,5-12 669,2-6 0,2-3 0,7 1 0</inkml:trace>
  <inkml:trace contextRef="#ctx0" brushRef="#br0" timeOffset="985">2332 460 7764,'0'13'0,"0"0"0,0 5 394,0 6 0,0-3 0,0 5 0,0-2-72,0 3 0,0-4 0,-2 8 0,-2-1 65,-3 1 0,1-5 0,6 5 1,0-1-268,0 1 0,0-5 0,-2 4 0,-3-2 337,-1-4-624,-1-2 0,1-22 0,-1-13 0,3-17 91,2-14 1,2-2 0,0-10 0,2-5 44,4 0 1,5 0 0,9 4-1,-1 3-177,1 1 0,-7 10 1,0-1-130,2 10 1,9-1 0,2 9 0,1 4 0,1 4-371,5 5 0,-3 9 0,3-3 1,2 5 706,2 2 0,-5 0 0,-1 0 0,-3 0 0,7 9 0,-5 2 0</inkml:trace>
  <inkml:trace contextRef="#ctx0" brushRef="#br0" timeOffset="1200">2822 382 7764,'-13'32'0,"0"3"393,-2 0 1,4 0 0,0 2-1,0-2 304,0-3 1,7-6 0,-2 5 0,3-3-177,3-4 0,3-9 0,3-4-531,7-2 0,5-5 0,1-10 1,1-9 44,-1-9 0,1-7 0,0-8 0,-1-2-150,1-5 0,-9 2 0,-3-6 1,-1 2-2,-1 5 1,1 10 0,-7 7 0,-2 4-22,-5 3 0,3-1 0,-9 3-192,-2 4 0,-1 2 1,1 6-205,2-1 1,6-1 0,-3 9-1,1 5-923,4 6 1,3 4 1455,2 3 0,0 0 0,0-1 0</inkml:trace>
  <inkml:trace contextRef="#ctx0" brushRef="#br0" timeOffset="1833">3116 323 7718,'-19'0'634,"-1"0"0,1 0 33,-1 0 1,7 2 0,2 5-386,2 6 1,1 4 0,3 3 0,-1-1-1,1 3-190,3 4 1,9 2 0,1 7-1,3-4-123,4-3 1,5 0 0,4-6 0,2 0-169,-2-5 1,4-4 0,-1 1 0,-1-8 45,2-4 1,-6-11-1,2-4 1,-7-4-6,-4-3 0,-6-6 1,4-2 247,-3-3 1,-1 8 0,-7-4 0,0 6 0,0 1 582,0 0 0,0 7-648,0 0 1,-2 9 0,-3 0 0,-1 8-213,1 9 0,3 4 1,2 3-1,0 2-431,0 4 1,0-4-1,0 4 1,0-4-326,0-3 1,7-6-1,2-2 943,1-2 0,3-3 0,7-6 0,0-2 0,-1-4 0,1-5 0,-3-11 0,-1-2 0,-3-2 0,0-9 0,4 5 0,-4-1 165,-6 5 0,1 4 0,-1 3 1446,-3-1 0,-10 9-866,-7 5 0,-5 12 0,1 7-614,4 5 0,-2 1 0,8 1-283,3-1 1,1-6-1,6-2-156,3-2 0,-1-2 0,8-7-81,2 0 0,2 0 1,3-3-1,-1-1 64,1-2 1,0-1 0,-1 9 591,1 5 0,-7-1 0,-2 12 0,-2 6 50,-5 4 1,5-2-1,-3 7 1,-2 4 382,-1 6 1,-12-1 0,-2 6 0,-2-5-363,0-4 1,0 5-1,-7-14-1127,1 1 0,-1-5 1,0-13-673,1-6 0,8-10 0,2-7 0,3-12 1461,-1-7 0,1-3 0,6-7 0</inkml:trace>
  <inkml:trace contextRef="#ctx0" brushRef="#br0" timeOffset="2167">3881 205 7764,'0'20'0,"0"-1"547,0 1 1,0 2-1,0 2 1,0 4 46,0 3 0,0-5 0,0 6 1,0 3-454,0 2 1,2 2-1,2-2 1,3-2-146,-3-2 1,5-7-1,-1 5-221,3-3 1,-4-11 42,6-10 1,-6-16 0,3-10 0,1-12 151,0-6 1,-4-2 0,4 0 66,-3-1 0,5 10 0,-4 4 251,2 4 0,-4 13 0,3 9-60,-1 11 0,-2 15 1,-7 9-1,0 9-348,0 8 0,6 2 0,1 1 0,-3-5 0,0-2-790,3-5 1,-3-10-1,9-9 1,3-9 364,1-8 1,3-16-1,-1-10-201,1-12 0,-1-6 746,1-2 0,8-18 0,3-4 0</inkml:trace>
  <inkml:trace contextRef="#ctx0" brushRef="#br0" timeOffset="2400">4390 362 8781,'-13'0'1688,"2"2"1,0 7-1101,0 11 0,7 1 1,-2 12-1,3 2-303,3 2 0,0 2 1,3 0-1,3 0-69,7 1 0,-2-10 0,2-6 0,5-9-571,6-8 0,-9-7 0,4-7 1,-1-6 184,-1-4 0,-6-12 1,-4-3-1,-5-5-62,-2-2 1,0-1-1,-2 3 1,-3 3-29,-1 1 0,-7 9 0,4-2 0,-2 6-2398,-4 7 1299,6-4 0,0 17 1359,9 0 0,9 8 0,2 12 0</inkml:trace>
  <inkml:trace contextRef="#ctx0" brushRef="#br0" timeOffset="2650">4645 303 9225,'0'13'2035,"0"0"-1500,0 3 1,0-6 0,0 4 0,2 1-287,5 2 1,-3 5 0,9 4-264,2 7 0,3-5 0,4-4 0,2-7 143,2-3 1,0-10 0,-7 2-268,1-3 0,0-3 0,-1-3 0,1-3 1,-3-7-189,-4-5 0,3-1 0,-8-1-42,3 1 1,-7 6-1016,3-1-38,-5 10 1,7-5 570,4 9 0,-2 0 850,2 0 0,-9 0 0,5 0 0</inkml:trace>
  <inkml:trace contextRef="#ctx0" brushRef="#br0" timeOffset="2816">5213 29 7764,'0'-13'767,"0"0"0,0 11 0,0 2 289,0 10 1,0 17-1,0 5 1,3 7-850,3 7 1,-2 11 0,7 10 0,0 3-391,0 4 1,-4-6 0,4-3 0,-1-4-102,1-2 0,-6-9 0,1-7 0,-4-8-2980,-2-9 3264,0-13 0,-8 5 0,-3-7 0</inkml:trace>
  <inkml:trace contextRef="#ctx0" brushRef="#br0" timeOffset="2949">5213 597 7764,'0'-19'0,"0"-1"0,3 0 0,1 1 1194,2-1 0,3 7 0,-5 0 0,5 0-711,2 2 1,2-6 0,7 6 0,-1 0-1032,1 4 1,0 5 0,1 2-1,3 0-1498,2 0 1,7 0 2045,-7 0 0,9 9 0,-4 2 0</inkml:trace>
  <inkml:trace contextRef="#ctx0" brushRef="#br0" timeOffset="3132">5860 382 7764,'-24'19'306,"5"1"0,1-1 742,1 1 1,-3 2 0,3 4-1,1 7-513,3 4 0,7 2 0,-5 2 0,2 5-482,5 6 1,2-2 0,2 0-121,0-2 1,-7 11 0,1-4 0,-1-5 0,1-5 66,-1-8 0,-8-2 0,4 4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6:13.4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39 549 7732,'0'11'507,"0"6"1,3-15 0,5 5 0,10-5 0,8-2-219,4 0 0,-3-9 1,5-4-1,3-4-337,2-3 1,0-1-1,-4-3 1,-5-5-22,0-1 1,-15-1 0,1-1-63,-10 6 1,-4 4-1,-4 4 1,-10 5 0,-12 9 64,-9 8 1,-4 9-1,0 14 1,-2 7 224,-5 10 1,11-1-1,-2 10 1,4 1 342,3 3 1,15 2 0,2-1 0,8 1-426,5 0 0,11-7 0,9-4-503,10-6 1,7-8 0,5-14 0,3-3 0,8-4-227,3-6 0,-1-9 652,4-11 0,-5-9 0,13-17 0</inkml:trace>
  <inkml:trace contextRef="#ctx0" brushRef="#br0" timeOffset="317">980 275 8533,'-26'2'0,"-2"2"176,-3 3 1,5 6 0,-2-5 0,2 3 335,2 5 0,13-3 0,-7 4 1,5 5 63,3 0 0,5 6 1,1 0-1,8 1-627,9-1 0,11 0 0,4-6 0,3 0-238,4-5 1,2-10 0,4-1 0,5-4 0,-5-10 0,5-5 1,-5-7-1,-1-6-88,-1-7 1,-7 3-1,-1-1 1,-3 1 303,-4-1 0,-4 7 0,-5 0 998,-2 9 0,-8 9-654,1 12 1,-6 12 0,-4 10 0,-3 2-241,3 5 1,2 2 0,2 2-1,0-2 44,0-4 0,0-2 0,2-7-3545,4 2 3469,-3-9 0,23-8 0,-5-9 0</inkml:trace>
  <inkml:trace contextRef="#ctx0" brushRef="#br0" timeOffset="600">1529 275 7732,'0'19'844,"0"1"-587,0-1 1,0-6 0,0 1 0,0 1-154,0 2 1,0 3 0,0 2 0,2 4 542,5 6 0,-3-1 1,9 2-1,0 1-525,-2 3 0,7 3 0,-5-6 0,4-5-307,3-10 0,-1-12 0,1-1-32,-1-3 0,1-21 1,0-10-1,-1-14 0,1-12-203,-1-9 0,3 8 1,0-1 331,-2 6 1,3 6 0,-9 9 0,3 7 0,0 4 379,-4 7 1,-2 12-1,-6 5 1,1 13-130,-1 11 1,3 9 0,-1 11 0,-3 3-399,-2 4 1,1-6 0,1 5-1,2-2-613,-1-4 848,6-20 0,0 2 0,8-15 0</inkml:trace>
  <inkml:trace contextRef="#ctx0" brushRef="#br0" timeOffset="899">2274 0 7732,'0'29'422,"6"-6"1,1 10 0,-3 2 183,-2 2 0,7 2 1,2-2-1,2 0-239,0 2 1,-6-10 0,6 8 0,2-7-454,2-6 0,-6-2 1,-2-2-409,0-1 1,-9-8 413,0-4 0,-11-5 0,-13-2 0,-2 0-402,2 0 0,2 9 0,2 1 606,1 1 1,1 7 0,3-3-1,4 7 1,0 4 315,0-2 1,7 0 0,0 0 0,6 2-53,4-2 0,10-9 0,-3-4-306,4-2 1,9-3-1,0-10 1,1-7 0,-1-11-641,0-6 0,0-7 0,-6-11 1,-1-4 557,1 0 0,-1-7 0,1 7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6:12.1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36 118 8070,'-20'0'861,"9"-2"0,7-2 0,11-3 1,12 1-538,12-3 0,8 0 0,4-6 1,5 4-492,2 3 0,-2-6 1,7 8-1,1-1-542,-1-1 1,-10 6 0,1-5 708,-4 5 0,-3 2 0,0 0 0</inkml:trace>
  <inkml:trace contextRef="#ctx0" brushRef="#br0" timeOffset="151">585 60 7747,'-3'19'0,"-1"1"302,-2-1 0,-8 1 1,8 0-1,2-1 100,1 1 1,1-5-1,-2 2 1,-3 5-727,3 0 1,2 0 0,2-3 323,0 1 0,0 8 0,0 3 0</inkml:trace>
  <inkml:trace contextRef="#ctx0" brushRef="#br0" timeOffset="332">173 687 9134,'-13'6'852,"0"1"1,9 2-450,-3-3 0,9-4-157,11 5 0,2-5 0,18-4 0,4-3-105,7-1 0,-3-9 0,7 4 0,0-2-141,4 0 0,5-9 0,2-9 0</inkml:trace>
  <inkml:trace contextRef="#ctx0" brushRef="#br0" timeOffset="533">1173 60 7682,'-20'6'0,"0"1"0,1 8 0,-1-2 0,1 4 161,-1 3 1,7 0 0,2 1 0,2 6 891,5 5 0,2 7 0,2 5 1,0 4-943,0 2 0,8-7 0,6 3 1,3-4-765,3-3 1,-7-9 0,0-4 652,2-4 0,2-2 0,3-1 0</inkml:trace>
  <inkml:trace contextRef="#ctx0" brushRef="#br0" timeOffset="686">937 452 7970,'0'-13'784,"0"-1"0,9 8 0,6-5 0,9 2-802,9 5 0,0-7 18,6-2 0,-4 4 0,13 1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6:23.5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430 60 7789,'-7'-13'0,"-2"2"251,-2 2 0,-2-4 1,-8 6-1,-3 3 186,-2 2 1,-3 4-1,3 7 1,-7 10-120,-4 12 0,5 8 0,1 5 1,1 6-88,-1 6 0,7 1 0,0 13 1,9-1-538,9 1 0,6-7 0,6 0 0,9-8-358,9-9 1,7-7-1,8-9 1,2-10 154,5-11 1,-2-12 0,8-10 0,2-13 508,3-9 0,-5-15 0,-4-6 0,-2-10 0,-3-3 0,3-3 0,13-7 0</inkml:trace>
  <inkml:trace contextRef="#ctx0" brushRef="#br0" timeOffset="233">743 138 7789,'-13'-13'-88,"0"2"0,-2 2 388,-3 5 0,-3 2 0,-3 4 0,-5 5 115,-1 6 1,6 4 0,-2 5 0,4 2-70,2 2 0,10 7 1,3-5-1,5 0-331,2 1 1,9 3-1,4-8 1,6-4-205,7-5 1,5-11 0,8 3 0,0-7 26,0-7 0,1-6 1,-3-11-1,-5-4-103,-6-2 0,3 3 1,-5-3-1,-5 2 243,-3 4 1,-10 2 0,5 2 271,-2 1 1,-5 10-247,-11 9 0,5 2 0,-6 13 1,1 5 18,1 4 1,-1 2 0,7-6 0,0-1-1554,0 1 0,2-3 1530,5-4 0,4 5 0,8-7 0</inkml:trace>
  <inkml:trace contextRef="#ctx0" brushRef="#br0" timeOffset="500">1116 138 7789,'0'20'0,"0"-7"0,0 0 512,0 2 1,-3 3 0,-1 1 0,-3 3 15,3 4 1,2-2 0,2 9 0,0 2-333,0 2 1,0-5-1,0 1 1,0 0-252,0-3 0,2-4 0,5-13-129,6-6 0,-2-9 0,0-12 0,-1-14 79,1-13 0,2-11 1,7-12-1,0-3-225,-1-3 0,1 14 0,-1 1 0,1 9 123,0 9 1,-1 13-1,1 5 1,-1 10 346,1 7 1,-7 19 0,0 10 0,0 7-272,-2 6 1,4 1 0,-8 2 0,-1 5-488,3 2 1,-7-4-1,5 4 618,-5-2 0,-2 7 0,0-5 0</inkml:trace>
  <inkml:trace contextRef="#ctx0" brushRef="#br0" timeOffset="917">18 1236 7936,'0'-20'783,"0"18"0,0 11 1,0 12-499,0 12 0,7 6 0,1 7 0,3 8-117,4 10 0,-4-1 1,0 9-1,0 2-66,0 2 0,-7-6 1,3-5-1,-5-4 44,-2-2 0,0-18 0,0-8-252,0-9 0,0-16 0,0-8 0,0-13 138,0-11 0,7-8 1,-1-16-1,1-9 54,1-6 0,1-7 0,6 3 0,-2-5-227,3 4 1,1 3 0,3 4 0,-1 0 150,1 5 1,2 16 0,2 3-1,4 7-959,2 6 0,-12 11 0,1 8 949,-1 10 0,-1 6 0,3 8 0</inkml:trace>
  <inkml:trace contextRef="#ctx0" brushRef="#br0" timeOffset="1167">665 1667 7895,'17'17'252,"9"-4"1,-6-4 0,2-9 0,-1-2-17,3-5 1,3-6 0,-8-13 0,-1-7 94,-5-4 1,2-8 0,-9-1 0,-1 0-183,-3-2 0,-2 7 0,-2-5 1,-5 7 33,-6 6 1,-6 12 0,-5 10 0,-2 2-59,2 5 0,0 4 1,2 6-1,-2 9-63,0 9 0,13 3 1,-6 10-1,6 4-153,6 0 1,3 3 0,2-1-1,0 5-455,0 2 1,2 0-1,5 3 1,6-8-248,4-3 0,5-12 0,2-6 1,2-8 284,-2-10 0,0-6 0,0-9 508,2-10 0,0-18 0,-6-13 0</inkml:trace>
  <inkml:trace contextRef="#ctx0" brushRef="#br0" timeOffset="1400">978 1255 8055,'-8'-11'1134,"5"5"-785,-3 12 1,6 7 0,6 14 0,8 5-102,3 5 0,3 11 0,-1 4 0,1 5-234,-1 2 0,7 0 0,1-1 1,-3-1-54,-3-5 0,1-6 0,2-13 0,2-9-20,-2-9 0,-2-6 1,-5-14-1,-1-8-30,-3-13 1,0-17 0,4-12 0,-2-6-230,-2-4 0,-6 4 0,4 6 0,0-1-431,0 1 1,-7 10 0,5-1-673,-1 4 1421,-5 21 0,5-5 0,-8 15 0</inkml:trace>
  <inkml:trace contextRef="#ctx0" brushRef="#br0" timeOffset="1633">1566 1530 7936,'18'13'424,"-5"0"0,4-9 0,-4 1-161,5-10 1,1-8 0,-1-11-1,-3-4 17,-2-3 1,-9-1 0,3-5 0,-5 2-155,-2 2 0,0 3 1,-2-3-1,-5 7 14,-6 4 0,-6 9 1,-5 2-1,-5 2 43,-1 5 1,6 4 0,-2 7 0,4 8-54,3 9 0,1 6 1,5 9-1,4 3-301,1 4 0,5-3 0,-3 9 0,6 3-7,6 1 0,8-3 0,9-3 0,6-2-1505,1-5 1,1-4 0,4-6 1682,-3-7 0,10-4 0,8-2 0</inkml:trace>
  <inkml:trace contextRef="#ctx0" brushRef="#br0" timeOffset="1933">1958 1432 7939,'-11'8'688,"3"-3"0,8 8-436,0 2 1,0 2 0,0 5 0,0 4-220,0 7 1,0 4 0,2 4-1,2 3 41,3 2 0,-1 2 0,-6-7 0,0 0 160,0-4 0,0-10 1,0-1-13,0-5 0,0-12-126,0-9 0,0-19 0,0-21 0,0-10-150,0-6 0,7-5 0,2-2 0,-1-3-276,1 3 0,6 9 0,-4 1 1,2 1 102,0 2 0,0 9 0,5 10 0,-3 3-1427,-2 4 1,0 2 1653,7 2 0,8 10 0,2 1 0</inkml:trace>
  <inkml:trace contextRef="#ctx0" brushRef="#br0" timeOffset="2199">2448 1177 8111,'-19'2'948,"-1"5"-560,0 6 1,10 4 0,3 3-13,5-1 0,2 1 0,0-1 0,2 3-198,5 4 1,3-4-1,8 6 1,-3-1-46,-2-1 1,0 6 0,5-5 0,-5-1-130,-7 2 0,3 0 0,-2 7 1,-3-2-27,-2 2 0,-11-5 0,-2 1 1,-2-3-681,0-4 0,0-2 0,-6-5 0,-1-4-119,0-6 0,7-5 0,3-4 0,1-5 821,4-6 0,3-4 0,2-12 0,0-1 0</inkml:trace>
  <inkml:trace contextRef="#ctx0" brushRef="#br0" timeOffset="2433">2644 1490 7170,'33'-6'0,"2"-3"200,0-2 0,-7-4 0,0-9 0,-2-2 467,-2 2 1,-11-6 0,9-1 0,-2-2-369,-5 1 1,-8 8 0,-1-2 0,-4 4-111,-2 2 1,-2 3 0,-4 4 0,-10 4-79,-8 0 0,3 7 0,-8-4 0,3 6-37,0 6 1,0 7 0,6 11 0,3 5 21,4 1 1,-2 3 0,8 6 0,3 0-4,1 0 0,3 0 1,3 1-1,3-1-295,7 0 1,5-2 0,3-4 0,6-7-890,5-4 0,5-11 0,2-5 0,3-6-54,4-6 1,-3-14 1144,9-13 0,1-4 0,5-2 0</inkml:trace>
  <inkml:trace contextRef="#ctx0" brushRef="#br0" timeOffset="2618">3487 1040 7909,'0'19'671,"0"1"-84,0-1 1,0 8 0,0-1 0,0 0 0,0 2-89,0 5 0,0 0 1,2 4-1,3 6-353,1 5 1,3-2-1,-5 6 1,5 2-699,2 3 0,-5-5 0,5-4 0,-2-4-1822,-5-7 1,-2-11 2373,-2 0 0,0-4 0,0-3 0</inkml:trace>
  <inkml:trace contextRef="#ctx0" brushRef="#br0" timeOffset="2851">3526 1177 7789,'9'-28'0,"-7"6"0,7-4 0,0 4 541,4 2 0,0 5 1,4 0-1,7-3 116,4 3 0,-2 0 0,7-3 0,4 5-321,7 7 1,-3 4-1,5 2 1,-5 0-161,-2 0 0,-15 8 1,-6 5-1,-7 5 137,-7 1 1,-4 3-1,-7 2 1,-8 5-178,-9 1 0,-6-4 0,-7 5-529,4-3 1,-8-2 0,4-4 0,0 2 0,-3 2-1036,6-2 0,1-5 0,0-3 1428,7-3 0,-4 0 0,-1 6 0</inkml:trace>
  <inkml:trace contextRef="#ctx0" brushRef="#br0" timeOffset="2966">4193 1177 8347,'0'19'980,"0"1"0,0 0 0,0-1-493,0 1 1,0-7-488,0 0 0,-9 0 0,-2 7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6:22.2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98 94 7669,'-9'-11'27,"5"3"1,-9 8 0,0-2 351,2-5 0,-7 5 40,5-5 1,5 7 0,1 9-319,5 11 0,2 1 0,2 12-65,5 2 1,10 2 0,11 2-1,1 0 1,3 1-88,5-1 1,-8-9 0,10-4-1,-2-4-111,0-2 0,2-9 0,-2-7 0,-4-11-6,-7-12 0,-4-9 0,-3-14 0,1-4 88,0-6 1,-10-2 0,-1 1 0,-2 8 150,-1 3 1,3 10 0,-3 3 125,8 8 0,-4 10 0,4 24 1,1 15 30,2 13 1,5 5 0,2 13-1,2 8 3,-2 8 1,-9-4 0,-4-1 0,-2-2 69,-5-5 0,-2-2 0,-2-7 1,0-4 2,0-4 1,-8-18 0,-8 5-1,-5-11-197,-6-9 1,-1-2-1,2-7 1,-4 3-613,-1-3 0,-6-4 0,7-4 1,-1-5 294,5-2 0,4-2 0,5-9 210,4-4 0,-5 4 0,7-6 0</inkml:trace>
  <inkml:trace contextRef="#ctx0" brushRef="#br0" timeOffset="248">1019 349 7786,'-15'39'0,"-3"1"561,3-1 1,-2 0 0,10-2 0,3-2 16,2-3 1,2-8 0,2 0 0,4-6-405,8-5 0,5-9 1,5 1-1,4-10-141,3-8 1,-5-13 0,4-7-1,-1-6-439,-5-7 0,-2 3 0,-5-9 0,-4-3 253,-6-1 0,-5 10 0,-2 4 0,0 3 33,0 4 0,-9 3 0,-4 1 1,-4 9-178,-3 7 0,0 11 0,1-3-1794,-1 5 2091,9 2 0,-6 9 0,6 2 0</inkml:trace>
  <inkml:trace contextRef="#ctx0" brushRef="#br0" timeOffset="549">1392 55 7786,'-14'33'312,"4"-3"0,1 1-270,4-1 0,3 3 0,2 6 1,2 3 649,5 3 1,6-8 0,11 5 0,4-3-610,3-4 1,-1-9 0,5 0 0,-2-4-274,2-3 0,-5-8 0,1-4 0,-3-7-24,-4-7 0,-2-10 1,-5-12-1,-4-3 30,-6-10 1,-3 1 0,0-9 0,3 0 62,-3 0 0,-2 4 0,-2-2 0,0 5 298,0 6 1,-2 10-1,-2 1 379,-3 5 1,1 12 0,8 11-438,5 15 0,-3 12 1,9 12-1,2 3-51,3 1 1,1 8 0,1-8-69,-1-1 0,10 15 0,1 2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7:38.9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0 237 7913,'0'11'144,"0"0"1,0 0-1,0 2 1,0 3 133,0 6 0,0 6 0,2 7 1,0 3-202,2 7 1,0 1 0,-3 4 0,1-2 211,2-5-289,0-10 0,-4 4 0,0-8 0</inkml:trace>
  <inkml:trace contextRef="#ctx0" brushRef="#br0" timeOffset="149">79 46 7913,'-11'-11'200,"0"-1"0,-1 2 319,1 3-903,5 2 0,1 6 1,6 2-1,3 3-999,3 4 1383,-2-1 0,10 12 0,-2-4 0</inkml:trace>
  <inkml:trace contextRef="#ctx0" brushRef="#br0" timeOffset="534">539 68 7913,'-5'-16'555,"-2"7"1,-7-2-1,-2 1 67,-2 0 1,3 4 0,-2 2 0,1 3-61,2 1 1,-2 5 0,2 4 0,3 4-227,2 6 1,3 4 0,-2 1-1,3 4-300,0 1 0,4 0 0,-3 5 1,3 1-297,1 2 1,0 0 0,0 3 0,1-1 299,3 1 0,-3-3 1,4 0-2996,0-2 1,-3-4 2954,1-5 0,-1 0 0,-2-8 0</inkml:trace>
  <inkml:trace contextRef="#ctx0" brushRef="#br0" timeOffset="683">247 439 8064,'-10'-8'759,"3"1"0,-2 3 0,4-4-254,-1 0 0,3 1 0,1 1-270,4 1 1,10-2 0,6 2 0,4 0-717,0 0 0,5-3 1,3 5-1,3-1-1181,0-1 0,2 4 1662,3-3 0,-3-2 0,3-1 0</inkml:trace>
  <inkml:trace contextRef="#ctx0" brushRef="#br0" timeOffset="1183">898 192 7913,'-5'-8'622,"-2"2"-100,-3 1 1,2 1 0,1 4 69,-2 0 0,4 2 0,1 1-354,3 5 0,1 3 0,0 3 1,1 1-218,3-2 1,4 1-1,5 0 1,2 1 1,-1-2 0,3-4 0,2-3 25,2-1 0,2-1 1,1-4-1,-1-1 1,2-3-385,0-3 1,-4-8-1,5-4 1,-2-2-87,-1-2 0,-5 5 0,0 0 1,-2 2 330,-2 2 1,-6 7 0,0 4 0,1 6 365,1 4 1,-4 9 0,-1 7 0,-1 6 304,-1 3 0,1 3 0,-4 2 1,0 5-96,0 1 0,0 3 0,-1 0 1,-3 1-3,-3-4 1,-5-5 0,-1-2-384,-2-5 1,-5-2 0,1-8 0,-2-6 0,-2-3-270,1-3 0,-2-5 0,1-2 0,-2-4-640,0-6 0,8-3 0,-1-3 0,4-1-532,3 2 0,5-4 0,3 1 0,6-1 1341,4-3 0,8 4 0,7-11 0,7 4 0</inkml:trace>
  <inkml:trace contextRef="#ctx0" brushRef="#br0" timeOffset="1432">1482 315 7913,'-5'19'293,"-1"0"1,-2 1 826,1 1 0,-1 6 1,-2 3-1,3 4-473,3 3 1,3-2 0,1 1 0,1-5-554,3-4 0,7-9 0,6-4 0,2-5-293,0-6 0,-2-10 0,3-5 0,-2-6-74,-2-6 1,-1-1 0,-5-7 0,-1-4-39,-2-3 1,-4 6 0,-1-2-1,-4 1 252,-6 3 0,-2 3 0,-1 1 0,0 2-154,-1 4 1,0 6 0,-2 0-1,-1 4-1042,2 3 0,0 3-131,2 5 0,5 5 1386,2 3 0,8 2 0,2 1 0</inkml:trace>
  <inkml:trace contextRef="#ctx0" brushRef="#br0" timeOffset="1749">1729 259 7913,'-8'0'0,"1"1"286,-2 3 0,-1-1 0,-1 4 1070,0 2 1,4-3 0,4 1-1,1 2-1089,2 1 0,0 1 0,2 1 0,1-1-231,5 0 0,2 0 1,1-1-1,0-2-228,1-5 0,2-1 0,1-2 0,-1-2-94,-1-1 0,2-4 1,0-5-1,-2-3-149,0-4 0,-6 2 0,1-2 492,0-1 0,2 0 0,2 2 0,-1 3 164,0 2 1,0 7 0,1 3-77,-1 6 0,-1 7 0,0 7 0,0 3 1,2 4-353,1 0 1,-1 1-1,-1 0-605,1 1 0,-2-1 1,-2-7-1,0-3 812,0-2 0,2-2 0,2 0 0</inkml:trace>
  <inkml:trace contextRef="#ctx0" brushRef="#br0" timeOffset="2233">2615 136 7913,'0'-12'871,"0"4"1,0 4-293,0 8 0,0 9 1,0 6-1,0 4-311,0 3 1,-5 4 0,-1 6-178,0 1 0,-3 6 0,4-2 1,-1 1-1,-2 1-550,2-2 0,1-9 1,5-1-1,0-6-3499,0-7 3958,5-10 0,6-3 0,7-5 0</inkml:trace>
  <inkml:trace contextRef="#ctx0" brushRef="#br0" timeOffset="2448">2795 259 7831,'-21'5'41,"6"-2"0,-8 4 0,2 3 360,0 4 1,3-4 0,4 3 0,1 2 45,2 2 0,1-2 0,2 2 0,5 0 33,1 1 1,4-7 0,1 3-1,6 0-473,5-2 1,0-3 0,4-3 0,2 0-203,1 0 1,2-3 0,-2 1 0,-1-3 68,-1-1 0,-1-5 0,5-3 0,-1-1-1948,1-3 0,-5 0 2074,1-3 0,0-3 0,3-4 0</inkml:trace>
  <inkml:trace contextRef="#ctx0" brushRef="#br0" timeOffset="2749">2986 293 7913,'-5'11'179,"-1"0"1,-1 0 232,4 1 0,-2-1 1,0 1-1,0 2-149,0 1 1,-3 5 0,3-1 0,0 3-98,0 4 0,0-2 0,3 1 0,-2-4 220,1-2 0,2-5-561,1 0 0,1-7 0,3-9 4,4-7 0,2-13 1,1-6-1,0-4 33,0-1 1,1 5-1,-1-5 1,0 1 114,0 4 1,0 4 0,-1 7-1,-1 0 81,-1 4 1,-1 2 180,4 3 0,-4 13 0,-4 10 0,-1 6-268,-2 5 1,-2 3 0,0 3-333,-2-2 0,0 3 1,4-3-1,0 1 0,0-1-306,0-4 0,5-7 0,3-6 667,2-4 0,6-4 0,1-5 0</inkml:trace>
  <inkml:trace contextRef="#ctx0" brushRef="#br0" timeOffset="2981">3221 371 7913,'-11'16'366,"0"2"0,0 3 1,0-1 468,-1-1 0,5 0 1,1 3-1,1 0-413,2 1 1,3-1 0,4-1 0,3-2-340,3-4 1,3-4 0,2-3 0,2-4 10,1-3 1,3-7 0,-4-4 0,1-7-248,-3-4 0,-3 0 0,-2-8 0,-1 1-296,-2-1 1,-4 3 0,1-3 0,-3 2 180,-1 2 0,0 5 0,-1 2 0,-2 2-245,-1 2 0,-3 2 0,2 1-1285,-1-1 1798,3 6 0,-2 1 0,5 5 0</inkml:trace>
  <inkml:trace contextRef="#ctx0" brushRef="#br0" timeOffset="3316">3468 315 7913,'0'16'550,"0"2"1,-1 1 39,-3-1 1,3 1-1,-4 3 1,1 2-103,1 2 0,-1-1 0,4 4 0,1-2-245,3-2 1,-2-1-1,6-4 1,1-3-232,1-2 1,2-10 0,2 3 0,1-7-397,-2-5 1,1-3 0,0-9 0,1-7 170,-1-6 0,-2-4 0,-2-2 1,-1-1-7,-2 0 0,-3 8 0,2-1 59,-1 8 0,-1 1 1,-3 7 545,3 3 0,-3 6 1,3 11-1,-3 10-207,-1 6 0,4 6 0,1 5 0,0 1-117,0 2 1,4-6-1,-2 0 1,3-5-32,1-4 1,4-9 0,0-1 0,0-7-110,1-4 0,-3-7 0,2-6 0,-2-6-274,2-7 1,-6-4 0,1-5 0,-2-1 136,-2-2 0,-4 2 0,2 0 0,-4 5-888,-4 4 1,-3 9 1102,-8-6 0,-8 8 0,-5-1 0</inkml:trace>
  <inkml:trace contextRef="#ctx0" brushRef="#br0" timeOffset="3816">1863 944 7220,'4'-12'0,"0"1"93,-2 0 0,3 0 0,-1 0 1,-1-1 382,-2 1 1,-1 0 0,-1 1-35,-3 2 1,-2 3-1,-6 7 1,0 3-136,-3 6 0,3 6 0,-3 10 1,3 4-19,5 5 0,-2 1 1,5 6-201,2-1 1,1 3 0,1-8-1,0-2 1,1-2 19,3-3 1,-2-9 0,6 0 0,-1-4-494,-1-3 0,4-6 257,-2-5 1,-4-1 0,-4-2-115,-7 0 1,-4-4 0,-3 0 21,-1 2 1,0-1 0,4 1 0,0-2 0,0 0-711,0-1 1,4 3 0,4-6-1,1 0 929,2-2 0,5-2 0,2-4 0,4-1 0</inkml:trace>
  <inkml:trace contextRef="#ctx0" brushRef="#br0" timeOffset="3992">2032 977 7913,'11'12'-91,"-1"-1"1,-3 0 420,-3 0 1,-3 5-1,-1 4 1,0 5 270,0 5 1,0 4 0,0 2-1,0 3-377,0 1 0,0-7 0,0 2 0,-1-2-146,-3-6 0,3-2 1,-3-4-1,3-2-1589,1-4 1,0-6 440,0-2 0,-1-6 0,-2-1 1070,0-6 0,-6-9 0,3-2 0</inkml:trace>
  <inkml:trace contextRef="#ctx0" brushRef="#br0" timeOffset="4164">2077 1045 7913,'6'-23'141,"5"1"1,-3 4-1,3 3 1,-1 4 606,0 4 0,1 2-439,0 5 1,-3 3-1,-2 2 1,-1 2-100,-3 1 0,-2 4 0,-2 1 0,-3 3-85,-1 2 1,-1-1-1,-1 3 1,0-1-429,0 1 0,1-3 0,1 1 0,0-1-1104,0 1 0,3-3 1,-1 2 1406,3-1 0,-4-1 0,-1-3 0</inkml:trace>
  <inkml:trace contextRef="#ctx0" brushRef="#br0" timeOffset="4499">2391 966 8011,'-11'0'166,"-1"0"0,0 0-1,-2 0 1,-1 1 504,2 3 1,0-1 0,2 4-304,0 2 0,4 2 1,4 3-1,1 1-588,2-2 1,2 4 0,3-2-1,6-2 110,6 0 1,1-3-1,1-3 1,0-3-68,3-3 1,0-1 0,-1-1-1,-2-3-113,-4-3 1,-1-3-1,-2-1 1,1-1 477,-3 1 0,-5 0 0,1 0 979,-1-1-829,-1 1 0,-6 6-443,-1 5 1,1 5 0,-1 8 0,1 0 0,2 4-368,0 0 1,0-2-1,0 2 1,2 0-160,1-4 0,4 0 0,4-3 0,0-3 632,0-3 0,0-3 0,6-6 0,0-1 0</inkml:trace>
  <inkml:trace contextRef="#ctx0" brushRef="#br0" timeOffset="4660">2705 921 9381,'-11'-6'697,"0"2"1,-1 8 0,3 3 0,0 3-444,1 2 1,6 0 0,-3 3 0,1 4-242,0 2 1,1 1 0,3 1 0,0-1-737,0 1 1,1-1 0,1-1 0,3-1-600,2-1 1,0-8 1321,4 4 0,0-5 0,1 6 0</inkml:trace>
  <inkml:trace contextRef="#ctx0" brushRef="#br0" timeOffset="4898">2851 1090 8088,'11'1'534,"1"3"0,-1-3 1,0 3-83,0-3 1,0-2-1,1-3 1,-1-4-171,0-2 0,-3-2 0,-2-2 1,-1-1-82,-3 1 1,3-2-1,-1 1 1,-3 2-157,-3 0 0,-4 6 1,-7 0-1,-1 2-23,-1 3 0,-5 1 0,3 2 0,-1 4-67,4 6 0,-3 2 1,4 4 71,3-1 0,-4 3 0,5-3 1,2 2-1,0 2-394,5 1 1,1-3 0,1 0 0,1-2-577,3-2 0,3-2 0,8-2 0,4-1-1256,2-1 2199,2-6 0,-1 3 0,0-5 0</inkml:trace>
  <inkml:trace contextRef="#ctx0" brushRef="#br0" timeOffset="5047">3098 1112 7913,'-11'5'1771,"-2"2"-1241,-2 3 0,7 5 0,-4 2 1,1 1-67,-3 6 0,2 0 0,-3 6 0,4 0-462,3-2 1,-2 5 0,4-6 0,0 1-659,2-2 0,3-10 0,1 3 0,1-6-2808,3-1 3464,-3-6 0,14 4 0,-2-4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7:45.3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1179 22 7913,'-7'0'803,"-1"0"-347,0 0 0,-2 0 0,0 1-182,2 3 0,-1-2 0,6 6-274,0 0 1,2 2-1,1 1 1,0 1 148,0-1 1,5 0-1,2-1 1,3-1-132,2-2 1,0-4-1,2 1 1,2-4-729,2-4 0,-4-2 1,4-7-1,-2-1 539,-2-1 0,0-3 0,-1 3 1,2 1 169,-1 2 1,-2 5 0,0 4 0,-1 1 85,0 2 0,-3 5 0,-2 4 0,0 6 140,0 7 0,-3 5 0,1 4 0,-3 0 254,-1 4 1,-1-1 0,-3 3 0,-4-2 69,-2-1 0,-2-5 1,-2 0-1,-2-1-316,-2-3 0,1-2 0,-3-2 0,1-2-174,-1-4 1,4-7-1,1-5 1,3-1-627,1-2 0,1-7 0,2-3 1,4-5-449,3-2 0,2-2 0,3-3 0,4-1-82,2 1 0,6-1 1097,2 1 0,4 0 0,0-1 0</inkml:trace>
  <inkml:trace contextRef="#ctx0" brushRef="#br0" timeOffset="265">1527 100 7913,'-5'6'873,"3"1"0,-6-4 0,0 5-424,-2 2 1,2 2 0,1 3-1,-1 4-63,2 2 0,-3 2 0,5-1 0,2-1-334,1-2 1,2-2-1,3-4 1,3-1-132,3-2 0,1-6 1,1-3-1,0-6-102,3-6 0,-3-9 0,3-1 0,-3-7-40,-5-4 0,2 5 1,-4-6-1,0 3 99,0 2 1,-1 6 0,-4 1 0,0 2-112,0 2 0,-2 7 0,-1 0-70,-5 4 0,3 3-445,1 7 1,3 2 0,2 4-1211,3-2 1958,2 2 0,11-9 0,0 4 0</inkml:trace>
  <inkml:trace contextRef="#ctx0" brushRef="#br0" timeOffset="516">1696 10 7913,'0'12'435,"0"-1"0,0 0 27,0 0 1,0 0 0,-2 1 0,0 0-10,-2 3 1,0-1 0,4 3 0,0 1-257,0-1 0,0 1 0,0 0 0,0-1-310,0-1 0,4-4 0,1 2 0,1-5-141,3-6 0,1-1 0,1-5 0,2-4-1,2-8 0,-3-10 1,3-5-1,-2-3 62,-2 0 1,-4 4 0,1 3 0,1 2 156,0 2 1,-1 8-1,-1 4 302,2 4 0,-3 3 1,1 7-298,-2 4 1,2 7-1,-2 3 1,0 3-1,1 2-643,1-1 0,-5 1 0,2-2 0,-3-1 674,-1-1 0,-5 4 0,-1 6 0</inkml:trace>
  <inkml:trace contextRef="#ctx0" brushRef="#br0" timeOffset="932">158 931 7913,'-1'-12'191,"-3"1"0,2 4 1,-6-1 69,-1-1 0,-1 4 0,-1 3 0,0 3-124,0 3 1,-1 8 0,1 1 0,0 3 3,0 4 1,0 3 0,1 1 0,1 3-295,1-2 1,6 2 0,-2-1 0,3-1-237,1-1 0,1-5 1,4-1 89,6 2 0,6-5 0,5-2 1,0-6-1,2-3 299,2-5 0,-1-6 0,4-8 0,-2-5 0,-2-4 0,-1-5 0,3-10 0,2-1 0</inkml:trace>
  <inkml:trace contextRef="#ctx0" brushRef="#br0" timeOffset="1198">360 852 7913,'-5'-6'372,"3"1"0,-6 5-158,-1 0 0,1 5 0,-1 2 0,1 3 0,0 3 0,-2 0 0,-2 4 0,3 0 0,1 3 180,4 1 0,3-2 0,1-2 0,0 1-415,0-1 1,5-4-1,4-1 1,4-4-503,6-3 1,-1-1 0,0-6 0,4-3 241,2-6 0,-4-5 1,3-7-1,-3 1 161,-3 0 0,1-1 1,-6 2-1,1 2-130,-3 4 0,-5 3 696,2 0 0,-4 11 1,-1 6-1,-3 8-226,-3 5 1,-3 4-1,2-1 1,0-1-262,0-2 1,1 1-1,4 2 1,0-2-758,0-4 1,1-4 263,3-3 1,2-3-1,5-8 534,1-4 0,-1-1 0,0-8 0</inkml:trace>
  <inkml:trace contextRef="#ctx0" brushRef="#br0" timeOffset="1481">641 908 7913,'0'-6'747,"-2"2"0,0 8 0,-3 3-498,-1 3 1,3 2 0,-2 0 0,1 2-146,1 1 1,-2 5 0,2-3 0,-1 2 61,2 0 1,1-6-1,1 2-351,0-2 1,1-7 0,3-2-233,3-3 1,3-10 0,1-3-1,1-4 180,-1-4 0,1-2 1,2 0-1,1 1 139,-1 2 0,-2 3 0,-1 5 1,1 1-44,-1 2 0,-4 3 1,1 6 383,1 3 1,-4 7-1,-2 7 1,-1 1-342,-2-1 1,0 1 0,0 2 0,0-1-872,0-1 1,1-5 968,3 0 0,2-1 0,5-2 0</inkml:trace>
  <inkml:trace contextRef="#ctx0" brushRef="#br0" timeOffset="1899">1123 684 9114,'4'7'365,"0"1"0,-2 2-13,-1 3 1,-1 5 0,0 6 0,0 2-215,0 4 0,0 2 0,0 2 0,0-1-155,0 1 0,0-4 0,0-1 0,0-2-194,0-2 1,0-6-263,0-4 0,2-10 265,1-9 1,0-4-1,4-9 1,1 0 13,-2-1 1,4 3-1,-2-2 1,3 0 96,4 4 0,-3 2 1,3 3-1,-2 4 164,-2 3 0,1 1 0,1 1 0,-1 3 204,-2 4 0,-2 5 1,-1 3-1,-3 2 96,-3 2 1,-1 1-1,0 2 37,0-1 1,-5-1 0,-3-1 0,-5-2 0,-2-2-249,1-3 0,-2-4 0,1-3 1,1-1-631,2-2 1,1-3 0,0-3 0,1-2 6,2-1 0,3-3 0,5-4 0,1-3-565,3-2 0,2-1 0,6-2 1032,-1 3 0,5-9 0,1 4 0</inkml:trace>
  <inkml:trace contextRef="#ctx0" brushRef="#br0" timeOffset="2382">1404 919 7913,'7'0'0,"1"0"0,0 0 234,2 0 0,-2 2 1,-2 1 314,-1 5 1,0 3 0,-2 4-1,0 3-226,0-1 1,-2 5-1,-1-2 1,0 4-173,0 1 1,-4-4-1,-1 5 1,0-2 9,0-1 0,-2-6 0,3-2 0,0-4-689,-1-3 431,4-3 1,-4-14 0,5-4 0,0-4-88,0-7 0,1 1 0,2-6 1,2 0-68,1 1 0,2 1 1,3 0-1,0 2-126,0 4 1,1 2-1,-1 0 1,0 4-585,0 3 1,-2 2 0,1 2 960,2 5 0,2 1 0,-3 4 0,1 1 0,-5 4 0,-1 4 0,-1 0 0,-2 0 0,-2-3 0,-1-1 0,0 2 279,0 1 1,0 3 0,0 0 89,0 2 0,-1 0 1,-2-4-1,0 1 1,0 0 156,2 3 1,1-2 0,0 1-386,0-1 0,0-2 0,1-1 0,3-2-6,3-5 1,3-1 0,1-4-484,1-1 0,3-5 0,0-7 0,-2-4 0,0-2 150,-2-1 1,0-1 0,-1 2 0,-1 2 305,-2 5 0,-3 5 22,4 1 0,-6 7 0,3 1-15,0 6 0,-4 6 1,3 1-1,-3 3 1,-1 1-136,0-1 0,2 0 0,0-2-1207,2 1 1,3-4 0,-2-5 1226,2-1 0,-4-5 0,5-4 0,-1-9 0,4 0 0</inkml:trace>
  <inkml:trace contextRef="#ctx0" brushRef="#br0" timeOffset="2799">1909 785 7913,'1'-12'-180,"2"1"512,0 0 0,1 7 0,-4 8 0,0 10 0,0 6 289,0 2 0,0 6 1,0 0-1,0 3-696,0 3 0,0-6 0,0 5 0,1 0-335,3-1 0,-3-6 0,3-2 0,-1-2-1127,0-2 1,-1-5 1536,1 0 0,-2-8 0,-1-7 0,0-7 0,-1-4 0,-1-3 0,-2-1 0,2 2 0,0 0 0,2 2 0,0 0-59,0 0 1,0 3-1,0 1 1,0-2 248,0-1 1,2 2 0,1 1 220,5-2 1,0 3-1,1 0 1,-1-1-146,0 1 1,2 2 0,0-3 0,-1-2-183,-1-1 0,-1 3 0,3-1 15,-2 0 1,-3-2 0,-4-2 0,1 1-270,2 0 1,-5 1 0,-7 2 102,-2 5 0,3 1 1,-1 4 228,0 1 0,1 9 1,1 6-1,1 4 1,3 0 193,0 1 1,2-1-1,0 0 1,0 1-180,0-1 1,2-3-1,1-3 1,5-1-1170,2-1 1,5-8-1,0 4-94,-2-4 0,5-2 0,-1-5 1086,1-3 0,3-7 0,-3-7 0</inkml:trace>
  <inkml:trace contextRef="#ctx0" brushRef="#br0" timeOffset="3481">2515 796 7831,'0'-11'10,"4"3"0,-1 1 343,0-2 0,-2 3 1,-2 0 187,-3 1 0,2 1 0,-6 4-80,-1 0 0,1 5 0,-1 4 0,1 4-239,0 6 0,1 3 0,1 3 0,1 3 34,3 0 0,1 2 0,1 4-621,0 0 0,0-2 0,0-2 0,1-4 0,1-2-740,2-2 0,3-8-678,-3-3 0,0-8 1761,-4-3 0,-5-9 0,-2-6 0,-5 0 1,-1 0 113,-2 0 0,0 0 0,3 4 0,1 1 696,0 3 0,0-2 1,1 4 1323,2-1-1945,3 3 1,7-2 0,1 5 0,6 0-314,5 0 1,-1 0 0,6 1 0,1 2-350,1 1 1,5-1-1,1-3 1,-2-1-148,-2-3 0,-4 3 1,-2-3 316,0 3 0,-2-3 0,-4 1 613,0 0 1,-6-2-1,-5 1 200,-6 2 0,0 1 0,-1 2 0,1 1 101,0 2 0,3 5 0,0-2-320,1 3 1,2 2-1,2-1 1,1 0-297,5 0 1,2-3 0,1-1-246,0 2 1,1-4 0,-1-1-1,0-3 16,0-1 274,-5 0 0,-1-5 0,-5-3 0,-1-1-329,-3-3 1,-2 1 0,-5 0 81,0 0 1,3 1-1,2 1-449,1 1 0,1 5 70,4-5 1,0 4 0,2-2 607,1 1 0,4 2 0,4 3 0</inkml:trace>
  <inkml:trace contextRef="#ctx0" brushRef="#br0" timeOffset="4196">2751 987 7913,'6'11'413,"-1"-4"1,-5 1 0,1-1-1,2 1 1,0-1 0,0 2-1,-2 1 238,-1 1 1,-1-2-1,-2 1-390,0 2 0,-6 2-376,1-3 1,2-1-69,-1-2 1,3-3 0,-2-6-36,1-3 1,1-2 0,4-7 1,0-2 1,4 3 0,1-3 0,0 2-311,0 2 0,3 0 0,0 0-144,2-1 0,1 1 0,0 0 0,0 0 670,1 0 0,-1 3 0,1 1 0,2-2 0,1-1 0,1 2 0,-2 2 0,1 0 0,-1 0 0,-2 3 0,-1-2-237,1 0 845,-6 4 1,-2-3 241,-8 8 1,-2-2 0,-6 5-252,1-2 0,4 3 0,0 0 0,1 2-257,0 1 0,2 0 0,-2 2 0,0 0-316,-1 2 1,5 0-1,-2-3 1,3-1-579,1 0 0,0 0 1,0 1-347,0-1 1,5-1 0,2-3 0,3-3 283,2-3 1,-1-1-1,0 0 1,0 0 560,1 0 1,0 0-1,1-1 1,-1-2 236,-2 0 1,-1-2 0,2 1 480,0-4 1,-3 4 0,-1-1 90,2 0 0,1 2 1,1-3-324,0 1 0,-3-4 0,-1 2-378,2-3 1,-4-2-1,-1 1 61,-3 0 1,-1 0 0,0 0 0,0-1-285,0 1 1,-5 1 0,-3 3-1,-2 3 351,-1 3 0,4 1 0,-1 0 0,0 0 38,-2 0 1,0 6 0,1 4 0,3 4-219,1-1 1,-3 1 0,4 0 0,2 1-642,1-2 1,1 1 0,1-1 0,3-1-343,3-2 0,3-1 0,3 1 0,0-2 980,2 0 0,5-6 0,-1 2 0,2-4-222,2-4 0,-1-1 0,-1-3 0,-2 1 464,-4 2 0,-4-3 6104,-3 0-6031,-3 3 0,-5 2-2067,0 6 1752,0 4 0,0 4 0,0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8:35.0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270 231 7711,'1'-8'-846,"2"1"0,-1-1 711,1-3 0,-1 4 128,-2-1 0,1 1 7,3-5 0,-3 5 0,3-1 1,-3 1 8,-1-4 0,0 0-9,0-1 1,0 5-1,0-1 1,0 0 0,0-2 0,0 2 0,0 1-1,0-2 0,0 3 1,0-2 470,0 0 0,0 1 0,0 0 1326,0-2-1496,0 4 1,0 5-1,1 9 1,2 5-125,0 4 0,5 5 0,-3 3 0,0 4-425,0 2 0,2 3 1,-2 0-592,2-1 1,-1 6 0,3-8 838,-2-1 0,-4 3 0,2-5 0</inkml:trace>
  <inkml:trace contextRef="#ctx0" brushRef="#br0" timeOffset="450">67 433 7832,'0'7'533,"0"1"0,0 0-339,0 2 0,0 3 0,2 1 0,1 2 128,5 1 1,3 6 0,3 4 0,2 2-161,2 2 1,2-4-1,4-2-37,3-5 1,3-1-1,-4-8 1,-1-4 0,0-6-231,1-5 0,-1-8 0,3-11 1,1-6-108,0-3 1,-4-3 0,0-1 0,-3-1 32,1 0 0,-8 2 1,3 4-1,-5 5-2565,-6 7 2744,-2 11 0,-10 3 0,-1 5 0</inkml:trace>
  <inkml:trace contextRef="#ctx0" brushRef="#br0" timeOffset="766">0 1084 7755,'0'-8'295,"0"1"1,1 4-74,3 0 1,-1 10 0,3 7 0,0 4-224,0 6 1,1 7-1,1 2 1,0 4-806,1 3 0,-3-3 0,0 3 117,-1-1 689,-1-7 0,-4-4 0,0-6 0</inkml:trace>
  <inkml:trace contextRef="#ctx0" brushRef="#br0" timeOffset="950">90 1028 8142,'-1'-10'0,"-3"1"203,-4 1 1,2 6-1,0-3 1,0 1 284,0 0-696,3 1 1,-2 8 0,6 1 0,4 1-383,7 1 0,4-1 0,6 5 1,1-2 589,-1-3 0,10 3 0,3-4 0</inkml:trace>
  <inkml:trace contextRef="#ctx0" brushRef="#br0" timeOffset="1123">438 938 7860,'-19'1'219,"0"3"1,4 2 0,-2 5 0,1 0 199,2 1 0,2 4 0,2 1 0,1 3-191,1 3 0,6-2 0,-2 9 0,3 2-423,1 4 1,1-4-1,3 1 1,2 0-480,0-1 0,4-2 1,-3-2-1,0-2-1039,1-1 1713,-1-9 0,4 5 0,1-10 0</inkml:trace>
  <inkml:trace contextRef="#ctx0" brushRef="#br0" timeOffset="1287">292 1218 7755,'-11'0'176,"4"0"1,4 0 0,6 0 0,5 0-400,2 0 1,6-5 0,2-1 0,2-1-519,2-1 0,-2 1 741,6-4 0,3-6 0,0 0 0</inkml:trace>
  <inkml:trace contextRef="#ctx0" brushRef="#br0" timeOffset="1582">887 994 7749,'-13'-8'36,"0"2"0,-4 0 173,0 0 1,-2 3 0,-2 0 0,1 1 280,1 2 0,6 2 0,-2 1 0,3 5-334,5 2 0,2 1 0,6 1 0,3 3-298,3 4 1,5-1 0,3-1 0,3 0-29,4 1 0,0-3 0,-1 4 1,-1-1 46,-1 0 0,-5 3 0,1-2 17,-3 2 0,-2 0 1,-3-1-1,-3-1 0,-3 1 161,-1 1 0,-5-2 1,-3-2-78,-6-1 0,0-2 0,-4-5 0,-1-2 0,0 1-312,0-2 1,6-1 0,-2-5 0,2-1-87,2-3 0,5-2 0,2-6 1,3 1 419,1 0 0,5-5 0,1-2 0,5-4 0</inkml:trace>
  <inkml:trace contextRef="#ctx0" brushRef="#br0" timeOffset="1769">988 1084 7749,'4'11'399,"-1"0"0,1 2 0,-4 0 1,0 4-103,0 0 1,0 2 0,0 4 0,0 4-155,0 3 1,0-1 0,0 3 0,0 0-496,0-1 0,0-5 1,0 1-1,0-4-733,0 0 1,0-10 396,0-1 0,-1-10 688,-3-2 0,-2-10 0,-5-7 0</inkml:trace>
  <inkml:trace contextRef="#ctx0" brushRef="#br0" timeOffset="1951">943 1196 7749,'-4'-22'6,"0"-1"1,2 1 0,1 0-1,1 2 1,0 2 289,0-2 0,5 2 0,1 1 1,1 1 19,1 2 0,3 3 1,4 3-1,0 3-128,1 0 1,-3 4 0,2-1-1,-3 3-121,-1 3 0,-3 8 1,-2-1-1,-1 3-355,-2 2 0,-2 2 0,-1 4 0,0 2-148,0 2 0,0-2 0,0 1 1,0-4-20,0-3 1,-1-4-1,-2 1 1,-1-2 454,2-2 0,1 0 0,1 0 0</inkml:trace>
  <inkml:trace contextRef="#ctx0" brushRef="#br0" timeOffset="2433">1246 994 7749,'-1'-6'0,"-2"1"404,-1 0 1,-4 3 0,0 0 58,-2 4 1,-1 2-1,1 6 1,1 3-173,2-1 0,3 6 0,-2 0 0,1 2-24,2-1 1,2 2 0,1-3 0,0 0-573,0 1 1,5-7-1,3 1 1,2-6-64,1-2 1,1-1-1,2-5 1,1-4 166,-1-6 0,-1-2 1,0-4-1,-1-1 130,-2 1 1,-1-2-1,1-2 1,-1 2 340,-2 4 1,-4 3 0,2 2 135,0 2 0,-4 5 1,3 6-450,-3 5 1,-1 3 0,0 3-1,0 2-213,0 1 1,0 1 0,0 1-213,0-4 1,1 0 0,3-3 0,3-2-1,3-1 4,2-3 1,-1-1-1,0-5 1,2-1 463,1-3 0,-1-4 0,2-6 0,-3-5 0,3-2 0,0-3 0,-2 0 0,-3 1 74,-3 1 0,-3 6 0,2-1 492,-1 0 1,-6 4 31,-7 5 0,-2 5 1,-1 6-1,1 5 1,2 2-196,0 1 0,2 4 0,-3 1 0,3 2-267,1 2 1,0 1-1,2 0 1,0-1-583,0-1 0,2-2 0,1 2 0,1-3-889,3 0 1,-2-7 0,6 1 1334,1-4 0,1-2 0,1-4 0,0 0 0</inkml:trace>
  <inkml:trace contextRef="#ctx0" brushRef="#br0" timeOffset="2670">1650 1129 7749,'11'0'39,"0"0"154,1 0 0,-1 0 1,-1-2-1,-1 0-14,-2-2 0,-1-5 0,3 2 1,-3-3 15,-1-1 1,-1 3 0,-4 1-1,0-2-204,0-1 0,-1-1 0,-3 1-70,-4 2 1,-1 0-1,-3 4 1,0 1 180,-3 2 0,2 2 0,-2 3 1,3 5 147,1 5 1,3-2 0,2 4 0,0 0 10,0 3 1,3 2-1,-1 2 1,4 1-200,4 2 0,4-6 0,5 1 0,3-2-721,2-2 1,1-7 0,3 0 0,2-5-496,2-6 1,-5-9 1153,5-9 0,-4-2 0,5-2 0</inkml:trace>
  <inkml:trace contextRef="#ctx0" brushRef="#br0" timeOffset="3350">2346 1117 6674,'-1'-6'148,"-2"1"1,-1 0 189,2-2 0,-3 0 0,0 0 0,-1-2-83,-3-1 1,-1 3 0,-1-1-27,-1 0 1,1 3 0,0 1 0,1 4 0,1 5 15,2 6 0,4 5 0,0 8 0,1 2-305,2 4 1,9 0 0,2 1 0,3 2-39,2-2 1,-2-5-1,5 0 1,1-2-46,1-2 1,-4-4 0,-2-3-113,-2-3 0,-3-1 0,-3 1 0,-4-1 201,-6 0 1,-4-3 0,-7-2-1,-2-1 54,-2-3 1,0 0-1,-5-2 1,1 0 26,-1 0 1,1-4-1,1-1-483,2-1 1,3 2-1,4-4 72,1 0 1,1-2 0,3-2-1,4 0 384,6-3 0,3-2 0,5-6 0</inkml:trace>
  <inkml:trace contextRef="#ctx0" brushRef="#br0" timeOffset="4132">2413 1106 7740,'5'6'678,"-4"4"0,3-2-423,-3 2 0,-1 6 0,0 3 0,0 2 51,0 1 1,0 5 0,0 0 0,0 2-266,0 2 1,0-4 0,0-1-1,0-3-29,0-4 1,0-3 0,2-6-91,1-3 0,0-3 0,3-9 0,0-6-126,1-7 0,-4-8 1,5-4-1,0-3-88,2-5 1,-2 6 0,-1-3 0,2 1 57,1 3 1,1 5-1,1 1 166,-1 5 1,-4 9 0,1 8 96,0 6 1,-1 4 0,-1 8 0,-1 5 230,-3 5 1,1 4 0,-1 3 0,2-1-18,-1-1 1,-2-4 0,0 3 0,2-1-61,0-4 0,1-4 1,-3-2-137,3-2 0,-1-6 0,3-7 8,-1-6 0,0-8 1,-3-8-193,2-2 1,4-3 0,-3-2-1,1-4 1,2-2 57,2-2 0,-2 5 0,-1 3 1,1 3 67,-2 0 1,4 9 13,-2 3 1,-2 9 0,0 3 0,-1 9-34,-2 7 0,2 5 0,-2 0-196,0 0 0,-1 5 1,1-1-1,2-1 1,0-2-321,0 0 0,3-4 0,0-3 287,2-4 1,1 1 0,0-10 0,1-1 0,-1-6 258,0-7 0,0-5 0,0-8 0,1-1 0,-1-1 0,-4-5 0,0 2 0,-2 0 20,-3 3 1,-1 2 0,-1 3 0,-1 2 340,-3 4 0,-2 4 0,-5 4 1,0 3 34,-1 3 1,1 1 0,0 1-1,0 3 223,0 3 0,3 4 0,2 3 0,1 2-345,2 2 1,2 1-1,1 2 1,0-1-260,0-2 1,4-4-1,1 1 0,2-2-167,6-2 1,-2-5-1,5-2 1,-1-3-54,0-1 0,5-6 0,-2-6 1,0-6-187,1-7 0,-4-4 0,2-3 0,0 1 378,-4 1 0,0 6 0,-3 0 0,-1 6 607,-2 1-407,-4 7 1,1 10 0,-4 9 0,0 4 0,0 4-149,0 4 0,0-1 0,0 6-194,0-2 0,0 2 0,0 0 0,0-1-604,0-1 0,2-6 0,0-2 0,3-3-1119,1-1 1878,2-4 0,3-13 0,0-1 0</inkml:trace>
  <inkml:trace contextRef="#ctx0" brushRef="#br0" timeOffset="4383">3221 971 7740,'-5'-11'0,"3"5"1055,-6 2 1,6 4-1,-2 4-679,3 4 1,1 6 0,0 5 0,0 4-450,0 3 0,0 2 1,0 6-1,0 1-229,0 2 0,1-2 0,1 2 0,3-5-205,2-2 1,-1-10 0,3-3-1,-2-7-872,2-6 0,1-5 1379,1-7 0,0-4 0,1-11 0</inkml:trace>
  <inkml:trace contextRef="#ctx0" brushRef="#br0" timeOffset="4578">3333 1028 7740,'0'-12'1555,"0"6"0,0 15 0,0 10-1480,0 3 1,0 2 0,0-2 0,0 2-358,0 2 0,0-1 0,2 4 0,0-2-890,2-2 0,1-1 0,-3-3 0,3-2 1172,2-4 0,0-3 0,4-1 0</inkml:trace>
  <inkml:trace contextRef="#ctx0" brushRef="#br0" timeOffset="4640">3513 1196 8163,'-5'16'697,"2"-3"0,-3 3 0,0 0-540,0 3 1,2 2-1,-3 3 1,-2 2-208,-1 4 0,2 2 0,1 1 0,-2-2-706,-1-1 0,3-5 756,-1 1 0,1-7 0,-4-3 0</inkml:trace>
  <inkml:trace contextRef="#ctx0" brushRef="#br0" timeOffset="5264">2032 1802 7740,'-12'-11'0,"1"0"0,0 1 189,0 2 0,-1-1 0,1 4 0,-1 0 279,-3 0 0,2 2 0,0 5-237,4 6 0,0 0 0,5 11 0,2 1 0,1 2-232,1 5 0,5-2 1,2 3-73,3 0 1,3 2 0,0-4 0,3-1 0,1-2-125,-1 0 1,3-6-1,-4-2 99,-2-2 0,-1-2 0,-5 0 0,-3 0 0,-3 1 230,-1-1 0,-1 0 1,-4 0-1,-5 1-94,-4-1 0,-6-4 1,1 1-1,-2-1-169,-1-1 0,1 3 1,2-4-1,4 0-435,2 0 1,7 0 97,2-1 0,6-3 0,4 3 0,6-4 468,5-4 0,6-2 0,6-5 0</inkml:trace>
  <inkml:trace contextRef="#ctx0" brushRef="#br0" timeOffset="5546">2189 1982 7740,'-13'-2'337,"-1"0"0,-1-2 130,2 2 0,-1 2 1,0 2-1,-1 3-246,2 1 1,0 2 0,2 3-1,1 0-48,3 0 0,2-2 0,5 1 0,0 3-213,0-1 0,5 1 0,2-3 0,4-2-348,4 0 1,-1-4 0,3 2 0,1-1 83,-1-3 0,-2-6 1,3-3-1,-2-4 154,-2-4 1,-1 1 0,0-3 0,-1-1-13,-2 1 0,-5 3 1,1-1 1223,-1 3-920,-1 0 0,-4 7 1,0 5-1,1 7-464,3 3 0,-3 5 0,4 1 0,0 0-200,3 0 0,-2 0 1,2-2 521,0 1 0,2 0 0,2-4 0,-1 0 0</inkml:trace>
  <inkml:trace contextRef="#ctx0" brushRef="#br0" timeOffset="6033">2413 1881 8244,'-6'1'1669,"2"3"-1426,3 3 1,1 8 0,0 4-1,0 3-36,0 4 0,5 4 0,1 6 0,2 2-77,-1-2 0,1-1 1,2-3-1,-2-2-91,0-4 1,-5-7 0,4-4-1,-1-4-329,0-3 0,-3-4 0,2-8 0,-2-5 6,1-5 1,4-4 0,-5-7 0,1-4 93,1-3 0,-2 0 0,3-5 0,0 2 89,0 1 0,-2 5 0,2 0 52,-1 1 0,4 3 0,-3 7 0,2 3 263,-1 2 1,-4 8 0,2 5-69,0 7 0,-4 6 1,4 5-1,-1 0 0,1 5-27,1 1 1,-2-3 0,2 4-1,-1-4 14,-3-2 1,3-8-1,0 3-369,2-1 1,-4-4 51,5-5 1,-6-5-1,3-6 1,-1-5 122,0-4 0,1-3 0,-2-4 95,5 1 0,-2-4 0,2-2 0,0 2 0,2 0 39,2 1 0,0 8 242,3-6 0,-3 9 1,3 3-1,-2 7 0,-3 7-195,-3 4 1,2 8-1,-4 5 1,0 4-366,0 2 1,0 5 0,-2-3-37,0-3 1,1 5 0,-4-8 0,1 2-432,3 0 1,-3-7 0,4-2 711,0-3 0,-4 0 0,4-1 0</inkml:trace>
  <inkml:trace contextRef="#ctx0" brushRef="#br0" timeOffset="6330">2985 1982 10599,'10'-2'291,"-1"-1"0,-1-5-263,0-2 0,1-1 0,0 0 0,-3-1-182,-1 1 1,3-4 0,-5 0-1,0 2 7,-2 0 0,-2 2 1,-3 1-1,-3 2 166,-3 5 1,-2 1 0,1 4 0,0 1 115,0 5 0,3 7 1,1 5-1,-1 4 68,2 2 0,1 5 1,5-2-1,1 0-78,3 1 1,4-1 0,6 0 0,5-6-753,2-3 0,3-10 1,2 0-1,4-5-726,3-6 1,2-5 1352,2-9 0,-2-8 0,4-5 0</inkml:trace>
  <inkml:trace contextRef="#ctx0" brushRef="#br0" timeOffset="6968">3693 1948 7740,'5'-6'-48,"0"-1"1,2 4 101,-3-5 0,-3-2 0,-1-1 0,0 0 280,0 0 1,0-1 0,-1 1-1,-3 0-37,-3 0 0,-2-1 0,0 2 0,0 3 33,-3 3 0,1 3 1,-4 1-1,2 2-36,2 6 1,-4 2-1,1 11 1,3 4-122,2 3 1,6 3 0,-4 5 0,2 3-42,3 0 0,2-6 0,4-1 1,4-2-730,6-1 1,0-5 0,4-3-1,2-8-368,2-4 1,1-6 0,4-1 0,1-6-867,1-7 1831,-2-5 0,6-6 0,2-1 0</inkml:trace>
  <inkml:trace contextRef="#ctx0" brushRef="#br0" timeOffset="7215">3928 1892 7740,'-5'11'444,"-1"0"1,-1 2-221,-1 2 0,4-2 1,-2 6-1,0 1-147,0 1 1,3 2 0,-1-2 0,3-1-228,1-1 0,0-6 0,1 1-694,3-5 1,-1-4 0,4-8 843,2-4 0,6-6 0,2-9 0</inkml:trace>
  <inkml:trace contextRef="#ctx0" brushRef="#br0" timeOffset="7260">3996 1791 7767,'-12'-6'207,"2"1"-140,3 0 1,1 3-1699,2-1 1631,3 6 0,-3 0 0,8 4 0,2-4 0,5 2 0</inkml:trace>
  <inkml:trace contextRef="#ctx0" brushRef="#br0" timeOffset="7596">4097 1780 7740,'0'11'122,"1"1"0,1 2 1,2 2 190,-1 2 1,-2 0-1,-1 5 1,0 0-38,0 4 0,0 1 0,0 6 0,0 0-170,0-1 0,1-3 1,2 0-1,0 0-20,0-1 0,-2-2 1,0-7-1,2-2-1579,1-3 0,-1-9 1002,-3 5 0,0-12 1,0-3-1,-1-6 491,-3-5 0,2-4 0,-4-5 0,-1-4 0,1-1 0,0 3 0,-2-4 0,3-1-7,0-1 1,4 3 0,-3 2 0,3 0 214,1 1 1,0 0 0,0 4 0,1-1 71,3 1 1,2 0 0,7 3 0,1 1 44,1 2 1,1 2 0,-3 7-1,2 3 151,-1 3 0,-1 2 1,-3 3-356,-3 3 0,-2 7 0,-5 2 1,0 2-361,0 1 1,-1 3 0,-3 0-1,-2 1-285,0-1 0,-3-3 1,4-2-1,0-1-277,0-2 1,0-6 800,1-5 0,3-1 0,-4-12 0,5-3 0</inkml:trace>
  <inkml:trace contextRef="#ctx0" brushRef="#br0" timeOffset="8465">4265 1701 6319,'11'0'737,"-5"1"1,-1 2 0,-1 2-188,0 1 0,0 1 0,-4 6 0,0 2-294,0 4 1,0 3 0,0 3 0,1 4-96,3 3 1,-3-5 0,3 7 0,-2-1-203,2-1 0,-3-7 1,3-4-1,-2-2-86,2-2 0,-1-8-279,4-1 0,-1-11 0,2-6 0,-3-4-76,0-6 0,-4-2 0,4-2 0,-1 1 342,-1-1 0,2 1 0,-2 1 1,1 2 242,-2 4 0,1 3 0,-1 0 0,2 1 488,-2 0 1,1 5-131,1 2 1,-3 4 0,4 4-304,0 3 0,-4 7 0,3 1 1,-2 0-275,2 1 1,-3-2-1,4 3 1,-1-1-521,0-2 0,1 0 0,-2 0-97,5 0 1,-3-2 0,0-6 732,0-1 0,1-1 0,4-9 0,-2-3 0,-3-2-196,0-1 0,0 0 0,3 0 0,0-1 665,1 1 1,0 4 0,1-1 0,-1-1-144,-1-1 0,-1-1 0,4 0 0,-1 0-73,-2 0 0,1 2 1,-4-2-189,1-6 1,-4 6 0,2 0 0,-4 1 45,-4 0 1,-2-1 0,-5 1-1,0 1 69,-1 2 1,1 4 0,0-1 0,1 4-60,2 4 0,-1 6 0,2 6 0,1 2-124,2 2 1,-1 5-1,2 1 1,0 0-230,2 1 0,1-2 0,1 4-143,3-2 0,2-4 0,4-6 0,-1-2-262,-2-5 1,1 0 0,3-6-1,0-3 1,0-4 578,1-9 1,-5 0 0,-1-6-1,-1 1 58,-2-1 0,-2 1 0,-1-2 0,0 3-24,0 0 1,0 3 0,0-2 592,0 3 0,-1 2 293,-3 3 0,4 3-580,0 8 0,0 2 0,5 6 0,-1 3-101,0 4 1,3 0 0,-2 2 0,0 3-234,0-1 0,-1 2 0,-4-1 0,0 1-79,0 0 1,0-5-1,0 3-10,0-3 1,0-6 163,0 1 1,0-9-1,-2-6 1,0-7 3,-2-7 1,1-5 0,3-6 70,0-1 1,0-4-1,0 4 1,0 1 0,0 1 27,0 2 0,0-2 0,1 1 1,1-1-254,2 3 1,3 2-1,-2 0 1,2 3-56,1 0 1,1 6-1,0-3-412,-2 3 1,1-2-1,4 5 1,2-2-1,1 0 594,-1 2 0,-2 4 0,-1-1 0,1-2 0,-1 0 0</inkml:trace>
  <inkml:trace contextRef="#ctx0" brushRef="#br0" timeOffset="8736">4927 1679 8921,'-6'5'512,"-3"-3"1,5 6 0,2 0-334,1 2 1,-1 6 0,0 3 0,-2 4-270,2 3 0,0 2 0,4 7 0,0 3-104,2 3 0,1-2 1,-3-3-1,2-4-337,-1-2 0,2-6 1,-2-2-1,0-6-215,-2-3 746,-1-2 0,0-5 0,0-1 0</inkml:trace>
  <inkml:trace contextRef="#ctx0" brushRef="#br0" timeOffset="8940">4871 2015 7740,'6'-11'28,"-1"0"0,-4 1 0,2 1 622,1 2 0,1-1 0,-3-3 0,3 0-27,1-1 0,-2 5 0,4-1 1,0 0-486,2-2 1,-2 4-1,-1 2 1,2 3-342,1 1 1,-3-4-1,1 0 373,1 2 1,-1 2 0,1 2-1,-3 3-170,-1 1 0,4 2 0,-3 3 0</inkml:trace>
  <inkml:trace contextRef="#ctx0" brushRef="#br0" timeOffset="9146">5174 1914 9524,'6'-5'406,"-2"-2"0,-3-3 0,-1-3 0,0 0-489,0-2 0,0-2 0,0 4 0,0-4 81,0 0 0,-1 3 1,-2-1-1,-2 4 297,-1 4 1,-1 2 0,-4 6-51,-1 3 1,1 3 0,1 7-1,3 3 157,3 5 0,-1-3 0,1 9 0,2-2-393,0 0 0,2 4 0,2-2 0,0 0-470,2 3 1,5-6-1,-2-1 1,3-1-332,1-3 1,1-6 0,-1 0-1,0-5 15,0-5 0,2-3 777,2-1 0,-3-5 0,4-1 0</inkml:trace>
  <inkml:trace contextRef="#ctx0" brushRef="#br0" timeOffset="9362">5264 1982 7740,'0'-7'1074,"0"2"0,5 5 0,2 2-1495,3 1 0,5 0 1,0 3-1,0-1 140,1-2 0,-2-2 0,3-1 1,1 0-1853,-1 0 2133,-3 0 0,7-5 0,-3-1 0</inkml:trace>
  <inkml:trace contextRef="#ctx0" brushRef="#br0" timeOffset="9575">5511 1869 7740,'-12'-1'69,"1"-3"1,0 3 0,0-3 0,0 3 469,-1 1 1,0 1 0,-2 3 0,-1 4-102,1 2 0,2 2 0,1 3 0,0 5-310,-1 5 0,1 0 0,1 4 0,1-1-229,2 1 1,4-4 0,0 0 0,1-5-885,2-5 1,0-3 0,2-1 284,1 1 1,4-6 0,4-4 699,0-4 0,0 1 0,1-4 0</inkml:trace>
  <inkml:trace contextRef="#ctx0" brushRef="#br0" timeOffset="9783">5578 1757 8779,'0'8'1334,"0"-1"1,-1 1 0,-2 4-1143,0 3 1,-1-1 0,4 4-1,0 4-123,0 3 0,0 1 1,0 5-1,0 1-1102,0 0 1,0-3 0,0 1 0,0-3-94,0-4 1,-1-8-1,-2-1 1126,-1 0 0,-4-1 0,1-1 0</inkml:trace>
  <inkml:trace contextRef="#ctx0" brushRef="#br0" timeOffset="9998">5466 2038 7740,'0'-7'903,"0"-3"-197,0 3 1,5 1-1,2 0-768,3 1 1,1-3 0,1 3 0,0 0-454,3 0 1,1-4-1,4 3 1,-1-1-5,1-1 1,-3 4-1,1-2 519,-2 1 0,4-4 0,-3 3 0</inkml:trace>
  <inkml:trace contextRef="#ctx0" brushRef="#br0" timeOffset="10252">5802 1937 8047,'-11'0'1329,"0"-5"0,6 3-1893,5-1 0,1 1 1,7 2-1,1 0-553,0 0 0,-1 0 1117,-1 0 0,1 0 0,3 0 0</inkml:trace>
  <inkml:trace contextRef="#ctx0" brushRef="#br0" timeOffset="10483">5769 2094 10893,'1'-6'-487,"3"2"1,2-1 0,5 1 0,0 2-1889,1 0 2375,-1 2 0,5-5 0,2-1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8:48.0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185 68 7407,'-5'-11'357,"-3"-1"1,-2 5-1,-1 1 1,0 1-128,0 2 0,3 2 0,1 1 0,-2 0 23,-1 0 1,2 5 0,2 2-264,1 3 0,1 3 0,4 2 0,0 3 0,2 5-184,1 3 0,4-2 0,4 2 0,0-1 14,0 1 0,1-5 0,-1 3 0,0-2-54,0-2 1,0-3 0,-1 0 0,-2-1 250,-4-2 1,-3-2 0,-1 0 77,0-1 0,-5-4 0,-3 1 0,-3-1 1,-3 0 208,-1-4 0,-4-1 0,1-2 0,-1 0-343,1 0 1,3 0 0,-3 0-787,2 0 252,1 0 0,10-4 0,6 0 0,8 2 573,5 0 0,6 2 0,-3-5 0,6-1 0</inkml:trace>
  <inkml:trace contextRef="#ctx0" brushRef="#br0" timeOffset="297">331 236 7740,'-10'-6'327,"5"0"0,-9 3 0,0-1 18,2 2 1,-1 2 0,2 2 0,0 3-166,0 2 0,-1-4 1,2 5-1,3 1-281,3 1 0,3 1 0,1 0 0,1 0-325,3 0 1,2-3-1,5-1 1,2 1 37,2-2 1,-2 3 0,5-5 0,-1-2 150,1-1 0,-4-2 0,0-3 0,-1-3 152,-2-3 1,-1-1-1,-1-1 1,-3 1 205,-1 0 1,-1-4 0,-3 1 0,2 3 423,0 2 1,1 2-182,-4-4 0,-1 4-200,-3 4 1,3 3-1,-3 3-354,3 5 0,2 2 1,2 1-1,2 0-593,1 1 0,-4-1 783,2 0 0,2 5 0,1 2 0</inkml:trace>
  <inkml:trace contextRef="#ctx0" brushRef="#br0" timeOffset="834">521 124 7740,'0'11'126,"0"4"0,0 0 0,0 0 24,0 1 1,0-2 0,0 5 0,0 1 50,0 1 1,4-3 0,0 1 0,-2 1-104,0 1 1,-2-2 0,1-1-1,1-2-459,2-3 221,0 0 1,-3-8 0,1-5 71,2-6 1,0-9 0,-4-4 0,1-2-106,3-2 1,-3 0 0,3-2 0,-2-1 125,2 1 1,-3 5-1,3 2 1,-3 1 8,-1-1 0,4 5 0,0-2 19,-2 2 1,3 8 174,-1 5 0,1 9 1,-2 7-1,0 2-95,0 1 1,2 3 0,-1 0-1,-2 1-57,-1-1 1,-1-3-1,2-2 1,0 1 10,2-1 1,0-7-1,-4 1-187,0-1 1,3-6 43,1-4 0,0-5 1,-3-7-1,2-3 3,0-4 1,2 0 0,-2-1 0,2-2 75,1-2 0,-2 7 0,3-6 0,2 3 63,1 3 0,-3 1 0,1 4 0,1 2 598,1 3 0,1-1 1,-1 8-453,-3 5 0,-2 4 0,-4 4 0,2 2-279,1 3 1,-1 0-1,-3-1 1,0 1-322,0-1 1,0-3 0,0 1-847,0-3 1286,0-6 0,5-1 0,2-5 0</inkml:trace>
  <inkml:trace contextRef="#ctx0" brushRef="#br0" timeOffset="1097">858 202 7740,'11'0'0,"0"0"0,1 0 0,-1 0 36,0 0 1,0 0-1,1 0 1,-1-1-1,0-1 226,0-2 0,-3-5 1,-2 2-140,-1-3 1,-1 2 0,-4 1-85,0-2 0,-4 3 0,-1 0 0,-3 1 34,-4 2 1,1 2-1,-5 1 1,1 0 61,0 0 0,0 1 0,3 3 0,1 3 45,0 3 0,1 7 0,3 0 0,2 2 18,0-1 1,3 1-1,-1 4 1,3-1-27,3 0 1,0-4 0,4-3 0,2-3-923,1 0 0,5-2 0,1-3 0,2-3 48,2-3 1,1-3 0,1-5-1,1-5 702,-1-4 0,1 2 0,-1-7 0,0 3 0</inkml:trace>
  <inkml:trace contextRef="#ctx0" brushRef="#br0" timeOffset="1321">1228 0 7740,'-3'8'450,"-1"-1"0,-4 1 0,5 3 0,0 0-31,2 1 0,0 0 0,-2 3 0,-1 5-408,2 5 1,1 0 0,1 5 0,1 1-42,3 1 1,-3-2-1,4-2 1,-1-3-535,-1-4 1,1-2 0,-4-1 0,0-3 563,0-2 0,0-7 0,0-1 0</inkml:trace>
  <inkml:trace contextRef="#ctx0" brushRef="#br0" timeOffset="1542">1172 270 7938,'0'-11'491,"1"3"1,2 1 0,1-2-286,-2-1 1,4 2 0,2 1-25,2-2 0,-3-1 0,1 0 1,1 2-289,1 0 1,1 4 0,0-3 0,2-1-738,1 2 0,-1-3 0,2 4 0,-3 0 843,0 0 0,-1 2 0,0-2 0,0-2 0</inkml:trace>
  <inkml:trace contextRef="#ctx0" brushRef="#br0" timeOffset="1761">1464 158 7792,'10'7'299,"-2"1"1,1-6-98,-1 2 0,-2-3 0,2-2-30,0-3 1,-3-2-1,0-7-238,0-2 1,-3 5 0,1-5 83,-1-2 0,-6 6 1,-1 0-1,-1 2 101,-3 3 1,-1-3-1,-1 5 1,-1 2 26,1 0 0,0 2 1,1 2-1,1 1 196,2 5 1,1 3 0,-3 3 0,3 2-149,1 1 0,1 2 0,4 4 0,0-1-291,0 0 1,1 1-1,2-1 1,2 0-608,1-4 0,1-2 0,5-4 272,-1-1 0,0-5 0,0-2 432,0-3 0,1-1 0,-1 0 0</inkml:trace>
  <inkml:trace contextRef="#ctx0" brushRef="#br0" timeOffset="1986">1565 169 7740,'0'7'720,"0"1"1,0-5-1,1 4-568,3-2 0,-1 0 0,4-3 0,2 2-338,1-2 0,1 0 0,0-2 0,0 0-72,1 0 0,3 0 0,1 0 0,0 0 258,0 0 0,-1-5 0,-4-2 0</inkml:trace>
  <inkml:trace contextRef="#ctx0" brushRef="#br0" timeOffset="2220">1756 90 7914,'-5'8'0,"-3"-1"350,-2 2 0,-1-3 0,0 2 0,0 0-111,0 2 1,-1 7 0,1 0 0,0 2 71,0-1 1,3 1 0,2 4 0,0-1-356,-1 0 0,5-3 0,-2-1 0,3-2-723,1-2 1,1-3 0,3-4 0,3-3 109,3-3 0,2-1 0,-1-1 657,0-3 0,5-7 0,2-6 0</inkml:trace>
  <inkml:trace contextRef="#ctx0" brushRef="#br0" timeOffset="2455">1834 79 7740,'0'-6'771,"0"2"0,0 8-70,0 3 0,0 7 1,0 2-1,0 2-832,0 2 1,0 5 0,-1 2-1,-1 3-136,-2 5 1,0-5 0,4 3 0,0 0-347,0-1 0,0-3 1,0-4-1,0-4 15,0-2 0,-4-9 598,1 1 0,-6-2 0,3 2 0</inkml:trace>
  <inkml:trace contextRef="#ctx0" brushRef="#br0" timeOffset="2684">1756 326 7740,'0'-6'904,"0"1"0,5 5 1,2-2-1,3 0-1027,2-2 0,0 0 0,3 4 0,4 0 198,2 0 0,1-3 1,1-1-76,-1 1 0,11 2 0,2 1 0</inkml:trace>
  <inkml:trace contextRef="#ctx0" brushRef="#br0" timeOffset="3333">2519 348 7740,'0'-11'-89,"0"0"1,0 0 127,0-1 0,0 1 0,0 0 172,0 0 0,-4 0 0,-1 1 0,-1 1 97,-3 1 1,-1 5 0,-1-4 0,0 2-59,0 3 0,-1 1 0,1 1 0,0 0-184,0 0 0,3 1 0,1 1 1,-1 3-112,2 2 0,1 0 1,5 6-1,1 0 119,3 2 1,2 4-1,7-3 1,1 0-230,0 1 0,3-1 1,-4-1-1,2 2-224,-1 1 1,-1-1 0,-2-4 0,0 0 434,0 1 0,-5-4 0,-2 5 143,-3-3 0,-2 0 1,-4-1-1,-5-1-21,-3-3 0,-7 0 0,2-5 0,-1 2-282,1-2 0,3 0 0,-3-4 0,2 0-422,2-2 1,6-3-1,1 2-156,2-2 1,3 1-1,6-3 302,3 2 0,7 3 380,1-3 0,5-1 0,-3-3 0</inkml:trace>
  <inkml:trace contextRef="#ctx0" brushRef="#br0" timeOffset="3645">2631 326 8166,'-11'0'0,"0"0"0,0 0 0,-1 0 331,1 0 1,4 0-1,-1 0 1,-1 1-82,-1 3 1,3 2-1,1 5-261,1 1 1,1-1 0,5 0 0,3 0-170,3 0 0,7 1 1,2-2-1,1-2-41,-1 0 1,4-6 0,-3 1 0,2-4 130,0-3 0,-4-5 0,1 2 0,-1-3 221,-1-2 0,-8 5 1,5 0-1,-2-2 423,-3-1 1,-1-1 536,-5-1-121,0 1-1232,0 5 0,0 2 0,0 8-220,0 3 1,5 0 0,1 0 0,2 1-160,-1-2 0,-3 4 0,3-4 0,2 0 641,1-2 0,-4 2 0,4 0 0,-4 6 0</inkml:trace>
  <inkml:trace contextRef="#ctx0" brushRef="#br0" timeOffset="4381">2878 303 9714,'0'12'204,"0"-4"0,0 2 1,0 3-209,0-1 0,0 5 0,0-2 0,1-2-119,3 0 1,-3-2-1,4-1-160,0-3 1,-2-2 175,4-5 1,-3-5 0,2-2 0,1-3 4,-1-1 1,-4-4 0,3-1 0,-1-1 86,0 1 0,1 1 1,-3 4 188,2 0 1,1 3-91,-1 1 1,-2 4 232,6-1 1,-5 8-162,5 4 0,-2 2 0,3 1 0,-3 0-75,-1 0 0,4 1 0,-3-1 0,2 0-45,-1 0 1,-3-3-1,3-2-128,2-1 1,-3-1-1,2-4-84,0 0 0,1-2 0,-1-1 0,-3-5 113,0-2 0,-4-1 1,4 0-1,-1 0 324,-1-1 1,1 5 545,-4-1-628,0 1 1,1 1-327,3 2 1,-3 8 0,3 3-356,-3 3 1,1 1 0,0 1-1,3-1-630,1 0 1,-2-3 1131,3-1 0,1-1 0,3 2 0,0-5-127,1-6 1,-1-4 309,0-4 0,0 0 0,-1 0 1,-1 1 216,-2 2 1,0-2-1,1 4-246,0 0 1,-4-4-1,2 2 22,-1-2 1,0 0 0,-3 2 0,2 0-41,-1 0 0,-3 1 0,-4 1 70,-4 1 0,-2 1 0,-1 4 106,0 0 1,0 5-1,0 3 1,1 2 18,2 1 1,-1 4 0,6 0 0,0 0-257,2 1 1,2 2 0,3 3-350,3-3 0,3 2 1,3-3-1,0-1-719,2 0 1,5-6-1,-1-6 1,1-3-765,-1-1 1757,2 0 0,-4-5 0,6-1 0</inkml:trace>
  <inkml:trace contextRef="#ctx0" brushRef="#br0" timeOffset="4962">3922 382 7458,'-1'-10'-98,"-2"1"437,-1 2 0,-4 4 0,0 0 34,-2 1 1,-1 2 0,0 0 0,0 2-177,-1 1 0,1 4 0,0 4 0,0 1-103,-1 3 1,2-1-1,3 3 1,2 1 34,0-1 1,4-2-1,-3 3-291,3-2 0,6-2 0,2-7 0,3-3-58,1-3 0,2-2 0,1-3 0,2-5 100,1-4 0,1-1 0,0-3 0,-3-1 7,-2 1 1,-3-1 0,-1-2-15,-2 2 1,-4-1 41,0-4 1,-3 6 0,-3 3-209,-5 5 0,2 4-436,-2 5 0,2 5 729,-1 3 0,2-2 0,6 0 0,3-1 0,2 4 0,5-3 0</inkml:trace>
  <inkml:trace contextRef="#ctx0" brushRef="#br0" timeOffset="5245">4034 315 7619,'-7'0'343,"0"1"1,1 3-150,0 3 0,2-1 1,-2 3-1,1 2-157,2 3 1,2 2-1,1-2 1,0 2-101,0 2 0,5-5 0,3 2 1,2-2-113,1-2 0,0-5 0,0-2 0,2-3 19,2-1 0,-3-5 0,3-3 1,-2-6 89,-2-5 1,0-2 0,-1-2 0,-1 0 145,-2-3 0,-4 3 0,1 1 0,-2 4 412,2 2 1,-3 7-307,3-2 1,-3 12 0,-1 3-1,0 5-90,0 2 1,0 1-1,0 2 1,0 1-323,0-1 1,1-2 0,2 0 0,2-2-625,1-3 0,-2 2 0,3-5 850,2-2 0,1-1 0,1-11 0,0-2 0</inkml:trace>
  <inkml:trace contextRef="#ctx0" brushRef="#br0" timeOffset="5496">4281 214 7740,'0'-12'175,"0"1"512,0 0 0,0 6-533,0 5 0,0 6 0,0 8 1,0 2-273,0 2 0,0 0 0,0 5 1,1 0-62,3 4 0,-3-4 0,3 4 1,-3-4-343,-1 0 1,0 0-1,0 1 521,0-1 0,-10 1 0,-2-6 0</inkml:trace>
  <inkml:trace contextRef="#ctx0" brushRef="#br0" timeOffset="5561">4169 483 7740,'0'-7'407,"0"-1"-62,0-1 0,5-1 0,2-1-319,3 0 0,1 3 0,2 1 1,1-1-247,1 2 0,1-4 0,-2 4 0,2-1-219,1-1 1,-2 4 0,3-2-1,-1 0 439,1 0 0,-8 2 0,1-4 0,2 6 0,5-3 0</inkml:trace>
  <inkml:trace contextRef="#ctx0" brushRef="#br0" timeOffset="5997">4449 247 7884,'-1'12'1217,"-1"0"-1046,-2 3 0,0-3 0,4 3 1,0-1-60,0 1 0,0-1 1,0 5-1,0 0-219,0 3 0,0-4 0,0 1 0,0 1-44,0 1 0,0-2 1,0-2-1,0 1-346,0-1 1,-1-3 0,-2 1 0,0-3-128,0 0 0,1-6 624,-2-2 0,3-4 0,-3-4 0,1-4 0,0-2 0,1-1 0,-3 0 0,2-1 56,-1-3 0,0-2 1,3-3-1,-1 2 231,-2-2 1,0 1 0,4-1-1,0-1-117,0 1 0,0 0 1,0-1-1,1 1-118,3 1 1,1 5 0,4-1 0,-2 3-76,2 1 1,1 3 0,1 2 64,0 1 0,-1 3 0,-1 5 11,-1 5 1,-6 2-1,2 1 1,-2 0 304,2 0 0,-3 1 1,3-1-1,-3 1-126,-1 3 0,-3-2 0,-2 2 0,0-3-148,0-1 0,-3 1 1,3-2-1,0-2 146,0 0 1,0-4 0,1 2-2153,-3-1 184,2-1 0,0-6 1738,5-1 0,0-4 0,0-4 0</inkml:trace>
  <inkml:trace contextRef="#ctx0" brushRef="#br0" timeOffset="6448">4640 360 7440,'-5'-8'591,"-2"1"327,2 4 1,-2-2-653,4 5 0,1 1 0,-1 4-217,2 7 1,1-1-1,1 4-96,2-3 1,0 3 0,4 0 0,1 0 0,-1 0-409,1 0 0,-2-4 1,3-3-1,-2-1 173,2-1 1,-3-1 0,2-5 0,-1-1 160,0-3 0,1-3 0,-3-9 0,0-5 109,0-4 0,-1-2 0,-4 6 0,1 1 350,3 2-98,-3 4 1,4 4 0,-5 11-1,0 8-174,0 5 0,0 4 0,0-1 1,1-1-294,3 0 0,-1-1 0,3-4-570,-1 0 797,4-4 0,-3 3 0,5-4 0</inkml:trace>
  <inkml:trace contextRef="#ctx0" brushRef="#br0" timeOffset="6736">4820 281 7604,'-5'-11'1039,"4"6"-754,-3 5 0,3 2 0,1 8 0,0 3-299,0-1 0,1 6 1,1-1-1,2 2-78,-2 0 0,3-1 0,-1 3 1,0-1 89,1-1 0,-4-1 0,3 0 2,-3-3 0,-1 3 0,0-1 0</inkml:trace>
  <inkml:trace contextRef="#ctx0" brushRef="#br0" timeOffset="6780">4764 494 7604,'0'-7'384,"0"-1"1,0 5 0,1-4-1,1 1-409,2 0 1,1 2-1,-1-2 1,2 0-503,0-1 1,4 4 0,-2-4 526,2 2 0,1-3 0,0 1 0</inkml:trace>
  <inkml:trace contextRef="#ctx0" brushRef="#br0" timeOffset="7240">4954 449 7580,'-5'12'0,"-1"-1"0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9:00.3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233 43 7860,'-16'-11'0,"1"2"0,-1 2 118,-3 2 1,-2 4 0,-1-2 0,0 3 842,0 0 0,3 0 1,1 4-1,2 4-449,2 5 0,8 4 0,1 4 0,3 5-288,2 4 0,8 1 1,3 3-1,5 0-185,3-1 1,3-3-1,2-5 1,-1-4-308,0-2 1,-4-8 0,0 2 0,-1-4-124,-2 1 1,-4-4 0,-3 1-1,-3-1 323,-4 1 0,-4-2 1,-4 0-1,-3 0 12,-3 2 0,-2-1 0,-3 0 1,-3-1 30,-1 0 1,-1-1 0,1 0 0,1 1-1122,0-1 0,4-3 0,0 2-38,3-3 1,6 0 1183,4-3 0,6-4 0,1-4 0</inkml:trace>
  <inkml:trace contextRef="#ctx0" brushRef="#br0" timeOffset="325">365 181 7860,'10'0'336,"-3"4"0,2 1 0,-4 5 179,1 5 1,-3 1 0,0 6 0,-3 3-164,0 2 0,0 1 0,-3-1 0,-2 2 15,-1-2 1,-2 1 0,2-1-1,0-1-446,-2-2 1,5-5 0,-4 2-1,0-2-496,1-3 1,-2-6 0,1-4-1,0-2 21,0-2 1,0-3 0,1-4 0,2-5 139,1-6 0,0-6 0,1-4 0,0-1 152,0-2 1,1 3 0,2-4 0,2 0 232,2 0 0,1 1 0,2-4 0,2 2 123,2 0 1,3 5 0,1-2 0,2 1 43,0 1 0,2 8 1,1 2-1,-1 5 183,-1 4 1,-2 3 0,1 5-1,-2 2 220,-5 5 1,-5 4 0,-4 6 0,-1 3-25,-1 1 0,-3 1 0,-2 5 0,-2 0-287,0-1 1,-3 1-1,0 0 1,-1-3-506,1 0 1,-3-7-1,4 1 1,0-3-1316,1-1 1,4-6 0,2-3 1589,4-2 0,5-1 0,4-3 0</inkml:trace>
  <inkml:trace contextRef="#ctx0" brushRef="#br0" timeOffset="628">663 145 8117,'-7'3'0,"-1"2"594,-2 2 0,1 1 0,-2 1 0,1 3-264,1 2 0,1 4 0,0 1 0,1 3 15,0-1 0,3-1 1,1-2-1,3-3-334,3-4 0,3-3 1,5-3-1,0-3-279,2-4 1,1-3 0,3-7 0,0-5-15,-1-4 1,0-4-1,-1-1 1,1 0-11,-2-1 1,-2 3-1,1 1 1,-2 3 51,0 3 1,-5 6 869,-4 6 0,-2 12 1,-1 10-1,-2 4-228,-1 3 1,-1 2 0,1 3 0,1 0-505,2 0 1,1-3 0,0-2 0,1-4-1049,2-3 1,1-5 0,6-3 0,2-3 547,2-4 0,1-7 1,2-6-1,0-5 602,2-6 0,-3-4 0,2-6 0,-1-2 0,0-1 0,-2-2 0,-2 0 0,-1 2 85,-2 1 0,-6 12 0,1 1 1,-3 6 699,-2 5 0,-3 5 0,-2 3 0,-2 2 164,0 2 1,0 5 0,0 3 0,2 2-550,0 1 0,0 3 0,-2 2 1,0 1-267,2 4 1,0 0-1,1 2 1,1 1-560,0 0 1,0-1-1,3 0 1,0-2-581,0-2 0,3-5 1,1-1-1,2-5-114,2-5 1,3-1-1,-1-6 1119,2-3 0,0-3 0,3-7 0</inkml:trace>
  <inkml:trace contextRef="#ctx0" brushRef="#br0" timeOffset="935">1115 218 7905,'10'-7'0,"0"0"289,-2 2 0,1 0 0,-2 1 1,1 0-25,2-1 0,-3-4 1,1-2-1,-2 0 40,-1-2 1,-1 2 0,-2-2 0,-1 0-194,-1 0 1,-1 1 0,-1 0-1,-3 2 45,-2 1 0,-1 4 0,-2 2 0,-1 3 102,0 0 1,-2 6 0,3 4 0,1 4 65,1 6 0,1 0 0,0 7 0,3 0 24,1 2 0,2-2 0,2 1 1,2 0-511,5 0 0,3-7 1,6-3-1,2-4-825,2-4 1,5-5 0,-1-5-1,2-7-3395,0-7 4381,-4-6 0,9-8 0,-2-2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8:58.9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52 201 7591,'-3'-8'0,"1"4"430,-3 2 1,3 2 0,0 2 1,1 3 0,1 9 0,0 5 0,0 8-412,0 6 0,0 4 0,0 7 0,0 5 18,0 2 0,-2-4 1,-1-1-1,-1-8-924,1-9 0,-2-11 886,3-6 0,-4-10 0,2-2 0</inkml:trace>
  <inkml:trace contextRef="#ctx0" brushRef="#br0" timeOffset="341">59 62 7591,'-3'-7'315,"-2"0"1,-2 2-1,-3 3-142,-2 1 0,4 2 0,1 2 0,3 4-475,3 2 1,0 4 0,1-1-1,1 2 234,1 0 0,3 1 1,5-1-1,5 1 68,4-1 0,2 1 0,1 0 0</inkml:trace>
  <inkml:trace contextRef="#ctx0" brushRef="#br0" timeOffset="663">569 33 7591,'-7'-11'283,"-1"6"1,-2-2 0,-2 2 159,-2 1 0,0 4 0,-1 0 0,0 8 95,1 5 0,-2 4 0,1 4 0,0 3-288,1 3 0,3 0 1,0 6-1,1 4-281,1 2 0,1-1 1,1 2-1,2 4-371,3 1 1,1-5 0,1 4-1,0-7-564,0-6 1,0-9 0,0-3 0,1-4 965,1-6 0,-1 1 0,2-6 0</inkml:trace>
  <inkml:trace contextRef="#ctx0" brushRef="#br0" timeOffset="1007">241 405 7854,'0'-8'236,"0"1"1,4 0 732,4 3 1,-1 0 0,3 4 0,2 0-645,2 0 1,2 0 0,4 0-1,3 0-751,2 0 0,3-3 0,2-3 1,3-2-1870,1-1 2295,1-4 0,5-2 0,0-3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39:02.4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62 7464,'0'-8'-176,"0"-1"1,0-1 0,0 1 1156,0 1-876,0 4 1,0 1-1,0 6 1,0 3 91,0 2 0,1 7 0,1 4 1,0 4 23,0 4 0,1 0 0,-1 7 0,0 0-276,-1 1 1,-1-2 0,0 5 0,-1 2-203,-1 2 1,1 1 0,-2 3 0,2-3 0,1-5 0,0-11 1,1-5-1,2-8-926,2-7 1182,1-5 0,5-11 0,0-4 0</inkml:trace>
  <inkml:trace contextRef="#ctx0" brushRef="#br0" timeOffset="304">175 164 7719,'-8'5'271,"-1"2"0,-1 2-44,-2 1 0,2 3 0,-1 3 0,0 2-17,-1 1 1,4 0 0,-1 2 0,3 0-64,4-2 1,1-3 0,1 1 0,1-2-296,4-3 1,1-5-1,6-4 1,2-4 97,2-4 0,0-3 0,3-7 0,-1 0-317,-2-2 0,0-2 0,0-3 0,2 1 213,1-1 0,-5 2 1,2 2-1,-2 3 460,-1 4 1,-3 3-41,0 6 0,-6 9 1,-4 10-1,-4 4-114,-3 4 0,0-2 0,0 3 0,-1-1-207,1-1 0,0-2 1,0-2-1,2-2-1033,3-3 0,1-10 754,1-5 0,3-8 0,2-9 334,2-2 0,3-5 0,2-2 0</inkml:trace>
  <inkml:trace contextRef="#ctx0" brushRef="#br0" timeOffset="614">394 251 8030,'0'11'290,"0"1"0,0 0 0,0 2 1,0 1 31,0 0 1,-1 4-1,-1 0 1,0 3-88,0-1 0,1 4 0,1-1 1,-2 0-133,0 1 0,-1-5 0,3-1 8,0-3 0,0-8-190,0-6 0,1-8 0,1-6 1,1-5 63,1-5 0,0-4 0,2-5 0,-2-1-466,2 2 0,1 0 0,0 1 1,0 3-8,0 1 1,1 3 0,-1 4 0,1 2 143,2 4 0,-2 5 0,2 1 0,-2 2 344,-1 2 0,1 1 0,2 1 0,-2 3 0,2 1 0</inkml:trace>
  <inkml:trace contextRef="#ctx0" brushRef="#br0" timeOffset="924">605 171 7950,'-3'7'730,"-2"1"1,-2-1-354,0 0 0,0 4 1,0 1-1,-1 2-131,1 0 1,-1 3 0,0 0 0,0-2-101,1-2 0,5-2 0,-1-4-447,3 1 0,4-4 0,2-3 0,4-2-52,1-4 0,1 1 1,3 0-1,-1 0 170,1 3 1,-1 0-1,-1 2 1,-2 2 250,0 4 1,-2 5-1,-2 7 1,-2 5 315,-3 3 0,-2 1 0,-3 5 1,-5-2-1,-3-3 1,0-4 0,-1 0 0,-1-3-453,-1-2 0,2-8 1,0-2-1,2-5-478,1-2 0,1-1 0,1-2 0,3-1 142,1-3 0,2-3 1,1 0 403,0-2 0,7-3 0,1 2 0</inkml:trace>
  <inkml:trace contextRef="#ctx0" brushRef="#br0" timeOffset="1245">714 470 7719,'11'-14'316,"1"2"0,-3 1 1,-1 4-1,0 0-59,0-1 0,-1-1 0,1-2 1,-1 0 71,-2-2 1,-4 2 0,2-2 0,-2 0-227,-1 0 1,-1 1-1,-1 0 1,-2 2 21,-2 1 0,0 3 1,-4 2-1,1 1 50,0 1 0,0 2 0,-3 3 0,2 5-110,1 3 0,1 4 1,1 1-1,2 2-132,0 0 1,3 2-1,0 2 1,1-1-179,1 1 1,1-2-1,1-2 1,3 0-707,2-2 1,1-4-1,1-3 1,4-2-363,0-2 1313,2-4 0,0 6 0,-1-3 0</inkml:trace>
  <inkml:trace contextRef="#ctx0" brushRef="#br0" timeOffset="1289">904 368 8441,'-4'6'521,"0"-1"0,0 1 0,0-1 0,-1 2-148,1 0 0,0 4 0,-4 1 0,1 3-156,0 5 0,-1 1 1,1 7-1,-1 3-401,-2 1 0,2 0 1,-2-1-1,2-2-902,1-3 0,2-5 1,1 0 1085,1-5 0,1-11 0,2-6 0</inkml:trace>
  <inkml:trace contextRef="#ctx0" brushRef="#br0" timeOffset="2086">1159 207 7719,'-8'0'0,"1"3"0,0 0 0,0 1-9,3 2 1,-2 1 0,3 2 0,2 1 44,0-1 0,1-1 0,1-1 0,2 0-38,4 1 1,1-4 0,2 0 0,1 0-178,1-3 0,2-1 0,0-2 0,1-4 58,-1-3 0,1 0 0,-1-3 0,1-2 74,0-2 1,-1 2 0,0-1 0,-1 4 143,-1 0 1,-2 6-1,1 1 1,0 6 247,-3 5 0,-3 8 0,-2 7 0,-2 4 141,-1 5 0,-4 3 0,-1 4 0,-2 2-12,-3 0 0,-1-4 1,-3 0-186,-1-3 0,-2-6 0,0-4 0,1-5 0,0-4-113,-1-5 0,1-4 1,0 0-376,3-3 1,0-5 0,3-4 0,-1-4-1,0-4-354,-1-2 0,7 1 0,0-3 0,3 1 129,2 2 1,0 2-1,1 1 1,2 4 10,1 1 0,0 4 1,1 1-1,2 2 218,2 1 1,-3 0 0,3 1 0,0 1 194,-1 0 0,0 4 0,3-2 0,0 3 0</inkml:trace>
  <inkml:trace contextRef="#ctx0" brushRef="#br0" timeOffset="2618">1487 280 7719,'-4'-7'519,"0"3"0,-3 1 1,0 3-216,-1 0 0,1 1 0,0 3 0,0 5 60,-1 4 1,1 4 0,1 7 0,1 3-139,2 2 1,2 0-1,2-2 1,2-2-239,2-3 1,2-6 0,3-2 0,2-6-562,1-5 1,3-8 0,0-6 0,1-4 181,-1-5 1,0-4 0,-3-3 0,-2-1 58,-1-1 1,-7 1 0,2 1 0,-4 3 114,-1 1 0,-1 7 0,-3 3 0,-4 4 465,0 5 0,-2 2 1,0 2-1,1 1-191,1 1 0,1 3 0,0 2 1,2 1-149,0 2 0,3-2 0,0 1 0,1 0-709,1 1 0,3-2 800,2 2 0,1-2 0,2-1 0</inkml:trace>
  <inkml:trace contextRef="#ctx0" brushRef="#br0" timeOffset="2946">1632 273 7719,'-7'0'78,"2"0"0,0 0 0,0 0 683,-2 0 1,2 2 0,1 2-443,1 0 1,-2 1 0,3 4 0,0 3-283,1 1 0,5-1 1,1 4-1,3 0-4,2-1 0,3 1 0,-2-3 0,1-3-294,1-2 0,-1-6 0,2 0 0,-2-5-189,1-4 1,-4-4 0,3-6 0,-2 0 344,-1-2 0,-1 0 0,-1 1 1,-2 2 48,0 3 0,-2 5 0,1 1 315,2 4 1,-2 4 0,0 3-1,-1 4-133,-1 2 1,1 2 0,1 3 0,-1 0-579,0-1 1,2-2 0,-2-1 0,0-2-1362,1-3 1813,1-3 0,-1 3 0,4-2 0</inkml:trace>
  <inkml:trace contextRef="#ctx0" brushRef="#br0" timeOffset="3450">2397 193 7719,'0'-7'-634,"0"-1"1072,0 1 0,0 0-138,-3-1 1,2 4 0,-5 2 0,-1 2 19,-2 2 0,-2 2 1,1 4-1,-2 1-133,-1 1 0,0 3 0,2-1 0,0 2-85,-1 1 0,3-1 0,0 1 0,1-1-301,4 1 1,0-1 0,4 0-1,0-1-290,0-1 1,6-3 0,2 0 58,3-3 0,3-1 1,4-2-1,0-2 1,0-4 429,1-4 0,-3-4 0,9-3 0,-3-1 0</inkml:trace>
  <inkml:trace contextRef="#ctx0" brushRef="#br0" timeOffset="3983">2456 215 7719,'-11'7'206,"1"0"1,-3 1 0,1-1 226,-1 0 1,2 0 0,1 0-1,2-1 64,1-2 1,2-1-317,0 2 0,4-4 0,1 2-281,4-2 0,4-2 0,1-1 0,3-1-15,-1-1 0,3-1 1,-3-2-1,1-1-304,1 1 1,-2 0-1,1 0 1,-2 0 165,-2 2 1,-1-1-1,0 2 109,1 0 1,-3-2 363,-1 4 0,-3 2 0,0 6 0,-3 2-216,-2 2 1,0 2 0,-2-2-1,2-1-449,1 2 1,0-5 0,3 1 108,0-1 1,3-2 0,2-2 0,2-1 335,0-1 0,0-1 0,1-1 0,-1-3 0,0-2 0,0 0 0,1 0 336,-1-1 1961,-3 4-1627,-1 1 0,-6 9 1,-2 1-438,-1 1 0,1 0 0,1 0 1,0-1-95,0 0 1,2 0 0,0 1-379,1-1 0,1-2 0,1-1-104,1-1 0,2-5 0,3-4 1,2-4-39,0-1 0,3-1 0,1-3 0,0 1 50,-1 2 0,-2 2 0,1 3 0,1 0 541,-1 2 1,-2 3-1,2 5 1,-2 4-2,1 5 0,-2 1 1,-2 2-1,-1 0-280,-1-1 0,0 1 0,-2-1 0,0 1-544,-1-1 1,-2-2 0,-1-3 614,0 0 0,-7-2 0,1 0 0</inkml:trace>
  <inkml:trace contextRef="#ctx0" brushRef="#br0" timeOffset="6449">3221 40 7609,'-3'-10'0,"0"0"-206,-1 1 0,2 4 467,0 0 1,1 4-149,1 1 0,3 6 1,0 4-1,1 1 1,2 0 218,0 1 0,-1 0 0,-1 5 0,-1 0-14,-1-1 0,1 2 0,-1-1-160,0-1 1,-1 2-1,-1-1 1,-1 1-40,-1 0 1,0-1-1,-3-2 1,0 1-1,-2-2-135,0-2 0,2-3 1,0-3-429,-1-1 0,3-3 56,1-4 1,2-4 0,2-5 0,4 0 118,3-2 0,0 1 0,3 1 143,1 1 0,0-2 0,2 4 0,-1 2 0,-1 2 116,-1 0 1,-2 2-1,1 0 1,-1 4 360,-1 3 1,-4 2 0,-2 3 0,0 2 22,-1 2 0,-2 1 1,-5 1-1,-3 1 31,-1-1 1,-3 2 0,-2-1-211,-1-1 0,0 0 0,-1-2 0,-1-3 0,0-3-173,2-2 0,3-5 1,1 1-69,0-4 1,1-4 0,4-5 0,1 0-1,3-2-998,1-1 0,2 0 0,1 0 1,3 1 539,1 1 1,5 0 0,0 0 0,1 2 334,0-1 0,1 3 0,3-2 0,0 2 158,0 1 0,-2 0 1,3 0-1,-1 2 105,1 0 0,-4 3 0,1 0 0,-3 1 229,-2 1 1,-1 3 0,-1 2-1,-2 2 13,0 0 1,-3 0 0,0 1-1,-1 2 264,-1 2 0,-1-1 0,-1 2 0,-3 0-229,-2 3 0,0 1 0,0 1 0,-1 1-247,-2 0 0,1-2 0,-2 1-39,0 0 0,2-3 0,2-4 0,1-5-96,2-2 1,2-2 0,0-5-555,4-5 0,0-3 0,5-6 352,1-2 1,3-2 0,0-2-1,0 0 1,2-2-70,1 2 0,-2 0 0,0 2 0,1 1 79,1 0 1,-2 7-1,-1 1 1,0 3-236,-2 2 0,-4 3 1,0 2 42,1 1 0,-2 2 1,1 1 307,1 3 0,-2-1 0,0 1 0,0 0 87,0-1 0,-3 0 0,2-2 0,-2 3 0,1-1 53,1 1 0,0-3 575,-1 0 1,-1 0-99,1 0 0,-1 0 0,-1 3-144,0 0 1,0 2-1,0 1 1,0 1-1,0 4-73,0 0 0,0 2 0,0 0 0,0-1-212,0 1 0,0-3 1,0-1-1,1 0-239,1-2 1,0-5 0,3-1 0,1-2-267,0-1 1,1-4 0,1-3 194,-1-2 0,3-6 1,-1 0-1,0 0 1,-1 0-415,0 3 1,-3 2 0,-1 2 825,-1 1 0,2 4 0,-3 4 59,0 5 1,-1 2 0,-1 4 0,0 1-71,0 1 1,0 1-1,2-1 1,0 1-365,0-1 1,-1-2-1,0-3-456,1-4 0,0-1 0,2-5 344,-1-2 0,3-4 0,-2-5 0,3-3 0,0-2 284,1-2 0,0-3 0,1-1 0,0-3-44,0 1 0,-1 1 0,0 1 0,-1 2 165,0 1 0,-3 6 0,-1 1 144,1 1 1,-3 7 0,3 5 300,0 4 0,-1 2 0,-2 2-74,2 2 0,0-2 0,-1 3 1,0-1-1,0 2-309,-1 2 1,-1 1 0,0-1-1,0 1-180,0-1 0,0 1 0,0-1 0,0 2-154,0 1 1,-1-4 0,-1 0-230,0-1 1,-2-3-1,3-4-599,-2 0 0,-2-3 690,0 0 1,-1-4 0,1-2 0,0-1 217,2 0 1,0 3 0,1-3 51,-3-1 1,1 2 440,-1-1 0,2 4 73,-1-2 0,2 2 50,-1-2-409,3 2 0,2-3 0,1 3-24,1-2 0,1 0 1,3 1-156,-1 0 1,0-3 0,0 3 0,1-1 0,-1 1 66,0-1 0,1-1 1,-1 1-1,0 1 45,0-2 0,1 3 0,-1-3-6,0 1 1,1-2 0,-1 1 148,0 0 0,0 2-209,1-3 1,-1 3-13,0-3 1,-2 3-1,-1-1-187,-1 0 121,0 2 209,-3-2 1152,0 3-1055,3 0 1,-2-1 450,1-2-100,-1 3-668,2-4 1,-1 4-127,3 0 0,0 0-56,2 0 0,0 0 166,1-3 1,-1 2 0,0-1 0,0 1 0,1 0-65,-1-1 0,0 1 1,1-2-55,-1 0 1,-2 2 178,0-2 0,-4-1 227,2-1 0,-6 2 1,-2 0-132,-1 0 0,-4 2 1,0-2-1,-1 2 0,0-1 83,-1 0 1,1-1 0,-2 4 0,2 2 196,0 1 0,1 6 0,2 3 72,0 3 0,-1 2 0,5 3 0,0 0-148,2 2 0,2 3 0,3-1 0,4-1 0,2 0-361,3-3 1,0-8 0,2-1-1,1-6-974,0-3 0,-3-2 0,-1-2 0,0-3-301,1-3 0,-3-1 1,3-4 1376,-2-1 0,0-1 0,-3 0 0</inkml:trace>
  <inkml:trace contextRef="#ctx0" brushRef="#br0" timeOffset="8447">4328 207 7719,'-7'-7'0,"0"0"0,-1 0 165,1-1 0,0 4 1,0 1-1,-2 1-54,0-1 1,2 1-1,-2 2 1,0 0 46,1 3 1,0 1-1,2 4 1,0 2-20,1 2 1,3 2-1,-2 0 1,1 2-54,1 1 0,1-1 0,1 3 0,0 1-131,0 2 1,1-1-1,1 1 1,0 0-225,0 0 0,-2-3 0,0-2 1,0-2-84,0 0 1,0-4 0,0-1 0,0-3-97,-3-2 0,2-2 0,-4-4 448,-1-1 0,0-2 0,-2-4 0,1 0-117,0-1 1,-1 0-1,1-3 1,0-1 302,0-1 1,2 2 0,1 0 0,0 2 172,0 1 1,1 2 0,-1 1 38,1 1 0,1 3-20,5 0 1,2 1-1,3 2 1,3 1-98,0 0 0,1 1 1,3-3-1,0 0-366,-1 0 0,-1 0 0,1 0 0,1-1-238,1-2 1,-1-1-1,0-3 1,-1 0 180,1-1 0,-3 4 0,-1-1 0,0-1-95,-2 0 1,-4 1 368,0 0 1,-4 3-1,-1 1 174,-4 2 1,0 1 0,-1 3 0,0 0 95,1 2 0,-2 1 0,4 1 0,0 1-101,2 2 1,0-3-1,0 0 1,0-1-221,0 0 1,0-1 0,0 0-282,3 1 0,1-4 0,2-3 0,0-2-104,-1-1 0,0-4 0,1 1 0,0-3 30,-1-2 0,-3-1 0,2 2 0,-1-1 184,-1-1 0,-1 3 0,-1-1 1,0 0 115,0 1 0,-1 3 1,-1 0 28,0-1 0,-3 2 1,2 0-210,-1 1-492,2 0 244,-1 3 1,3 1-1,1 1 171,1 0 1,0 1 0,3-3 330,0 0 1,-1 0 0,1 2 21,1 1 1,-2-1-1,1-2 373,1 0 0,-2 2 1,0 2 221,-1 0 0,-1-2 0,-2 3-421,0 1 0,0 1 0,0 3 0,-1 2-166,-1 2 0,-2-2 0,-3 2 0,-1 2-28,1-1 1,0 0 0,0-1 0,-1-2-182,1-2 0,2-2-371,0-1 315,4-3 0,-3-4 1,5-7-1,2-3-58,2-4 0,2 1 1,2-4-1,1 1-167,2-1 1,-4 1 0,2 0 0,-2 2 102,0 2 1,-1 1 0,0-1 0,0 2-146,1 2 0,-1 4 0,-1 1 98,-1-1 1,-1 4 0,-2-2 34,0 4 0,3-1 0,-1 3 160,0 0 1,0-2-1,4-2 1,0 0 108,2 0 0,-1 0 0,5 0 0,1 0 0,1 0 0,-2-1 0,-1 0 0,-1-2 0,1 1 0,-2 2 0,-1 0 0,-2-1-5,-1-2 1,0 3 0,1-3 182,-1 2 417,0 1-112,-3 0 0,-4 0-203,-5 0 1,1 0 0,-1 0 99,0-3 0,-2 2-79,0-1 1,0-1-266,-1 0 1,1 1-125,0 2 0,2 0 37,0 0 1,3 0 219,-3 0 1,2 1-4,-1 1 0,0 2 0,-2 3 0,2-2-42,1 0 1,-1 0 0,3 2 0,-2 1 57,2 2 0,-1-1 1,0 2-1,0 1-10,0-1 0,2-1 1,0 1-1,0 0-319,0-3 0,0 1 0,0-2-50,0 0 1,0 0 0,3-3-1,2-1 75,1-2 0,1-1 0,1 0 1,-1-1-230,0-2 1,1 2 0,-1-3 0,0 0 21,0 0 0,1-1 265,-1-2 0,-2 0-12,0 2 0,-4 1 496,2 2 142,-2 1-494,-1-2 1,0 3-3,3 0 6,-2 3-164,5-2 1,-2 2-73,3-3 0,-2 0 70,0 0 0,-2 0-9,1 0 0,-1 0 1,1-1 1,-1-1 0,0 1-104,0-2-178,-2 3-119,5 0 279,-5 0 1,2-1-735,-3-2 957,0 3 0,0-4 0</inkml:trace>
  <inkml:trace contextRef="#ctx0" brushRef="#br0" timeOffset="9014">4816 390 7918,'-4'0'782,"1"0"1,6-3 0,2 0-777,2-1 1,0 2 0,0-1-1,1 0 61,-1-2 0,0 1 0,0-1 1,-2-1-180,0 0 0,0-1 1,2 2-1,-2 0-3,0-1 0,-3 0 0,0-2 122,-1 1 0,-2 3 0,-2 2 110,-4 1 1,-2 1 0,-3 0 0,0 1 106,1 1 0,-2 0 0,3 3 0,0 1 134,0 3 0,4 2 1,0 4-1,1-1 82,1 1 0,2 4 0,0 1 0,2 2-790,2 2 1,2-4-1,4 2 1,0-3-467,1-1 1,0-9 0,1 1 0,0-4 161,-1-2 0,4-4 0,-1-5 0,0-4 352,0-3 1,-2-2 0,1-1 0,0 1 309,1-1 1,-3 1-1,0 2 897,-1 3 1,-1 2-443,-2 5 1,-2 3-1,-3 8 1,0 2-141,0 0 0,0-2 1,0 1-1,0-2-2062,0-1 1739,0 0 0,-3 1 0,-1-1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0:12.9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353 4 8731,'-6'0'798,"1"0"0,-1 1-436,1 1 1,-5 8-1,0 9 1,-5 9-1,-6 11 70,-2 9 1,-3 8-1,-1 7 1,-2 0-367,-1-3 1,5-4-1,0-7 1,2-3-334,5-1 0,3-8 1,1-1-1,4-7-1032,4-6 0,3-9 0,6-10 454,2-5 1,1-7 844,2-6 0,-1-10 0,5-2 0</inkml:trace>
  <inkml:trace contextRef="#ctx0" brushRef="#br0" timeOffset="333">370 71 8752,'-4'5'745,"3"2"0,-3-1 1,1 3-371,1 5 0,-2 1 1,2 8-1,-1 4-25,1 2 0,1 4 0,1 1 1,0 0-365,0 3 1,0-3 0,0 2 0,0-3-587,0 1 0,0-8 1,1 3-1,1-4-30,1-4 630,0-2 0,1-6 0,0-1 0</inkml:trace>
  <inkml:trace contextRef="#ctx0" brushRef="#br0" timeOffset="614">244 340 7923,'0'-6'603,"0"1"0,0 2-142,0-3 0,1 4 1,1 0-246,4 1 0,1 1 0,2 0 0,0 0-285,2 0 0,-1 0 1,2 0-1,-1 0-997,0 0 1,3 0-1,-3 0 1066,0 0 0,2 3 0,0 2 0</inkml:trace>
  <inkml:trace contextRef="#ctx0" brushRef="#br0" timeOffset="903">655 12 8223,'0'-8'1013,"0"4"0,0 4 1,0 7-634,0 6 0,0 3 1,0 8-1,0 4-260,0 4 0,0 1 1,0 7-1,0 2-519,0 1 0,-2-4 0,-1 1 0,1-4-591,1-3 0,-2-8 0,0-1 990,-2-2 0,-1-3 0,-2-2 0</inkml:trace>
  <inkml:trace contextRef="#ctx0" brushRef="#br0" timeOffset="968">546 357 8269,'0'-9'1003,"0"1"0,0 0-598,0-1 0,1 1 0,2-1-251,3 1 0,2 2 0,3 1 0,3-2-554,2 0 0,2-2 0,0 1 1,3-1-629,0-3 0,2 2 1028,2-4 0,0 0 0,1-3 0</inkml:trace>
  <inkml:trace contextRef="#ctx0" brushRef="#br0" timeOffset="1429">899 96 8643,'-3'21'0,"0"1"506,-2 2 1,-1 2-1,-1-1 1,0 1-270,2 2 1,0-2 0,-1 2-1,3-2-229,-1 0 0,2-1 0,-3-1 1,2-1-609,1 0 0,1-4 600,1 0 0,-4-1 0,0-1 0</inkml:trace>
  <inkml:trace contextRef="#ctx0" brushRef="#br0" timeOffset="1699">790 390 8426,'0'-5'1463,"0"-1"1,0 3-1411,0-2 1,1 0 0,3-1 0,3 1-591,3 1 1,6-1 0,0 1 0,4 0-930,1 0 0,2-1 1466,2 2 0,4-7 0,1 0 0</inkml:trace>
  <inkml:trace contextRef="#ctx0" brushRef="#br0" timeOffset="1967">1143 130 7889,'-12'8'311,"2"2"1,-4 0-1,1 1 549,0-1 0,-1 3 1,-2 1-1,1 3-352,1 3 1,4-4-1,-1 3 1,2 2-275,0-1 0,5 1 1,1-5-1,3-2-340,3-3 1,4-2 0,5-1-1,1-3-321,2-2 0,1-3 0,1-3 0,0-6-100,-1-4 1,2-3 0,0-1 0,1 0 182,-1-3 0,-5-1 0,3-1 1,-3 2 386,-2 3 0,-2 3 0,-2 1 315,-1 0 1,-2 7 0,-4 7-186,0 6 1,-4 5-1,-1 6 1,0 1-266,-1 1 0,4-1 0,0-3 0,1-1-360,1-1 0,0-4 1,0 1-1,1-2-1745,5-4 2197,0-1 0,10-4 0,-3 0 0</inkml:trace>
  <inkml:trace contextRef="#ctx0" brushRef="#br0" timeOffset="2241">1387 63 8245,'-9'0'1050,"1"1"1,-1 1 0,-2 4-198,0 1 1,-1 6-1,1 4 1,-2 6-253,0 4 1,-2 4 0,3 3 0,3 2-419,3-1 0,2-6 1,4 1-1,0-5-358,0-2 1,4-8-1,1 1 1,4-3-767,2-2 0,-1-6 0,4-2 0,1-3-354,1-3 1,2-1-1,0-5 1,2-1 591,-1-4 1,-1 0-1,1-6 703,1 3 0,3-8 0,-2-1 0</inkml:trace>
  <inkml:trace contextRef="#ctx0" brushRef="#br0" timeOffset="2242">1563 130 7889,'-1'-8'1832,"-2"3"-562,-2 2 1,-3 3 0,0 3-673,0 2 0,0 7 1,2 3-1,0 3-197,-1 5 0,0-1 0,-1 2 0,2 2-494,0 1 0,4 0 1,-3-1-1,1 0-592,2-2 0,1-4 0,1-1 1,1-5-425,2-2 0,2-7 1,3-2-1,1-2 377,-1-1 1,3-4 731,0-1 0,4-7 0,-2-1 0</inkml:trace>
  <inkml:trace contextRef="#ctx0" brushRef="#br0" timeOffset="2517">1664 163 7889,'-6'0'106,"1"0"0,-2 0 331,0 0 1,1 1-1,1 1 1,-2 2 32,0 1 1,-2-3 0,1 4 0,-1 1-203,1 0 0,0 4 0,0 1 0,2 1-38,0-1 1,3 3-1,-2-2 1,2 0-176,1-2 1,1-2 0,2 0 0,2-1-357,2 1 1,0-2 0,1-1 0,1-4 14,3-1 0,-2-1 0,2 0 1,0 0-81,0 0 0,-1 0 0,-1-1 0,2-1-555,1-4 1,-2 1 0,2 0 0,-3-2 879,0 0 0,-4 1 0,5 1 131,-2 2 1,-2-3 0,0 3 947,2 1 0,-3 2-287,2 0 1,0-1 0,2-2-532,0-3 1,-2 2-1,0-2 1,0-1-108,2 0 1,-3-1 0,0-1-1,-1 0-67,-2-2 0,-2 1 0,0-1 0,0 2 159,0 0 0,0 1 0,-3 0 1,-3 3 86,-1 2 0,-3 3 1,0 4-1,-1 4-98,1 5 0,0 3 1,2 2-1,0 0-348,3 2 1,-2 3 0,4-1 0,2-1-637,0-1 0,1-2 1,0-2-1,1-1-2412,1-1 3202,3-8 0,7 5 0,1-6 0</inkml:trace>
  <inkml:trace contextRef="#ctx0" brushRef="#br0" timeOffset="2807">1857 248 8419,'-1'8'696,"0"0"1,-2 1-507,1-1 1,-2 1-1,0 2 1,1 1 787,-1 1 1,1 2-1,2 4 1,-1 1-684,0 2 0,-4-3 1,3 3-1,0-1-482,0 1 0,1-4 1,-3 2-1,0-2-13,1-2 0,1-2 93,-3-3 1,4-7-1,0-5 1,1-6 228,1-6 1,1-4 0,1-2 25,4 0 0,5-5 0,3-1 0,1-2 0,1 0-333,1 1 1,-4 3 0,6-2 0,0-1-585,2 0 1,-2 3 0,3 1-1,-2 2-596,-1 1 0,0 2 1365,0 3 0,-5 2 0,2 4 0</inkml:trace>
  <inkml:trace contextRef="#ctx0" brushRef="#br0" timeOffset="3197">521 1054 7843,'0'-11'0,"0"-1"175,0-1 0,-1 0 0,-2-1 0,-2 3 149,-3 1 1,-1 6 0,-1 1 0,-3 2 1,0 1 0,2 5 0,-2 4 0,1 7 82,2 5 1,0 4 0,2 2 0,-1 0-164,1 0 1,3-3-1,3 4 1,1-2-209,1-1 1,1-6-1,1-3 1,5-3-103,3-3 0,3-3 0,4-2 0,0-3-336,0-3 1,3-6 0,2-7 0,0-3 5,1-2 0,-4-3 0,3-3 0,-1-1 89,1-2 1,-6 2 0,-1-2-1,-2 5 116,-6 3 246,-2 6 1,-5 11 0,0 9-1,-1 9 1,-2 7-104,-3 2 0,3 1 0,-1-1-339,0-1 0,3-1 0,-2-4 0,2-3 0,2-3 386,2-4 0,2-4 0,3-4 0</inkml:trace>
  <inkml:trace contextRef="#ctx0" brushRef="#br0" timeOffset="3490">790 911 12415,'-8'0'757,"0"5"1,2 3-1,1 4-468,1 4 0,1 2 0,3 8 0,0 3-348,0 5 1,0-2 0,0 2 0,1 0-768,2-2 0,3-7 0,4-2 0,1-4-221,-1-6 1,3-4 0,-1-3 0,1-3 621,2-2 1,-3-9-1,-1-2 1,-2-4 424,0-3 0,-1 2 0,1-5 0</inkml:trace>
  <inkml:trace contextRef="#ctx0" brushRef="#br0" timeOffset="3776">941 1021 7851,'5'-13'175,"-2"1"1388,-2 3-1127,-1 4 0,-1 5 0,-1 7 1,-1 3-187,1 4 1,1 2 0,1 2 0,0 1-28,0 0 0,0 5 0,1-4 0,1 1-327,1-2 0,3-3 0,0 3 0,1-3-119,2-2 0,-1-7 1,2 1-1,0-4 39,1-2 0,1-5 0,-2-3 0,-1-4 21,-2-4 1,0-2 0,0-1-1,0-1 155,-2-2 0,-3 3 1,1-2-1,-2 3 111,-1 2 0,3 7-8,0-2 0,-1 11 1,-2 4-1,1 6-62,2 4 0,-1 1 1,3-1-1,-1 1 67,1 0 0,-2-1 0,2-2 0,-1-3 203,1-2 1,1-3-1,2-1-210,0-2 1,1-3 0,-2-7 0,0-3-126,-2-4 0,-2-3 1,3-2-1,0-1-288,2-2 1,-3 3-1,1-3 1,1 2-377,0 1 1,1 4 0,1 2-1,0 1-551,2 1 1,-1 2 1246,1 1 0,2 3 0,0 1 0</inkml:trace>
  <inkml:trace contextRef="#ctx0" brushRef="#br0" timeOffset="4068">1345 945 7851,'-6'1'1514,"0"1"-793,0 1 0,1 3 0,0 0 0,-2 1-142,0 2 0,1 0 0,0 2 0,1 4-329,0 4 1,1 0 0,4 2-1,0 1-212,0-1 1,1-5 0,2 0 0,4-3-265,3-3 0,-1-4 0,2-4 0,0-5-251,0-6 0,-1-4 1,3-6-1,-1-4 409,-1-1 1,-2-2 0,-1 0 0,0 0 277,-2 1 0,1 6 0,-2 0 77,-1 4 0,0 8 0,-4 7-125,0 4 0,3 6 1,0 3-1,-1 1-133,-2 3 1,3-2 0,0 3 0,0-1-1098,1-2 1,-2-3 0,3 1 0,1-1 420,-2-2 0,4 0 0,-3-2 0,3 0-1431,0-3 2078,-3 3 0,2-7 0,-2 2 0</inkml:trace>
  <inkml:trace contextRef="#ctx0" brushRef="#br0" timeOffset="4369">1538 979 10837,'-5'3'3106,"2"3"-2953,3 2 0,0 0 1,3 0-1,3 1-431,1-1 0,2 1 0,-1-1 0,2-1-568,1-1 1,-2 1 0,3-2 0,0 0-270,2-2 1,-1-2-1,1-1 1115,1 0 0,1-8 0,1-1 0</inkml:trace>
  <inkml:trace contextRef="#ctx0" brushRef="#br0" timeOffset="4438">1790 937 8301,'-8'5'0,"-2"3"846,-1 1 0,1 0 1,-3 5-1,0 1-20,0 4 0,1 3 0,-3 6 1,-1 1-442,1 0 0,4-1 1,0 1-1,4-2-446,1-6 1,5-3-1,1-5-953,5-5 1,3-3-1,4-5 1,2-1-125,1-2 1,0-2 0,0-7 0,1-2 1137,-1-2 0,0 0 0,2-9 0,0-1 0</inkml:trace>
  <inkml:trace contextRef="#ctx0" brushRef="#br0" timeOffset="4960">1841 979 8221,'0'5'1535,"0"1"0,0 0-976,0 2 1,0 1 0,0 2 0,0 3-232,3 2 1,-1 5 0,3 0-1,-1 3-110,1 1 1,-3-5-1,1 6 1,-2-3-145,-1-1 1,0-2 0,-1-4 0,-2-2-556,-3-3 0,-1-2 0,-1-3 1,-1-1 132,1-1 0,-2-3 0,0-3 0,-1-4-4183,1-1 4531,0-6 0,-2 0 0,-1-4 0</inkml:trace>
  <inkml:trace contextRef="#ctx0" brushRef="#br0" timeOffset="5263">2311 853 8183,'-1'-5'1492,"-1"3"1,0 4-992,0 4 0,1 6 0,1 5 1,-1 5-176,-2 5 1,2 4 0,-2 4 0,2 3-638,1 0 1,0-4-1,0-1 1,1-2-515,2-5 1,0-9 0,4-4 0,3-5-1565,-1-6 2389,0-1 0,7-4 0,2-2 0</inkml:trace>
  <inkml:trace contextRef="#ctx0" brushRef="#br0" timeOffset="5581">2462 903 7812,'-12'9'0,"-2"2"541,-2 0 1,0 4 0,0-1 0,1 2 237,1 1 1,6-1 0,1 1-1,2 0-320,3 0 1,2-4 0,3-2 0,4-2-378,3 0 0,3-2 1,4-1-1,0-3-362,-1-2 0,1-1 0,0 0 0,0 0-1036,0 0 1,2-4 0,1-2 0,-1-2-34,-2-3 1,0 0 1348,0-3 0,0 0 0,0-2 0</inkml:trace>
  <inkml:trace contextRef="#ctx0" brushRef="#br0" timeOffset="5896">2647 954 7819,'-8'2'257,"1"2"265,1 1 0,-2-2 1,4 2-1,-2 2-42,1 0 0,0 2 0,-2 2 1,3 2-280,0 3 1,-2-3-1,4 5 1,0 1-132,1-1 0,1 0 0,0-3 1,0 0-49,0-1 1,0-6 0,1-1-129,1-2 0,0-3 0,3-5 0,0-3 33,-1-5 0,2-3 0,1-4 0,0-4-84,-1-2 1,-1 0 0,4-3 0,-1 3 80,0 2 1,1 3 0,-1 0 0,1 4 351,-1 4 0,0 4-5,1 4 0,-5 5 0,-1 10 0,-2 5-186,-1 4 1,0 4 0,0 3 0,0 0 44,0-1 0,0-3 1,1-2-1,1 1-1014,1-3 1,2-7 0,-1 0-1,1-5-133,1-5 0,5-4 0,0-5 1,-1-6 1016,-1-6 0,0-3 0,-1-4 0</inkml:trace>
  <inkml:trace contextRef="#ctx0" brushRef="#br0" timeOffset="6217">2832 962 8110,'-8'8'780,"-1"1"1,2-1 0,0 1-347,2 3 1,2 1-1,-2 4 1,2 0-127,1 3 0,2-1 0,3 2 0,2 0-6,3-3 0,4-4 0,1-3 1,2-5-304,2-3 1,-2-3 0,3-4-1,-2-4-177,-2-5 0,-4-7 0,2-2 0,-4-3-76,-2 0 0,0 0 1,-3 1-1,-1 0 260,-1 2 0,-5 6 0,-2 0 0,-1 3-68,-1 3 0,-4 4 0,1 3 1,1 2-1374,1 1 1,0 0 153,1 0 1,4 4 635,4 2 645,4-2 0,4 3 0,1-2 0</inkml:trace>
  <inkml:trace contextRef="#ctx0" brushRef="#br0" timeOffset="6538">2992 928 7812,'0'9'0,"0"-1"0,0 1 0,0-1 0,0 0 0,0 1 1032,0-1 1,0 1-1,0 3 1,0 1-392,0 0 1,0 3 0,0-3 0,1 1-419,2 0 1,1-3-1,4 2 1,-2-1-445,0-2 0,0-1 1,2-3-1,1-1-107,3-1 0,-3-2 1,2-5-1,-2-3-219,0-1 1,0-5 0,1-2 0,-1-3 121,-2-3 0,-1 2 0,0-1 0,-1 2 353,-1 3 0,-1 5 429,-3 3 0,0 5 0,0 2 0,0 7-130,0 5 1,0 3 0,0 3-1,0 1 139,0-2 1,0-4-1,0-2 15,0-3 1,3-2-1,3-5-400,1-4 1,-1-6 0,0-3 0,0-4-230,2-4 0,-3 3 0,1-2 0,0-1-623,-2 1 0,4 1 0,-3 1 0,3 1 245,0 1 0,1 2 0,0-1 0,1 0 626,1 0 0,1 6 0,-4-2 0,0 2 0,1 0 0,-1 2 74,1 2 1,-5 3-1,-2 3 587,-4 2 0,-1 4 0,-4 1 0,2 2 288,2 1 0,-3-2 0,3 3 1,1 1-273,1 1 0,1-1 1,0 0-1,0 2-531,0 1 1,1-2-1,2 3 1,2 0-536,-1 1 1,3-2 0,-4 3 0,0-2-264,0 0 1,-2-6 0,1 4 0,-4-2 1,-3-2 0,-4-1 0,-1-4 1,-3 1 81,-3-1 0,0-2 568,-6-1 0,-1 1 0,-2 3 0</inkml:trace>
  <inkml:trace contextRef="#ctx0" brushRef="#br0" timeOffset="6980">1798 1584 7752,'0'-14'-276,"0"1"1,0 1 957,0 1 475,0 2 0,0 5-621,0 4 1,4 8 0,2 7 0,1 3-250,2 5 1,-3 2 0,1 2 0,0 1-144,0-1 0,-1 0 0,3 0 1,-1 1-456,1-1 1,-4-1 0,0-4-1,-1-1-808,1-1 1,-3-6 0,1 0 218,-2-4 1,-1-6-1,-1-4 646,-2-4 1,-2-8-1,-3-2 1,0-2 253,-1 0 0,1-1 0,-1 0 0,1 0 49,0 0 1,-1 0-1,1-2 1,-1-2 254,1 0 1,3 1-1,2-2 1,2-1-22,1-2 1,1-1 0,2 0-1,4 0-78,3 2 0,3 4 0,4 2 0,0 5 5,0 5 0,-1 5 0,0 1 0,-1 5 66,-1 5 1,-6 5 0,-1 6 0,-2 2 75,-3 0 1,-1 1-1,-2 3 1,-1-3-257,-1-2 0,-4-2 0,2 0-154,-3-1 0,-3 1 0,0-6 0,1-1 0,0-1-905,2-2 0,2-5 1,1-1 1,3-2-1,-1-2 1,2-4 961,1-1 0,8-2 0,1 1 0</inkml:trace>
  <inkml:trace contextRef="#ctx0" brushRef="#br0" timeOffset="7413">2093 1500 7752,'-5'-4'296,"-2"3"68,1-2 1,2 3 0,1 3 0,2 4-67,1 3 0,0 4 0,0 5 0,1 2-114,2 3 1,2-3 0,3 3-1,2-1-124,1-2 0,-1-5 1,3 0-1,0-3-243,0-3 1,-2-4 0,0-4 0,-1-4-50,1-4 1,-2-6 0,0-4-1,-3-3 137,-3-3 0,3 0 1,-3-4-1,-1 2 188,-1 2 1,-1 4 404,0 4 1,0 8-1,0 5-322,0 7 1,0 6 0,3 6-1,2 1-482,0 0 1,1 1 0,-2-3 0,0-1-722,-1-2 0,4-2 0,-2-4-786,-1 1 1813,4-5 0,-7-4 0,2-4 0</inkml:trace>
  <inkml:trace contextRef="#ctx0" brushRef="#br0" timeOffset="7796">2320 1433 7796,'2'-6'441,"1"0"1,1 5 494,-1-2 1,-1 3-1,2 3-566,0 2 0,3 6 0,-2 3 1,2 2-217,-2 1 1,3 4 0,-4 0-1,2 2 23,0 3 0,-4-5 0,3 5 1,-1-1-214,-2-1 1,-1-4 0,-1 1-1,0-3-575,0-5 309,0-3 1,0-9-1,0-4 1,1-4 68,1-5 1,2 2-1,4-3 1,-1 1 25,2 2 0,3 1 0,-2 3 0,2 1 94,1 1 0,1 2 0,2 2 0,-1 3 299,-1 3 1,-3 2 0,1 3 0,-1 1 185,-4 1 0,-4 1 1,0 3-1,-3-2-10,-3-1 0,-2 1 0,-3-3 0,-2-2-84,-1-1 1,1-1 0,-3-3 0,0-2-760,0-2 1,0-1 0,-2 0 0,2-1-480,0-2 0,-1-2 0,3-7 0,2-2-5,2-1 1,1-2 0,3 0 964,1 0 0,1 0 0,1 1 0</inkml:trace>
  <inkml:trace contextRef="#ctx0" brushRef="#br0" timeOffset="8136">2580 1449 7796,'6'-4'0,"-1"1"789,2 2 0,0 1 1,1 1-241,-3 2 1,0 5 0,-3 6 0,1 3-335,-1 3 0,1 1 1,0 4-1,0 1-575,1 2 0,-3-1 1,1 1-1,-1-3-458,-1-3 1,3-1 0,0-5-1,0-3-1570,1-5 2388,-4-3 0,4-5 0,-4 0 0</inkml:trace>
  <inkml:trace contextRef="#ctx0" brushRef="#br0" timeOffset="8220">2731 1584 8069,'5'-4'2076,"-2"4"-1732,-2 5 0,-1 2 1,0 3-1,0 1-355,0 3 1,0 1 0,0 0-1,0-2-520,0-1 1,1-1-1,1-2 1,1-2-927,2-1 1,-2-3 1456,2-3 0,1-7 0,2-2 0</inkml:trace>
  <inkml:trace contextRef="#ctx0" brushRef="#br0" timeOffset="8790">2832 1449 7708,'1'-5'-1287,"2"-1"773,-2 4 514,6-1 0,-2 3 0,3 0 0</inkml:trace>
  <inkml:trace contextRef="#ctx0" brushRef="#br0" timeOffset="9133">2942 1433 7796,'-9'6'0,"1"3"562,-1 0 1,1 1 0,0 1 0,-1 3 166,1 2 1,2 5-1,1 0 1,2 2-237,1-1 1,1-3-1,2 0 1,2-1-406,2-1 1,3-7 0,0-1-1,1-3-110,3-1 1,-2-1 0,3-4-1,0 0-1185,0 0 1,1-1-1,2-2 1,-1-3-2030,-1-1 3236,0-2 0,3 1 0,0 0 0</inkml:trace>
  <inkml:trace contextRef="#ctx0" brushRef="#br0" timeOffset="9134">3168 1458 11145,'0'8'835,"0"-2"1,0-1-428,0 2 1,0 0 0,0 3 0,0 1-557,0 3 0,0 6 0,0 2 0,0 3-354,0 3 0,0-2 0,0 2 0,1-2 63,2-4 1,-2-1 0,3-7-1,-1-1-668,-1-5 1,5-5 0,-2-1 1106,-1-4 0,4-3 0,-3-3 0</inkml:trace>
  <inkml:trace contextRef="#ctx0" brushRef="#br0" timeOffset="9477">3353 1466 8709,'-8'4'1373,"1"2"-1102,1 1 0,-2 2 1,3 2-1,-3 1-2,0 1 1,0-2 0,2 3-1,0 1 145,0 1 1,2-2 0,0-1 0,2 0-88,-1 0 1,0-3-1,3 2 1,0-3-446,0-1 1,4 1-1,1-2 1,3 0-102,0-2 0,1-3 0,2 1 0,0-2-604,-1-1 1,0 0 0,-2-1 0,0-2-2743,1-2 3565,-1 1 0,1-4 0,-1 4 0</inkml:trace>
  <inkml:trace contextRef="#ctx0" brushRef="#br0" timeOffset="9478">3446 1626 7795,'8'0'125,"-2"0"0,-1 0 401,2 0 1,-2 0 0,0-1 0,2-2-3,0-2 0,2-3 0,-1-1 0,0-2-341,1-3 1,-1-3-1,0-2 1,-2-2-104,0 0 0,-4 2 0,1 1 0,-2 2-5,-1 2 0,-1 4 1,-2-1-1,-3 5 51,-1 3 0,-2 2 0,1 2 0,-1 3 317,1 4 1,0 1-1,-1 5 1,2 2-167,1 3 0,2 0 1,2 3-1,-1 1-374,1 2 1,1 0 0,1-1 0,0-1-252,0 0 1,4-2 0,1 1-1,3-4-1107,0-3 1,1-8 0,-1 0 0,0-2-1742,1-3 3196,-1-1 0,4-5 0,2 0 0</inkml:trace>
  <inkml:trace contextRef="#ctx0" brushRef="#br0" timeOffset="9844">3622 1643 10846,'6'2'1254,"0"1"0,0-1-1154,2-1 1,0-1 0,0 0 0,2 0-139,1 0 1,-1 0-1,4 0 1,1-1-1581,1-2 1,1 1 0,0-2 1617,-1 0 0,1-2 0,0 1 0</inkml:trace>
  <inkml:trace contextRef="#ctx0" brushRef="#br0" timeOffset="9845">3858 1491 7795,'-9'9'0,"1"-1"1213,-1 1 1,1 0-1,0 1 1,-1 2-256,1 1 1,1 2-1,1 4 1,-2 2-929,2 0 1,2 2-1,-1 2 1,2 0-661,1 0 1,1-2 0,1-3 0,0 0 410,0-2 1,4-8-1,1 1 219,3-3 0,4 0 0,1 0 0</inkml:trace>
  <inkml:trace contextRef="#ctx0" brushRef="#br0" timeOffset="10198">3933 1769 7795,'0'8'984,"-2"-2"1,-1-1-75,1 2 0,-2-2-3070,1 0 2160,1-3 0,-2-2 0,-1-5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0:25.6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32 412 8039,'0'9'0,"-1"-2"285,-2-1 1,1 0 0,-2-2-1,-1 0 389,0-1 1,2 0-426,-2-3 1,3-4-1,0-2 1,3-5-84,2-6 1,6-5 0,1-5 0,2-3-242,3-2 0,1 2 1,0-6-1,2-1 11,2-3 1,1 2 0,3-1 0,-1 6 158,-4 6 1,-4 13 0,-2 6 208,0 5 1,-6 14 0,-3 3 0,-1 7-26,-1 5 0,1 3 1,-3 4-1,0-1-325,0 2 1,0-5-1,0 4 1,-1-2 56,-1-2 1,1-3 0,-2 0 0,1-1-826,-1-2 1,2-3-1,-2-1 1,1-3 813,0-2 0,-3-8 0,-3 2 0</inkml:trace>
  <inkml:trace contextRef="#ctx0" brushRef="#br0" timeOffset="437">91 336 7729,'-9'-4'354,"1"-3"1,0 4 0,0 1 614,2-2 0,3 2 0,3-4-715,0 0 0,7-1 0,4 1 0,4 0-243,2 0 0,4-2 0,1 1 0,2 0-935,2 2 0,-4 0 0,0-1 0,1 3 924,-2-1 0,4 3 0,-4-3 0</inkml:trace>
  <inkml:trace contextRef="#ctx0" brushRef="#br0" timeOffset="859">452 160 9194,'-5'3'0,"-1"0"543,-1 2 0,3 1 0,-1 3 0,1 2-175,2 3 1,2 0 0,0 2 0,0 4-191,0 3 0,0 1 0,0 4 1,2-1-730,1 1 1,4-2 0,-2 1 0,2-3-1164,-2-1 1,3-9 1713,-3 0 0,3-3 0,0-3 0</inkml:trace>
  <inkml:trace contextRef="#ctx0" brushRef="#br0" timeOffset="1288">435 252 7729,'-4'-5'781,"1"-1"1,2 3-1,2-2-292,2-2 0,1 0 0,6-2 0,1 1-621,3 0 0,3 2 0,1 0 0,2 1-439,-1 0 0,1 1 0,0 4 0,-2 0 571,0 0 0,-5 4 0,-1 1 0</inkml:trace>
  <inkml:trace contextRef="#ctx0" brushRef="#br0" timeOffset="1289">528 278 8102,'-9'0'2601,"2"1"-2193,1 1 0,4-1 0,5 1-354,6-4 0,3 0 0,5-2 0,-1-1-199,1 0 1,3 1-1,-1-3 1,1 2-413,1-2 1,-6 3 0,0 2 556,-2 1 0,2 1 0,-1 0 0</inkml:trace>
  <inkml:trace contextRef="#ctx0" brushRef="#br0" timeOffset="1290">519 479 7729,'-8'4'226,"1"1"0,0 2 877,1-1 1,5-2-1,1-4-673,5 0 1,3-1 0,1-2 0,2-3-664,3-1 1,2-2 0,1 1 0,0 0-745,-1-1 0,1 0 0,0-1 977,0-2 0,3-3 0,2 2 0</inkml:trace>
  <inkml:trace contextRef="#ctx0" brushRef="#br0" timeOffset="1673">881 202 8805,'-12'9'0,"-2"3"721,-2 2 1,3-1 0,1 1 0,3 1-417,1 0 0,3-1 0,2 0 0,3-1-16,3 0 0,2-3 0,3 2 0,1-1-215,3 0 0,-3 1 1,2-4-1,-1 1-127,-2-1 1,-1 3 0,-1 1-82,-3 1 0,-4-5 0,-4 0 0,-3 0-38,-1-1 0,-5 2 0,1-2 1,-1 0-984,0-2 0,3-3 0,-2 1 466,1-2 0,4-5 0,6-3 0,1-2 689,1-2 0,0-4 0,0 2 0</inkml:trace>
  <inkml:trace contextRef="#ctx0" brushRef="#br0" timeOffset="1674">973 345 8296,'0'8'2000,"0"-2"1,1-1-1028,2-2 0,-1 0 1,3-3-773,2 0 0,1 0 1,3-1-1,0-1-630,-1-1 1,0-2 0,1 2 0,0 1-117,-1 1 1,0-2 0,-2 1 0,0 0 544,1 1 0,-1 1 0,1 0 0</inkml:trace>
  <inkml:trace contextRef="#ctx0" brushRef="#br0" timeOffset="2041">1049 269 8178,'-6'-3'3065,"1"1"-2706,-1-1 0,2 0 1,4-1-1,5 0 1,2-3 1,6 2-1,1 1 1,2 0-376,0 2 1,1 1-1,0 1 1,0 0-110,0 0 0,-4 5 0,-2 3 0,-3 5 120,-2 3 0,-2 5 0,-5 1 0,-3 3 71,-4 3 1,-5-1-1,-3 3 1,-2 0-697,-2 0 0,2-6 0,-1 1 0,2-4-1248,3-2 0,-1-8 1877,4-3 0,0-5 0,2 1 0</inkml:trace>
  <inkml:trace contextRef="#ctx0" brushRef="#br0" timeOffset="2415">1494 219 7729,'-8'-9'228,"3"5"0,-5-3 0,2 4 1,-2 2-1,1 0 0,1 2 1,-1 2 132,1 6 0,-1 3 1,2 6-1,0 1-112,2 4 1,3-1 0,0 1 0,3 3-89,2 0 0,6-5 0,0 3 1,3-6-358,3-5 1,2-3 0,2-5-1,1-3-93,2-4 1,-2-6 0,0-7 0,0-4 52,-2-3 1,-2-6 0,3-2-1,-4-1 197,-4 0 1,-2 7-1,-1 1 1,-2 4 374,-4 6 1,-1 8 0,-2 9 11,-1 9 0,0 4 0,-3 4 0,0 2-36,1 1 0,2-3 0,-1 4 0,2-2-1016,1-1 1,1-3 0,2-5 0,3-3-200,5-1 0,-1-7 0,4-3 0,1-6 903,1-7 0,4-5 0,2-7 0</inkml:trace>
  <inkml:trace contextRef="#ctx0" brushRef="#br0" timeOffset="2800">1864 143 7892,'0'-8'18,"0"-1"0,-1 5 1,-1 2 723,0 4 1,-1 3-1,3 6 1,0 4-273,0 4 1,0 0 0,0 3 0,0 2-633,0 0 0,3 2 0,0 0 0,1 1-565,0 0 1,-1-5 0,-1 2 0,1-2-718,-1-4 0,-1-4 1444,-1-3 0,-4-1 0,0-2 0</inkml:trace>
  <inkml:trace contextRef="#ctx0" brushRef="#br0" timeOffset="3186">1780 345 7729,'1'-8'944,"1"2"-605,1 0 1,3 3 0,0-1-1,2 0-405,3 2 0,3-2 0,2 1 0,2-1-453,2 0 1,0-2 0,4 1-1,-2-1-955,1 1 1474,-2-1 0,-1-6 0,-3-1 0</inkml:trace>
  <inkml:trace contextRef="#ctx0" brushRef="#br0" timeOffset="3187">2108 160 6685,'5'4'583,"-3"1"0,-1 4 164,-1 2 0,0 0 0,0 5 0,0 3-372,0 1 1,0 4-1,-1 3 1,-1 2-617,0 0 1,-1-1 0,3 1-1,0-1-602,0 0 0,0-8 0,0 2 843,0-7 0,-4 1 0,-1-3 0</inkml:trace>
  <inkml:trace contextRef="#ctx0" brushRef="#br0" timeOffset="3578">2007 404 8847,'4'-5'954,"2"1"-1268,5 1 0,-1 1 0,5-3 0,2 0-1846,1 1 2160,6 2 0,-3-6 0,4 4 0</inkml:trace>
  <inkml:trace contextRef="#ctx0" brushRef="#br0" timeOffset="3579">2335 286 7729,'-12'4'442,"1"0"0,-2 4 0,0-1 103,0 2 0,3-2 0,-1 6 0,1 0-248,2 0 1,0-1 0,3 1 0,2 0-136,2 0 1,2-4 0,2 0 0,3-5-452,5 0 1,-1-3-1,4 1 1,1-5-205,1-5 1,-2-3-1,0-5 1,0-1 71,-1-1 1,2-3 0,-4 3 0,-1 1 488,0 2 0,-5 4 0,0-2 1,0 1 948,-1 1 1,-3 7-657,-1 4 1,-1 4 0,-3 8-1,-1 2-293,0 1 0,3 5 1,0 1-1,1-1-140,1 1 0,2-5 1,3-2-1,2-2-1933,2-2 1,5-4 2004,0-4 0,2-1 0,1-1 0</inkml:trace>
  <inkml:trace contextRef="#ctx0" brushRef="#br0" timeOffset="3972">2595 185 7729,'-8'-4'0,"0"4"0,-1-3 0,0 3 645,-2 3 0,0 5 1,-2 6-1,1 3 296,2 2 0,1 0 0,4 3 1,2 3-478,2 2 1,1-4 0,1 1 0,2-1-1043,2-2 0,7-5 0,1-1 0,2-4-499,1-3 0,-2-5 0,4-1 0,1-3-230,-1-4 0,2-4 1307,0-8 0,-1-4 0,-2 0 0</inkml:trace>
  <inkml:trace contextRef="#ctx0" brushRef="#br0" timeOffset="3973">2789 227 7729,'-6'0'0,"0"1"637,0 2 0,1-1 1,0 3-1,-1 2 12,1 0 1,-1 6 0,3 0-1,0 2-173,0 1 0,2 2 0,-2 5 0,2 0-748,1 0 1,0 2-1,0-1 1,0-2-547,0-2 1,0-3 0,1-3 0,2-4 60,2-4 0,4-3 0,1-6 0,1-3 757,-1-4 0,0-3 0,-2-4 0</inkml:trace>
  <inkml:trace contextRef="#ctx0" brushRef="#br0" timeOffset="4363">2915 210 7729,'0'-8'439,"0"0"1,0 2-1,-1 1 1,-2 2 199,-3 1 1,2 1 0,-2 1-1,0 2-166,-2 3 1,-1 2 0,-1 7 0,-2 2-195,2 2 1,1 1 0,0 2 0,2 1-38,1-1 0,2-5 1,2 1-1,-1-2-731,1-2 1,2 0 0,3-3-507,2 2 1,3-5 0,0-4 0,2-2-212,1-1 0,-2 0 1,2-1 1205,-1-2 0,2-5 0,1-5 0</inkml:trace>
  <inkml:trace contextRef="#ctx0" brushRef="#br0" timeOffset="4364">2948 345 8008,'9'0'1112,"-4"0"0,1 0-774,1 0 0,0-3 1,1-1-1,2 0-357,1-3 0,-2 0 1,2-2-1,-1 0-28,-2-2 0,-2 0 0,-2-2 0,0 0 120,-2 0 1,-1 3 0,-2 0 0,-2 3-37,-2 4 0,-3 2 0,0 2 0,-2 3 414,-1 4 0,2 3 0,-1 5 0,2 1-259,3 1 0,3 3 0,-1-2 0,2 1-654,1 0 1,0 1 0,1 1 0,3-3-534,4-4 1,0-3 0,5-4 0,-2-3 994,0-2 0,4-6 0,-2-1 0</inkml:trace>
  <inkml:trace contextRef="#ctx0" brushRef="#br0" timeOffset="4754">3192 286 9465,'5'4'774,"-2"1"1,-2 4 0,-1 1-1,0 2-465,0 1 0,0 1 1,0 3-1,-1 1-273,-2 1 0,1 3 0,-4 2 0,0 0 27,-2-2 1,0-6 0,-1 0 0,1-3 91,0-3 1,2-4 0,0-4-118,0-4 1,2-4 0,1-5-1,3-4 114,3-4 1,-1 1-1,4-4 1,1 2-178,3 1 1,1 1 0,2 1 0,0 0-718,0 1 1,-1 2-1,4 1 1,2 0-238,-1-1 1,2 6 0,0-1 978,0 1 0,5-1 0,-3 4 0</inkml:trace>
  <inkml:trace contextRef="#ctx0" brushRef="#br0" timeOffset="5282">3856 194 7729,'0'-5'286,"0"3"0,0 7 0,0 5 15,0 5 0,0 1 0,0 6 0,0 2-80,0 0 0,0-2 0,0 0 1,0-2-45,0-1 1,0-5 0,0-3-236,0-1 0,-1-6-39,-2-1 0,-1-3 0,-5-2 0,0-2-64,-2 0 0,-2-1 0,-3-2 0,1 3 84,1 0 0,1 1 1,-1 3-1,2 0 237,-1 0 1,7 1-1,-2 1 1,1 3-97,2 2 0,2 0 0,3 5 1,1 0-161,1 2 1,3-1 0,3 1-1,2 0-273,1-1 0,2-1 1,4-4-1,1-3 186,1-2 0,0-3 1,2-3-1,1-3-172,-1-4 0,-1-7 0,1-5 0,1 0 355,-1 0 0,-6 2 0,-1-1 0,-3 3 0,-3 2 0,-3 5 0,-8 3 0,-6 8 0,-1 5 479,-2 2 0,3 4 1,-3 2-1,4 0 112,2 2 0,2 1 0,2-1 0,-1 0-433,1-1 1,5-3 0,3 0 0,1-2-173,2 0 1,3-5-1,2-2 1,2-5 9,0-5 0,-2-1 1,-1-5-1,-3-2 29,-3-3 1,-1 4-1,-1-2-168,-2 1 1,-2 1 0,-2 1 0,-2 3 0,-2 2-237,-3 0 1,0 4 0,0 0-331,-1 1 1,4 2 0,0 3 144,1 1 1,1 0 563,3 4 0,4-1 0,1 4 0</inkml:trace>
  <inkml:trace contextRef="#ctx0" brushRef="#br0" timeOffset="5690">4175 387 7729,'5'1'0,"-1"1"234,0 0 0,-3 1 0,5-3 0,1-1 183,0-1 1,2-3 0,2-4 0,1-3-321,1-2 1,-3 1 0,1-1 0,-1-1-87,-2-1 0,0 2 0,-3 1 0,-2 1 135,-2 2 0,-2 2 1,-3 2-1,-3 3-42,-3 2 0,-5 5 0,2 2 0,-2 2-25,1 3 0,3 3 0,-2 5 1,1 1-65,2 2 0,0-3 0,3 3 0,1-1-412,4 1 1,1-2 0,3 1-1,2 0-80,5-3 1,6-4-1,0-4 1,5-3-7,1-4 0,-1-3 0,2-4 0,-1-5 483,1-7 0,-4-8 0,3-6 0</inkml:trace>
  <inkml:trace contextRef="#ctx0" brushRef="#br0" timeOffset="6094">4428 261 7976,'-9'-5'1703,"4"1"-1464,-1 4 0,5 1 1,0 2-157,3 3 0,5 2 0,-2 2 1,3 3 55,0 0 1,-1 2 0,0 3 0,-2 3 98,-2 0 1,0 2 0,-3 1 0,-1-1-130,-2 0 0,-1-5 0,-6 2 1,0-3-445,-1-3 0,-3-5 1,3-4-1,0-1-502,-2-3 1,5-3 0,-1-4 0,3-1 836,2-2 0,-2-3 0,1-1 0</inkml:trace>
  <inkml:trace contextRef="#ctx0" brushRef="#br0" timeOffset="6598">4797 303 7739,'-4'1'344,"1"2"1,-1 2 0,1 5-1,2 4-190,0 1 1,0 1 0,-1 7 0,-1 1-7,1 3 0,0-4 0,0 2 0,0-3-29,0 0 0,1-7-245,1 2 0,1-9 1,1-4-1,1-5-60,2-8 0,-2-7 0,2-6 1,2-3 8,0-3 0,5-2 0,-1-3 0,-1 2 99,-1 3 1,1 2 0,0 2-1,1 1-15,0 4 0,-1 5 0,1 3 60,3 5 1,-2 2-1,-2 6 1,-2 4-19,-2 5 0,-4 4 1,3 3-1,-1 0-23,-2 2 1,-1 7 0,1 0-96,1 2 1,1 2 0,-1-5 0,1-4-1,3-2-111,1-4 1,-1-4 279,4 2 0,2-4 0,0 2 0</inkml:trace>
  <inkml:trace contextRef="#ctx0" brushRef="#br0" timeOffset="7013">5134 328 7729,'-17'0'150,"1"4"0,1 1 0,1 4 257,-1 2 0,3-1 1,1 4-1,2 0-85,4-1 1,1 3 0,5-3 0,2 1-329,2 0 0,4-3 0,3-1 0,4-3-91,2-1 1,3-4 0,-2-1 0,0-5-83,0-4 0,-1-5 1,-2 0-1,-2 0 55,0-2 0,-4 2 1,-2 0-1,-4 0 171,-3 0 1,-2 3-1,-2 0 1,-2 2-102,-3 2 1,-3 5 0,0-2-1,0 2-304,2 1 1,1 0 0,-1 0-537,1 0 1,4-1 893,4-2 0,0 2 0,11-10 0,-1 2 0</inkml:trace>
  <inkml:trace contextRef="#ctx0" brushRef="#br0" timeOffset="7075">5327 236 7729,'1'8'250,"2"0"1,-2 5 0,1 1-1,-1 1-67,-1 2 0,-1 1 0,0 2 0,-2 2-132,1 2 0,1 0 1,1 0-1,-1 2-582,-2 0 1,2 0-1,-2 0 1,3-1-527,0 0 1057,-4-7 0,-1 5 0,-3-5 0</inkml:trace>
  <inkml:trace contextRef="#ctx0" brushRef="#br0" timeOffset="7817">5226 505 7729,'-5'-1'1565,"4"-2"-1277,2-3 1,4-4-1,4-1 1,3 0-179,2-2 0,5 4 1,4-2-1,3 2-1277,5 0 0,1 1 1,9-1 1166,2 1 0,5-1 0,-1 1 0</inkml:trace>
  <inkml:trace contextRef="#ctx0" brushRef="#br0" timeOffset="8253">5764 286 7970,'0'-5'1478,"0"2"1,0 10 0,0 5-1339,0 6 0,-1 3 0,-1 6 0,-1 1-237,1 2 0,-1 2 1,0-1-1,1-3-772,1-2 0,1-7 1,1-3-1,2-3-29,2-3 0,0-4 1,1-4 897,0-1 0,2-4 0,0-2 0</inkml:trace>
  <inkml:trace contextRef="#ctx0" brushRef="#br0" timeOffset="8254">5966 328 7903,'0'-8'-331,"-1"2"791,-2 0 0,1 5 0,-4-2 0,0 2 136,-2 1 1,0 0-1,0 1 1,-2 2-356,-1 2 1,2 5-1,-3 3 1,0 0 78,1 2 1,-1 0-1,2 2 1,-1 1-31,0 2 1,6-4 0,2 1 0,2 0-588,1-2 1,1-3-1,3 0 1,4-1-171,5-4 0,6-4 0,1 0 0,1-2-614,-1-1 0,1-1 1,-1-2-1,1-3-855,1-1 1936,-2-2 0,1-3 0,0-1 0</inkml:trace>
  <inkml:trace contextRef="#ctx0" brushRef="#br0" timeOffset="8680">6092 378 7932,'-6'6'62,"1"0"1,1-1 256,-1 0 1,2 2 0,-1-1 0,-1 2-23,0 4 1,3 1 0,-1 4 0,0 0-158,0 3 1,0 0 0,3 4 0,0-3 25,0 0 0,0-2 1,0-3-5,0-2-383,0-5 0,1-13 1,2-7-1,3-4 170,1-2 0,4-4 0,1-1 0,-1-2-178,1-1 0,-3 0 0,2 3 0,0 2-105,0 3 0,-5 3 0,3 4 657,-2 4 1,-3 3 0,-1 7 0,-2 4-249,-1 5 1,0 6 0,0 1 0,0 3-341,0 3 0,0-4 0,0 3 0,0-1-65,0-3 0,0 0 0,1-5 0,2-2 330,2-3 0,6-2 0,2 0 0</inkml:trace>
  <inkml:trace contextRef="#ctx0" brushRef="#br0" timeOffset="9113">6319 446 7928,'-9'4'267,"1"5"0,-1-2 0,1 4 183,0-1 0,-1 3 1,2 0-1,1 1-187,3 0 0,2 0 0,2 2 0,2-2-179,3-3 1,2 1 0,2-2 0,3-2-504,0-4 1,-2-3 0,2-1 0,0-2 56,0-4 1,-3 0-1,1-8 1,-4-2 466,-1-3 1,-4 0-1,0-2 1,-1 0 243,-1 3 0,0 0 0,-1 1 0,0 1-80,-2 2 0,-4 2 0,2 5 0,-2 0-672,1 1 1,-1 5-468,1-2 1,3 3 0,0 3 869,2 2 0,1 3 0,0 0 0</inkml:trace>
  <inkml:trace contextRef="#ctx0" brushRef="#br0" timeOffset="9114">6453 437 8831,'-8'4'340,"-1"2"1,5-2-1,1 2 1,1 0-63,-1 2 0,2 0 0,-2 1 0,3 0-316,3 2 0,-1-1 1,4 1-1,0-2-89,2 0 1,0-4 0,1 0-1,-1-1-39,0-3 1,1-1 0,-1-2-1,1-5 8,-1-3 0,0 0 1,0-4-1,-2-1-16,0-1 0,-3 3 0,1 1 545,0 3-245,-1 1 1,-3 8-1,1 4 1,1 7-69,1 2 0,-1 1 0,-2 3 0,1-2 122,2-1 1,-2 1 0,2-3 0,-1-2 113,1-1 0,-3-3 0,4-2-56,0 0 1,0-5 0,2-4 0,0-4-45,0-2 1,2-5-1,-1-3 1,1-1-307,0-1 0,-3 4 0,5-3 0,0 3-588,0 3 0,-4 1 0,0 4 0,0-1-334,2 3 1034,-3 4 0,2-1 0,-2 4 0</inkml:trace>
  <inkml:trace contextRef="#ctx0" brushRef="#br0" timeOffset="9547">6756 530 7883,'-5'0'-61,"-2"0"1,2 0 0</inkml:trace>
  <inkml:trace contextRef="#ctx0" brushRef="#br0" timeOffset="10079">4579 883 7859,'-1'-6'0,"-2"1"533,-2-2 1,1 0-1,1-2-58,2 1 1,2 0-1,2 2 1,2 0-112,3 0 0,4 1 0,3-1 0,4 0-327,3-2 0,0 3 1,-1 0-1,0 1-394,1 2 1,-2 2 0,1 0 0,0 0 13,-3 3 1,-3 1 0,-2 3 342,-1-2 0,0 1 0,-4 2 0</inkml:trace>
  <inkml:trace contextRef="#ctx0" brushRef="#br0" timeOffset="10576">4797 866 7708,'-3'12'-56,"-2"-2"1,-3 4 0,-1 1 502,1 1 1,2 2-1,2 2 1,0 3-259,2 4 0,1-3 1,1 3-1,0 0-224,0 0 0,4-4 0,1-3 1,3-2-611,0-5 1,1-2 0,-1-4 0,0-1-431,1-4 1075,-1-4 0,1-3 0,-1-3 0</inkml:trace>
  <inkml:trace contextRef="#ctx0" brushRef="#br0" timeOffset="10577">4856 900 8891,'0'8'0,"0"2"411,0 4 1,0 1 0,0 8 0,0 0-279,0 1 1,1 2 0,1 1 0,2 2-98,0 1 0,1-6 0,2-2 0,-2-3-198,2-2 0,0-4 0,2-3-84,-1-4 0,-2-3 0,-1-6 1,2-2 108,0-3 0,-2-4 0,-1-2 1,-1-2 47,-1 0 1,4-4 0,-2 0 0,-1 2 80,1 0 0,0 4 1,-2 1 414,1 1 0,-1 2-329,-2 8 1,0 2-1,0 10 1,0 1 86,0 3 0,0-1 0,1 1 0,1 1-404,1 1 1,1 1-1,-2-1 1,1-1-224,2-1 0,1-1 0,2 1 462,0-3 0,4-2 0,2 0 0</inkml:trace>
  <inkml:trace contextRef="#ctx0" brushRef="#br0" timeOffset="11096">5117 1059 7859,'-9'0'344,"1"0"1,0 1 0,-1 1 34,1 1 1,2 2-1,1-1 1,2 1-158,1 1 1,1 2-1,1 0 1,1 2-232,2 1 0,2-2 0,6 2 0,1-1-307,1-2 1,1 1-1,2-2 1,-1-1-14,-1-4 1,0-1-1,2-1 1,-2-1 169,0-1 0,0-3 0,0-4 0,-4-2 297,-4 0 1,1-4 0,-3 2 0,-1 0 268,1 2 0,-1 1 1,-3 2 291,0 0 0,-1 3-777,-2 2 1,-1 3-1,-1 3 1,2 3-207,2 1 0,1 1 0,0 1 1,0-1-745,0 1 0,1-1 0,2 0 1028,2-3 0,7 3 0,1-4 0</inkml:trace>
  <inkml:trace contextRef="#ctx0" brushRef="#br0" timeOffset="11097">5369 1034 7771,'0'8'537,"0"1"38,0-1 0,0-2 0,0-1 0,1 3-170,2 2 1,-2 0 0,1 2 0,-1-1-235,-1 0 1,0 1 0,0-1 0,0 1-130,0 1 1,0-3-1,-1 1 1,0-1-842,-2 2 1,-4-6 0,3 3 0,-2-3-947,0-1 0,4 0 1745,0-3 0,-3-1 0,0 3 0</inkml:trace>
  <inkml:trace contextRef="#ctx0" brushRef="#br0" timeOffset="11098">5495 1202 7859,'-4'9'766,"2"0"1,-2 1-1,-1 2-124,0 1 1,3-1 0,-4 2-1,0 1-271,2 4 0,-3 0 0,4 2 1,1 1-1423,-2-1 0,3-4 0,-2 1 0,2-1 1051,1-2 0,0 0 0,0 1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0:50.76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 93 8106,'-1'-9'-1149,"-2"1"1067,2 3 0,-2 1 0,6 4 108,3 0 1,1 1 0,1 1 0,2 2-367,1 1 0,-2-4 340,3 2 0,1 2 0,0 0 0</inkml:trace>
  <inkml:trace contextRef="#ctx0" brushRef="#br0" timeOffset="409">260 0 8106,'-9'4'0,"1"0"-92,0 1 0,-2 3 0,1-3 0,-1 3 241,-1 0 1,7-2 0,-4-1 0,4 2-106,2 0 1,1 2 0,2-1 0,2 1-153,2 3 1,4-3 0,1 2 0,2-1 14,1 2 1,1-3 0,3 2 0,0 0-39,-1 0 1,-2-4-1,0 3 1,-2 1 122,-2-2 1,-2 0 0,-2 0 0,-3 0 103,-2 2 1,-5 0-1,-2 2 1,-2-1-10,-3-2 1,-2-1 0,-4 0 0,0-2 35,0-1 1,0 0 0,1-3 0,0-1-249,2-1 0,2-4 1,3 0-1,2-3-257,1-3 1,2-1 0,5-3 381,2 1 0,6-7 0,4 2 0</inkml:trace>
  <inkml:trace contextRef="#ctx0" brushRef="#br0" timeOffset="835">377 42 8106,'0'9'0,"0"-1"0,0 0 0,0 2 58,0 1 0,0-1 1,0 4-1,0 1 320,0 1 1,1 1-1,1 0 1,1 0-526,-1 3 1,-1-2 0,-1 1 0,1-1-384,2-1 0,-2-1 0,1-2 1,-1-2 529,-1 0 0,-3-3 0,-2 3 0</inkml:trace>
  <inkml:trace contextRef="#ctx0" brushRef="#br0" timeOffset="836">327 277 8106,'-4'-13'10,"3"1"0,-2 4 0,0-1 28,0 1 0,0 0 1,3-1-1,0 1 20,0-1 0,4 2 0,2 0 0,1 2 13,1-2 0,2 4 0,0 0 1,2 1-398,1-1 1,-2 2 0,3-2 0,-1 2 325,0 1 0,1-3 0,3-2 0</inkml:trace>
  <inkml:trace contextRef="#ctx0" brushRef="#br0" timeOffset="837">520 126 8106,'0'6'-22,"1"-1"0,1 2 184,1 0 0,0 2 0,-3 0 0,1 2-49,2 3 1,-3 2-1,4 1 1,-1 0 53,0 0 1,1-1 0,-3 1 0,2-1-179,-1-2 1,-1 1 0,-1-4 122,0 0 0,-1-6-82,-2-2 0,0-4 1,-3-4-1,3-4-120,2-3 0,1-2 0,0-3 0,0 0-53,0 0 1,0 1-1,1-1 1,2 0-196,3 0 0,1 3 0,1 1 0,2 1-1193,1 2 1531,2 0 0,4-2 0,0-1 0</inkml:trace>
  <inkml:trace contextRef="#ctx0" brushRef="#br0" timeOffset="1262">714 135 8106,'-12'14'192,"2"-1"0,0 0 174,1 0 1,-1 1 0,3 2 0,0 0-157,2 0 0,3-4 0,-1 4 1,2-3-219,1-2 1,5-5 0,2-1 0,4-1-100,2-2 0,1-3 0,2-4 1,-1-4-92,-1-4 0,-1 2 0,1-3 0,-2-1 48,-3-1 0,-1 0 1,0 0-1,-3 1 141,-2 1 1,-2 4 0,-2-2-1,-2 4 78,-2 2 1,-3 0 0,0 3 0,0 1-71,-1 1 1,1 1 0,-1 0 0,1 0-203,-1 0 0,2 4 0,0 1-854,2-1 1,3 1 1056,-1-2 0,6-2 0,2 6 0,3-2 0</inkml:trace>
  <inkml:trace contextRef="#ctx0" brushRef="#br0" timeOffset="1701">789 143 8106,'6'0'277,"0"0"0,-2 1 50,2 2 1,0 1 0,-3 5 0,-1 0-242,-1 2 1,-1 1 0,1 2 0,1 3 30,1 1 0,-1-4 1,-2 4-1,0-1-197,0-2 0,0-3 1,0 1-121,0-1 1,0-4 122,0-2 1,0-5 0,1-1 0,1-6 67,1-4 1,1-3 0,-2-5-1,1-1 5,2-4 1,-2 1-1,1-2 1,1 0 65,0 1 0,-2 3 0,2 1 36,2 4 0,-3 4 0,1 7-14,-1 4 1,-1 4-1,-3 7 1,0 3-184,0 2 1,1 4 0,0 0 0,2-2-443,-1 0 0,0-2 1,1-2-1,1-3 122,1-2 1,3 0-1,-3-2 1,3-1 418,0-3 0,-3-2 0,6-5 0,-2-1 0</inkml:trace>
  <inkml:trace contextRef="#ctx0" brushRef="#br0" timeOffset="1702">1016 168 8106,'0'-11'0,"0"0"64,0 0 0,0 2 0,-1 2 0,-1 1 311,-4 3 0,1 6 0,0 3 0,-3 1-38,-2 2 1,3 3-1,-1 2 1,0 1-166,1-1 0,2 2 0,3-3 0,1 0-376,1-2 1,0-2 0,1 0 0,1-1-198,4 0 0,1-3 0,3-2 0,0-2 11,1-1 1,3 3-1,-3-1 0,1 1 318,0 1 1,-3 2 0,1 4 0,-2 2 530,-3 1 1,-3-2 0,1 3 0,-3 2-137,-3 3 0,-1-1 0,-5 1 1,0-1-106,-2-1 1,1 0 0,-1-2 0,1-1-587,-1-2 0,4-6 0,-1-1-230,0-1 0,5-3 0,0-3 0,2-4-1416,1-1 2014,4-6 0,0 0 0,5-3 0</inkml:trace>
  <inkml:trace contextRef="#ctx0" brushRef="#br0" timeOffset="2141">1075 395 8106,'8'-6'31,"1"2"1,-1-1 306,1 0 1,-1 3-1,1-4-78,-1 0 0,0 1 1,0-2-1,-2-1-6,0-2 1,-1-4 0,1 2-1,-1-2-272,-1 0 1,-1 0-1,-1 0 40,1-1 1,-1 7 0,-5 3 28,-3 6 1,-1 5-1,-1 6 1,2 5-26,0 4 1,1 2 0,-3 0 0,2 2-55,0 1 1,3-4 0,-1 2 0,0-2 0,2-4 0,1-1 0,1-3 1,1-3-1007,2-1 0,2-6 0,6-3 0,1-4 1033,1-6 0,-3-9 0,6 1 0,-3-8 0</inkml:trace>
  <inkml:trace contextRef="#ctx0" brushRef="#br0" timeOffset="2576">1235 336 8106,'4'-8'-34,"0"0"0,-1 2 700,0 0-200,0 4 0,-2 2 0,0 6 0,2 2-199,-1 4 1,0-2 0,0 4-1,1 1-98,-2 1 1,1 1-1,0-1 1,1 1-165,-1 0 0,-1 0 0,-1 0 1,0-1-73,0 1 1,0-3 0,0-1 0,-1-1 62,-2-1 1,1-5 0,-3-1 149,-2-1 1,1-5-1,-1-6 1,2-3-84,2-4 0,0-3 1,3-2-1,0-1-170,0-2 1,1 0 0,1-2 0,1 1-542,2 4 0,1 1 0,2 1 0,1 0-250,3 0 1,-2 3 0,3 2 897,-1 3 0,7-9 0,-2 4 0</inkml:trace>
  <inkml:trace contextRef="#ctx0" brushRef="#br0" timeOffset="2577">1470 185 8519,'-7'1'1115,"0"2"1,1 1-887,0 1 0,-2 3 1,1-3-1,0 4-198,2 2-31,-1-2 0,-2 7 0,-1-3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0:49.8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68 118 8092,'-9'16'-85,"1"-5"1,0 6 0,-1-1-338,1 0 1,2-2 0,1-1 0,1-1 421,-1-2 0,3-1 0,-1 4 0,3 0 0</inkml:trace>
  <inkml:trace contextRef="#ctx0" brushRef="#br0" timeOffset="482">110 9 8250,'-9'0'471,"4"-1"0,-1-1-618,0-1 1,-2 0 0,1 4 78,1 2 1,2-1 195,4 3-128,0 1 0,4 2 0,1 1 0</inkml:trace>
  <inkml:trace contextRef="#ctx0" brushRef="#br0" timeOffset="483">202 101 8131,'-3'12'0,"0"2"111,-2 2 0,3-2 0,-1-1 0,2 0 266,1 0 1,0-2-1,0 0 1,0-1-229,0 1 1,0-1 0,1 1 0,1-1-141,1 1 0,0-1 0,-3 1 0,-1-2-541,-2 0 0,-2-4 0,-3 1 0,0-1 532,-1 0 0,-3 3 0,-1-4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0:48.51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 85 8943,'-5'4'-9,"2"1"1,2 4-1,1 1 1,0 1-307,0-1 0,0 3 0,0-2 0,0-1 315,0-1 0,4 0 0,1-1 0</inkml:trace>
  <inkml:trace contextRef="#ctx0" brushRef="#br0" timeOffset="477">84 9 7512,'-8'0'-725,"2"0"639,1 0 0,2 0 0,-2 1 86,2 2 0,0-2 0,3 3 0</inkml:trace>
  <inkml:trace contextRef="#ctx0" brushRef="#br0" timeOffset="537">210 1 8107,'0'14'-20,"-3"0"0,2-3 0,-3 2 0,1 0 281,0 0 1,1 1 0,2 2 0,-1 0-76,-2 1 1,2-2 0,-2 4 0,2 0-695,1 1 0,0-4 0,0 1 0,0 0 508,0-2 0,0 0 0,0 2 0</inkml:trace>
  <inkml:trace contextRef="#ctx0" brushRef="#br0" timeOffset="538">152 194 8107,'-9'-8'744,"5"2"-360,1 1 0,3-1 0,3-2-585,2 3 0,4-3 1,2 4-1,3-2-359,2 1 0,1-1 1,2-2 559,1 3 0,7-6 0,-1 1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1:31.6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7578,'5'6'179,"-3"3"1,4-2 0,-1 2 114,-3 1 0,0 1 1,0-1-1,2 2 63,-2 1 0,-1-1 1,-1 2-1,0-1-149,0 0 1,0-1 0,0 2-1,0-2-135,0 2 1,0-2-1,0 2-166,0-3-222,0 0 1,0-8 112,0-6 0,0-4 1,0-9-1,2-1 67,1 1 0,-2-1 1,4-3-1,-2 2 153,1 1 0,3 4 0,-3-1 1,1 2 442,-1 2 1,1 3 0,-1 1-175,2 2 0,0 0 0,0 5 1,0 3-263,0 3 1,-4 7 0,2 2-1,0 2-136,-1 3 1,1-2 0,-4 5 0,0-2-2343,0-1 1,1-4 2452,2 0 0,3 0 0,5 4 0</inkml:trace>
  <inkml:trace contextRef="#ctx0" brushRef="#br0" timeOffset="1">281 188 7665,'0'10'-377,"0"-3"-196,0 0 573,-5-5 0,-1 8 0,-4-5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1:26.3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218 68 7799,'-10'0'300,"-1"0"0,1 0 0,-1 0 23,1 0 1,-2 0 0,0 1 0,-3 1-120,-1 2 1,2 4 0,-2-1-1,1 3-17,2 4 0,1-1 1,2 3-1,0 0-542,-1 0 0,5-2 0,3 3 0,3 0 5,3 0 1,3 1 0,6-4 0,2-1-239,3-2 1,3-4 0,0-1 0,2-3 587,2-4 0,-2 1 0,8-14 0,-3 3 0</inkml:trace>
  <inkml:trace contextRef="#ctx0" brushRef="#br0" timeOffset="575">301 151 7714,'-10'0'439,"-1"0"0,1 0 0,-1 1-181,1 2 0,0 0 1,-1 4-1,1 1 34,0 1 1,3-1 0,0 1-291,-1 3 0,3 0 0,2-1 0,3-2-66,3-2 0,3 2 0,4-3 1,1 0-126,-1-3 1,1-2 0,2-1 0,1 0 7,-1 0 1,2-4 0,-1-3-1,-2-2-59,0-2 1,-2 2 0,-1 1 0,-1 1 113,-1-1 0,-4 2 0,1 0 243,1 2 179,-4 0 0,0 12 0,-5 3-753,-2 0 1,2 4 0,-1-1 0,0-1-104,3-2 1,1 0 559,1-1 0,-5-4 0,-1-1 0</inkml:trace>
  <inkml:trace contextRef="#ctx0" brushRef="#br0" timeOffset="1141">426 192 9615,'0'11'245,"0"0"0,0 2 0,-1 1-200,-3-2 1,3 5-1,-3-1 1,3 0-74,1-2 1,0 1 0,1-2 0,2-3-44,0-2 1,2-6-1,-2 2-233,4-3 0,-1-7 0,1-3 1,1-5 104,1-2 0,2-1 0,-1-4 0,2 0 208,1 0 1,0 4-1,3 1 1,-1 1 118,-2 2 0,2 5 0,-1 2 0,-2 2-30,0 1 1,-5 6 0,-1 2 0,-1 3-200,1 4 0,-3 2 0,0-1 0,-2 2-470,-1 1 1,0-4 0,0 2 570,0-2 0,0 3 0,0 1 0</inkml:trace>
  <inkml:trace contextRef="#ctx0" brushRef="#br0" timeOffset="1708">1059 26 7578,'0'-10'0,"0"3"389,0 0 0,0 6 0,0 1 1,0 6-53,0 3 0,0 6 0,0 1 1,0 2-178,0 3 0,0-2 0,0 5 0,0-3-113,0-4 0,0-1 1,0-3-1,0 1-168,0-2 1,-1 0 0,-2-3-52,-4-2 1,-4-1 0,-1-4 0,-3 2 31,-2-2 0,1-1 0,-2-1 1,1 0 89,-2 0 1,4 0 0,1 0 0,3 0 325,0 0 1,4 0-1,2 1-262,0 3 1,2 1 0,3 6-1,1-1-238,2 1 0,3-1 0,5 0 0,2 0-74,1-4 0,4 3 0,-1-6 1,0-1-196,0 0 0,1-2 0,2-2 0,1-1 493,0-4 0,-4-6 0,-1-1 0,-1 2 0,-2 0 0,-1 2 0,-3-1 0,-2 1 336,-3 4 1,-5 3 0,-2 6 0,-3 4 191,0 2 0,-2 3 0,5 1 0,0 2-219,2 1 1,1-2-1,0 2 1,0-1-171,0-2 1,5-3 0,2-3 0,2-4-63,1-2 1,2-2 0,1-2 0,0-5-475,0-5 0,-1-3 1,-3-4-1,-1 2 144,-1 0 0,-5 5 0,2-4 0,-3 2-29,-1 3 1,-5 1 0,-3 3 0,-3 3-23,-3 0 0,-4-2 0,3 4 0,-1 0 55,-2 2 1,2 1 0,-1 1 0,1 2 248,0 0 0,-1 5 0,-4-2 0</inkml:trace>
  <inkml:trace contextRef="#ctx0" brushRef="#br0" timeOffset="2290">457 722 7578,'7'0'14,"0"1"20,1 3 1,-2-3 0,0 2 0,3-2 132,0-1 1,1 0 0,1 0 0,0 0-67,3 0 0,-3-1 0,3-2 1,-2-3-27,-2 0 1,1-3 0,-2 2-1,-1-1-161,-1 1 1,-5-2-1,0 2 131,-4-2 1,-7-1 0,-6 2-1,0 3 99,0 0 0,-4 2 1,3 3-1,0 1 50,2 2 0,-1-1 1,3 5-1,0 3-73,1 2 1,7 0 0,-4 2 0,3-2-139,2 2 1,-1-1 0,6 3 0,1 0-290,4 0 0,2 2 0,2 0 0,0-2 11,3-2 0,-1-8 0,4 3 1,1-3-398,2-4 1,-3-1 0,0-2 691,-2-2 0,3-8 0,-2-5 0</inkml:trace>
  <inkml:trace contextRef="#ctx0" brushRef="#br0" timeOffset="2876">706 670 7508,'-5'6'416,"4"3"1,-3-2 0,0 2-217,1 2 0,-1 0 0,4 3 0,0 3-101,0 3 0,0-3 0,0 1 0,-1 0-63,-2 2 1,2-4 0,-3-2-475,3-3 396,1 0 1,3-10-1,1-5 1,-1-5-132,2-5 0,-3-2 0,5-5 1,1 1 83,1-1 0,-2 0 1,0 0-1,1 0 109,2 1 0,-3 2 1,-1 3-1,3 3 158,0 2 1,-2 3 0,0 2-82,1 5 0,-4 5 0,0 8 0,-2 3-133,2 4 1,-3-4 0,2 7-1,0 0-301,0-1 0,-1-1 0,4-3 1,0-1-242,0-2 1,1-3-1,4-5 578,3-3 0,-3-3 0,9-6 0,-4-1 0</inkml:trace>
  <inkml:trace contextRef="#ctx0" brushRef="#br0" timeOffset="2877">1028 608 7578,'-10'0'0,"-1"1"0,0 2 236,-3 4 0,5 4 1,-3 1-1,2 3 313,2 2 1,1 0 0,0 2 0,2 0-411,1-2 1,2 1 0,-1 1 0,3 0-302,3-2 1,2-3-1,3 1 1,-1-2-279,1-4 1,1-2 0,2 0 0,0-4 50,3-2 1,-2-2 0,2-2 0,-3-4 42,-1-3 1,1-1 0,-2-2 345,-2-1 0,2-4 0,-3 2 0</inkml:trace>
  <inkml:trace contextRef="#ctx0" brushRef="#br0" timeOffset="3469">1122 680 7578,'0'11'206,"0"-4"0,0 0-141,0 1 1,0 1-1,0 1 1,-2 1 39,-1-1 1,1 4 0,-4 1-1,0 1-42,0 3 1,1-3-1,-4 0 1,4-1 184,0-2 1,0-2-196,2 0 1,2-7 0,-3-4-36,3-6 0,1-4 1,1-4-1,2-3-25,0-3 0,5 0 0,-2-1 0,1 0-76,0 0 1,0 4-1,2 1 1,0 0-253,2-1 0,-7 5 0,7-2 0,-2 2-275,0 2 1,1 3 0,1 1 609,-1 2 0,1 0 0,-1 4 0</inkml:trace>
  <inkml:trace contextRef="#ctx0" brushRef="#br0" timeOffset="3470">1267 784 7734,'7'-1'79,"0"-2"1,-5 0 0,3-2 0,-2-1-318,1 0 0,3-1 1,-3-3-1,1-1 23,-1 1 0,3 0 0,-2-1 0,0 1 260,-1-1 0,1 1 0,-3 0 352,2-1 0,-1 4 56,-3 0 1,-1 5-1,-1 0-111,-2 4 0,-4 7 0,1 6 0,-2 2-131,-1 1 0,3 3 0,0 2 0,0 2-313,1 2 0,-2-3 1,3 1-1,1 0-70,-1-2 0,2-7 0,3 4 0,0-4-526,0-4 1,4-5 0,3-3 0,2-4 697,2-4 0,-1-1 0,1-10 0,-1-2 0</inkml:trace>
  <inkml:trace contextRef="#ctx0" brushRef="#br0" timeOffset="4071">1423 722 8232,'0'10'472,"0"-3"0,0 0 1,-1 1-58,-3 2 1,3 0 0,-2 0 0,1 2-300,2 2 1,0-2-1,0 6 1,0 0 48,0 2 1,0-3 0,0 0-1,0 1-157,0-2 1,0-1 0,0-5-2382,0 1 0,0-7 1957,0-4 0,0-8 0,0-7 0,0-1 384,0-2 1,0-2 0,0 0 0,0 1 25,0-2 1,0 6-1,0-6 1,0 3 84,0 2 1,0-3 0,0 5 0,2 0 150,1-1 1,2 4 0,3-3 0,-1 2-40,1 2 1,1 3 0,1 1 0,1 1 80,-1-1 1,-3 4-1,-1-1 1,0 6 10,-1 3 1,-2 4 0,1 1 0,0 2-4,-1 1 0,1 1 0,-6-1 1,0 2-304,-1 0 1,-4 0 0,2-3 0,1 1-411,-1-2 0,-3-1 1,1-3-192,-2-1 0,2-6 0,1-1-58,1-6 682,2-3 0,3-6 0,0-1 0</inkml:trace>
  <inkml:trace contextRef="#ctx0" brushRef="#br0" timeOffset="4072">1599 556 7495,'6'1'173,"-1"1"1,-2 3 449,1 1 1,-1 1 0,-3 4 0,0 3-338,0 3 1,0 3-1,0 1 1,0 1-500,0 2 0,0-1 0,0 3 0,0 0 98,0-3 0,0-1 0,0-2 0,-1-3 55,-3-3 1,2-4 59,-5-3 0,0-7 0,-3-6 0</inkml:trace>
  <inkml:trace contextRef="#ctx0" brushRef="#br0" timeOffset="4073">1568 732 7578,'6'-7'162,"-3"1"53,-1-3 1,1 4 0,2-2-22,0-1 1,-1 3 0,3 0-386,1 1 0,-2 3 0,1-3 39,1 3 1,1-2-1,1-1-897,1 2 1049,-6 1 0,9 1 0,-2 0 0</inkml:trace>
  <inkml:trace contextRef="#ctx0" brushRef="#br0" timeOffset="4074">1755 691 7117,'0'10'-346,"0"1"0,0-1 1,0 0 529,0 1 1,0-1-1,0 1 1,0-1 890,0 0 0,-1 1-1812,-2-1 0,1-3-821,-1 0 1558,2-9 0,1 1 0,0-10 0</inkml:trace>
  <inkml:trace contextRef="#ctx0" brushRef="#br0" timeOffset="4665">1838 608 7578,'-6'-6'-446,"2"0"1,3 4-304,-3-2 636,3 1 439,-4 3 1,9 5-1,-1 2 1,0 2 19,-2 1 0,0 2 0,1 2 0,3 2 53,1 0 1,-3 3-1,3-2 1,0 0-234,-1 0 1,2-4 0,4 1 0,-2-3-355,-2 0 0,2-5 1,-2-3-1,2-2 40,2-1 0,-1-6 0,-1-3 0,-2-5 70,-3-2 1,-3 0 0,-1-3-1,0 3 139,0 1 0,-4-2 1,0 3-1,-2 1-43,-2 2 1,-1 1 0,-2 0 0,1 2-305,0 1 1,-1 5-1,1-1 1,1 0-641,2 0 1,1 2 925,2-3 0,4 3 0,0 1 0,6 0 0,3 0 0,2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1:21.6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104 656 7794,'0'-10'165,"0"-1"-9,0 1 1,-3 3 0,-1 0 47,2-1 1,0 0-1,0 0 1482,-2 1-1426,1 5 1,4 2-1,2 8 1,3 4-264,0 6 0,3 1 0,-2 3 0,1 1-430,-1 2 1,2 0-1,-3-2 318,0 1 1,2 1 114,-5-5 0,5 1 0,-2 0 0</inkml:trace>
  <inkml:trace contextRef="#ctx0" brushRef="#br0" timeOffset="2097">21 189 7743,'1'7'7,"3"0"0,-2-5 0,5 1 327,1-1 1,1-2-1,1-2 1,-2-1-195,-1-4 0,0-3 1,3-3-1,-1-2-283,-2-1 1,1-2-1,-4-1 1,-2 0 151,-1 2 0,-1 3 0,-1-1 0,-2 3 95,-4 2 0,0 7 0,-3-1 0,-1 3 188,-1 1 1,1 8 0,0 4 0,1 3-25,0 3 0,0 2 0,4 1 0,1 1-210,0 2 0,4-2 1,-2 2-1,1-1-342,2 1 1,5-5 0,2 2 0,2-3-247,2-2 0,0-2 1,2-7-1,2-4-62,1-1 0,0-7 0,2-3 0,-3-5 592,0-4 0,-4-7 0,4-3 0,-5-4 0</inkml:trace>
  <inkml:trace contextRef="#ctx0" brushRef="#br0" timeOffset="2613">229 75 7535,'0'10'95,"0"0"1,0 1-1,0 0 262,0 3 1,0-1 0,0 4-1,0 3-187,0 3 1,3-4-1,2 3 1,1-1-24,2-2 1,-2-4 0,1 0 0,1-3-219,1-3 0,1-5 1,1-1-1,-1-3 16,0-3 1,-3-4 0,0-7 0,1-3 24,2-3 1,-3-4-1,-2 0 1,0 0-156,-3-2 1,3 4-1,-2-2 1,0 1-33,-2-1 1,2 5-1,1 0 1,-2 2-808,-1 5 0,3 0 1024,-1 2 0,1 9 0,0 2 0,2 9 0</inkml:trace>
  <inkml:trace contextRef="#ctx0" brushRef="#br0" timeOffset="2614">468 137 7743,'10'4'0,"1"3"41,-1 3 0,0-5 0,2-1 136,2-3 1,-6-1 0,2 0 0,0-1-82,-1-3 0,-2-1 1,-2-6-1,1 1-47,0-1 1,-4 0 0,2-2 0,-3-1 120,-1 2 1,-5 0-1,-2 2-6,-2-1 1,-2 6 0,-2 1-1,-1 3 19,1 1 0,2 1 0,0 3 0,1 4-105,0 4 0,3 0 1,1 3-1,0-1-185,0 0 0,4 4 0,-1-2 0,1 2-11,2-1 1,0-3 0,0 2 0,0-1-680,0-2 1,5-3 0,2-3 0,2-4-542,2-2 1338,-1-1 0,5-4 0,1-2 0</inkml:trace>
  <inkml:trace contextRef="#ctx0" brushRef="#br0" timeOffset="3133">634 106 8209,'4'7'488,"-1"0"0,0-4 0,-3 4-261,0 1 1,0 1 0,2 2 0,0-1-159,1 0 0,1 2 0,-4 1 1,0 2-8,0 1 1,0 1 0,0 3 0,0-2-230,0-1 1,-1-4 0,-2 1 0,-1-2-19,-2-2 1,3-4-1,-4-3 272,-1-2 0,2-5 0,0-3 1,1-4 129,3-2 1,1-4 0,1-3 0,0-1-107,0 0 1,1 0 0,3 2 0,2 0-174,4 2 0,-2 0 0,0-3 1,2 2-438,2 0 1,-3 6-1,5-1 1,-3 4-424,0 2 0,-1 4 1,1 0 921,-1 2 0,0 10 0,1 3 0</inkml:trace>
  <inkml:trace contextRef="#ctx0" brushRef="#br0" timeOffset="3653">769 199 8217,'7'6'564,"0"-3"0,0-1-787,3-2 1,1 0-1,-2-2 1,-1-1-222,-1-4 0,0-1 0,3 0 0,1 1 254,-1-1 0,-3-1 1,0-2-1,1 1 183,1-1 0,-2 5 0,0-1 626,1-1 234,-3 3 0,-2 1 1,-6 8-208,-4 3 0,-2 3 0,-2 4-416,1 3 0,-1 3 0,1 2 0,0 2 0,-1 4-132,1 2 0,-1 2 0,1 2 0,1 1-257,2 2 1,-1-5 0,4 0-1,2-2-82,1-5 0,1-6 0,1-7 1,2-4-835,4-4 0,3-3 0,0-3 0,0-5 1075,1-7 0,4-4 0,1-3 0</inkml:trace>
  <inkml:trace contextRef="#ctx0" brushRef="#br0" timeOffset="3654">1018 220 7743,'0'10'337,"-1"1"1,-1-1 0,-3 0 23,0 1 1,1 3 0,-2 1-1,2 1 104,1 2 1,2-2-1,1 2 1,0-1-235,0-1 0,1 3 1,3-5-335,3-2 1,2-5 0,1-4 0,1-5-121,-1-1 1,1-10 0,-2 1-1,-1-5 2,-1 0 0,-5 0 1,2-4-1,-3 0 112,-1 0 0,-1 5 0,-2 1 0,-1 1-32,-2 1 0,-1-1 0,-3 4 0,-1 2 2,1 1 0,-1 2 1,1-2-1828,0 3 1325,-1 3 1,5 2 640,3 3 0,6-3 0,3 4 0</inkml:trace>
  <inkml:trace contextRef="#ctx0" brushRef="#br0" timeOffset="4168">1122 199 7743,'11'0'0,"-1"0"191,0 0 0,-3 0 1,-1 1-1,-1 3 184,-3 3 1,-1 2 0,-1 1 0,0 2-102,0 2 0,0 2 1,-1 3-1,-1 0-31,-2-2 1,0 1 0,1 2 0,-1 0-353,-2-3 0,4-2 69,-2-4 0,0-7 1,0-5-313,2-8 1,1-6-1,2-7 1,1-1 142,2-1 0,0-2 0,-2 3 0,3-2 156,1-2 0,-3 8 0,4-1 0,0 3 121,-1 1 1,3 4-1,-3 0 1,1 6 133,0 1 0,-4 3 0,3 5 0,-1 4-99,-3 2 0,3 6 0,-2 3 0,-1 1-198,-1 2 0,-1 1 1,0 1-1,0 1-577,0-1 0,0-4 0,0-2 1,0 0-161,0 0 1,0-2 831,0-5 0,5-4 0,1-2 0</inkml:trace>
  <inkml:trace contextRef="#ctx0" brushRef="#br0" timeOffset="4169">1351 282 7661,'4'-7'0,"3"2"163,3 0 1,-4-2 0,1 2 174,1 0 0,2-2 0,0-4-111,0 1 0,-3 3 0,0 0-146,1-1 0,-3-1 0,-2-2-189,-1 1 0,-2 0 27,0-1 1,-5 2-1,-3 2 1,-4 2 141,-1 1 0,-2 3 0,2-3 0,-2 4 153,-1 4 1,3 1 0,-2 6 0,1-1 162,0 1 0,4-1 1,4 2-1,1 1-111,3 5 1,1-2 0,1 1-1,0 2-160,0 0 1,8 1-1,4-2 1,3-2-571,3-1 0,2-1 0,1-4 1,-1-4-672,1-2 1,1-3 0,0-2 1134,-1-2 0,6-8 0,-5-5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1:22.2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176 53 7794,'-3'-10'46,"-1"-1"0,0 4 0,0 0 199,-3-1 1,-2 4 0,-1 0-52,-1 3 0,1 6 0,-1 3 0,1 3 158,0 3 1,-4 8 0,0 0-1,1 3-6,2 4 1,4 2 0,1 3 0,0 2-463,1 0 0,2-4 1,0 1-1,3-1 70,3-3 1,4-2 0,6-8-1,3-1-229,4-4 0,-2-7 1,6-4-1,-1-3-767,2-3 0,-2-4 0,3-8 0,0-5 1042,-3-3 0,3-6 0,1 3 0</inkml:trace>
  <inkml:trace contextRef="#ctx0" brushRef="#br0" timeOffset="517">353 240 8060,'-6'4'484,"0"2"1,4 5-1,-2-1-66,2 0 0,1 2 1,1 1-1,0 2-374,0 1 1,1-2 0,3 1-1,3-3-216,2-2 0,1-3 0,1-1 0,0-2-40,3-3 0,-3-2 1,3-3-1,-2-4 22,-2-4 1,1-1 0,-2-3 0,-2 0 143,-4-1 0,-2 4 0,-1-4 1,-1 1 223,-2 0 0,-4 3 0,-6 1 0,-1 3-179,2 2 1,-3 3 0,1-2 0,1 2-248,2 1 0,0 2 0,1 2-139,-1 3 0,6 2-22,1 4 1,4-1-1,4-1 409,3-1 0,2 0 0,1 4 0</inkml:trace>
  <inkml:trace contextRef="#ctx0" brushRef="#br0" timeOffset="589">592 105 7794,'-5'6'55,"4"3"1,-3-2 0,3 2 217,1 1 0,0 1 1,0 0-1,1 3 28,3 3 1,1 3-1,3 0 1,-1-2-254,1-1 1,1 2-1,0 3 1,-1 0-27,-1-3 1,-3 0 0,1 1 0,0-3-71,-3-3 1,-1-3-1,-2-2-276,-2-2 1,-3-2 0,-4-5 0,-1 0-196,1 0 1,-2-1-1,0-3 1,-3-3 518,-2-2 0,5-6 0,-3-1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2:08.9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227 168 8169,'-5'-6'0,"-2"1"621,0 1 1,-2 1-1,1 0 1,-1 0 73,-2 1 0,0 5 1,-2 4-1,-2 5-97,0 5 1,0 4 0,-2 8-1,0 3-325,0 3 1,4 4 0,0 4-1,4 3-287,3 2 0,0-4 0,4 0 0,1-3-502,2-6 0,6-13 1,5-3-1,3-6-479,3-6 0,2-2 0,4-7 0,4-2-341,2-5 0,-1-4 1,3-2 1335,0-3 0,5-10 0,-2-4 0</inkml:trace>
  <inkml:trace contextRef="#ctx0" brushRef="#br0" timeOffset="265">448 382 7856,'6'-16'316,"-5"5"0,5 1 1,-9 10-1,-2 3 1,-3 6-1,-2 4 768,-1 2 1,-2 1 0,3 3 0,0 4-506,1 2 1,2-1 0,3 3-1,1-1-170,3-3 0,3-4 1,4-4-1,4-4-467,4-4 0,3-8 0,3-8 0,0-7-289,1-7 1,-2-6-1,3-6 1,-2-2-120,-4-2 1,-4 5 0,-4-4 0,-1 3 271,-5 3 1,-5 5-1,-5 6 1,-4 4 189,-4 4 1,1 4 0,-4 3-1,1 3-58,0 2 1,2 1 0,0 1-441,1 1 1,1 2 0,3 3 0,3 1 0,4 1-414,2-1 0,2 0 0,2-2 915,4-2 0,5 5 0,5-1 0</inkml:trace>
  <inkml:trace contextRef="#ctx0" brushRef="#br0" timeOffset="481">776 48 8054,'-1'11'357,"-1"0"1,-1 1 0,-2 3 0,1 1 588,1 1 1,1 2-1,2 3 1,1 3-385,1 1 0,5-2 0,4 0 1,1 0-553,2 0 1,1-3 0,0 2 0,-1-3-21,-2 1 0,-4-3 0,0 1 1,-3 2 120,-3-3 1,-4 2-1,-3-5 1,-3 0-827,-3-1 1,-3-3 0,-1-1 0,-3-2-359,-2-2 0,0-4 0,0 1 1073,0-3 0,-3-3 0,-1 0 0</inkml:trace>
  <inkml:trace contextRef="#ctx0" brushRef="#br0" timeOffset="1165">1606 215 8154,'-12'-10'382,"-1"1"0,1 2 0,-4 3 0,2 1-148,-2 3 1,3 1 0,-2 4-1,0 3 51,1 4 0,2 5 0,2 1 0,0 2 58,2 2 1,1 2-1,3 2 1,3-1-296,2 0 1,6-3-1,4 1-219,2-2 0,2-3 0,2-8 1,2-3-209,2-4 0,2-7 0,1-5 1,-2-6-1,0-7 20,0-5 1,-3-1 0,3-6 0,-1-2 240,-1-3 0,-2 2 0,-1 2 0,-3 4 424,-1 4 0,-7 9 1,-1 9 105,-4 11 1,-2 10-1,0 8 1,-1 4-95,0 2 1,1 0 0,1 1 0,0-2-515,0-1 0,0-1 0,1 0 0,1-2-502,3-4 0,4-6 0,2-4 0,1-4 698,2-3 0,2-9 0,1-2 0</inkml:trace>
  <inkml:trace contextRef="#ctx0" brushRef="#br0" timeOffset="1314">2021 14 8184,'-3'8'1188,"0"1"0,2 3-591,-1 5 1,1 6 0,-1 9 0,1 6-279,1 5 0,0 0 0,0 4 0,1-2-278,1-2 1,-1-6-1,2 2 1,-1-2-583,0-2 0,3-6 0,-3-3 541,-1-5 0,3-2 0,0-6 0</inkml:trace>
  <inkml:trace contextRef="#ctx0" brushRef="#br0" timeOffset="1464">1981 342 7883,'0'-6'110,"0"1"1,0 1 0,1-2 161,1 1 0,0-2 1,2 0-1,2 0-121,2 1 0,1-1 0,4 0 0,2 0-151,1-2 0,5-1 0,3-4 0</inkml:trace>
  <inkml:trace contextRef="#ctx0" brushRef="#br0" timeOffset="1631">2336 1 7883,'-3'12'0,"-1"0"0,-2 6 0,-1 2 480,0 4 1,3 4 0,0 6 0,0 2 491,1 2 0,1-1 0,0-1 0,1-1-1242,1-2 0,0-3 1,0-1-1,0-2-458,0-1 0,0-6 0,0 3 728,0-6 0,-3 0 0,-1 0 0</inkml:trace>
  <inkml:trace contextRef="#ctx0" brushRef="#br0" timeOffset="1781">2222 382 7883,'-2'-7'717,"0"-1"-85,0-1 0,2 0 0,0 2 0,0 1-230,2-1 0,3 2 1,5 2-1,2-1-700,3 0 0,4 3 1,-1-1-1,2 1-695,2 1 0,0 0 0,2 0 993,1 0 0,4-3 0,2-1 0</inkml:trace>
  <inkml:trace contextRef="#ctx0" brushRef="#br0" timeOffset="2099">2557 242 7866,'-14'3'424,"-1"1"0,-1 2 229,-2 1 1,4 2 0,-2 1 0,2 0-125,0 2 0,4 1 1,1 2-1,2 1-198,3-1 1,1-3 0,4-2-1,1 0-435,2 1 0,5-4 0,3 0 1,1-4 86,3-2 1,-2-2 0,4-1-1,0-4-885,-1-2 0,3-4 0,-3-5 492,0 0 0,1-1 0,-2-3 1,-1 0-1,0-1 475,0 0 1,-3 1 0,0 3-1,-3 2 558,-3 5 0,-4 7-258,1 6 1,-3 8-1,-3 7 1,0 1-409,-1 0 1,1-3 0,3 2-1,0-2-389,0 0 1,0-5-1,0 1 1,1-3-308,4-4 1,0-1 0,6-4 0,2-1-111,2-2 0,0-8 849,5-4 0,-1-6 0,4-1 0</inkml:trace>
  <inkml:trace contextRef="#ctx0" brushRef="#br0" timeOffset="2280">2912 54 7843,'-3'-4'526,"-2"-1"0,-3 4 0,-1 0 1,-2 5-1,-1 6 317,0 4 0,-2 4 0,1 4 0,-1 4-331,1 4 1,2 2 0,0 5 0,2-1-66,1-1 1,3-5 0,3 2 0,1-3-575,1-3 0,3-4 0,2 0 0,4-3-877,2-4 1,2-4 0,2-5 0,2-3-235,2-5 0,1-5 0,3-6 0,-2-3 1238,-1-4 0,-2-1 0,2-6 0</inkml:trace>
  <inkml:trace contextRef="#ctx0" brushRef="#br0" timeOffset="2447">3113 68 7825,'-10'3'857,"4"0"0,-2 5 0,0 1 79,0 2 0,0 5 0,0 5 0,-2 5-455,0 5 0,2 0 0,-1 0 0,2 0-635,3-1 1,-2-3 0,4 1 0,1-4-585,0-2 0,1-4 1,1 0-1,0-2-209,1-4 1,4-5 0,0-1 946,2-2 0,4-8 0,-1-3 0</inkml:trace>
  <inkml:trace contextRef="#ctx0" brushRef="#br0" timeOffset="2898">3240 148 7774,'-7'-4'857,"1"2"0,-1 1 138,0 1 0,0 0 0,1 0 1,-1 1-393,0 1 0,0 2 1,-1 4-1,-1 0-362,1 4 1,-2 1 0,1 2 0,1 2-282,0 2 1,4-2 0,0 2 0,1-1-468,-1-1 0,2-2 0,0 1 1,1-3-458,1-2 0,1-3 0,1-5 0,3 0 27,1-1 0,3-2 1,0-3-1,2-3 608,1-2 0,-2-1 0,1 1 0,0 0 347,0-1 0,1 0 1,-1 3-1,-1 1 295,-1 1 1,1 0 0,0-1 30,0 0 1,-2 1 0,2-1 0,-1 1 0,2-1 263,-1-1 1,3-1 0,-3 0 0,-1 0-358,0-2 0,-3-2 0,2-1 0,-2 0-70,-1 1 0,-4 2 0,1-2 0,-4 0 85,-2 0 1,-5 4-1,-2 5 1,0 1 116,-3 1 1,3 6 0,-3 4 0,2 5-90,0 5 0,2 1 0,-1 3 0,2-1-182,0-2 1,4 1 0,1-1-1,1 2-549,2-2 1,1-3 0,2-3-1,3-3-1023,1-3 0,1-5 1,2-1-360,2-3 1,1-6 1818,-1-3 0,5-5 0,-2-4 0</inkml:trace>
  <inkml:trace contextRef="#ctx0" brushRef="#br0" timeOffset="3148">3387 242 7756,'0'4'478,"0"1"0,0-1 0,0 3 1,0 0-1,0-1 0,0 1 64,0 0 0,0 0 0,0 1 1,0 3-276,0 1 0,0 0 0,0 5 0,-1 0-287,-1 3 1,-2 1 0,-4 3 0,-2 2 85,0 0 1,1-3 0,-2-2 0,2-4 61,0-6 0,3-7-200,1-4 0,3-6 0,4-8 0,3-3 98,4-2 1,-1-2-1,5 0 1,2-1-212,1 1 0,0 3 1,2-4-332,0 1 1,4-1 0,1 2 0,0 0 0,2-1-1985,1-1 2500,-4 1 0,10-5 0,-4 2 0</inkml:trace>
  <inkml:trace contextRef="#ctx0" brushRef="#br0" timeOffset="3599">1004 831 7795,'0'7'4,"0"0"1,-1 2 0,-1 2 0,0 0 0,-2 3 321,1 2 1,-1 6-1,1 3 1,-1 3 0,0 2 226,0 3 0,0-3 0,3 2 0,-1-1-1052,0-3 0,2-6 1,2-2-2400,3-3 2898,1-7 0,4-7 0,0-7 0</inkml:trace>
  <inkml:trace contextRef="#ctx0" brushRef="#br0" timeOffset="3814">1097 965 7851,'-9'10'46,"-2"1"1,-2 4 0,0 0 177,2 0 1,1-1 0,4-1-1,1 0 159,1 0 1,2-3 0,1 2 0,3-1-33,5-3 0,0-1 0,5 0 0,1-1-282,2-2 0,2-1 0,-2-3 0,1 0-846,1 0 0,0 0 1,1-3-1,-2-2 449,1-3 0,-5 0 328,1-3 0,-1 0 0,1-3 0</inkml:trace>
  <inkml:trace contextRef="#ctx0" brushRef="#br0" timeOffset="4131">1265 998 8644,'-3'4'543,"2"2"0,-1-1 0,1 1-289,1 3 1,0 2 0,0 2 0,0 1 19,0 2 0,0-1 0,0 4 0,0 1-162,0 1 0,0-5 1,1 2-1,0-3 109,2-2 1,-1-4 0,1-3-411,1-3 0,0-4 0,0-7 0,-1-4 1,1-5 0,-2-4 0,3 0-49,0-1 0,0-3 0,0 3 0,0 0 0,0 2 131,1 2 1,1 2 0,-1 4 0,1 3 42,0 5 1,-1 3 0,-1 4 165,-1 3 1,0 8 0,1 6 0,-2 4 0,-1 3 72,0 2 1,1-2 0,-2 1 0,2-2-502,-2-1 1,3-4-1,0-1-241,-1-4 1,3-5 0,-1-5 0,1-3-1,3-6-1245,0-6 1811,0-5 0,0-9 0,2-1 0</inkml:trace>
  <inkml:trace contextRef="#ctx0" brushRef="#br0" timeOffset="4397">1519 978 8484,'-4'3'0,"-1"3"0,1 1 0,-1 3 442,1 3 1,2 3-1,-2 5 1,1 3 132,1 2 0,2 0 1,1 3-1,3-2-327,3-3 0,4-7 0,0 0 0,2-4-316,0-4 1,-1-5 0,0-3 0,1-5-21,1-5 1,-3-7-1,1-3 1,-1-3 15,-3-2 0,-1-1 0,-1-4 0,-1 0 40,-3 1 1,-1 3 0,-1 2 0,0 1 156,0 3 1,-3 5 0,-2 3-1,-3 2-185,-1 3 1,0 3 0,3 1 0,0 2 92,1 2 0,0 2 1,3 3-1,0 0-1020,2-1 0,0 3 0,0 0-472,2-1 1,2 0 1458,3-2 0,3 4 0,0 1 0</inkml:trace>
  <inkml:trace contextRef="#ctx0" brushRef="#br0" timeOffset="4748">1733 958 7851,'4'3'388,"-1"1"1,-3 3-1,0 0 298,0 2 1,0 2-1,0 5 1,0 2-179,0 1 1,0 1-1,1 0 1,1 0-277,3 0 1,1-2 0,0-1 0,2-3-393,1-1 0,1-7 0,3-1 1,-1-5-27,-1-2 0,0-8 0,2-5 0,1-5-140,-1-2 1,-3 1-1,-1-3 1,-1 2 3,-1 1 0,-1 0 0,0-1 1,-1 3-300,0 4 674,-4 5 0,3 10 0,-2 6-24,0 5 1,3 5-1,-1 0 1,2 1 0,1 2 203,0 0 0,-1 0 0,2 0 0,1 2-111,2 0 0,-1-2 1,1-2-1,-1-1-263,1-1 0,-2-4 0,1-3 0,0-2-41,1-4 0,-3-6 0,1-5 0,-2-6 41,0-3 1,-3-6 0,-2-2-1,-1-3-20,-1-2 1,0 3 0,0-1 0,0 1-116,0-1 1,0 5 275,0-3 0,-3 6 0,-1-5 0</inkml:trace>
  <inkml:trace contextRef="#ctx0" brushRef="#br0" timeOffset="5480">2557 965 7884,'0'-13'0,"-1"0"52,-1 2 1,1 0 0,-1 3 1157,1-1-690,1 3 0,3 9 1,-1 6-284,2 3 1,1 7 0,1 2 0,1 5 0,0 4-49,-1 4 0,-1 2 0,-1 3 1,-1 2-363,1 2 0,-2-5 1,0 6-1,-1-4-848,-1-4 0,0-11 571,0-5 0,-1-15 0,-1-4 0,0-9 450,1-8 0,-6-6 0,-1-1 0</inkml:trace>
  <inkml:trace contextRef="#ctx0" brushRef="#br0" timeOffset="5662">2564 1126 7884,'-1'-26'0,"-1"2"45,0-1 1,0 6-1,2-6 1,1-1 212,1 2 0,2 3 0,5 1 0,0 2-19,2 4 0,-2 5 0,1 2 0,0 5-23,1 4 1,-3 4 0,0 6 0,-2 2-17,-1 2 0,-4 2 1,1 0-1,-1 2-16,-1 0 1,-1 1 0,-1-1-1,-2 2-499,-2 0 0,-1-5 1,0 2-1,1-2-320,-1-2 1,1-3 0,1-2 0,0-3-1573,0-3 2207,2-3 0,-3-7 0,2-1 0</inkml:trace>
  <inkml:trace contextRef="#ctx0" brushRef="#br0" timeOffset="5997">2785 911 8020,'-3'7'221,"1"0"1,-2-1 0,-1 2 281,2 1 0,-3-1 1,4 3-1,1 1-199,0 1 1,1 1 0,1 1-1,1 1-162,2 1 1,3-1 0,2 1-1,2-1-237,2-1 1,0-4 0,0-2-44,1-4 1,-1-3-1,1-5 1,1-4 0,-1-6-150,-2-4 1,-1-5 0,1-2 0,-3-2 175,-2 0 1,-3 3-1,0-1 1,0 2 357,0 2 0,-3 8 0,1 4 32,-4 4 1,-1 7 0,-2 7 0,1 4-362,1 4 1,-1 1-1,2-1 1,0 0-507,1 1 1,1-2 0,0 0-270,0-1 1,1-1 856,1-4 0,2 2 0,3-3 0</inkml:trace>
  <inkml:trace contextRef="#ctx0" brushRef="#br0" timeOffset="6363">3059 777 11964,'0'8'0,"1"2"460,1 3 1,-1 4 0,2 5 0,-1 3-225,0 1 0,1 4 0,-3 0 0,2 2-252,0-1 0,0-6 1,-2 0-1,0-5-324,0-2 1,0-4 0,1-6-141,1-3 0,0-3 0,1-4 1,1-3 226,0-3 1,0-2 0,3-2 0,0 1 132,-1-1 1,2 4-1,0 0 1,1 2 33,-1 1 1,0 2-1,1 1 280,-1 1 1,1 2 0,-3 2 0,-1 4-1,-3 3 400,-1 3 1,-1 1 0,-1 2-217,-1 1 1,-5 2 0,-4-1-1,-1-3-111,1 0 0,-3-5 0,1-1 1,0-2-712,1-3 0,-2-1 0,5-4 0,0-1 0,1-3-1214,2-3 1,3-5 0,1-3 1657,1 2 0,4-7 0,1 1 0</inkml:trace>
  <inkml:trace contextRef="#ctx0" brushRef="#br0" timeOffset="6513">3260 831 7884,'4'7'0,"-2"-1"0,-1 2 733,-1 1 0,2 2 0,0 5 0,0 2-78,-2 4 0,0 0 1,0 3-1,0 2-693,0 1 0,0-2 1,1 1-1,1-3-721,0-4 0,1-6 1,-1 0 758,3-4 0,0 1 0,2-8 0</inkml:trace>
  <inkml:trace contextRef="#ctx0" brushRef="#br0" timeOffset="6646">3374 958 7884,'-5'3'325,"1"2"0,2 1 0,0 0-580,1 1 1,1 0 254,0-1 0,3 1 0,1 0 0</inkml:trace>
  <inkml:trace contextRef="#ctx0" brushRef="#br0" timeOffset="7262">3401 1085 7960,'-4'7'626,"1"0"0,3 0 1,0 2-616,0 2 1,-2 2-1,-1 0-360,2-2 0,0 2 0,1-2 0,1 1 0,0-1 349,2-2 0,2-5 0,-1-1 0</inkml:trace>
  <inkml:trace contextRef="#ctx0" brushRef="#br0" timeOffset="7496">3568 952 7832,'-5'3'102,"0"1"1,-1 2 336,0 1 1,1 0 0,-1 1-1,-1 3 122,0 1 1,3 1-1,0 4 1,1 0-257,1 0 0,2-1 0,3 1 0,1-1-83,2-4 0,2-1 0,2-5 0,3-2-770,1-2 1,-3-1 0,3-1 0,-1 0-1622,-1 0 2169,-3-3 0,7-4 0,-2-3 0</inkml:trace>
  <inkml:trace contextRef="#ctx0" brushRef="#br0" timeOffset="8197">1827 1601 7846,'0'-10'15,"0"-1"0,0 1 0,0-1 0,0-1 272,0 2 0,0 0 0,1 4 86,1 2 0,0 2 0,1 4 0,0 3-2,-1 3 1,1 6 0,0 4 0,0 4-112,0 2 1,-1 3 0,-2-1 0,0 2-178,0 1 1,0-4 0,0 2 0,0-1-372,0 0 0,-2-2 1,-1-3-1,0-2-1068,0-3 0,1-3 652,2-2 0,0-5 0,0-7-515,3-5 1219,3-3 0,2-8 0,1 0 0</inkml:trace>
  <inkml:trace contextRef="#ctx0" brushRef="#br0" timeOffset="8445">2015 1581 7894,'6'-13'0,"-1"1"0,-1 2 1021,-1 3-589,-1 2 0,-3 4 0,-1 4 0,-3 2-118,-1 1 1,0 3 0,-1 1-1,0 0-68,1 2 1,-1 3 0,0 1 0,0 0 49,1 0 0,0-2 0,1 2 0,1 0-159,1 0 0,-2 0 0,3-2 0,1 0-286,3-1 0,2-4 0,3 0 1,2-2-403,2 0 1,0-3 0,2-2 0,1-1 60,0-1 0,3-4 0,1-2 0,-1-3-589,1-1 1,-3-1-1,1-1 1079,-2 1 0,-1 0 0,1-2 0</inkml:trace>
  <inkml:trace contextRef="#ctx0" brushRef="#br0" timeOffset="8679">2175 1681 7894,'5'0'657,"-1"0"1,-2 0 0,3 0 0,0 0-249,1-3 1,3 1 0,1-4-1,-1-2-300,1-2 0,1 1 1,-2-4-1,-1-1-226,0 0 0,-2-3 1,-2 2-1,-2 0 174,-1 1 1,-2 3-1,-1 3 1,-3 3-83,-3 3 1,0 2-1,-1 4 1,0 4-101,0 4 0,-1 1 0,3 4 0,-1 0 508,2 0 0,4-1 0,0 2 0,1 0-390,1-1 1,1 0-1,1-3 1,3 1-140,3 0 1,3-5-1,2 2-530,1-4 0,-1 0 0,0-6 676,1-1 0,-1 0 0,1-1 0</inkml:trace>
  <inkml:trace contextRef="#ctx0" brushRef="#br0" timeOffset="8828">2363 1661 7894,'0'-4'1392,"0"-1"0,1 2-1256,1-2 0,-1 2 0,4 3-131,0 0 0,1 0 0,1 0 0,0 0 115,2 0 1,1 0-1,2 0 1,-1-1-777,1-1 0,0 1 656,2-4 0,-1 1 0,0-3 0</inkml:trace>
  <inkml:trace contextRef="#ctx0" brushRef="#br0" timeOffset="8995">2550 1554 7894,'-5'7'0,"-2"0"592,0 2 1,-1-1-1,0 4 1,-2 0-65,-1 3 0,3 3 1,-4 4-1,1 1-199,-2 0 0,2 0 0,0 3 0,1 0-240,-1-1 1,5-5 0,1-1 0,1-4-818,2-2 1,2-4 0,3-1-888,4-3 1,0-2 0,4-3 1614,-1 0 0,1-6 0,0-1 0</inkml:trace>
  <inkml:trace contextRef="#ctx0" brushRef="#br0" timeOffset="9144">2644 1715 8281,'-4'3'0,"-1"1"790,0 2 0,1 2 0,0 0 1,-2 2-501,1 3 1,-1-1 0,0 4-1,2 1-596,-1 3 1,1-1 0,0 2 0,1-1-684,2-1 0,0-4 989,1 1 0,0-5 0,0-1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2:23.2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1278 132 7828,'0'-10'53,"0"0"402,0 5 329,-5 0-532,4 0 0,-3 5 0,4 0-81,0 6 0,1 7 1,1 1-1,2 2 1,1 3 8,-1 4 1,3 3 0,-3 3-1,-1 0-180,1 1 0,-2-4 0,1 7 7,-2 0 0,-1-3 0,1-5 0,1-6 0,2-3-393,-2-4 1,-1-6 215,-1-6 1,0-10-1,0-11 1,0-6 149,0-5 1,0 0 0,0-2 0,1 2 22,3-2 1,-2 6-1,4-1 1,-1 3 86,1 3 1,1 5-80,3 1 1,0 9 0,0 2 0,-1 4 15,-2 6 1,2 5 0,-4 5 0,2 2 11,0 2 1,-1 1 0,2 3 0,-3 0-41,0 2 0,-1-4 0,-2-4 0,2-1 0,-1-4-7,2-3 0,-4-1-16,2-7 1,-2-7 0,-1-10 0,1-3-138,3-4 0,-2-3 1,4-6 135,-2-1 1,3 1 0,-3 2-1,2 3 1,2 3 171,1 5 1,-3 10-1,-2 1 16,1 3 0,-4 4 0,3 5 0,0 5 0,-1 5-50,-1 4 0,1 3 0,-1 2 0,1 3-298,-1 1 1,0-3 0,-2 1-287,0 1 1,3-5 0,0 2-1,1-5 471,0-3 0,2 0 0,4-4 0</inkml:trace>
  <inkml:trace contextRef="#ctx0" brushRef="#br0" timeOffset="333">1653 11 7828,'-4'10'-54,"0"-1"0,-1-1 179,1-1 1,-3-1 0,4 4 0,-1 2 208,0 1 1,3-2 0,-3 4-1,3 0-64,1 2 1,5-2-1,1 2 1,4 1-513,0 2 0,1-4 0,1 0 1,3-1 97,1-3 0,-3-5 0,3-4 0,0-2-96,0-1 0,-6-5 1,2-5-1,-1-6 83,-3-3 0,2-5 1,-4-1-1,0-1 163,-3-2 1,-2 5 0,-1 2 0,0 6 362,0 0 1,0 7-1,-1-1 1,-2 3-178,-4 4 1,1 4 0,1 4 0,0 2-245,3 3 0,-3 3 0,2-2 0,1 3-19,1 1 0,1-3 0,0 3 71,0-2 0,4 0 0,2-4 0</inkml:trace>
  <inkml:trace contextRef="#ctx0" brushRef="#br0" timeOffset="852">1947 11 7828,'-6'0'229,"2"0"-36,4 0 0,4 0 142,3 0 1,-1 0-28,0 0 1,-2 0 132,2 0-126,-3 0-69,1 0-503,-4 0 0,0 1 202,0 2 0,-4 3 0,-2 4 130,0 0 0,-3 0 0,4 0 1,-2 1-42,0-1 0,4 1 1,-3 1-1,2 2-15,1-2 0,2 3 0,1 0 1,0-1-110,0 1 1,6-1 0,3-1 0,5 2 0,1 0 0,-1-2 0,3 0 0,0-2 99,-2 0 1,1-1 0,-5 0-1,1 0-9,-3 0 1,-6 0-1,0 0 1,-1 1 373,-2-1 1,-5-4-1,-3 0-360,-4-1 1,-1 1 0,-4-2 0,1-2 0,-1-2-468,0-3 0,0-3 0,-2-4 0,2-1 33,3-3 419,3-2 0,-4-8 0,0-2 0</inkml:trace>
  <inkml:trace contextRef="#ctx0" brushRef="#br0" timeOffset="1069">2139 1 8127,'-3'13'390,"0"1"0,-2 4 0,3-3 1,-2 2-223,2 0 1,-2 1-1,0 5 1,2 2-37,1 0 1,1-1 0,0 2-1,0 0-569,0 0 0,0-6 0,0 2 437,0-3 0,0 2 0,0-5 0</inkml:trace>
  <inkml:trace contextRef="#ctx0" brushRef="#br0" timeOffset="1239">2018 214 7828,'0'-7'465,"0"0"1,4 1 0,4-2-420,5 2 1,-1 2-1,5-2 1,2-2-505,3-1 1,1 2 457,4 0 0,-4 0 0,1-3 0</inkml:trace>
  <inkml:trace contextRef="#ctx0" brushRef="#br0" timeOffset="1899">31 893 7849,'-10'0'109,"1"1"33,2 2 1,2 7 0,7 8-1,0 5 22,1 4 0,6 3 0,0 4 1,4 4-115,-1 5 1,-1-4-1,-1 0 1,1-2-42,-1-1 0,-5-8 0,-1-1-149,-3-4 1,1-8-1,-2-5-5,-4-6 0,-4-8 1,-2-6-1,-1-7-125,1-6 0,0-3 0,0-5 0,0-3 217,0-3 1,3-4 0,1-1-1,2 1 32,2 1 1,2 2 0,3-2-1,4 0 210,2 3 1,2 5-1,1 9-22,2 5 1,3 2 0,-4 13 0,0 0 24,-2 2 1,-2 6-1,-1 3 1,-3 4 71,0 5 0,-2 2 0,-3 2 0,0 2 0,0 3-96,0 3 0,-1-4 0,-1 4 0,-3-3-323,0-3 0,1-2 1,-1-2-1,-1-2-1516,1-3 1102,2-8 1,-1-6-1,5-8 1,2-3 568,4-2 0,2-5 0,6-3 0,0-5 0</inkml:trace>
  <inkml:trace contextRef="#ctx0" brushRef="#br0" timeOffset="2113">274 923 7862,'15'-4'-65,"-7"2"0,2-1 185,-1 2 0,-1 5 1,0 3-1,-3 2 1,1 3 188,-1 1 0,-2 3 0,0 4 0,-2 1 7,-1 3 0,0-2 1,0 2-1,0 0-137,0 0 0,0-1 1,-1-4-1,-1-1-337,-2-1 0,-3-3 0,0 0 0,-2-2 14,-1-7 0,0-2 0,-1-3 0,1-1-20,0-3 0,3-6 1,2-7-1,-1-2-190,0-1 1,4-4-1,-1 0 1,2 1 4,1-2 1,4 7 0,3-2-1,2 0 67,1 1 0,1 4 0,3 1 282,3 3 0,6-4 0,3-1 0</inkml:trace>
  <inkml:trace contextRef="#ctx0" brushRef="#br0" timeOffset="2347">507 943 7865,'0'11'0,"0"-1"79,0 0 1,0 0 0,0 0 0,0 1 184,0 3 0,0-2 1,0 5-1,0 1-2,0 1 0,0-2 0,0 0 1,0 1-158,0 1 0,4-3 0,0-2 0,3-3-133,4-1 0,-1-4 0,4-3 0,-2-3-168,2-3 0,-2-4 0,3-7 1,-3-4 35,-3-4 1,-2-1-1,0-3 1,-4 2 62,-2 1 1,-2 2 0,-2 1 0,-4 2 52,-2 2 1,-1 2-1,0-1 1,-2 3-12,-1 3 0,2 2 1,-3-1-1,3 3-751,1 0 0,3-2 806,0 4 0,5-5 0,-3 3 0</inkml:trace>
  <inkml:trace contextRef="#ctx0" brushRef="#br0" timeOffset="2528">720 791 7862,'7'10'-423,"-1"1"1,-1 0 802,1 2 1,-3 0 0,3 4 0,-1 1 48,1 1 0,-3 6 1,4 2-1,0 3-261,-1 4 0,2-3 0,-4 3 0,2-2-359,2-2 1,-4-3 0,1-2 0,-2-3-654,0-2 1,1-7 843,-4 1 0,0-8 0,0-1 0</inkml:trace>
  <inkml:trace contextRef="#ctx0" brushRef="#br0" timeOffset="2700">751 1075 7862,'0'-10'-129,"0"0"0,0 0 0,1 0 330,2-1 1,3 1 0,4 0 0,0 0-283,0 0 1,0 0-1,2 1 1,0 1-579,1 1 659,1 0 0,1-3 0,0 0 0</inkml:trace>
  <inkml:trace contextRef="#ctx0" brushRef="#br0" timeOffset="2913">984 994 7862,'10'0'32,"0"0"0,0 0 33,0 0 0,-1-1 1,-1-2-1,-2-5 84,-2-5 1,3-1 0,-4-4-1,0 1-13,-2-1 1,-1 2-1,-1 0 1,-3 2-96,-2 1 1,-5 3 0,-1 2 0,-3 2 76,0 2 1,1 2 0,-2 6 0,2 5-70,1 4 0,2 5 0,1-1 1,0 3-178,0 3 0,4 3 0,3 4 0,1-2-138,2-1 1,5-3 0,2 0 0,3-1-324,3-4 1,3-6-1,4 0 589,1-5 0,4-4 0,0-4 0</inkml:trace>
  <inkml:trace contextRef="#ctx0" brushRef="#br0" timeOffset="3092">1237 852 7862,'-3'-7'135,"-1"1"1,-3 2 0,0-1-1,-2 0 256,-1 3 1,-1 1-1,1 2 1,0 3 4,0 7 0,0 3 0,0 6 0,1 2-143,2 1 0,1 1 0,4 5 0,-1 3-422,1-1 1,5-2-1,4-3 1,3-2-418,3-1 0,0-5 0,4-3 0,1-4-1880,1-6 2466,1-2 0,5-12 0,1-3 0</inkml:trace>
  <inkml:trace contextRef="#ctx0" brushRef="#br0" timeOffset="3265">1389 791 7862,'-10'-4'545,"0"4"1,4 4 0,3 6 0,2 2-333,1 1 1,0 4 0,0 6 0,0 1-336,0 2 0,3 1 0,2 3 1,-1-2-346,1-1 1,-1-1 0,-2 1 466,2-4 0,4 3 0,-3 0 0</inkml:trace>
  <inkml:trace contextRef="#ctx0" brushRef="#br0" timeOffset="3444">1298 1075 8179,'0'-7'416,"1"2"1,2-1-297,4 1 1,3-1 0,3-2 0,1 1-961,2-1 1,1-2 839,3-3 0,5 1 0,1-2 0</inkml:trace>
  <inkml:trace contextRef="#ctx0" brushRef="#br0" timeOffset="3979">1724 822 7856,'-7'5'144,"1"0"406,2-1 0,-1-2-77,2 1 1,2-1 0,-3 2-258,3 2 1,1 3 0,1 3 0,2 1-86,0 4 0,2 2 0,-3 3 1,2 1-165,2 4 1,-3 2 0,3 1 0,-1-3-54,-3-4 1,-1-1-1,0-3 1,1-2-334,2-4 299,-1-6 1,-3-11-1,0-11 1,0-6 52,0-6 0,0-3 1,0 0-1,0-1 16,0 1 1,0 1-1,1 2 1,1 3 75,2 3 0,0 4 0,0 1 75,2 1 0,0 6 0,0 7 0,-1 4 37,1 5 1,-3 7 0,3 4-1,0 3-57,-1 3 0,-1 4 0,1-1 1,0 1-16,-3-1 1,2-2-1,0-6 1,-2-1-55,-1-1 1,3-5-159,-1 2 1,0-9 0,-3-5-1,0-6 117,0-7 0,0-7 0,2-6 2,1 0 1,-2-6 0,2 1 0,0 1 40,0 2 1,-1-4-1,5 5 1,0 2-1,0 4 130,-1 4 0,0 2 1,2 6-55,-1 3 0,-1 2 0,3 9 0,-1 4 1,-1 5-42,1 5 0,1 0 0,0 5 1,-1 1-429,-1 2 0,-1-1 0,4 0 0,1-1-484,-1-3 0,-4-2 1,1-3 863,1-3 0,6-3 0,1-1 0</inkml:trace>
  <inkml:trace contextRef="#ctx0" brushRef="#br0" timeOffset="4170">2129 842 8672,'0'10'0,"0"0"249,0 0 1,-1 2 0,-1 0 0,-2 3-319,2 0 1,1-1 0,1 3-1,0 0-202,0-1 1,0-2-1,0-4 271,0 0 0,0-4 0,0-1 0</inkml:trace>
  <inkml:trace contextRef="#ctx0" brushRef="#br0" timeOffset="4351">2119 720 7802,'-4'-10'284,"2"3"1,-2 2 224,-1 0 0,4 1-1620,-2 0 1111,2 3 0,1 1 0,0 6 0</inkml:trace>
  <inkml:trace contextRef="#ctx0" brushRef="#br0" timeOffset="4562">2190 710 7867,'3'10'177,"1"1"1,-1-5 0,-3 1 0,0 1 134,0 1 1,1 2 0,2 3-1,0 3-56,-1 2 0,0 1 0,1 0 0,0 2-158,-1 1 1,-1-4 0,-1 4 0,2 0-67,1-2 1,-2-3 0,2-2-597,-1-2 542,-2-5 1,0-13-1,0-10 1,0-5-88,0-4 0,0-4 0,0-6 0,0-1 50,0 1 1,0 2 0,1 2 0,1 2 97,1 3 1,4 3-1,-2 1 70,0 3 0,2 8 0,3 9-29,0 6 0,-3 5 1,0 5-1,0 6-205,-2 2 0,4 3 0,-3 4 1,1-1-558,-1 1 1,-2-2-1,1-2 1,1-3 297,0-3 1,-1-5 0,3-4 0,-1-4 383,1-5 0,1-11 0,1-3 0</inkml:trace>
  <inkml:trace contextRef="#ctx0" brushRef="#br0" timeOffset="4750">2443 771 7830,'0'10'198,"-3"0"0,0 0 1,0 2-3,2 1 1,1 0 0,0 4 0,0 1-412,0 1 1,0-2 0,1-1 0,2 1-1785,0-1 1999,5-1 0,-2-10 0,4 0 0</inkml:trace>
  <inkml:trace contextRef="#ctx0" brushRef="#br0" timeOffset="4939">2454 700 7802,'-11'0'0,"1"-1"0,0-1 168,0-2 0,3 1 54,1 3 0,4 0-199,2 0 0,5 0 1,5 0-1</inkml:trace>
  <inkml:trace contextRef="#ctx0" brushRef="#br0" timeOffset="5297">2545 670 7802,'0'10'0,"0"0"13,0 0 0,0-2 0,0 1 0,0 3 310,0 3 1,0-1-1,0 2 1,0 2 45,0 2 0,0 0 1,1 0-1,1 2-327,2 1 0,-1-4 1,-2 3-1,1-2 69,2-2-71,-1-4 1,-3-5 0,0-9-1,0-8-280,0-8 0,0-2 0,0-9 0,0-2 81,0-4 0,1 1 0,2 0 0,0 2 100,-1 3 1,0 8-1,1-1 1,0 2 32,-1 2 1,3 5 0,-1 5-1,2 3 220,2 4 1,-3 5 0,2 7 0,0 5 71,-1 5 0,3 0 0,-4 6 0,2 0-213,0-1 0,-4-1 0,3 0 0,-1-3-193,1-3 0,-4-5 133,2-3 0,0-7 0,0-6 0,-2-7-177,-1-5 1,-1-8-1,0-6 1,0-1 98,0 0 0,1 0 0,1-2 0,2 4 139,-2 1 0,2 9 0,1-2 0,1 5 549,1 2 0,-1 4 0,1 3-446,1 2 1,1 5 0,0 4 0,-1 4-364,-2 5 1,-2 4 0,3 1 0,-1 3-397,0 1 0,2-3 0,-4 2 0,2-2-641,2-4 0,-3-6 1243,2 1 0,0-7 0,-1-7 0,-2-6 0</inkml:trace>
  <inkml:trace contextRef="#ctx0" brushRef="#br0" timeOffset="5612">2890 690 7802,'-11'0'761,"2"1"-200,3 2 1,-2 3 0,4 4-424,2 0 1,1 2 0,1 0 0,1 2-157,2-2 1,3 0 0,4 1 0,0 1 60,1 2 1,-1-3 0,0 1-1,0 0-289,0-1 1,0-3 0,0-4-124,0-2 0,-1-2 0,-1-8 164,-1-4 1,-5-7-1,2 0 1,-3-2 108,-1-1 0,0 0 0,0 4 1,0 2 216,0 3 1,0 1-1,0 0 504,0-1 1,1 6 0,1 2-577,2 6 1,0 2-1,-2 6-373,2-1 1,-1 0-1,-2 0 1,2 0-115,0 0 1,4-3-1,-3-1 438,2-2 0,1-1 0,3-3 0</inkml:trace>
  <inkml:trace contextRef="#ctx0" brushRef="#br0" timeOffset="6049">3082 700 9461,'0'10'320,"0"0"0,0 2 0,0 0 0,0 3-129,0 0 1,3 2 0,2 4-1,0-1-91,-1 0 1,3-3-1,-4-1 1,-1-2-675,0-1 1,1-5 407,0-2 0,2-9 1,-3-4-1,1-7 121,0-5 0,-2-3 0,-1 0 0,0-2 16,0 1 0,3 1 0,1 1 0,-2-1 89,-1 3 1,0 5 0,1 1 351,2 2 0,0 5 0,0 4-239,2 4 1,0 5 0,0 6-1,-1 4-117,1 2 1,-3 2-1,3-1 1,0 0 45,-1 0 1,-1-3 0,1-1 0,1-1-346,-1-3 1,-2-1-1,1-2 10,1-2 1,-3-7-1,4-7 1,-2-3 165,-2-3 0,-1-7 0,1-6 1,0 0 31,1 2 0,4-1 0,-3 2 0,2 1 66,2 4 1,1 4 0,1 5 0,0 1 234,0 1 1,1 6 0,-1 2 0,0 8-160,0 7 1,0 3-1,0 2-256,0 3 1,-4 1 0,-1 3 0,-2-1 148,0 1 0,1-3 0,-4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2:33.3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185 72 7631,'-13'-5'35,"3"-2"1,-3 4 0,2 0 261,-1-1 1,-2 3-1,-1-1-3,3 4 1,-2 3-1,1 5 1,1 2 0,0 4-50,4 1 0,1 7 1,-1 3-1,2 4-197,3 5 1,1 2 0,2 6 0,2-2-108,1-1 0,2-4 0,5-5 0,1-4-530,2-8 0,3-5 0,-1-9 0,3-3 244,0-2 1,1-6-1,0-4 1,2-7-951,0-4 1295,-3 0 0,3-15 0,-1 1 0</inkml:trace>
  <inkml:trace contextRef="#ctx0" brushRef="#br0" timeOffset="548">342 8 6982,'-6'-5'497,"0"3"-31,-1 4 0,3 3 1,0 5-1,2 2-216,-1 4 1,2 5-1,-2 3 1,2 1-20,1 3 1,3 2-1,0 7 1,0 0-14,2 0 1,-3-3 0,4-3 0,0-2-67,-1-5 0,3-7 0,-2-4-497,3-2 1,-1-8-1,-1-10 1,-1-5-34,1-3 0,2-7 0,-1-2 0,-1-3 244,-1-1 1,0 1 0,2 0 0,0 2-5,-2 4 0,-3 2 151,3 4 1,-1 10-1,1 10 1,-2 8-45,0 9 1,-1 7-1,2 1 1,0 1-68,0 1 1,-2-3 0,3-1 0,1-4-363,2-6 1,0-9 0,0-4-1,0-7 460,0-7 0,1-9 0,-2-7 0,-1-2 0,-1-4 0,-3-2 0,2-3 0,1 2 0,-1 4 0,-3 4 0,2 3 0,-1 4 96,0 5 1,-1 6 0,-5 7 253,-3 6 1,-1 4-1,-1 8 1,3 4 148,1 1 1,1 0-1,3 1 1,0 1-83,0 0 0,1-1 1,2 2-1,3-5-327,3-3 1,1-5-1,1-6 1,1-3-345,0-2 1,-1-7 0,-1-5 0,1-8 30,-3-3 0,-4-3 1,1-2-1,-2 2 113,-4 0 0,-3 4 0,-5-2 0,-2 3 73,-1 2 0,1 9 1,-3 1-1,0 3-139,3 3 1,1 0 0,0 2 0,1 2-237,0 1 0,4-1 0,2 4 183,2 1 1,2 0-1,2 0 229,3-1 0,6-3 0,3 1 0</inkml:trace>
  <inkml:trace contextRef="#ctx0" brushRef="#br0" timeOffset="748">804 17 8060,'0'18'305,"0"1"0,3-1 0,0 1 0,0 0-25,1 3 1,-3-3 0,3 3 0,-1-3 0,0 0 0,4-3 0,-4 1 0,0 0-168,1 0 1,-3-4 0,2 2-1,-2 2-276,-1 0 0,0-3 0,0-1 0,-1-3-196,-2-1 1,2 0-2214,-2 1 2572,2-5 0,-3-5 0,-2-5 0</inkml:trace>
  <inkml:trace contextRef="#ctx0" brushRef="#br0" timeOffset="964">952 248 7855,'10'-8'-44,"2"1"1,-2-1 0,4 2 0,-2-2 292,0-1 1,1-1-1,-5 0 1,-1-1 180,-1-2 0,-4 1 0,1 3 0,-3-1-256,-3-3 0,1 6 1,-5-2-1,-2 2 9,-3 2 1,0 1-1,3 4 1,0 1-84,-1 2 0,1 3 1,1 6-1,1 5-99,1 3 0,4 4 0,-1 2 1,2 1-258,1 1 1,0-6 0,1 5 0,1-3-286,1-4 1,5-4-1,0-2 1,4-4 540,3-5 0,0-3 0,4-2 0</inkml:trace>
  <inkml:trace contextRef="#ctx0" brushRef="#br0" timeOffset="1215">1164 100 8015,'0'9'743,"0"0"1,0 2-1,0 1-424,0 3 1,0 3 0,0 1 0,0 3-22,0 3 0,0-3 0,0 0 0,0-3-118,0 0 0,-3-5-170,0-2 1,0-7 0,3-6 0,1-8-384,2-8 0,-1-6 0,3-6 0,0 0 231,0-2 1,1 0-1,3 4 1,-1 3 121,1 2 1,-2 7 0,5 4 0,-1 3 4,-2 5 1,1 4-1,2 6 1,0 6-64,-1 6 0,-1 5 1,0 4-1,-1 0-768,0 3 0,-3 1 846,0 2 0,1-2 0,2-5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2:37.1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9 191 7876,'0'-5'895,"-1"2"1,-1 6-486,-1 3 0,1 2 0,2 2 0,2 3-75,1 3 1,4 0-1,-2 8 1,3 3-328,3 1 1,-1 3 0,3 4 0,-1 2 77,-2 1 0,-1-6 0,0-1 0,-2-4-1088,-1-3 0,0-8-60,-3-2 0,-1-10 0,-5-5 706,-3-7 1,-1-7-1,-1 0 1,-1-5 355,1-4 0,-1 1 0,0-5 0,0 2 0,1-2 0,2 2 0,-1-2 8,1-1 0,0 4 1,3-3-1,1 2 0,2 2 271,3-1 0,1 0 0,5 1 0,0 1 173,2 1 0,-1 6 1,4-2-298,0 3 0,1-1 0,0 8 0,-2 3 0,0 4 60,-1 4 1,-2 5-1,1 7 1,-5 3-25,-3 4 0,-2 3 1,-2 1-1,-2 0 111,-3 1 1,1-6 0,-2 3-1,-3-2-394,1-1 0,-1-2 0,0-1 0,-1-2-839,1-3 0,1-5 1,0-1-542,1-2 1,4-6 1471,1-5 0,6-1 0,1-1 0</inkml:trace>
  <inkml:trace contextRef="#ctx0" brushRef="#br0" timeOffset="196">298 17 8290,'-3'9'543,"1"2"0,-4 0 1,2 4-1,1 2-265,-1 0 1,0 1 0,3 5 0,-2 4-85,1 2 1,1-2 0,1 2 0,0 2-386,0 1 0,4-2 1,0 3-1,3-4-389,1-4 0,-2-6 0,6-4 1,-1-2 579,0-3 0,4-4 0,-2-2 0</inkml:trace>
  <inkml:trace contextRef="#ctx0" brushRef="#br0" timeOffset="480">472 191 8275,'-9'1'0,"-2"1"731,0 4 0,-1 2 1,2 2-1,-1 2-310,1 1 0,2 1 1,2 1-1,1 0-129,1-1 1,2-3 0,2 2 0,0-2-402,3-4 0,3-2 0,4-5 0,2 0-216,1 0 0,-1-5 0,3-3 0,-1-5-259,1-3 1,-2-1 0,-1-2 0,0-3 429,-2-2 1,1 2 0,-2 2 0,1 1 552,0 4 1,-6 4 0,2 0-112,-1 1 1,-4 7 0,1 4 0,-1 6-77,-1 6 1,0 6-1,0 3 1,0 2-803,0 1 0,0-1 1,0-2-1,0-3-950,0-2 0,4-3 1540,1 0 0,3-8 0,0 2 0</inkml:trace>
  <inkml:trace contextRef="#ctx0" brushRef="#br0" timeOffset="637">678 199 7876,'0'8'785,"0"1"1,-1 2-1,0 1-439,-2 0 0,0-1 0,3 3 0,0 0-487,0-1 0,0 0 1,1-4-1,1 0-2018,1-2 2159,3-4 0,-1-3 0,3-4 0</inkml:trace>
  <inkml:trace contextRef="#ctx0" brushRef="#br0" timeOffset="774">695 100 7876,'-8'0'672,"-1"0"1,1 1-777,0 1 0,1 3 0,1 3-448,3 1 1,3-4 0,3 1 0,3-1 551,1 0 0,1 1 0,0-3 0,4 3 0,1-1 0</inkml:trace>
  <inkml:trace contextRef="#ctx0" brushRef="#br0" timeOffset="1046">794 141 7876,'1'8'0,"1"-2"-55,1-1 0,-1 1 0,-2 2 1,0 1 906,0 2 1,0 0 0,0 1 0,0 2-291,0 2 0,3-3 0,0 4 0,-1 1-463,-1-1 1,-1-1-1,0 3 1,0-2 26,0 0 0,0-7-104,0-2 1,1-7 0,0-4-461,2-7 0,0-8 0,-3-4 0,0-3 123,0-2 1,3 0 0,0-2 0,1 3-90,0 2 0,2 4 0,0-1 728,1 0 0,1 9 0,1 7 49,-1 3 0,0 10 1,-1 5-1,0 7-245,-2 3 0,0 0 0,0 5 0,-1-2-157,0-2 1,-2-1 0,3 0 0,1 0-2323,-2-2 1,4-7 2350,-3-3 0,2-5 0,2-3 0</inkml:trace>
  <inkml:trace contextRef="#ctx0" brushRef="#br0" timeOffset="1229">1092 1 11873,'0'8'635,"0"2"1,0 3 0,1 4-541,1 4 1,0 1 0,4 5-1,-1 2-696,0 0 0,2-1 0,-2 0 0,0-1-295,1-3 0,-3-5 0,1 0 0,0-2 896,-2-4 0,-1-4 0,-1-6 0</inkml:trace>
  <inkml:trace contextRef="#ctx0" brushRef="#br0" timeOffset="1379">1092 240 7876,'0'-8'1050,"0"0"0,0 2 0,0 1-591,0-2 0,1 4 0,1-1 1,4 1-117,1 1 1,-1-4 0,0 3-1,2 0-664,3 0 1,0 2 0,-2-2 0,1 2 543,1 1-223,0 0 0,1 0 0,1 0 0</inkml:trace>
  <inkml:trace contextRef="#ctx0" brushRef="#br0" timeOffset="1646">1298 191 10877,'9'0'715,"-4"-4"0,1-1 1,-1-4-564,0-2 1,2-2-1,-2-3 1,-1-1 2,-1 1 0,-2-1 1,-1 2-1,0 1-70,0 3 1,-4 3-1,-1 2 1,-3 3 112,0 2 0,0 3 0,0 4-37,-1 5 1,1 4-1,0 5 1,0 1-1,3 2 91,2 2 0,2-3 0,1 3 1,0-2-1119,0 0 1,0-3 0,1-1 0,2-4 452,2-4 0,3-3 0,0-3 413,0-2 0,4-2 0,1-1 0</inkml:trace>
  <inkml:trace contextRef="#ctx0" brushRef="#br0" timeOffset="1812">1422 182 6949,'5'4'1214,"-2"2"1,-1 1-399,0 1 0,2-2 0,2-2 0,1 0-865,2-2 0,-1-1 0,4-1 0,-1 0-751,0 0 0,4 0 0,-1 0 0,1-1 162,2-2 1,-3-1 0,-1-5 0,-2 0 637,0-2 0,1-2 0,1-3 0</inkml:trace>
  <inkml:trace contextRef="#ctx0" brushRef="#br0" timeOffset="1959">1629 50 8207,'-11'8'0,"0"-2"76,1 0 1,0-1-1,0 4 1,-1 1 836,1 1 0,0 5 1,2 0-1,0 2-406,0 0 0,0 3 0,2 1 1,1 0-914,1 0 1,2-4 0,2 0 0,0-3-555,0-4 1,3-3-1,4-2 1,2-3-1383,2-2 2342,4-5 0,-2-4 0,3-5 0</inkml:trace>
  <inkml:trace contextRef="#ctx0" brushRef="#br0" timeOffset="2128">1720 9 7814,'-5'4'0,"2"-3"0,3 5 0,-1 1 1718,-2 3 1,2 4 0,-2 5-1,2 2-1332,1 3 0,3-1 0,0 7 1,0-2-1114,0-1 1,-2-4 0,2-1 0,-2 0-955,-1-1 1,3-4 0,-1-6 1680,0-2 0,-4-1 0,-3 0 0</inkml:trace>
  <inkml:trace contextRef="#ctx0" brushRef="#br0" timeOffset="2278">1662 265 7814,'-4'-4'4327,"3"-1"-3208,-1 2 0,2 1 0,2-3-1054,4-2 0,4 3 1,2-2-1,0 1-294,0 0 0,3-1 0,-3 3 0,2 1-2471,0 1 2700,0 1 0,2 0 0,1 0 0</inkml:trace>
  <inkml:trace contextRef="#ctx0" brushRef="#br0" timeOffset="2427">1885 240 8051,'-1'9'573,"-1"-1"0,1-3 0,-2 1-1034,2 0 461,1-2 0,0 0 0,0-4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2:40.4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16 734 7693,'-6'0'3246,"1"0"-2953,3 0 0,-1-3 0,6-4 1,4-3-347,3-4 1,2-4 0,6-2 0,1-2-722,3-4 1,6 0-1,2-4 774,2-1 0,5-1 0,1-1 0</inkml:trace>
  <inkml:trace contextRef="#ctx0" brushRef="#br0" timeOffset="676">702 172 8226,'-3'-11'208,"1"0"1,-4-3-1,2 1 1,0-1 21,-3 0 1,-1 5-1,-2 0 1,-1 3-1,0 3 131,-1 1 0,2 5 0,-2 3 0,2 5-222,2 5 1,3 6 0,-1 5 0,4 3-49,1 3 0,2-3 1,1-1-1,4 1-15,1-1 1,2-5 0,2 0-1,0-2-160,-1-1 0,-1-5 0,-1 0 0,0-1-15,-3-2 0,-1 0 0,-4-3 22,0 1 0,-5 0 0,-2-4 0,-3-1 9,0-4 1,-2-1 0,0-1 0,0 0-403,0 0 1,1-3-1,3-3 1,0-1-1023,3-2 1,-2 1 1491,4 0 0,1-4 0,2-1 0</inkml:trace>
  <inkml:trace contextRef="#ctx0" brushRef="#br0" timeOffset="1159">735 197 7857,'5'1'748,"-3"2"1,-1 2-1,-1 6 1,0 5-376,0 5 0,0 2 0,0 7 0,0 2-115,0 0 1,0 1 0,0-2 0,0-2-200,0-1 0,0-10 0,1 2 0,1-3-232,1-5-83,0-6 1,-1-8 0,1-8 0,0-2 55,1-6 1,-1-3-1,4-6 1,-2-1 4,2-1 1,1 0 0,2-1-1,1-1 77,-1 3 0,2 3 0,-1-1 1,0 5 16,1 5 1,-2 8-1,3 3 1,-2 4 199,-4 4 0,1 6 0,-6 7 1,1 6 114,1 1 0,-3 6 1,2-1-1,-3 1 95,0-2 0,0-5 0,0 1 1,0-1 213,0-4 0,0-4-602,0-3 1,0-7 0,0-4-35,0-4 0,3-8 0,1-5 0,0-4 71,-1-3 1,4-3 0,-2-1 0,3 2 0,0 2-12,0-1 0,0 6 1,1-3-1,-1 7 123,0 4 0,0 5 1,1 4-1,-2 5-172,-1 5 0,0 6 1,-2 7-1,-1 4 21,1 1 1,2 1 0,-3-2 0,2 1-775,1-2 0,2-6 0,0-1 1,0-5-307,0-3 1,3-5 1160,0-1 0,0-9 0,-2-3 0</inkml:trace>
  <inkml:trace contextRef="#ctx0" brushRef="#br0" timeOffset="1439">1206 230 7857,'-8'-4'492,"0"-3"0,-1 4 0,-2 2 0,0 1 0,1 2 0,1 5 51,1 3 1,0 4-1,0 4 1,2 2-215,0 1 0,4-2 0,0 0 0,2-2-176,2 0 1,3-4 0,4-2 0,1-3-500,1-2 0,4-3 0,-1-5 0,1-2-110,2-4 0,-1-7 0,-2-2 1,0-4 135,1-3 0,-2 1 1,0 0-1,-2 0 474,-4 0 0,1 3 0,-3 2 189,-1 3 0,0 8 0,-4 8-187,0 6 0,0 6 1,0 6-1,0 3-388,0 2 1,0-2-1,0-1 1,0 1-14,0-1 0,4-4 1,1 0-1,3-5 245,0-3 0,0-5 0,0 0 0</inkml:trace>
  <inkml:trace contextRef="#ctx0" brushRef="#br0" timeOffset="1606">1496 65 9720,'-9'4'537,"1"1"0,3 1 0,0 1 0,1 3-148,2 2 0,-1 3 0,0 3 1,1 3-384,1 3 0,1 3 0,1 6 0,1 0-910,1 0 0,3-4 1,0-1-1,1-4-257,1-5 0,1-3 0,-1-9 1161,0-2 0,0-1 0,1-4 0</inkml:trace>
  <inkml:trace contextRef="#ctx0" brushRef="#br0" timeOffset="1772">1620 81 12259,'0'12'0,"1"3"120,1 3 1,-1 8 0,3 7-1,-1 6-196,-1 4 0,5-1 0,-3 0 0,2-4-4746,-1-5 4822,-3-9 0,6 4 0,-4-7 0</inkml:trace>
  <inkml:trace contextRef="#ctx0" brushRef="#br0" timeOffset="2406">2231 7 7923,'-12'0'184,"1"0"0,-3 1-141,-1 2 0,-3-2 0,5 6 0,-2 1 314,1 2 0,3 5 0,5-1 1,1 1-1,2 3-74,1 1 1,2-1 0,3 3 0,5-2-261,2-1 1,4-5 0,-1 4 0,1-3-65,0-1 0,-4 0 0,1-2 1,-2 2 45,-1 0 0,-3 0 1,-2-3-1,-2 2-7,-1 1 0,-4-6 0,-2 1 1,-4 0-54,-1-1 0,-1-2 0,2-3 0,-2-1-609,0-1 0,1 0 0,1-1 0,3-1-498,2 0 1,3-6 1161,-1 0 0,2-4 0,1-4 0</inkml:trace>
  <inkml:trace contextRef="#ctx0" brushRef="#br0" timeOffset="2589">2405 32 7800,'-1'9'351,"-1"1"312,-1 1 1,1 2 0,2 0-1,0 4-99,0 3 0,-3 6 0,0 4 0,1 4-548,1 5 1,1-3 0,0 4 0,0-1-740,0-1 0,1-7 0,1-2 0,1-5-342,-1-5 0,-1-8 1065,-1-2 0,3-7 0,2 2 0</inkml:trace>
  <inkml:trace contextRef="#ctx0" brushRef="#br0" timeOffset="2806">2388 156 7800,'6'-21'30,"-1"1"1,2 3 150,0 0 0,2 4 0,1 0 0,2 1 78,1 2 1,0 1 0,2 4 0,-2 2 49,-1 2 0,-1 2 0,-4 3 1,-2 3-94,-2 3 0,-2 6 1,-1 0-1,-1 3 17,-2 2 1,-2-2 0,-5 2 0,-1 0 22,1 1 0,1-3 1,0 2-1163,1-1 0,1-3 0,0-4 0,3-1-2396,0-2 3302,1-5 0,7-5 0,0-4 0</inkml:trace>
  <inkml:trace contextRef="#ctx0" brushRef="#br0" timeOffset="3123">2669 24 7800,'-11'0'711,"0"0"1,0 0-259,-1 3 0,2 2 0,-3 4 0,1 1-103,-1 1 1,5 4 0,1-2 0,1 0-22,2 1 1,2 0 0,0 2 0,4-3-459,4-2 1,2-2 0,2-4-1,2-2-131,1-2 0,1-2 1,2-3-1,2-3-38,1-3 0,-5-5 1,3 1-1,-2-1 168,-2-2 1,-1 1-1,-1 0 1,0 2 743,-1 3-348,-1 2 1,-5 10 0,-1 6 0,-3 10-255,-3 6 1,-1 0 0,-4 5 0,2 0-221,1-1 0,3-2 1,-1-5-1,3-1-667,3-4 1,1-7 0,5-3 0,2-5 267,0-5 0,3-5 0,0-7 607,2-2 0,4-6 0,1-4 0</inkml:trace>
  <inkml:trace contextRef="#ctx0" brushRef="#br0" timeOffset="3301">2942 32 7800,'0'-8'369,"0"-1"280,0 1 0,-1 3 1,-2 4 83,-2 2 0,-2 5 0,-1 5 0,2 4-436,0 3 1,2 3 0,-3 4-1,3 1-550,0 1 1,-1-3 0,2 2 0,1-1 130,1-2 0,2-4 0,2-1 0,2-3 122,3-4 0,4-6 0,0-1 0</inkml:trace>
  <inkml:trace contextRef="#ctx0" brushRef="#br0" timeOffset="3488">3091 197 7800,'5'0'226,"1"0"1,-1-1 147,0-2 0,2-1 1,-2-4-1,1-1-15,-1 1 1,-3-1 0,1-1 0,-2-1-110,-1 1 0,-4 0 1,-2 0-1,-2 1-117,-3 2 0,-2 4 0,-3 1 0,-1 4 42,1 4 0,2 5 0,1 3 0,1 5 161,2 3 0,2 2 0,2 3 1,3 1-164,2-2 1,2-1-1,3-3 1,4-3-187,5-5 0,4-6 0,2-5 0,3-3-1272,2-3 0,1-2 0,-1-5 1285,-2-1 0,-2-8 0,-4 2 0</inkml:trace>
  <inkml:trace contextRef="#ctx0" brushRef="#br0" timeOffset="4155">1578 809 7833,'-1'-5'39,"-1"2"0,1 3 0,-2 3 1,2 5 427,1 4 0,0 3 1,1 8-1,1 2-143,0 1 1,5 6 0,-2-2-1,0 1-355,1 0 1,-2-3 0,2-4 0,-3-2 94,1-3 0,-3-5-162,2-3 0,-2-6 0,-1-5 0,0-6 0,0-5 41,0-5 1,0-6 0,0-7-1,0-2 90,0 0 1,2-1 0,2-1 0,1 0 1,1 0 0,1 4 0,2 2 1,0 4 2,2 4 0,-2 5 0,2 4 1,-2 5 86,0 8 0,-1 6 0,-1 11 1,0 3-10,-2 3 1,-3 1 0,1 2 0,-2 1 43,-1-1 0,2-2 1,1-1-1,-1-2-1,-1-2 0,-1-7 0,0-1 0,0-4-322,0-2 1,0-4 0,1-5-86,2-6 0,0-6 1,4-6 191,-2 0 0,1-4 0,3 0 0,1-3 0,1-1 3,-1 0 0,0 3 0,0 2 74,1 2 1,4-3 0,-1 8 0,0 3 0,1 1 242,-1 7 0,-4 3 0,1 4 0,-2 4-318,-1 6 1,1 2 0,-2 7 0,0 1-162,-2 0 0,-2 2 0,2-1 0,1-1-5,-2-1 0,4-3 0,-4-1 1,2-3 219,-1-1 0,1-7 0,2 0 0</inkml:trace>
  <inkml:trace contextRef="#ctx0" brushRef="#br0" timeOffset="4422">2116 949 7990,'5'-2'374,"1"-1"0,-1-4 1,3 2-1,1-2 47,-1-2 1,0-1-1,0-3 1,1-4-280,-1-3 1,0-2 0,0-3 0,-3 0-4,-2 0 0,-2 1 0,-2 2 0,-2 4 48,-2 3 0,-4 7 0,-1 6 0,-2 4 12,-1 3 1,1 10 0,-2 4 0,2 6 73,0 6 0,5-3 0,0 7 0,2 0-42,0-1 1,3-3-1,0-3 1,4-2-329,4-5 1,2-2 0,3-5-1,3-3-473,1-5 1,3-4 0,0-3 0,2-3-508,2-4 1,-3-1 0,2-5 0,0-2-390,0-2 1,-2 1 1465,3-3 0,-3 3 0,1 0 0</inkml:trace>
  <inkml:trace contextRef="#ctx0" brushRef="#br0" timeOffset="4756">2529 677 7833,'-4'-5'258,"3"0"1,-2 4 0,-1-2 271,-2 1 1,2 0 0,-2 0 0,0-1-109,-1 2 0,-2 1 0,1 2 0,0 5 22,-1 3 1,1 1 0,0 5 0,1 2-106,1 2 1,0 2-1,3 2 1,2-1-263,3-1 1,2-1 0,5 1-1,0-2-115,2-3 1,-1-3 0,3-1 0,0-1-163,0-2 1,-3-1-1,0-1 56,-4 0 0,1 1 0,-5-1 0,-1 0-153,-3 0 1,-3-2 0,-5-1 0,-1-2-207,1-1 1,0-1 0,0-1-486,-2 0 1,2-1 0,5-2 349,2-2 1,2-3-1,2-3 638,2 0 0,5-3 0,5 1 0</inkml:trace>
  <inkml:trace contextRef="#ctx0" brushRef="#br0" timeOffset="5004">2645 693 7833,'0'-5'153,"0"-1"0,-1 1 0,-2 0 468,-3 2 0,2 2 0,-1 2 0,1 2-140,-1 2 0,3 6 1,-1 3-1,3 2-79,0 0 0,0 4 0,0-1 1,3 0-198,3 1 0,1-2 0,1 2 0,1-1-285,-1 1 1,0-1-1,-1-2 1,0-1 21,-2 1 1,-3-4-1,1 0 1,-3 0 27,-3 0 0,-2-3 0,-5 1 0,-2-3-262,-1-2 0,2 0 1,-2-3-1,1-1-965,2-1 0,1-2 0,1-3 514,3-4 0,2-1 0,6-4 1,2 0 742,3 0 0,7-1 0,3-2 0</inkml:trace>
  <inkml:trace contextRef="#ctx0" brushRef="#br0" timeOffset="5554">2835 751 7939,'-4'-8'708,"-1"0"-16,-3 3 1,0 1 0,0 4 0,-1 2-189,1 3 1,-1 2 0,0 6 0,0 1-246,1 1 0,3 0 1,-1 4-1,3-1-292,3-2 0,0-2 1,1-1-1,4-1-187,3-2 1,6-5 0,-1-2-1,2-2-68,1-1 1,-4-6-1,5-4 1,-2-2-52,1-6 0,-2 2 1,-3-4-1,1 2 549,-2-1 0,-6 1 0,4 0 0,-1 3 622,-3 4-706,0 6 0,-4 5 0,0 9 1,0 4-269,0 6 1,0-2 0,0 3 0,0-3-481,0 0 0,1-2 0,1-1 1,2-3-83,0-2 0,4-4 0,3-2 0,0-3 704,1 0 0,-2-7 0,1-4 0,-1-5 0,1-6 0,-2-1 0,2-4 0,-2 1 0,-1 1 0,-3 4 0,-2 3 0,-3 2 41,-3 3 1,-2 6 0,-3 2-1,0 3 510,0 2 1,-1 1 0,1 1 271,0 4 1,3 1 0,2 2 0,3-1-558,0 0 0,0 0 1,3 1-1,4-1-284,3 0 1,-1-1 0,3 0-1,0-2-229,2 2 1,-2-3 0,-1 2 0,-2 1 386,-1 3 0,0 3 1,0 5-1,-3 1 372,-2 3 0,-3 3 1,-4 2-1,-4 4-77,-5 1 1,-1-2 0,0-1 0,-2-3-356,1-2 1,2-7 0,-1-3 0,3-4-1016,2-5 1,4-4 0,2-5-465,2-4 0,2-2 1,2-6-1,3-1 1399,5-1 0,1-3 0,5 0 0</inkml:trace>
  <inkml:trace contextRef="#ctx0" brushRef="#br0" timeOffset="5787">3281 858 7833,'8'-1'298,"1"-1"0,-1 0 1,0-3-1,0 1 397,1-1 0,-1 0 0,-1-4 1,0 1-396,-2 0 1,-3-1-1,1-2 1,-2 0-206,-1-2 1,-3 2 0,-2-2 0,-1 1-2,-3 2 0,-4 4 1,1 4-1,-1 2 210,-2 6 1,1 3 0,-1 9 0,2 1 138,1 3 0,1 2 1,4 1-1,1-1-179,4 1 0,1-3 1,2-2-1,2-1-668,6-4 0,6-4 1,7-3-1,2-5-755,1-2 1,1-2 0,0-1 0,1-4-3063,-3-1 4221,-3-1 0,-5-4 0,1-1 0</inkml:trace>
  <inkml:trace contextRef="#ctx0" brushRef="#br0" timeOffset="6071">2504 1346 8107,'0'-8'1301,"0"2"0,-1 2-925,-2 0 1,2 3-1,-1 6 1,1 4-412,1 3 1,0 3 0,1 3-1,1 2 35,0 1 0,2 0 1,-2 2-1,1-1-617,-2 1 1,3-5 616,-1-2 0,0-5 0,-3 1 0</inkml:trace>
  <inkml:trace contextRef="#ctx0" brushRef="#br0" timeOffset="6371">2529 1288 7764,'0'-8'224,"0"0"0,0-1 267,0 1 0,0 3-698,0-1 1,4 4 0,1 0 0,2 1-195,2 1 1,0 0-1,1 0 1,2 0 400,1 0 0,-2 0 0,2 0 0,-1 1 0,1 1 0,-3-1 0,1 2 0,-1-2-119,-2-1 1,-3 4-1,1 0 1,-1 2 655,0-1 1,2 3-1,-2 3 1,0 0 8,1 1 1,0-1-1,2 1 1,0 1-285,0 0 0,1 0 0,-1 2 0,-1-2-87,-1 2 0,-3-3 1,-3-1-1,0-1-236,0 1 0,-1-4 0,-4 0 0,-4-1-543,-3-2 0,-2-2 1,-3 1-1,-3-2-563,-2-1 1,1 0 1166,-1 0 0,4-4 0,-2-1 0</inkml:trace>
  <inkml:trace contextRef="#ctx0" brushRef="#br0" timeOffset="6870">2256 1801 7742,'-3'-9'231,"0"1"1645,-2 0-1462,3 3 0,-1 5 0,3 7 0,2 3-218,1 4 1,3 2-1,-1 3 1,1 1-109,-1 1 1,-2 1 0,1 3 0,1 0 55,0 3 0,-4-1 0,2 2 0,-2-1-196,-1-1 0,0-5 0,0-3 1,0-5-268,0-3 1,0-7 154,0-7 0,0-6 0,0-10 0,0-3-52,0-2 0,4 2 0,1 0 0,3 0 146,0 1 1,4 0-1,1 6 1,1 1 162,-1 3 1,-2 3-1,2 2 1,-1 3 224,-2 2 0,-2 8 0,-2 2 0,-3 4 219,-2 4 1,-1 0 0,-1 3-1,-2-1-238,-3 1 1,-4 0-1,-2-2 1,0 1-354,1-4 0,-4 1 0,2-5 1,0-1-1311,2-1 0,2-1 1,1-2-142,-1-1 1,6-3 0,3 0 1504,4-4 0,7-2 0,2-5 0</inkml:trace>
  <inkml:trace contextRef="#ctx0" brushRef="#br0" timeOffset="7170">2512 1875 7742,'-9'3'384,"-2"0"1,2 2-1,-2-1 1,2 0 282,0 3 1,-2 0-1,1 1 1,2 1-161,2-1 0,1 0 0,0 1 1,2 2-487,2 0 0,2 0 1,2-3-1,5 0-207,2 0 0,5-2 0,-3-2 1,2 0 28,0-2 1,0-2 0,1-4 0,0-3-228,-1-3 1,-4-4 0,1 2 0,-2 0 302,-1 0 1,0-2-1,-3 3 1,-1 1 633,0 1 1,-3 4 0,2 0-256,1 1 1,-3 3 0,3 3 0,-2 5-161,1 3 0,3 3 0,-3 3 0,2 1-615,1-1 0,-1 1 0,0-1 0,2 0-605,0-2 1,1-5-1,1-4 1,-1-3-898,0-3 1979,4-6 0,-3-9 0,3-6 0</inkml:trace>
  <inkml:trace contextRef="#ctx0" brushRef="#br0" timeOffset="7454">2785 1768 12249,'1'8'0,"1"1"411,1 2 0,3-1 0,0 3 0,1-1-351,1-2 0,-2-1 1,-2 0-1,1-1-227,-1 0 1,-2-2 35,1-1 1,-6-3-1,-2 1 1,-3-1-54,-3 0 0,0 3 0,-2 3 0,-1 1 124,1 2 0,0 0 1,4 5-1,0 1 314,1 1 1,6-1 0,-1-1 0,2-2-79,1-3 1,5-3 0,2-2 0,4-4-185,2-1 1,-1-4-1,2-4 1,2-3-373,-1-4 0,-1-1 1,2-2-1,-1 1-29,-1-1 0,-4 1 1,1 0-1,-2 1 409,-1 1 0,-3 1 0,-2-4 0</inkml:trace>
  <inkml:trace contextRef="#ctx0" brushRef="#br0" timeOffset="8005">3347 1718 7742,'5'-20'22,"-2"1"0,-3-2 189,0 1 1,0-2 0,0 2 0,0 1 0,-3 1 715,-3 5 0,-1 4 0,-1 4-531,-1 2 1,1 7-1,0 6 1,0 9-1,-1 11-64,1 10 1,3 5 0,3 4 0,1 1-274,1 0 0,0-4 0,0-2 0,0-1-907,0-3 0,3-9 0,3 4 0,1-5-967,2-6 1,-1-10 920,0-6 894,-3-8 0,2-9 0,-2-8 0</inkml:trace>
  <inkml:trace contextRef="#ctx0" brushRef="#br0" timeOffset="8337">3248 1933 7742,'-8'-5'562,"3"-2"0,-2 6 1,2-3-1,0 2-291,-1-1 1,9-1 0,2 2 0,8-1-348,6-2 0,-1 0 0,4-4 0,2 1-415,3 0 0,-2-1 1,3-2-1,-2-2 164,-2 0 1,-4-2 0,-3 4 0,-1 1-73,-4 1 1,-7 4 379,-5 3 1,-3 8 0,-7 5 0,0 5 1142,-1 3 1,0 2 0,3 3 0,1-2-278,1-3 1,2-1-1,4-3 1,0-1-810,0-3 0,2-3 0,3-2 1,4-4-173,3-4 0,2-6 1,2-7-1,0-3-29,-2-1 0,0-4 0,-4 2 0,-1 0-242,-3 2 0,-4 1 0,0 3 0,-4 0-91,-4 1 1,-2 8-1,-2 0 1,-2 4-349,-1 2 1,2 1-1,-2 2 218,1 3 1,4-2 625,3 2 0,7-1 0,-2 3 0</inkml:trace>
  <inkml:trace contextRef="#ctx0" brushRef="#br0" timeOffset="8587">3645 1768 7837,'8'7'94,"0"-3"39,1 7 0,-1-4 0,-1 4 0,0-2 0,-3 0 0,1-1 924,-1 0 0,-2 1 0,1 1 0,-2 2-635,-1 1 1,0-2 0,-1 3 0,-1 1-402,-1 0 0,-3 2 1,0-2-1,-4-1-51,-1-3 1,0-2 0,3-1 0,0-3 96,0-2 1,2-3 0,1-4 0,2-4-133,1-5 1,1-5 0,1-2 0,1-2-173,2 0 1,1 0 0,5 1 0,2 0-268,3 0 0,-1 2 0,1-1 1,1 0-305,4 2 1,-1 5 0,4-3-1,1 4 377,1 1 1,2 2 0,0 2 430,-2 1 0,7-1 0,-6 2 0</inkml:trace>
  <inkml:trace contextRef="#ctx0" brushRef="#br0" timeOffset="8773">4108 1644 7742,'-3'8'947,"0"0"1,-2 1 0,2 1 0,0 3-13,-1 3 1,4 0 0,-3 6 0,1 1-521,-1 4 0,2 3 0,-1 1 1,1-2-474,1-1 0,0-4 1,0 6-1,0-2 19,0-1 1,0-8 0,0-3 25,0-3 1,-3-7 0,-1-7-1062,0-6 1074,-2-9 0,-2-5 0,0-4 0</inkml:trace>
  <inkml:trace contextRef="#ctx0" brushRef="#br0" timeOffset="9038">4083 1702 7240,'8'-17'-252,"4"0"0,1-1 0,1 1 1058,0 1 1,-2 5 0,3 1 0,-2 3 302,-1 1 0,-1 4 0,-3 0-737,0 4 0,-3 4 0,-2 4 0,-3 2-219,-3 1 1,-2 1 0,-3 5 0,-1 0-284,-2-1 0,1 0 0,-4-2 0,0 1 122,1-1 0,-1 1 0,2-1 0,0-2 53,0 0 1,1-3 0,4 2 0,0 0 488,2 0 1,3-5 0,-1 2-1,3-1-333,3-2 0,5 1 0,6-4 0,2 1-771,4-2 0,-2 0 1,3 0-1,0-1-613,0-1 0,1-5 1,2-1-1,-1-3 1183,-1 0 0,0-4 0,3-1 0</inkml:trace>
  <inkml:trace contextRef="#ctx0" brushRef="#br0" timeOffset="9270">4455 1619 7742,'-14'0'859,"0"0"0,1 1-222,0 2 0,1 4 1,4 4-1,3 1 3,2 3 0,2-4 0,1 5 0,1 1-308,2 1 1,4-3 0,5 1-1,0-1-380,0-2 0,2 2 1,-3-2-1,-1 1-82,-1 0 1,-4-4 0,-3 2-1,-1 0-58,-1 2 0,-1-2 0,-4 2 0,-4 0-374,-3-1 0,-2 0 0,-2-4 0,0 0 32,2-2 1,2-1-1,4-1-2759,0-2 3289,3-6 0,5-5 0,5-5 0</inkml:trace>
  <inkml:trace contextRef="#ctx0" brushRef="#br0" timeOffset="9570">4554 2098 7742,'-13'9'589,"1"-5"0,4-1 0,1-3-75,1-3 1,2-6-1,4-8 1,0-4-211,0-3 0,4-2 0,2-4 0,1-4-89,1-2 1,4 0 0,1-1 0,1 2 43,0 3 0,-3 4 1,2-2-1,1 2 149,-1 1 0,0 8 1,-4 3-1,1 3 51,0 3 1,-2 5-1,3 4 52,-2 5 0,-2 4 0,0 7 0,-2 5-328,2 3 0,0 1 1,0 5-247,-1-1 0,1 3 1,-2-3-1,-1 1 1,0 0 49,0 0 0,-3-5 0,1 1 1,-1-1-6698,-1 0 6710,-3-7 0,-6 3 0,-4-8 0</inkml:trace>
  <inkml:trace contextRef="#ctx0" brushRef="#br0" timeOffset="9772">4662 1908 11098,'-5'-3'1113,"2"-3"1,6 1 0,2 1 0,4-1-1278,2 1 1,0 1 0,4-2 163,3 2 0,4 0 0,-1 3 0</inkml:trace>
  <inkml:trace contextRef="#ctx0" brushRef="#br0" timeOffset="9827">4901 1883 11355,'-4'0'114,"0"0"0,4 0 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3:08.1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261 60 7366,'6'-7'0,"0"-1"178,-2-2 0,0 3 1,2-2-1,-3 3 923,1 1 1,-1 3-352,-1-3 1,-2 4 0,0 1-400,-4 4 1,-3 6-1,-2 1 1,-3 3-125,-1 3 1,-4 1 0,-1 4 0,-1 0-73,0 2 0,0-1 0,-3-3 0,-1 1 38,1 0 0,4-5 1,-3 3-51,3-4 1,4-1 0,3-3 0,5-1-238,2-2 0,2-4 0,3 1 0,4 0-13,4 2 1,5 3 0,2 1 0,4 3 0,2 0 76,4 0 0,-1 1 1,0 0-1,0 2 0,0-2 0,-2-1 1,2-3-1,0 1 164,0-2 0,-5-4 1,-1 1-72,-4-3 0,-2-4-84,-1 0 0,-5 0 0,-5-2 0,-4-2 131,-3-2 1,-1-4-1,-2-6 1,0-3-144,-2-4 1,-2 0 0,1-2 0,-1 0-63,1 0 1,2 3 0,0-1 0,0 3 115,0 1 0,1 1 0,-1-1 0,0 0 47,0-1 1,1 5-1,-2-1 1,2 0-11,-1-1 1,1 3-1,-1 1 74,4 2 1,-2 2 0,4 6 0,-1 3-12,1 7 1,2 9 0,2 8-212,2 5 0,1 6 0,3 6 1,0 2-1,0 2-99,0 1 0,0-1 0,0 0 0,2-1 110,0-3 0,2-9 1,-2-3-1,2-7 38,0-6 1,-1-7-1,-3-8 1,1-3 77,1-5 0,-3-7 0,1-8 0,-2-6 28,-1-7 0,-1-4 0,-3-7 1,0-1 59,0-1 1,-1 3 0,0 0-437,-2 2 1,-1 1-1,1 10 1,-1 5-1,1 7-108,-1 6 1,-1 6 0,-2 5 418,0 3 0,0 6 0,0 2 0</inkml:trace>
  <inkml:trace contextRef="#ctx0" brushRef="#br0" timeOffset="683">591 334 8010,'-4'-5'598,"2"0"0,1 3 0,2-2-303,1 1 1,4 0-1,4 1 1,2 0-462,3 0 1,0 1-1,4-1 1,0 0-663,1 0 0,2 1 828,2 1 0,-6-3 0,3-1 0</inkml:trace>
  <inkml:trace contextRef="#ctx0" brushRef="#br0" timeOffset="1167">1041 263 7387,'0'-10'-350,"-3"2"0,1-3 0,0 1 1064,-2 1 1,0-1 0,-3 1 0,0 2-171,0 2 1,0 4 0,-3 1 0,-1 5-41,-3 3 1,3 6 0,0 6 0,0 2-183,3 1 1,0 4 0,2-2-1,0 0-204,2 1 0,2-3 1,1-1-1,3-2-313,5-4 1,2-4-1,4-3 1,2-5 98,-1-4 1,4-6 0,-1-6-1,1-5-467,1-4 0,-2-3 1,0-4-1,-2 0 171,2 0 0,-5 2 1,2 2-1,-3 3-33,-3 5 832,-3 4 0,-2 15 0,-3 4 0,-1 4 0,0 4-292,-2 2 1,1-2-1,2 3 1,0-1-426,0-1 1,0-2 0,1-2-1,1-3-645,3-1 1,2-5 0,1-3 0,2-5 310,1-3 0,1-4 644,2-4 0,-3-6 0,-1-3 0</inkml:trace>
  <inkml:trace contextRef="#ctx0" brushRef="#br0" timeOffset="1418">1300 123 8146,'0'-2'1453,"-2"4"-773,0 6 1,-3 9-1,2 3 1,0 4-285,0 1 0,0 2 0,3 4 0,0 3-342,0-1 0,0 1 0,1-1 0,1-1 20,0-1 1,3-6 0,-2 1 0,1-3-2944,1-5 1,-2-6 2868,0-2 0,-3-2 0,0-1 0</inkml:trace>
  <inkml:trace contextRef="#ctx0" brushRef="#br0" timeOffset="1620">1251 362 8145,'0'-7'-5,"0"2"0,1 1 0,1 1 244,3 1 1,2-1 0,2 0-1,1 0 96,1 0 0,1-3 1,5 2-1,1-3-335,3-3 0,0 3 0,0-4 0</inkml:trace>
  <inkml:trace contextRef="#ctx0" brushRef="#br0" timeOffset="1821">1539 130 7936,'0'7'0,"-3"0"0,2 2 0,-3 1 0,1 4 570,1 1 0,0 2 0,1 1 0,-1 4 73,0 2 1,1-1 0,1 1-1,0 0-818,0-2 0,0-1 0,0 4 0,0-3-743,0-1 0,0-5 0,0 0 0,-1-4 918,-1-3 0,-2-1 0,-3-1 0</inkml:trace>
  <inkml:trace contextRef="#ctx0" brushRef="#br0" timeOffset="2027">1455 376 8299,'-4'-3'1705,"1"1"-1600,3-3 1,1 4 0,1-2-1,3 0-140,1 1 0,4-3 1,2 2-1,2 0-1013,2 0 0,0-2 1,2 0 1047,-1-1 0,6-1 0,-1 0 0</inkml:trace>
  <inkml:trace contextRef="#ctx0" brushRef="#br0" timeOffset="2232">1680 249 7936,'-7'0'-63,"-1"0"0,-1 0 1,0 0 449,0 0 1,1 1 0,-1 1 0,0 3 313,0 1 0,1 2 0,0 1 0,1 1-478,3 1 1,2 1 0,2 1 0,0-1-242,0 0 0,4-3 0,0-1 0,3-2 23,3-4 1,1-1 0,3-2 0,0-1-522,3-3 0,-2-4 0,1-2 0,-1-1 174,-1 0 1,-2 1 0,-1-4 0,-1 2 803,-2 2 1,0-2 0,-2 4 75,-1 0 0,-3 4 0,-3 4-323,-2 2 0,-2 4 1,0 4-1,0 3-339,0 1 1,1 1 0,3 0 0,-2-2-541,2 0 1,1-3-1,2-1 1,3-2-97,1-1 1,4-3 0,2-1 0,1-2 759,1-4 0,1-4 0,1-4 0,0-3 0,0-2 0,-2-3 0,0 0 0,-3 0-25,-1 0 0,-5 6 0,-3 1 0,-2 3 314,-2 3 1,-5 3 0,-2 3 0,0 1 691,-2 1 1,1 4-1,-1 3 1,0 4-408,1 2 1,2 4-1,0 1 1,2 1-111,1 0 1,1-1-1,-1 3 1,3-1-534,1 1 0,1-4 0,1 4 0,2-1-557,4-2 0,1-3 0,4-5 0,0-2 1,1-5 1,2-2 0,1-4 0,1-5-603,1-5 1,-2-5-1,0-5 1227,-1 0 0,2-7 0,1 2 0</inkml:trace>
  <inkml:trace contextRef="#ctx0" brushRef="#br0" timeOffset="2427">2073 179 7936,'0'-7'506,"0"0"0,-1 3 1,-1 3 383,-3 2 1,1 4 0,1 4 0,-1 4-339,0 2 1,1 1 0,-1 3 0,-1 0-267,1 1 0,-1 2 1,2 1-1,-1 1-60,1 1 0,-1-2 1,1 2-1,2 0-1228,0-3 0,1-2 0,0-3 0,1-2 346,1-4 1,3-6 0,3-3 0,2-4-3106,-2-2 3761,3-3 0,0-6 0,3-2 0</inkml:trace>
  <inkml:trace contextRef="#ctx0" brushRef="#br0" timeOffset="2834">2221 228 7499,'-7'0'-114,"2"0"1,0 0-1,0 0 1458,-1 0 0,-1 3 1,0 2-1,0 2-743,-1 2 0,1 0 0,0 3 0,0 0-563,0 1 1,3 2 0,0-2-1,0-1-39,0 0 0,2-1 0,0 1 0,1-3-354,1-1 0,1-2 0,1-1 0,3-3-839,1-1 1,4-2 0,-1 0-1,0-3 874,2 0 0,-4 0 1,3-2-1,-2 0 334,2 1 0,-2 3 0,3-3 0,-1 1-84,-1 0 1,1-2-1,-1 2 637,0 0 1,-1-2 0,-1 1 0,0-1 0,0-2 245,0-2 0,-3 3 1,-2-3-1,-1 2-575,-1-2 0,-1 0 0,-1-2 0,-3 2-55,-1 0 1,-2 5 0,0 1 0,-2 2 16,2 2 0,-1 4 0,0 3 1,0 5-118,0 3 1,2 3 0,2 3-295,0 1 1,4 0-1,-2 1 1,3-2-1,0 0-136,3-2 0,1-2 1,3-2-1,0-4-426,3-4 1,0-5 0,2-1 772,0-5 0,0-7 0,2-7 0</inkml:trace>
  <inkml:trace contextRef="#ctx0" brushRef="#br0" timeOffset="3071">2354 313 7751,'0'4'728,"0"1"1,-1 0 407,-1 2 1,1 3 0,-1 1 0,0 4-896,0 1 1,0 3-1,-2 3 1,-2 2-298,0-2 0,-1 3 0,0-3 0,0-2 122,0-2 0,0-5 0,0-4-111,0-4 1,3-7-1,2-5 1,1-5 135,1-4 0,3-2 0,2-4 0,4-1 21,3 0 1,1 5-1,1-2 1,1 1-288,1 1 1,0 3-1,3-2 1,0 3-441,1 0 1,1 0 0,0 3-1,-2 4-2274,0 1 2889,-6 5 0,3-3 0,-5 4 0</inkml:trace>
  <inkml:trace contextRef="#ctx0" brushRef="#br0" timeOffset="3501">1012 860 7936,'3'-4'0,"-1"-1"501,0 0 1,-2 1 68,0-1 1,-3 3 0,-1 0 0,-3 2-173,0 2 1,0 3-1,-2 5 1,0 2-236,0 4 0,0 2 0,1 5 1,-1 2-56,3 2 1,0 0-1,3 3 1,2-1-809,0-1 1,5-2 0,2-2-275,3-2 0,6-2 0,2-8 0,2-6-957,2-3 1931,4-10 0,-4-7 0,4-8 0</inkml:trace>
  <inkml:trace contextRef="#ctx0" brushRef="#br0" timeOffset="3781">1202 882 7936,'-3'-4'297,"-2"1"0,-3 3 0,-2 3 374,-1 1 0,1 6 0,-1 1 0,1 3-16,2 3 0,0 1 1,2 2-1,1 0-415,3-2 0,1-4 1,2 1-1,2-1-343,4-1 0,0-7 0,5-1 1,1-4-131,0-1 0,2-1 0,0-1 0,0-3-178,1-4 1,-4-3 0,3-3 0,0-2 66,-3-1 0,0 0 0,-4-1 0,0 3 349,-2 1 0,-1 4 1,-1 1 497,-1 3 1,-2 3 0,-2 4-1,-2 5-485,-1 4 0,0 2 1,0 5-1,1 1-564,1 1 1,1-2-1,1 0 1,0-1-372,0-1 0,1-2 0,2-2 0,1-2 917,2-4 0,5-3 0,0-1 0</inkml:trace>
  <inkml:trace contextRef="#ctx0" brushRef="#br0" timeOffset="4064">1427 945 7816,'-4'3'1407,"1"-2"1,3 5 0,-1 2-882,-1 3 0,1 2 0,-1 1 1,0 1-402,0 1 1,1 1-1,-1 3 1,1-2-95,1-1 0,0-4 0,0-3-268,0-3 1,0-3 0,1-5 0,1-6-66,3-7 0,1-3 0,1-5 0,1-1-102,1-3 1,0 2 0,2 1 0,0 1 292,-1 1 0,2 4 1,1 3-1,1 4 303,0 5 0,-4 4 0,3 7 0,-2 7 0,-2 6 1,-4 2-1,-1 6 1,-1 0-385,-1 0 0,-2-1 0,0 1 0,0-2-932,0-2 1,-3-6 0,-1 2 1123,-3-3 0,-3-2 0,-1 0 0</inkml:trace>
  <inkml:trace contextRef="#ctx0" brushRef="#br0" timeOffset="4450">1062 1331 7936,'-4'-16'141,"0"-1"0,-2 5 0,-2 4 0,-1 3 0,0 2 235,0 2 0,1 4 0,1 4 1,0 5 280,0 3 1,1 3 0,1 2 0,3 1-302,1 0 0,1-4 0,0 3 0,1-2-234,1-2 1,2-1-1,3-2 1,1-1-119,2 0 0,-3-3 0,2 0 0,-3 0-132,-1 0 1,-3-1 0,2 1 0,-1-1-107,-1-1 1,-5 0-1,-1 0 1,-3 1-217,0 1 0,-2-3 0,-1 0 0,0-1-326,0-2 0,0-1 0,4 0 0,1-5-1021,3-4 1797,1-3 0,1-7 0,0-1 0</inkml:trace>
  <inkml:trace contextRef="#ctx0" brushRef="#br0" timeOffset="4681">1160 1458 8185,'12'-7'0,"-1"2"0,0 0 734,-1 0 1,0-2-1,0 0 1,-1 0-112,-3 0 0,-3 0 0,1-2 1,-1 0-441,-2 0 1,0-1 0,-2 1 0,-2 0-70,-4 1 0,0 2 0,-4 1 0,0 3 22,0 1 0,1 3 1,-1 2-1,-2 6-147,0 2 1,2 3 0,2 1 0,1 3-116,1 1 1,0 2 0,1 1-1,1 0-316,3 0 0,2-1 0,2-1 0,3-1-143,4-1 0,0-5 1,5-5-1,1-4-635,2-3 1,2-8 0,1-6 1219,-1-8 0,1-4 0,-2-4 0</inkml:trace>
  <inkml:trace contextRef="#ctx0" brushRef="#br0" timeOffset="4885">1364 1338 7936,'-1'-5'596,"-1"2"309,-3-1 1,-1 6-1,1 5 1,0 5-100,0 3 1,-1 1 0,-1 3 0,2 1-584,0 3 1,3-2-1,-2 4 1,1-2-827,1 0 1,1-1-1,1-4 1,1-1-362,2-2 1,1-5 0,5-4-1,1-2-2690,1-3 3654,-3-6 0,6-3 0,-3-6 0</inkml:trace>
  <inkml:trace contextRef="#ctx0" brushRef="#br0" timeOffset="5097">1476 1493 7936,'5'0'0,"-1"0"520,2 0 1,0-3 0,0-2 0,0-1 155,-1-1 1,-3-1-1,2-2 1,-1-1-356,-2 1 1,0-4-1,-1 3 1,-1 0 98,-1-1 0,0 4 0,-4 1 0,-2 4-114,0 2 1,-3 2 0,0 1 0,-1 5-289,1 4 0,1 3 0,-1 7 0,1 1-247,2 2 0,1-2 1,2 3-1,3 0-495,1 0 1,2-2 0,4 0 0,4-4-231,4-3 0,4-5 1,2-4-1,2-4 217,2-5 1,-1-8-1,2-7 1,0-5 736,-1-4 0,1-1 0,-3-1 0</inkml:trace>
  <inkml:trace contextRef="#ctx0" brushRef="#br0" timeOffset="5294">1694 1387 7936,'-7'-7'0,"-1"1"318,-1 1 0,0 0 1,-3 3-1,0 1 844,-1 2 0,-1 6 0,-1 5 0,2 2-531,2 2 1,-2 0-1,4 3 1,1 1-622,2 3 1,3-1 0,3 1 0,1-1-2,1-1 1,5-3-1,4-2 1,2-4 220,1-3 1,1-4-1,7-3 1,-1-5-262,3-7 1,-5-4 30,2-7 0,-1-3 0,1-1 0</inkml:trace>
  <inkml:trace contextRef="#ctx0" brushRef="#br0" timeOffset="5499">1799 1394 8069,'-3'-3'2477,"-1"3"-1591,0 4 0,-1 3 1,2 2-1,1 4-568,-1 3 0,2 2 0,-1 3 1,1 0-1028,1 0 0,0 2 0,0 0 0,0-2 618,0-2 1,0-5 0,0-1 90,0-2 0,0-2 0,0-2 0</inkml:trace>
  <inkml:trace contextRef="#ctx0" brushRef="#br0" timeOffset="5553">1708 1556 7936,'-2'-5'1316,"-1"1"-106,2-2 1,0 2 0,1-1-573,0 0 0,4-1 0,3-1 1,4 0-531,2 0 1,3 0 0,1 2 0,3 0-2822,2 0 0,-2-1 2713,4-1 0,-3 0 0,1 0 0</inkml:trace>
  <inkml:trace contextRef="#ctx0" brushRef="#br0" timeOffset="6683">2312 1436 7569,'-2'-4'-722,"-1"0"671,-1 1 1,1-2 0,-1 2 276,1-1 1,0 2 5,1 0-670,1 1-275,-2 1 915,3 0 376,3 0 0,-1 0 1861,2 0-1382,-2 0 0,1 3-786,-3 2 1,0 1 0,0 2-200,0 2 0,0 1 0,0 3 0,0 3 1,-1 2-262,-1 4 1,-1 2 0,-3 2 0,2 0-118,-2-2 0,2-4 1,0-2-1,1-3 185,2-5 0,-1-6 41,0-2 1,1-9-1,-1-3 1,1-5 165,1-5 0,2 2 0,1-7 1,0 0 20,1 0 0,1-1 0,-1 3 0,1 0-257,2 2 0,-1 1 1,4-1-1,0 3-395,2 3 1,1 4-1,2 1 1,1 2-638,3 2 0,-1 2 1182,1 3 0,-4 0 0,3 0 0</inkml:trace>
  <inkml:trace contextRef="#ctx0" brushRef="#br0" timeOffset="6980">2523 1366 7936,'-12'5'162,"1"0"0,0 0 0,0 1 1,-1 2 416,-2 1 1,3 0 0,0 3 0,1 0-203,1 2 1,2 0 0,2 1-1,3 0-11,1-2 0,3-1 0,2 0 1,4-3-306,2-1 0,-1-4 0,3-2 1,1-3-228,3-3 1,-2-3-1,2-6 1,-3-2-184,-1 0 1,0-2-1,1 1 1,-1 0 31,-3 1 0,-3 2 1,-3 1-1,1 3 712,0 1 0,-2 5-172,0 3 1,-3 6-1,-2 6 1,1 2-373,-1 3 1,2 1 0,-1 2-1,1-1-381,1-3 0,0-1 0,1-2 0,1-1-195,3-3 0,1-4 0,1-3 0,1-2 725,1-2 0,-1-8 0,2-5 0</inkml:trace>
  <inkml:trace contextRef="#ctx0" brushRef="#br0" timeOffset="7280">2670 1451 7936,'-1'-4'711,"-1"1"0,1 2 0,-3 2-91,1 2 0,-2 1 0,3 5 0,-1 1-331,0 1 1,2 1 0,-1 4-1,1 1-87,1 1 1,0-2 0,0 0 0,0-1-256,0-1 0,3-5 0,0-3-304,1-2 1,0-6 0,2-6 0,0-5 91,-1-5 1,-1-3 0,3-1 0,-2-2 85,0 1 1,-1 4 0,3 1 0,0 2-36,-3 2 0,3 3 609,-3 4 0,2 5 0,-2 4 0,-1 7-287,-2 3 1,-1 3 0,2 1-1,0 1-344,0 1 0,1-2 0,-1 0 1,1-1 42,0-1 0,1-3-525,3-2 1,0-5-1,2-5 1,0-5 717,0-5 0,-1-8 0,-1-3 0</inkml:trace>
  <inkml:trace contextRef="#ctx0" brushRef="#br0" timeOffset="7783">2895 1296 7936,'0'-3'1006,"0"3"1,1 5-370,1 3 0,0 3 0,2 4 0,1 2-228,-1 4 0,2 0 0,-1 3 0,0-3-263,0 1 1,1-5-1,-3-3 1,0-4-31,0-2 0,-1-4 0,-3 0-470,-1-1 0,-3-1 0,-3-4 0,-2 0 2,-1 1 1,0 0-1,-2 1 1,2 0 215,-2 0 1,2 0-1,0 1 1,1 1 59,2 3 1,2 1 0,2 2 0,1 0 166,2 2 1,1 1-1,2-1 1,3-2-433,1 0 1,4-2-1,2-1 1,1-3-343,1-1 0,1-2 0,0-1 0,3-4 274,0-2 0,-3-5 0,2-5 0,-3 1 409,0-3 0,-2 2 0,-1 0 0,-1 1 0,-1 1 0,-5 5 0,-1 1 257,-2 2 0,-2 5 1,-2 0-1,-4 3 0,-1 3 772,-1 1 1,1 6-1,-1 1 1,1 3-394,1 0 1,1 0 0,4 0-1,0 0-225,1 0 0,1-3 0,0-2 0,1-1-397,1-1 0,5-3 0,3-2 0,0-2-79,0-2 1,2-3-1,-3-4 1,0-3-167,-1-1 0,-4 0 1,-2 0-1,-1 2-49,-1 1 0,-1 1 1,-1 2-1,-3 3-224,-1 1 1,-1 0 0,0 1-1,0 0-330,-1 2 1,4 0-1,-1 0-314,0 0 0,2 0 1148,0 3 0,2-3 0,1 4 0</inkml:trace>
  <inkml:trace contextRef="#ctx0" brushRef="#br0" timeOffset="8230">3113 1422 7936,'4'0'996,"1"0"1,-2 4-690,1 0 0,-2 3 0,0 2 1,-1 1-1,-1 2 0,0 3 501,0 2 0,-2 1 0,-1 1 1,2 1-653,0 0 0,1-1 0,0-1 1,0-1-170,0-2 0,0-5 8,0-3 0,0-6 1,0-4-1,1-6-458,1-6 1,0-1 0,1-5 0,1 0 238,0-1 0,-1 0 1,0 2-1,1 0 88,0 1 0,1 4 1,2-2-1,0 3 76,0 3 1,0 0 0,0 5-1,0 1 170,0 3 0,-2 2 0,0 3 0,-1 4 430,0 4 0,0 3 1,-2 2-1,0 1-244,-1 1 0,3 0 0,-2 1 0,-1-3-265,0-1 1,-1-3 0,1-2 22,1-2 1,-1-4 0,2-7-1,0-5-617,-1-5 1,1-2 0,-1-4 0,1 0 368,1-1 0,0-1 0,3 3 0,-2 1 77,0 2 0,-1 4 1,3 3 527,1 2 0,-4 3 1,1 4-1,0 2 225,-2 4 1,4 2 0,-3 4-1,0 3-243,1 1 1,-1 2 0,1 2 0,-2 0-1201,0 0 1,-2-2 0,2-1 0,-1-2-1408,0-3 1,2-3 2213,-2-5 0,-1-5 0,2-4 0</inkml:trace>
  <inkml:trace contextRef="#ctx0" brushRef="#br0" timeOffset="8797">3752 1317 7936,'-2'-5'250,"-1"1"236,1 2 1,0 0 0,-1 5-108,2 4 1,0 4 0,1 5 0,0 4 0,0 2-388,0 1 0,0 4 0,0 0-198,0 0 0,0 5 0,1-4 1,0 0-1,2-1-436,1-4 1,-2-1-1,0-1 642,-1-3 0,-1 3 0,0-4 0</inkml:trace>
  <inkml:trace contextRef="#ctx0" brushRef="#br0" timeOffset="9013">3717 1577 7936,'0'-10'76,"0"1"0,0-2 0,1 1 385,1 2 1,3 2 0,3 1 0,3 0-218,3-1 0,-4 2 1,6 1-1,0 3-715,2 0 0,0 0 1,2 0-1,-2 0-773,-2 0 1,-5 0 1243,3 0 0,-1 3 0,1 1 0</inkml:trace>
  <inkml:trace contextRef="#ctx0" brushRef="#br0" timeOffset="9238">3949 1507 7936,'7'0'24,"0"0"0,0-1 0,1-1 210,1 0 1,0-3-1,2-1 1,-1-2 71,1-1 0,-2-4 0,0 3 0,-2-2-213,-2 0 0,-2 3 0,-3-2 1,-1 1 45,-4 1 1,-1 2 0,-4 2 0,-1 3-6,0 1 1,-1 1 0,-1 1 0,0 1-71,1 3 0,4 4 0,-1 3 0,3 1 28,1 1 1,4 0 0,-2 1 0,3-1-110,0 3 0,0-2 1,3 3-1,2 0-34,1 0 0,2-2 0,1 0 0,3-2-1280,1-2 1,1-2 0,-1-4 1330,-1-1 0,1-2 0,-2-3 0</inkml:trace>
  <inkml:trace contextRef="#ctx0" brushRef="#br0" timeOffset="9458">4075 1500 7936,'3'4'51,"-1"1"0,1-1 1,-1 1-1,3-2 227,1 0 0,1-2 1,1 1-1,1 0-691,3 0 1,1-1-1,1 1 1,0-1 68,-3-1 344,3 0 0,-3-3 0,3-1 0</inkml:trace>
  <inkml:trace contextRef="#ctx0" brushRef="#br0" timeOffset="9682">4216 1429 7936,'-14'7'0,"0"0"0,2 1 0,1-1 0,1 3 1076,1 1 1,1 3 0,1 0 0,1 1-702,1 1 0,2 2 0,3 2 0,1 0-719,1-2 1,1-4-1,3 0 1,2-3-474,0-2 1,2 0-1,0-7 1,0 0-27,0-2 843,0-3 0,0-4 0,1-4 0</inkml:trace>
  <inkml:trace contextRef="#ctx0" brushRef="#br0" timeOffset="9911">4293 1401 8425,'-7'4'881,"0"3"1,3 0 0,2 3 0,1 1-285,1 3 0,0 2 0,1 4 0,1 2-658,3 0 1,1 1 0,1-1 0,0 3-343,0-1 1,0-3-1,-1-1 1,0-2-3473,-2-2 3875,-2-5 0,1 3 0,-3-3 0</inkml:trace>
  <inkml:trace contextRef="#ctx0" brushRef="#br0" timeOffset="10126">4265 1605 7936,'0'-7'337,"0"0"327,0 0 0,0 0 0,1 0 1,1 0-33,3 0 1,2 0 0,2 1 0,3 0-1031,1 1 0,1 3 1,0-2-1,1 1 398,1 2 0,2-3 0,3 0 0</inkml:trace>
  <inkml:trace contextRef="#ctx0" brushRef="#br0" timeOffset="10402">4714 1472 7936,'1'-7'-78,"1"0"1,0 0 167,0-1 1,-2 1 0,0-2 0,0-1 379,0-1 0,-2 2 0,-1-1 0,-1 1-46,-1 0 0,-2 0 0,-2 4 0,0 1-123,0 0 1,0 5-1,1 5 1,-1 3-67,0 5 0,2 4 0,2 5 0,3 1-249,1 1 1,1 1 0,0 0 0,1-2-142,1-3 0,5-6 1,5-2-1,1-2 113,1-3 0,1-6 1,2-6-1,1-6-268,3-7 0,-4-5 0,0-3 0,-3-1 211,-2 0 0,-2 4 0,-3 0 0,-1 4 1244,-1 4-916,-2 8 1,-6 3 0,-1 10 0,-1 4-170,0 2 1,4 2-1,-1 1 1,1 1-379,1 1 0,0-2 0,0 2 0,0 0-714,0-3 0,3-1 1,2-2-1,3-4-54,2-2 0,0-3 1086,-1-3 0,2-9 0,3-3 0</inkml:trace>
  <inkml:trace contextRef="#ctx0" brushRef="#br0" timeOffset="10673">4932 1465 7936,'0'-4'1227,"-1"1"0,0 3 0,-1 3-780,0 1 0,-1 3-1,0 3 1,1 2-217,-1 4 1,2-1 0,-1 3 0,0 0-108,0 0 1,1-2 0,-1 0 0,1-4-356,1-3 0,3-5 0,2-7 32,1-5 1,1-8-1,0-4 1,0-2-9,0-4 0,3 2 0,-1 0 0,0 2 160,-2-2 0,0 8 0,0 0 617,0 2 1,0 7-289,-3 5 0,-1 7 0,-3 8 1,0 3-496,0 2 0,0 0 1,0 1-1,0 0-13,0-1 1,1 1-1,1-3 1,1-2-2064,1-2 0,1-4 2290,2-1 0,3-3 0,1-4 0</inkml:trace>
  <inkml:trace contextRef="#ctx0" brushRef="#br0" timeOffset="10955">5150 1387 7936,'-5'0'1807,"1"0"1,2 1 0,0 1-1384,1 3 1,1 2 0,0 2 0,0 1-491,0 1 1,0-3 0,0 3 0,0-2 189,0 0 0,0 1 0,0-3 0,0 0-616,0 0 0,-3-3 0,-3 1 0,-1 1 89,-3 0 0,-2-2 0,0 1 1,-1 1 580,-1 3 1,0 0-1,0 2 1,3 2 119,1 0 1,6 1-1,1-1 1,2-1 80,1-3 1,4-1 0,3-2 0,3-1-94,3-3 0,-1-4 0,6-3 0,-2-4-714,0-3 0,1-1 0,-3-1 1,0-1-1547,0-1 1,-3 0 0,-2-1 1973,-1 2 0,-1-3 0,0 3 0</inkml:trace>
  <inkml:trace contextRef="#ctx0" brushRef="#br0" timeOffset="11645">1364 2048 7936,'-4'0'1618,"2"0"0,7 0-1082,4 0 1,5 0 0,1-1 0,3-1-484,2 0 1,-2-4-1,4-1 1,-1-2 13,-1-2 1,-4-1 0,0-2 0,-4 0 162,-2 0 1,-6 1-1,-2 1 1,-4 2-843,-5 0 1,-4 5 0,-5 1 0,-1 4 748,-1 4 0,0 5 1,-1 7-1,3 4 335,1 2 1,2 4 0,1 4 0,3 1-82,1 1 1,4-4 0,2 1 0,4-2-535,3-2 0,4-6 1,2-4-1,1-4-538,2-4 0,-1-5 1,4-1-1,-1-5 76,1-5 605,-1-4 0,1-7 0,1-2 0</inkml:trace>
  <inkml:trace contextRef="#ctx0" brushRef="#br0" timeOffset="11945">1638 1977 8318,'-1'7'672,"-1"0"0,0 0 1,-2 1-1,1 2-233,1 1 1,-1 3 0,1 2-1,0 1 180,2 1 0,0 1 0,0 2 0,0 0-267,0 0 1,0-4 0,0-3 0,0-3 129,0-1 1,0-5-594,3 0 0,0-9 0,2-4 0,0-3-351,0-4 0,2 0 1,0-4-1,0-3 279,0-3 0,0 2 0,0 1 0,0-1 233,0 1 1,0 4 0,0 2-1,-1 3 379,-1 4 0,-1 4 0,-3 4-127,2 2 0,-1 10 0,-2 5 0,0 4-479,0 4 0,0-2 0,0 3 0,0 0-737,0 0 1,0-4 0,0-1 0,1-2-626,1-3 0,5-5 0,4-4 1539,0-2 0,5-5 0,-1-3 0</inkml:trace>
  <inkml:trace contextRef="#ctx0" brushRef="#br0" timeOffset="12226">1926 1963 7936,'-6'-4'562,"-1"2"620,-3 1 1,2 2 0,0 1 0,-1 4-225,1 2 1,0 7-1,2 3 1,1 3-459,0 0 0,3 3 1,0 1-1,1 0-549,1-2 0,3-4 0,2-3 1,1-3-815,1-1 0,3-5 0,0 0 0,0-4-963,0-2 1,2-2 0,-2-4-1,0-4-174,0-4 2000,0-1 0,0-3 0,1-1 0</inkml:trace>
  <inkml:trace contextRef="#ctx0" brushRef="#br0" timeOffset="12506">2017 2041 8155,'7'0'1720,"-2"0"-1118,-1 0 0,-2 0 1,0 3-1,-1 4 107,-1 1 1,0 5 0,0-1 0,-1 2-504,-1 2 0,-1 2 1,-3 2-1,2 1-40,-2 0 1,0-4 0,-1 3 0,0-2 185,0-2 1,2-7 0,0-3 264,0-2 1,2-3-1,1-6-376,1-4 1,2-4 0,1-4 0,3-2-196,1-4 1,3 4 0,1-3 0,-1 2-448,1 0 0,-1 1 0,2 2 0,0 1-968,-1 3 1,0 3 0,1-1 0,-1 1-4559,-2 1 5927,0 5 0,-1 4 0,0 3 0</inkml:trace>
  <inkml:trace contextRef="#ctx0" brushRef="#br0" timeOffset="12738">2157 2125 8116,'5'4'1388,"0"-2"-902,0-1 0,-1-1 0,0-1 0,0-1-630,0-3 0,0-1 0,1-1 0,0 0-515,0 0 1,-1-1 0,1-1 0,0 0 73,2 0 0,-3 1 0,0-1 0,0 1 585,0 1 0,-2 0 580,0 3 1,-1 1 0,-2 3-1,-1 5 146,0 4 0,-3 2 0,0 3 0,-1 3 486,-1 2 0,0 0 0,2 1 1,1-1-1362,1 3 0,-2-3 0,3 1 0,0-3-701,2-4 0,0 1 0,3-6 1,4-1-631,1-4 0,4-6 1480,-3-1 0,4-9 0,-2-2 0</inkml:trace>
  <inkml:trace contextRef="#ctx0" brushRef="#br0" timeOffset="12988">2361 2062 7936,'0'7'203,"0"0"0,0 1 0,0 1 1,0 3 1753,0 1 1,-1 3-1,0 1 1,-2 1-1541,2 2 1,0 0 0,1 1 0,0 0-752,0-3 0,0 2 0,0-5 1,0-1-2261,0-4 0,0-6 0,0-5 2594,0-5 0,-3-4 0,-1-4 0</inkml:trace>
  <inkml:trace contextRef="#ctx0" brushRef="#br0" timeOffset="13022">2361 2076 7936,'10'-10'52,"-1"1"1,0 0 0,-2 2 0,1 0 768,1 0 0,-1 0 0,2 3 0,-3 0 1504,0 1 1,0 3-1518,1 0 0,-5 4 0,-1 6 0,-4 1-489,-5 3 0,-1 0 0,-3 0 0,0 0-92,0 0 0,2-1 0,-2-1 1,1-2-210,1 0 0,1-3 0,1 1-272,0-3 254,3-3 0,1 1 0,3-3 0</inkml:trace>
  <inkml:trace contextRef="#ctx0" brushRef="#br0" timeOffset="13329">2572 1970 8984,'0'7'1501,"-1"0"0,0 0 0,-2 0-957,2 0 0,-1 1 1,1 1-1,-2 2 169,2 2 0,-2 0 1,0 5-1,2 0-1445,0 0 1,1-4 0,0 2-1,0-1-1396,0 0 1,0-5 2127,0 0 0,-3-4 0,-1 4 0</inkml:trace>
  <inkml:trace contextRef="#ctx0" brushRef="#br0" timeOffset="13393">2523 2160 7936,'0'-5'4365,"0"0"-2090,0-3 0,3 1 0,2-2 0,2 1-2709,2 1 1,0-3 0,2 1 0,2 0-2027,0-1 0,1 4 2460,0-1 0,-3 5 0,-1-1 0</inkml:trace>
  <inkml:trace contextRef="#ctx0" brushRef="#br0" timeOffset="13667">2719 2097 7936,'0'7'170,"0"1"0,-3-1 0,-1 2 1560,1 0 1,-1-5-794,1 3-937,2-5 0,-5 4 0,2-2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3:23.0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29 464 8149,'-7'-4'18,"3"-1"1,-2 0-1,3-2 1,0-3 209,0-2 0,0-5 0,3-4 0,1-5 93,2-6 1,1-2 0,5-6-198,0 0 0,4 2 0,-2 2 0,3 4 1,0 3 42,0 1 1,-3 9 0,0 3 139,0 8 1,-2 4 0,-2 5 0,0 3 0,-1 5 61,-1 3 1,0 4 0,-2 5 0,1 1-355,-1 1 0,0 2 0,-2 3 0,2 0-352,-2 1 0,0-4 0,-1 1 0,0 0-506,0-1 0,0 1 1,0-3-1,0-2-1124,0-1 1967,0-5 0,-6 2 0,-2-3 0</inkml:trace>
  <inkml:trace contextRef="#ctx0" brushRef="#br0" timeOffset="267">85 261 8407,'0'-8'310,"0"-2"1,0 3 0,2-3 0,2 3 213,2-1 0,0 1 1,4-2-1,1 1-557,3 1 1,1 1 0,3 4 0,0 0-183,3 1 1,-4 1-1,3 0 215,-2 0 0,2-3 0,-3-1 0</inkml:trace>
  <inkml:trace contextRef="#ctx0" brushRef="#br0" timeOffset="514">380 99 8340,'-5'6'298,"1"0"1,1-2 38,1 2 0,2 1 1,0 2-1,0 4 378,3 2 0,-2 2 0,3 3 0,0 3-1265,0 1 1,0 1 0,1 1 0,-1-3-781,-1-1 1,2-6 1329,-2-2 0,-1-5 0,-2 1 0</inkml:trace>
  <inkml:trace contextRef="#ctx0" brushRef="#br0" timeOffset="572">387 141 8592,'4'-7'0,"-1"0"417,0 0 1,-2 2 0,4-2-1,1 0 38,3-1 0,0 0 1,2 1-1,3 1-718,1 1 0,-2 2 0,2 3 0,-1 0-874,-1 0 0,-4 4 1137,1 3 0,-6 3 0,-1 4 0</inkml:trace>
  <inkml:trace contextRef="#ctx0" brushRef="#br0" timeOffset="990">478 190 11327,'7'0'351,"0"0"1,1 0-533,1 0 1,2-2 0,3 0 0,0 0-811,0 1 0,-2 1 991,0 0 0,-4 7 0,3 0 0</inkml:trace>
  <inkml:trace contextRef="#ctx0" brushRef="#br0" timeOffset="1237">450 380 8209,'-7'0'2232,"0"0"1,4-1-2007,3-1 1,5-2-1,5-3 1,2-1-94,3-1 1,0 1-1,3-1 1,0 3-1014,3 2 1,-3-1 0,4-2 0,1 0 879,-1 0 0,0-3 0,-1-1 0</inkml:trace>
  <inkml:trace contextRef="#ctx0" brushRef="#br0" timeOffset="1513">759 134 8209,'-10'7'127,"2"0"1,0 0 0,1 0 473,3 0 0,2 0 0,0 0 1,1 0-205,1 0 0,3 3 0,3-1 1,1 1-227,3 0 1,0-2-1,-2 3 1,2 0-70,-2 0 1,0 2-1,-2 1 1,-1 2-30,-3 0 1,-1-3 0,-2 2 0,-1-1-433,-3-3 1,-3-4-1,-2 1 1,0-1-790,-1-4 1,0-2 0,1-2-1498,2-1 2645,0-2 0,4-6 0,1-1 0</inkml:trace>
  <inkml:trace contextRef="#ctx0" brushRef="#br0" timeOffset="1772">1216 169 7613,'-5'-7'-554,"0"0"1,0 0 1259,-1 0 0,-1 0 1,0 1-1,-1 1 5,-2 3 1,-1 1 0,-4 2 0,-1 1-295,1 3 0,4 4 0,-3 3 0,1 3-174,2 4 0,1-2 1,4 5-1,1-1-559,3 1 1,2-4 0,3 3 0,4 0-576,4-1 0,3-4 0,2-4 0,2-3 38,2-2 1,-1-6 0,5-1 0,-2-4 852,-1-5 0,-7-5 0,9-7 0,-4-4 0</inkml:trace>
  <inkml:trace contextRef="#ctx0" brushRef="#br0" timeOffset="2030">1286 183 8647,'-7'-2'0,"-1"0"425,-1 0 0,2 1 0,-1 1 0,-1 1 32,2 1 0,-1 2 1,1 3-1,2 1-270,0 2 1,4-2-1,-2 4 1,3 0-285,0 2 1,0-3-1,1-2 1,3-1-454,3-1 0,4-3 0,-1-2 0,1-3 147,2-3 0,0-4 0,1-6 0,0 0 125,0 0 0,-3 2 1,-2 1-1,-1 1 889,-1 1 0,-2 1 745,0 1 1,-4 4-1086,1 3 0,-2 4 1,-1 6-1,-1 1-694,0 3 1,1 0 0,1 1 0,1 1-154,1-1 0,0-4 0,3 3 0,0-1-588,1-2 1164,1-4 0,3 2 0,1-1 0</inkml:trace>
  <inkml:trace contextRef="#ctx0" brushRef="#br0" timeOffset="2297">1462 190 8239,'-4'7'185,"1"0"114,-1 0 0,0-2 1,2 0-1,0 1-235,0 3 0,1 2 0,1 3 0,0 0-34,0 3 1,0-2 0,0 1 0,0-1 864,0-1 1,0-1 0,0-1-502,0-3 1,1-4 0,1-3 0,0-4-546,0-3 0,1-7 0,0-5 0,1-2-302,1-2 1,0-3 0,0 1 0,2 0 197,-2 2 0,1 0 0,1 3 0,0 1 47,0 2 1,0 4-1,0 3 377,0 2 0,-3 5 1,0 5-1,-1 6-54,-1 2 1,0 3 0,-1 2-1,2 2-502,-2 4 1,0-1-1,-1 1 1,0-2 4,0-2 1,2-2 0,1-4 0,0-1 381,1-3 0,1-1 0,-1-1 0</inkml:trace>
  <inkml:trace contextRef="#ctx0" brushRef="#br0" timeOffset="2565">1616 183 10799,'0'7'715,"0"4"0,0 0 0,-1 3-380,-1 3 1,1 1 0,-1 5 0,1 0-149,1 0 1,-2-4 0,-1-4 0,2-2-573,0-4 1,1-6 20,0-5 0,1-6 0,0-8 1,3-3-124,-1-1 0,2-4 1,2 1-1,0 0 134,0 2 0,-2 2 1,0 2-1,0 1 195,1 3 0,-1 6 673,0 0 1,-4 8-1,2 4 1,-3 5 73,0 3 1,0 5 0,0 0 0,0 3-653,0 0 1,-2 0-1,0-1 1,0 0-826,1-2 1,4-4 0,0-2 0,1-3 189,1-2 1,2-5 0,2 0-1,1-4 698,1-3 0,-2-5 0,2-4 0,0-5 0,0-3 0,-2 0 0,4-5 0,-2 2 0</inkml:trace>
  <inkml:trace contextRef="#ctx0" brushRef="#br0" timeOffset="2832">1799 183 7945,'-5'4'184,"0"0"0,1 1 1,-3 1-1,2 3 936,0 1 0,3 2 0,-2 4 1,1 1-640,1 1 1,2 0 0,3 1 0,1-4-678,3-2 1,3-5 0,1-4 0,3-2 165,0-3 0,0-6 0,-1-6 0,-1-4-157,-3-1 1,-1 0 0,-2-3 0,-1 3 236,-3 1 1,-4 3 0,-3 0-1,-1 2-127,-1 0 0,-2 6 0,-2 0 1,1 1-663,-3 1 1,3 2 0,1 0-423,1 1 0,1 2 1161,3 1 0,4-1 0,4 2 0</inkml:trace>
  <inkml:trace contextRef="#ctx0" brushRef="#br0" timeOffset="3103">1946 78 8239,'1'5'327,"1"-1"0,0 2 792,-1 0 1,0 2 0,-1 1 0,0 3-706,0 1 0,0 2 1,0 1-1,0 1-461,0 1 0,0 1 0,0 2 0,0 0-840,0 0 0,0-3 0,0 0 887,0 0 0,0 1 0,0-1 0</inkml:trace>
  <inkml:trace contextRef="#ctx0" brushRef="#br0" timeOffset="3104">1897 282 8239,'0'-7'67,"0"0"802,0 0 1,3 0 0,2 0 0,2 1-232,2-1 0,5 2 0,3-5 0,1 2-1205,4 1 0,-1 0 0,3 1 0,-2 1-1157,-1 0 0,-3 3 1724,-2 0 0,-4 4 0,-2 2 0</inkml:trace>
  <inkml:trace contextRef="#ctx0" brushRef="#br0" timeOffset="3379">815 619 8014,'-3'-7'110,"-1"0"1,0 0 322,-1 0 0,0 3 1,-2 2-1,0 1-98,0 1 1,0 1-1,0 3 1,1 4-185,1 2 1,0 3 0,2 3 0,2 3-303,0 1 1,1 1 0,1 0-1,2 0-223,4 0 0,2-3 0,4-1 1,2-3-37,-1-2 0,4-3 0,-2-4 410,0-3 0,5-4 0,1-2 0</inkml:trace>
  <inkml:trace contextRef="#ctx0" brushRef="#br0" timeOffset="3654">963 675 8014,'-7'0'-61,"-3"0"0,0 0 0,-1 1 430,-1 1 1,3 0 0,1 2 0,0 2 269,2 0 1,0 4 0,4-1 0,0 0-506,1 1 0,5-1 0,3 1 1,3-1 14,3-3 0,0-4 0,3 1 0,-1-3-260,-1 0 0,0-5 0,0-2 1,-1-2-287,-1-1 0,-3-1 0,-3-3 0,-2 0 299,-1 0 0,-1 2 0,-3 2 0,-2-1 102,-4 0 0,-1 2 1,-3 1-1,0 2-303,1 4 1,1 1 0,0 1-57,1 0 0,2 3 0,1 2 0,3 2-1706,4 2 2061,2-1 0,6 2 0,1-3 0</inkml:trace>
  <inkml:trace contextRef="#ctx0" brushRef="#br0" timeOffset="3744">1152 577 7907,'-3'7'46,"2"0"0,-3 0 1,1 0 460,1 0 0,1 1 1,1 0-1,1 2-30,2 1 0,0 1 0,5 1 0,2 0-282,1-1 1,-1-3-1,0 2 1,-2 0 31,2 0 1,-5-2-1,1 2 1,-2-1-65,-2-1 1,-2-1 0,-3 1-1,-3 0-353,-3 0 0,-3-4 0,0-1 1,-1 0-72,-2 0 0,4-2 0,0 0 261,1-1 0,-3-1 0,2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3:28.1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 68 8732,'2'4'809,"1"2"0,-2 2-626,0 3 0,-1 5 1,1 3-1,0 6-184,2 5 0,2 1 0,-3 5 0,0-2-185,1-1 0,-2-4 1,1-2-1,0-5-1105,0-4 1,-1-5 1290,1-4 0,-7-4 0,-3-2 0</inkml:trace>
  <inkml:trace contextRef="#ctx0" brushRef="#br0" timeOffset="266">1 292 8227,'3'-7'-249,"-2"3"0,2 0 0,-1 0 560,1 0 1,3 2-1,0-2 1,3 1-574,2 1 1,2-1 0,3 0 0,2 0-181,0 0 1,2-3 0,-2 1 441,0-1 0,3-4 0,-3-1 0</inkml:trace>
  <inkml:trace contextRef="#ctx0" brushRef="#br0" timeOffset="534">240 117 8227,'-7'1'0,"2"0"240,0 2 1,1 2 0,-1-1 0,1 1-2,1 2 0,1-1 1,2 4-1,0 0-195,0 2 1,0 1-1,0 1 1,0 1 33,0 1 0,0-1 0,2 2 0,1-3-228,1 0 1,-2 1-1,1-2 1,-1-2-187,0-1 1,1-5 0,0-1 140,1-1 0,0-3 1,0-5-1,0-2 110,0-3 1,1 2 0,2-4-1,0 0 36,0-2 0,0 0 0,0 0 0,0 0 165,0 0 0,0 3 1,0-1 235,0-1 0,-1 6 1,0 0-80,-2 3 1,0 5-1,1 5 1,-3 3-230,-1 5 0,1 1 1,1 3-1,-2 0-150,0 0 0,1-3 1,1 1-1,-2-3-1401,0-1 0,0-3 1507,1 0 0,2-4 0,3-2 0</inkml:trace>
  <inkml:trace contextRef="#ctx0" brushRef="#br0" timeOffset="807">394 278 8227,'7'-3'-234,"0"2"1,0-2 0,-2 1 714,0 0 1,-1-4 0,3 2 0,0-3-84,0-3 1,0-1-1,0-2 1,-2 0-203,0 2 1,-4 1 0,2-1-1,-2 1-61,-1 2 1,-1 2 0,-1 2 0,-1-1-243,-1 1 1,-1 1 0,-2 3-1,0 0 89,-3 0 1,4 4 0,-2 2 0,1 3 8,2 2 0,2 2 1,-1 2-1,0 2 52,0-2 1,2 0-1,0-1 1,1 0-807,1 0 1,1 0 762,1-3 0,2 3 0,3-3 0</inkml:trace>
  <inkml:trace contextRef="#ctx0" brushRef="#br0" timeOffset="865">514 236 8227,'-1'5'202,"-1"0"608,0 0-458,-3-2 0,5 0 1,0-3-1,3 0-710,4 0 1,2-3 0,1-1-1,0-3-1663,0 0 2021,3 0 0,-2 0 0,3 0 0</inkml:trace>
  <inkml:trace contextRef="#ctx0" brushRef="#br0" timeOffset="1320">675 166 8190,'-9'5'286,"0"0"0,1 3 152,0 3 1,-1 0 0,1 1-1,-2 3-51,-1 3 1,2 2-1,0 1 1,3-2-208,2 0 1,2-3 0,0 1 0,1-1-855,1-3 1,3-6 0,2 0 0,2-3-1686,2-3 2359,2 0 0,3-7 0,0-2 0</inkml:trace>
  <inkml:trace contextRef="#ctx0" brushRef="#br0" timeOffset="1588">886 26 8190,'-5'7'429,"1"0"1,-1 0 132,1 0 1,-1 0 0,2 0 0,1 0-86,-1 3 0,2-2 0,-1 3 1,1-1-321,1-1 0,0-1 0,0-1-434,0 0-195,0-3 0,-1 0 0,-1-3 0,-3 2 72,-1-2 1,-2 0 0,-1-1 0,-1 1 105,-1 1 0,3 0 0,-2 2 0,0 2 475,1 0 1,2 2 0,2 0 0,0 3 326,2 0 1,-1-1-1,4 3 1,1-2-442,2-1 1,3-1 0,4-2 0,1-3-433,1-1 0,2-3 0,0 0 0,1 0 23,1-3 342,-1-1 0,5-9 0,-2-2 0</inkml:trace>
  <inkml:trace contextRef="#ctx0" brushRef="#br0" timeOffset="1860">963 124 8174,'-9'3'0,"0"2"0,1 1 575,1 1 1,4 0-1,-4 1 1,1 0-73,2 2 0,0 2 0,3 0 1,-2 0-696,2 0 1,1 1 0,2-2 0,3 1-716,1 0 0,1-6 0,0 0 907,0-2 0,6 2 0,2-3 0</inkml:trace>
  <inkml:trace contextRef="#ctx0" brushRef="#br0" timeOffset="2162">1104 68 8117,'-10'3'7,"1"1"0,-2 3 0,-1 1 222,-1 1 0,3-1 1,-3 3-1,1 1 319,1 1 0,2 0 1,0 4-1,2-1-274,2 1 1,2-3 0,3-3 0,1 0-374,1 0 1,2-5-1,4 0 1,1-2-462,3-2 1,1-2 0,1-3-1,1-1-947,2-3 1507,-2 0 0,5-6 0,-2-2 0</inkml:trace>
  <inkml:trace contextRef="#ctx0" brushRef="#br0" timeOffset="2453">1364 26 8427,'-1'-5'265,"-1"0"-30,0 0 0,-3 1 3102,3-1-2903,-4 4 0,6 1 1,-3 7-1,2 3-353,-2 3 1,3 0 0,-3 6-1,2 0-82,-2 2 1,3 1 0,-3 0-1,0 2-1003,1 1 1,0-4 0,2 0-1,2-2 1004,0-4 0,7-2 0,-1-6 0</inkml:trace>
  <inkml:trace contextRef="#ctx0" brushRef="#br0" timeOffset="2792">1483 82 8427,'-7'-7'498,"0"0"0,0 3 188,0 1 1,2 3 0,1 0 0,-2 0-389,0 0 0,1 0 0,1 3 0,-1 1-115,1 3 0,-2 0 0,2 2 1,-1 1 18,0 1 0,2 0 0,-3 2 0,2-2-367,1 2 0,0-2 0,1 0 0,0-1-759,0-2 0,2-2 0,0-2 125,3 2 0,1-3 0,3-1 1,0-2 303,0-2 0,1-2 0,0-4 0,2 0 470,-2-2 0,0 1 0,-1 3 0,-1 0 59,-1 2 1,1 0 0,-1-2 354,1 2 0,-1 2 1,-1 0-11,2 1 0,-2-1 1,0-1-1,2 1-6,0-1 1,0 1-1,0-2 1,-1 0-219,0 1 1,1-2 0,1-2-1,0-1-119,0-1 1,0 0 0,-3-2 0,-1 1-31,-3 1 0,0 2 0,0 0 106,0 0 0,-4 0 0,-2 3 0,-2 1 175,-1 2 1,1 2 0,1 2-1,0 1 114,0 3 0,0 0 1,1 2-1,0 1-212,2 1 1,2 0 0,0 1-1,1 0-374,1 1 0,0-2 1,1-1-1,0 1-278,2 0 1,2-2 0,0 0-1,2-1-926,2-1 0,-1-2 1,1-1 1388,-1-1 0,2-1 0,1-2 0</inkml:trace>
  <inkml:trace contextRef="#ctx0" brushRef="#br0" timeOffset="3117">1602 131 8980,'-4'-4'1208,"-1"2"0,4 0-1453,-2 0 0,6 0 0,1-2 0,2 1 6,2 2 0,-1 0 0,0 1 239,0 0 0,3-3 0,1-1 0</inkml:trace>
  <inkml:trace contextRef="#ctx0" brushRef="#br0" timeOffset="3118">1722 75 8717,'-5'0'1413,"1"3"1,-2 1-722,0 0 1,-1 4-1,1 0 1,-1 3-412,0 4 1,3 0-1,-3 3 1,0 3-666,1 1 1,1-1 0,1 0 0,1 0-78,3-1 0,0-5 461,0 1 0,3-6 0,1 4 0</inkml:trace>
  <inkml:trace contextRef="#ctx0" brushRef="#br0" timeOffset="3436">1778 278 14065,'0'7'0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6:52.8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25 117 9635,'0'9'440,"-2"3"1,-1 5-200,1 4 1,0 5 0,0 4 0,-1 4-24,-2 4 0,3-3 0,-1 0 0,2-3-453,1-5 1,0-4-1,1-6 1,2-5-1287,3-6 0,1-5 1,2-5 1520,3-4 0,1-8 0,3-5 0</inkml:trace>
  <inkml:trace contextRef="#ctx0" brushRef="#br0" timeOffset="262">192 184 8537,'-8'0'0,"0"0"241,-1 0 0,0 0 0,-1 1 1,-2 2 186,-1 2 0,3 4 0,-1 2 0,1 3-86,2 1 1,1 3-1,1 1 1,3 0-210,2 0 1,5-2 0,2 0 0,2 0-549,3-1 1,-1-3 0,4-2-1,1-1-500,1-2 1,0-3-1,1-3 1,0-1 54,0-1 0,-4-4 860,1-5 0,0-6 0,3-7 0</inkml:trace>
  <inkml:trace contextRef="#ctx0" brushRef="#br0" timeOffset="532">301 251 7423,'-6'2'1910,"1"2"-1422,-2 1 1,3 0 0,-1 4 0,1 0-346,3 2 1,-3-1-1,1 4 1,1 1-96,1 1 1,1 1 0,0-2 0,0-1-4,0-3 0,0-1 0,1-3-130,2-1 0,2-3 0,3-4 0,0-5-185,1-5 1,0-5 0,1-3 0,1-4 160,-1-1 0,3-1 0,-2 1 0,-1 2 8,-1 2 0,0 4 0,-1 2 566,0 3 0,-3 7 1,-2 7-133,-2 7 0,-2 5 0,-1 2 0,-2 3-353,-1 2 1,4-1-1,-2 1 1,2-1-562,1 0 1,0 1-1,0 0 1,1-3-117,2-1 1,1-4-1,5-2 1,0-3 186,2-4 0,-1-5 1,3-6 509,-1-5 0,3-11 0,-2-4 0</inkml:trace>
  <inkml:trace contextRef="#ctx0" brushRef="#br0" timeOffset="797">560 234 7732,'-9'4'393,"4"0"1,-1 5 0,0-1-114,-2 0 1,1 2-1,1 0 1,1 2 114,1 1 0,1 1 0,3 2 0,0-2-252,0-3 1,4-2 0,2-2-1,2-1 63,3-3 0,-2-3 0,3-3 1,-2-4-337,1-3 1,-2-6 0,1-3 0,-2 0-332,-3-2 1,0 3 0,1-1-1,-4 1 294,-1 2 0,-1 3 0,0 2 0,0 1-467,0 2 1,-3 0-66,-3 3 1,0 2 0,0 6 698,3 2 0,2-1 0,1 4 0,0-4 0</inkml:trace>
  <inkml:trace contextRef="#ctx0" brushRef="#br0" timeOffset="1116">677 209 7839,'0'9'347,"0"2"1,0-3 0,0 3 251,0 2 1,0-1-1,-1 2 1,-1 1-271,-1 1 1,0-2 0,3 1 0,1 1-188,2-1 1,-1-4-1,4 0 1,0-3-406,1-2 1,3-2 0,0-5 0,2-2-81,1-3 0,-3-6 1,1-4-1,-1-6-46,2-2 1,-3-1 0,1 0 0,-2 0 222,-3 0 1,1 6-1,1 3 1,-1 1 158,-4 2 0,-1 6 1,-1 7 112,0 4 1,0 8 0,0 5 0,1 4 136,2 3 0,-2 1 1,2 0-1,-1 1-137,0-1 0,0-4 0,4-3 0,0-3-104,2-4 0,-3-4 0,1-2 1,0-3 39,2-3 0,0-6 0,0-8 0,-2-3 264,0-5 0,-1 1 0,3-1 1,-2-1-333,0 1 1,-1 2 0,3 1 0,-2 1-603,0 3 1,-4 5 0,1 0-263,1 2 1,-2 4 889,3 2 0,-3 6 0,2 2 0</inkml:trace>
  <inkml:trace contextRef="#ctx0" brushRef="#br0" timeOffset="1389">1295 134 7732,'-6'5'0,"1"1"0,1 0 476,-1 2 1,2 1 0,-1 1 0,0 2-28,2 1 1,1 3 0,1 6 0,-1 3-633,-2 4 0,3 0 0,-3 3 1,2 1-424,1 1 0,0-5 0,0 2 0,0-5 262,0-4 1,0-5-1,-1-7-738,-2-4 1082,2-2 0,-6-8 0,2 0 0</inkml:trace>
  <inkml:trace contextRef="#ctx0" brushRef="#br0" timeOffset="1655">1253 242 7732,'8'-15'-128,"0"1"1,-2 2 226,0 0 1,0 2 0,4-1 0,2 1 287,1-1 1,0 4 0,2 0 0,-2 2-137,-1 3 1,-1 1 0,-3 2-1,-3 2-9,-2 3 0,-2 1 0,-1 2 0,0 3 197,0 1 0,-5 3 0,-2 0 0,-4 0-348,-2 1 1,-1-5-1,-3 4 1,1-1-457,-1-2 1,3 0-1,0-4 1,0 1-752,1-3 1,1-3-1,4 0 1116,-1 0 0,5-9 0,0-4 0</inkml:trace>
  <inkml:trace contextRef="#ctx0" brushRef="#br0" timeOffset="1949">1445 159 7725,'-6'0'609,"1"0"1,3 1 0,-1 2-253,2 2 1,1 3 0,0 0 0,0 1-121,0 2 0,0 3 0,0 5 0,0 0-376,0 0 1,3-2 0,1-1-1,0-2-242,3-3 0,1-5 0,2-3 1,2-4 187,1-5 1,-2-3-1,0-9 1,-1-1 20,1-4 0,-2 2 0,2 1 0,-4 1 669,-1 3 1,-4 8 163,4 0 0,-4 7 1,1 3-1,-3 7-408,0 6 1,0 1 0,0 5 0,1-1-443,2-1 1,-2-1-1,2 0 1,-2 0-77,-1-3 0,3-3 0,0-2 265,2-4 0,-3-6 0,1-4 0</inkml:trace>
  <inkml:trace contextRef="#ctx0" brushRef="#br0" timeOffset="2332">1720 0 7732,'0'9'464,"0"-1"0,0 0-108,0 1 0,0-3 0,0 2 0,0 2 42,0 2 0,0 0 0,0 3 0,0 1-311,0 2 0,0-2 0,-1 3 0,0 0-82,-2 0 0,0-4 0,2 1 1,-1-2-107,-1-1 1,1-3-204,2 1 0,1-6-40,1-5 1,3-5 0,3-5 0,1-1 179,-1 1 0,3 0 1,0 3-1,0 1 181,2 4 0,-6 1 1,3 1-1,0 1 3,0 1 1,-4 4 0,-1 5 0,-2 4 639,-1 3 0,-1 1 0,-2 2 0,-1 1-136,-4-1 1,-1-4-1,-2 0 1,1-1-237,0-4 0,-2-3 1,0-3-860,-1-3 0,0-2 0,2-2 0,-1-3 1,1-4-91,2-5 0,3-3 0,-1-2 0,1 0 661,3-2 0,0-3 0,1 2 0</inkml:trace>
  <inkml:trace contextRef="#ctx0" brushRef="#br0" timeOffset="2616">1921 59 10594,'0'9'549,"0"2"1,0 4-293,0 3 0,0 2 0,0 4 0,-1 2 64,-2 0 0,2 1 1,-2-2-1,2-1-1887,1-3 0,0-8 1566,0 1 0,4-7 0,1-3 0</inkml:trace>
  <inkml:trace contextRef="#ctx0" brushRef="#br0" timeOffset="2678">2013 217 7732,'-4'11'0,"-1"1"0,0-1 265,-1 1 0,1-2 1,0 3-1,1 0 75,0 0 0,4-3 0,-3 1 0,2-1-1334,1-2 0,1-3 994,2-3 0,1-4 0,5-3 0</inkml:trace>
  <inkml:trace contextRef="#ctx0" brushRef="#br0" timeOffset="3160">2088 134 8045,'-5'-4'552,"0"3"1,3-2-218,-4 2 0,1 1-337,0 0 257,3 0 1,-1 1-256,6 2 0,2-2 0,3 3 0</inkml:trace>
  <inkml:trace contextRef="#ctx0" brushRef="#br0" timeOffset="3430">2129 142 7732,'-10'14'518,"2"0"0,1-3 0,-1 2 1,0 0-116,-1 0 0,4 1 1,0 3-1,1-1 257,3 1 0,0-3 1,2 0-1,2 0-838,6-1 0,-1-1 1,3-5-1,-1 0-361,2-2 0,-3-3 1,3 1-1,-1-2-584,0-1 1,0-4 0,-3-1 1122,-3-3 0,6-4 0,-1-1 0</inkml:trace>
  <inkml:trace contextRef="#ctx0" brushRef="#br0" timeOffset="3431">2246 259 7732,'-7'6'-16,"0"-1"0,2 2 903,-2 0 1,0 2 0,0 3 0,-1 6-272,0 6 0,1 3 0,-4 6 0,2 3-709,1 4 1,-1-3 0,2 2-1,0-6-302,2-6 1,3-9 394,-1-2 0,2-5 0,1 2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6:50.3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338 116 7828,'-8'12'0,"0"1"0,2 1 100,0 0 1,4 0 0,-3 4 0,0 1 543,1 3 1,2 0-1,-1 0 1,2 1-732,1 1 1,0 1 0,0-1 0,0 1-637,0 0 1,-1-7 0,-1 3 0,-1-6 722,2 0 0,-8 1 0,0 1 0</inkml:trace>
  <inkml:trace contextRef="#ctx0" brushRef="#br0" timeOffset="314">46 509 7828,'-12'0'228,"3"1"1,-3 0 1378,3 2 0,5 0-1063,4-3 0,5 0 0,7 0 1,5-1-306,4-2 0,1-1 1,3-5-1,1 2-342,0 1 1,0-1-1,-1 2 1,0 0-1115,0-1 0,0 1 0,-1-3 0,-1 3 1217,-1 2 0,-3-2 0,1 0 0</inkml:trace>
  <inkml:trace contextRef="#ctx0" brushRef="#br0" timeOffset="582">188 108 7853,'-6'-3'488,"1"0"0,2 1 0,-3 2-37,0 0 1,3-3 38,3 0 0,7 0 0,5 3 0,2 0-440,3 0 0,1 0 1,3 0-1,0 0-450,1 0 0,-3 0 0,4 0 1,0-1-668,1-2 1,-2 3 1066,0-3 0,-3 2 0,1 1 0</inkml:trace>
  <inkml:trace contextRef="#ctx0" brushRef="#br0" timeOffset="857">714 33 7772,'-9'-9'0,"-2"2"312,0 1 0,-1 2 0,2 2 0,-1-1 322,1 1 1,-1 2 0,1 3 0,-1 4-363,1 3 0,3 1 0,2 5 0,-1 2-243,2 3 0,0 2 0,4 4 0,0 2-211,0 4 0,1-2 0,1 5 0,1-3-54,2 0 1,1-7-1,1 4 1,0-3-51,-2-4 0,-2-2 286,2-7 0,-3-2 0,2-4 0</inkml:trace>
  <inkml:trace contextRef="#ctx0" brushRef="#br0" timeOffset="1107">530 350 7772,'-3'-6'726,"0"2"-133,-2 0 0,3 0 0,-1 2-294,2-4 0,2 1 0,2 1 0,3-1-518,1 0 0,5 3 0,2-4 0,3 1 23,2 0 1,3-2 0,3 4 0,0-1 195,0 0 0,0-2 0,0 1 0</inkml:trace>
  <inkml:trace contextRef="#ctx0" brushRef="#br0" timeOffset="1360">948 175 7779,'-6'0'1513,"1"0"0,2 0-1114,-3 0 0,5 0 1,1 1-401,5 1 0,5 2 0,2 3 0,1-2-488,2 2 0,2-3 0,1 2 0,2-1-484,-2 0 0,1 0 0,-1-3 973,2 0 0,3 1 0,-2-3 0</inkml:trace>
  <inkml:trace contextRef="#ctx0" brushRef="#br0" timeOffset="1612">1290 83 7779,'-13'5'619,"2"1"0,-1 0 0,0 5 0,-1 1-250,-2 1 1,2 2-1,0 3 1,0 3 50,0 0 1,3-2 0,-1 4-1,1 0-625,2 1 0,2 1 1,2-1-1,0-2-193,2-2 0,2-3 1,3-1-1,3-2-168,1-3 0,2-4 0,1-3 566,2 0 0,2 3 0,-1-3 0</inkml:trace>
  <inkml:trace contextRef="#ctx0" brushRef="#br0" timeOffset="1874">1315 250 7775,'-8'11'186,"-1"1"0,0 1 526,-2 2 1,4 2 0,-1 0-1,2 2-316,1-1 0,1-1 0,4 3 0,1-1-524,2-3 1,2-8 0,4-1 0,2-2 86,3-3 1,-1-2-1,0-3 1,0-3 194,0-5 1,-3-2-1,1-3 1,-2-2-802,0-1 1,-5 0-1,-1-2 1,-2 0 250,-1 3 1,0 0 0,0 2-1,-1 2 156,-2 0 0,2 1 0,-5-1 1,0 3-75,2 1 1,-3 5 0,5-1 0,-1 1 313,-1 0 0,3-2 0,-3 2 0</inkml:trace>
  <inkml:trace contextRef="#ctx0" brushRef="#br0" timeOffset="2125">1474 175 8114,'-4'8'446,"-2"0"1,0 1 0,-1-1 0,2 0-237,-2 1 1,4-1-1,-1 1 1,1 2-14,0 0 1,1 1 0,5-1-116,3 3 0,4-5 0,1-1 0,0-3-333,1 0 1,1-3 0,3-1 0,-1-3-300,-1-7 1,-3 0-1,1-5 1,-1-1 468,-1 0 0,-5-2 0,2 0 1,-1 0 308,-1 1 0,-3 2 1,0 1 1521,-1 1-1394,-1 1 0,1 13 1,1 7-1,2 5-340,0 2 1,2 5-1,1 1 1,0 2-412,-2 1 0,1-3 1,2 0-1,1-2 33,-1-1 362,-3-5 0,2 1 0,-2-2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7:00.5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21 125 7629,'-9'0'-157,"4"0"700,-1 0 0,5-3 1,1-1-53,5 0 1,3 1 0,3-2-1,4 1-263,4-1 0,1-1 1,4-1-1,-2 0-490,1 2 1,1 2 0,0-2-1,-1 2 85,-4 1 0,-1-2 1,-1 1-1,-1 0-1031,1 0 0,-7 1 0,-2-4 1208,-4 0 0,-2-2 0,-5 1 0,-2 1 0,-3 3 0,0 3 0,0 1 0,-1 1 0,1 4 0,0 4 0,2 2 490,0 1 0,4 1 1,-3 3-1,0 1 127,1 1 0,1 1 0,-2 3 0,2 2-399,1 1 1,-2-5 0,1 3-1,0-1-1073,0-2 0,2-2 1,-3-1 854,0-3 0,0 1 0,-5-3 0</inkml:trace>
  <inkml:trace contextRef="#ctx0" brushRef="#br0" timeOffset="404">54 384 7835,'-4'5'925,"-1"-2"0,3-2-495,-1 2 0,5-2 0,6 2 0,4-3-210,3-3 0,1 1 0,6-3 0,2 1-976,0-1 1,2 0-1,1-4 1,2 1-1964,0-1 2719,-2 1 0,6-4 0,-3-1 0</inkml:trace>
  <inkml:trace contextRef="#ctx0" brushRef="#br0" timeOffset="742">840 100 7828,'-4'-6'118,"-1"1"0,0 0 0,0-2 1,-2 2 477,0-2 1,-3 3-1,0-1 1,-1 1-95,1 2 1,-2 1 0,0 2 0,-1 3-276,-2 4 1,3 5 0,1 4-1,1 3-320,2 2 0,2 2 0,2 0 0,0 0 75,2 2 0,2-7 0,4 3 0,3-3-972,3-2 0,6-7 0,0-3 0,4-2 286,1-3 0,1-5 0,2-3 0,0-5 704,-2-3 0,-1-2 0,2-4 0,-3-1 0,-3-4 0</inkml:trace>
  <inkml:trace contextRef="#ctx0" brushRef="#br0" timeOffset="1074">924 100 7828,'-12'-4'302,"2"3"1,-1-2 0,1 2 127,-1 1 0,2 1 1,-3 2-1,3 3-132,1 1 0,2 4 0,2 1 0,0 0-120,2 0 1,1 2-1,2-3 1,2 0 36,2-2 1,3-3 0,1-2 0,1 0-156,1-2 1,3-4-1,-2-3 1,1-1-958,2-4 1,-3-1 0,-1 1 0,-1-1 671,-2 1 1,0 0 0,0 2-1,-2 1 839,0 1 0,-3 1-337,2 3 0,-3 7 0,1 2 0,-2 4-283,-1 4 1,0 1 0,0 3 0,0 1-582,0 2 0,0-6 0,1-1 0,1-2-563,1-2 0,3-6 1150,0-2 0,1-2 0,1-1 0</inkml:trace>
  <inkml:trace contextRef="#ctx0" brushRef="#br0" timeOffset="1397">1116 91 8319,'5'4'1010,"-2"1"0,-3 4-662,0 2 1,0-1 0,-1 4 0,0 1-137,-2 1 0,0 1 1,2-2-1,-1 1-119,-1 1 0,1-6 0,2 3 0,0-4-273,0-1-41,0-5 1,2-2-1,1-7 1,0-7 27,1-2 0,0-4 0,4-2 1,-2-2 32,0-2 0,-1 2 0,4 0 0,-1 2 107,1 1 1,0 3 0,0 2 0,1 3 98,1 5 0,-4-1 1,4 5-1,-2 4 119,0 6 1,-1 4-1,0 6 1,1 1 79,-1 3 0,1 0 1,-2 0-1,-1 1-759,-4 1 0,2-1 0,-1-2 1,-1-1-1975,-1-1 2488,-1-1 0,3-2 0,2 1 0</inkml:trace>
  <inkml:trace contextRef="#ctx0" brushRef="#br0" timeOffset="1738">1634 183 7761,'9'9'203,"-2"0"0,0 1 0,-2 3 97,2 3 1,0 0-1,1 6 1,-2 0-19,0 0 1,-4 2-1,0-3 1,-1 2-165,-1-1 0,0-4 1,-1 2-1,-1-3-46,-4-3 1,-1-3-1,-2-6 1,0-2-696,-2-2 0,1-1 1,-3-2-1,0-3 330,3-7 1,0-2 292,-1-3 0,2-7 0,-4-2 0</inkml:trace>
  <inkml:trace contextRef="#ctx0" brushRef="#br0" timeOffset="2082">1643 24 7807,'4'-8'371,"1"3"-213,-2 3 1,1-2-426,5 1 1,-4 1-1,1 4 1,0 2-1027,-2 0 1293,4 2 0,0 6 0,5 1 0</inkml:trace>
  <inkml:trace contextRef="#ctx0" brushRef="#br0" timeOffset="2410">1818 75 7807,'-13'11'0,"2"-2"0,2 0 166,1 1 1,2-5-1,1 5 1,2 1 214,1-2 1,1 1 0,2 0 0,2 2-301,2 1 1,3 1-1,1 2 1,1-1-161,1-1 0,4-3 0,-2 2 0,1-1 29,0-2 0,-3-4 1,2-3-1,-1-3-281,-2-3 1,2-5 0,-1-6-1,-3-3 140,-1-3 0,-5 2 0,3-4 0,0-2 208,-1 0 1,-2 6 0,1 2-1,-2 3 848,-1 3-659,0 0 0,0 10 0,0 6 0,0 6-56,0 4 1,0 1-1,0 2 1,1 0-493,2 0 0,-2-1 1,4-2-1,0-3-208,-1-1 1,1-6 0,1-1 0,0-2 549,1-1 0,-3-5 0,1-6 0,-1-4 0,6-6 0,-1-3 0</inkml:trace>
  <inkml:trace contextRef="#ctx0" brushRef="#br0" timeOffset="2731">2061 75 8353,'0'8'428,"0"3"0,1 1 0,1 2-247,4 4 1,2-1-1,0 5 1,0-1-64,1 0 1,-1 2 0,0 1 0,1-2-66,-1-2 1,-3-3-1,-3 0 1,-1-1-80,-1-2 0,0-1 0,-1-4 0,-1 0 47,-4-1 0,-1-5 0,-2-1 0,1-2-703,0-2 0,2-4 1,0-4-1,1-2-1685,0-1 2367,2-1 0,-1-7 0,-1 0 0</inkml:trace>
  <inkml:trace contextRef="#ctx0" brushRef="#br0" timeOffset="3095">2161 91 7807,'8'0'0,"-2"0"0,0 1 116,0 2 1,-2 2 0,0 4 0,-2 3 692,1 5 0,1 3 1,-2 5-1,0 2-502,0 4 1,-1-3 0,-1 4 0,0-2-772,0-3 0,1-7 0,1-2 0,1-2-1353,-1-4 1,-1-2 1816,-1-2 0,-4-3 0,-1-1 0</inkml:trace>
  <inkml:trace contextRef="#ctx0" brushRef="#br0" timeOffset="3096">2144 325 7997,'-1'-8'412,"0"0"195,-2-1 0,0 4 0,4-1-213,2 0 1,1 1 0,5 0-1,0 1-492,2-1 0,1 3 1,3-1-1,-1 0-962,1 0 0,1-1 0,0 1 1060,1-2 0,0-3 0,0 0 0</inkml:trace>
  <inkml:trace contextRef="#ctx0" brushRef="#br0" timeOffset="3476">2755 41 7575,'-5'1'1246,"2"2"-926,2 2 1,-1 7-1,-1 2 1,1 6-273,1 5 1,1 5 0,0 6 0,0 4-194,0 4 0,0-4 0,0-1 0,0-5-396,0-4 0,0-9 1,-1 0-1,-2-5 0,-1-7 0,-4-8 541,3-2 0,-6-8 0,1-4 0</inkml:trace>
  <inkml:trace contextRef="#ctx0" brushRef="#br0" timeOffset="3843">2671 275 8025,'0'-8'550,"0"0"1,0 2-630,0 0 0,1 5 75,2-2 1,2 2 0,7 1 0,2 1-470,1 2 1,3 0 0,1 3 0,1-3 109,1-2 0,2-1 1,1 0 362,-2 0 0,6 0 0,-2 0 0</inkml:trace>
  <inkml:trace contextRef="#ctx0" brushRef="#br0" timeOffset="4217">2989 150 7847,'-9'0'-33,"1"-3"0,0 0 1,-2 2 90,-1 3 1,2 3-1,-2 3 1,2 1 562,0-1 1,1 1 0,0 1 0,0 2-431,3-2 1,1 2-1,4-1 1,0-1-215,0 0 1,4-5-1,2 0 1,3-2-182,2-1 0,3-1 0,-2-2 0,1-2 23,-1-6 0,2 0 1,-3-5-1,0-2 100,1-2 1,-3 0 0,1-1 0,-2 4 269,-3 1 0,-2 3 0,2 0-44,-1 2 0,-2 5 0,-2 5 225,0 7 0,0 5 0,0 5 0,0 3-418,0 0 0,0 1 0,0 3 0,1-3-276,2-3 0,-1-4 0,4-2-233,0-1 0,1-4 1,3-7-1,0-5-1554,1-4 2111,0-10 0,-2 0 0,-1-7 0</inkml:trace>
  <inkml:trace contextRef="#ctx0" brushRef="#br0" timeOffset="4218">3223 8 6521,'0'8'1040,"0"0"0,0 1 0,0-1-526,0 0 0,0 5 0,0 1 0,-1 2-234,-2 4 1,2 1 0,-1 4 0,0 1-502,-1 2 1,2-5-1,-2 2 1,2 0-109,1-1 0,1-6 1,2-3-1,2-4-350,-1-3 1,6-6 0,-1 0 0,0-4 195,0-7 1,3 0-1,-1-6 1,-1-2 482,-1-1 0,0-5 0,-1 1 0</inkml:trace>
  <inkml:trace contextRef="#ctx0" brushRef="#br0" timeOffset="4546">3340 133 7847,'-5'-4'0,"-2"3"0,1-1 499,-1 1 0,-1 1 0,-1 1 121,1 1 1,0 4 0,2 4 0,0 2-442,0 1 0,2-2 0,1 3 0,2 0-168,1-1 0,0 2 1,0-4-1,0 0-59,0-2 0,4-2 0,2-1 0,1-3-1263,1-2 0,4-2 0,-1-2 1,-1-3 1310,-1-1 0,0 1 0,-1 1 0,0-2 0,1 0 0,-4 1 0,1 1 0,0-1-141,2 1 0,0 1 0,1 2 294,-1-1 0,0-1 1,1 3 466,-1-2 1,0-3 0,1 2-355,-1 0 0,-1-2 0,0-2 0,-2 0-132,-2-1 1,0 1-1,-3-1 1,-1 1-7,-2 0 0,-1 2 0,-6 2 1,0 0-24,-1 2 1,-1 2 0,2 3 0,-1 3 88,0 4 0,2 4 0,2 5 0,1 1 3,3 2 1,2-4 0,1 3 0,1-2-249,2 1 0,6-3 1,4-4-1,4-2-414,3-4 0,1-2 1,4-5-1,1-2-2901,2-4 3366,-6 1 0,6-11 0,-6 3 0</inkml:trace>
  <inkml:trace contextRef="#ctx0" brushRef="#br0" timeOffset="4916">2780 576 7847,'-4'-10'468,"-1"2"1,-1 0-304,-2 1 0,0 1 0,-5 2 1,0 0 228,0 2 1,-1 5-1,-3 2 1,1 4-128,-1 2 0,4 3 0,2 5 0,2 4-111,0 1 0,5 2 0,1 0 0,3 0-128,3-2 1,1-5-1,6 1 1,0-3-64,1-3 0,3-1 0,-3-4 0,-1 0-92,-1-1 1,-1-2-1,-2 2 1,-1-2 65,-1 0 1,-2-2-1,-5 3 1,-3-3-130,-1 0 0,-2 2 1,0-3-1,-1-1-76,-1 2 1,0-3-1,2 2-844,1-2 1,3-2 0,3-2 1109,4-3 0,3-1 0,7-5 0,1-1 0</inkml:trace>
  <inkml:trace contextRef="#ctx0" brushRef="#br0" timeOffset="5251">2813 727 7847,'0'-4'538,"0"4"1,0 5 0,0 5-1,0 2 169,0 1 0,0 1 0,0 3 1,0-1-561,0 1 0,4-4 0,2-2 0,1-2-73,1-4 1,1-1-1,-1-5 1,1-2-297,3-2 0,-3-7 1,1-2-1,-3-2-55,-5-4 0,2 3 1,-1-3-1,-2 3 15,-3 3 1,-3 1-1,-3 4 1,0 0-289,-1 1 0,-2 6 1,0-1-1,1 2-15,0 1 0,2 0 0,1 1 0,0 1 565,1 0 0,5 5 0,-3-2 0,4 3 0</inkml:trace>
  <inkml:trace contextRef="#ctx0" brushRef="#br0" timeOffset="5557">2939 651 7847,'8'0'0,"-2"0"0,-1 0 300,2 0 0,-4 7 1,0 2-1,-2 3 432,-1 3 0,0 2 0,0 2 0,0 1-568,0 1 0,0-2 1,0-1-1,0-2 32,0-2 0,0-4 0,1 1 94,2-5 1,-1-3-1,2-6-334,0-2 1,2-7-1,-3-2 1,2-2-856,1-4 0,-1 2 0,1-5 0,0 0 778,2-1 0,-1 3 0,0 1 0,-2 2 172,2 2 0,-1 3 0,1 3 17,-2 3 0,0 4 0,1 6 0,0 4 170,0 3 0,-1 3 0,0 4 0,-1 2-26,1 0 0,-3 4 0,2-4 0,-2 0-74,1-1 1,0-5 0,-2 0 0,1-3 427,1-3-844,-1-4 0,-1-4 1,1-7-1,1-5 105,-1-3 1,2-1 0,1 0 0,1-2 126,-1-1 0,-2 1 0,3 2 0,-1 0 114,0 1 0,1 3 1,-2 3-1,1 3 0,-3 4 0,0 6 0,-1 4-130,-1 3 0,0 4 0,0 4 0,1 2-572,2-2 0,-2 0 0,2-2 0,-2-1-150,-1-1 0,2-7 0,2 1 784,1 0 0,0-4 0,3-3 0,-2-2 0,0-1 0,-1-5 0,4 2 0,-1-3-26,0 0 0,1 2 0,-1 2 1,1-1 84,-1 0 0,0 3 1,1-1-1,-1 0 351,0 0 1,1-3 0,-2 0 0,0-1-115,-2-2 0,0 1 0,0-1 0,-2-2 23,-2 0 1,-1-3 0,0 2 0,-1 0-145,-2 0 1,-4-2-1,-4 4 1,0 3 1,-1 3 0,2 4 0,-1 3 0,1 3-10,-1 4 0,4 3 0,0 5 0,1 1-36,2 4 0,2-2 0,-1 1 0,2-1-81,1 0 0,1-5 1,2 1-1,3-2-831,5-2 1,-1-4 0,3-4 0,0-2-164,0-1 0,1-2 0,2-3 0,1-3 944,0-4 0,0-3 0,-1-4 0</inkml:trace>
  <inkml:trace contextRef="#ctx0" brushRef="#br0" timeOffset="5905">3608 601 7847,'-5'6'248,"2"-1"328,2 2 0,1 0 0,0 3 1,0 1-74,0 3 1,0 2 0,1 4 0,1 2-516,1 2 0,3 2 0,-1 1 0,0 1-263,1-1 1,-1-2 0,1-2 0,-1-3-219,-1 0 1,-1-6-1,-1 0-486,1-3 1,0-8 0,-3-4 978,0-6 0,-3-2 0,-1-5 0,0-1 0,1-1 0,-4-2 0,3 0 0,-2-2 0,0 2 0,4-1 0,-3 1 0,1-2-72,2 1 1,-1 2 0,0 0 0,1-1 242,1-1 1,1 4-1,1-2 1,2 2 309,2 2 1,3 0-1,0 4 1,1 0-101,-1 1 1,0 6 0,1-1 0,-1 2-80,0 1 1,1 5-1,-2 2 1,-1 4 63,-3 2 1,-2-2-1,1 3-298,1 1 0,-1 1 0,-4 1 0,-2-1 0,0 1-486,-3 0 0,3-4 0,-2-2 0,0-2-766,2 0 0,-3-1 0,4-1-796,-2-1 1980,3-2 0,-2-4 0,4 0 0</inkml:trace>
  <inkml:trace contextRef="#ctx0" brushRef="#br0" timeOffset="6228">3783 601 7847,'1'-4'0,"1"0"1017,1 0 0,-1 4-547,-2 0 0,0 2 0,0 6 0,0 2-371,0 2 1,0 2-1,-2 2 1,-1 2-215,1 2 0,1-2 0,1 4 0,0-2-130,0-1 0,0-2 0,1-1 1,1-2-1042,1-3 0,3-3 0,0-2 1286,1-3 0,2 1 0,-1 1 0</inkml:trace>
  <inkml:trace contextRef="#ctx0" brushRef="#br0" timeOffset="6558">3909 635 8039,'-1'-8'547,"-2"3"0,1 1 0,-4 4-75,0 0 1,-2 4 0,1 2 0,1 4-79,0 1 1,3 3 0,-1-3 0,0 0-300,2 1 0,1-3 0,2 2-233,2-1 1,0-5-1,4 0 1,-1-1-167,4-2 1,-2-5 0,3-4 0,-1-3-106,-2-4 0,0 1 0,1-1 0,-1 0 551,0 1 0,1 1 0,-2 4 382,-1-1 1,0 6-406,-3 3 0,0 4 0,-3 7 0,0 1-353,0 1 0,1-2 1,1 2-1,0 0-940,0 0 0,-1-6 0,0 2-479,2-2 1653,2-3 0,3-1 0,0-3 0</inkml:trace>
  <inkml:trace contextRef="#ctx0" brushRef="#br0" timeOffset="6623">4059 635 7847,'5'1'1086,"-3"1"1,-1 4 0,-1 4 0,0 2-1074,0 1 0,0 1 1,0 3-1,0 0-703,0-1 1,0-3-1,0-1 884,0-3 0,3-5-194,0-4 0,3-8 0,-1-5 0</inkml:trace>
  <inkml:trace contextRef="#ctx0" brushRef="#br0" timeOffset="7174">4084 560 7565,'-8'0'317,"3"0"-1828,2 3 1511,6 2 0,2 3 0,3 1 0</inkml:trace>
  <inkml:trace contextRef="#ctx0" brushRef="#br0" timeOffset="7503">4168 626 7847,'0'12'0,"0"0"199,0 1 0,0-2 0,0 2 0,0 0 448,0 0 1,-1 0 0,-1 2 0,-1-1-398,1 0 1,1-1 0,1 0 0,-1 0-451,-1-3 250,1-5 1,-3-2 0,4-6 0,0-3-341,0-4 1,3-3 0,1-4 0,-1-1-44,1-1 0,2 0 0,-3-2 0,1 0 261,0 3 1,2 0-1,-1 2 1,0 2 357,1 3 1,-3 2-1,2 2 1,2 1 7,0 3 1,2 7-1,-2 4 1,0 6-95,-2 5 1,0 5-1,1 5 1,0 0-631,0 3 0,-2-3 0,-1-1 0,-1-4-1032,1-5 1462,-3 1 0,4-11 0,-4 3 0</inkml:trace>
  <inkml:trace contextRef="#ctx0" brushRef="#br0" timeOffset="8298">4619 543 9049,'0'8'364,"0"3"0,0 1-336,0 1 1,0 4 0,0 4 0,0 3-193,0 2 0,-3 1 1,1-1-1,0 1-237,1 0 0,-2 0 1,-1-4-1,1-5 401,-1-3 0,-6 5 0,0-3 0</inkml:trace>
  <inkml:trace contextRef="#ctx0" brushRef="#br0" timeOffset="8663">4544 777 7847,'0'-8'147,"0"-1"0,0 1 1,1 0 207,2 3 1,-1-3 0,3 4 0,2-2-302,0 1 1,1-1 0,2-1-1,0 0-273,1 1 1,3 5 0,-2-2 0,1 2-250,2 1 0,-2 0 0,0 0 468,-1 0 0,-1 4 0,-2 0 0</inkml:trace>
  <inkml:trace contextRef="#ctx0" brushRef="#br0" timeOffset="8989">4795 677 7883,'4'-1'672,"0"-1"-213,0-1 0,-2-4 0,2 2-395,0-3 1,-1 0 0,-3 0-1,0-1-143,0 1 0,0 0 0,-1-1 0,-2 1 269,-2 0 1,0 3-1,-1 2 1,0 2 74,-2 1 0,3 2 0,-1 3 1,1 4 28,0 3 0,-1 3 1,2 4-1,0 4-35,0 1 1,2-2 0,2 0 0,0-1-610,0 0 0,2-2 1,2 0-1,1-2-407,1-3 0,2-2 1,0-4-1,0-3 2,1-2 0,2-2 0,0-2 0,-1-2 755,0-2 0,-2-3 0,0 0 0,1-1 0</inkml:trace>
  <inkml:trace contextRef="#ctx0" brushRef="#br0" timeOffset="9315">4862 702 7847,'0'-6'1711,"0"0"-1360,0 5 0,1-3 1,1 5-211,4 2 0,2 1 0,3 5 0,0-2-277,-1-1 1,0 1 0,0-2 0,2 0-397,1 1 0,-1-3 1,1 1-1,-1 0 99,-2-2 1,0-1 0,-1-2 0,1-1 432,-3-1 0,-1-6 0,0 0 0,-1-3 0,-1-3 0,-2 2 0,-2 0 0,0 1 36,0 1 1,-3 3-1,-3 2 1,-1 4 212,-2 1 1,0 1 0,-1 1 0,-1 1 580,0 4 0,-1 2 0,1 3 1,1 1-516,1 1 1,0 2-1,1 3 1,0 2-397,-1-2 1,4 0 0,0-1-1,1-2-615,2-1 1,1-2-1,2-4 1,3-3-247,5-2 1,0-3-1,4-3 942,-1-2 0,6-3 0,0 0 0</inkml:trace>
  <inkml:trace contextRef="#ctx0" brushRef="#br0" timeOffset="9656">5121 576 7847,'0'6'588,"0"-1"1,0 2-294,0 0 1,-3 2 0,0 0 0,1 2 119,2 3 0,0 5 0,0 1 0,0 1-273,0 3 0,0 0 0,0 0 0,2-1-374,1-1 1,0-5-1,-2 0 1,1-2-1773,0-3 0,1-7 2004,-3 4 0,4-6 0,1 0 0</inkml:trace>
  <inkml:trace contextRef="#ctx0" brushRef="#br0" timeOffset="9994">5046 752 8190,'1'-5'957,"1"2"0,3 2 0,4-1 0,2-1-1233,0 1 1,4 0 0,-2 0 0,3-1-2471,1-2 2746,0 3 0,-1-5 0,1 2 0</inkml:trace>
  <inkml:trace contextRef="#ctx0" brushRef="#br0" timeOffset="10337">5572 593 7847,'0'-8'77,"0"-1"1,-1 4-1,0-1 771,-2 0-615,0 2 1,0 5 0,0 7 0,2 5-176,0 3 1,1 4 0,0 3-1,0 2-36,0 3 0,0-2 1,0 2-1,0-2-1076,0-1 0,0-3 0,-1-2 1054,-2-2 0,2 1 0,-3-6 0</inkml:trace>
  <inkml:trace contextRef="#ctx0" brushRef="#br0" timeOffset="10668">5489 760 7847,'-1'-7'0,"-2"1"0,2-1 0,-2 1 0,2-1 0,1 1 0,1 2 0,2 0-268,3 2 0,1 1 1,1 1-1,2 0 69,1 0 0,2-3 0,3 0 1,0 2 198,0 0 0,-4-2 0,5-1 0,-2 0 0,-2 1 0,2-1 0,-4 2 174,-1-1 63,-1 1 1,-5 5 0,-3 3 0,-4 2 34,-1 3 0,1-1 1,-2 1-1,1-1-40,3 1 0,0-2 1,1 3-1,1-3-31,1-1 1,3-3 0,3-1 0,1-2-189,-1 1 0,1-1 0,-1-5 0,0-2 67,1-3 0,-2 0 0,-1-1 0,-4-2-114,-1 0 0,-1 0 1,0 3-1,0-1-147,0 1 1,-3 2-1,-2 1 1,-1-1-172,1 2 0,2-4 352,-3 3 0,1-3 0,-3 0 0</inkml:trace>
  <inkml:trace contextRef="#ctx0" brushRef="#br0" timeOffset="11017">6016 668 7101,'0'6'526,"0"-1"1,0-3-1,3 1-509,3-2 0,1-1 0,2 0 1,-1-1-70,0-2 0,1-2 1,-1-6-1,0 0 43,1 1 0,-1-3 0,0 0 0,-3-1-76,-2 0 1,-2 4-1,-1-1 1,0 2 87,0 0 1,-4 5 0,-1 1 0,-4 2 96,-2 1 0,2 4 0,-2 1 1,1 3 22,2 4 0,2 1 1,2 3-1,-1 2-83,0 1 0,4 0 0,-2 2 1,3 1-234,3-1 1,-2-2 0,5 0 0,1-2-266,4-3 1,-2-2 0,3-4 0,-1 0 457,0-3 0,0-1 0,2-4 0,0 0 0</inkml:trace>
  <inkml:trace contextRef="#ctx0" brushRef="#br0" timeOffset="11367">6216 660 7940,'-4'-5'759,"1"2"-585,-3 6 0,0 2 1,3 4-1,1 1 7,1 1 0,0 4 1,-1-1-1,0 2-76,0 1 0,1-3 1,1 0-1,0 0-44,0-1 0,0-1 1,0-4-1,1-1-195,1-1 0,0 1 0,3-6 75,-1-2 1,2-3-1,0-7 1,1-3 44,2-2 1,-1-4 0,0-2 0,1 0-85,-1 0 1,0-1 0,0-1-1,-2 2 117,0 2 1,-2 6-1,2 3 1,-2 3 145,-1 2 1,-2 4 0,2 4 16,-2 4 1,-1 5 0,0 4-1,0 3-134,0 5 0,0-3 1,0 1-1,0-2 47,0 1 0,0-4 0,0-2 0,0 0-441,0-1 0,0-1 0,1-4-870,2-3 1,1-1-1,6-4 1216,1 0 0,-4-6 0,5-3 0,-5-5 0,5 1 0</inkml:trace>
  <inkml:trace contextRef="#ctx0" brushRef="#br0" timeOffset="11715">6442 660 7847,'4'-12'-21,"-3"4"1,2-1-1,0 1 191,0 1 1,0 1 0,-4-2 257,-2 3 1,-2 1 0,-3 4-100,0 0 1,2 1 0,0 2 0,0 2-53,-2 3 1,3 1-1,0 1 1,1 2-204,-1 1 1,3 1 0,-1 2 0,2-1-195,1-1 1,1-3-1,1 2 1,2-1-308,1-2 0,0 0 1,3-3-1,1-1 26,-1 0 1,3-4-1,1 1 1,0-2-145,1-1 1,-1 0 544,-1 0 0,-2-8 0,3-1 0</inkml:trace>
  <inkml:trace contextRef="#ctx0" brushRef="#br0" timeOffset="12066">6559 643 8517,'0'8'218,"0"1"0,0-1 23,0 1 0,0-1 1,0 1-1,0 1-94,0 2 1,0 0-1,0-2 1,0 2-161,0 1 0,0-2 0,0 2 0,-1-1-93,-2-2 0,2 0 0,-1-2 0,1 0-234,1 1 312,0-5 1,0-1 0,0-6 12,0-2 0,1-4 0,0-1 0,3-2 24,1-1 1,0 2 0,3-3 0,-2 0-96,0 1 0,-1-3 0,4 3 0,-1-1-198,0 0 0,1 3 1,-1-2-1,1 1-58,-1 2 0,0 1 0,1 0 342,-1 1 0,0 3 0,1-2 0,-1 2 0</inkml:trace>
  <inkml:trace contextRef="#ctx0" brushRef="#br0" timeOffset="12418">6701 677 7991,'0'8'499,"0"0"0,0-2-727,0-1 1,1-3 0,2 1-120,2-2 0,4-4 0,1 0 1,1 1-1,-1-2 1,0 3 0,-2-3 346,0 1 0,4-2 0,1-3 0</inkml:trace>
  <inkml:trace contextRef="#ctx0" brushRef="#br0" timeOffset="12419">6835 643 7847,'-8'8'245,"0"-2"1,2 0 0,0 0 7,0 2 1,-1 0 0,0 0 0,3 1 6,0-1 1,-1 3 0,1 1-1,0 0-303,0 0 0,2 2 0,2-3 0,0 1-569,0 0 0,3-6 1,2 3-1,1-3 612,-1-1 0,4 2 0,4-2 0</inkml:trace>
  <inkml:trace contextRef="#ctx0" brushRef="#br0" timeOffset="12768">6927 660 7947,'-3'8'0,"-1"1"271,0-1 1,1 1 0,-2 1 0,2 3 11,1 0 1,1-2 0,1 3 0,0 0-340,0 2 0,0 1 1,0 0-1,0-1-324,0 1 0,0 0 0,0-1 0,0-1-579,0-2 0,0-2 959,0 0 0,0-6 0,0-1 0</inkml:trace>
  <inkml:trace contextRef="#ctx0" brushRef="#br0" timeOffset="13115">6902 677 7762,'3'-16'0,"0"1"-95,2 1 1,-2 4 0,2-1-1,2 2 235,0 4 1,-1 1 0,-1 4-1,2 1 36,0 2 1,-1 1-1,-1 5 1,-2 0 174,-1 2 0,0-2 1,0 3-1,1 0 19,-2-1 1,0 1 0,-1-2 0,-1 1-150,-1-1 0,0 1 0,-4-2 1,1 0-583,0-1 0,-2-2 0,4 2 0,-1-2-547,0 0 1,-2-4-60,0 0 1,3-4-1,0-4 967,2-1 0,-3-6 0,-1 0 0</inkml:trace>
  <inkml:trace contextRef="#ctx0" brushRef="#br0" timeOffset="13116">7019 543 7847,'4'0'1695,"0"1"-1443,-4 2 0,3 1 1,0 5-1,-1 3-239,-1 2 1,-1 5-1,2 3 1,1 2-285,-1 2 0,-1-1 0,-1 0 1,1-1-235,2-2 0,-2-4 1,1-5-1,-1-1-4,-1-2 0,0-3 509,0-2 0,-3-3 0,-2 2 0</inkml:trace>
  <inkml:trace contextRef="#ctx0" brushRef="#br0" timeOffset="13545">6985 735 8015,'-5'-3'611,"-1"1"1,5-5 0,1 1-461,5-1 0,2 1 1,3 1-1,0-1-110,1 2 0,4-4 0,-2 4 0,1-2-934,0 0 893,0 5 0,2-3 0,1 4 0</inkml:trace>
  <inkml:trace contextRef="#ctx0" brushRef="#br0" timeOffset="13966">7479 643 8069,'0'-8'0,"-1"0"10,-2 3 1,-2-3-1,-3 4 208,0-1 1,2 0 0,0 4 0,0-1-20,-2 3 0,0 2 0,1 7 0,0 1-120,2 3 1,0 2 0,-2 3 0,3 0-27,0 0 0,0 0 1,3-1-1,-2 2-60,1-2 0,2-3 1,3-3-1,2-2-230,3-2 0,1-5 1,2-1-1,3-4 33,2-4 1,1-6 0,-2-4 0,0-3 137,-1-3 1,-1 0 0,1-2-1,-3 1 171,-1 0 1,-5 8 0,0-1 104,-2 3 1,-1 6 0,-4 7 246,0 5 1,-4 7 0,2 4 0,1 3-501,-1 3 0,1-3 0,3 3 0,0-2 16,0-1 1,3-5 0,1-1 0,1 0-652,5-3 0,-2-2 0,4-2 0,-1-4 678,0-1 0,4-4 0,-2-2 0</inkml:trace>
  <inkml:trace contextRef="#ctx0" brushRef="#br0" timeOffset="14387">7688 660 8088,'0'-9'260,"-1"2"7,-2 1 1,2 6-1,-3 7 1,2 3-10,-1 4 0,0 2 1,2 2-1,-1 0-128,-1 2 0,0-1 0,1-2 0,-1 0-100,1-1 1,1-3-1,1-2 1,0-1-341,0-2 1,1-3 81,2-2 0,-1-6 1,3-4-1,2-4 117,0-6 1,2-1-1,-1-5 1,1-2 63,2-1 1,-1 4 0,1-2-1,-2 3 93,0 2 1,-1 5-1,0 4 26,1 3 0,-5 11 0,0 7 1,-1 5-117,0 4 1,0-2-1,-1 4 1,1-1-395,-1 0 0,2-1 1,-1 0 437,2-2 0,0 0 0,4-5 0</inkml:trace>
  <inkml:trace contextRef="#ctx0" brushRef="#br0" timeOffset="14825">7905 560 8110,'-6'2'234,"2"2"1,-1 0 235,1-1 0,2 4 0,-2-1 0,1 1-135,0 1 0,1 1 0,2-1 0,0 1-264,0 2 0,2-1 0,1 2 0,0-1-242,1 0 0,-3 1 0,1-2 1,-1 2-42,-1-2 0,0-1 0,-1-1 0,0 1-156,-2-1 1,-4 1-1,2-1 1,-3 0 134,0 1 0,0-4 0,-1 1 1405,1 0-1002,3 2 1,1-3-1,5 0 1,2-1-221,3-3 0,2-2 0,2-3 0,2-1-276,1-1 0,-2-2 0,1-1 0,-1-1-969,0-1 1295,0 0 0,1-5 0,1-2 0</inkml:trace>
  <inkml:trace contextRef="#ctx0" brushRef="#br0" timeOffset="15271">7061 994 8106,'0'-8'0,"0"0"171,0-1 0,-4 1 0,-2 0 0,-1 3 135,-1 2 1,2 2-1,0 2 1,0 2-154,-2 2 1,0 4-1,1 1 1,1 3-167,3 3 0,2-1 0,1 4 0,0-1-13,0-1 1,0-1-1,1 1 1,1 0 32,1-1 1,3-2-1,-3-1 1,1-1-109,0-1 1,1-1 0,-2 0 109,-1 1 1,-1-2-169,-1-4 0,-1-3 0,-2 1 34,-2-2 1,0-1-1,0-1 1,1-1-254,-1-1 1,3-3 0,-1 0 0,2-1-370,1-2 1,0 4 746,0-1 0,-3 1 0,-2-4 0</inkml:trace>
  <inkml:trace contextRef="#ctx0" brushRef="#br0" timeOffset="15683">7169 1161 8106,'5'-8'117,"2"0"0,-2-1 0,1 1 169,-1 0 0,1-1 0,1 1 0,0 0-9,-2-1 0,0 0 1,1-1-1,-1-2-42,-1-1 0,1 2 1,-2 0-1,-1 1-334,-1-1 1,-1 4 0,0-1 92,0 1 0,-4 3 0,-1 1 0,-4 2 82,-2 1 1,2 4 0,-2 1 0,0 3 88,0 0 0,2 2 0,-2 0 1,2 2-105,0 1 0,1-2 0,0 2 0,3 0-356,2 0 1,2-2 0,1 2 0,0 0-411,0 0 1,1-3 0,2 2 0,3-3 171,5-1 1,1 0 0,3-2-1,-2-1 533,2-1 0,0-2 0,0-2 0,-1 0 0,1 0 0,-2 0 0,0-1 0,-1 0 0,-2-2 0,-1-4 0,0 3 0,-1-2 65,1 0 0,-1 2 1,-1-3-1,1 2 544,0-2 1,-4 0 0,4-2 0,0 1-252,-1 0 0,1-2 0,0 0 0,-2-1-125,0 1 1,-3 0 0,1-1-1,0 0 6,-2 1 0,-1 1 0,-2 1 0,-2 3-122,-2 2 1,-6 2 0,0 1 0,0 0-329,-1 0 0,2 4 0,-3 1 1,1 4 432,1 2 0,1-2 0,1 2 0,-1-1-31,0 2 1,5 0-1,-3 3 1,4-2-110,2 2 0,1-1 1,2 1-1,2 1 77,2-1 1,4-3-1,2 1 1,3 0-1008,2 0 1,0-3 0,1 0 0,0-2 847,-1-3 0,1 1 0,0 2 0</inkml:trace>
  <inkml:trace contextRef="#ctx0" brushRef="#br0" timeOffset="15684">7546 1253 8106,'2'-5'567,"1"-1"-1761,0 4 1194,1-1 0,0 3 0,5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7:29.0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112 168 7680,'-8'-9'0,"-1"0"90,0 3 1,-3 0-1,3 4 1,0 0 490,-1 1 0,1 4 1,-1 3-1,2 3-343,1 5 0,3 1 0,-1 3 0,3 2-162,1 0 1,2-2-1,1 0 1,4 0-106,2 0 0,3-3 1,2 1-1,0-3 15,-2-1 1,-2-1 0,0 2 0,-1 0-20,-1-2 1,-3-1 0,-2 1 0,-1-1-63,-1 1 1,-3-2 0,-2 0 0,-2-1-214,-2-1 1,0-3 0,-2-2-1,0-1-256,1-1 1,3-1 0,0-1 0,2-4-898,1-2 1461,1-3 0,3-3 0,0 0 0</inkml:trace>
  <inkml:trace contextRef="#ctx0" brushRef="#br0" timeOffset="383">244 238 7625,'7'0'0,"-1"1"241,-1 1 0,1 3 0,-2 4 0,0 3 297,-2 4 0,-1-1 0,-1 5 1,0 1-208,0 4 0,0 2 1,0 1-1,-1 0-334,-1 0 1,1 0 0,-1-2 0,1-2-487,1-3 1,0-7 0,0-1-1,0-2-1973,0-3 2462,0-3 0,-3-5 0,-1-4 0</inkml:trace>
  <inkml:trace contextRef="#ctx0" brushRef="#br0" timeOffset="752">265 259 7735,'7'-14'0,"1"0"145,1 0 0,-1 2 0,4 1 0,0-1 423,2 1 1,-3 2-1,1 4-348,0 3 0,-4 5 0,-2 4 0,-2 5 73,-2 3 1,-2-2 0,0 3 0,0 0-265,-3 1 0,0-1 1,-2 0-1,1-1-730,1 2 0,-2-3 0,3 3 0,0-3 701,1-3 0,-2 2 0,-1-2 0</inkml:trace>
  <inkml:trace contextRef="#ctx0" brushRef="#br0" timeOffset="1127">551 154 7735,'-10'1'0,"-1"1"0,0 3 0,-2 1 0,2 2 0,-1 1 548,1 3 1,2 1 0,1 1 0,1 1 129,3 1 0,2-4 1,0 2-1,2-1-601,2-3 1,2 1 0,4-5 0,1-1-268,3 0 1,1-4 0,1 2-1,0-3-139,0-3 1,-2-1 0,0-6 0,2-1 105,-2-2 1,-2-1 0,1-1-1,0 0 230,0-2 0,-3 0 1,1 2-1,-1 1 669,-1 1 0,-3 6-269,-2 0 1,-2 10-1,-1 3 1,-2 5-339,-1 4 0,0 1 0,-2 0 1,3 3-184,0 1 0,0-2 0,3-3 0,0-2-494,0-1 1,3-1 0,2 0 0,2-5-243,2-2 0,0-4 0,2-4 0,2-2 850,0-5 0,-2-3 0,0-2 0,0-1 0,0-1 0,-2 0 0,-1-2 0,-2 0-9,-1 2 1,-4 5 0,2-1 0,-3 4 480,-3 1 0,-1 2 0,-5 2 0,0 3 390,0 1 0,2 5 0,0 2 0,1 4-458,1 1 0,-1 1 0,3 3 0,0 2-412,0 1 0,1-1 1,2 0-1,0 1 25,0 0 0,3-2 0,1 2 0,1 0-942,2 0 1,-1-5 0,4-1 924,0-3 0,1-1 0,3-4 0</inkml:trace>
  <inkml:trace contextRef="#ctx0" brushRef="#br0" timeOffset="1508">899 287 7735,'5'-1'656,"-1"-1"0,0-2 0,2-3 0,-2 0-252,2 0 0,-3-1 0,0 0 0,-1-3-216,0 1 0,1-2 0,-3-2 0,0 0-29,0 0 0,-3 3 0,-3 3 1,-1 2 137,-3 4 1,-1 3-1,1 4 1,0 5 46,-1 4 0,1 4 0,3 4 1,-1 1-100,2 3 0,3-2 0,1 1 0,2 0-569,2 0 0,3-5 0,4-1 0,4-3-391,2-6 0,1-4 0,2-5 0,2-2-2959,3-4 3674,-5-7 0,9-3 0,-6-6 0</inkml:trace>
  <inkml:trace contextRef="#ctx0" brushRef="#br0" timeOffset="1896">1394 15 7754,'4'0'482,"1"0"1,-3 1 0,1 4-275,0 4 0,-2 8 0,3 7 1,-1 6 120,-1 5 0,-1 5 0,-1 3 1,0 1-213,0-3 0,0-3 0,0-4 0,-1-3-622,-1-3 0,-2-6 0,-1-2 0,1-5-2266,1-5 2771,-2-5 0,1-5 0,-3-4 0</inkml:trace>
  <inkml:trace contextRef="#ctx0" brushRef="#br0" timeOffset="1897">1324 315 8024,'4'-7'177,"2"2"1,-2 0-1,1 0-56,2-1 1,0 1 0,7 0 0,1 0 117,2-1 1,2-4 0,4 1 0,1 1-689,1 0 0,-2 3 1,2 1 448,-1-2 0,2 3 0,-1 0 0</inkml:trace>
  <inkml:trace contextRef="#ctx0" brushRef="#br0" timeOffset="2284">1784 99 7723,'-7'3'0,"0"1"0,1 0 952,1 1 0,3-3 0,5 2 0,4-1-528,4-1 1,0-2-1,3 0 1,0 0-476,1 0 1,0 0 0,1 0-1,1 0-65,1-3 0,-3-1 0,1-3 0,-3 0-1305,-1 1 0,-2-5 1,1 0-1,-3-2 1421,-3-1 0,-3 2 0,0 1 0,-1 1-86,-1 2 1,-3 3-1,-3 3 1,-1 1 312,-3 1 0,-1 4 1,2 3-1,-1 4 467,0 2 0,4 4 0,-3 2 1,1 3-182,0 1 1,3 3 0,1-1 0,0 1-328,0-1 0,3 1 0,-2 0 1,3-2-1140,0-3 0,0-5 1,0 1-1,-1-3 953,-2-3 0,0-1 0,-4-3 0</inkml:trace>
  <inkml:trace contextRef="#ctx0" brushRef="#br0" timeOffset="2679">1749 391 7723,'-7'3'1720,"0"-1"-1008,3 3 0,2-4 0,5 1 0,4-4 1,5-3-345,3-1 0,6-2 0,4 0 0,1-2-348,2-1 1,-2 0-1,5-1 1,-2 1-4128,1 1 4107,-7 1 0,6 2 0,-7 0 0</inkml:trace>
  <inkml:trace contextRef="#ctx0" brushRef="#br0" timeOffset="3071">418 858 7739,'4'-9'91,"-2"-1"0,0 2 444,0 3 1,0 6 0,2 6 0,1 5-221,-1 6 1,2 2-1,-2 7 1,1 1 67,-1 0 1,0-1 0,1 4-1,-2 0-188,0 2 1,-2-1 0,1-1 0,-1-1-170,-1-2 0,0-1 0,0-6 0,0-2-446,0-4 0,0-10 113,0-3 0,1-8 0,1-8 1,2-4-57,0-5 1,2-2 0,-1-2 190,1 2 1,1-4 0,0 4 0,2 1 0,0 1 152,0 2 0,1 6 1,-1 2-1,0 5 19,-2 4 1,0 7 0,0 6 0,-2 7 232,0 3 0,-4 5 1,2 2-1,0 1-259,-1 1 0,3 0 1,-1-1-1,2-1-433,1 0 1,-1-7 0,5-2 0,0-6-189,2-7 0,-2-4 0,5-4 0,-1-6 647,0-5 0,-3-6 0,-2-4 0</inkml:trace>
  <inkml:trace contextRef="#ctx0" brushRef="#br0" timeOffset="3471">808 1039 7739,'0'-16'0,"0"0"7,0 0 0,0 4 1,0 2-1,-3 2 598,-1 4 1,-3 3-1,1 4 1,-2 2-248,-2 4 0,3 2 0,-3 6 1,3 1 268,3 2 1,-2 0 0,4-1-418,1 0 0,0 3 1,1-3-1,1 0 0,1-1-314,2-1 0,3-6 0,3-2 1,1-4-227,3-2 1,0-9-1,2-4 1,0-5 11,-1-6 0,3-1 0,-2-3 1,-1 1-2,0-1 0,-3-1 1,-2-2-1,0 0 537,-1 1 1,-2 5 0,-2 4 165,-3 5 0,-1 7 0,-1 7-73,0 5 1,-3 5-1,1 4 1,1 1-152,0 0 0,1-2 1,0 0-1,0 0-498,0 0 1,1-3 0,0-2 0,2-2-929,1-2 1,-1-2-1,3-4 1,2-1 848,0-3 1,0-4 0,-1-3 0,-1-3 448,1-1 0,-2-1 1,0 4-1,-1 2-108,0 1 1,0 5 777,-2 0 0,-1 5 1,2 0-1,0 4 12,-1 5 0,3 2 0,-2 3 1,1 0-450,1 2 1,0-1-1,0 2 1,2-1-191,1 1 0,-4 0 0,4-3 0,-1 1 45,-1-2 1,-1-4-1,2-2 1,0-4-289,0-2 1,-1-3 0,-1-2-1,0-6-116,1-2 0,-3-3 0,-1 0 0,0-2-361,0-1 0,-1-1 0,1 0 0,-1 1-71,-1 2 0,0 5 0,2-2 716,0 2 0,4 2 0,-2 2 0</inkml:trace>
  <inkml:trace contextRef="#ctx0" brushRef="#br0" timeOffset="3875">1247 1011 7739,'7'3'0,"0"-1"0,0 2 0,0-1 254,0-1 1,3-2 0,-1-3 0,-1-1 441,0-3 1,-3-3 0,-1-1 0,-1-2-443,1-1 1,-2-1 0,0-1-1,-2-1-53,-2 0 0,-3 2 0,-4 1 0,-3 5 12,-1 3 0,2 4 0,-1 5 0,0 5 10,-2 5 0,4 5 0,0 4 0,3 3 46,3 2 1,1-1-1,3 2 1,0-1-238,3-1 1,2-4 0,6-2 0,4-3-496,2-1 0,2-4 0,3-4 0,2-3-161,1-2 1,-2-8 0,3-3 623,0-2 0,1-4 0,1-4 0</inkml:trace>
  <inkml:trace contextRef="#ctx0" brushRef="#br0" timeOffset="4286">1805 823 7806,'0'-4'921,"-1"0"448,-1 1-1047,1-3 1,-2 6-1,4 1 123,4 5 0,0 8 1,4 7-1,-1 5-194,-1 3 1,2 1-1,0 5 1,0 3-39,-1 2 1,-4-3 0,0-2 0,-1-2-213,-1-2 0,-2-8 0,0-2 1,-3-6-16,-1-4 1,0-7 0,-1 0 0,0-5-245,-1-4 0,-1-5 1,0-4-1,0-4-36,0-5 0,1 0 0,0-4 1,2-2 62,1-2 1,1 0 0,2-3 0,0-3 65,0-1 1,4 4 0,3 0 0,4 2 252,2 3 1,1 4 0,2 3 0,0 5 100,0 5 1,-1 7 0,0 3 0,0 4-28,-2 2 1,-4 6-1,0 1 1,-4 4 647,-3 4 0,-1-2 1,-1 5-1,-1 1-449,-1 1 0,-2 0 1,-3 0-1,0 0-482,0-1 0,-1-5 0,0-2 0,-1-3-5,0-1 1,1-6 0,1 0-2080,0-2 0,4-5 2205,0-4 0,6-4 0,0-2 0</inkml:trace>
  <inkml:trace contextRef="#ctx0" brushRef="#br0" timeOffset="4703">2104 823 7806,'-6'7'582,"-1"0"1,0 0 0,0 1-65,0 1 0,0-1 0,0 1 0,2 0-26,0 0 1,4-1 0,-1 2 0,1-1-118,1 0 0,4 4 0,2-2 0,3 0-435,2 1 1,-2-1 0,3 0 0,0-1-25,1-3 1,0-3-1,-1-1 1,1-3-352,0-3 0,-2-4 0,1-6 0,-3-5 74,-1-5 1,-2-4-1,0-2 1,-3-2 458,1-1 0,-1 7 1,-2 1-1,2 4 409,-2 5 0,-1 5 0,-1 8-150,-2 4 0,1 7 0,2 5 1,0 5-111,0 3 0,0 3 0,1 2 0,0-1-1139,2-3 1,2-1-1,0-3 1,1-2-1492,1-3 0,0-8 2383,0-1 0,0-7 0,0-2 0</inkml:trace>
  <inkml:trace contextRef="#ctx0" brushRef="#br0" timeOffset="5120">2320 593 11225,'4'8'1154,"-1"1"0,0 4-486,-1 2 0,3 3 0,-2 4 0,1 1-540,1 2 1,-2 3 0,0-1-1,-3 1-245,0 0 1,0-3 0,0-3-1,0-3-63,0-5 1,0-3 0,0-6-6,0-3 0,0-5 0,0-9 1,0-2-213,0-2 1,1 0 0,1-1 0,3-1 277,1 3 1,1 0-1,1 3 1,0 1 221,2 2 1,0 6-1,-2-2 1,2 3 117,-2 2 0,1 1 1,-2 2-1,2 4 263,-1 4 1,-4 5-1,3 1 1,-4 0 75,-1 3 0,-4-2 0,-3 2 0,-2 0-518,-2-1 1,-2-5-1,-3-1 1,0-4-610,0-3 0,0-4 0,0 1 0,1-3-174,1-3 1,2-4 0,4-5-1,2-3-1211,1-4 1,2 0 0,2-1 1951,2-1 0,3-8 0,5 0 0</inkml:trace>
  <inkml:trace contextRef="#ctx0" brushRef="#br0" timeOffset="5550">2571 600 7806,'4'1'858,"-1"1"590,0 3 0,-2 1 0,2 1 0,-2 1-636,1 1 1,-1 2 0,1 3 0,-1 1-730,-1 1 0,0-1 0,0 4 0,0 0-553,0 1 1,0-1-1,0-1 1,0-1-2513,0-2 0,0-1 2982,0-2 0,3-5 0,1-4 0</inkml:trace>
  <inkml:trace contextRef="#ctx0" brushRef="#br0" timeOffset="5551">2669 760 8663,'0'11'1014,"0"-1"0,-3-2 0,-1 1 0,-1 0-448,1-1 0,1 3 1,-1-2-1104,1-1 774,1-3 0,3-3-237,1-7 0,2-3 0,3-6 0</inkml:trace>
  <inkml:trace contextRef="#ctx0" brushRef="#br0" timeOffset="5552">2773 600 7925,'0'-4'-594,"1"1"594,2 3 0,0 0 0,4 0 0</inkml:trace>
  <inkml:trace contextRef="#ctx0" brushRef="#br0" timeOffset="5972">2864 579 7806,'-5'3'0,"1"0"319,-2 1 1,0 0 0,-2 3 0,0 1 484,-1 1 1,-4 1-1,2 3 1,0 2 249,-1 2 1,4 2 0,-1 1-1,4 0-589,2 1 0,6-4 0,3 3 0,4-2-399,4-3 0,4-3 1,1-3-1,1-3-1194,1-2 0,-1-3 1,-1-1-1,-2-4 1128,0-5 0,-6-2 0,3-3 0</inkml:trace>
  <inkml:trace contextRef="#ctx0" brushRef="#br0" timeOffset="6400">3373 496 7926,'4'-7'1768,"-1"3"0,-3 2 0,0 7-995,0 4 1,-1 7-1,-1 3 1,-3 4-329,-1 2 1,-1 4-1,0 2 1,-1 4-620,-1 1 0,1 0 0,-1 0 0,0 0-643,0-2 0,3-4 0,0-2 0,2-7-954,3-7 0,1-8 0,3-7 1771,4-5 0,0-4 0,3-4 0</inkml:trace>
  <inkml:trace contextRef="#ctx0" brushRef="#br0" timeOffset="6837">3533 586 7806,'-3'-4'1584,"-2"2"1,-2 1-1183,-2 1 1,0 1 0,-1 2 0,-2 3 76,-1 3 1,0 3 0,-3 0-1,1 2-240,2 2 1,1-1 0,1 2 0,1-1-89,1 0 1,5-1 0,2-3 0,1 2-198,1-2 0,3-3 1,1 0-1,3-3-122,3-1 0,-2-4 0,3 2 1,0-3-819,0 0 0,0-3 1,3-1-1,-2-3-48,0-3 0,-1 2 0,2-3 0,0 1 1034,-2 1 0,-2-1 0,1 2 0,-3-2 0</inkml:trace>
  <inkml:trace contextRef="#ctx0" brushRef="#br0" timeOffset="6838">3561 698 8015,'4'3'579,"0"-2"1,-3 2 0,2-1 2,1 0 0,-2 1 1,3-1-1,0 0-37,2 0 1,0-1-1,2-2 1,1-1-295,1-3 1,-2-1 0,2-1 0,-1 0-114,-1 0 0,-2 0 0,-3 0 0,-2 0-71,-1 0 1,-1 0 0,-1 1 0,-2 1-133,-4 3 0,0 1 1,-4 1-1,0 1 72,0 1 1,2 2 0,-2 4 0,1 1 37,1 3 0,2 0 0,2 0 0,1 1-192,1 2 0,1-3 0,2 3 0,1-1-837,1-2 0,2-3 1,3 1-1,2-3-1002,0-3 1,1-1 1985,0-3 0,0-6 0,4-2 0</inkml:trace>
  <inkml:trace contextRef="#ctx0" brushRef="#br0" timeOffset="7267">3728 691 7806,'2'7'0,"1"0"910,-2 0 1,0 0-1,0-1 1,0-1-400,2 0 0,2-4 1,-1 3-1,1-2 60,2 0 1,-1 1 0,3-3 0,0-1-953,0-2 1,-1 2-1,1-4 1,-1-1 380,2-2 0,-3 0 0,4-2 0</inkml:trace>
  <inkml:trace contextRef="#ctx0" brushRef="#br0" timeOffset="7268">3895 621 7806,'-7'3'0,"0"2"0,0 1 0,0 2 0,0 1 2351,-3 3 0,0 4 0,-4 3 0,0 4-1551,0 2 1,0 6 0,0 1 0,0 3-932,0 2 0,2-4 1,2-2-1,3-4-642,3-6 0,2-7 1,4-5 772,2-4 0,4-5 0,6-4 0</inkml:trace>
  <inkml:trace contextRef="#ctx0" brushRef="#br0" timeOffset="7269">3972 837 7806,'0'7'0,"0"0"0,-1 0 1387,-1 0 0,0-2 0,-2-1-4309,-2 2 2922,0-3 0,-4 3 0,-1-2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47:26.3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20 272 7918,'-7'0'819,"0"0"0,3-3-213,2-1 0,4 0 0,4 0 0,2 0-361,4 0 0,4 0 0,3-1 1,2 1-280,2 1 1,-1-2-1,3 2 1,0 0 482,0 0-449,0-2 0,3 4 0,0-2 0</inkml:trace>
  <inkml:trace contextRef="#ctx0" brushRef="#br0" timeOffset="598">571 147 7834,'-3'-11'0,"0"1"154,-1 0 1,0 2 0,-3-4 0,-1 0 52,-1 1 1,0 1 0,-2 2 0,1 1 205,2 3 0,0 3 0,2 4 0,0 3-89,2 5 1,2 2 0,1 7-1,2 2-281,4-1 0,2 3 1,2 0-1,3-2-94,1 0 0,-1-1 0,-1-1 0,2-1-36,0 0 0,1-4 0,0 1 0,-1-1 83,-2-1 0,-3 2 1,-4 0-1,-2-2 73,-2-2 0,-4-1 1,-6 1-1,-1-4-135,-2-3 0,-2-1 0,-1-2 0,0 0-296,1 0 1,-1-2 0,1-3 0,1-1 14,1-2 0,3-4 1,2-2 346,2-1 0,0-4 0,2-1 0</inkml:trace>
  <inkml:trace contextRef="#ctx0" brushRef="#br0" timeOffset="1098">682 154 7660,'3'7'-52,"-2"0"1,1 0-1,-1 1 475,-1 1 1,0 2 0,0 3-1,1 0-176,1 3 0,-1 0 0,1 4 0,-1 0 29,-1 0 1,0 0 0,0-1 0,0 0-37,0-2 1,0-5-362,0 1 0,1-11 0,0-6 0,3-7-93,-1-5 1,0-5 0,1-4 0,2-3 102,0-1 1,1 1 0,0-3 0,1 3 18,1 1 0,-1 6 0,1-2 0,-1 2 54,-1 3 1,2 7-1,0 3 1,0 4 116,-1 4 1,-1 6 0,-1 7 0,-1 5 172,0 3 1,-4 1 0,2 1 0,0 1 30,-1 0 0,0-2 0,-2 2 1,1-1-161,2-2 1,-3-3 0,3-4 0,-3-2-183,0-4 0,3-5 1,0-4-162,1-4 0,-2-8 0,3-5 0,0-3 16,1-3 0,1-2 1,0-1-1,0 1 96,0 2 0,0 4 1,0-2-1,1 1 235,1 3 1,-3 6 0,0 5 0,1 2-107,-1 3 0,-2 6 0,-2 5 1,0 3-31,0 3 0,-1 3 1,1 3-1,0 2-539,0 1 1,-1-4 0,4 0 0,1 0 45,0-1 0,1-4 0,3-1 0,1-5 502,3-3 0,-1-7 0,1-1 0</inkml:trace>
  <inkml:trace contextRef="#ctx0" brushRef="#br0" timeOffset="1493">1163 182 7783,'-8'0'404,"0"0"0,-2 0 140,-1 0 0,-1 1 0,-1 1 0,1 3-172,3 4 1,1 2 0,0 3-1,0 0 20,2 0 0,4-1 0,0 1 1,4 0-215,2-3 0,3-1 1,3-4-1,1-1-541,2-3 0,4-5 0,0-4 0,0-3 108,3-4 0,-2-3 0,-1 0 0,0-2-362,-1 0 0,-1 3 0,0-1 0,-1 2 460,-3 1 1,-3 8 540,-1 2 1,-4 9-1,-3 6 1,-3 4-169,0 3 0,-4 1 1,3 2-1,0 0-288,-1-1 1,4 1 0,-2-1 0,3-1-1548,0-3 0,0-3 1619,0-2 0,3-5 0,0 0 0</inkml:trace>
  <inkml:trace contextRef="#ctx0" brushRef="#br0" timeOffset="1899">1421 22 8056,'-3'7'0,"-1"0"561,0 3 0,-2 0 0,2 5 0,0 1-173,2 3 1,-1 2 0,0 1 0,2 2 28,0 1 0,1 1 1,0 1-1,0-1-730,0 0 1,1-4-1,1 1 1,3-3-454,1-2 0,-1-3 0,2-1 0,0-5-250,1-3 1,0-5 1015,-1-5 0,0-7 0,0-7 0</inkml:trace>
  <inkml:trace contextRef="#ctx0" brushRef="#br0" timeOffset="2293">1574 1 9245,'0'7'617,"0"3"0,0 2 1,0 5-401,0 6 0,0 7 1,0 8-1,0 4 102,0 2 0,0-2 0,0 5 0,0-4-46,0-1 1,0-8-1,0-4-273,0-4 0,3-5 0,1-7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2:25:28.6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20 150 7935,'-3'-6'4,"2"-3"0,-3 0 1,0 1 113,1 1 1,1 3 968,0-1-663,1 4 1,1 1-1,0 4 1,0 3-68,0 2 0,1 1 0,1 6 0,1 2-143,0 3 0,1 3 0,3 5 0,0 3-122,-1 2 0,1 1 1,-1 5-1,0 0-350,-2 1 1,2-7 0,-2 1-1,-1-4-1000,-1-4 1,1-10-217,0-2 0,-1-11 1474,-2-4 0,-3-7 0,-1-3 0</inkml:trace>
  <inkml:trace contextRef="#ctx0" brushRef="#br0" timeOffset="597">46 98 7966,'0'-6'0,"0"-1"253,0 0 0,1 2-149,1 0 1,-1 2 0,5 4-1,1 1 24,3 3 1,0 1 0,1 3 0,1 2 32,3 1 0,-2 3 1,2 1-1,-3-1 45,-1 1 0,-3 0 0,1 3 0,-3-1-77,-1 0 0,-2-3 1,-4 2-1,-1-2-23,-3 0 1,-3-1 0,-3-1 0,-2 0-164,0-3 0,0-6 0,-2 2 1,0-2-382,0-3 0,2 0 1,0-1-1,2-1-1592,0-1 2030,3-2 0,-4-5 0,1-1 0</inkml:trace>
  <inkml:trace contextRef="#ctx0" brushRef="#br0" timeOffset="669">281 0 7955,'0'7'528,"-1"-3"0,0 0 1,-2 2-293,2-1 0,0 3 1,2 0-1,0 4-105,2 2 1,1 4 0,-1 3-1,0 4 25,0 3 1,0 1-1,-2 4 1,1 0-233,0 2 1,-5-4-1,0 1 1,-1-3-598,-1-4 1,3-2-1,-2-6 1,1-4-408,2-4 0,0-3 1080,1-4 0,3-6 0,1-6 0</inkml:trace>
  <inkml:trace contextRef="#ctx0" brushRef="#br0" timeOffset="1635">437 59 7903,'0'-4'783,"0"1"1,-3 4-640,-1 1 0,-2 5 0,0 4 0,-2 1 68,0 1 1,0 1 0,-2 1 0,0 2 17,-1 2 0,3-1 0,0-2 0,0 0-39,2-1 1,2-2-1,2 0 1,1-2-144,1-3 0,4 0 0,2 0 0,3 1-53,4-1 1,-2-1-1,5 0 1,0-1-187,1-2 0,0-1 0,1-3 0,-1 0-945,0 0 1,1-2 0,-4-1 1135,-2 2 0,-1-3 0,-5 1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2:25:38.7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209 40 7951,'2'-6'0,"0"-1"159,0 0 1,-2 3 0,0 0 227,0-1 1,0 2 0,-2 1-123,-3 1 1,-1 1-1,0 0 1,-1 0 190,-2 0 0,-1 1 1,-3 2-1,-1 2-189,-1 3 1,1 4-1,-1-1 1,0 4-129,0 2 1,1 2 0,0 1 0,2 0-176,4 2 0,0 0 0,3 2-102,0 1 0,2 1 1,4-4-1,1-2 1,3-2-518,0-3 0,4-3 1,0-2-1,2-1-167,3-1 0,-1-3 0,3-3 0,-1-2 447,0-2 1,4-3-1,-3-3 1,2-4 374,-1-2 0,0 0 0,0-8 0,-1 2 0</inkml:trace>
  <inkml:trace contextRef="#ctx0" brushRef="#br0" timeOffset="759">274 151 7951,'-1'-7'0,"-1"1"0,-1 1 0,-2 2 0,1 0 322,-1 2 0,0 1 0,0 2 53,0 2 0,1 3 0,-2 1 0,1 3 0,2 1-158,0 1 0,0 3 0,1 0 0,0 0-181,1 0 0,0-1 0,1-2 0,1-1 28,1-1 0,-1-2 0,4-5 0,0-2-416,0-1 0,2-4 0,0-3 1,-1-4 265,1-5 0,-1-3 0,1-2 0,-1 1 112,1-1 0,-1 0 1,1 2-1,-1 0 320,1 3 0,-1 4 0,1 3-97,-1 3 0,1 5 0,-1 5 0,-1 4-178,-1 4 0,-2 1 0,2 2 0,-1 2-267,-2 1 1,2-4-1,-1 2 1,0-2-765,-2-2 0,0-2 1,0-1-1893,0-1 2852,0-3 0,0-9 0,0-4 0</inkml:trace>
  <inkml:trace contextRef="#ctx0" brushRef="#br0" timeOffset="1365">372 118 8639,'4'3'723,"-2"2"0,-1 0-427,1 2 0,-1 2 0,2 3 0,0 2-263,1 4 1,0-2 0,-1 2 0,0 0-95,-1 1 1,1-3 0,-1 0 0,-1-3-239,0-2 65,-1-2 0,0-7 0,0-3 0,0-7 77,0-3 1,0-2 0,0-3-1,0-1 99,0 1 0,0 0 0,1 0 0,0 0 169,1 1 0,1 4 0,-1 0 211,3 2 1,1 3 0,0 5-100,1 2 1,-3 4 0,0 3 0,1 3-160,1 1 1,-1 2 0,-2-1 0,1 0-418,-1 0 0,-1-2 0,1-1 0,-1-1-921,0-1 1,0-1 512,-2 0 0,0-6 761,0-4 0,-3-5 0,0-2 0</inkml:trace>
  <inkml:trace contextRef="#ctx0" brushRef="#br0" timeOffset="2006">522 118 6257,'4'3'-23,"-1"1"0,-1 2 0,0 1 729,-1-1 0,2 1 0,-1-1 0,0 2-350,1 0 0,0 0 1,2 3-1,0 1-139,0 0 0,1 2 1,-1 0-1,0 2-66,0 1 1,-1-2 0,2 2 0,-1-1-155,-1-2 0,-2-3 0,0-2-193,-1-2 1,-1-4 0,0-4 12,0-5 1,0-4 0,0-6 0,0-3-26,0-2 1,0 3-1,0-4 1,0 2 301,0 0 0,0 3 0,2 0 0,0 1 29,-1 2 0,2 3 0,0 3 493,1 3 1,0 3 0,2 4-474,-2 5 1,1 1 0,-2 4 0,0 1-522,0 0 1,0 0-1,-2 1 1,2-1-73,-2 0 1,2-3-1,-1 2 1,0-1-213,1-1 1,-2-4-1,2 0 662,0-3 0,-3-4 0,3-2 0</inkml:trace>
  <inkml:trace contextRef="#ctx0" brushRef="#br0" timeOffset="2007">704 157 7951,'-2'11'115,"0"-2"1,1 0 356,0 2 0,1 2 0,1 0 0,0 0-269,1 0 1,3 0 0,0-1 0,0-1-346,-1-2 1,2-2 0,-2-1 0,2-2 57,1-2 0,-3-2 1,0-2-1,-1-3 41,1-3 0,-3-2 1,1-4-1,-1-1-188,-1-3 1,0 2 0,0-2 0,-1 1 173,-1 0 1,-1-1 0,-3 3-1,1 1 129,0 0 1,1 3-1,-2 1 1,-1 0-169,0 2 0,1 4 0,-1 2-496,1 1 0,2 2 0,2 1 592,1 2 0,1 2 0,0 4 0,0 0 0</inkml:trace>
  <inkml:trace contextRef="#ctx0" brushRef="#br0" timeOffset="2670">789 20 8427,'2'7'412,"1"0"0,-1-2 0,-2 0 1,2 3-183,0-1 0,2 4 0,-1 1 0,0 4-195,0 3 0,2-1 1,-1 4-1,0 1-297,0 1 1,-2-2 0,1 0 0,-1-2 125,0 0 1,0-4-1,-2-1 1,0-3-445,0-4 1,-3-3 579,-1-3 0,-2-2 0,0 0 0</inkml:trace>
  <inkml:trace contextRef="#ctx0" brushRef="#br0" timeOffset="2671">776 197 7856,'0'-7'417,"2"0"1,1 2 60,1 0 0,1 2 1,3 1-1,1 0-225,1 1 0,2-1 0,3 1 0,0-2-943,-1-1 0,2 2 1,-1-2 689,0-1 0,2-1 0,-1-1 0</inkml:trace>
  <inkml:trace contextRef="#ctx0" brushRef="#br0" timeOffset="3326">1141 7 7771,'-2'5'305,"-1"-1"-96,0 1 1,1 1-1,0 1-85,1 2 0,3 0 0,1 3 0,1 2 20,1-1 0,1 3 0,0 0 0,-1-1-83,-1 1 1,0-2 0,0 1 0,-1-1 27,0-1 1,-2-3 0,1 1 265,-2-2-359,0 0-113,0-6 0,0-3 1,0-4-1,0-2-27,0 0 1,1-2-1,1 0 1,3-1 108,0-1 0,3 2 0,0-1 0,3 2 16,2 0 0,0 4 1,0 1-1,0 1 44,0 1 0,0 4 0,-1 2 1,-1 4 297,-2 3 0,-3 0 0,-1 0 1,-3 2-48,-2 0 1,0 0 0,-2-2 0,-3-3-211,-1-1 1,-2-2 0,-1-1 0,0-1-68,0-3 0,2-2 1,-2 0-1,2 0-1211,0 0 0,1-2 0,0-3 488,2-1 1,1 0-1,3-1 724,0 1 0,3-4 0,0 0 0</inkml:trace>
  <inkml:trace contextRef="#ctx0" brushRef="#br0" timeOffset="3327">1454 157 7776,'7'0'283,"-1"0"1,1 0 0,-1 0 30,1 0 1,2 0 0,-1 0 0,0-2-118,-1 0 0,0-3 1,-1 1-1,-2-2-53,-2-1 0,1 0 1,-1-1-1,-1-1-142,-2-1 1,-4 2-1,-3-1 1,-3 2 8,-2 0 0,0 1 0,0 2 0,0 2 96,0 1 0,0 2 1,1 2-1,1 3 90,2 1 1,2 5-1,1-1 1,2 2-78,2 2 1,1 2-1,2 2 1,2 1-133,3 0 0,4-1 1,3-1-1,0-1-71,3-2 1,-1-8 0,3 1 0,2-3-820,0-4 1,-4-1 0,3-2 0,-1-2-529,-2-2 1,-1-3 1429,0 0 0,-1 1 0,-1 1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2:25:48.2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13 109 8015,'-6'4'552,"2"2"0,2-2-406,2 2 0,0 3 0,2 2 0,3 1-27,0 3 0,2 0 0,1 4 0,2 1-5,0 0 1,-3-2 0,2-3-1,-2 0-134,0-3 0,-1-5 1,0 0-46,1-4 1,-2-8-1,0-4 1,-1-3 16,-1-3 0,0-2 0,-2-4 0,1-1-39,0-1 1,1 2-1,-1-1 1,0 1 110,1 0 0,-2 7 1,3-2-1,-1 3-2,1 4 0,-2 5 0,1 4 1,1 4-40,0 4 0,-2 2 0,2 5 0,1 3-270,1 3 1,0-3 0,1 3 0,-1 0-156,0-1 0,-1-2 1,-1-1-1,1 0 442,1-1 0,0-3 0,0 2 0,1-4 0,-1-2 0</inkml:trace>
  <inkml:trace contextRef="#ctx0" brushRef="#br0" timeOffset="426">276 90 8192,'0'7'716,"1"2"1,1 1-451,2 3 0,2 2 1,1 2-1,-2 3-44,0 1 1,0-2 0,-3 1 0,-1 1-32,0-1 1,-1-2 0,0-1 0,-1 1-433,-1-3 1,1-3-1,-3 1 1,0-4-602,1-1 1,1-5 0,-2-1 214,1-4 1,1-2 0,2-5 0,0-1 626,0-2 0,0-1 0,3-3 0,1 0 0</inkml:trace>
  <inkml:trace contextRef="#ctx0" brushRef="#br0" timeOffset="900">340 231 8015,'7'-6'63,"-1"0"0,1 1 169,-1 1 1,1 2 0,1-3 0,1 1-47,-1 1 0,-1-3 0,1 2 0,1-2-114,-1-1 1,-1 0 0,-2 0-1,0-3 12,-3 0 0,-1 2 1,-1 0-1,-1 1-55,-1 0 0,0 1 1,-4 0-1,-1 2-87,0 2 1,-1 2 0,2 2-1,0 2 155,2 2 1,-2 3-1,3 2-90,-1 1 0,1 1 0,3 0 0,0 2 0,0 0-4,0 2 0,3-3 0,-1 1 1,1-2-578,0 0 1,2-2 0,-1-2 0,2-1-388,0-2 1,1-4 960,-1 0 0,4-7 0,0-2 0</inkml:trace>
  <inkml:trace contextRef="#ctx0" brushRef="#br0" timeOffset="1373">469 77 8015,'0'-6'0,"0"-1"0,0 1 75,0 0 0,0 3 0,2 3 1,1 4 476,0 4 0,2 3 1,2 4-1,1 2-300,0 4 0,1-1 0,-1 1 0,1-3-136,-1-1 1,-2-2-1,-1 0 1,-1-3-181,-2-1 0,1-2 0,-4-3-170,-1-2 0,-3-1 0,-3-3 0,-3 0 19,-1 0 1,-1 0 0,0 0 0,1 0 109,-1 0 1,3 3-1,1 1 1,2 0 247,1 0 0,2 1 0,2 3 0,1 1 10,1 1 1,3-2 0,1 1-1,3 0-172,1-1 0,2 0 0,2-4 0,0-1-411,-1 0 1,-1-2 0,2 0-1,0-2-114,-2-3 0,-2-4 0,1-1 0,-2-1 544,-1-2 0,-2 0 0,2-4 0,-3 0 0</inkml:trace>
  <inkml:trace contextRef="#ctx0" brushRef="#br0" timeOffset="1883">623 173 8403,'-3'4'678,"1"1"0,-1-2 0,0 0-382,2 2 0,-2 1 0,1 1 0,0 0-20,1 1 0,1 3 0,0 4 0,0 3-265,0 2 0,0-1 1,1 2-1,1-1-572,0 0 0,0 0 1,-2-2-1,0-3-652,0-4 1,0-6 1212,0 0 0,0-4 0,0 2 0</inkml:trace>
  <inkml:trace contextRef="#ctx0" brushRef="#br0" timeOffset="2459">796 135 9562,'0'9'69,"0"2"0,0 3 0,0 2 0,0 4-8,0 2 0,0 1 0,0 0 0,0-1 14,0-2 1,-2-5 0,0-2 0,-1-4-414,1-1 182,1-5 0,-2-4 0,3-5 0,0-4 52,0-2 1,1-5 0,0-2-1,2-4 228,1-2 0,0-1 0,3-2 1,1-1-93,0 0 1,4-2 0,-2 4-1,0 2-499,1 3 1,0 6 0,1 6 0,-1 5-55,-3 3 1,-1 9 0,-3 3 520,-2 3 0,-1 8 0,-1-1 0</inkml:trace>
  <inkml:trace contextRef="#ctx0" brushRef="#br0" timeOffset="2460">982 231 8278,'6'0'183,"1"0"1,-3 0-1,0 0 1,1-3 2,-2-1 1,3-4-1,-3-3 1,1-1 13,-2-1 0,-1-2 0,-1 0 1,-1 0-158,-1-1 0,-2 5 0,-2-1 0,0 3 120,-1 3 0,0 2 0,-1 6-80,0 2 1,0 4-1,4 7 1,1 3-149,3 2 1,0 4-1,0 2 1,3 1-159,1 0 1,1-1 0,2 2 0,0-3-467,2-2 1,-2-6 0,3-1 0,0-5 185,0-4 1,-2-4 0,0-4 502,-3-3 0,4-6 0,-2-7 0</inkml:trace>
  <inkml:trace contextRef="#ctx0" brushRef="#br0" timeOffset="2974">1097 135 8729,'5'6'407,"-1"1"0,-2 2 0,2 2 1,1 1-195,1 1 1,0 0 0,1-1 0,-1 1-61,1 0 1,-1-2 0,0-1 0,1-1-29,-1-1 1,1-4 0,-1-2-292,1-4 0,-1-2 1,0-5-1,-1-2 112,-1-3 1,-2-1 0,2-1-1,-1 0-836,1-1 0,-3 3 0,1-1 0,-1 2-862,-1 2 1752,0 2 0,-3 0 0,0-1 0</inkml:trace>
  <inkml:trace contextRef="#ctx0" brushRef="#br0" timeOffset="2975">1290 218 8003,'6'-2'246,"1"0"0,-3-3 1,-1 1-1,1-3 10,0-1 0,-1 0 1,1-3-1,-1 0-194,-3-1 0,0-1 0,0 0 1,0 0 92,-3 1 0,1 2 0,-3 2 1,-3 3 13,1 3 1,0 1 0,1 2 0,-1 1-81,1 5 0,0 3 0,-1 4 0,1 2-133,2 3 0,1 0 1,3 3-1,0 1-231,0 0 0,2 0 0,1 0 0,1-1-5,1-2 1,1-4 0,0-2-1,0-2-689,1-4 1,-1-4-1,0-3 969,-2-4 0,2-4 0,-3-6 0</inkml:trace>
  <inkml:trace contextRef="#ctx0" brushRef="#br0" timeOffset="3382">1348 122 7510,'0'7'421,"0"-1"1,0 1 138,0 2 1,0-1 0,2 2 0,0 2-460,2 0 0,-2 1 0,2 2 0,-1-1 26,-2 1 1,2-1 0,-1 0 0,-1-1 246,0-1 1,-1-1 0,0 0-73,0-3 1,-1-4 0,0-5-163,-1-5 0,0-2 0,2-4 0,0-2-263,0-2 0,0 0 0,0-2 0,0 1-416,0-1 1,0 3-1,2 0 1,1 1-424,0 1 1,-1 3 0,3 0 0,-1 0 529,0 2 0,1 1 1,0 1-1,0 0 432,2-1 0,0 3 0,1 0 0,0 1 0,0-1 0,-3 3 78,-1-1 1,0 2 250,0 2 0,-1 1 0,-3 4 0,0 0 197,0 1 0,0 0 0,0 3 0,1 1-21,1 2 1,-1 1 0,1 1-1,-2 0-189,0 1 0,0 0 0,0 1 0,0 0-54,0-1 0,0 0 0,0 0 0,-2-2-25,0 1 1,-2-3-1,1 0 1,0-2-2341,0-2 1,-1 0-1590,2-3 3692,0-2 0,-1-7 0,-1-4 0</inkml:trace>
  <inkml:trace contextRef="#ctx0" brushRef="#br0" timeOffset="3800">1546 231 8003,'7'-4'0,"-1"0"0,1-1 73,2-1 0,-2 0 0,1-1 0,-2 0 373,1-2 1,-5 2 0,4-3-1,-2 0-132,-3 0 1,0 2 0,-2-1 0,-1 0-206,-2 0 1,-3 3-1,-1 3 1,-3 0 70,-1 1 1,-1 2 0,1 3 0,1 4 81,0 2 1,2 4 0,0 2 0,1 2-4,3 2 0,2 2 0,1 1 0,2 3-58,0 1 1,3-2 0,4 1 0,3-1-331,2-4 0,1-5 0,0-1 0,1-4-737,1-4 0,1-4 0,-2-3 0,1-4-3804,-1-3 4670,0-3 0,2 1 0,0-3 0</inkml:trace>
  <inkml:trace contextRef="#ctx0" brushRef="#br0" timeOffset="4224">2015 225 7985,'-10'-4'-598,"1"1"0,1 1 983,0 0 0,0-1 0,-2 2 0,1-1 204,1 0 0,1 2 0,0 2 0,1 3-426,2 3 1,1 3 0,1 3 0,0 2-68,1 0 0,1 1 1,1 2-1,2-2 27,1-2 0,-1-2 0,3-3 0,-1-2-413,3-3 1,-1-3 0,0-4 0,0-6 171,2-4 0,-2-4 0,3-5 0,0-2 120,0-1 0,-2 3 0,1-1 0,-2 4 121,-1 2 1,1 4-1,-2 4 1,0 1-1,0 3 1,-3 5-1,2 6 1,0 5-92,0 4 1,1 3-1,-2 0 1,0 1-1144,-1 1 0,1-3 0,-1 1 1,0-3 1110,-1-2 0,0-3 0,-1-2 0</inkml:trace>
  <inkml:trace contextRef="#ctx0" brushRef="#br0" timeOffset="4693">2117 193 8945,'0'6'0,"0"1"463,0-1 1,2 4-1,1 2 1,0 3-464,0 1 1,0-1-1,-2 3 1,1-1-107,0-1 1,1-2 0,-1-4-22,-1-1 0,1-4 0,-1-5 103,1-4 0,0-4 1,-1-3-1,0-1 76,2-1 1,1-1 0,-1 1 0,0-1-22,-1 2 1,3 4 0,-2 0 0,0 2-150,2 2 0,-1 3 0,0 0 0,1 4-273,1 3 1,-2 0 0,0 4 0,0 2 25,0 0 1,1 0 0,-3-1 0,0-3 364,-2-1 0,3 0 0,1-1 0</inkml:trace>
  <inkml:trace contextRef="#ctx0" brushRef="#br0" timeOffset="4694">2265 135 7985,'2'6'501,"1"2"1,0-1-221,2 2 0,-1-1 0,0-1 0,1 0-161,1 2 0,-2-2 1,0 1-1,1-1 252,-2 0 0,2-3-783,-3 0 0,0-2 250,-4 0 0,-4-1 1,-3-1-1,-1 0 77,-2 0 1,2 0-1,0 0 1,-1 0 72,1 2 1,-1 1-1,2 2 1,1 3 154,1 1 0,3 0 0,2 2 1,2 0 312,0 1 1,0 1 0,0-1-1,2-1-213,3-3 0,0-1 0,3-3 1,-1-2-249,2-1 0,2-1 1,-1-1-1,0-1-8,-1-2 0,0-5 0,0-1 0,1-1-1154,-1-2 1,-1 2 0,-1-4 1165,-1 1 0,1-2 0,-1 0 0</inkml:trace>
  <inkml:trace contextRef="#ctx0" brushRef="#br0" timeOffset="5279">2688 20 7985,'-6'-3'0,"-1"-1"0,-1-2 0,-1 2 282,1 2 1,1 1 0,1 1-1,-1 0 207,1 0 1,0 4-1,2 2 1,2 5-264,1 3 1,1 3 0,0 5 0,1 1-269,1 2 0,2 2 0,2 1 0,0 1-306,1 0 0,-2-6 0,0 2 0,-1-4-554,-1-3 0,-1-5-1336,-2-3 2238,-3-5 0,-6-5 0,-5-3 0</inkml:trace>
  <inkml:trace contextRef="#ctx0" brushRef="#br0" timeOffset="5764">2553 218 7985,'0'-6'281,"1"2"1,1 2-23,2 2 1,0 0-1,0 0 1,2 0-697,2 0 1,0 0 0,2 0 0,2-1 58,0-1 378,-2 1 0,5-5 0,-2 3 0</inkml:trace>
  <inkml:trace contextRef="#ctx0" brushRef="#br0" timeOffset="5765">2727 154 7985,'0'13'0,"0"-2"0,-1-1 0,-1 0-29,0 0 0,0-2 0,2 2 0,0-1-736,0-1 1,0-1 764,0 0 0,3-6 0,-2-5 0,2-6 0</inkml:trace>
  <inkml:trace contextRef="#ctx0" brushRef="#br0" timeOffset="6218">2804 84 7985,'0'4'-13,"-1"0"63,-1 1 1,0 1 0,-1 0 0,0 1 157,1-1 1,2 1 0,0-1 0,0 0-46,0 1 1,0-3 0,0 0-481,0 1 0,0-2 192,3-3 0,-2-3 1,3-4-1,-1 1 2,1-1 0,-2 1 1,2 0 124,1-1 0,-1 1 1,-1 1-1,1 2 74,-1 0 1,-1-1 0,2 1 22,-1-1 0,2 3 81,-1-1 1,0 1 0,0 2 103,1 1 0,0 2 1,0 3-1,-2 1-22,0 3 1,2-1-1,-3 1 1,1 2-69,0 1 1,-1 2 0,-2-2 0,0 2-122,0 0 1,0 0-1,-3 2 1,-1 0 12,-2 0 0,-3 0 0,-1 1 0,-3-2-114,1-2 1,0-7 0,1-2 0,-2-3-1050,-1-1 1,2-4 0,-2-3 1076,3 0 0,-1-7 0,2-2 0</inkml:trace>
  <inkml:trace contextRef="#ctx0" brushRef="#br0" timeOffset="6662">2027 584 7985,'-4'4'483,"0"-2"0,0-1-79,0 1-39,1-1 0,2 2 43,-1-3 1,2-1-147,-3-1 1,2 1-62,-1-4 1,1 3 0,-2-1-93,0 0 0,2-2 0,-3 3-90,-1 1 0,1 0 0,0 1 0,-1 0-28,-1 0 0,2 3 1,0 2-1,-1 4-17,-1 3 0,2 3 1,0 3-1,1 3 38,2 1 1,0 1 0,1 2 0,1 0-66,1-2 1,4-2 0,2-1 0,1-4-664,0-3 0,-2-7 0,2 1 1,-2-2 52,-1-2 1,0-3 0,-2-4-1,-2-2 663,-1 0 0,-4-3 0,0-1 0</inkml:trace>
  <inkml:trace contextRef="#ctx0" brushRef="#br0" timeOffset="7260">1880 770 8055,'-4'0'876,"6"0"0,6 0 0,2 0-627,3 0 0,1-1 0,3 0 0,1-2-821,0-1 0,1 3 0,0-2 0,-1 0-83,2-1 1,-5-2 0,2 0 0,-3-1 654,-1-2 0,-3 2 0,2-8 0,-2 2 0</inkml:trace>
  <inkml:trace contextRef="#ctx0" brushRef="#br0" timeOffset="7261">2162 578 9982,'-3'8'596,"0"1"1,3 3 0,0 1-1,0 4-580,0 3 1,0 3 0,0 2-1,2-1-394,0 0 1,2-3 0,-1-1-233,1-2 0,-3-3 0,2-4 0,0-3 9,1-3 0,2-5 1,-1-5-1,0-3 601,-3-3 0,1-1 0,1-1 0</inkml:trace>
  <inkml:trace contextRef="#ctx0" brushRef="#br0" timeOffset="7780">2239 655 7985,'0'-7'172,"0"1"389,0-1 1,-1 4-35,-1 1 1,1 2 0,-3 2 0,1 3-25,-1 3 0,3-1 0,-1 3 0,1 0-155,1 0 0,0-1 1,0 1-1,0-1-114,0-1 1,0-1 0,0 0 0,1-2-934,1 0 0,1-1 0,4-1 0,-1 0-1000,0 0 1,1-1 0,-1-2 1698,1 0 0,2 0 0,1 0 0</inkml:trace>
  <inkml:trace contextRef="#ctx0" brushRef="#br0" timeOffset="7781">2393 712 7985,'4'0'466,"1"0"0,-3 0-652,2 0 0,0 0 186,3 0 0,-1 0 0,0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3.1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80 171 7855,'-10'0'0,"-2"0"-24,-2-3 0,3 2 0,1-1 1,2 0-59,1 0 0,3 0 0,1-3 193,2 0 0,1-2 0,0 0 0,0 0 29,0-1 0,1 4 0,1 3 0,1 3 62,1 6 0,1 3 0,2 7 1,0 4 246,1 6 0,-1 4 1,-1 6-1,0 6-187,-1 7 0,-1-2 1,1 3-1,-2-4-207,0-6 0,-2-7 0,1-1 0,-1-5 215,-1-6 0,0-11-572,0-2 1,0-8-1,0-2 1,0-7 9,0-4 0,3-9 0,-1-3 1,0-4-1,-1-7 210,2-3 1,-2-5 0,4-5 0,1-3 47,0-1 1,2 0 0,2 0 0,2 2 76,2 3 0,4 8 0,1-1 0,2 6 199,1 5 1,-3 14 0,-1 7 0,-2 8-119,-2 6 0,-2 8 1,0 6 194,-2 2 1,1 9 0,-2-1-1,0 2 1,-1 4 156,-1 2 0,1 1 0,-2 2 0,0 1-675,-1 2 1,-4-6 0,3-1-1,-2-4-757,0-1 0,2-11 1,-2-1-858,3-4 1813,-2-4 0,7-2 0,-2-4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4.0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56 8072,'-7'-4'450,"3"4"1,2 0 0,1 5-130,1 4 0,1 6 1,1 6-1,3 6-54,1 10 1,2 5 0,1 10-163,1 5 1,-1-1-1,-4-3 1,0-8-1,-1-5 222,0-8 1,-3-10-427,2-2 0,-3-11 0,0-7 1,0-5-1,0-4-355,0-3 1,0-5 0,0-7 267,0-4 1,0-11 0,0-6 0,0-4 0,1-4 38,2-1 1,-2 7 0,4-2 114,1 4 1,0 2-1,2 7 1,1 9-1,1 4 45,-1 5 1,-1 9-1,-1 4 79,0 6 1,1 6 0,-1 8 0,-1 2-1,0 3 119,-1 2 0,0 0 0,1 2-21,-1-1 1,1 4 0,-3 1 0,0 1 38,0-1 1,2 3 0,-2-3 0,-1 1-227,1 2 1,-2-4 0,2-6 0,1-6-145,1-5 1,-1-4 0,0-12 0,0-7-108,0-7 0,-2-9 0,3-9 0,1-6 77,0-4 1,1 3 0,1-1 153,-1 4 0,0-2 1,1 8-1,1 4 1,1 6 95,-1 7 0,-1 9 0,-1 3 0,0 5 291,1 5 0,-4 4 0,0 8-30,0 3 0,1 1 1,-1 4-1,1 0-302,0 1 1,-2 3 0,1-2 0,1 3 0,0 2 12,0 1 1,0-4-1,2 1-930,0-5 1,1 3-1,-1-10 1,0-2 878,0-5 0,4-3 0,0-1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4.5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80 7843,'-1'-4'103,"-1"1"246,-3 3 1,1 0-69,-1 3 0,4 5 0,-2 6 1,2 5-1,1 3-90,0 2 1,4 2 0,1 3 0,3 0-371,2 0 0,3-3 0,-2-3 0,1-2 138,1-4 1,-1-9-1,2-3-53,1-6 1,-2-8-1,0-8 1,-1-7-145,-2-6 1,0-3 0,-3-4-1,0 2 1,1 0 279,-1 1 0,-3 6 0,-1-1 0,0 4 205,-1 4 1,1 8 0,-3 9 44,0 4 1,0 7-1,3 9-208,2 1 0,-1 3 0,0 0 1,2 1-1,1 0-100,0 1 1,0-2-1,0 1 1,-2 0-695,0-1 1,0-3 0,2-1 709,1-3 0,-1 1 0,0-3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4.7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73 0 7829,'-7'3'146,"-1"2"0,-1 2 1,-1 3-1,0 3 466,0 3 0,4 1 0,0 4 0,2 2-199,2-1 1,1 2 0,2-1 0,2 0-329,5 0 0,2-2 0,5 2 0,0-4 7,2-2 0,-2-2 1,2 3-1,-1 1-383,-2 0 1,-5-2-1,-2 4 51,-3-1 0,-2-1 0,-2-4 0,-1-1 0,-2-2-116,-4-3 0,-4-4 1,-3-2-1,2-3-137,-1 0 0,1-3 0,-1-2 0,0-4 493,4-3 0,-3-5 0,1-2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4.9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 7829,'5'-2'434,"0"0"0,-3 3 0,2 6 1,0 6 91,-3 6 0,1 2 0,-1 7 0,2 3-392,-2 1 0,3 1 0,-2 2 1,1 3-498,0 2 0,-2-4 1,3 0-1,0-2-1560,-3-4 1923,0-8 0,2 6 0,1-6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5.0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0 146 8146,'0'-11'386,"0"3"1,0-1 0,1 0-191,2 2 1,1 2 0,5 0 0,2 0 77,0-2 1,2 0-1,4 0 1,3-1-435,4-2 0,-1 1 160,4-3 0,-4 0 0,2-3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5.8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29 7701,'0'-7'-286,"3"0"1,-2 0 552,4 2 1,0 3 0,2 5 0,2 6 42,0 7 0,-1 4 0,2 9 1,-1 4 89,1 1 1,-5 1 0,3 0 0,-3 0-208,-1-3 0,0-1 1,-2-3-132,0-1 0,0-1 0,-4-3 0,-1-4-184,-1-3 1,0 0-1,-2-7 1,2-4-6,1-4 0,0-5 0,1-6 0,0-3-232,0-6 1,1 0 0,2-6 177,2 0 1,1 0 0,4 0 0,1 4-1,1 4 226,1 3 0,2 1 0,3 6 0,2 3 74,1 2 0,-1 3 0,2 2 37,-3 4 0,-3 4 0,-1 4 0,-2 1 0,-3 2 230,-4 1 1,-2-2-1,-2 4 1,-1 0-36,-2 2 0,-3-4 1,-5 2-306,0-3 1,0 1 0,-2-5 0,1-3 0,1-4-677,0-2 1,1-3 0,-1-1-1,0-3 339,2-5 1,4-2 0,1-3 290,0-1 0,-1-4 0,1-1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6.0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21 231 7802,'14'-3'0,"2"1"0,-1-3 243,0 0 0,3-2 0,-3-1 1,0-1-1,1-4 385,-2 0 0,-3 0 0,-1 0 0,-2-2-509,-1 0 1,-2 1-1,-3-3 1,-1 2-148,-1 0 1,-4 3 0,-4 1 0,-3 0 42,-3 3 1,0 3 0,-1 3 0,0 5-47,-2 4 0,1 4 1,-2 6-1,2 3 162,2 4 1,4 2 0,1 3 0,1 0 146,0 0 0,4-3 0,3 0 1,2-1 133,4-1 0,8-2 1,4-2-1,5-4-789,5-4 1,-2-8-1,8 0-1227,0-5 0,4-6 1604,-5-5 0,7-8 0,-5-3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6.7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8 245 7861,'0'-14'0,"0"0"63,0 0 1,0 3 0,0-3 0,-1 1 175,-2 2 1,3 0 0,-3 4 690,2 0-739,1 2 0,0 7 0,1 9 0,2 7 0,2 9 67,4 6 0,0 3 0,2 6-194,0 3 1,-1-1 0,0-2 0,1-2-1,1-1-53,-3-1 0,2-9 0,-1-1 0,1-7-87,-1-7 1,1-9 0,-2-8 0,1-6 75,2-5 1,-1-8 0,2-6 0,-1-5 114,1-2 1,-2-1-1,1-5 1,-1-2-67,0-2 1,-1 1 0,1-2 0,0 1-156,-2 4 0,-1 3 0,-1 5 0,0 6-1014,0 4 0,1 10-623,-1 1 1743,0 6 0,-3 6 0,0 4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7.0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159 246 7942,'8'2'0,"-1"1"163,0-1 0,0-2 0,0-3 1,-1-3 305,-2-2 1,1-4 0,2-3-1,0-3 7,-2-4 0,0 0 1,-2-4-1,-2 1-321,0 1 1,-4 4 0,-3 2-1,-2 3 101,-5 4 0,-4 5 0,-1 4 0,-2 6-80,1 5 1,2 4 0,-2 9 0,-1 4-19,2 4 1,2 4 0,5 4 0,1 2 72,1 3 1,1-3-1,4 1-344,1-6 1,6-1-1,5-10 1,3-5-1,3-2-309,0-4 0,2-4 0,0-5 0,2-1-435,0-1 0,-1-2 0,2-3 857,-2-2 0,4-7 0,-3-4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7.3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 95 7853,'0'5'698,"0"0"-245,0 3 0,-1 0 1,0 1-1,-2 1-42,2 2 0,0 1 0,1 6 0,0 2-59,0 0 1,1 1 0,0 2 0,2 1-208,-2 1 0,0-1 0,-1 2 1,-1-3-263,-1-1 1,0-3 0,-3-1 0,0 0 87,1-4 1,-1-7-1,2-2-3,-1-4 1,2-7-1,-1-8 1,3-4 35,0-5 0,0 0 1,0-5-1,0-1-232,3-3 1,1 3-1,3-2 1,0 0-208,1 0 1,-1 1 0,0-3 0,1 1 45,-1 3 0,1 3 0,1 2 389,0 3 0,1-1 0,-3 2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7.5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7819,'0'7'127,"0"0"1,0 1 0,0 0-1,0 2 819,0 5 0,0 3 0,0 7 0,0 5-445,0 6 1,2 5 0,1 6-1,-2 2-496,0 0 1,0-8 0,0-4 0,3-5-279,0-7 0,-2-10 0,3-6 0,1-4-751,0-4 1,-1-1 0,0-3 1023,1-4 0,0-4 0,1-3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8.1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15 7762,'0'-4'290,"0"-3"1,4 7-1,0-3 1,3 2-35,0 1 1,4 0-257,1 0 0,2 0 0,0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8.8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 22 7749,'-5'0'127,"0"0"1,3 0 629,-3 0-572,3 0 1,5 0 0,4 0-332,1 0 1,3 0 0,1 0 110,-1 0 0,4 0 0,-2 0 0,0 0 0,1-1-1706,0-1 1741,0-2 0,1-4 0,-1 1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9.1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123 8 6692,'0'-4'398,"0"1"0,0 4 0,0 1 0,-2 4 1,-1 4-204,-1 4 1,0 5 0,-2 8-82,-2 5 0,-4 9 1,0 6-1,-1 2 1,0 1-136,1-2 1,3-10-1,-1-1-453,2-6 0,4-5-187,2-9 1,2-4 0,2-8 660,3-3 0,1-4 0,2-2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9.6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 0 7225,'-4'6'2653,"1"3"-2464,0 4 0,1 3 0,-2 7 1,0 4-1,0 5-115,-2 6 0,2 0 0,0 1 0,1-1-324,1-2 1,2-9 0,0-3 282,0-5 1,3-8-34,2-3 0,8-1 0,2-3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09.9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123 1 7728,'-11'0'191,"5"0"0,-3 1 1,-1 1 224,-1 3 0,2 5 0,-3 3 0,1 3-28,0 3 1,2 2 0,0 1-1,3 0-122,1 0 1,3-4 0,1-2 0,2-4-437,4-4 1,5-2-1,1-3 1,2-3-354,1-1 1,-1-6-1,4-6 1,0-1 115,-1-3 1,-3-2-1,2-3 1,-1 1 192,-1 2 1,-1 1 0,-3 2 0,-3 2 539,-1 2 0,-3 5 93,0 5 0,-4 6 0,-3 10 0,-1 3-294,1 2 0,-1 0 0,1 3 0,-1 0-221,1 0 1,2-4 0,3-2-376,0-3 1,1-1-1,1-4 471,3-4 0,2-9 0,0-3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0.2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29 124 7586,'3'5'-129,"-1"0"0,1 0 0,-3 2 649,0 0 0,2 1 0,1 2 1,-2 3-118,0 3 1,-2 3 0,0 2 0,-3 2-168,0 1 1,2 0 0,-2 2 0,0-1 6,0-2 1,0-4-1,-1-2 1,2-5 146,-1-2 1,4-6-390,-3-4 0,2-4 1,1-6-1,1-5-81,2-3 0,1-4 1,3-2-156,0 0 0,0-3 0,1 0 1,1-1-1,2 1-265,0 0 0,-1 3 0,1-1 0,1 2 23,-1 2 0,1 6 0,2 1 0,2 2 65,1 1 1,1 1 0,3 0 0,0 1 411,-2 2 0,-3 2 0,2-3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0.5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146 0 7728,'-10'10'39,"0"0"1,-1 1-1,0 0 1,0 1 0,0 1 908,0 0 1,-1-1 0,0 0 0,3-2-63,0-1 0,5-1-848,-1-1 1,6-3 0,3-3 0,4-4-354,4-4 0,2-3 1,3 1-1,0-1-207,2-2 0,-2 3 1,1 0-1,0 2 194,-2 2 0,0 1 1,-3 5 466,0 2 0,-1 4 1,-4 7-1,-3 4 0,-1 7 441,-2 5 1,-7 2 0,-3 3 0,-2 2-81,-3 1 1,-2-6-1,-1-3 1,-2-2-332,0-2 1,-2-5 0,-1 0-1,2-4-484,2-4 1,2-6-1,0-2 1,1-1-479,2-1 1,2-5 0,6-2 0,1-4 181,2-3 0,1 0 0,2-1 0,2-2 611,3 0 0,5 1 0,0-4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0.7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58 146 7728,'16'-8'0,"0"1"205,1 0 1,-1 0-1,-3-1 1,-2-1-1,0-2 440,-3 0 0,0 2 0,-3-1 0,-2 2-291,0 1 1,-2 0 0,0-1 0,-2 1-199,-4 0 1,-2 0 0,-3 3 0,-2 1 1,-2 2 1,0 1-1,-2 2 1,0 2-20,-1 3 0,0 9 0,3 0 0,2 3 154,3 3 0,1-2 0,1 4 0,2 0-70,3 0 1,2-1 0,3 1-567,4-1 1,10-5 0,8-2 0,3-4 0,3-4-42,3-5 1,0-6 0,0-2-1,1-5-4113,0-4 4497,-9-1 0,9-6 0,-9 2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1.4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81 36 7636,'-4'-7'0,"0"0"0,1 0 548,-2-1 0,1 4-102,-1 2 0,4 2 0,-2 2 0,2 5-38,1 4 0,0 4 1,0 8-316,0 4 1,1 10 0,1 2-1,0 3 1,0 1-265,-1 1 1,-1-3 0,-1-2-241,-1-4 1,0-1 0,-3-9 0,-1-4 0,0-3-2622,-1-4 3032,-1-8 0,-2-2 0,-1-8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1.5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0 139 7677,'0'-5'857,"0"0"0,1 1-679,1-1 0,0 0 0,3 2 0,1 1-555,3-1 0,3 1 1,5-3-1,1 0-344,3-2 0,3-4 0,7-3 721,1-2 0,2-8 0,-1 2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1.7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124 14 7677,'-8'17'646,"1"2"1,-1-1 0,-1 5 0,0 1-173,0 1 0,3-1 0,2-1 0,2-3 28,2-3 0,2-7 1,5-3-1,4-1-444,2-2 1,4-1-1,2-6 1,0-2-363,1-1 0,-3-5 0,1-2 0,0-3-9,-2-3 0,-1-4 1,-4-2-1,-4-2-15,-3 2 1,-4 4 0,-1 4-1,-4 1 226,-5 5 1,-3 3-1,-4 3 141,-3 3 0,-2 2 1,-1 2-1,-1 3 1,0 1-636,2 2 1,0-1 0,2-1 0,2-1-253,3-2 848,9-3 0,-4 0 0,6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2.6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42 7694,'0'-8'29,"0"1"1,-1 2 137,-2 0 1,3 5 0,-3 0 0,2 4-1,1 6 73,0 5 1,0 7 0,0 7 0,1 5 19,2 4 0,-2-1 1,3 3-1,0-1-155,0-1 0,-2-5 0,1 1 0,0-4-263,-1-4 1,0-8 0,-2 1 149,0-5 0,-3-6 0,-2-5-22,-1-6 0,1-6 0,1-6 1,0-4 27,0-5 1,2-1-1,0-5 1,1-3-152,1-4 0,3 1 0,2-5 126,2 2 0,1-2 0,1 2 0,4 3 31,0 6 1,1 5-1,0 11 1,-1 5 0,0 6-10,0 8 1,-5 6-1,0 9 1,0 4 132,-3 5 0,-1 2 0,0 3 0,-1 1 223,-1-1 0,-2-5 0,0 3-211,0-3 1,0-1 0,0-7 0,0-4 30,0-3 1,0-2-81,0-4 0,0-8 0,0-3 0,1-5-294,2-4 0,-2-3 0,4-4 0,1-5 28,0-6 1,2 0 0,1-7 0,2 0 88,0 3 1,-1 4 0,2 1-1,1 2 34,0 4 0,-1 12 0,-3 5 0,-1 6 75,0 8 1,-3 3-1,-1 7 119,-1 4 1,-1 3 0,-1 5 0,1 0-278,0 2 1,1 0 0,-3-4-1,0-3 1,0-3-773,3-2 0,1-3 0,3 0 579,0-5 0,4-2 0,1-5 0,2-3 328,0-4 0,4-5 0,1-5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2.9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132 41 7699,'-1'-11'0,"-2"1"0,-1 3 0,-4 1 0,-1 2 0,-1 2 659,-2 3 1,0 3 0,-1 5 0,0 4 119,1 3 0,3 1 0,-1 2 0,3 1-595,2 1 1,2 1-1,3-1 1,0-1 2,3 0 1,2-7-1,4 1 1,4-3-371,0-5 0,3-3 0,0-5 0,2-5-468,0-4 0,-2-2 1,1-6-1,-1-2 307,-2-3 1,1 2 0,-2-3 0,0 4 239,-4 1 0,-1 6 208,0 4 1,-4 7-1,-2 5 1,-1 7 449,-1 4 0,0 3 0,0 3-646,0 3 1,0 1 0,0-1 0,0-1 0,0-1-1005,0-1 0,1-3 0,0-2 1096,2-3 0,6-3 0,-1-1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3.1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1 8671,'0'7'1641,"0"1"1,-2 3-1176,-1 3 1,0 6 0,2 5 0,-3 6-325,0 4 1,3 0-1,-3 3 1,2-1-17,0-3 0,-1-5 0,3-6 0,1-3-1435,1-6 0,0-3 0,3-4 1,1-2 1308,3-3 0,3-4 0,2-2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3.3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125 1 7699,'-8'0'360,"1"0"0,0 0 0,-1 0 0,-1 3 81,-1 2 1,0 2-1,1 2 1,-2 2 181,0 3 1,1 1-1,0 5 1,2 2-275,4 0 1,2-1 0,2 3 0,0-4-374,0-3 1,3-7-1,3-2 1,2-1 60,2-4 0,3-1 0,-2-2 0,0 0-548,-1 0 0,0-1 1,1-1-1,-1-1-3950,1-1 4461,-1-1 0,0-5 0,1-2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3.6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43 153 7829,'3'4'311,"-1"2"0,3-4 1,0 0-74,2-2 0,0 0 1,0-3-1,2-2-2,0-1 1,-1-4-1,2 0 1,-1-2-120,1-1 1,-5 0 0,2-2 0,-3 1-225,-3-1 1,0 3-1,-2 1 1,-2 0 91,-4 2 1,-2 4 0,-4 3 0,-1 1 151,1 1 1,0 3 0,-1 3 0,0 3 6,2 3 1,1 3-1,3 2 1,0 3 398,1 3 0,5 3 0,-1 2 0,3 0-339,3-1 0,2-4 0,4 1 0,4-2-599,3-3 1,0-6 0,3-7 0,0-2-412,2-2 0,0-6 1,5-3-1,-1-5-89,-1-4 895,-2 1 0,3-6 0,1 2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3.9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0 7634,'-5'3'507,"1"0"1,0 1 82,3 1 0,-2 2 0,0 1 0,1 2-464,-1 2 1,2 5 0,-2 2-1,2 3-852,1 2 1,0-1-1,0-1 1,0-3-1135,0-4 1860,4-9 0,0 1 0,3-7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4.0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30 8102,'-8'-7'310,"4"2"0,-1 1-109,-1 0 1,2 0-498,-1 1 0,4 1-763,1 2 0,4 1 1059,3 1 0,0 2 0,0 3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4.1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 1 7634,'0'7'437,"0"1"0,0 2 181,-3 2 1,2 0 0,-1 2 0,1 2-356,1 1 1,0 3 0,0 2 0,-1 4-336,-1 3 0,1-2 0,-1 4 0,0-1-1497,0 0 1,0-1 1568,-3-2 0,0-2 0,-2-3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4.3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0 160 7634,'3'-9'424,"-1"2"1,1 1 121,0-1 0,1-2 0,4-1 1,2 0-304,2 0 1,2 1 0,1-2 0,2-1-172,2 1 0,1 4 1,0-2-1,0 1-2576,-2 2 2504,-2-1 0,2 3 0,0-4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5.3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 21 7790,'-7'-3'0,"0"-1"178,0 0 0,0 0 1,1 2 82,2 0 0,2 0 0,0 5 0,1 5 40,1 3 1,0 7 0,0 3 0,0 5-120,0 4 1,1 5-1,0 9 1,2 3-151,-2 4 0,0-4 1,-1 2-1,0-3-21,0-2 0,-1-6 0,0-2 0,-2-1-19,2-3 1,0-9 0,1-1-169,0-5 0,1-9 0,0-5 0,2-6-36,-2-7 0,1-9 0,-1-5 1,3-6 132,0-3 0,0-2 0,1-6 1,1 2-6,2 1 1,-1 3-1,3 3 1,-2 2 142,-1 4 0,3 6 1,0 4-1,-1 6 167,-1 5 0,-1 8 1,0 5-1,-2 5 21,0 6 1,-3 3 0,2 1 0,1 2-244,-1 1 1,-2-2 0,2 1 0,0 0 123,0-2 0,1-3 0,2 3 1,1-3-447,2 0 0,-1-4 0,3-3 0,1-2-1723,1-5 1,0-2 2040,1-7 0,3-7 0,0-6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5.6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102 84 7858,'-3'-16'0,"1"1"0,-4 6 0,1 0 0,-1 3 388,-1 4 0,-1 2 0,-1 2 0,-1 3 31,1 1 1,1 2-1,1 2 1,0 2-205,3 2 1,0-1 0,2 0 0,-1 1-196,2 2 1,1-5-1,2 4 1,3-2-63,2 1 0,2-2 1,2-1-1,0-2-324,2-3 1,-1-3 0,2-2 0,1-3 145,1-6 0,-3-2 0,-2-5 1,0-2 188,0-3 1,-2-3 0,1-1 0,-3 0 8,-2 2 1,1 2 0,-4 2 0,0 3 270,-1 4 0,-1 6 0,0 6-87,0 5 1,0 5-1,2 6 1,0 0-272,0 2 0,1-2 1,1 1-1,0 0-240,1-2 0,-1-1 1,1-3-1,1-2 105,0-2 1,2-2 243,-1-1 0,3-2 0,2-3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6.1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1 269 7858,'4'-8'314,"-2"1"0,0 3-106,0 1 0,-1 4 1,2 3-1,0 4 134,-1 3 0,1 3 0,-1 4 0,0 1-172,0 1 1,1-1 0,0 2-1,-2 2-84,0 0 1,1-1-1,1-1 1,-1-1 84,-2 0 1,0-4 0,0 0 0,0-3-65,0-3 0,0-6 1,0-4-1,0-5-107,-3-4 0,2-5 0,-1-6 0,1-2 53,1-2 0,0-2 0,0-2 1,0 1-603,0 0 1,2 5 0,2-1-1,1-2-158,3 0 0,-1 4 1,3-2-1,1 0 242,1 1 1,-1 1 0,1-3 0,-2 3 464,-1 2 0,2 2 0,-2-1 0,0 2 0,-1 2 0,-1 4 0,-2-1 0,0 3 8,1 4 0,-2 3 0,0 4 103,-1 5 1,2 3 0,-2 6 0,1 3 408,2 4 0,0 0 0,2 3 0,0 2 174,1 1 0,0-4 1,0 2-1,0-4-469,1-3 0,-4-4 0,2-1 0,0-4-298,-3-5-80,-2 1 0,-1-10 1,-5 1-1,-4-1-60,-5-1 0,0 0 0,-2 3 0,-2 0-34,-1 0 0,0 0 0,0 1 1,2 2 244,1 5 1,0 0 0,2 4-1,3 1 269,3 0 0,3 3 0,4 0 0,1 1-77,3-1 1,5-1-1,4-3 1,3-3-29,2-1 0,-2-3 0,2-4 0,1-2-459,1-4 0,-4-5 0,0-3 0,1-2-268,0-2 1,-3-1 0,-4 2-1,0-2-80,-2-1 0,-2 3 0,-1-2 0,-2 1 645,-1-3 0,-1 3 0,2-4 0,0 2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6.6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153 8 7683,'-7'-3'234,"0"2"1,-1-1 0,1 1 221,0 1 0,2 0 0,1 2 1,0 2-216,0 6 0,2 4 0,0 3 0,1 4-187,1 5 1,0 1 0,0 7-1,0 1-223,0 0 1,0-3 0,-1-2 0,0-3-312,-2-4 1,0-4 0,1-6-1,-3-2-77,-2-4 1,0-5 0,0 1 0,-1-3 517,1-3 0,-1-1 0,0-3 0,0 0-182,1-1 1,3-1 0,-1-2 350,2 0 0,2 5 1,1-2-1,0 2 224,0-1 0,3 0 0,0 0 0,1 0-132,2-1 0,1 1 1,2 0-1,2-1-308,0 1 0,-1-1 1,2-1-1,1-1-57,0 2 0,0 0 0,0 0 0,2 0 143,0-2 0,-1 2 0,4-2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6.8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80 7968,'-7'14'362,"5"-1"1,-5 6 0,0 0-7,1 2 1,2-3 0,1 4 0,3-2-147,3-2 0,2 0 0,4-5 1,3-2 11,2-1 1,1-7 0,2 2 0,0-3-244,2-2 1,0-6 0,2-3 0,-1-3-186,-3-3 0,-4-5 1,-2 1-1,-1-3 100,-1-2 1,-4 4 0,-2-1-1,-3 1 30,0 2 0,-3 3 1,-2 0-1,-2 0 123,-3 2 0,1 4 0,-2 0 0,0 2-117,0 3 1,-2 1 0,0-1 0,0 1-291,1 1 0,3 1 1,-1 1-1,2 0-158,1 0 0,2 3 1,1 0-174,1 1 1,1 1 690,4 2 0,2 1 0,4-1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7.1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146 7 7977,'-3'-4'0,"-2"2"119,-2 1 1,2 1 0,-2 0-1,-1 0 341,0 0 1,-1 0 0,0 0 0,-1 0-179,-2 0 0,3 0 0,-3 0 0,2 1-144,1 1 1,1 6-1,1 4 1,3 2-19,1 3 1,2 6-1,1 5 1,0 4-73,0 4 0,4-1 0,0 3 0,3-4-493,0-2 1,0-8 0,1-4 0,-1-4-508,0-4 0,0-3 952,-2-2 0,1-3 0,-2-1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7.3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15 124 7866,'-5'-2'677,"0"-1"0,4-2-392,-2 0 0,2-1 0,2-2 0,2 1-39,1 0 1,4-1-1,1 1 1,4 1-81,4 1 1,-1-2 0,3 3 0,2-1-967,3 1 0,-2 1 0,3-1 0,0 0-1976,2 0 2776,-2 2 0,3-7 0,-2 1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7.6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117 40 7866,'-9'1'0,"-1"0"327,1 2 0,-1 2 0,-1 0 1,1 2-178,-1 3 0,1-1 1,1 3-1,1 2 178,2 2 0,1-1 0,0 1 0,3-3-230,1-3 0,4-2 0,3-1 0,2-3-315,2-1 0,3-6 0,-1-2 0,1-4 62,2-3 0,-1-3 0,-1-2 0,-2-1-123,-1-1 1,0-1-1,-3 3 1,1 1 256,-1 0 0,-1 5 0,-1 1 456,-2 2 0,-3 5 0,0 4-312,0 5 0,-2 7 0,0 5 1,0 1-156,1 1 0,1-1 0,0 1 1,0 1-183,0-4 0,3 0 1,2-4-1,2-1-1000,0-2 0,4-5 1214,1-3 0,1-1 0,2-1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7.8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109 0 7632,'-7'0'133,"-1"0"1,1 1 533,0 2 1,-1 2 0,0 3 0,-1 4-159,0 1 0,-1 2 0,3 6 1,0 2-250,-1 3 1,3 1 0,1 3 0,1 0-201,2-2 0,3-6 0,4-1 0,2-3-525,1-5 1,4-4 0,-1-5-1,3 0 6,2-3 0,2-4 0,2-4 1,-1-5-999,-1-1 0,-2-5 1457,3-2 0,-1-4 0,3-2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7.9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81 0 7678,'-2'5'0,"-2"0"0,1 0 289,0 2 1,-2 0-1,2 0 1,0 2 109,-1 0 0,1 0 0,1 3 1,0 1-403,0 1 0,-1 3 0,1 1 1,0 0-115,1 2 0,-1-1 0,-1 0 0,1-1-984,-1 1 1,1-2 0,-2 1 1100,1-3 0,-6 4 0,1-3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8.3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0 143 10118,'3'-5'123,"2"0"1,0 1 0,1-2 0,3 2-767,2-2 1,-1-1 0,4 0-1,2-1 238,2-2 0,-1 2 0,2-4 0,-2 1 405,0 0 0,-2 2 0,-1-1 0,-2 2 0,-3 1 124,-1 3 1,-3 4 0,-4 4 0,-2 4 496,-4 1 1,1 0 0,2 3-1,1 1-195,1 1 0,0 1 0,0 1 0,1-1-257,1-1 0,3-4 1,4 1-1,2-2 3,0-3 0,-1-3 1,1-2-1,0-3-526,-3-5 1,1-2-1,-1-3 1,0-1 28,-4 0 0,-3-1 0,-1 1 231,0 1 0,-1 3 0,-1-1 1,-3 2 17,-1 1 0,-2 2 0,-1 1 0,-1 1 1,0 1-257,0 1 1,2 1 0,-2 0-1685,2 0 2016,4 0 0,1 0 0,3-3 0,0-1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8.6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7759,'7'7'836,"-3"0"-632,-1 0 0,0 1 0,-1-1 1,1 0-1,-1 1 0,1 1 135,-2 1 0,0 3 0,-1 0 1,0 3-68,0 3 0,0 0 0,0 0 1,0 2-255,0 3 0,0-3 0,0 1 1,0-1-53,0-3 0,-2-4 0,-2-4-111,0-2 1,3-3 144,-2-7 1,2-2 0,1-3 0,0-1 95,0-2 0,0 0 0,1-4 0,2-1 15,2 0 0,1-3 0,0 0 1,0 0-160,-1 1 1,0-1 0,2 2-1,0-1-262,1 4 1,-1-2 0,0 4 0,0 0-374,1 1 1,-1 2 0,0 1 0,1 3 682,-1 1 0,0 2 0,0 1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8.7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0 7637,'0'9'240,"0"-1"496,0 2 1,0 0-1521,0-3 1,-1-3-1047,-2-1 1830,-1-3 0,-3-3 0,0-1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19.2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81 44 8060,'-3'-7'526,"1"-1"0,0 4-361,2-1 1,0 3-1,4-1 1,3 0-1,4 1 141,3 0 0,2 2 1,3 0-1,3 0-244,0 0 1,2-3 0,-1 1 0,1 0-569,0 1 0,-2 1 0,-1 0-294,-5 0 0,1 3 1,-8 0-1,0 0 800,-1 0 0,-4 3 0,0-2 0,-4 3 0</inkml:trace>
  <inkml:trace contextRef="#ctx0" brushRef="#br0" timeOffset="281">343 29 7500,'-4'8'396,"-2"-1"0,3 0 0,-1 1 310,-2-1 0,3 1-621,0 2 0,-1 1 1,0 3-1,-1 2 0,1 1 1,0 3-387,0 3 1,2 1-1,-2 2 1,-1 2-219,-1 0 0,0-1 0,-4-2 0,1-2 269,0-2 0,0-9 0,-3-1 0,-1-4 250,-1-4 0,-1-1 0,2-2 0,1 0 75,2 0 0,2-1 506,1-1 0,2-2 22,3-3 0,2 2 1,2 1-1,3 0-233,2 0 0,1-1 0,2-3 1,2 1-176,1 0 1,2 2 0,0 0 0,-1 0-500,1 1 0,-1-2 0,1 2 0,0-1-500,2 0 1,-2 4 0,2-3 0,-1 1 803,1-2 0,-1-1 0,2-2 0</inkml:trace>
  <inkml:trace contextRef="#ctx0" brushRef="#br0" timeOffset="532">728 88 7640,'-6'-4'0,"-1"0"613,0-3 1,1 2-1,-4 1 1,-1 0-54,-1 0 1,1 2 0,-1 0 0,-1 1-96,-1 1 1,2 3 0,1 2 0,2 3-305,3 1 1,1 3-1,0 2 1,3 1-122,1-1 1,2 2-1,1 1 1,3 1-701,2 1 1,1 2 0,1-3 0,1-1-317,1 0 1,-2-4 0,2 3 0,-2-4-98,1-2 1,-3 0 1072,-5-3 0,2 0 0,0 1 0</inkml:trace>
  <inkml:trace contextRef="#ctx0" brushRef="#br0" timeOffset="697">568 277 7640,'-7'-7'360,"0"2"471,-1 0 0,4 2 0,2-2-569,1 0 0,2 1 1,1-1-1,3 0-76,2 1 0,1-2 0,1 1 0,3 1-86,2-1 0,2 2 0,0-1 0,1 0-962,-1 0 0,0 3 0,1-2 0,2 2-1460,2-2 2322,1 2 0,3-5 0,1 2 0</inkml:trace>
  <inkml:trace contextRef="#ctx0" brushRef="#br0" timeOffset="948">1273 37 7640,'-7'0'541,"-3"1"0,-2 0 0,-1 3-25,-1 3 1,0-2 0,-4 5-1,1-1 7,1 1 0,2 1 0,-2 4 0,3 1-287,0 1 1,8 1 0,0-2-1,3 2-330,2 1 1,0-6-1,2 1 1,3-3 254,5-2 0,1-3 0,3-2 0,2-1-771,1-1 0,3-5 0,1-4 0,0-3-2269,1-1 0,-5-1 2879,5-3 0,-5 1 0,1-1 0</inkml:trace>
  <inkml:trace contextRef="#ctx0" brushRef="#br0" timeOffset="1198">1368 95 7640,'-7'1'0,"-1"1"603,1 3 1,0 5 0,0 2 0,-1 2-36,1 3 0,2 2 1,1 3-1,1-1-309,1 1 0,5-1 0,2-2 1,4-5-151,3-3 1,3-4-1,1-2 1,1-3-99,-1-4 1,0-5 0,-3-6 0,0-3-162,-1-4 0,-4-1 1,0-1-1,-5 1-120,-2-1 1,-1 2-1,-1 2 1,-1 0 200,-3 2 0,-4 3 0,-2 3 0,-1 1-173,-3 2 0,0 5 0,-2-1 0,2 3-286,0 0 1,3 0 0,2 0 0,1 3-211,2 2 0,5 1 1,0 1 737,1 1 0,5-4 0,3 1 0,4 0 0,3 2 0</inkml:trace>
  <inkml:trace contextRef="#ctx0" brushRef="#br0" timeOffset="2033">1506 73 8131,'7'8'0,"0"1"321,-2 1 1,0 3 0,-2-1 0,-1 2 151,1 0 1,-2 1 0,2 2 0,-2 0-249,2 2 1,-2-5 0,1 3-1,-1-1-76,-1-1 1,0-3-160,0-2 1,0-6 0,0-5-202,0-5 1,0-5 0,0-4-1,1-2 61,1-2 1,0-3 0,2 1 0,0-1 3,0 0 1,1 1 0,1 2-1,0 1 181,-1 0 1,-1 5-1,4-1 1,-1 4 74,0 3 1,0 3-1,1 5 1,-1 2-36,0 2 1,0 4 0,-2 4 0,0 3 149,1 4 0,-2-2 1,1 2-1,0-1-22,-1 0 1,2 1 0,-2-4 0,0-1-216,-1-3 0,-2-3-152,2-2 1,-3-5 0,4-6 0,-2-5 65,1-4 1,1-1 0,0-6 0,0-2-35,1-1 0,0 2 1,2-3-1,1 1 263,0 2 1,0 4 0,0 4 0,1 2 3,1 5 1,-2 2 0,-3 5 0,2 3 1,-2 4 1,0 4-1,1 2-277,-1 2 0,-1 4 0,1-2 0,-1-1 0,1 1-680,-1-2 0,-2 0 0,2-3-1979,-1-1 2604,3-4 1,-4-7 0,2-6 0,-1-3 0,-2-4 194,0 0 0,2-2 0,-1-3 0,0 3 51,-2 1 0,1 3 0,1-1 786,0 0 1,1 4 270,-3 2 0,0 5 0,0 0-635,0 7 1,0 3 0,1 6 0,0 1 0,2 2-399,1 2 0,-1 2 0,2 0 0,0 2-210,2 1 0,-2 1 0,0 0 0,-1-1-493,0-2 1,0-5 0,-4 1-1,2-3-504,1-3 1,-1-9 0,-3-3 777,-1-8 0,-2-5 0,-1-6 0,0-3 354,-1-4 0,2 0 0,-1-3 0,1-2 10,0-1 0,-2 6 0,3-2 122,2 2 1,0-2 0,1 2 0,0 2 0,1 4 528,1 3 0,3 5 0,4-2 0,2 2-183,0 1 1,1 3 0,2 2 0,1 1-119,0 1 1,-1 2 0,0 0 0,-2 4-156,-2 3 0,-5 1 1,-1 4-1,0 1-3,0 1 0,-3 1 1,-1 1-1,-4 2-213,-2 1 1,-4-3-1,0 0 1,-2-2-881,-1-2 0,-1-5 0,-2 1 0,-2-1 76,-1-4 1,3-2-1,-1-5 815,2-3 0,-3-3 0,-1-5 0</inkml:trace>
  <inkml:trace contextRef="#ctx0" brushRef="#br0" timeOffset="2533">415 655 7618,'-7'-7'-273,"0"2"0,0 0 0,-2 0 781,0 1 1,-3-3 0,-2 3-1,-1 0-71,1 2 1,-1 1 0,-2 1-1,0 0-205,1 0 1,0 4 0,1 3 0,-1 3-31,3 4 0,3 3 0,0 7-190,2 3 1,-1 3 0,2 3 0,3-1-141,2 0 1,2 2 0,0-1 0,1-2-247,2-1 0,-2-1 1,4-6-1,1-3-374,0-1 0,-1-7 1,-1-3-1,-1-5 748,-1-4 0,-1-2 0,-1-8 0,0-2 0,-7-2 0,-1 0 0</inkml:trace>
  <inkml:trace contextRef="#ctx0" brushRef="#br0" timeOffset="3164">110 931 8185,'-4'-7'170,"0"3"0,2 1 284,0-1 1,-1 0-274,3-3 1,4 2-1,1 1 1,2 1-1,2 1-274,4 1 0,0 1 1,3 0-1,1 0-446,2 0 0,0 3 0,0-1 0,1 0 190,1-1 1,-1-2-1,-2-1 1,1-3 348,-1-2 0,-5 0 0,-1-1 0,-3-1 0,-1-1 0,-4 0 0,-3 1 25,-2-1 0,-3 0 1,-4 4-1,0 1 236,-1 3 0,0 1 0,-3 2 0,2 1 192,1 3 1,1 2-1,1 2 1,3 2-136,1 0 1,2-2 0,1 1 0,0-2-201,0 2 0,4-4 1,1 1-245,4 0 0,2-4 1,5-1-1,0-1 0,2-2-106,0-1 1,2-3-1,0-5 1,-2-2 129,-1-2 0,-5 0 0,1-1 0,-1 1-13,-3-1 1,-4 4 403,0 1 1,-3 6 0,0 5-89,-1 5 1,-1 3 0,0 3-1,1 1-291,1 0 0,1 2 0,3-1 1,-1-2-168,1-3 1,0-1-1,1-1-117,1-2 1,-1 0-1,1-2 1,1-2 9,1-3 1,-1-2 0,-1-4 0,-1-1 0,0-2 363,0-3 0,0 1 0,-2-4 0,-3 2 0,-1 0 0,-1 1 0,0 0 0,0 1 0,0 1 0,-1 6 0,-1 2 0,0 5 162,0 4 0,2 2 0,0 3 672,0 2 1,0 1 0,0 1-1,3-1-536,2-1 0,-1 3 0,1-4 0,0-1 0,2 1-93,0 1 1,-1 0-1,0 1-48,-1 0 0,-3 0 0,0-3 0,-1 1 0,-1 0-296,0 0 0,-1-2 0,-1 1 0,-3-2-328,-2-1 0,0-2 0,0-1 0,-1-1-290,1-1 0,0-5 0,0-1 0,2-4 294,0-1 0,3-1 0,0-4 463,1-1 0,-2-5 0,-1 2 0</inkml:trace>
  <inkml:trace contextRef="#ctx0" brushRef="#br0" timeOffset="3566">706 778 7618,'8'-6'180,"-1"1"1,0 2 0,0 3-1,1 1 95,-1 1 0,0 5 1,0 3-1,1 1 68,-1 2 1,-2 1 0,0 1 0,0-1-257,2 1 1,-2-1-1,-1 1 1,-1-2-531,-1 0 1,1-3-1,-1-3-769,0 1 1,-2-4 861,-3-2 1,0-4 0,-3-3 0,2-2 349,1 0 0,-2 0 0,2 0 37,-1-1 0,2 1 0,0 0 239,1-1 0,1 4 0,1-1-10,1-1 1,0 0 0,3 1 0,1 0 0,0-1 107,1 0 1,3-2 0,1-1-202,0-1 0,0-3 1,1 1-1,-2-1 1,-2 1 6,-1 2 0,-2 2 0,-1 1 0,-1 0 20,-1 0 0,-2 2 1,-2 3-1,-3 1 26,-2 1 0,0 6 1,1 2-1,0 2 93,1 3 1,1 4 0,-1 0 0,3 1-242,1 0 1,1 1-1,1-2 1,1-1-93,3 0 0,1-3 1,3 0-1,-1-4-1012,2-1 0,3-4 0,-2-1 0,2-3-241,-1-3 1,-3-4 0,3-4 1266,-2 0 0,3-6 0,-2 1 0</inkml:trace>
  <inkml:trace contextRef="#ctx0" brushRef="#br0" timeOffset="3797">1026 771 7618,'5'-4'133,"0"2"212,1 1 0,-3 2 0,-1 1 0,0 4-10,0 3 0,-1 0 0,1 3 1,-1 1-96,-1 0 1,0 5 0,0 1 0,0 0-157,0 0 1,-2-2 0,-1 0-1,-1-2 9,-2-1 1,2 0-1,-1-2 279,-1-2 0,2-4 1,-1-3-242,0-2 0,2-4 0,0-6 1,2-4-40,-2 0 1,2-3-1,-1 0 1,1-1-259,1 1 0,3 1 1,-1 1-1,0 1-535,2 1 1,0 3 0,3-1 0,0 2 10,0 1 1,2 3 0,-1 2-1,3 1-35,0 1 725,1 0 0,3 0 0,-1 0 0</inkml:trace>
  <inkml:trace contextRef="#ctx0" brushRef="#br0" timeOffset="3948">1215 844 7618,'4'7'64,"-1"0"0,-2-1 0,-2 1 0,-2 1 593,-2 3 1,-1-1 0,-1 2 0,-1 1-338,-2 4 1,-1 2 0,-2 4 0,1 0-501,-1 0 1,3-2-1,0 3 1,2-4-293,1-3 0,2-5 154,0-2 1,4-5 0,1-4 317,1-5 0,8-5 0,-1-5 0</inkml:trace>
  <inkml:trace contextRef="#ctx0" brushRef="#br0" timeOffset="4163">1455 706 8439,'0'11'505,"0"-1"0,0 1 0,0 0 0,0 2-18,0 2 1,-1-1 0,0 4-1,-2 1 49,2-1 1,-2 2 0,0 3 0,1 1-690,-2-1 1,4-4 0,-3 2 0,2-2-583,1 0 0,-2-3 0,-1 0 0,0-3 735,-1-4 0,-1 0 0,1-2 0</inkml:trace>
  <inkml:trace contextRef="#ctx0" brushRef="#br0" timeOffset="4329">1368 946 7654,'5'-4'1465,"-1"0"-675,-1 1 1,3 2 0,-2-2 0,1 0-566,-1-2 0,1 1 1,3-1-1,2-1-558,2 0 0,2-2 0,0-1 0,2-1 169,1-2 1,-2 3-1,2-4 1,-2 0 163,0 0 0,0-2 0,-1 1 0</inkml:trace>
  <inkml:trace contextRef="#ctx0" brushRef="#br0" timeOffset="4930">1644 648 7654,'-2'7'439,"-1"0"1,2 1 214,0 2 1,0-1 0,0 3 0,-2 1-120,2 1 0,0 2 0,1 2 0,0 1-114,0 1 0,0-1 0,0-1 0,1 0-211,1-2 0,-1-1 0,2-1 1,-1-2-116,1-2 1,2-4 0,-2-2-38,1-1 1,-2-2 0,2-5 0,0-4-670,1-3 1,-4 1 0,2-4 0,0-1 274,-1-1 1,3 0-1,-3 0 266,0-1 0,1 0 0,1 2 0,-1 2 0,0 1 296,-1 2 1,1 2-1,0 1-23,1 2 0,-2 4-705,0 6 1,0 0 0,-1 8-1,2 2 14,-2 1 1,1 2 0,0-2 0,1 0-254,1-2 1,-2 0 0,2-2 0,0-1 740,0-1 0,-1-3 0,2-2 0,0-3-16,2-1 0,0-2 0,0-1 0,1-2-4,-1 0 1,-1-3 0,0 2-1,2-1 535,0-1 0,1 2 0,0 0 0,2-1 327,0 0 0,-2-2 0,1-1 0,0-2-399,0 0 1,2 1 0,-3-4-354,0-2 1,1 0 0,-2 1 0,-2-1 0,-2-1 78,-3 1 0,-1 0 0,-2 3-135,-3 0 1,-2 3-1,-3 4 1,-2 1-1,-2 2-286,-3 2 0,1 2 1,-1 2 510,2 2 0,0 2 0,1 2 1,0 4 193,2 0 1,-1 4 0,3 1 0,2 0-1,2 0-64,1 1 0,1 0 0,-1 1-214,3-1 0,1-3 0,2 1 0,2-2 0,3-2-323,3-1 1,4-3 0,-1 0 0,2-3-846,1-1 1,0-3 0,1 0 0,1-1 119,-1-1 0,-2-3 0,-1-2 0,1-3-929,-2-1 1,-2 0 1801,0-3 0,-2 3 0,-1-2 0</inkml:trace>
  <inkml:trace contextRef="#ctx0" brushRef="#br0" timeOffset="5113">1979 778 7654,'4'0'1767,"1"1"230,-2 2 1,3-2-2113,-2 4 0,3-3 0,0 0 1,0-1-803,1-1 0,-1 0 0,1 0 0,1-1-1898,1-1 2815,-1-2 0,5-4 0,1 1 0</inkml:trace>
  <inkml:trace contextRef="#ctx0" brushRef="#br0" timeOffset="5269">2168 648 7654,'-1'4'263,"-1"1"0,-1 2 818,-1 2 1,-1 2-1,-2 4 1,0 4-255,-1 5 0,-1 4 0,-1 7 0,0 3-551,0 2 0,4-4 1,0 1-1,1 0-222,1-3 1,0-1-1,-1-2 1,2-2-1042,0-3 1,-1-7 0,-1 2 0,1-2-4037,0-3 5023,-1-4 0,-3 2 0,-3-3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34.3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14 113 7946,'-3'-7'134,"1"0"691,0-1-652,-2 4 1,3 3-1,0 6 1,2 4-1,2 5 57,1 3 1,-2 2 0,3 5 0,0 1-113,-1 1 0,2 0 0,-2 3 1,1-2-95,0 0 1,-2-4-1,1 1-95,-1-4 1,-1-3 0,-2-5 49,0-2 1,0-9-1,0-6 1,0-7-218,0-4 0,0-4 0,0-6 82,0-3 1,0-7 0,0-1-1,0-1 139,0 4 1,4-4-1,0 8 1,3 2 52,0 4 0,3 5 0,0 10 0,-2 5 1,0 5 71,0 7 1,-1 5-1,0 7 1,0 2 216,-2 5 1,0-1 0,-2 5 0,1 2-129,-1-2 0,0-5 1,-1 1-1,0-5-96,0-2 1,-1-2 0,-1-6-6,3-2 0,-2-4 0,1-9-427,-1-1 0,0-9 1,0-2-1,3-4 5,0-3 1,0-3 0,1-4 0,0-1 165,1-2 0,0 4 0,2-2 0,1 1 155,1 2 1,0 6-37,0 1 1,1 9 0,0 6 221,-4 7 0,0 9 0,-4 4 0,0 3 0,1 3-102,0 3 0,-2-1 1,0 3-269,-1-1 0,1 2 0,2-3 0,-1-2 0,1-1-255,0-4 1,-2-5-1,3-3-468,1-1 1,0-4 911,2-4 0,-1-4 0,0-3 0</inkml:trace>
  <inkml:trace contextRef="#ctx0" brushRef="#br0" timeOffset="383">435 62 7946,'-4'1'85,"1"1"1,1 1 280,-1 1 1,1-1 0,2 4 0,0 2-81,0 1 0,0 2 0,1 4 0,1 1-193,3 2 1,2 1 0,2 0-1,2-3-380,0 1 0,-1-8 1,2-1-1,0-4 60,-1-4 0,3-5 1,-3-6-1,1-7 30,-3-5 0,-1-4 0,0-3 0,-2 0-20,-1 0 1,1 3-1,-4 2 1,0 5 858,-2 5 0,0 3 0,-2 7-231,0 4 0,-3 4 0,1 6 0,1 3-258,0 3 0,-2 0 1,3 3-1,0 1-363,1-2 1,1 3 0,0-3-1,1 0-146,2-1 0,-2-7 1,4 2-1,1-3 47,3-1 309,-1-4 0,6 2 0,-3-2 0</inkml:trace>
  <inkml:trace contextRef="#ctx0" brushRef="#br0" timeOffset="614">726 11 8134,'0'8'740,"0"-1"1,0 0-473,0 1 1,0 2 0,0 2 0,0 3 1,0 2 0,0-1 0,1 2 0,2 1-197,1 0 1,0-2 0,0 1 0,0 0-55,1-2 0,-3-1 1,2 0-1,-1 0 12,-1-1 1,-2-2 0,-2 0 0,-1-2-683,-1-1 1,-1-3-1,-2-2-28,0-1 1,2-1 0,1-3-1,0-1-110,3-3 1,0-2 788,1-3 0,0-1 0,0-4 0</inkml:trace>
  <inkml:trace contextRef="#ctx0" brushRef="#br0" timeOffset="792">821 70 7946,'3'10'360,"-1"-1"1,2 3 0,-1 2 78,-1 2 1,1 2-1,-1 4 1,1 5-185,0 2 0,-2-3 0,1 2 1,0-2-538,0-2 1,-1-3-1,1-2 1,0-4-959,0-2 1,-1-4 1239,2 1 0,-6-2 0,-1-1 0</inkml:trace>
  <inkml:trace contextRef="#ctx0" brushRef="#br0" timeOffset="969">806 302 7932,'4'-3'99,"0"2"0,-4-4-13,3-1 1,-2 0-1,4-2 1,1 1-155,0 0 0,2-1 0,1 1 0,2 0-430,0 0 0,2-1 498,4-2 0,2 2 0,2-3 0</inkml:trace>
  <inkml:trace contextRef="#ctx0" brushRef="#br0" timeOffset="1299">1206 11 7867,'-3'9'0,"-1"-1"0,0 2 0,-3 1 0,3-2 0,0 3 634,2 2 1,1 1-1,1-1 1,0 2-291,0 4 0,0-3 0,0 5 1,0-1-305,0 0 1,0 1-1,0 1 1,0-1 24,0-4 0,0-2 1,0-4-1,0-3-430,0 0 1,1-5 149,1-2 1,0-5-1,3-4 1,0-2-33,2-3 0,3 3 0,0-3 0,1 1 111,2 0 1,1 2 0,1-1 25,-1 2 1,1 4 0,-1 2-1,1 1 1,-1 2 583,1 1 0,-4 3 0,-1 4 0,-3 2 81,-2 3 0,-2-3 1,-3 5-1,-1 0-300,-1 0 0,-3-3 0,-5-1 1,-2 0-385,-1-1 0,1 0 1,-1-5-1,0-1-489,0-3 0,1-1 0,3-1 0,1 0-575,0 0 1,4-3-1,-1-2 1193,2-1 0,1-2 0,2 1 0</inkml:trace>
  <inkml:trace contextRef="#ctx0" brushRef="#br0" timeOffset="1548">1417 302 7850,'11'-3'-8,"3"-1"0,-3-2 0,2-1 0,0 0 0,1-4 5,-1-2 1,0-1-1,1-1 1,-2 0 316,-3-2 1,-1 3 0,-3-1 0,-3 4 423,-1 0 1,-3 5-1,-2 0 1,-4 2-573,-2 2 1,-3 2 0,-1 0 0,-1 0 4,1 0 0,0 3 1,2 2-1,2 4 57,2 3 0,4 1 0,2 0 1,1 3-48,1 2 0,1-1 0,1 2 0,4-1-107,3 1 1,0-3-1,5 1 1,2-2-698,2 0 1,1-6 0,3-3 0,0-2-346,0-2 0,0-4 0,-1-3 1,-1-3-843,-1-1 1810,-6-3 0,4-2 0,-6-1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0:38.1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15 190 7847,'0'-7'280,"-2"-1"0,-2 2-53,0 1 1,3 4 0,-2 5-1,2 4-42,1 5 1,0 4 0,0 4 0,0 1-173,0 0 1,0 1 0,0-1 0,1 2-13,2-1 1,-2-5-1,1 1 1,-1-3-1160,-1-4 1158,0-2 0,3-6 0,1 0 0</inkml:trace>
  <inkml:trace contextRef="#ctx0" brushRef="#br0" timeOffset="232">66 1 7873,'0'10'-329,"-3"-1"1,-1 3 0,0-2 328,1-1 0,-1-1 0,0 3 0,-3 0 0</inkml:trace>
  <inkml:trace contextRef="#ctx0" brushRef="#br0" timeOffset="480">131 45 8081,'4'4'876,"-1"1"-631,-2 1 1,-1 4 0,0 3 0,0 3-10,0 3 1,0 5 0,0 2 0,0 2-159,0 1 1,0-2-1,0 5 1,2-2-100,0-1 0,2-8 0,-3-4 0,3-2-30,0-4 1,-2-3 0,2-4-378,-1-4 1,2-7-1,-2-5 1,1-2 106,2-3 1,-2-3 0,1-3 0,1-3 209,0-2 0,1 0 0,1-3 1,-1 4 88,0 3 0,0 4 0,1 2 1,-1 2 151,0 5 1,-2 5 0,-1 6 0,-1 4 225,-1 5 1,-1 8 0,0 1 0,0 2-325,2 2 1,-1-3-1,-2 4 1,1 1-414,1-2 0,-1-2 0,2-2 0,1-2 170,0-2 1,3-4 0,0-1 0,1-4-360,2-2 0,-1-8 570,3-2 0,0-9 0,3 1 0</inkml:trace>
  <inkml:trace contextRef="#ctx0" brushRef="#br0" timeOffset="668">444 88 8444,'-7'3'547,"2"1"1,1 4-1,0 0-225,0 2 1,1 2 0,-1 5 0,1 3-71,2 3 0,0 1 0,1 2 0,0-1-110,0-2 0,1 0 0,1-2 1,3-2-908,1-2 1,2-2 0,-1-3 0,0-3 388,0-4 1,1-2 0,1-3 0,1-4-1743,-1-3 2118,-1-3 0,2-5 0,2 1 0</inkml:trace>
  <inkml:trace contextRef="#ctx0" brushRef="#br0" timeOffset="897">582 154 6400,'0'7'431,"0"-2"1,0 0 0,0 0 117,0 2 0,0 1 1,0 1-1,0 1-303,0 2 1,0 0 0,0 3-1,0 2-214,0 2 0,-1 2 1,0 2-1,-2 0 10,2 2 0,0-4 0,1-2 1,-1-2 155,-1-3 0,1-3-200,-2-4 1,3-7 0,2-5 0,1-6-20,1-5 0,2-1 0,3-3 0,1-2-299,-2-1 0,3 2 0,-1-2 0,-1 2 86,-1 2 0,-1 2 0,0 0 0,0 3-788,-2 2 1,1 2 1021,-1 5 0,-2 2 0,0 3 0</inkml:trace>
  <inkml:trace contextRef="#ctx0" brushRef="#br0" timeOffset="1480">779 335 7873,'7'0'119,"0"0"1,-2 1-1,0 1 1,0 0 276,2 0 1,0-5 0,0-1 0,1-4-118,-1-1 1,0-3 0,1-5 0,-1-3-120,0-1 1,-2-3 0,-1 0 0,-1 0-55,-1 2 1,-2 3 0,-3 3 0,-1 3 60,-3 3 0,-1 5 0,-1 4 0,-1 2-46,-2 4 1,1 6-1,-2 3 1,2 2-81,0 3 0,2 0 1,1 3-1,1 1-66,0 1 0,0 0 0,2 1 0,3-1-196,1-1 0,1-2 0,1 3 0,2-4-584,4-3 1,4-5-1,4-3 1,0-3 286,2-4 1,-1-2 0,3-3-1,2-5 260,0-3 1,1-3 0,1-3 0,-1 0 257,-1-2 0,-4 2 0,0-2 0,-2-1 13,-3-1 0,-1-1 0,-5 2 1,-1 2 197,-3 3 0,-2 6 1,-5 0-1,-3 4 525,-2 5 0,-2 4 0,-3 6 0,0 2-117,-2 1 1,4 2 0,-1-1 0,2-1-179,1-1 0,2 0 0,-1 2-336,2 1 0,4-6 0,2-2 0,2-1-288,2-2 1,5-1 0,6-4 0,1-2-267,3-4 0,2-1 0,2-5 0,-1 0 3,-1-3 1,-3-1-1,1-1 1,-1-1 0,1 1 0,-4 2 0,-1 2 0,-3 4 494,-2 4 0,-3 4 0,-2 5 1,-2 5 232,-2 3 0,-2 5 1,-3 2-1,-1 0 15,1 3 0,1-3 0,0 0 1,2-1-105,1-1 1,-2-5 0,2 3 0,2-3-687,0-2 0,2-3 0,1-2 0,3-1-363,1-1 1,4-4 0,1-2 855,0-2 0,1-3 0,3-6 0</inkml:trace>
  <inkml:trace contextRef="#ctx0" brushRef="#br0" timeOffset="1689">1258 161 7841,'0'5'172,"0"0"1,0 1 429,0 3 0,0 0 1,0 2-1,0 0-263,0 1 0,0 0 1,0 2-1,0 2-6,0 1 1,0-1-1,0 3 1,0-2-434,0-1 0,0 0 0,0-2 0,0 1-715,0-1 1,0-2 0,0-3-289,-3 0 0,2-6 1103,-1-3 0,1-7 0,1-4 0</inkml:trace>
  <inkml:trace contextRef="#ctx0" brushRef="#br0" timeOffset="1930">1295 343 7500,'7'-8'-504,"0"1"0,1 0 0,-1 0 824,0-1 1,0 1 0,1 0 0,-1-1 505,0-2 0,1 1 0,-1-3 0,-1 0-661,-1 1 1,1-2 0,-4 3-1,0 1-101,-1 1 1,-5 1 0,0 0-1,-4 2 66,-1 3 1,0 2 0,-3 2 0,1 4-8,0 3 1,-1 1-1,0 3 1,3 3 207,1-1 1,1 3 0,1 0-1,2-1-148,1 1 1,1 0-1,2-2 1,0 2-626,0 0 0,3-4 0,3 0 0,3-2-382,3-1 1,2-5 0,2-1 0,2-3 63,1-2 0,0-7 0,2-3 1,-1-3 759,0-4 0,-1-2 0,3-3 0</inkml:trace>
  <inkml:trace contextRef="#ctx0" brushRef="#br0" timeOffset="2213">1542 132 8183,'-7'1'643,"0"1"1,-1 2 0,1 4 0,0 2-113,-1 2 0,4 3 0,0 3 0,0 2-261,3 1 1,0-1-1,2 1 1,0-1-172,2-1 0,2-6 0,0-1 1,2-3-1021,0-1 0,-2-4 225,0-2 1,-4-2 0,1-2 335,-4 0 0,-2 0 0,-3 2 0,-1 0 289,-2 0 1,2 0 0,-2 0 0,2 3 487,1 2 0,0 2 0,0 3 1,2 1 221,3 0 1,1 2 0,1-3 0,1-1-391,1-1 1,6-2 0,4-1-1,2-2-350,0-3 1,1 0 0,-1-4 0,1-2-247,-1-3 1,1-5 0,-1 0-1,-1-2-1251,-1-3 1,-3 2 0,-1-2 1597,-2 2 0,1-4 0,-3 3 0</inkml:trace>
  <inkml:trace contextRef="#ctx0" brushRef="#br0" timeOffset="2947">451 663 7766,'1'-8'0,"1"1"769,0 0-589,1 3 0,-3 6 1,0 6-1,0 4-7,0 3 0,0 0 0,0 6 0,0 0-200,0 3 0,0 0 0,0-1-244,0 1 0,0-2 1,0 2-1,0-4 0,-1-3-147,-2-2 1,2-3-1,-4-3 1,-2-4 417,-1-2 0,-1-2 0,-1-1 0</inkml:trace>
  <inkml:trace contextRef="#ctx0" brushRef="#br0" timeOffset="3189">328 881 8476,'-4'8'144,"1"2"0,2-4 1,2 4-1,2 1 134,5 2 0,0 2 0,4 1 1,1 1-183,1 0 1,0-1 0,1-1-1,-1 0-162,1-1 1,-3-7-1,0 0 1,0-3 22,-1-2 0,1-8 1,-3-5-1,0-4-52,0-4 1,-1-3 0,0-2 0,0-1-254,1 0 1,-3 4 0,1 0-1,-1 2-666,-2 3 1,-1 6 1013,-3 3 0,-3 8 0,-1-1 0,-3 8 0</inkml:trace>
  <inkml:trace contextRef="#ctx0" brushRef="#br0" timeOffset="3682">102 1172 7766,'0'-5'706,"0"0"1,0 4-633,0 1 0,0 4 0,1 6 0,1 3 81,0 3 0,3 0 0,-3 4 1,1 0-141,0 1 0,-2 1 1,1 2-1,-1 0-46,-1-1 1,0 0-1,0-2 1,0-2-113,0-2 0,-1-4-306,-1-4 416,1-4 0,-2-5 1,3-5-1,0-2 0,0-2-81,0-1 0,0-3 0,1 2 1,1-1 66,3 0 0,2 0 0,2-2 0,1 2 45,-1 2 0,2 5 0,0 1 66,1 0 0,1-1 0,-3 5 0,0 2 0,-1 5 308,-3 4 0,-1 2 0,0 3-113,-3 1 0,-1 2 1,-2-2-1,-1-1 15,-3 0 1,-2-2 0,-1-2 0,-1-3 0,0-1-305,0-4 0,1 2 1,1-3-1,-1-2-415,1 0 1,0-1-1,-1-1 1,2-1 121,1-3 0,2 0 0,3-1 1,0-2-365,0-1 1,3 1-1,2-1 1,1-2 686,2 0 0,2 2 0,2-5 0,2 3 0</inkml:trace>
  <inkml:trace contextRef="#ctx0" brushRef="#br0" timeOffset="3938">379 1303 7766,'2'12'183,"0"0"0,0 1-246,-1 0 0,-1 5 0,0 0 0,0 0 18,0-1 0,0-4 0,0 4 0,0-4-648,0-4 0,-1-1 693,-1-4 0,-2-4 0,0-4 0,0-3 0</inkml:trace>
  <inkml:trace contextRef="#ctx0" brushRef="#br0" timeOffset="3991">379 1215 7766,'-4'-4'465,"3"1"-1053,-4 3 1,4 0-1,0 1 588,3 1 0,4 2 0,-2 4 0</inkml:trace>
  <inkml:trace contextRef="#ctx0" brushRef="#br0" timeOffset="4312">524 1186 9048,'4'3'492,"0"2"0,-2 5 0,1 2-408,1 2 0,1 4 0,2 3 0,0 4-483,1 1 0,-2 0 0,0 3 1,-1 0-159,0-3 0,-1-2 1,-2-4-1,-1-3 557,-1-2 0,0-7 0,-3 5 0,-2-5 0</inkml:trace>
  <inkml:trace contextRef="#ctx0" brushRef="#br0" timeOffset="4509">495 1397 7998,'0'-7'673,"0"2"1,0 0-492,0-1 1,1 2-1,0 0 1,3-2-165,0-1 1,0 2 0,4-1 0,0-1-244,2-1 1,1 3-1,3-3 1,2 0-412,1 0 0,-1 4 0,2-4 636,0 2 0,2-4 0,-1-1 0</inkml:trace>
  <inkml:trace contextRef="#ctx0" brushRef="#br0" timeOffset="4712">1004 1135 7764,'-7'0'368,"-1"-3"1,0 2 0,-1-1 0,-1 1-102,-1 1 1,-1-2 0,-3-1 0,0 2-34,1 0 0,-1 2 0,2 0 1,0 2-122,4 1 1,3 0 0,2 2-1,1 3-157,1 2 1,5-2-1,2 3 1,2 2-86,2 2 0,3 0 1,2 1-1,-2-2-16,1-1 0,-1 1 0,1 0 0,0-1 168,-4 1 1,-1-1 0,-3 1 0,-1 0 42,-1 2 1,-1-2-1,-4 2 1,-3-4-119,-2-1 1,-2-3-1,-2 1 1,0-3-338,-2-2 0,2-2 1,2-3-1,1 0 109,0 0 0,3-3 0,1-2 0,1-2 280,2-3 0,0-1 0,1-4 0</inkml:trace>
  <inkml:trace contextRef="#ctx0" brushRef="#br0" timeOffset="4912">1062 1230 7764,'0'7'383,"0"0"1,0 1-1,0 2 1,0 2-366,0 2 1,0 1 0,0 2-1,0 0-122,0 2 0,0-2 0,-1 1 0,0-2-1147,-2-2 1,1-5 1250,2 1 0,-3-5 0,-1-2 0</inkml:trace>
  <inkml:trace contextRef="#ctx0" brushRef="#br0" timeOffset="5115">1077 1135 7764,'-4'-4'359,"0"2"0,0 1 0,-1 1 838,-1 0-1858,3 0 0,0-1 0,3 0-239,3-2 0,1 1 900,3 2 0,0 0 0,1 0 0</inkml:trace>
  <inkml:trace contextRef="#ctx0" brushRef="#br0" timeOffset="5345">1193 1113 10406,'11'0'451,"-3"-3"0,4-2 0,-1 0-373,0 0 0,1-1 0,0 4 0,-2 0-80,1 1 1,-3 2 0,1 2 0,-4 2 50,-2 4 1,0 1 0,-1 4 0,-3 2-123,-3 2 1,-3 2 0,-3 3 0,-2 1 161,-2 0 1,-1-1-1,1 0 1,0-1 175,2-4 0,2-2 0,2-2-51,1-2 1,3-4 0,2-4-225,4 0 1,3-3 0,4-2 0,0-3-280,0 0 0,2 0 1,-1-4-1,1 1-424,-1 0 0,2-1 1,-2 1-1,0 0-98,0 0 0,-1-1 1,3-1-1,-2 1 811,-1-1 0,-1 2 0,2-3 0,2 2 0</inkml:trace>
  <inkml:trace contextRef="#ctx0" brushRef="#br0" timeOffset="5562">1411 1259 6724,'7'3'375,"1"2"0,-1-2 0,0 0 224,1-3 0,-1 0 1,0 0-1,1 0-334,2 0 0,-2-3 0,2-2 0,-2-4-23,-1-3 1,1 0-1,0 0 1,0-1-231,-1-1 0,-5 0 0,1 0 0,-3 2-98,0 2 1,-3 2-1,-2 2 1,-2 1-19,-3 3 0,1 2 1,-3 2-1,-1 3 77,0 1 0,0 5 0,2 1 0,0 2 98,0 0 1,2 3 0,-1 0 0,3 0-433,2 1 1,-1 0 0,4 4 0,0 0-546,1 0 0,3-3 1,2-2 905,3-4 0,9 3 0,-1-8 0</inkml:trace>
  <inkml:trace contextRef="#ctx0" brushRef="#br0" timeOffset="5768">1702 1295 7764,'0'8'101,"0"-1"1,1 0-1,0 0 1,2 1 114,-2-1 0,-1-3-216,-2-2 0,-2-4 0,-3-2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1:33.8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22 8007,'-1'-4'0,"0"0"444,-1-1 0,-3 1 387,3 0 1,-2 3-1,2 2 1,0 5-284,2 4 0,-1 5 0,0 2 0,-2 5-352,2 3 0,-2 3 0,0 4 0,0 3-307,1 4 1,-1 1 0,1 2-1,0-3-1157,1-4 1,1-5-1,2-5 693,2-8 0,5-2 1,1-9 574,3-2 0,2-6 0,2-1 0</inkml:trace>
  <inkml:trace contextRef="#ctx0" brushRef="#br0" timeOffset="283">218 221 7930,'-5'9'0,"-1"3"600,-1 2 1,-1 3 0,1 4-1,0 2 520,1 2 0,4-3 0,0 3 0,1-3-746,1-1 1,5-6 0,2-4-1,2-3-485,3-4 1,0-3 0,3-4 0,0-2 36,2-2 1,-4-6 0,1-5 0,-1-3-305,-1-2 1,-1-5 0,-4-1 0,-1-2 99,-2-1 1,-3 5-1,-2-2 1,-1 5 179,-2 2 0,-5 8 0,-1 5-38,-2 2 0,-3 3 0,-1 4 0,0 1-270,1 1 1,0 1-1,5 4 1,1-1-1,2 1-611,1-1 0,2 0 1,2 1-10,1-1 1026,4 1 0,3-1 0,4 0 0</inkml:trace>
  <inkml:trace contextRef="#ctx0" brushRef="#br0" timeOffset="633">411 67 8847,'2'-3'557,"-1"-1"1,2 3-1,-1-2 88,0-1 1,3 3-1,0-1 1,0 1-181,2 1 0,2 0 0,2 1 0,1 3-182,1 2 0,-1 6 0,1 0-180,0 2 0,-3 6 1,-2 0-1,-3 1 0,-3 3 97,-1 1 1,-3 2 0,-2 4 0,-5 0-182,-2-1 1,-3-4 0,-2-1 0,-2-1-205,0-4 1,4-7 0,-1-1 597,4-2 1,-1-2-1,4-4 211,0-1 1,5-3-388,3-3 0,2 3 0,5-3 0,2 0-382,2-1 0,-1 0 0,0 0 0,2-2-784,0-2 0,1 1 0,0-1 0,0 0-538,2-1 0,-3 2 1,2-2-1,1 0 1467,-2 1 0,1-4 0,-1 2 0</inkml:trace>
  <inkml:trace contextRef="#ctx0" brushRef="#br0" timeOffset="900">751 151 7930,'-3'4'0,"1"-1"1373,-2 0 1,2 2 0,-2-3 0,-1 2-212,2 1 0,-3 1 0,2 0 0,-2 1-785,0 2 1,-1 1 0,1 3 0,-1 2 80,1 2 1,2 0-1,0 0 1,1 0-293,-1-1 0,3 0 1,-2-3-1,3-1-104,3-1 1,1-4 0,4-4 0,3 0-342,1-1 1,2-2-1,1-3 1,2-2-334,1-2 1,-1-1-1,1-3 1,-1 0-603,-1-1 1,0-1 0,-4 0 0,-1 1 255,0 1 0,-1 0 0,0 2 0,-3 1-774,-2-2 1,-4 3 1731,2-1 0,0-2 0,1 0 0</inkml:trace>
  <inkml:trace contextRef="#ctx0" brushRef="#br0" timeOffset="1049">866 138 8171,'-9'3'0,"1"1"760,0 2 1,1 1-1,1 1 1,1 4 0,1 2 1,3 2 0,-2 4 0,3 5 153,0 3 0,0 2 0,2 1 0,1 0-602,0-1 1,2-7 0,1-1 0,1-5-1779,2-1 1,-2-8 0,2 0 1464,0-4 0,-2 1 0,3-1 0</inkml:trace>
  <inkml:trace contextRef="#ctx0" brushRef="#br0" timeOffset="1750">1277 16 7886,'-3'-4'1266,"1"-1"-997,0 4 1,2 2-1,0 5 1,0 4-1,0 4 554,0 3 1,1 1-1,0 7-605,1 2 1,1 6 0,-3 1 0,0 1 0,-1 1-110,-1-1 1,0-7-1,-1-4 1,-1-5-317,1-5 1,1-7-1,0-2-443,1-3 0,4-6 0,1-5 310,2-1 1,3 1 0,2-1 0,2 0 248,2 0 0,2 3 1,4-1-1,0 3 243,0 3 0,-1 1 0,0 2 0,0 2 210,-1 3 0,-7 1 0,-1 4 1,-4 0 388,-3 1 1,-1 1-1,-5 0 1,-2 0-97,-4 0 0,-4-1 0,-1 1 0,-2-3-371,-2-1 0,-1-3 1,1-2-1,-3-1-505,0-3 0,4 0 0,-2 0 0,1-3-1153,3-1 1,0-2 0,3 0 0,2-1-197,2-2 1,5 2 0,1-3 1569,2 0 0,3-1 0,2 1 0</inkml:trace>
  <inkml:trace contextRef="#ctx0" brushRef="#br0" timeOffset="1899">1584 202 8898,'3'9'0,"1"3"633,-1 2 1,1-1 0,-3 2 0,1 3-297,0 1 1,-1 2 0,-1 3 0,-1-3-523,-1-1 0,0-4 1,-1-1-1,0-4-3121,2-2 3306,0-5 0,4-7 0,0-4 0</inkml:trace>
  <inkml:trace contextRef="#ctx0" brushRef="#br0" timeOffset="2032">1668 67 7886,'0'-4'451,"0"0"-467,-3 2 1,2 0 0,-1 4 15,1 3 0,4 0 0,1 2 0</inkml:trace>
  <inkml:trace contextRef="#ctx0" brushRef="#br0" timeOffset="2182">1835 42 7886,'-1'12'244,"-1"-1"1,0 0 613,1 3 1,0 0-1,1 3 1,0 1-304,0 3 0,-1 2 0,0 4 0,-1 0-621,0 0 1,1-1-1,0 2 1,-2-1-1401,-1-2 0,0-8 1,-3-1 1465,1-3 0,-3-3 0,-1-3 0</inkml:trace>
  <inkml:trace contextRef="#ctx0" brushRef="#br0" timeOffset="2298">1758 330 7886,'10'-13'92,"0"1"0,0 1 286,0 0 0,-1 0 1,1-1-1,3-1-240,1 0 0,0 0 1,2 0-1,0 1-966,-2 2 1,-2 1 827,-2 5 0,-2 1 0,2 3 0</inkml:trace>
  <inkml:trace contextRef="#ctx0" brushRef="#br0" timeOffset="2799">520 1138 7886,'-3'-4'86,"1"0"129,1-1 1,-2-2 0,1-1-1,1-4 1,1-3 181,2-4 0,1-7 1,4-7-177,2-3 0,1-7 1,3 2-1,2-1 1,2 2 134,2 5 0,-3 7 1,-1 6-1,-1 5-103,-1 7 0,-1 5 0,-2 4 0,-3 5-63,-2 7 1,-1 3 0,1 6 0,-2 4 90,0 1 1,1 1 0,-2 4-154,0 1 0,1 2 1,-1 2-1,-1-1 1,0-2-361,-1 0 0,0-8 1,0 3-1,-1-3-1168,-1-4 1,-1-5 0,-2-3 0,0-4-1007,-2-2 2406,1-4 0,-6 4 0,2-3 0</inkml:trace>
  <inkml:trace contextRef="#ctx0" brushRef="#br0" timeOffset="2947">590 991 8299,'2'-17'530,"0"0"1,1 5 0,-1-1 0,1 3-222,0 0 0,4 2 0,3-1 0,2 2-12,0 1 1,1 2 0,6 0-1,2 0-750,1 1 1,-3 1 0,2 0 0,0 2-849,1 0 0,-3-3 1301,0 1 0,-4-3 0,0 2 0</inkml:trace>
  <inkml:trace contextRef="#ctx0" brushRef="#br0" timeOffset="3114">917 779 8064,'-4'2'423,"0"1"0,1 1 221,-1 1 1,2 3-1,-1 3 1,0 2-269,1 2 1,2 2-1,0 4 1,0 3-285,0 4 0,0-3 1,2 1-1,1 0-842,0-2 0,1-5 0,2-1 1,-1-4 749,-1-4 0,1-5 0,1-2 0</inkml:trace>
  <inkml:trace contextRef="#ctx0" brushRef="#br0" timeOffset="3282">917 805 7886,'2'-4'1100,"1"-1"0,2 2 0,0-2 1,2 3-889,1-1 0,4 2 0,-2-1 0,2 1-803,1 1 0,1 0 1,0 1-1,1 1-946,-1 2 1537,-3 5 0,1 1 0,-2 3 0</inkml:trace>
  <inkml:trace contextRef="#ctx0" brushRef="#br0" timeOffset="3465">975 920 12040,'4'-3'431,"2"2"1,0-3 0,2-1 0,3-2-16,3-1 1,-1 1-1,3-1 1,0 2-2266,-2 2 0,0 2 0,-2 0 1849,-1 2 0,-2 5 0,-3 2 0</inkml:trace>
  <inkml:trace contextRef="#ctx0" brushRef="#br0" timeOffset="3615">975 1061 7886,'-3'7'2057,"0"-3"-1083,-1 0 1,2-2 0,5 0-767,3-1 0,2-4 0,4-1 1,2-2-838,-1-1 1,4 0-1,-1-1 1,1-1-606,0-1 0,1 0 1,3-4 1233,0-1 0,3-1 0,-1-4 0</inkml:trace>
  <inkml:trace contextRef="#ctx0" brushRef="#br0" timeOffset="3848">1257 779 7886,'-6'9'0,"-1"0"346,1 1 0,2-1 1,0 3-1,1 0 611,2 2 1,0-1 0,2 3-1,1 0-345,2-2 0,3 0 0,1 1 0,0 2-323,0 2 1,-1-4 0,0-1 0,-2 1-179,-1 1 1,0-2 0,-3 0 0,1-1-92,-3-3 0,-2-2 1,-3 1-760,0-2 0,-4-4 1,0 0-1,-2-1 0,1 0-553,0 0 1,1-4 0,-1-3 0,3-1-514,1-3 1805,3-1 0,-2-5 0,3-2 0</inkml:trace>
  <inkml:trace contextRef="#ctx0" brushRef="#br0" timeOffset="4498">1899 664 7886,'-6'-1'1176,"1"0"1839,1-2-2570,-1 1 1,5 2 0,3 0 0,4 0-226,3 0 1,3 1 0,0 0 0,1 2-1064,1-2 1,2 0 0,-1-1 582,0 0 1,-1 0 0,0 0 259,-2 0 0,0 3 0,0 0 0</inkml:trace>
  <inkml:trace contextRef="#ctx0" brushRef="#br0" timeOffset="4681">1912 830 7886,'-7'4'2492,"1"1"-1583,-1-3 1,5 0-1,4-2-864,3 0 1,6 0 0,0-2 0,3-1-777,1 0 1,3 1 0,-2-1 0,1 1 730,0 0 0,0-3 0,3 2 0</inkml:trace>
  <inkml:trace contextRef="#ctx0" brushRef="#br0" timeOffset="5382">2559 375 8192,'-7'-9'0,"-1"-1"527,-3 0 1,-2 1 0,-2 3 0,-2 2-135,-1 1 1,-2 4-1,2 3 1,0 6 394,1 6 1,3 3 0,-1 5-340,4 0 1,2 7-1,5-2 1,2 2-187,1 0 0,6 6 0,3-2 1,2 0-1,3-1-99,0-3 1,-2-5 0,3-1 0,-2-1-532,-3-2 0,-1-3 0,-2-1 0,-2 0-194,-2-2 0,-1-4 1,-2-1-1,-1-3 293,-2-4 1,-3-3 0,-1-4 0,-1-2 341,-1-2 0,-1-6 0,-1-4 0,1-3 68,0-1 1,3 0 0,1-1 0,1-2-121,2-1 0,2 4 0,0-3 0,2 1-429,2 1 1,2 2-1,6 1-305,2 2 0,4-1 1,4 4-1,1 1 1,2 2-2394,2-1 3105,-4 3 0,7-3 0,-5 2 0</inkml:trace>
  <inkml:trace contextRef="#ctx0" brushRef="#br0" timeOffset="5614">2662 510 8219,'-5'16'752,"-1"-1"1,0 0-249,-5 2 1,3-1-1,-2 5 1,0 2 0,3 1-1,-1 3 349,2 0 0,2-3 0,2-1 0,2-5-220,2-3 0,3-7 0,3-4 0,4-3-557,2-3 0,-1-5 0,3-6 0,0-4-329,1-4 1,-3 0-1,0-5 1,-2-2-173,-3-3 1,-2 1-1,-3 2 1,-1 3 62,-3 2 1,-1 4-1,-3 1 1,-3 4-25,-2 2 0,-2 7 1,-4 1-217,0 2 0,0 2 0,3 0 0,2 1 0,1 1-500,2 0 1,1 3 0,2-1 1101,2 2 0,4 0 0,1 1 0</inkml:trace>
  <inkml:trace contextRef="#ctx0" brushRef="#br0" timeOffset="6048">3034 349 9296,'-4'7'1205,"-1"-3"1,3 0-1,-1 2-730,0 2 1,0 5 0,2 5-1,-2 3-158,-1 5 1,1 4 0,-2 5 0,0 5-197,0 4 1,2-3 0,-1 2 0,-1-3-111,-1-4 1,2-10-1,0-4 1,1-5-124,2-3 1,-1-5-1,1-4-149,-1-4 0,0-2 0,2-6 0,2-2 154,0-3 0,3-3 0,0-2 0,3-3-348,2-1 1,2 0 0,1-1-1,1 2 112,1 1 1,0 3 0,3 1 0,1 1 345,1 1 1,-4 8 0,3 0-1,-2 5 361,-1 2 1,-4 4 0,-2 6 0,-5 2 147,-3 3 1,-4 2-1,-3 0 1,-3 0 428,-2 0 0,-5 1 1,-2-2-586,-2-1 0,-2-1 1,-1-3-1,0-2-356,2-2 1,0-2 0,3-4-1,-1-3 1,1 0-2009,5-3 1,2-4 0,4 1 0,2-2-1113,1-1 3120,6-1 0,3-6 0,4 0 0</inkml:trace>
  <inkml:trace contextRef="#ctx0" brushRef="#br0" timeOffset="6196">3316 568 7886,'0'13'1212,"0"2"1,0-1 0,0 3 0,0 2-609,0 2 1,-2-3 0,-1 3-1,-1 2-1032,-3-1 0,0 0 0,0-4 0,1-3-2010,2-2 1,2-8 2437,0-3 0,4-10 0,2-5 0</inkml:trace>
  <inkml:trace contextRef="#ctx0" brushRef="#br0" timeOffset="6330">3335 491 7886,'0'-4'790,"-2"1"124,-3 0 1,2 2-2171,1-3-1382,2 2 2638,2-1 0,5 3 0,3 0 0</inkml:trace>
  <inkml:trace contextRef="#ctx0" brushRef="#br0" timeOffset="6513">3547 388 7886,'-4'11'1272,"0"-1"1,1 2-342,-1 0 0,2 1 1,-2 2-1,1 1-452,-1 3 0,2-1 1,-2 6-1,-1 1-574,-1 2 1,0-2 0,-1 3 0,1 0-771,0-2 1,-1-7 0,1-1 511,-1-3 1,-1-4 0,-1-5-1,1-2 1,1-3-4426,1-2 4778,-1-3 0,1-8 0,0-1 0</inkml:trace>
  <inkml:trace contextRef="#ctx0" brushRef="#br0" timeOffset="6620">3406 677 7886,'3'-13'430,"-2"2"0,4 1 0,0 1 217,3 1 0,3 0 0,4 0 0,2 0-321,1 0 0,4 0 0,1 1 1,1-1-102,-1 0 0,-2 5 0,0-3 1,-1 2-1434,0 0 0,-5 3 1,-2-1 1207,-1 1 0,-1-2 0,-5-1 0</inkml:trace>
  <inkml:trace contextRef="#ctx0" brushRef="#br0" timeOffset="7547">674 792 8502,'-4'3'996,"0"1"1,3 6-1,-2 5 1,0 6-432,-2 6 1,1 3-1,0 5 1,2 0-199,0 0 0,2-8 1,0-1-1,0-7-57,0-7 0,2-6 0,3-5 0,3-3-537,3-4 0,0-4 0,0-5 0,2-4-75,0-3 1,2-3-1,4-4 1,-1 0-47,-1 0 1,-2 3-1,1 0 1,0 1-3,-2 6 1,-3 5-1,-1 8 434,0 6 0,-5 5 0,-2 7 0,-3 2 512,0 3 0,0 4 0,0 4 0,0 2-141,0 3 1,0-3 0,0-1 0,0 0-109,0-2 1,0-5 0,0-3-1,1-4-159,1-3 0,2-5 0,2-3 0,0-3-503,1-4 0,2-2 0,1-5 0,1-4 33,0-5 0,0-2 0,2-6 0,1 1 100,-2 0 0,0 3 1,0 0-1,1 1 46,0 3 1,-4 9-1,-2 5 308,1 4 0,-1 3 0,-2 6 0,0 3 0,0 4 393,0 3 0,0 2 0,-1 4 0,0 1-321,0 1 1,1-2-1,-1-1 1,0-2-452,1-3 0,-1-4 1,2-4 242,1-2 0,-2-2 0,0-6-529,0-1 0,-2-1 1,2-2-1,-1 1-260,-1-1 1,2 1-1,-2-1 1,1 1-524,1 0 0,-3 2 0,2 2 1276,1 1 0,-2 4 0,0 1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1:54.6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20 513 8015,'-4'-7'252,"-2"2"0,3 0 1,-1-3-147,2 1 0,1-3 0,1-1 89,0-3 0,0-3 0,1-3 0,1-1-151,2-3 0,3-3 0,1-4 0,2-2 0,2-2 8,1-3 0,-2 1 0,4 0 0,-1 4 35,1 4 1,2 8 0,1 3-1,0 5 115,-1 5 0,-3 4 1,0 7 30,-5 4 1,2 3 0,-5 7 0,-1 3 0,-1 3 18,-1 6 1,2-2 0,-3 8-1,-1 0-194,0-1 0,-1 2 0,0-4-212,0-2 0,0 1 1,0-7-1,0-2 1,0-1-396,0-2 1,0-5 0,0-2-1190,0-2 0,-4-2 1738,-2-4 0,-3-1 0,-4-3 0</inkml:trace>
  <inkml:trace contextRef="#ctx0" brushRef="#br0" timeOffset="163">64 346 8044,'4'-6'211,"0"-2"1,-2 1-1,2-3 213,2 0 0,1 2 0,1-3 0,4 0-83,2-1 1,0 1-1,3 1 1,1 1-512,1 1 0,0 1 0,0 3 0,-2 2-2356,0 1 2526,-5 1 0,6 0 0,-5 0 0</inkml:trace>
  <inkml:trace contextRef="#ctx0" brushRef="#br0" timeOffset="331">443 89 8361,'-7'19'495,"1"-6"0,0 6 1,2 0-6,2 0 1,1 2 0,1 0 0,0 1-200,0 1 0,1-1 0,0 1 0,2 1-657,1-2 1,-1-3 0,2 3 0,0-3-968,0 1 1,-3-6 1332,1-1 0,0-5 0,1 2 0</inkml:trace>
  <inkml:trace contextRef="#ctx0" brushRef="#br0" timeOffset="498">411 186 10900,'7'-1'168,"2"-1"1,1-4 0,5-3 0,3 2-382,3 0 0,-1 0 0,3 1 1,-1 2-801,-1 2 0,-1 2 1013,-1 2 0,-5 5 0,-2 3 0</inkml:trace>
  <inkml:trace contextRef="#ctx0" brushRef="#br0" timeOffset="681">469 365 7886,'-3'0'2068,"3"-1"-1380,6-1 0,4-1 1,5-4-1,3 0-1084,3-1 1,-1 1-1,3-1 1,-1 2 113,-1 2 1,-2 2 281,-2 0 0,-4 4 0,-4 2 0</inkml:trace>
  <inkml:trace contextRef="#ctx0" brushRef="#br0" timeOffset="831">507 423 9153,'-9'6'0,"2"1"211,1-1 0,0-2 0,5 0-41,2-1 1,2-1 0,6-2 0,2 0-452,3 0 0,1 0 0,3-1 0,1-1-1865,1-2 2146,-4-2 0,8-3 0,-4-1 0</inkml:trace>
  <inkml:trace contextRef="#ctx0" brushRef="#br0" timeOffset="1015">776 250 7886,'-12'3'0,"-1"4"0,3 2 0,2 4 0,3 0 1175,3-1 0,3 3 0,2 0 0,4 1-39,3 2 1,0-2 0,3 4-1,-1-1-852,-1 1 0,-2-3 0,-2 2 0,-2 0-725,-1-1 0,-1 1 0,-4 0 0,-3-1-598,-2-1 0,-5-5 0,-2 0 0,-2-2-472,-1-2 1,0-2 0,-1-1 1510,-1-3 0,-2 1 0,3 1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1:58.5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1 147 7886,'0'-7'41,"0"1"0,2 1 255,0 1 0,1 3 0,-2 0 1,1 5-13,0 4 0,1 5 0,-1 3 0,-1 5 192,0 3 1,1 1 0,0 6-433,0 2 1,-2 0 0,0 3 0,0-4 0,0-1-352,0-3 1,0-6 0,0-1-2015,0-4 1628,0-4 693,-3-5 0,0-8 0,-4-8 0</inkml:trace>
  <inkml:trace contextRef="#ctx0" brushRef="#br0" timeOffset="315">58 108 8044,'9'-6'0,"-1"1"348,0 1 0,0 3 0,1-1 0,1 1-50,3 1 0,-1 1 0,1 1 1,1 3 75,1 3 1,-2-1-1,2 5 1,-2 1-166,-2 1 0,-2 2 0,-3 0 0,-2 2-267,-2 2 0,-3-1 0,-2 3 0,-5-1-333,-3 1 0,-2-3 0,-3-3 1,0-1 19,-1-3 0,0-2 1,-1-4-1,1-2 596,2-1 1,1-5-1,2-1 1,1 0 807,3 1 0,3-3-725,3 0 1,2 2-1,2 1 1,3 2-111,3 0 1,2 0-1,3 0 1,1 0-790,1 0 1,0-1-1,3 0 1,2-2-599,0-1 0,1 0 0,1-3 0,3 0 1189,-1-1 0,3-2 0,2-3 0</inkml:trace>
  <inkml:trace contextRef="#ctx0" brushRef="#br0" timeOffset="566">456 82 8120,'-6'1'0,"-1"1"503,-2 3 1,3 0 0,-2 2 0,3 0 64,0 1 1,3 0-1,-1 3 1,3 1-273,3 2 1,0 0 0,4 3 0,1-1-269,1 1 1,2 0 0,-1 2-1,1 0 13,-1 1 1,-4-3 0,1 1-1,-2 1-124,-2-2 1,0-2 0,-4 0 0,-1-3-201,-2-1 1,-5-3 0,-1 1 0,-3-1-275,1-2 0,-1-4 0,1 0 0,0-1-64,2-1 0,2-1 1,2-1-1,3-3 257,2-3 0,1 1 0,1-1 364,1 0 0,5 2 0,3 0 0</inkml:trace>
  <inkml:trace contextRef="#ctx0" brushRef="#br0" timeOffset="883">655 390 8297,'-7'10'531,"1"-1"1,-1-2 0,0-1 0,-1 0-233,0-2 1,5-1 0,-4-4 0,2-1 8,2-2 1,0-5 0,3-5 0,0-4-196,0-5 1,0-3-1,3-3 1,4-2-37,3 1 1,2-2 0,1 0 0,0 1-76,2 2 1,-1 5 0,3 0 0,-1 3 108,1 2 1,-2 6-1,0 2 1,-1 3 127,-1 4 0,-3 7 0,0 3 1,-3 5 297,-2 3 0,0 4 0,0 5 1,0 2-411,-3 2 1,-2 0-1,0 0 1,0 1-459,0 2 1,0-1 0,-2 2 0,-1-2-687,0-1 1,-1-5 0,-3 1-1,1-2-111,-1-4 1128,1-6 0,-3 3 0,-1-5 0</inkml:trace>
  <inkml:trace contextRef="#ctx0" brushRef="#br0" timeOffset="1047">668 307 8569,'-5'-6'1160,"1"-1"1,3 1-1,-1-1 1,2 1-579,5-1 1,0 0 0,5-1 0,2 0-344,3 0 0,-1 0 0,3 0 0,1 1-504,0 1 0,2 0 1,-2 4-1,0 1-813,-1 0 0,-3 2 1078,1 1 0,-1 1 0,-1 4 0</inkml:trace>
  <inkml:trace contextRef="#ctx0" brushRef="#br0" timeOffset="1166">969 249 8259,'0'7'773,"-1"-2"1,0 0-1249,-1 0 0,0-3-1205,2 2 1680,0-3 0,3 5 0,0-2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14.6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19 115 8395,'-3'3'531,"0"2"1,3 5-1,0 5 1,0 5-44,0 6 0,0 3 0,0 9 0,0 4-423,0 4 0,2-2 0,0 0 0,0-3-109,-2-4 1,0-9-1,0-4 1,0-5-611,0-6 0,0-5 0,0-5-2407,0-3 3061,-3-4 0,0-9 0,-4-3 0</inkml:trace>
  <inkml:trace contextRef="#ctx0" brushRef="#br0" timeOffset="300">0 160 7587,'6'-19'-43,"3"0"1,1 2 0,1 3 0,2 2 464,0 4 1,0 3 0,3 1 0,1 1-128,-1 2 0,-1 3 1,1 2-1,0 3 8,-2 4 0,-5 1 0,-3 7 1,-1 1-208,-1 3 0,-2 1 0,-5 2 0,-3 1-208,-1 0 0,-5-2 0,-1 2 0,-2-2-2,-1-1 0,2-9 0,-2 0 0,2-5 199,1-5 1,-1-1 0,4-4 245,0 0 0,3-3-69,5-1 1,2-1-1,2 0-387,3 1 0,1 2 0,3 0 1,1 1-371,2 1 0,3-2 0,1 0 38,1 1 1,0-2 0,3 1-1,0 0 457,2-1 0,2-1 0,-1-2 0</inkml:trace>
  <inkml:trace contextRef="#ctx0" brushRef="#br0" timeOffset="566">449 6 9252,'-8'-4'0,"-1"3"440,1 2 0,-1 3 0,0 3 0,1 2 35,1 4 0,4 1 1,1 6-1,2 2-52,2 2 0,2 2 0,5 1 0,1 0-396,2 0 0,1-2 0,-2 3 0,0-1-55,0 0 1,-3 1 0,-1 1-1,-1 0-53,-3 0 1,-2-2 0,-1 0-1,-1-5-120,-1-2 0,-2-8 1,-4-2-1,-1-4-42,-1-2 0,-1-3 0,-1-1 0,1-3-495,0-3 0,2 0 1,0-2-1,1 0-93,3-3 0,2-1 0,1-1 831,2 0 0,0-2 0,0-2 0</inkml:trace>
  <inkml:trace contextRef="#ctx0" brushRef="#br0" timeOffset="884">667 590 7758,'-6'4'452,"-1"0"1,1-2 0,-1-1 121,-2-2 0,4-9 1,0-5-1,0-4-196,2-4 0,1-5 0,0-9 0,3-5-257,3-8 0,1 1 1,6-3-1,1 5 59,2 6 1,0 8 0,3-2-1,-1 3-35,1 4 1,-5 9 0,0 7 0,-1 6-383,-1 3 0,-5 9 0,2 4 0,-2 5 338,-2 4 0,1 2 0,-3 6 1,2 2-204,1 0 0,-3-3 0,1 2 1,-1 1-292,-1 1 0,0 0 0,0 5 0,0-2-334,0-1 0,0-6 0,-1 0 1,-1-3-1137,-2-3 1863,1-7 0,-6 2 0,2-5 0</inkml:trace>
  <inkml:trace contextRef="#ctx0" brushRef="#br0" timeOffset="1032">635 384 7767,'0'-10'688,"0"2"1,0 0 308,0-1 1,3 4 0,2-2-1,3-1-512,5 1 0,4 4 1,3-4-1,2 2-654,1-1 1,1 2 0,4-1-1,-1 0-845,0 0 0,-2 0 1014,-2 1 0,-2-3 0,1-3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16.4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19 106 7767,'0'-8'0,"0"-1"-172,0 1 0,0 1 0,0 1 0,0-1 0,0 1 44,0 0 0,1-1 0,1 1 1,0-1 367,2 1 0,-2 0 0,2-1 820,-1 1 1,2 3-670,-1 3 1,-1 3 0,-1 7 0,-2 3 234,0 3 1,0 5-1,0 4 1,0 2-455,0 3 0,-2 0 0,0 2 0,-2 4-385,-1 2 1,-1 0 0,-2 7-1,0-2 305,2-4 1,0-8 0,4-4 0,1-5-1246,0-6 1,2-11-1,1-5 1153,2-4 0,2-4 0,0-5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16.6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135 1 8162,'-9'0'0,"0"1"340,-1 4 1,-1 0 0,-1 5-1,0 0-61,-1 2 1,4 1 0,-4 5 0,2 1 145,1 1 1,3-3 0,3 3 0,1-1-215,2-1 0,4-3 0,2-1 0,4-2-350,1-4 1,1-1 0,4-3 0,-1-2-558,1-1 0,-1-1 0,0-1 129,1-1 1,0-1-1,-2-2 1,-1 1 566,-1-1 0,1-4 0,-2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16.9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13 180 7767,'9'0'0,"-1"0"239,0-3 1,2 0 0,0-4 0,1-2 108,-1-1 0,-1-3 0,1 1 0,-1-2-119,-1-1 1,-4 2-1,-2-2 1,-1 1-217,-1 1 1,-3 2 0,-1 2 0,-2 1 101,-3 3 0,-1 3 0,-2-1 0,1 3-61,0 0 1,2 3-1,-1 2-65,1 2 1,1 6 0,2 4-1,1 2 1,1 0-63,1 0 1,1 3 0,2 1-261,0 0 1,1 2 0,1-2 0,2 2 0,3-2-591,1-1 0,0-3 923,3-2 0,2-4 0,4-4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17.1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11572,'3'6'-51,"1"0"1,2-1-318,3-1 1,-1 0-1,3 1 1,0-2-702,1 0 1,1-1 0,0-2 1068,0 0 0,-1-3 0,1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17.2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109 1 7767,'-11'6'0,"1"1"0,1 3 362,1 1 1,-1 3 0,0 3 0,1 2 501,-1 2 1,2 4 0,-2 4 0,2 3-765,0 1 0,4-1 1,1-1-1,1-2-451,1-4 1,3-6 0,1-3-1,3-4-140,1-3 1,0-4-1,3-2 1,-1 0 490,0-1 0,2-5 0,-2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18.4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 65 7767,'-4'3'0,"0"0"0,0-1 186,1 0 1,1 3 0,-2 0-1,1 1 835,-1 2 0,3 0 1,-2 4-1,3 1-453,0 1 0,-1 4 0,0 0 0,-2 2-426,2 1 1,0 0 0,-1 3 0,-1-1-113,0-1 0,1-8 1,-2 2-1,1-2 34,-1-2-453,3-5 1,-2-7 0,3-5 0,0-4 166,0-3 0,3-5 0,1-7 1,2-4 80,0-2 0,1-1 0,1 1 0,1 0 14,1 2 0,1 4 0,1 0 51,-1 3 0,0 5 0,-2 7 1,1 6 135,-1 3 1,-1 7-1,-3 3 1,-2 3 142,0 2 1,-1 2 0,-2 2 0,0 1 12,0 1 1,0-1 0,0 2 0,0-2-86,0 2 1,0-7 0,0 1 0,0-3 80,0-1-227,0-6 0,0-2 0,0-9 0,1-6 0,0-5-86,1-5 0,3-3 1,0-5 50,0-1 1,4-2 0,0 5 0,1 1 0,-1 3 165,-1 4 0,-1 9 1,1 2 259,1 4 1,-3 2 0,-2 5 0,-1 4-88,-2 3 0,2 5 0,-1 1 1,0 2-244,-2 1 1,0 0 0,1 4 0,0 1-221,2 1 1,2-1 0,-2-2-747,1-2 0,3 2 1,1-5-1,0-2 45,1-3 0,3-3 0,-1-6 0,3-3 0,1-6 336,2-4 0,-3-4 1,1-2-1,-1-4 539,-2-2 0,1-2 0,-3-1 0,-1 1 0,-2 1 0,-3 4 0,0 0 141,-1 0 1,-1 4 0,-2 3 0,-1 3-1,-2 3 831,-3 2 1,-1 3 0,-1-2-1,1 3-143,0 0 0,1 3 0,-1 1 0,1 2-346,0 3 1,-1-1-1,1 4 1,1 1-28,1 0 0,3-1 1,-1 3-1,1-1-341,1-1 1,0-3 0,0 0 0,0 0-286,0-3 0,3 0 0,2-3 0,2-2 3,1-1 0,3-7 0,-2-3 0,1-5-807,2-3 0,0-4 1,0-3 591,-1-1 0,0 3 0,-2 0 0,0 4 1,-1 2 51,-3 3 1,-2 8 191,-1 3 0,-2 7 0,-2 6 0,-2 1-173,0 1 0,1 0 1,1 1-90,0-1 1,0 1 0,2-4 0,0 1 0,0-1 19,0-1 0,1-3 1,1-2 319,2-1 0,2-1 0,0-2 0,1 0 0,-1-1 107,1-1 0,-1-2 0,1-2 0,-1 0 814,0-1 0,1 3 0,0 0 0,1 1-423,0 2 0,2 0 0,-2 1 0,3 0-268,1 0 0,-1 3 1,-1 1-383,2-1 1,0 2 0,1-3-1,-1 0 1,1-1-445,-3-1 1,2-1-1,-2-1 1,0-3-40,-1 0 0,-2-4 0,-1 0 0,-2 0 695,-2-1 0,-1 1 0,-1 1 0,0-2 0,0 0 0,0 0 0,0 2 0,0-1 0,-2 1 0,0 1 0,-1 2 1041,1 0 0,0 2 1,-2 4-1,0 2 165,0 3 1,-2 4 0,0 3 0,-2 3-788,0 3 0,-2 4 1,0 5-1,0 2-232,-1 4 0,2-2 0,-1 4-424,1 1 0,-2 0 0,4-4 0,1-4 0,3-5-4652,2-6 4889,1-10 0,6-5 0,1-6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19.2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 0 8085,'0'10'753,"0"5"0,0 1 0,0 5-352,0 7 1,-3 3 0,1 6 4,-2 0 0,0 4 0,-3-4 0,2 0 0,0-1 182,0-5 0,2-11-291,-1-5 0,1-10 0,3-5 1,0-6-23,0-5 1,0-5 0,3-7-633,1-3 0,2-6 1,2 0-1,1-2 0,1 0-145,2 0 0,0 6 0,1-1 0,-1 6 59,1 4 0,-2 9 0,-1 3 720,-1 7 0,-3 8 1,-4 9-1,-1 2 3,-1 3 0,-1 1 0,0 4 0,-2 0-358,-1 0 0,1-2 0,-2 5 0,3-2-475,2-1 1,0-1 0,1-4-1,3-5-259,2-5 1,7-7 0,0-4 0,3-4 334,2-5 1,-1-7 0,1-8 0,0-5 476,-3-3 0,0-1 0,-1 1 0,-1 1 28,-3 2 0,-3 8 0,-3 5 0,-3 6 220,-2 4 1,-3 5 0,-5 6 884,-2 4 0,0 1 0,0 7 0,1 1-230,0 2 1,0 5 0,2 0 0,1 0 0,3 1-389,1 1 1,2-4 0,3 1 0,2-5-489,2-3 1,4-8-1,2-4 1,3-4-207,1-6 1,2-5-1,1-7 1,-1-6-397,-1-3 1,-1-2-1,-4-3 1,-2-1-141,-3 1 1,-4 4-1,-3 5 266,0 2 1,-3 3 0,-2 6 0,-2 3 75,-1 3 0,-1 0 0,3 3 0,-1-1-316,1 0 0,2 0 1,2 1-1,2-2 689,2-2 0,2-3 0,2-1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19.4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110 0 7767,'4'4'0,"0"2"686,-1 4 0,-1 1 0,-2 2 0,0 3 231,0 4 0,0 3 1,0 5-1,-1 1-614,-1 2 0,-2 0 0,-4 5 0,-1 0-601,1-1 0,1-3 0,1-2 0,-1-3-447,1-7 0,0-2 0,-1-7 1,1-2-654,-1-5 1,1-4-1,-1-2 1398,1-5 0,-3-2 0,-1-4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19.6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0 180 7743,'2'-16'0,"1"1"340,1 1 1,-2 4-1,3 2 1,2 0 311,3 0 0,3 3 0,2-2 0,4 1-381,1 1 0,5-2 1,-2-1-1,3-1-796,2 1 0,-3 1 0,1-1 0,0-1-3068,-2 1 3593,-6 4 0,4-2 0,-6 3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20.3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35 7767,'0'-6'0,"0"-1"283,0 1 0,0 2 1357,0-1-1142,0 1 1,0 1-1,0 3 1,0 5-54,0 5 1,3 2 0,-1 8 0,0 5-135,1 3 1,-3 4-1,3 1 1,-1 0-300,0 1 1,1-3 0,-3 2 0,-1-4-137,-1-3 0,1-8 0,-2-2-19,0-6 0,3-5 1,-2-8-1,1-4-162,1-5 1,0-4-1,0-5 1,1-2-16,1-2 1,2 2 0,4-3 0,1 1 217,1 3 0,-1 1 0,1 3 0,2 1 126,3 5 0,-1 2 0,2 6 265,0 2 1,-2 3-1,-2 2 1,-2 5-107,-1 3 0,-3 1 0,-4 4 1,-2 1-1,0 1 821,0 2 0,-3-4 0,-3 4 0,-2-2-677,-2 1 0,-2-2 0,-2-1 0,-1 0-986,1-2 1,-1-2 0,2-3 0,-1-1-1188,2-3 1,4-2 284,-1-1 1,5-5 1560,2-4 0,7-2 0,2-4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20.6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45 141 7917,'13'-2'0,"-1"-1"463,1-1 1,0 2-1,0-2 1,0-2 243,0-2 1,-5 0 0,-1-2 0,0 1-357,-2 1 0,-3 1 1,0-1-1,-2-1-306,-2 1 0,-5-1 1,-3 0-1,-2 2-22,-1 0 1,-1 2 0,0 2 0,-1 0 116,1 1 1,0 5 0,2 4 0,1 3 313,3 5 0,1-1 1,1 3-1,2 1 89,2 3 0,2-1 0,2 1 1,3-1-683,5-3 0,3-2 1,5-5-1,3-3-847,4-2 0,0-4 1,4-1-1,0-5-4030,0-3 5016,-2 1 0,2-5 0,-3 2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26.7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97 103 8641,'-6'1'1116,"2"1"0,1 4-745,0 4 0,3 4 1,-3 8-1,2 5-102,-1 4 1,1 5 0,-1 6 0,1 0-484,1 0 1,0-5-1,0-2 1,0-4-1105,0-4 0,0-8 0,0-2 1318,0-2 0,-3-8 0,0-1 0</inkml:trace>
  <inkml:trace contextRef="#ctx0" brushRef="#br0" timeOffset="161">1 424 7851,'0'-9'307,"0"4"1,0-2 0,0 2 102,0-1 0,0 2 0,3-1 0,1 1-372,2 1 0,1-3 0,1 2 0,3-2-687,1-1 0,2 1 0,1 0 0,2-1-789,1-2 1438,-1 2 0,1-8 0,-1 1 0</inkml:trace>
  <inkml:trace contextRef="#ctx0" brushRef="#br0" timeOffset="767">245 206 7935,'-6'6'0,"1"1"0,1-1 0,-1 3 0,0 2 0,0 2 0,0 2 0,3 2 0,-1 4 0,0 1 1029,1 1 0,2-1 1,0 2-1,0-3-662,0-1 0,0-3 0,2-3 1,1-3-571,0-2 1,1-5 0,4-2 29,0-4 0,-1-4 0,2-5 0,-1-2-236,0-2 0,0-1 0,2-3 0,-1-1 92,-1-2 0,1 2 1,0 0-1,-1 2 120,-1 3 1,-1 3-1,1 2 123,-1 1 1,-2 7 0,-2 6 0,-1 6 59,-1 5 0,0 1 0,0 3 1,0 0-116,0 1 0,0-3 1,2-1-1,3-2-248,0-2 0,4-6 0,0 0 0,1-2 377,2-3 0,0-6 0,1-4 0,-1-3 0,1-3 0,0-2 0,0-6 0,0-3 0,-2 0 0,-2 1 0,-3 3 0,-2 0 39,0 1 1,-3 5 0,-1 3 314,-4 6 0,-4 2 0,-1 2 0,0 3 0,-1 2 352,0 4 0,2 1 1,-1 4-1,2 1-363,1 2 1,-1 1 0,2 1 0,0 0-232,3 1 1,2-3-1,0 1-232,0-1 1,1-1-1,3-1 1,3-3-1,2-3-411,2-3 1,4-5-1,0-5 1,-1-6 68,2-6 0,-2-1 0,2-4 0,-1-1 273,-1 0 1,-4 6-1,0 1 1,-4 3 887,-2 3 0,-2 7 0,0 3 31,-1 5 1,-4 6-1,-1 3-425,1 3 0,-2 2 1,2 1-1,1 2 1,0 0-523,0 1 0,0-3 0,2 3 0,0-3-281,0-3 0,3-4 1,2-4-1,2-2-409,1-3 0,4-5 0,-2-6 1,0-8 906,1-8 0,0-3 0,2-4 0</inkml:trace>
  <inkml:trace contextRef="#ctx0" brushRef="#br0" timeOffset="937">745 116 7935,'0'-6'634,"2"3"-57,0 3 0,0 3 0,-2 7 0,0 3-133,-3 3 1,3 3 0,-2 2 0,1 2-461,1 4 1,-2 2 0,0 6-1,0-1 23,1 0 0,1-7 0,-2 1 0,0-2-1181,1-4 0,-3-6 1174,0-4 0,-2-3 0,0 0 0</inkml:trace>
  <inkml:trace contextRef="#ctx0" brushRef="#br0" timeOffset="1085">668 392 7680,'0'-13'0,"0"1"0,1 1 726,1 3 1,0 3 0,4 1 0,1 1 175,3-1 0,-1 3 1,3-2-1,3 1-1032,3 0 0,0-3 0,4 1 0,1-1-2472,2-1 1,-1 0 2601,1-5 0,0 1 0,0-3 0</inkml:trace>
  <inkml:trace contextRef="#ctx0" brushRef="#br0" timeOffset="1651">1380 180 7951,'0'-10'156,"0"1"0,0 0 179,0 1 0,-3-1 0,-2 3 1,-2 0-1,-2 2 72,-1 2 0,-2 2 0,-1 2 1,-2 3 186,1 3 1,4 3 0,-2 3 0,2 2-290,2 3 0,4-3 0,2 5 1,1-1-277,1 0 1,1 0 0,2-1 0,2-1-90,3 2 0,3-7 0,-3 4 0,0-2-81,-1-2 1,-1-2 0,-1-1-1,-1-2-436,-1 0 0,-2-2 1,-4 2 154,-3 0 0,-1-5 1,-3-1-1,0-1-242,0-1 1,2 0 0,-1-1 0,2-1-937,1-2 1600,-1-2 0,1-3 0,-1-1 0</inkml:trace>
  <inkml:trace contextRef="#ctx0" brushRef="#br0" timeOffset="1917">1399 264 7951,'15'-7'0,"1"1"121,0-1 0,-1 0 0,1-1 1,1 0 396,-1 0 0,-2-2 0,1 0 0,-4 0-199,-2 2 1,-3 0-1,-2 0 1,-1-1-129,-3 2 0,0-1 0,-3 3 1,-2 0 28,-2 3 0,-3-1 0,-3 2 1,1 2-124,0 2 0,2 7 0,-5 2 1,1 3-95,1 1 1,2 1 0,2 2 0,1 1-99,0-1 0,1 2 1,0 0-1,3-1-53,1 0 1,2-5-1,3 4 1,3-3-387,3-1 0,2-5 0,5-4 0,3-3-894,0-2 1,3-3-1,1-2 1428,-2-5 0,6-5 0,0-2 0</inkml:trace>
  <inkml:trace contextRef="#ctx0" brushRef="#br0" timeOffset="2353">1720 129 8177,'-2'-6'0,"-2"0"473,-2 2 1,1 1 0,-3 3 0,0 0 81,-1 0 1,0 3 0,-2 4 0,1 3-215,1 2 0,-1 3 1,3 3-1,0 0-183,1 1 0,4 1 0,0-1 0,2 1-491,2 1 0,2-1 1,5 1-1,2-3 82,1-3 1,-1-5 0,1-2-1,2-3-893,-1-3 0,3-5 0,-1-3 0,-1-5 1144,0-3 0,-2-4 0,-1-4 0,-2 1 0,0-1 0,-4 2 0,2-1 0,-2 3-69,-2 3 0,0 2 0,-4 1 169,-1 1 1,-1 4 0,-4 6 0,1 2 659,-1 4 0,1 1 0,0 2 0,1 1-378,1 1 1,2 1 0,-2 2 0,1 0-262,2-1 0,0 1 0,1 0 0,1 0 5,1 0 1,2-3 0,3-2 0,1-1-485,0-3 0,3-1 0,-2-5 0,1-2-175,2-4 0,-3-5 0,1-2 1,0-2 252,-2-1 0,-1 1 0,-2 2 0,0 3 39,-3 1 1,-1 2 798,1 2 0,-2 4 0,1 1-427,-2 4 1,-2 3 0,1 4 0,0 0-338,1 0 0,0-2 0,1 1 0,0 0-2317,0-2 2523,3-2 0,1 1 0,2-1 0</inkml:trace>
  <inkml:trace contextRef="#ctx0" brushRef="#br0" timeOffset="2616">1970 200 8085,'0'6'0,"-1"0"0,0 1 0,-1 0 441,0 1 0,1 0 0,-1 1 0,0 0-92,1 2 0,-2 2 0,0 1 1,0 2-202,0 0 0,1-1 0,0 1 1,0-2-293,1-2 204,0-3 1,1-9-1,1-6 1,1-6-58,2-5 0,2-1 0,0-5 1,1 0-119,2 0 1,-2 3-1,1-2 1,0 2 57,1 1 0,-1 2 1,2 1-1,0 2-467,0 2 0,-3 1 0,2 1 1,-1 3-205,0 2 1,-3 4 0,2-1 0,-1 3 727,-1 1 0,-1 6 0,-1-1 0</inkml:trace>
  <inkml:trace contextRef="#ctx0" brushRef="#br0" timeOffset="2900">2098 219 7951,'0'6'830,"0"1"-631,0-1 1,1-2 0,1-2 505,2-2 1,2 0-1,0 0 1,1-2-467,-1-3 1,1-3-1,-1-1 1,1-1-355,-1-1 0,-2-1 1,0 0-1,-1 0-116,-2 1 1,0 3-1,-2-2 61,-1 1 1,-4 3 0,-3 4 0,0 3 64,-1 3 1,-1 3-1,1 7 263,0 0 1,1 3 0,2 3 0,2 1-1,0 1 362,0 0 1,4 0-1,0 0 1,2-1-698,3-3 0,3-5 1,1-2-1,1-2-728,1-3 0,0-5 0,3-1 0,-1-4-718,1-4 1,-1-3 1622,5-4 0,0-1 0,2-3 0</inkml:trace>
  <inkml:trace contextRef="#ctx0" brushRef="#br0" timeOffset="3336">2515 129 9563,'-3'6'1488,"-1"2"0,3-1-1024,-2 2 1,1 2 0,2 1 0,0 2-306,0 3 0,2 2 0,1 3 1,-1 1-116,1 2 0,-1 1 0,3-1 0,0-2 70,0-1 1,-2-5-443,2-2 0,-1-10 258,2-7 0,-2-8 1,1-12-1,0-3 0,0-6-179,2-5 1,-1 4-1,1-3 1,-1 3-120,1 1 0,1 5 1,1 3-1,-2 3-252,1 3 0,-2 7 0,1 0 0,1 4 186,1 2 1,0 2 0,-1-2 0,2 0 178,0 1 0,3-1 0,-1-3 0,2 1 255,1-1 0,-5 1 0,5-3 0,-1-1 0</inkml:trace>
  <inkml:trace contextRef="#ctx0" brushRef="#br0" timeOffset="3549">2804 14 7951,'-1'7'252,"-1"1"0,-1 1 1,-2 3-1,1-1 848,-1 0 0,1-1-732,0 1 0,3-1 1,-2 3-1,3 0 0,0 0 1,0 0 391,3 2 1,-2-1-1,3 2 1,1-1-569,-2-1 1,0 2 0,-3-2-1,0 2-70,0 0 0,-1-1 0,-1-1 1,-2-2-750,-2-1 0,-2-1 0,-2 0 0,0-1-668,-4-2 1,1-1 0,-4-1 0,1-2 1294,2 0 0,-2 2 0,-1-1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31.2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99 404 7896,'-10'0'456,"2"0"1,-1 2 0,0 1-1,0-2-351,0 0 0,4-4 1,-1-2-1,3-3 67,2-3 0,0-4 0,2-5 0,1-3-116,5-4 1,2-3 0,4-4-1,1-1-30,3 0 1,-2 6 0,4 1-1,0 4-8,-1 6 0,-1 5 0,-2 4 1,-2 6-65,-3 3 0,0 7 0,-5 4 1,0 4-123,0 5 1,-4-1 0,1 5 0,-1 0-79,-1 1 0,-1 2 1,0-1-1,-1 0-91,0-1 0,-1-1 0,-1-1-136,0-1 0,-1-6 1,3-2-1,-2-4 473,-1-3 0,-3 1 0,-2-5 0</inkml:trace>
  <inkml:trace contextRef="#ctx0" brushRef="#br0" timeOffset="175">151 250 7896,'0'-6'463,"0"2"0,0-1-351,0 0 0,0 0 1,3 0-1,1 1-206,1-1 0,2 2 1,0-2-1,1 1-338,0 0 0,4 1 0,-1 1 0,3 0 32,1 1 1,0-1 0,-2 1 399,-1-1 0,4-6 0,0 1 0</inkml:trace>
  <inkml:trace contextRef="#ctx0" brushRef="#br0" timeOffset="345">407 96 7896,'0'7'0,"0"-1"0,0 1 376,0 2 1,-2 1 0,-1 3-1,0 2 95,1 2 1,-1 3 0,1 3 0,-3 1-243,0 3 1,0-4 0,1 2 0,0-3-1138,0-1 1,-1-6 0,3-3 583,1-2 1,0-6-1,1-5 1,0-6 323,0-5 0,-3-2 0,0-5 0</inkml:trace>
  <inkml:trace contextRef="#ctx0" brushRef="#br0" timeOffset="519">375 154 8573,'4'-6'373,"-1"0"0,-1 1 0,1 1-106,0-1 1,1 1-1,3 0 1,-1-1-74,1-1 1,0 2 0,1 0 0,1-1-392,1 2 0,-2-2 0,3 3 0,1 0-792,0 2 0,-2 0 0,-2 0 989,-1 0 0,0 5 0,-1 2 0</inkml:trace>
  <inkml:trace contextRef="#ctx0" brushRef="#br0" timeOffset="698">439 193 7841,'-3'6'400,"3"-2"0,-3 0 1,1-1 303,0 1 0,0-3-272,4 2 1,2-3 0,3 0-1,1 0-419,0-3 1,3 2 0,-2-3-1,1 2-382,2 0 0,-2-1 0,0 1 0,0 1-277,0 0 1,-5 1 0,2 0-1,-2 0 646,1 0 0,-2 0 0,-1 0 0</inkml:trace>
  <inkml:trace contextRef="#ctx0" brushRef="#br0" timeOffset="878">446 282 7837,'-13'3'167,"3"1"0,1 1 0,2 0 1629,1 0-1466,2-4 0,2 2 0,4-3-542,3 0 0,2 0 0,3-1 0,0 0-393,1-1 0,1-3 0,1 0 1,0 0-19,0-2 1,0-1 622,2-1 0,-1-2 0,1 1 0</inkml:trace>
  <inkml:trace contextRef="#ctx0" brushRef="#br0" timeOffset="1057">645 141 7837,'0'7'0,"0"-1"451,0 1 0,0 0 1,0 0-1,2 2-5,0-1 1,1 0-1,-2 0 1,2 1-101,1 1 0,-2 0 1,1 3-1,1-2-49,-1 0 1,-1-3-1,0 3 1,-1 0-188,-1-1 1,-1 0-1,-1-3 1,-2 3-159,-2 0 0,-3 0 0,0 1 48,-1 0 0,-1-1 0,-2 3 0</inkml:trace>
  <inkml:trace contextRef="#ctx0" brushRef="#br0" timeOffset="1103">786 282 7792,'0'-3'-255,"0"0"0,0 2 255,0-1 0,-3 1 0,-1-1 0</inkml:trace>
  <inkml:trace contextRef="#ctx0" brushRef="#br0" timeOffset="1750">1222 58 7765,'-12'1'268,"0"1"0,-1 3 88,-1 3 0,3 0 0,1 5 0,0 3-49,0 1 0,2 6 0,0-1 0,3 3 53,3 0 1,2 0-1,2 4 1,3-3-138,3-3 1,3-7 0,3-5 0,2-3-428,0-5 0,1-5 0,2-6 0,-1-6 9,-1-7 1,-2-4 0,1-4 0,0-4 51,-2-2 0,-3 3 1,-4 2-1,-1 1 58,-2 2 1,-3 5-1,-2 0 1,-4 6 2,-5 5 0,-3 6 1,-1 3-1,-2 2-331,0 2 1,3 2-1,1 4 1,2 1-69,0 1 1,2 1 0,0 2 480,3 0 0,-1 0 0,3-1 0</inkml:trace>
  <inkml:trace contextRef="#ctx0" brushRef="#br0" timeOffset="2067">1401 45 7765,'0'13'0,"0"0"261,-2 0 0,0 0 0,-1 1 0,-1 2 355,0 0 0,2 2 0,-2 2 0,0 2-320,0 0 0,-1-2 1,2 3-1,1-1-128,-1-1 0,1-6 1,2-1-40,0-3 1,0-6 0,2-4 0,3-4-614,3-6 0,-1-5 1,3-3-1,-1-3 112,2-1 0,-1 0 0,0-4 0,-1 1 119,1-1 0,1 3 0,1 1 0,-1 2 94,-2 2 0,-1 5 0,-1 0 1,-2 4 89,-1 3 1,-2 7-1,-2 3 1,0 4 436,0 3 0,-1 4 1,0 1-109,-1 1 1,-1 4-1,1 0 1,0 0-1,1 1-842,0-1 1,1-3 0,0 0 0,0-4-908,0-3 1489,3-5 0,3-7 0,4-3 0</inkml:trace>
  <inkml:trace contextRef="#ctx0" brushRef="#br0" timeOffset="2263">1664 0 7765,'0'7'325,"-2"-1"0,0 0 1,-1 2-1,0 0 89,1 3 1,-1 2 0,1 1-1,-1 2-527,0 3 0,-1-1 1,1 5-1,0 0-102,0 0 0,1-3 1,2 0-1,0-3-2016,0-4 2231,0-5 0,3-1 0,0-5 0</inkml:trace>
  <inkml:trace contextRef="#ctx0" brushRef="#br0" timeOffset="2451">1709 167 7954,'7'0'214,"-1"0"1,1 0-316,-1 0 1,-2 0 0,1 0-485,0 0 1,0 0 584,2 0 0,2 3 0,1 0 0</inkml:trace>
  <inkml:trace contextRef="#ctx0" brushRef="#br0" timeOffset="2636">1831 116 8054,'-6'0'527,"-1"2"0,3 0 1,0 3-1,-1 2-218,-1 3 0,0 4 1,-1 3-1,-1 5-73,-1 7 0,1 2 1,2 4-1,1 0-638,1-1 0,2-7 0,0-4 1,2-5-796,2-3 1197,2-7 0,2-2 0,1-6 0</inkml:trace>
  <inkml:trace contextRef="#ctx0" brushRef="#br0" timeOffset="6215">29 744 7765,'-6'-1'0,"1"0"270,1-1 1,0-1 0,-1 2-34,1-1 0,3-1 0,2 3-34,5 0 1,3 0 0,5 0 0,0 0-147,4 0 0,0 0 1,1 0-1,1 0-102,-1 0 1,0 0 0,0-3-1,-2-4-187,1-3 0,-4 0 0,0-2 1,-3-2-87,-2 1 1,-5-2 0,-2 1 0,-4 0 271,-2 2 1,-5 1-1,-4 4 1,-3 0 454,-3 4 1,0 1 0,-1 2 0,1 1 216,0 1 0,3 5 1,1 3-1,4 3-79,2 2 0,2 2 1,2 4-1,0 1-361,3 1 1,4 0 0,1 2 0,2 0-302,2-2 1,4-4-1,0 1 1,1-2-176,1-4 0,-1-4 0,1-4 0,1-2-616,1-2 1,-2-4 0,0-5 905,-1-3 0,-2-5 0,3-1 0</inkml:trace>
  <inkml:trace contextRef="#ctx0" brushRef="#br0" timeOffset="6448">292 654 7973,'3'7'251,"-3"0"1,3 1 0,-1 3 134,0 1 1,3 1 0,0 0 0,1 0-110,3 0 1,-1-1-1,2 1 1,1 0-18,-1 0 1,2-1-1,-1-1 1,1-2-719,1 0 1,-1-4 0,1 1 0,-1-2-219,-1 0 0,1-3 1,-3 1-1,0-4-223,0-2 0,0-2 899,-3-3 0,1-1 0,-1-3 0</inkml:trace>
  <inkml:trace contextRef="#ctx0" brushRef="#br0" timeOffset="6688">510 699 7765,'-13'0'191,"1"0"0,1 0 504,0 0 0,0 3 0,-1 1 0,1 3-186,0 1 1,3 3 0,-1 3 0,0 2-231,1 0 1,-1-1-1,3 2 1,2-1-328,2 1 1,-1-4-1,1 0 1,1-3-672,3-1 0,0-5 0,4 1 0,1-4-194,0-1 1,3-5 0,1-2-1,1-3 913,0-4 0,1 2 0,3-7 0,0 3 0</inkml:trace>
  <inkml:trace contextRef="#ctx0" brushRef="#br0" timeOffset="6937">606 603 7963,'3'-3'710,"-2"0"0,3 3-288,-1 3 1,-1 1-1,-2 4 1,0 4-26,0 2 1,0 3 0,0 4-1,0 2-291,0 2 0,0-3 0,0 5 0,0 0-417,0 0 0,-2-1 0,-1-1 1,0-1 31,0 0 1,0-3-1,1-1 1,-1-4-1349,-1-3 0,1-8 1627,0 0 0,0-7 0,-4-1 0</inkml:trace>
  <inkml:trace contextRef="#ctx0" brushRef="#br0" timeOffset="7186">574 866 8082,'2'-8'0,"0"-1"218,0 1 0,-1 1 1,1 1-1,0-1-84,2 1 1,-2 1 0,2 2 0,1-1-18,-2 1 1,3 1 0,-2-2-507,2 1 0,1 1 0,0 1 0,1 0-30,0-1 0,-2 0 0,2 2 0,0 0 419,0 0 0,0 0 0,3 0 0,0 2-42,2 0 1,-1 0 0,0-2 0,0 0-61,-1 0 0,-5 0 0,2-1 0,0 0 318,-1-1 1,0-3-1,-1 0 1,-2-2 91,-2-2 0,-1-2 0,-1 1 1,0-2-75,0 0 0,-3 2 0,-1-4 0,-2 1 191,-1 2 0,0 2 0,0 1 0,-3 3 65,0 3 1,2 3 0,0 3 0,1 5-200,0 2 1,1 5-1,0 1 1,1 2-82,1 3 0,3-2 0,-2 3 0,3 0-683,0 0 1,3-2 0,1 1 0,2-1-179,3-3 0,-1-5 0,2-1 1,2-2-1102,0-5 0,1-3 1752,-1-6 0,1-6 0,0-6 0</inkml:trace>
  <inkml:trace contextRef="#ctx0" brushRef="#br0" timeOffset="7434">914 725 7765,'-3'9'461,"2"-2"1,-1 3 0,-1-2 14,1 1 1,-3 2 0,2 0 0,-2 1 175,1 1 1,1 2 0,-2 0 0,1 0-358,1 0 0,-1-1 1,2 1-1,0-2 11,2-3 0,0 0-23,0-4 1,0-4 0,2-4-552,3-6 1,-2-4 0,2-3-1,0-2-624,0-2 1,2 0 0,-2-1 0,0-1 557,0 0 1,-1 3 0,2-1 0,-1 3 250,-1 0 1,0 5 0,2-1 198,-2 2 1,2 5 0,-3 5 677,1 3 0,0 4 0,-3 1 0,1 4-620,0 2 1,-1 0-1,0 2 1,2 0-175,-2-2 1,0 2 0,-1-2 0,2-1-1229,0-1 0,1-5 0,-1 1 367,2-3 0,0-3 0,0-5 861,1-3 0,1-6 0,0-4 0</inkml:trace>
  <inkml:trace contextRef="#ctx0" brushRef="#br0" timeOffset="7717">1126 552 9376,'3'6'0,"-1"1"509,-1-1 0,-1 2 0,0 2 0,0 3-109,0 3 0,0 0 1,0 2-1,0 3-236,0 1 1,-2-1-1,0 1 1,0-1-416,2 1 0,-3-1 1,1-2-1,1 0-841,0-2 1,-1-1 0,0-2-1,0-1-980,-1-3 2072,2-5 0,-4-3 0,1-2 0</inkml:trace>
  <inkml:trace contextRef="#ctx0" brushRef="#br0" timeOffset="7970">1029 796 7765,'0'-7'199,"0"1"1,-2 1 779,0 1 0,0 0 1,2-3-478,0 1 0,0 0 0,1-1 0,1 1-222,2-1 1,2 1-1,0 0 1,1 1-406,2 1 0,-1 0 1,2-1-1,0 2-661,0 0 0,-2 0 0,1 2 1,-1-1-1512,1 0 2297,-1 1 0,2 4 0,0 1 0</inkml:trace>
  <inkml:trace contextRef="#ctx0" brushRef="#br0" timeOffset="8219">1235 725 8190,'0'6'1029,"0"-1"0,0-1-1072,0 1 1,-2 1-1522,-1 0 1564,1-2 0,2 1 0,0-1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35.1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103 185 7765,'0'-6'159,"-2"0"0,-1 0 0,0 1 215,0 1 1,-2 2 0,1 0 69,-1 1 0,-2 5 0,1 2 0,-1 4-126,-2 2 1,2 4-1,-2 1 1,2 2-211,1 3 1,-1 1-1,2 2 1,0-1-575,3-1 0,2-1 1,0 0 26,2-2 1,2-1 0,3-6 0,1-4-1,2-3-325,2-4 0,0-6 0,5-3 764,-2-6 0,2-7 0,-2-1 0,3-3 0,-2-2 0</inkml:trace>
  <inkml:trace contextRef="#ctx0" brushRef="#br0" timeOffset="248">231 262 7765,'10'0'34,"-5"0"0,3 0 0,0 0 344,-1 0 1,1 0-1,1 0-104,1 0 1,0-2 0,0-1 0,0 1-280,0-1 0,-3-3 1,0 0-1,1-2 13,-3-2 1,0 1 0,-3-1 0,0 0 123,-1 0 1,-2 2 0,-2 0-1,-3 1-76,-4 0 1,0 4 0,-1 1 0,0 2 260,-2 5 0,1 0 0,-1 5 0,3 2-204,1 3 0,0-1 0,1 3 0,2 0-345,1 0 0,3 0 0,0-1 0,1 0-308,1-1 1,3 2-1,2-2 1,3-3-384,3-3 1,3-5 0,2-3 922,0-4 0,4-5 0,3-4 0</inkml:trace>
  <inkml:trace contextRef="#ctx0" brushRef="#br0" timeOffset="668">475 205 7765,'-1'4'673,"0"0"1,-2 2-325,0 2 0,0 2 0,-1 3 0,-1 0-128,-3 2 1,0 0 0,-2 3 0,0 1-92,0 1 1,1-4 0,0 3 0,1-3 238,0-1 1,4-5-339,-2-1 0,4-6 0,-1-3 1,3-6-177,0-4 0,3-3 0,1-1 0,2-2-160,3 0 1,-2-1 0,2-2-1,0-1 36,2 1 0,-1 2 0,1 1 0,0-1-287,1 1 0,2-1 0,0-2 0,2 1 195,0-2 1,1 2 0,3-4 271,-1 2 0,1 0 0,0 4 0,-1 1 0,-1 2 91,-2 3 1,-1 3 0,-4 2 0,-3 4 34,0 2 1,-3 4 0,-1 3 0,-1 3 374,-3 4 1,0 2-1,0 4 1,0 3-11,0 1 0,0 1 0,0 0 0,-2 1-49,0 1 0,-3-6 0,2 4 0,-2-1-124,1 0 0,0-1 0,-3 0 1,1 0-298,-1 0 1,1-3 0,0 2-681,-1-4 1,1-1 0,2-8 452,-1-3 1,3-8 0,-2-8 294,-1-5 0,-1-2 0,0-3 0</inkml:trace>
  <inkml:trace contextRef="#ctx0" brushRef="#br0" timeOffset="1331">648 314 7765,'3'-5'554,"-1"1"0,3 3 0,-2-2-385,1 0 0,1 2 1,0-1-1,0 1-280,2 1 1,-1 0 0,1 0 0,2 0-150,2 0 0,1 0 0,1-2 0,0-1-268,2 0 1,-1 1 0,3-3 0,-1 0 527,1-3 0,-3 1 0,0-2 0,-2 1 0,-1 0 0,-5 3 0,-1-2 0,-1 2 0,-3-1 0,-1 2 0,-2 2 0,-3 2 254,-3 0 1,-1 0-1,-2 2 1,0 1 416,-1 3 0,3 0 0,-1 4 0,0 0 32,2 0 1,1 0-1,2 2-525,0-1 1,0 1 0,2-1 0,1 0 0,-1 0-25,1-2 1,7-2 0,2-2 0,2 0-448,2-3 0,2-7 0,-1-4 0,2-3-102,1-3 0,-1 0 1,3-3-1,-2 0 230,-1 0 0,-1 3 0,-2 1 0,-2 2 594,-2 4 0,-4 4-221,-3 4 0,-1 6 0,-3 4 0,-1 1-252,-1-1 1,-1 1-1,2 2 1,0 0-420,0 0 0,4-3 1,-1-2-1,1-1-562,1 0 1,1-4 0,1-1 1024,2-4 0,4-2 0,1-4 0,-1-1 0,2-1 0,-3 2 0,3-1 0,0 3 98,-3 2 0,-2-1 349,0 3 1,-4 5 0,1 3 0,-2 2 171,-2 1 0,1-1 0,-4 2 0,0 0-371,0 0 0,0 0 1,1 0-1,0-1-1928,0-2 343,1 0 1,3-7 0,1-5 1336,1-4 0,0-4 0,2-1 0,0-2 0,1 0 1,-1-2 1,-3 2-1,2-1 1,-1 2 190,0 3 1,0 2-1,-4 2 484,-3-1 1,0 3 846,-2 1-2060,1 4 0,2 1-62,2 4 1,2-1 0,2 0-1,3-1 599,0 0 0,5 3 0,0-1 0</inkml:trace>
  <inkml:trace contextRef="#ctx0" brushRef="#br0" timeOffset="1581">1078 211 7765,'0'6'89,"0"1"0,0-1 1,0 1-1,0 1 563,0 1 1,-1 2-1,0 0 1,-1 1-263,0 1 1,-1 2 0,-1 0 0,0 2-175,0 1 0,2-3 1,-2 0-1,1-2-250,2-2 0,0-4 0,1-5-125,0-3 1,3-5 0,1-9-1,3-3-76,1-2 1,0-3-1,2-2 1,0 1 15,0 0 0,0 3 0,1 1 0,-1 1 364,0 2 0,0 6 0,-1 1 0,-1 4 214,-1 4 0,-1 5 1,0 4-1,-2 5-104,-2 4 1,-1 4 0,-1 0 0,0 3-227,0 2 0,-3-3 0,0 4 0,-2-1-1099,1 2 1070,0-3 0,-3 4 0,1-5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2:34.2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97 1 7877,'2'7'62,"0"1"0,1 2 0,-2 3 26,2 0 0,-1 5 0,-2 2 0,0 2 1,0 3 98,0 2 1,-2 1 0,-1 2 0,0 0-113,0-2 0,-2-5 0,1 0 0,-2-5-946,0-6 1,1-4 0,1-6 870,-1-2 0,-3-5 0,-2-2 0</inkml:trace>
  <inkml:trace contextRef="#ctx0" brushRef="#br0" timeOffset="316">1 219 7765,'0'4'-99,"0"0"116,0 1 1,2-1 0,3 0-1,3-2-84,0 0 0,4-1 1,-1-1-1,3-1-64,3-1 0,2-4 0,0-3 0,0-2 7,1-3 0,-3 2 0,-2-3 0,0 3 281,-3 2 0,-6 2 210,1-1 0,-5 8 0,-1 4 0,-2 4 132,-1 3 0,-1 5 0,2 2 0,-1 0-142,0 0 0,2-2 0,2 1 0,1 0-142,0-2 0,4-3 1,2-3-1,1-3-184,1-3 0,-1-3 1,1-2-94,0-4 0,-1-6 0,-2 0 0,-1-3 1,-3-2-69,-2 0 1,-2-1-1,-2 2 1,-3-1-573,-3 1 0,0 3 1,-2 2-1,-2 2-178,0 2 0,0 1 0,1 1 880,3 2 0,-2-2 0,0 3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06.9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0 211 7885,'0'-13'26,"0"-3"0,0 3 0,0-2 0,1 1 314,2-1 1,2-1 0,4-1 0,2 0-54,4 0 1,1 1 0,3 2-75,1 3 1,4 2 0,-2 4 0,3 3 0,0 4-83,1 3 1,-7 10 0,-3 5 0,-3 4 81,-3 1 0,-1 4 1,-3 2-1,-4 1-6,-1 2 0,-4-5 1,-3 5-1,-3-1 13,-2 0 0,-2-1 1,-3 2-1,1 3-134,1 1 1,0 1 0,-1-2-242,1 0 1,4 1-1,-2-7 1,3-2 0,0-3-1241,1-2 1,2-11-163,1 1 0,3-10 1557,-1-1 0,6-6 0,1-6 0</inkml:trace>
  <inkml:trace contextRef="#ctx0" brushRef="#br0" timeOffset="484">17 186 8188,'0'-9'934,"0"1"-606,0 3 0,1 3 0,1 8 1,1 6 80,-1 6 1,1 8 0,0 9-1,-1 9-135,-1 8 1,-1 10-1,0 10 1,-1 6-103,-2 2 1,1-10 0,-2-3 0,-1-4-127,0-4 1,3-8 0,0 2-308,1-8 1,1 2-1,0-14 1,0-4-2056,0-3 1144,0-3 1172,3-14 0,2-5 0,4-8 0</inkml:trace>
  <inkml:trace contextRef="#ctx0" brushRef="#br0" timeOffset="764">102 822 8888,'8'0'33,"1"0"1,3 4 0,1 2 0,2 1 306,-1 2 1,3-1 0,3 2 0,2 0-2809,2 2 2468,-3-1 0,7 1 0,-2 1 0</inkml:trace>
  <inkml:trace contextRef="#ctx0" brushRef="#br0" timeOffset="1032">552 423 7871,'-11'-2'379,"-1"-1"1,-3 0-1,2 3 1,0 0 9,2 0 1,1 4 0,3 1 0,1 3 21,3 0 1,2 5-1,2 1 1,2 3-384,3 3 1,5 2-1,3 6 1,2 1-105,1 1 1,0 0 0,0 1-1,0-2 9,0-3 0,-3-2 1,-1-1-1,0 1 10,-3-3 1,-4 1 0,-4-1 0,-1 0 51,-1-1 1,-3-4 0,-4 3 0,-3-1-83,-4-1 1,0-4 0,0-1 0,-1-3-434,-1 0 0,0-5 1,2-1-1,2-2-323,-1-1 0,8-1 0,-1-2 843,4-2 0,2-7 0,0-1 0</inkml:trace>
  <inkml:trace contextRef="#ctx0" brushRef="#br0" timeOffset="1348">798 1094 7829,'-8'9'385,"-1"-2"0,1-1-319,-1-3 1,1-3 0,-1-4 0,2-6 339,1-9 1,2-5 0,4-10-1,0-6-350,0-6 1,2-3 0,3-6 0,4 2-110,4 0 0,1 4 0,3-5 0,0 0 87,0 3 0,-3 9 1,0 4-1,0 8 115,-1 7 1,0 9 0,-5 6 0,0 6-46,-3 6 0,2 7 1,-3 8-1,0 2 124,-1 4 0,1 3 1,-2 8-1,1 3-346,-1 2 1,0 0 0,-1 2 0,2-4-404,-1-5 0,-1-5 1,-1 2-1,0 0-1838,0 0 2359,0-6 0,0 3 0,0-1 0</inkml:trace>
  <inkml:trace contextRef="#ctx0" brushRef="#br0" timeOffset="1590">790 856 7829,'0'-5'1583,"1"0"-1109,2 1 0,-2-2 0,5 1 0,2-1-231,2 1 1,4-1 0,6-3 0,3 1-699,1-1 1,3 1-1,0-1 1,2 1 454,1-1 0,1-3 0,3-1 0</inkml:trace>
  <inkml:trace contextRef="#ctx0" brushRef="#br0" timeOffset="1899">391 1527 8138,'-4'-7'0,"-3"0"580,-3 1 0,0 2 0,-4-2 0,1 3-234,0 2 1,2 5-1,-4 3 1,0 4-112,-1 6 0,2 2 1,1 5-1,1 3-47,1-1 0,3 4 0,2 1 0,3 1-534,2 2 1,5-5 0,3 4-1,3-3-501,4-3 1,4-8 0,3-6 0,3-5-1443,-1-5 2289,1-6 0,5-9 0,1-6 0</inkml:trace>
  <inkml:trace contextRef="#ctx0" brushRef="#br0" timeOffset="2165">518 1527 7838,'-11'-3'397,"-2"1"1,1 0 212,0 1 1,0 1-1,1 0 1,-1 2-201,-1 3 0,2 2 0,1 6 0,3 0-250,5 0 1,1 3 0,1 2-1,1 2-245,1-1 0,7-4 0,5-3 0,2-1-354,1-4 0,4-4 1,1-1-1,0-4-50,1-3 0,-3-7 0,1-3 1,1-3 189,0-2 1,-6-3-1,1 1 1,-2 0 188,-2 3 1,-2 4 447,-5 0 1,-3 11 0,-5 3-178,-1 7 1,-2 8-1,1 1 1,0 2-370,0 2 1,0-3 0,3 2 0,-2-2-1437,1-3 1644,1 1 0,5-5 0,0 4 0</inkml:trace>
  <inkml:trace contextRef="#ctx0" brushRef="#br0" timeOffset="2465">756 1502 11370,'0'8'976,"0"2"1,0 1-784,0 3 1,0 3 0,0 2 0,0 2-185,0 0 1,1-4 0,1 1 0,0-2-64,0-3 0,3-4 0,1-3-29,1-3 0,-1-10 0,0-5 0,0-7-415,2-7 0,0-1 0,1-6 0,-1-2 206,1 0 0,0 3 1,2 2-1,4 2 362,1 3 0,-1 7 0,0 8 1,1 5 9,-1 8 1,-3 7 0,1 13-1,1 6 54,-1 6 1,-6 0-1,2 1 1,-2-2-366,-3 0 1,3-6 0,-3 1 0,-1-6-1397,1-6 1627,3-6 0,-3 1 0,5-3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2.0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85 241 8014,'-4'-8'93,"0"2"0,-5 0 248,1 0 1,-1 2 0,1 1 0,-1 2-70,1 1 1,2 4 0,1 2 0,0 5-114,1 3 1,2 2 0,-1 2 0,2 1-69,1 1 1,0-1 0,0-3 0,1 0-208,2-2 0,-1-4 0,4 0 0,3-3-138,1-4 1,3-4 0,-2-4 119,3-3 0,1-7 0,0-2 1,-1-5 22,1-3 0,1-1 0,-1-1 0,-2-2 0,0 1 126,0-1 0,-1 6 0,1 1 107,-1 6 1,-2 9-1,-3 8 1,-2 7 0,-1 8 104,1 6 0,-3 4 0,2 2 0,-1 3 20,-1 2 0,2-5 0,-1-1 0,3-2 62,1-1 0,-1-8 0,0-3-314,0-5 0,2-5 0,1-4 0,2-3-239,0-8 1,1-5 0,-1-9 0,0-2 0,0-4-121,1-4 1,-2 0 0,1-3 418,-1 1 1,1 0-1,0 4 1,0 5 28,-2 8 0,-3 3 1,-1 10 29,2 6 0,-2 5 0,-1 6 0,1-1 1,-1 2-150,0 1 0,2-2 0,0 3 0,2-3-494,0 0 0,-2-4 0,-1 0 1,2-1-289,0-2 0,3-1 1,-1-2 816,0-2 0,5-6 0,-5-4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2.3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26 7380,'-9'0'-1399,"2"-1"1323,1-2 1,1 1 75,2-3 0,2-1 0,-2-2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2.7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76 8521,'5'7'598,"-2"2"0,-2 5-275,-1 3 1,0 5-1,0 6 1,0 4-132,0 1 0,0-2 0,-1-1 0,-1 0-28,-1 0 1,-1-5 0,2-2 0,-1-4-177,2-5 1,0-7 0,1-3-185,0-3 1,0-4 0,0-9-1,1-5 109,1-5 1,0-4 0,4-5 0,1-4-165,4-2 1,-1-1 0,3-3 0,1 0 178,-1 0 1,-3 8 0,2 4 0,-3 6 266,0 6 1,-1 12 7,0 5 1,-3 8 0,-2 12 0,-2 4 46,-1 3 1,3 1 0,0 4 0,-1 1 98,-2 0 1,0-1-1,0 0 1,0-3-199,0-4 1,0-4-1,1 0 1,1-3 20,1-5 1,1-4 0,-1-3-630,2-3 1,2-7 0,0-4 318,-2-5 1,1-7 0,2-4 0,1-3 0,0-4-200,3-2 0,-6 1 0,3 3 1,-2 1 265,1 1 0,0 5 0,0-2 1,-2 5 797,0 6 1,-4 8-534,1 5 0,-2 8 1,0 8-1,1 5-139,0 3 1,1 1 0,-3 5-401,0-1 1,0 1 0,0-2 0,1-3 0,1 0-1364,1-4 1,4-6 1707,-2-4 0,3-5 0,0-3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3.0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0 9004,'-3'12'0,"-1"0"161,-1 1 1,0 1 0,-3 3 0,2 0-268,0 0 1,3 0-1,-2-1 1,2-1-281,1-1 0,1-3 386,1 0 0,3-9 0,2-3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3.0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16 7728,'-3'-5'-289,"0"-1"1,-1 4-61,1-1 0,2 3 349,-1 3 0,1 2 0,1 3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3.5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109 0 7921,'-3'10'139,"-3"0"0,-1 2 394,-2 2 0,1 0 0,-2 3 1,0 1-189,-2 2 0,1 1 1,3 4-1,-1-3 128,1-2 0,3-6-758,2-2 0,7-8 0,3-5 0,5-7-227,1-8 1,1-2 0,3-5-1,0 0 50,0-2 1,0 3-1,0 1 1,0 3 182,0 5 1,-3 5 0,-1 3 0,0 3 515,-3 3 0,-2 10 0,-1 9 0,-2 4 455,-1 5 1,-3 1 0,-3 4 0,-4 0 78,-2 0 1,-3 0 0,-1-1 0,-1-2-396,-3-3 0,1-2 0,0-4 0,1-2-201,-1-2 1,3-8 0,0-2 0,3-3-646,1-4 0,0-1 0,2-3 1,3-5-795,-1-2 0,3-5 0,-2 0-1080,2-1 2344,5-1 0,1 0 0,3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3.8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 7886,'0'6'1117,"0"-1"-381,0 2 1,-3 0-1,1 3 1,0 1-390,1 3 1,1 4 0,0 4 0,-1 4-301,-2 4 1,2 1-1,-2 3 1,2 0-137,1 0 1,0-4 0,0-4 0,0-4-35,0-5 1,1-10 0,2-1 0,3-6-284,1-6 1,2-5 0,-1-11-1,2-9 122,1-6 0,-2-3 0,3-3 0,-3 4 300,0 5 0,-1 8 0,1 3 0,-2 4 182,-1 6 1,-1 6-1,-4 6 1,2 6 260,-1 6 1,-1 5 0,-2 4 0,-1 4-51,-1 3 1,0 0-1,1 4 1,-2-1-1014,-1 0 0,3-5 0,0 1 0,1-3-557,1-5 1,1-7-1,1-3 1161,4-4 0,2-7 0,0-1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3.8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0 9182,'0'9'875,"0"-1"0,0 1-612,0-1 0,0 6 0,0 4 0,0 6-416,0 6 0,-4 4 1,-1 3-1,0 3-2063,-1 1 2216,0-2 0,-2 2 0,-1-2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4.3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0 153 7831,'0'-8'0,"0"-1"0,1 1 0,1-1 0,2 1 372,0-1 0,-1 4 0,4-1 1,1-2-210,3-2 0,1 3 0,-1-1 0,4 0-771,4 1 1,3-2-1,2 2 608,-1 1 0,5-5 0,-1 1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4.6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0 8880,'-8'4'328,"-1"1"0,5 0 0,0 1 0,1 0 57,0 2 1,0 4 0,3 2 0,0 4-262,-3 5 0,2 1 0,-2 7 0,2 2 19,1 3 1,0-4 0,-1 2 0,-1-3-122,-1-4 0,1-2 1,2-9-119,0-2 0,0-7-90,3-7 1,-1-7 0,4-8 0,1-3 110,4-2 0,-1-4 0,3 2 1,1-3-267,-1 0 0,1 0 0,3 3 0,0 1 20,0 0 0,-4 7 0,-1 0 284,1 3 0,-4 7 1,1 2-1,-3 5 894,-4 5 0,-2 4 1,-1 5-1,-1 1-368,-2 2 1,-2-1 0,-3 3-1,-1-1-390,1 1 1,-4-2 0,0 2-1,0-2-687,0-1 0,-2-2 0,2-3 0,2-2-783,0-3 0,5-4 0,0-3-1009,1-4 2380,1 1 0,7-10 0,1 1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4.8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43 179 8248,'8'-7'0,"1"0"340,-1 1 1,2 1 0,0-4 0,1 1-98,0-1 1,-2 0 0,-1-1 0,-3-3 204,-2 0 0,-2 2 0,-1-2 0,-1 0-287,-2 3 0,0 0 1,-4 2-1,-3 0-238,-3 3 1,0 1 0,-2 4 0,2 0 175,0 0 1,2 7 0,3 2 0,-1 4-114,1 5 0,3 0 0,2 5 0,2 1 153,1 4 1,4-1 0,3 3 0,3-1-550,4-1 1,3-5 0,2-2-1,2-3-631,0-5 0,2-6 0,3-6 1041,-1-6 0,0-8 0,1-9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5.1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1 150 7665,'0'-8'360,"0"-1"1,0 1 108,0-1 1,1 2-70,1 1 1,0 4 0,3 8-189,-1 5 1,-1 5 0,-3 4 0,0 3-240,0 5 1,0-1 0,0 3 0,0 0 2,0-3 1,-1-1-1,-1-1 1,-1-3 27,1-2 1,1-6-1,1-4-82,0-6 0,1-13 1,2-12-1,3-6-85,5-7 1,-1-1 0,4-3-1,1 2 26,1 0 0,1 6 1,0-3-1,0 2 6,0 4 0,0 3 0,-1 5 1,-1 2-342,-4 3 1,-2 10 0,-1 0 0,-2 8-640,-4 7 1111,-1 4 0,-1 6 0,0 1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5.4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1 229 7719,'8'7'0,"2"0"34,1-1 0,-2-4 1,4 0-1,-2-1 360,0-1 0,4-7 0,-1-4 0,0-5 143,0-4 1,-6 1 0,2-4 0,-3 1-422,-3 0 0,-2-2 1,-2 4-1,-1 2 9,-2 0 1,-4 4 0,-5 4 0,-2 3 63,-1 5 0,-1 2 0,0 3 0,1 6-77,1 4 1,4 7 0,-1 3 0,4 1 18,1 2 0,4-1 0,-1 1 1,2 2-234,1 0 0,1 1 0,3-1 0,4 0 146,6-1 1,2-3 0,1-4 0,1-5-24,1-8-21,3-4 0,4-10 0,-1-3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5.7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94 15 7719,'0'-8'760,"-1"3"0,0 3 1,-3 5-319,-1 5 1,2 6 0,-1 5 0,-1 5-325,0 3 1,-1 1 0,-2 3 0,0 1-370,3 1 0,-3 1 0,3-1 0,0-1 375,-1-1 0,4-4-124,-1-2 0,-1 1 0,-1-5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5.7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0 136 7719,'5'-9'471,"-2"1"0,1-1 0,0 2 0,-1 0-281,1 2 0,3 0 0,-3-2 1,2 2-178,0-2 1,-1 2 0,4 1 0,-1-1-218,1 0 1,-1 2 0,1-1-1,-1-1-258,1 0 0,0 2 1,2-1-1,0-1-1382,-1 0 1844,0 3 0,2-5 0,1 2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6.0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34 7719,'0'9'0,"0"3"0,0-3 0,0 4 0,-1-1 507,-2 2 0,2 3 0,-2 3 0,1 2-104,0 3 0,1 0 1,-3 1-1,1-1-184,0 1 0,0-4 0,3-1 0,0-3 518,0-5-533,0-6 1,0-8 0,0-8 0,1-5-385,2-5 1,2-2 0,3-5 0,1 0-334,-1-2 1,-2 0-1,0-1 1,0 2-18,2 2 1,-3 4-1,0 1 1,0 1-56,0 3 1,-3 4 0,4 1 243,1 2 0,-3 4 0,2 2 341,1 2 0,0 1 0,2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6.1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7719,'8'9'0,"-2"2"0,-1 1 229,-1 1 1,1-1 0,-2 1 0,0 0 100,1 0 1,-3 1 0,2 2 0,-2 0-785,-1-2 1,-1-4 0,-2 0-998,-3-3 1451,2-3 0,-3-8 0,2-1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6.6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93 7779,'2'-15'0,"1"-2"164,-1-1 0,-1 6 0,-1 1 166,0 1-548,0 4 1,0 3 0,1 6-1,1 3 218,1 4 0,3 4 0,-1 3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6.9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85 152 7659,'0'5'1067,"1"-1"-406,2-4 0,-2-4 0,3-2 1,-1-2-510,0-4 0,-1-1 0,-2-4 0,0 0-137,0 0 0,-1 1 1,-1 1-1,-4 2 39,-2 1 1,0 4-1,-1 5 1,1 3-1,-1 3 0,0 5 0,0 8 0,-1 3-121,3 7 1,1-1-1,0 5 1,3-2 32,2 0 0,1 1 0,1-4 0,2 0-282,3 1 0,4-4 0,3-4 1,0-5-105,2-5 1,1-6 0,1-2 0,0-6-268,0-4 0,0-7 0,0-6 0,-1-1 687,-2-2 0,2 0 0,-3-1 0,0-2 0,-1 2 0,-3 1 0,-1 1 0,-2 1 175,0 2 0,-4 10 1,0 1 347,-4 6 1,-2 3 0,-2 4-1,4 4 58,1 2 0,1 4 0,0 2 0,0 3-319,0 3 0,1-1 0,0 2 0,3 0-264,1-2 1,-2-1-1,2-1 1,-1 0-132,1 0 0,-2-4 1,2-1-1,-2-3-178,-1-1 0,-1-2 1,-3-1-216,-3-1 1,-1-2 0,-6-2 0,-1 0 472,-1 0 1,1 1 0,-1 1 0,-1 1 320,-1-1 0,2 2 0,0 0 0,2 0-31,2 3 1,3 0 0,2 2-1,2-1 460,1 1 1,2-1-1,3 1-474,2-1 1,4-2 0,1-1-1,2-2-375,2-1 1,0-2 0,2-2-1,-1-5-352,-1-3 1,-1-1 0,2-3 0,-1-1-21,-2-1 0,-1-1 1,-2 0-1,-1 0-2209,1 0 2733,-5 0 0,4-4 0,-3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7.3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35 136 7659,'-9'-5'947,"1"2"-642,-1 3 1,5 0 0,1 3-1,2 4-1,1 3 1,0 1 0,0 2 0,0 1 15,0 2 1,0-4 0,0 4-1,1-1-186,2-2 1,-2-3 0,5 0 0,1-3-171,0-4 0,2-3 0,-1-4 1,2-4-27,1-6 1,-2-5 0,3-4 0,-2-2-268,1-4 1,-1 2-1,0-2 1,-2 1-277,-3 4 0,-3 10 462,1-1 1,-2 18-1,-1 3 1,0 8 607,0 6 1,1-1-1,1 2 1,1 1-67,-1 0 0,1-6 1,1 0-1,1-3-244,2-2 1,-1-2 0,1-2 0,-2-1-240,2-3 1,1-3 0,-1-3 0,0-3-138,-2-1 1,1-4 0,2-2-1,-2 0-184,0-2 0,-3-1 0,1-1 0,0 0-71,-2 0 0,0 1 0,0 1 0,1 2-175,-1 0 1,-1 2 0,-1 3 650,0-1 0,-4 4 0,3-2 0,-3 2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7.7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7659,'3'6'60,"0"-1"1,2 1 0,-2 4 0,0 0 428,1 1 1,-3 2 0,1-3-1,-1 2-338,-1 1 1,0-2 0,0 1 0,0-1-1160,0 1 1,-2-4-387,-1-2 1394,-4-4 0,6-2 0,-3-5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8.0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0 7597,'-3'9'331,"2"-3"0,-3-2 137,0 0 1,2 2 0,-3-3-824,2 2-1189,0-3 1287,3 2 1,1-7 0,1-1 0,1 0 57,2 1 0,-2-3 0,3 2 189,0 0 0,-1 2 0,0-2 64,-2 0 1,1 3 0,-2-1 327,1 4 0,0 0 1,-2 5-1,1 1-80,0 2 1,1 7 0,-3-1 0,0 3-45,0 3 1,3 0-1,0 1 1,-1 0-359,-1 1 0,-1-3 0,0 1 0,-1-1-45,-2-2 0,-1-4 1,-2-2-1,0 0 30,-1 0 115,0-2 0,-5 1 0,-2-4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8.4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0 171 7597,'4'-5'261,"-2"1"-176,4 4 1,-1-4-1,4-1-421,-1-3 1,-2 0 0,0-2 0,0-1-1,2-3 0,0-3 0,1-2 336,-1-1 0,5-4 0,0 3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8.8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7597,'0'8'195,"0"1"172,0-1 0,0 4 0,1-1 0,1 1-122,0 3 0,1-1 1,-3 6-1,0-1 4,0 1 1,1 2 0,1 3-1,1 1-109,-1-1 1,2-5-1,-2-2 1,1-2-155,1-4 0,-2-2 0,4-5-387,0-2 1,-1-9-1,0-3 1,2-3 114,1-3 1,-3-1 0,0 0 0,0 0 68,-1 2 1,-1 5 0,3 0 516,1 6 1,0 3 0,2 3 0,-1 6-133,1 4 0,-1 1 1,1 2-1,-1 2-479,1 0 1,-2 0 0,-1-2 0,-3-2 310,-2-2 0,-1 1 0,0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9.2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111 50 7579,'0'-8'0,"0"-1"0,0 1 0,0-1 207,0 1 0,-3 3 1,-3 2-1,-2 3-44,0 3 1,-1 3-1,1 5 1,-1 4-15,1 4 0,-1 3 0,1 3 1,-1 1-146,1-1 0,2-3 0,2-2 1,0-3-128,2-3 1,1-2-1,2-4 1,2-3 9,2-2 0,6-7 0,1-4 0,1-6-52,2-5 0,1 0 1,1-3-1,-1 1 109,-1-1 0,0 3 0,-4 0 0,-1 3 102,0 2 0,-5 6 0,0 2 108,-1 4 0,-4 9 0,-4 10 1,-1 4 100,-1 4 1,-5 0 0,0 1-1,2-1-43,2 1 1,0-1-1,2 0 1,-1-2-27,1 0 0,3-4 1,-1 1-1,2-3-178,1-3 0,4-1 1,1-4-1,3 0-11,0-4 0,2-4 0,1-2 0,3-1-138,2-4 1,1-5 0,0-3 0,-1-3-47,-2 0 1,2 1 0,-2-1 0,0 0-418,0 0 1,-6 2 0,3 1 0,-1 0-975,0 1 1578,-1 4 0,0-2 0,-1 2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9.5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 8409,'-5'4'1022,"0"-3"1,3 6-747,-1 3 1,1-1-1,2 5 1,0 2-193,0 3 1,1 0-1,1 2 1,4-2-42,2 0 1,0-5 0,1 1 0,-1-4-246,1-4 1,-1-4 0,0 0 0,1-4-90,-1-4 0,-2-3 1,0-8-1,0-3 71,2-2 1,-2 2 0,-2-3 0,0 1 174,-2 2 0,0 4 0,0 2 203,1 1 1,-1 5 0,-2 8-116,0 7 1,1 4 0,1 5 0,1 0-208,-1 0 1,0 1 0,1 1 0,2 0-425,3 0 1,-2-5-1,-1-2 1,3-3 587,2 0 0,2-5 0,3-1 0,-3-2 0,0-1 0,-2-7 0,2-3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19.9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 18 7696,'-4'-6'163,"-2"0"1,2 5-1,-2-2 1,-1 2 282,0 1 1,1 0-1,0 1 1,0 2-100,-2 2 0,3 3 0,0 1 1,1 2-133,2 0 1,1 4 0,1-2-1,1 1-359,2 1 1,2-4 0,3 2 0,1-1-185,-1-1 0,2-5 1,0-1-1,1-1-56,0-2 0,-2-2 0,0-3 0,-1-3 124,1-1 0,-2-3 1,0 0-1,-2-1 121,-2 0 0,0-1 1,-3 1-1,0 0 490,0 2 0,0 3 0,0 0-286,0 0-151,0 2 1,0 4 0,0 6-333,0 1 0,1 1 0,1-2 418,1 0 0,3-4 0,0 1 0,1-3 0,-1-3-32,0-3 1,-3-1-1,2-2 1,-1 1 91,1-1 0,-2 4 0,2-1 293,-2-1 0,1 4 441,-1 0 0,-2 3-495,2 3 0,-2 2 1,-1 6-1,1 1-268,1 1 1,-1 0 0,2 2 0,-2 0 34,-1 0 0,0-2 0,0 0 0,1-1-109,2-1 1,-2-5-344,2 0 1,-2-5 248,-1-1 0,2-4 0,1-4 0,-1-2 53,-1-1 1,-1-1 0,1-3 0,1 0 17,1 0 0,1 2 0,-3 0 0,2 1 74,-1 1 0,2 2 0,0 1-33,0 3 1,2 2-1,2 6-58,-3 2 0,3 6 0,-3 0 0,0 0 9,1 2 1,-1-3 0,4 3-1,-1-1 74,1-1 0,-1-2 0,1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20.3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85 0 7930,'0'10'0,"-1"0"347,-1 2 1,0 3 0,-3 0 0,1 3-109,2 1 1,1 5-1,1-1 1,0 1-111,0 2 0,0-1 1,0 1-1,0-1-275,0 1 0,0-5 0,0-1 0,0-2-1538,0-1 0,0-4 1684,0-1 0,-3-8 0,-3-4 0,-2-4 0,0-5 0,-1-1 0,1-3 0,-1 0 0,4-1 0,0-2 0,1 1 83,2 1 0,1 3 0,1 0 1,0 2 501,0 0 0,3 1 0,1-1 0,1 1-333,1-1 0,-1 1 0,1-1 0,0 1-555,2-1 1,1 4 0,2 0-1,0 0 211,-1 0 0,1 4 0,-1-2 1,1 2-1197,0 1 0,-1-3 1288,2 0 0,1-3 0,4 1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20.6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1 7684,'-3'8'191,"0"1"1,0-1 0,3 2 215,0 1 0,0-2 0,0 3 0,0-3-223,0 0 0,0 0 0,1 2 0,2 0-117,3-1 0,1 0 0,2-3 0,-1 0-49,1-2 0,0-3 0,1 1 0,2-2-450,-2-1 0,0-4 1,-2-2-1,1-5 189,-1-3 0,-2-3 0,-2-1 0,0 0 168,-2 2 0,-1 4 1,-1-1 900,0 1-765,0 4 0,3 9 0,0 8 0,-1 4 135,-1 3 1,1-2 0,2 0 0,0 1 45,0 1 0,-1-2 0,-1 0 0,2-2-242,1-2 0,1 0 0,2-2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21.0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60 7655,'0'5'0,"0"1"503,0 1 1,0 0 0,0 2 41,0-1 1,0 1-1,0 0 1,1 2-395,2 0 1,-1 1-1,2-1 1,1 1-106,0 1 1,-2-2 0,1 3 0,1-2 141,0-2 0,-2-3-518,2-2 1,-2-3 0,2-1 0,-1-5 170,-3-8 1,0-3 0,0-2 0,1-1 10,1-2 0,0 3 1,-3-3-1,0 3 95,0 3 1,0 0 0,1 5 0,1-1 225,1 3 1,0 4 212,0 0 1,1 9 0,3 3 0,-3 4-183,0 2 1,2 1 0,-3 1-1,-1 0-58,2 0 0,0-1 1,3-2-1,-3-3 58,0-1 0,2-2 1,-3 0-786,2-3 0,1-3 0,1-6 361,-1-5 1,1-5 0,-4-1-1,1-4-34,0-4 1,3-1-1,-2-1 1,3 3 99,0 2 1,-2 2 0,0 3-1,0 2 500,2 5 0,-3 5 0,1 0 0,1 2 56,0 1 0,-1 7 0,0 2 0,1 4-237,3 2 1,0 1-1,1 1 1,-1 0-8,-2 0 0,1 0 0,-1 0 0,1 0-1105,-1 0 0,-2-4 0,-2-2 0,1-2-2215,0-4 3162,-3-1 0,2 0 0,-4 1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21.3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128 92 7608,'0'-22'233,"0"2"0,0 5 0,-1 2 32,-2 1 1,-2 4-1,-6 6 1,0 4 111,0 4 1,-1 1 0,1 2 0,0 0-151,-2 3 1,6 2-1,-3 5 1,2 0-193,1 0 1,4 3 0,1 0-1,1 0-156,1 1 1,0-3-1,1 1 1,0-2-249,2 0 0,7-6 0,-1 4 0,3-1-838,4-3 0,0-5 0,1-6 1207,0-4 0,0-2 0,-1-5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21.9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17 161 8033,'0'12'715,"-2"0"1,-2 4 0,0 2-374,0 0 0,1 0 1,3-1-1,0 0 30,0 0 0,1-6 1,2-2-1,3-1-356,1-4 0,5-3 1,0-4-1,0-3-509,1-1 0,-1-6 0,-2-2 0,1-3 62,0-2 0,-5-2 0,-4 2 0,-1 0 200,-1-1 1,0 6 0,-1-2 0,-1 2 37,-4 2 0,-2 2 0,0 4 0,-2 2 167,-1 2 0,2 0 1,-3 3-1,3 0-217,0 0 1,4 3 0,0 0 46,1 2 1,2 1 0,5 1 195,3-1 0,2 1 0,3-5 0,0 0 0,-1-1 0,3-1 0,-2 0 0,-1 0-46,0 0 1,-2 0-1,1 0 1,-1 0 298,1 0 0,-2 1 1,0 1-1,-1 3 239,0 2 1,-1 1-1,0 5 1,-1 0-128,1 0 1,-2 3-1,2 2 1,-1 2-306,1-1 1,0-1-1,1-2 1,-1-1 25,-1-1 0,0-7-289,-2-1 0,-1-6 1,3-5-1,-1-5-73,0-6 0,0 0 0,-3-5 0,0-2 36,0-1 1,1 2 0,0-5 0,2 2 139,-1 1 0,3 1 1,0-2-1,0 2 182,1 0 0,0 9 0,2 3 115,1 6 1,-2 9 0,0 4 0,-3 6 77,0 5 1,2 3 0,-2 3 0,-1 1-121,1-1 0,2 0 0,-2-3 1,-1-1-17,1 0 1,2-6 0,-3 1 0,0-3 13,0-2-322,-2-6 1,6-6 0,-4-6 0,-1-5-22,-1-1 1,-1-2 0,0-4 0,0-1 77,0-2 0,0 2 0,0-1 1,0 1 26,0 2 1,2 5 0,1-1 162,-1 4 0,3 5 0,0 3 85,-1 4 0,1 6 0,-3 4 0,2 1-461,0 2 0,1-2 0,2 2 0,-2 0-263,2 1 0,-2-3 0,0-2 0,2-1 561,0-2 0,-1 0 0,0-3 0,-1 3 0,4-3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22.3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92 7608,'0'9'473,"0"0"1,0 2 0,0 0 0,0 0 0,0 1 44,0-1 0,0 5 0,0-1 1,0 3-443,0 1 0,1-2 0,1 4 0,1 1-292,2 0 1,-2-3 0,2 1 0,-1-3-253,1 0 0,0 0 0,1-1 0,-1-4-397,-1-4 0,-1-6 390,-3-2 0,0-5 0,0-6 1,-1-4 474,-2-4 0,-2 0 0,-2-3 0,0-2-1,1 0 1,2 0-1,-3 0 1,2-1 209,2-2 1,0 6-1,3-4 1,0 3 147,0 0 1,0 3 0,1-1 0,3 2-19,4 1 0,1 4 0,2 3 0,-1 2-145,2 3 0,-3 3 0,1 0 0,-2 4-8,-2 3 0,-2 6 0,2 1 0,-3 1 24,-2 2 0,-1 2 0,0 3 1,0 2-85,0-1 1,-1 1 0,-2-3 0,-3 1-439,-1-1 1,1-1 0,0-2 0,0-2-539,-2-3 0,3-5 1,-1-3 288,-1-2 0,4-5 0,0-2 0,2-1 561,1-2 0,4 1 0,0-5 0,5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22.7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12 7663,'0'-5'899,"0"-1"0,0 5-439,0 1 1,-3 4 0,0 5-1,1 3-411,1 2 1,1-1 0,1 1-1,2 1-263,3 1 0,-2-2 0,2 0 0,2-2 40,2-2 1,-1-1-1,4-4 1,-2-2-294,0-2 1,1-2-1,-4-2 1,1-3 189,-1-5 1,0-2-1,-3-3 1,-2 1 172,-2 1 0,-1 1 1,0-1-1,0 2 1249,0 3 1,0 3-719,0 0 1,0 9 0,0 2 0,0 5-327,0 4 1,1 0-1,1 2 1,2-1-367,0-1 1,1-4 0,2 2 0,-2-3-570,2 0 1,-2-5 0,0-1 312,2-2 0,0-5 0,-1-2 521,0-5 0,-1-9 0,4-7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23.1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33 7619,'0'-8'0,"0"-1"924,0 1-403,0 3 0,0 2 1,0 7-1,0 5-113,0 4 1,0 3 0,0 2-1,1 2-344,2 2 0,-1 3 0,3 0 0,0 2-354,-1 1 1,-1-1 0,2 4 0,-1-1-750,-3 0 0,1-5 0,0-1 0,1-2-301,-1-3 1340,-1-5 0,-9-2 0,-1-3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23.4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0 272 7472,'0'-9'110,"0"1"1,0-1 0,1 1 321,2-1 0,-2 1 0,3-1 0,-1 1-221,0-1 0,3 1 1,-1-1-1,1 1-403,-1-1 1,1 1 0,1-1 0,0 1-531,-1-1 1,-1-2 0,4 0 0,-1 1 450,1 4 0,-3-2 0,-1 3 271,2 1 0,-3 0 0,2 4 0,-1 1 0,1 2 0,-4 2 162,-1 3 1,0 1 0,1 2 0,1 1 340,-1 1 1,2 1-1,-1 3 1,1 0-328,0 0 0,0 0 0,-2 0 1,1 0-530,2 0 1,-3-4 0,2-1 0,-1-3-420,-1 0 1,2-5 771,-1-1 0,-2-9 0,2-6 0,-2-3 0,-1-2 0,0-4 0,-1-1 0,-1-3 27,-1 0 1,-1 2-1,2 1 1,-1 1 299,-2-1 1,3 4 0,-2 1 0,1 4-37,1 1 1,-1 5 0,2 0-86,-2 2 1,2 3-857,-2 5 0,2-1 1,1 3-482,0 2 1131,4-3 0,1 3 0,3-2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23.8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7699,'3'8'0,"-1"1"214,0-1 1,2 1 0,-1-1 0,0 1 157,0-1 1,-2 4 0,2 0 0,-1 1-30,1 2 0,-2 1 0,2 1 0,-2 0-197,-1 0 1,3 0 0,-1-1 0,0-1-98,-1 0 1,-1-8 0,0 2-178,0-2 0,1-4 0,1-3 0,1-5-107,-1-2 0,-1-6 0,-1-2 0,0-4 38,0-3 0,0-3 1,-1 0-1,-1-1 195,-1 1 1,0 3-1,3 3 1,0 3 1249,0 2-957,0 4 0,1 6 0,1 10 0,2 6-341,0 4 1,-1 5 0,2 1 0,0 2-219,-1-1 1,2 0 0,3-4 0,-1-3-765,1-4 0,0-6 1,1-3-1,3-3 1032,0-3 0,-3-6 0,2-6 0,-3-3 0,0-5 0,3-2 0,1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24.2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1 7920,'-9'0'1110,"4"1"0,-1 2-817,0 2 1,-1 3-1,1 0 1,3 1 202,-1-1 0,2 1 0,-3-1-567,1 1 1,2-2-183,5-1 0,2-2 0,4-3 0,2 1-139,0 1 1,0-1-1,-2-2 1,0 1 238,3 2 1,-3-1 0,2 4 0,-1 0 558,-2 2 0,0 4 0,-1 3 0,-2 4-145,2 4 0,-3-1 0,-2 2 0,-1 1 486,-1 2 1,-3-3 0,-3 4-1,-2-4-522,0-1 1,-1-8 0,1-1 0,-2-3-818,-1-3 0,4-2 0,-4-2-937,1 0 0,0-5 0,5-4 1,2-3 1528,2 0 0,1-5 0,0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3:24.6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 7608,'-1'8'-61,"-2"1"1,-2-1 0,-3 1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4:11.1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291 51 7739,'-6'-12'415,"-3"1"0,-4 0 1,0 5-1,0 1 1,-2 1 220,-1 2 1,-1 2-1,0 4 1,-1 4-333,1 6 0,4 3 0,2 3-84,1 3 1,2 1-1,3 2 1,2 0-1,2 0-182,1 3 0,4-5 1,1 0-1,3 0-124,1 1 1,-4-4-1,0 3 1,-1-3-96,-2-2 0,-2-5 0,-2 4 0,-2-1-142,-1-2 0,-3-2 0,-5 0-265,0-1 0,2 0 0,-3-4 0,2 0-863,2-2 0,0-3 1451,1-3 0,1 0 0,-1 0 0</inkml:trace>
  <inkml:trace contextRef="#ctx0" brushRef="#br0" timeOffset="248">394 350 7739,'22'-14'236,"-2"1"0,-2-1 125,-1 1 1,-3 1-1,0-5 1,-3-1-145,-3 0 1,-1-1 0,-4 0 0,-2-2 190,-3-1 1,-3 3 0,-7 0 0,-2 3-5,-2 2 1,-2 6-1,-1 1 1,-2 2-142,-1 3 1,-1 9 0,-2 4-1,2 5 83,3 4 0,0 3 1,2 6-1,2 2-315,0 2 0,7 2 0,1 2 1,3-1-345,3-3 1,3-2 0,5-5-1,5-2-996,5-5 0,5-8 1,5-2-1,6-5 1309,4-3 0,-1-9 0,3-1 0</inkml:trace>
  <inkml:trace contextRef="#ctx0" brushRef="#br0" timeOffset="415">728 102 8253,'-11'4'0,"-2"1"900,0 3 0,-2 2 0,-4 2 0,-1 5-438,1 5 0,3 4 0,2 2 0,1 3-203,2 3 0,1-3 0,7-1 0,2-4-419,3-4 1,4-3 0,5-3-452,3-1 0,3-3 0,3-3 1,3-2-746,2-1 1,1-2 1355,-1-4 0,5-4 0,0-1 0</inkml:trace>
  <inkml:trace contextRef="#ctx0" brushRef="#br0" timeOffset="665">873 239 7976,'-8'0'666,"-1"0"1,2 1 0,0 2-310,1 2 1,2 6-1,-2 1 1,3 2-160,2 1 1,2 1-1,2 0-361,3-2 0,2 1 1,4-6-1,1-1 0,1-2-153,0-1 0,1-1 1,2-5-1,-1-2 21,-2-3 0,1-5 0,-3-4 221,-2-4 0,0-3 1,-2-4-1,0 1 1,-2 3 328,-3 2 0,-2 4 539,-1 2 1,0 8-720,0 4 0,0 8 0,-1 9 0,-1 1 0,-1 1 410,1 0-485,1 0 0,1 4 0,0 1 0</inkml:trace>
  <inkml:trace contextRef="#ctx0" brushRef="#br0" timeOffset="912">1173 213 7700,'-5'16'138,"-2"0"1,2 4-1,-1 0 591,1-1 1,2-1 0,-2 3 0,0 1-331,0 0 1,1-3 0,-2 1 0,2-2-257,0-1 0,3-3-119,-1-3 1,2-7 0,2-6 70,4-6 0,0-7 0,1-1 0,3-4-96,-1-2 0,4-1 0,-2-2 0,1-1-518,0 0 0,-2 1 1,4-1-1,-1 1-970,0 2 1,-2 2 1488,0 1 0,3 5 0,-1-1 0</inkml:trace>
  <inkml:trace contextRef="#ctx0" brushRef="#br0" timeOffset="1131">1413 350 7678,'5'6'221,"1"-1"0,1-2 62,0-1 0,-1-1 0,0-2 0,0-2 185,2-6 1,2-4 0,-1-7 0,1-3 81,-3-2 0,-4-2 0,0-1 0,-2-3-300,-1 1 1,-1 6 0,-2 7 0,-3 3 381,-1 4 0,-5 7 0,1 1 1,0 5-278,-2 5 1,3 5 0,-4 8-1,1 5-369,0 4 0,2 2 0,1 0 0,2 2-229,3 2 0,0-5 0,-1 3 0,3-2 568,2-6-325,9-9 0,1 7 0,8-6 0</inkml:trace>
  <inkml:trace contextRef="#ctx0" brushRef="#br0" timeOffset="1231">1644 402 7650,'-4'12'625,"-2"2"1,-1-2-1075,-2 0 0,3-5 449,1-2 0,3-3 0,-2 2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4:10.4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145 115 7793,'8'-4'-223,"-2"2"519,0-4 0,-5 4 335,2-4 1,-6 4 0,-2-1-1,-4 2-132,-2 1 0,-2 4 0,-2 3 0,1 2-150,-1 3 1,0 4-1,-1 1 1,3 5-255,1 2 0,0 6 0,5 1 1,1 4-114,3 2 0,6-3 0,5-1-31,5-6 0,2-10 0,9-8 0,2-9 0,2-8-738,2-12 0,2-13 1,1-12-1,-1-6 387,0-5 0,-7 4 1,-2 1 319,-4 4 0,-1 10 1,-10 8 194,-3 11 0,-5 13 0,-5 8 1,-3 8 277,-2 7 0,-3 4 0,-1 5 0,1 1-131,2 3 1,1 3 0,2 1 0,0 1-775,2 1 1,2-4 0,5-3 0,3-4-1969,5-6 2480,7-2 0,6-17 0,4 2 0</inkml:trace>
  <inkml:trace contextRef="#ctx0" brushRef="#br0" timeOffset="196">624 63 7783,'0'14'709,"-3"2"0,0-2 0,1 2-452,1 2 0,1 0 0,0 1 0,1 2 107,2 0 1,2-1 0,3 2-1,-2 0-200,0 0 1,-1-3 0,0 0-1,-2-2-43,-2 0 0,-6-2 0,-3 3 0,-5-3-102,-4 0 0,-3-4 0,-4-1 0,-3 0-446,-1-4 1,-2 2 0,3-5-1014,2-1 1,2-2 1439,9-3 0,1-10 0,5-5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4:08.1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26 265 7672,'0'-8'406,"0"-1"15,0 1 0,0 1-30,0 4 1,-1 14 0,-1 11-263,-1 3 1,-1 2-1,2 5-359,0 1 0,-2 5 1,2-4-1,-1 1-606,1 0 1,1-5 0,1-6 835,0-5 0,0-6 0,0-5 0</inkml:trace>
  <inkml:trace contextRef="#ctx0" brushRef="#br0" timeOffset="148">94 188 7731,'-1'-13'301,"-1"3"1,-4 2-36,-2 2 1,2 4-107,1 0-454,3 1 0,-1 2 1,6 0-1,4 3-145,3 1 0,0-3 0,5 1 1,0-2 438,1-1 0,1 4 0,0 0 0</inkml:trace>
  <inkml:trace contextRef="#ctx0" brushRef="#br0" timeOffset="315">291 154 7731,'0'9'286,"0"-1"0,0 1 0,0 0 66,0 3 0,3-2 0,1 5 0,0 0-119,-1 1 1,1 1 0,-2 0 0,1 1 83,-1 2 1,-1-1-1,-1 3 1,0-1-188,0-2 1,-4-1 0,-2-2 0,-2-1-223,-4-4 0,0-5 0,-3-3 0,1-3-490,-2 0 0,-1 0 0,-2-3 0,-1-3 582,1-2 0,-3-4 0,0-1 0</inkml:trace>
  <inkml:trace contextRef="#ctx0" brushRef="#br0" timeOffset="966">753 223 7793,'0'-9'-219,"0"1"0,0-1 1281,0 0-562,0 5 0,-2 1 0,-1 6 0,0 3-141,-1 5 0,2 3 0,-3 5 0,1 3-170,-1 3 0,2-1 1,-3 8-1,1 0-82,0 1 0,-3 0 0,3-2 0,-3 1-16,-1-3 0,2-4 1,0-1-1,2-8-288,2-7 0,0-7 1,3-3-27,0-6 0,1-9 0,2-8 0,2-10 22,3-6 1,3-1-1,2-6 1,0 2 18,2 3 0,2 4 0,2 0 0,1 3 171,-1 5 1,0 9-1,-1 6 215,-1 4 0,-1 5 1,-8 10-1,0 5 101,-2 4 1,0 6-1,-3 3 1,-1 2 0,-1 2-119,-1 1 1,0 1 0,0-1-1,-1 3-343,-2 0 0,2-2 0,-2 0 0,3 0-754,3 0 1,-1-5-1,5-1 1,1-7 9,3-6 0,4-4 0,-2-7 900,1-4 0,2-7 0,-3-9 0,4-4 0</inkml:trace>
  <inkml:trace contextRef="#ctx0" brushRef="#br0" timeOffset="1181">1087 274 8109,'-4'-5'587,"0"1"0,-5 5 0,1 3-240,-1 5 0,-2 1 1,-1 6-1,2 3 101,0 2 0,3 3 1,1 3-1,4-2-315,4-3 0,4-4 1,5-4-1,4-6-288,4-4 1,0-5 0,4-5-1,0-5 3,-1-4 1,-1-7 0,-5-2 0,-1-2-29,-1-2 0,-7 6 0,-1-3 1,-4 3-4,-2 3 1,-5 4-1,-4 3 1,-4 1-256,-3 4 1,-1 4-1,0 0 1,0 2-210,-1 1 1,6-1 0,3-1 0,3-2 646,2 0 0,1 2 0,3-2 0</inkml:trace>
  <inkml:trace contextRef="#ctx0" brushRef="#br0" timeOffset="1331">1387 0 7793,'0'21'309,"0"1"1,0 2 258,0 1 0,0 0 0,0 6 1,-1 3 132,-2 2 0,-2-3 0,-2 3 0,0 1-893,1-2 0,1 1 0,-4-2 0,1 0-357,-1 0 0,0-11 1,1 4-1,-1-6-2809,1-5 3358,-1-8 0,1 3 0,-1-6 0</inkml:trace>
  <inkml:trace contextRef="#ctx0" brushRef="#br0" timeOffset="1448">1224 394 7793,'3'-12'0,"1"-2"381,1 1 0,1 0 0,6 3 0,2 1 88,2 1 1,5 2-1,3 0 1,3 0-260,5-1 1,0 2 0,2 0-1,4-2 44,2-1 1,-3 4 0,3 0-255,-3 0 0,3-1 0,-5-3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4:03.6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101 237 7756,'-9'0'46,"1"0"0,-1 0 1,1 0 320,-1 0 1,1 0 0,-1 0 79,1 0 0,2 1 1,1 2-231,1 3 0,1 3 1,3 3-1,0 5-36,0 5 1,0 5-1,0 4 1,0 1 0,0 5-22,0 4 0,-1-3 1,0 2-1,-2-6-115,1-6 0,0-10-249,-1-1 0,2-10 1,-1-6-5,4-11 1,2-8 0,4-11 0,-1-5 83,3-2 1,3-9 0,-1 0 0,2 0 51,1 0 1,1 2 0,1 5-1,0 5 1,0 5 314,1 3 1,-2 10 0,-3 4 336,-4 10 0,-5 11 0,-4 8-416,0 3 0,-1 6 0,-1 4 1,-1 2-321,-2 2 0,0 6 0,-1 1 0,4 1 1,1-1-897,1-2 0,3-8 0,4-1 1052,4-7 0,6-3 0,5-4 0</inkml:trace>
  <inkml:trace contextRef="#ctx0" brushRef="#br0" timeOffset="233">443 289 7757,'-17'9'708,"0"3"1,1-1 0,2 5 0,2 3 64,3 2 0,1 0 0,3 3 0,3 2-465,4 0 0,3-2 1,7 2-1,3-6-168,4-5 0,1-7 1,4-5-1,0-2-466,0-1 1,-3-7-1,1-5 1,-1-5 75,-2-6 0,-3 3 0,-4-5 1,-4 0-3,-3 0 0,-3 3 0,-5 2 1,-3 2 25,-1 1 0,-6 3 1,-1 2-1,-3 1-247,-3 3 0,2 3 0,-2-2 1,3 1-1744,2 0 2216,3 2 0,0-4 0,-2 4 0</inkml:trace>
  <inkml:trace contextRef="#ctx0" brushRef="#br0" timeOffset="383">717 100 8382,'6'18'0,"-1"0"657,-1 2 0,-2-1 0,-2 3 0,1 3-184,2 3 0,-2 0 1,2 5-1,-3 2-337,-3 3 1,1-3-1,-3 8 1,-1-1-1163,1 0 1,-1-6 0,2-4 1025,-1-4 0,-1-5 0,-2-5 0</inkml:trace>
  <inkml:trace contextRef="#ctx0" brushRef="#br0" timeOffset="516">623 400 8360,'8'-6'427,"-2"1"0,1 2 0,0-3 0,3-1-426,5 0 0,2-5 0,3 1 0,3 0-529,5-2 528,2 4 0,8-7 0,1 2 0</inkml:trace>
  <inkml:trace contextRef="#ctx0" brushRef="#br0" timeOffset="1333">1257 280 7615,'1'-11'0,"1"-2"-225,0 0 0,1-1 0,-3-2 0,0 1 182,0 4 1,0 2 485,0 0 1,0 5-1,0 5 1,0 7 455,0 5 1,0 7 0,0 4 0,0 4-569,0 7 0,0 2 0,0 6 1,-1 6-254,-2 2 0,2-6 0,-2 3 24,-1-3 0,3-1 0,-2-5 1,2-7-1,1-7-823,0-7 291,0-10 0,0-6 0,0-14 0,0-7 218,0-5 1,4-8 0,1-4 0,1-4 128,3-4 1,-2-5 0,5 1 0,-1 3 0,2-1 53,0 2 1,1 11-1,3 6 1,1 7 31,-1 7 0,-4 6 1,-2 5-1,-1 5 125,-2 6 1,-2 4 0,-1 7-31,-1 3 0,-1 2 0,-3 1 1,0 3-1,-1 3 202,-2 4 1,1-2-1,-3 1 1,1 0-112,2 0 1,-1-8 0,0 0 0,0-5-198,-1-6 1,4-7-296,0-9 1,1-11 0,5-10 157,0-6 1,3-9-1,2-7 1,3-1-1,0-2 7,0 0 0,0 6 0,4 0 0,-1 5 145,0 4 1,0 10 0,0-1 0,0 7 115,0 6 1,-3 4 0,-3 7 0,-2 3 67,-4 3 0,2 10 1,-4 0-1,-1 3-454,-1 2 0,-1 3 0,0 2 0,0 2-470,0 3 1,0-2 0,0 4-1,0-2 733,0-3 0,3-3 0,2-1 0</inkml:trace>
  <inkml:trace contextRef="#ctx0" brushRef="#br0" timeOffset="1599">1847 443 7761,'9'-1'224,"-1"-2"1,1 1 0,0-4 0,0-1 222,2-4 0,0-2 0,2-4 0,1-1-253,-1-2 1,-3 1 0,2-3 0,-3 0-184,0 0 1,-4 0 0,-3 0-1,-1 2 190,-1 2 1,-3 5-1,-4 5 1,-3 4 102,-1 3 1,-4 3-1,1 2 1,-2 6-137,2 2 1,-2 6 0,3 4 0,-1 2-310,3 2 1,1-1 0,3 6 0,0 2-194,1 3 0,4-2 1,1 2-1,3 0-584,7-1 0,4-6 0,6-6 0,3-5-1021,3-7 1939,-1-5 0,5-10 0,-3-1 0</inkml:trace>
  <inkml:trace contextRef="#ctx0" brushRef="#br0" timeOffset="1882">2138 280 7761,'-8'0'453,"-2"0"1,0 1 0,-3 3 260,0 5 0,2 1 1,-3 6-1,1 3-280,0 2 1,5-1 0,1 2 0,2 0-324,3 0 0,5-7 0,3-2 0,6-5-401,5-5 0,1-4 0,4-5 0,0-5-291,0-5 0,-2-4 0,1-2 363,0 0 0,-1-3 1,-2 2-1,1-1 1,-2 2 611,-4 2 0,-4 5 9,-3 4 1,-3 10 0,-6 7-44,-3 6 1,-1 8 0,-1 4 0,2 2 0,0 4-629,-1 0 1,2 3-1,1 2 1,0 0-772,2-2 0,1-7 0,2-2 1039,2-5 0,5 0 0,6-6 0</inkml:trace>
  <inkml:trace contextRef="#ctx0" brushRef="#br0" timeOffset="2183">2378 392 8617,'-4'-5'1305,"3"1"0,-3 6 1,4 3-1,0 4-990,0 3 0,0 4 1,0 3-1,0 2-337,0 1 1,0 0-1,0 3 1,0-2-435,0-3 0,3-3 0,0-3 99,-1-2 0,2-8 0,0-5 0,-1-7 139,1-8 0,3-6 0,-1-7 0,1-3 100,2-4 1,-1 1 0,1-1 140,0 3 0,2 5 0,1 4 0,1 2 1,0 1 216,0 2 0,2 8 0,1 3 1,-1 4-86,-1 5 1,-3 7-1,0 7 1,-1 5 90,-2 6 0,-2 1 0,0 8 0,-1 3-416,0 2 1,-1-2 0,-3-3 0,1-1-3851,1-2 4020,-1-7 0,2 0 0,1-8 0</inkml:trace>
  <inkml:trace contextRef="#ctx0" brushRef="#br0" timeOffset="2867">3020 742 7700,'-8'6'-64,"3"0"0,-3-4 407,2 1 1,-1-2-1,-1-2 1,2-3-59,0-5 1,4-8 0,-1-9 0,3-6-228,3-7 0,5-9 0,7-12 0,2-5 1,3-2 0,2 4 0,2 4 0,0 3 37,-1 3 0,0 10 1,1-1-1,-2 11 178,-2 9 1,-8 12 0,2 8 0,-3 6 138,-3 10 1,-2 7 0,-1 12-1,-1 7-147,1 6 0,-2 1 1,2 1-1,-1 0-353,-3-1 0,3-2 0,-1 5-508,-1 2 0,-2 1 1,-3-1-1,-2-4-440,1-3 1,-4-4 1034,2-8 0,-5-5 0,-2-5 0</inkml:trace>
  <inkml:trace contextRef="#ctx0" brushRef="#br0" timeOffset="3014">3080 511 7744,'0'-17'80,"0"3"0,0 1 0,0-1 402,0 1 1,4 2 0,2-3 0,5 1-96,3 0 0,0 2 0,4-1 0,3 0-430,6 1 1,1 2 0,2 4 0,1-2-153,-1-1 0,-2 3 0,-1 0 195,-3 1 0,4-6 0,-1 0 0</inkml:trace>
  <inkml:trace contextRef="#ctx0" brushRef="#br0" timeOffset="3165">3551 169 7744,'-4'12'426,"2"2"0,-4 3 1,1 1 289,0 2 0,-3 2 0,4 3-508,-1 1 0,1 6 0,3 4 1,-1 1-1,-1 3-360,1 1 0,1-6 1,1 0-1,0-6-1108,0-4 0,1-6 1260,2-2 0,2-7 0,4-6 0</inkml:trace>
  <inkml:trace contextRef="#ctx0" brushRef="#br0" timeOffset="3331">3499 263 7744,'5'-9'465,"-2"-3"1,-2 6 0,0-3 0,2 1-118,2 1 0,3 1 0,2 1 0,1 1-101,3 3 1,3-3-1,2 1 1,2 1-434,1 1 1,-3 2 0,1 2 0,-2 3 185,-1 1 0,-3 6 0,-2 0 0</inkml:trace>
  <inkml:trace contextRef="#ctx0" brushRef="#br0" timeOffset="3499">3542 451 8122,'-5'5'929,"4"-2"1,6-5-1,7-2-390,3 0 1,3-2-1,2-4 1,3 0-425,1-2 1,3 1 0,0 3-1,-1 0-576,-1 2 461,-5-1 0,1 6 0,-4-3 0</inkml:trace>
  <inkml:trace contextRef="#ctx0" brushRef="#br0" timeOffset="3664">3525 683 7722,'-4'4'257,"2"4"1,-2-2 122,0 1 1,2-2-1,6-2-406,4-2 0,5-5 0,5-3 0,3-3-392,4-4 1,5-6 0,4-4 417,0-4 0,8-6 0,2-5 0</inkml:trace>
  <inkml:trace contextRef="#ctx0" brushRef="#br0" timeOffset="3848">3979 263 8006,'-9'10'0,"1"0"546,-1 2 0,1 0 1,3-2-1,2 4-257,2 2 0,1-4 0,1 5 0,2 0-25,2 2 1,0-2 0,1 2 0,1 1-27,0 1 0,-2-1 0,-2 1 0,-2 2-222,-1 2 1,-5-4 0,-4 3-195,-4-5 0,-3 1 1,-2-7-1,-1-3 1,-2-1-557,-1-5 0,0-3 734,-1-4 0,2-6 0,4-4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4:01.9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0 7762,'0'13'308,"0"2"1,0 9-1,0 8 1,0 10 376,0 8 1,3 6 0,0 5 0,-1 1-554,-1 0 1,-1-6 0,0 2 0,1-4 6,2-3 1,-3-12-1,3-4 1,-1-7 23,1-6 0,-2-7-1559,2-3 1,-2-8 1395,-1-4 0,0-3 0,0-6 0</inkml:trace>
  <inkml:trace contextRef="#ctx0" brushRef="#br0" timeOffset="283">1 146 7814,'8'-19'180,"1"2"1,0 0-9,-1 1 0,2 6 0,1 1 0,4 3 49,4 1 0,0 2 0,4 6 0,1 4 98,1 7 1,0 2-1,1 9 1,0 2-84,-1 3 0,-6 1 0,-2 3 0,-3 1 33,-1-1 1,-6 1 0,-1 0 0,-5 1-10,-4 0 0,-6-1 0,-6 5 1,-3 1-42,-2 0 0,-4-4 0,1-5 0,-2-4-232,-4-3 1,2-6 0,0-3 0,1-6-491,0-6 1,6-3 0,-2-3 0,4-4-876,3-5 0,7-3 0,5-1 6,2 0 1372,5-7 0,4 4 0,6-8 0</inkml:trace>
  <inkml:trace contextRef="#ctx0" brushRef="#br0" timeOffset="550">489 266 7786,'-4'12'445,"-2"1"0,-4 4 0,-2 1 100,2 2 1,0 1 0,-1 6-1,1 4-188,2 4 0,3-4 0,5 4 1,0-1-132,0-1 0,7-10 0,2-3 1,4-10-109,2-6 0,2-4 0,2-4 0,2-6-594,1-6 0,-3-6 0,0-6 0,-3-4 188,-2-1 0,0-1 0,-1 1 0,-4 1 177,-6 4 1,-2 4-1,-1 3 1,-1 2 51,-1 3 1,-3 5-1,-4 3 1,0 4-172,-3 3 1,3 1 0,-3 1 0,3 2-376,0 3 605,5 1 0,-4 6 0,3 0 0</inkml:trace>
  <inkml:trace contextRef="#ctx0" brushRef="#br0" timeOffset="833">797 437 7737,'8'5'0,"-2"0"231,0-1 0,-3-1 1,3-3-1,1-1 353,4-2 0,-1-3 1,3-5-1,1-4-447,-1-4 1,-2-3-1,0-4 1,-2 0-144,0 1 0,-1-4 1,-3 2-1,-2 1 25,-2 2 1,-6 6-1,-3 1 1,-6 6 296,-2 4 0,-2 7 0,-1 8 1,-1 5-22,1 7 0,0 5 0,1 2 0,0 3-103,2 0 0,4 2 1,-1 5-178,4 0 0,-1 2 0,7-3 0,2-2 0,3-2-242,4-5 1,9-5-1,4-9-2426,2-4 1,7-10 2652,-3-11 0,11-9 0,-1-9 0</inkml:trace>
  <inkml:trace contextRef="#ctx0" brushRef="#br0" timeOffset="1033">1105 197 8130,'-11'11'0,"-1"2"747,2 0 1,0 5-1,3 4 1,1 1-102,3 0 0,2 1 0,2 3 1,2 3-376,3 0 1,1-1 0,3 1-1,0 0-270,2 1 0,-2-3 1,-4 2-1,-3-3-561,-2-2 1,-2-5 0,-3 0 0,-5-2-76,-4-1 1,-4-6 0,-2-4-1,-2-2-89,-1-3 1,-1-2-1,-2-3 724,-1-3 0,0-5 0,1-2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4:35:31.5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 35 7853,'-4'-1'279,"1"-1"87,-1 0 1,3 0-383,-1 5 0,1 4 1,1 7-1,0 3 211,0 4 1,0 1 0,0 2 0,0 1 80,0 3 1,0-3 0,0 5 0,-1-4-95,-2 0 1,3 0 0,-4-3 0,2 0-290,-1-2 0,-2-2 1,1-6-1,1-1-181,-1-5 0,2-5 94,2-2 1,0-7 0,0-6 0,0-2 0,1-4 71,1-5 1,3 0 0,3-4-1,2-2 44,0 0 0,4-1 1,-1 0-1,2 0 77,3 0 1,0 3 0,2 1-1,1 3 54,-1 4 0,2 6 0,-2 5 0,1 3 79,0 6 1,-4 9 0,1 8-1,-2 7-6,0 6 0,-4 1 0,-2 6 0,-1 2 144,-1 0 0,-1-3 0,-2 1 1,-2-3-131,1-1 1,-3-8-1,1 3 1,-1-3-105,-1-4 0,0-4 0,-1-8-36,-1-3 0,1-9 0,-3-6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4:35:36.0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93 7853,'0'-9'0,"1"0"0,1-2 136,1 2 0,3 0 0,-1 1 0,2 1 113,0-1 1,5 1-1,1 2 1,2 2 347,3 2 1,0 1-1,1 1 1,0 2-151,-1 2 1,-5 5 0,-4 3-1,-2 2-206,-2 0 0,-3 4 0,0 1-257,-4 0 1,-6 2 0,-5-3 0,-2 0-1,-3 2 83,0-1 0,-3-1 0,1-4 0,0-2-179,2-3 1,1-2 0,3-3 305,1-3 0,-1-1 0,5-2 56,2-1 1,3-2 0,7-2-119,2 1 1,3 3-1,2-1 1,4 0-872,3 1 0,0-3 0,4 1 226,1 0 0,-2-1 1,3-3-1,1 0 1,1 0-389,2-3 1,-3-1-1,3-3 1,-1-1 502,3 1 0,-5-2 0,-2 0 0,-2 0 398,-2 2 0,-6 0 0,-2 5 0,-4 0 0,-3 5 0,-6 4 0,-3 1 415,-4 3 0,2 4 0,-3 0 1,2 2 478,-1 1 0,1 2 1,0 0-1,2 2-338,1 1 0,5-3 0,-2 3 0,2 0-470,1-1 0,4 1 0,1-2 0,3-3-232,2-1 0,3-5 1,4-1-1,2-3 10,1-3 1,-3-5-1,1-7 1,-1-3-206,-2-2 0,-3 2 1,-1-2-1,-4 0 167,-1 0 1,-3 3 0,-4 0 0,-1 3 354,-4 4 1,-3 4 0,-2 1-1,-1 1-131,-2 0 0,2 2 0,0-1-213,1 3 0,-2 0 1,2 0-1,2 0-323,0 0 0,4 0 486,0 0 0,3 0 0,-1 0 0</inkml:trace>
  <inkml:trace contextRef="#ctx0" brushRef="#br0" timeOffset="767">869 15 7853,'3'-4'354,"-2"-1"1001,2 3-662,-2 1 0,-1-2 1,-1 5-457,-2 1 1,-1 5 0,-4 1 0,0 1-104,-3 2 1,0 1-1,-3 0 1,1 3 54,-1 2 0,0-1 0,-2 3-143,1-1 1,0-1-1,1-2 1,3-2-1,2 0-318,2-1 0,4-6 268,0 1 0,6-6 0,2 1 0,3-2 56,2-1 1,2 0 0,4-1-23,-1-2 1,6 2 0,1-2 0,-1 0 0,3 0-72,1-1 1,-1 1 0,2-2-1,-2 0-195,-1 0 1,-2-2 0,-2 3 0,-2-1-485,-2 0 0,-8 2 0,1-1-761,-1 0 0,-3 1 1189,-2 0 0,-4 2 0,-1-5 0,0 0 292,-1 0 0,-2-2 0,2 0 0,-4 0 0</inkml:trace>
  <inkml:trace contextRef="#ctx0" brushRef="#br0" timeOffset="966">985 54 7853,'-7'0'1021,"-1"0"-550,0 0 1,3 3 0,0 2 0,0 3 2,0 3 1,-2 2 0,2 5 0,-2 3-344,0 4 0,1 4 0,1 3 0,0 0-261,1-2 1,-1-4 0,4-1-1,-2-4-266,1-3 1,2-7-1,3-4-561,2-3 0,3-5 0,1-5 0,3-3-799,0-4 1756,-3-2 0,6-4 0,-3-1 0</inkml:trace>
  <inkml:trace contextRef="#ctx0" brushRef="#br0" timeOffset="1416">1242 38 8314,'-6'-4'0,"-2"1"430,-1 3 1,1-1 0,0-1 57,0-1 0,0 1 1,0 2-1,1 0-12,-1 0 0,1 1 0,2 1 0,2 4-339,2 4 1,1 0 0,1 5 0,1 2-49,1 2 0,3 4 0,-1 4 1,2 1-110,0 1 0,1 1 0,-1 1 0,-1 0-14,-1 0 0,-3-5 0,1-2 0,-2-3-30,-1-2 1,-4-4 0,-1 0 0,-2-4-199,-1-2 1,-3-5 0,-1-1 0,-1-2 32,0-1 1,3-4 0,-1-1 0,0-3-11,2-2 1,4-2 0,-2-3 0,3 1 160,2-2 1,2 1 0,0-8 0,3-2 163,2-2 1,6-1 0,1-3 0,4 0 146,2 0 0,-1-1 0,3 1 0,0 1-139,0 2 1,0 8-1,0 0-450,-1 6 0,-4 6 0,-1 5 0,-3 3 1,-1 4-643,0 4 0,-6 0 0,3 4 998,-3 0 0,3 1 0,-3-1 0</inkml:trace>
  <inkml:trace contextRef="#ctx0" brushRef="#br0" timeOffset="2216">1692 15 7733,'0'-4'752,"0"1"1,0 7-475,0 3 1,0 2 0,0 5 0,0 2-133,0 4 0,0 3 0,0 3 1,-1 3-15,-2 1 1,-1 2 0,-3 0-83,2-1 0,-2 0 0,2-8 0,-1-4 1,0-4 240,1-5-290,3-5 0,-1-5 1,3-5-1,0-3-49,3-2 0,1-2 0,5-4 1,1 0-242,3-2 1,2 4 0,0-1 0,2 3 170,1 3 0,-1 1 0,3 3 0,-1 2 112,-2 2 1,0 2 0,-4 3 0,0 4 317,-3 4 0,-7 2 1,3 2-1,-5 0 211,-1 2 1,-3-1-1,-3 1 1,-4-2 2,-3 0 1,-4-3 0,-1-1 0,0-1-309,-1-2 1,0-3-1,-2-1 1,3-2-295,2-1 1,0-2 0,1-2 0,2-1-504,0-2 0,6 0 1,0-2-1,2-1-728,0 0 1,4 0-1,-2 0 1,3 1 726,3-1 1,2-1 0,5 0 0,3-2 579,2 2 0,0-3 0,1 0 0</inkml:trace>
  <inkml:trace contextRef="#ctx0" brushRef="#br0" timeOffset="2380">1940 194 7853,'1'13'161,"2"-1"1,-2-1 0,1 2 0,-1 1 261,-1 4 1,0-4 0,-1 4 0,0-1-480,-2-1 0,-3 1 0,2-3 0,-2-1-985,1-2 0,3-6-260,-4-3 1301,5-4 0,-3-9 0,4-6 0</inkml:trace>
  <inkml:trace contextRef="#ctx0" brushRef="#br0" timeOffset="2497">1995 77 7987,'0'-8'587,"0"3"1,0 0-482,0-1 1,0 2-2142,0-1 1497,0 3 0,1-2 538,1 4 0,2 0 0,4 0 0</inkml:trace>
  <inkml:trace contextRef="#ctx0" brushRef="#br0" timeOffset="2682">2088 38 8863,'4'8'307,"-1"0"0,-2 0 0,0 0 0,0 3 52,2 2 1,-1 5-1,-2 2 1,0 4-308,0 2 1,0 1 0,0 3 0,0 0-410,-3-2 0,1-3 0,-3 0 1,-1-4-492,-1-6 0,-1-3 0,1-5 428,-1-1 0,0-4 0,0-4 0,1-1 420,-1-1 0,-3-5 0,-2-3 0</inkml:trace>
  <inkml:trace contextRef="#ctx0" brushRef="#br0" timeOffset="3050">2002 295 7716,'0'-13'-93,"0"3"1,0 1-1,0 2 1,0-1 619,0 0 0,1 0 0,1 1 0,2-1-175,0 0 0,1 0 0,3 1 0,0-1-364,3 0 1,-2 1 0,4 1-1,1 2-276,1 0 1,1-1 0,1 2 0,1-1-339,0 1 1,-1-2 0,-1 1 0,1 0 625,-3-2 0,-1 0 0,1 0 0,-2 1 0,-1-1 0,0-1 0,-4-1 0,-2 0 0,-3 0 0,-1 3 0,-1 0-1,0-1 0,-3 3 0,-2 0 0,-2 2 481,-1 1 1,0 3 0,0 0-1,2 1 116,0 2 1,0-1 0,4 0 0,0 1-328,1 1 0,1 2 0,1 0 0,2 2-39,2 1 0,3-1 0,1 2 0,1 1 45,0 4 1,-1-1 0,0 3 0,0 2 235,-2 0 0,-2 2 0,0-1 0,-3 0-186,-1 1 0,-2-6 0,-1-2 0,-4-1-147,-4-4 1,-1-1-1,-3-4 1,1 0-482,0 0 0,1-4 0,1 3 0,1-2-2919,-1-1 1,4-1 3221,2-1 0,3-4 0,-2 0 0</inkml:trace>
  <inkml:trace contextRef="#ctx0" brushRef="#br0" timeOffset="3204">2437 326 7853,'-1'7'178,"0"-1"-790,-2-1 1,0-4 611,0 2 0,2-6 0,-2-1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4:35:32.4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16 229 7728,'0'-8'-123,"0"0"1,0 0 933,0 1-396,0-1 0,0 5 0,0 6-83,0 6 1,0 6 0,0 3 0,0 3-267,0 1 1,0 4 0,0 1 0,0 0-519,0-1 1,0 0 0,0-2 0,-1-2-1994,-2-1 2445,2-2 0,-6-4 0,3 1 0</inkml:trace>
  <inkml:trace contextRef="#ctx0" brushRef="#br0" timeOffset="149">62 97 8089,'-3'-8'-328,"-1"0"-758,-1 0 770,2 4 1,4 2 315,1 4 0,6 2 0,4 4 0</inkml:trace>
  <inkml:trace contextRef="#ctx0" brushRef="#br0" timeOffset="417">272 97 7853,'-13'0'342,"1"0"0,0 0-136,0 0 0,4 1 0,-2 1 47,1 3 0,0 3 0,4 2 1,3 1-29,1 1 1,2 2 0,1 3 0,3 2-221,2 1 1,2 0-1,0 3 1,3-2-48,0 0 1,-3-4-1,1 2 1,-2-2 40,-3 1 1,-1-2-1,-4 2 1,-1-1-81,-2-2 1,-2 1-1,-5-1 1,-3-2-92,-2 0 1,1-6 0,0 0-1,-3-3-433,1-2 1,0-1 0,4-3 0,0-2-786,1-4 1390,6-1 0,-5-6 0,5-1 0</inkml:trace>
  <inkml:trace contextRef="#ctx0" brushRef="#br0" timeOffset="1016">544 182 6727,'0'-8'676,"0"3"0,-1 1-278,-2 0 1,2 5 0,-1 5-1,1 5-261,1 4 1,0 2-1,0 7 1,0 2 13,0 0 1,2 5 0,2-5 0,0 1-273,2-1 0,1-4 1,1 1-1,0-5-78,-1-4 1,1-6 0,1-3 0,0-4-8,2-4 1,0-8-1,-2-11 140,2-3 0,2-6 1,-2-5-1,0-2 0,1-1-34,0 0 1,-2 6-1,0 4 289,-1 4 1,-2 8-1,0 10 1,-1 7 145,-4 7 1,2 8 0,-2 6 0,0 3-281,-1 2 1,-1 0 0,0-3 0,0 1-236,0-1 0,1-3 0,0-3 1,3-2-637,0-2 1,-1-6-1,2-1 816,1-1 0,1-6 0,1-3 0</inkml:trace>
  <inkml:trace contextRef="#ctx0" brushRef="#br0" timeOffset="1382">1009 136 7853,'-3'-8'200,"1"1"0,-3 2 60,-1 2 0,-1 0 0,-1 0 1,1 1-1,-2-1 85,-1 0 0,4 2 0,-2 2 1,2 4-140,1 2 0,2 0 1,3 8-1,0 3-95,0 4 0,3-1 1,3 5-148,1-2 0,1 1 1,2 0-1,0-1 0,0-1-21,-2-2 1,-4 1 0,-1 0 0,-2-3 186,-1 0 0,-4-5 0,-2 4 0,-3-2-59,-4-3 1,-2-3 0,0-5 0,-1-2-243,1-2 0,-1-2 0,2-2 1,1-2-585,2-2 0,5-1 0,2-3 0,0-2-17,3-1 0,1-2 1,3 1 771,5-1 0,3-3 0,5-1 0</inkml:trace>
  <inkml:trace contextRef="#ctx0" brushRef="#br0" timeOffset="1866">1095 151 7853,'1'-4'470,"1"1"438,-1-1-653,3 3 0,-4-2 1,0 7-1,0 4-45,0 4 1,0 3 0,0 3 0,-1 4-153,-2 3 0,2 3 0,-1 2 0,1-1-162,1 0 0,1-7 0,0 0 0,3-3-166,0-4 1,1-6 0,4-7 140,1-1 1,0-9-1,2-5 1,-1-9-1,-1-6-53,2-5 1,-3-1 0,3-3 0,-1 0 180,-1 2 1,-1 6 0,-3 5 0,0 4 380,-4 5 0,-1 9-160,-1 3 1,-1 9 0,0 7-1,-3 2-138,0 4 1,-1 0-1,-1 5 1,2-1-1,0 0-372,-1 1 1,4-2-1,-2-1 1,2-3-476,1-2 0,1-4 0,2-2 344,2-4 1,3-3 0,1-3 420,2 0 0,2-3 0,-1-2 0</inkml:trace>
  <inkml:trace contextRef="#ctx0" brushRef="#br0" timeOffset="2167">1359 159 7853,'-5'-7'372,"-1"2"0,0 2 126,0 2 1,-3 2 0,-1 3 0,0 3-98,1 2 0,-1 6 1,1-1-1,1 4-193,1 2 1,2 1 0,0 1-1,2 0-175,2-1 1,2-7-1,2 1 1,3-4-453,3-4 0,3-3 0,3-4 0,0-1-36,0-4 1,-2-2 0,3-8 245,-2-1 1,-2-2 0,2 0 0,-2-1-1,-1 0 318,-1 0 1,-2 4-1,-1 3 1,-1 0 290,0 3 1,-5 5-1,2 4 1,-2 5-26,-1 4 1,-4 7 0,-1 5 0,-1 1-523,1 1 0,-2-2 0,3-1 0,-1-1-193,-1-2 1,5-1 0,-2-3 56,2-3 0,1-6 0,1-4 0,1-5-2879,0-4 3162,4-7 0,-1-4 0,2-3 0</inkml:trace>
  <inkml:trace contextRef="#ctx0" brushRef="#br0" timeOffset="2365">1522 35 7853,'5'-8'1447,"0"0"-583,-3 4 1,1 1 0,-3 6-447,0 2 1,0 5 0,0 4 0,0 3-320,0 4 1,0 3-1,0 4 1,0 3-414,0 1 0,-3 1 1,-1-1-1,-2 2-428,1-1 0,3-5 0,-3-3 1,2-3-756,1-4 0,1-10 1497,1-8 0,7-7 0,2-9 0</inkml:trace>
  <inkml:trace contextRef="#ctx0" brushRef="#br0" timeOffset="2548">1693 4 8051,'-3'-4'933,"1"4"1,0 4-559,1 3 1,1 5-1,0 4 1,-1 4-172,-2 2 1,3 2 0,-3 1-363,2 1 0,1 3 0,0-3 0,0-2 0,-1-2-413,-1-1 1,1-6-1,-2-1-1148,2-2 1719,1-5 0,0-10 0,0-6 0</inkml:trace>
  <inkml:trace contextRef="#ctx0" brushRef="#br0" timeOffset="2698">1724 120 8046,'5'0'1208,"0"0"-868,1 0 1,1 0 0,1 0 0,0 0-411,-1 0 0,4 0 0,-1 1 0,0 1-619,2 0 0,-4 1 0,3-3 0,-2 0-73,1 0 0,-1-1 762,1-2 0,-1-4 0,-1-5 0</inkml:trace>
  <inkml:trace contextRef="#ctx0" brushRef="#br0" timeOffset="2831">1949 4 8048,'-4'7'586,"1"1"0,-3 1 0,1 1-95,-1 3 1,-1 6-1,-1 4 1,-1 7-129,-1 5 1,1 2 0,-3 6 0,-1 0-507,1 0 1,0-5 0,0-3 0,3-5-834,0-4 0,6-8 1,-5-3 975,1-3 0,-3 2 0,-2-2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4:35:30.2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303 42 7853,'0'-7'9,"0"-1"81,0 0 1,0 3 219,0 0 0,0 2 91,0-2 1,0 4-1,0 1-170,0 4 1,0 7 0,0 3 0,0 4-5,0 5 1,0 7-1,0 7 1,0 4-169,0 3 1,0 3-1,0 2 1,-1 3-362,-2 1 0,2-7 1,-4 3-1,2-8-550,1-4 1,-1-13 375,0-4 0,1-12 476,2-5 0,3-13 0,1-6 0</inkml:trace>
  <inkml:trace contextRef="#ctx0" brushRef="#br0" timeOffset="448">0 314 9837,'0'9'0,"1"2"195,2 5 1,2 4-1,5 9 1,3 5 2,2 6 1,1 0 0,2 3 0,3-2-104,1 0 1,-1-7-1,-1 0 1,-1-7 2,-2-7 0,-1-8 0,0 0 1,0-5-230,-1-4 1,-1-3 0,0-4 0,3-3 98,-1-5 1,4-6-1,-1-2 1,1-2 57,1-1 0,-5-2 1,6-7-232,-2-2 1,1 2 0,-3-3 0,-1 0-1,0-3-26,-2 1 231,-3 4 0,3-2 0,-3 4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4:29.1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360 461 7853,'0'-3'1812,"0"4"-1468,0 5 1,0 1 0,0 4 0,-1 4-43,-1 3 1,1 3-1,-3 4 1,-1 2-212,2 1 1,-3 2-1,2 2 1,-2 1-501,0 1 1,-1-3 0,1 0 0,-1-4-796,1-5 1,2-7 1203,2-4 0,-1-9 0,-1-2 0</inkml:trace>
  <inkml:trace contextRef="#ctx0" brushRef="#br0" timeOffset="401">104 128 7756,'0'-7'0,"0"1"0,-1-1 0,-1 1 0,1 2 0,-2 0 785,0 1 1,2 4 0,-3 4 0,1 3-399,-1 3 1,0 5-1,-3 4 1,1 4-322,0 2 1,-2 0 0,1 3-1,-2 1-321,1-1 1,1-2 0,1 1 0,0-3-1403,2-1 0,1-8 1657,3-5 0,3-9 0,0-3 0</inkml:trace>
  <inkml:trace contextRef="#ctx0" brushRef="#br0" timeOffset="684">129 134 7756,'0'-4'0,"0"0"0,-1 4 0,0 2 0,-1 6 256,0 6 1,2 5 0,0 5 0,0 1 319,0 3 0,0 1 1,0 3-1,3-2-517,1 0 0,2-6 0,2-4 1,1-5-117,1-6 1,1-6 0,2-3 0,-1-7-132,-1-5 0,1-4 0,-2-5 0,0-1 106,1-1 0,-2 0 1,1-2-1,-1 0 76,-1-1 1,-1 6-1,-1-3 1,0 2-66,-2 1 1,1 3-1,-3 3 1,0 2-786,-1 1 0,-1 6-827,2 1 1683,2 2 0,2 5 0,1 1 0</inkml:trace>
  <inkml:trace contextRef="#ctx0" brushRef="#br0" timeOffset="1018">437 211 8067,'-6'0'1073,"-1"0"1,3 0-558,0 0-252,2 0 1,4-1-1,5-1 1,3-2-290,1-2 1,1-1-1,1-1 1,0-3 121,0-1 0,-3-2 0,0 0 0,0-2-203,-2 0 0,-3 2 1,-2-1-1,0 2 121,-2 2 1,-3 0-1,-3 4 1,-3 2 166,-2 2 0,-2 2 0,-1 5 0,2 3-16,0 5 0,1 1 0,-2 5 1,0 3-30,1 1 1,4-1 0,-1 3 0,2-1-268,2 0 0,2-1 0,0-3 0,2-1-583,0-1 1,0-5 0,2-1 712,3-3 0,0 3 0,2-4 0</inkml:trace>
  <inkml:trace contextRef="#ctx0" brushRef="#br0" timeOffset="1302">585 217 7968,'4'0'1615,"0"0"-1332,1 0 1,1 0-1,0-2 1,1-3 40,-1-3 1,0-2 0,1-3-1,-1-1-585,-2-1 1,1 1 0,-2-3 95,0-1 1,-1 1 0,-1 1 0,-2 4 0,-4 2 237,0 3 0,-2 2 1,-1 4-1,-2 2 178,0 4 0,3 6 0,-2 4-44,2 3 1,1 3 0,-1 2-1,1 0 1,1 2 25,1 0 1,3-2-1,-1 0 1,2-3-561,2-2 1,4-7-1,5 0 1,1-4-399,1-3 1,2-4 0,0-5-1,2-3-161,1-2 886,-3-5 0,4-5 0,-3-2 0</inkml:trace>
  <inkml:trace contextRef="#ctx0" brushRef="#br0" timeOffset="1567">796 25 7742,'4'-11'410,"-2"1"0,-1 6 1,-2 4 225,-1 7 1,0 7-1,-1 4 1,-1 1-209,1 2 1,1 1 0,0 2 0,1-2-310,1 0 1,0-4-1,0 0 1,0-1-395,0-3 0,3-4 85,2-4 0,-3-2 1,-2-5-498,-4-1 0,-4-1 0,-3-1 0,-2 2 654,-2 1 0,1 1 0,-3 1 0,1 1 428,0 2 0,2 3 0,1 0 1,1 3-59,1 3 0,4-3 0,1 4 0,3 0 65,4 0 0,2-3 0,4-1-777,1-1 0,4-1 0,4-4 1,1-2-1,1-2-1334,3-2 0,-1-5 1709,1-6 0,2-2 0,0-5 0</inkml:trace>
  <inkml:trace contextRef="#ctx0" brushRef="#br0" timeOffset="1750">899 102 7742,'-7'3'510,"4"-2"1,0 4 0,1 0 231,0 3 1,0 3 0,2 3 0,0 2-484,0 0 1,2 1-1,2 2 1,1-1-152,1-1 0,-1-3 0,2 1 0,-3-2-20,-1 0 1,-1-2 0,-2-1 0,-1 0-438,-1 0 0,-1-2 0,-4 0 1,-2-3-459,-2 0 1,-1-3 0,-1 1 806,1 0 0,-1-1 0,0-2 0</inkml:trace>
  <inkml:trace contextRef="#ctx0" brushRef="#br0" timeOffset="2366">1431 140 7662,'-6'-9'186,"-1"1"1,-2-2 279,-2 1 1,-1 3 0,-1 4-1,-1 2 1,-2 3 30,-1 4 0,3 3 1,-2 7-1,1 3-205,1 2 0,4 1 0,0 1 0,3-1-89,2-4 0,2-4 1,4 1-1,1-2-281,3-2 1,2-4-1,2-1-8,-1-2 1,0 5-1,-1-4 1,-1 1-74,0 0 1,-3-2 0,-1-1 0,-2 1-113,-2 1 1,-4-2-1,-3 0 1,-1 0-410,-2 0 0,2 1 1,0-2 73,-2 0 0,1-1 0,0 0 0,3-1 606,0-1 0,2-6 0,0-1 0</inkml:trace>
  <inkml:trace contextRef="#ctx0" brushRef="#br0" timeOffset="2617">1444 346 7864,'19'-7'0,"-2"1"317,1-1 1,-4 1 0,1-1 0,-2-2 78,0-1 0,-5 0 1,-2 1-1,-3 1-137,-1-1 0,-2-2 0,0 2 0,-3 0-9,-4 0 0,0-1 0,-3 2 0,-2 0 108,0 0 1,-1 3 0,0 2 0,1 0 46,-1 4 1,0 2-1,0 4 1,0 2-258,0 1 0,3 3 1,0 2-1,3 3-372,1 3 1,2-3 0,-1 2 0,3-1-283,2-1 1,3-1-1,3 0 1,5-4-732,3-1 0,6-7 0,3-1 658,2-3 0,1-6 579,-1-4 0,7-5 0,1-3 0</inkml:trace>
  <inkml:trace contextRef="#ctx0" brushRef="#br0" timeOffset="2782">1726 205 7718,'-13'0'608,"3"0"0,-1 0 0,0 0 19,-1 2 1,1 3-1,0 3 1,0 3-163,-1 1 0,2 2 0,1-1 0,3 1-251,1 1 0,3-3 0,2 2 0,0-3-596,2-2 0,3-2 0,3-1 0,3-2-453,1-2 1,2-1 0,0-2 0,2-1-1978,0-2 2812,-2-2 0,5-3 0,-3-1 0</inkml:trace>
  <inkml:trace contextRef="#ctx0" brushRef="#br0" timeOffset="3016">1829 237 7453,'0'6'-80,"-1"1"1,0 0 728,-1 1 0,-3 0 1,0 3-1,0 1-303,-2 2 1,1 0-1,-1 3 1,-1 1-258,-1-2 0,1 2 1,2-4-1,1-2 50,1-3 1,2-5 0,1-5-202,2-4 0,2-5 0,2-5 0,3-3 47,1 0 1,2-1 0,1-1-183,-1 1 1,1 1 0,-2 1 0,1 2 0,-1 1-389,2 1 0,-3 3 1,0 0 584,0 3 0,-1-3 0,1 2 0</inkml:trace>
  <inkml:trace contextRef="#ctx0" brushRef="#br0" timeOffset="3250">1951 294 7718,'6'10'136,"1"-3"0,-1-3 123,0-1 0,1-1 1,-1-3-1,1-1-17,-1-2 0,1-2 0,-1-1 0,0-1-62,1-3 1,-3-1-1,0-2 1,-2 0 16,0-1 1,-2 2 0,-2 3 0,-3 0 273,0 0 0,-5 5 1,0 1-1,-3 3-20,-2 3 0,1 5 0,-1 4 0,0 3-184,0 4 1,2-1 0,3 0-1,1 3-372,1 0 1,2-1-1,1 3 1,4-1-491,2-3 1,6-3-1,4-1 1,3-4-1132,3-4 0,1-5 1726,1-3 0,1-8 0,6-6 0</inkml:trace>
  <inkml:trace contextRef="#ctx0" brushRef="#br0" timeOffset="3399">2201 134 7718,'-6'6'578,"2"2"0,-5-1 0,2 3 43,1 0 0,-1 1 1,1 3-1,0 2-142,-1 0 1,1 2-1,0 0-570,2-1 1,-1 3-1,3-1 1,0-1 0,2 1-2752,0-4 2842,0 0 0,0-3 0,0 1 0</inkml:trace>
  <inkml:trace contextRef="#ctx0" brushRef="#br0" timeOffset="3532">2111 320 7710,'4'-3'522,"1"2"0,0-3 0,0-1-183,2 2 0,-1-2 0,1 2 1,0-1-209,1-1 1,2 2 0,3-1 0,0 1-1266,0 2 1,-3-1 1133,1 0 0,3 2 0,2-3 0</inkml:trace>
  <inkml:trace contextRef="#ctx0" brushRef="#br0" timeOffset="3899">1758 686 7651,'0'-7'413,"0"1"1,-2-1 0,-1 1-224,-3 0 1,1 2-1,-4 2 1,-1 1 294,0 1 1,-3 3 0,-1 2 0,-2 3-41,0 3 1,1 4 0,1 2-1,2 4-170,1 3 0,6 0 0,-2 2 0,2-1-230,2-1 0,3-2 1,4-4-1,2-1-268,3-2 1,1-2 0,3-3 0,2-3-987,2-5 1,0-1 0,0-2 1208,1-4 0,0-2 0,2-6 0</inkml:trace>
  <inkml:trace contextRef="#ctx0" brushRef="#br0" timeOffset="4216">1855 628 8505,'-4'3'729,"-1"-2"0,2 4 0,0 0-411,0 3 1,1 2 0,0 4 0,0 1 9,1 2 1,0 2-1,1 2 1,0 0-248,0 0 0,3-1 0,1-3 0,2-1-266,0-3 1,0-5 0,-1 0 0,0-3 95,2-3 0,-2-4 1,3-3-1,0-5-231,-1-3 0,0-4 0,-1 1 0,1-1 293,-1 0 1,-2 3-1,0 1 1,0 4 297,-1 2 0,-1 4 1,0 4-97,-2 5 1,0 6 0,0 5 17,0 1 0,0 4 0,0 1 0,0 0 0,0-2-1027,0-1 0,1-5 0,2-4 1,3-3 72,4-5 0,1-3 1,0-4-1,2-6 761,1-6 0,-2-3 0,4-7 0</inkml:trace>
  <inkml:trace contextRef="#ctx0" brushRef="#br0" timeOffset="4466">2098 654 7658,'-6'-3'0,"-1"2"583,1-1 1,-1 1 0,-1 1-1,-1 1 1,0 1 0,-1 3 554,2 3 0,-1 0 0,1 2 0,0 3-907,1 1 0,3-2 1,2 1-1,2 0-599,2-1 1,2-7-1,5 0 1,2-4 10,4-1 1,-1-4 0,2-2 0,1-4-176,-1-2 1,-2-1 0,1 0 0,-2 1 136,-2 2 1,-2 0 0,-3 2 0,0 1 1172,-2 2 0,-1 4 0,-3 3-291,0 6 1,-2 4-1,-1 3 1,0 3-514,1 2 1,-3 0 0,3 2 0,1-2-329,0-1 1,1-3 0,0-4 0,1-3 398,1-4-45,1-2 0,7-9 0,0-1 0</inkml:trace>
  <inkml:trace contextRef="#ctx0" brushRef="#br0" timeOffset="4782">2265 641 7658,'0'4'536,"-1"1"419,-1 2 1,-1 0 0,-2 2 0,2 0-217,0 2 1,-1 4 0,2 2-1,-1 1-453,1 2 1,1 1 0,-1 0 0,1 0-367,1-1 0,3-6 0,1-2-324,2-2 0,-2-5 0,0-5 0,1-6 103,1-4 0,0-6 0,0-2 0,-1-4 52,-1 0 0,1 2 0,1 0 1,1-1 161,-1 1 1,-2 4-1,1 3 1,0 0 1040,0 2 1,-1 3-702,1 1 1,-4 7-1,1 5 1,-1 2-191,-1 4 1,0 2 0,0 2-649,0 2 1,0 2 0,0-1 0,0 0 0,0-2-81,0 0 1,0-3 0,1-4 664,1-2 0,1-2 0,4-5 0</inkml:trace>
  <inkml:trace contextRef="#ctx0" brushRef="#br0" timeOffset="5099">2445 666 8130,'-6'1'1406,"2"1"1,-2 0 0,2 2-738,1 1 0,-1 1 1,3 0-1,-1 1-438,0 2 0,2 1 0,0 3 1,0 2-140,0 0 0,2 2 0,2 0 0,0-1-339,1-1 0,-3-1 1,2-2-8,1-2 1,1-3 0,-1-6 0,0-5-18,0-5 0,-1-3 0,2-5 0,1-2 98,-1-1 0,1-2 0,-1 1 0,0 0 199,1 1 1,0 4 0,1 3 394,0 1 0,1 4 1,-3 1-1,1 2-243,-1 2 0,-2 6 0,-2 3-219,-1 2 1,-1 4 0,0 0 0,0 2 0,0 1-410,0 1 1,0 0 0,0 1-1,0-2-1393,0-2 1,0-1 0,0-1 1842,0-2 0,2-2 0,2-1 0</inkml:trace>
  <inkml:trace contextRef="#ctx0" brushRef="#br0" timeOffset="5331">2688 737 7650,'7'-1'162,"-1"-1"1,1-2 724,-1-2 1,-2-1-1,1-2 1,-1 0-480,-1-1 1,2-3-1,-2 3 1,-2-2-224,0-1 0,-1 2 0,0 1 1,-1 1-8,-1 1 1,-2 3 0,-4 1 0,-1 2 101,1 0 0,-1 6 1,1 4-1,-1 2 115,0 3 0,2 3 0,-2 5 1,2 1-70,1 1 0,1 1 0,2 3 1,0-1-1199,1-1 1,2-4 0,3 0 0,1-3-54,2-3 0,1-7 1,1-4-1,3-4 925,1-4 0,4-3 0,0-6 0</inkml:trace>
  <inkml:trace contextRef="#ctx0" brushRef="#br0" timeOffset="5464">2849 647 7649,'-1'4'484,"0"1"0,-2 0-271,-1 3 1,2 0-1,-1 3 1,-1 1-214,0 2 0,3 6 0,-1 5 0,1 3 606,1 1 1,0-2-1,0 0 1,0-3-4627,0-2 4020,0-5 0,6-1 0,1-4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4:37.0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238 433 7614,'-10'3'184,"3"0"1,-2 4 0,-1 2 718,-3 2 1,0 1 0,-2 3-1,1 1-761,-1 3 0,1 2 1,-3 6-1,-1 3-232,-1 3 1,3 0 0,2 4-1,2-4 90,4-4 0,1-7 0,0-4 0</inkml:trace>
  <inkml:trace contextRef="#ctx0" brushRef="#br0" timeOffset="716">353 208 7614,'0'-4'609,"0"0"0,0 2 1,0-1-159,0 2 0,0 6 1,0 8-1,0 4-139,0 4 0,-1 2 1,0 5-1,-2 2-191,0 1 0,0-2 1,0-1-1,-1-4-168,1 0 1,1-8 0,-2-2-1384,1-3 1183,1-6 1,2-8 0,0-6 0,0-4-11,0-4 0,0-4 0,1-3 0,1-1 0,2-5 96,2 1 0,0-2 1,1 0 297,-1 3 1,3 3 0,0 6 0,1 5 0,1 3 299,1 6 0,-1 4 1,-1 4-143,-1 3 0,2 3 1,-2 4-1,-2 1 1,-2 1 281,0 2 0,-4 0 0,1 1 0,-1 1-174,-1 1 1,-1-1 0,-3 4 0,-3-1-342,-2-1 1,0 0 0,-2-2 0,0 1-34,-1-1 0,0-6 1,1-1-1,2-2-1655,2-2 1,4-5-1,1-3 107,4-3 0,2-6 1,5-2 1518,1-1 0,5-3 0,2-2 0</inkml:trace>
  <inkml:trace contextRef="#ctx0" brushRef="#br0" timeOffset="966">558 305 7614,'-6'12'0,"-3"1"0,0 1 0,0 0 0,-1 2 1824,0 3 1,2-1 0,-1 5 0,2-2-1039,1 0 1,2-5-1,3 2 1,3-4-656,5-4 1,2-5 0,6-3 0,1-3-762,3-3 1,-3-5 0,4-7 0,-1-1-10,-1-3 0,-4 2 0,-1-3 0,-1-1 299,-2 0 1,-5 0 0,-3 4 0,-3 1 391,-3 2 0,-1 4 0,-7-2 0,-1 5-189,-4 3 1,1 2 0,-1 3-1,0 0-244,0 0 0,2 3 0,3 1 1,3 2-707,3 0 0,3 1 0,1-1 540,2 0 1,5 1 546,1-1 0,5-2 0,-1-1 0</inkml:trace>
  <inkml:trace contextRef="#ctx0" brushRef="#br0" timeOffset="1284">693 279 7614,'0'6'385,"2"1"1,0 1 0,0 1 511,-2 1 0,0 1 0,0 2 0,0 1-258,0 0 0,-2 3 0,-1 2 1,0 1-272,-2 1 1,0-3 0,0 1 0,1-2-11,2-1 0,-3-4-193,3 1 1,0-8-1,2-3-655,0-7 1,3-5 0,1-5 0,2-3-58,0-3 1,1-2-1,-1-2 1,1-2 242,2 0 1,-2 0 0,2-2 0,0 3 120,-1 3 0,1 2 1,-1 4-1,1 4 406,-1 4 0,-1 6 1,-1 2-1,-1 3 387,-1 4 0,-3 6 0,1 6 0,-1 3-289,-1 2 0,0 1 0,-1 0 1,0 0-668,-1-2 1,-1-1 0,2-3 0,-2-2-177,2-4 0,0-5 0,2-1 1,0-4-4132,2-2 4653,1-6 0,3-7 0,3-3 0</inkml:trace>
  <inkml:trace contextRef="#ctx0" brushRef="#br0" timeOffset="1483">1020 9 7760,'0'-4'1757,"0"0"1,0 3-907,0 1 0,-2 1 0,-1 4 0,0 1-915,-2 2 0,-1 4 0,-1-2 0,1 3-501,0 2 1,-1-4 0,1 2 0,0-1 294,2-2 0,1-1 0,4-3 270,1-2 0,4 2 0,4-3 0</inkml:trace>
  <inkml:trace contextRef="#ctx0" brushRef="#br0" timeOffset="1666">1161 35 7614,'-6'9'0,"-1"2"1281,1 1 1,-1 1 0,-1 1 0,-1 1-340,-1 2 0,1 2 1,-1 2-1,0 3-607,0 4 1,4-1-1,-2 4 1,1 0-710,2-3 0,-1-1 1,2-3-1,0-2-705,2-5 1,2-6 0,0-2 1078,0-2 0,2-3 0,2-2 0</inkml:trace>
  <inkml:trace contextRef="#ctx0" brushRef="#br0" timeOffset="1799">1014 362 12341,'3'-3'775,"0"-1"1,4 3 0,2-2-627,2-1 0,1 0 1,3-3-1,3-2 298,3-1-447,-1-2 0,8-4 0,-2-1 0</inkml:trace>
  <inkml:trace contextRef="#ctx0" brushRef="#br0" timeOffset="3831">1469 234 8538,'-3'3'408,"0"1"1,3 2-1,0 1 1,0 2-57,0 4 0,0 3 0,0 6 0,0 1-141,0 2 0,0 2 0,0-1 0,0 0-75,0-1 1,0-4-1,0-3 1,-1-3 230,-1-4-303,1-6 0,-1-3 0,3-8 0,2-5-304,1-3 0,0-3 0,3-4 0,0-2 57,1-2 1,0 3 0,2-3 0,-1 0 42,-1 3 0,1 0 1,0 3-1,0 2 356,0 2 1,-2 7 0,1 4 142,0 2 0,-5 6 1,-1 2-1,-1 4-160,-1 2 1,0 2 0,0 0-1,0 2 181,0 0 1,-2 1-1,0 0 1,0-2-335,-1 1 0,2-2 0,-1 0 0,1-3-1190,1-2 1,1-2 0,1-1 0,2-2 677,2-2 0,3-2 1,2-3-1,2-3 161,2-4 0,-1 0 0,2-1 0,1 0-8,-1-1 1,-1-1-1,1 1 1,-1 0 772,-1 2 1,-2 1-1,3-1 1,-1-1 172,-2-1 1,-2 3 0,-1-4 0,-2 1-265,0 0 1,-4 1 0,-1 1 0,-1 0-105,-1 0 1,-1 3-1,-1 0 1,-2 2 31,-2 0 1,-1 2 0,-1 1-1,-1 1-23,-1 1 0,1 1-1,-1 1 1,1 3-130,1 0 1,1 4 0,1 0 0,-1 2 39,1 2 1,2 1 0,0 2 0,1 1-165,2-1 1,0-1 0,1 1-1,0-1-460,0-1 1,3-5 0,2 2 0,3-3-343,2-2 1,0-2 0,1-2 0,1-2 237,3-2 0,-1-3 0,1-2 0,0-3 211,0 0 1,-3 0 0,3-2-1,-2 0 172,0 1 0,-3 4 1,-1-2-1,-2 2 248,-1 1 0,-2-1 1,-2 1 329,-1-1 1,-1 3 0,0 0 0,-1-1-68,-1-1 0,0 0 0,-2-1 0,-1 1 202,-1-1 1,2 1 0,0 0 0,-1 2-287,-1 2 1,0 1-1,-1 1 1,1 0-70,-1 0 1,3 1 0,1 1 0,-1 3 1,0 3 0,3 0 0,-1 2 0,1 2-140,1 0 1,1 1-1,1 0 1,2-1-423,2 1 1,1-3 0,2-1 0,1-3-207,3-2 1,-1 1-1,2-3 1,1-2 169,2-2 0,-1-5 0,1-2 0,1-3 31,-2-3 0,0 1 0,-4-3 0,-1-1 265,0-1 0,-5 2 0,-1 1 1,-1 2 124,-3 2 0,0 3 0,-1-1 0,-1 1 400,-1 1 1,-1 3 0,-4 3 369,1 2 1,-1 0 0,1 0-103,-1 0 0,3 0-344,0 2 1,2 0 0,0 2-353,2 1 1,0 1 0,0 1-1,0 1-88,0 0 0,0 2 0,0-3 0,2 3-150,0 0 1,1-2 0,-2 0 0,2-1-83,1 0 0,-3-1 0,2 0 0,-1-1-291,0-1 0,1-2-3,-1 2 1,2-3 375,2-1 1,-2-1 0,-1-3 0,-1-1 200,0-1 0,1 2 1,-2 0-1,1-1 16,0-1 1,-1 0-1,1-1 115,0 1 0,1 0 0,-2 1 123,1 1 1,1 0 0,-2-3-77,1 1 0,1 2 0,-3 0 1,2 0 212,0 1 1,0 1-1,-1-2 23,1 1 1,-1-2 555,1 1-454,-2 1-89,0-2 201,0 4-407,0-2 0,0 8 0,0 1-41,0 2 0,0-1 0,1 2 0,1 2-89,0 1 1,0 1 0,-2 1 0,1-1-243,1-1 1,-2 0 0,3 0 0,-1-1-40,1-3 0,-1-1-61,1 0 0,-3-3 230,2 0 0,-1-3 356,-1-1-249,0-3-336,0 0 113,0 0 0,-1 3 216,-1 3 1,2 0-1,-3 4 45,3-1 1,-2 0-1,-1 1 1,2-1 40,0 1 1,1-3 0,-2 0-122,0 1 1,-2-1 0,1-1 0,-1 0-60,-1-1 0,2-2 0,-2 1 0,0 0 25,-3 2 1,0-1-1,-2 1 1,0 1 37,0 2 1,0 1 0,-1 1-1,0 3 384,0 1 0,1 2 0,2 0 1,1 1 66,3-1 0,1 0 0,3-2 0,2-1-425,2 0 0,1-6 0,6 1 1,0-2-291,1-3 1,2-4 0,0-2 0,1-4-374,-1-1 0,0-1 0,-2-4 0,-1 0-106,-3 1 0,-3 0 1,-1 0-1,-1-1 406,-2 1 0,0 1 1,-2 2 331,-1 0 0,-5-3 0,-3 4 0</inkml:trace>
  <inkml:trace contextRef="#ctx0" brushRef="#br0" timeOffset="4533">2579 279 7614,'3'-10'98,"-1"1"1,-1 0 310,-1 1 0,-2 1 0,-1 3 0,-1 0 28,-3 0 1,0 2 0,-3 5-189,0 3 1,-1 6 0,0 6 0,0 3-1,1 4 28,4 2 1,0 2-1,4-3 1,1-1-217,2-3 0,4-3 0,3-1 0,3-4-390,1-5 0,1-2 1,0-1 191,0-2 0,-3 0 1,-2-3-1,-2 2 214,-1 1 1,-3-1 0,-4 2 0,-3 0 29,-3 0 0,-2-3 0,-4 1 0,0-1-41,-1 1 0,0-1 0,0-2 0,0 0-176,-2 0 1,5-1 0,0 0 0,2-2-792,2 2 1,2 0-1108,1-2 1,4 0 2007,5-4 0,3 1 0,6 0 0</inkml:trace>
  <inkml:trace contextRef="#ctx0" brushRef="#br0" timeOffset="5598">2720 452 7614,'12'-3'70,"-1"-1"0,-2 0 1,-3 0-1,0-1 553,-2-1 1,0 0 0,-3 0 0,1-2-100,0 0 1,-2 0 0,-2-2 0,-3 0-107,0 0 0,-2 2 1,0-2-211,-1 0 0,0 5 1,-3 2-1,0 1 0,-1 0 31,-1 3 1,0 2 0,1 6 0,0 2-65,2 4 0,-1-1 0,-1 2 0,1 1-272,3-1 0,3 1 0,1 2 1,1-1-526,2-1 1,2-4 0,3 1 0,4-4-272,4 0 1,4-5-1,3-3 1,4-4 205,2-2 1,2-2 0,0-4 0,2-2 686,2-2 0,-5-4 0,1 2 0,-3-1 0,-1 0 0,-8 4 0,-2-1 0,-5 0 57,-4 3 1,-2 1-1,-5 4 1,-3 2 97,-4 2 1,-4 1 0,-1 2 0,0 1 561,-1 2 1,2 2 0,-1 3-1,2 1 420,0 0 0,0 2 1,2-1-1,1 1-909,1 1 1,6-3-1,-3 1 1,3 0-732,1 2 1,4-4 0,3 0-336,3-2 1,2-3-1,4-2 1,0-1-1,2-1-4,0 0 0,-1-4 1,2-2-1,0-2 476,-1-2 1,0-1 0,-4-1 0,0 1 365,-2 0 0,-4 2 0,0 0 0,-1 1 683,-1 3-275,-1 0 1,-4 1-1,0 3 1,-2 2 402,-1 3 0,2 2 0,-1 1-327,0 2 0,-2-2 1,1 2-1,0 0-173,0-1 0,-1 3 1,0-2-1,0 0-180,0 1 0,1 0 0,-2-1 0,0-1 241,2-1 1,0-3-206,2 0 1,1-3-1,0-2-287,2-4 1,5-4 0,3-3-1,1 0 1,0-2-212,0 1 0,0-1 1,2 1-1,0 1 206,-2-1 0,1 2 0,2 1 1,0 0-1051,0 0 0,-1 2 0,1 0 1,-2 3 405,0 1 0,-6 2 1,2 0 778,-2 1 0,-2 3 0,-1 1 0,-1 4 0,-1 0 63,0 0 0,-2 0 1,0 1-1,0 0 344,2 0 0,-2-3 1,-1 0 1513,2 0 0,1-1-1720,2 1 1,2-3 0,2-4-1,1-3 1,-1-1-217,0-2 1,1-2 0,-1-3 0,0 0 148,-2 0 0,-1 1 1,-3 1-1,0 2-10,0 0 0,-3 4 0,-2-1 0,-3 2 475,-2 3 0,0 5 1,-1 3-1,0 3-243,-2 4 1,3 0-1,0 2 1,1 0-350,1 1 0,3 0 0,1 1 0,1-1-517,2-2 1,5-1 0,3-2 0,3-2-456,4-4 1,-1-2 0,4-5 0,1-1 71,1-2 0,0-5 1,0-1-1,1-3 202,2-2 1,-5-2 0,2-2 600,-3 0 1,-4 0 0,-2-1 0,-2 2 0,-2 1 376,-2 2 1,-3 2 0,-2 2 0,-1 3-80,-2 1 1,0 3 0,0 2-1,-1 1 1352,-1 1 0,2 3 1,0 2-1,0 3-642,0 3 0,-1 1 1,2 3-643,0 0 1,1 2 0,-1 1 0,1-1-554,0 1 0,0-1 0,2-1 0,0 0 1,0 0-1286,0 0 0,0-3 0,0-1 0,0-2-577,0-2 2129,0-4 0,-3 2 0,-1-3 0</inkml:trace>
  <inkml:trace contextRef="#ctx0" brushRef="#br0" timeOffset="5715">3201 491 7614,'3'-4'599,"-2"0"0,4 3 0,-1-2 1,2 0-1,1 0 0,0-1 1,1-1 31,0-1 0,4 0 1,-1 0-1,2-2-1176,2 0 0,3 0 1,-1-2 544,-1 1 0,5-3 0,-1 2 0</inkml:trace>
  <inkml:trace contextRef="#ctx0" brushRef="#br0" timeOffset="6315">3849 369 7448,'0'-10'-126,"-1"0"1,0 1 902,-1-2 0,-3 4 1,2-1-348,0 0 0,-2 1 0,-3 3 1,-1 1-242,-1 3 0,-1 0 0,-2 1 1,-2 3-1,0 4 603,1 3 0,0 2 1,2 5-1,0 3-473,1 1 1,2-3 0,3 1 0,2 0-436,1 0 0,6-3 1,2 0-1,2-2-799,4-3 1,2-5-1,2-1 1,3-3 21,2-1 1,-1-2-1,1-3 1,0-4 271,0-6 1,-2 0 620,4-4 0,-5-3 0,-1-3 0</inkml:trace>
  <inkml:trace contextRef="#ctx0" brushRef="#br0" timeOffset="6915">3932 215 7614,'-6'2'723,"-1"0"0,3 1 0,0-2 0,-1 2-272,-1 1 1,2 0 0,0 2 0,1 2 104,-1 3 0,3 0 0,-1 7 0,1 2-301,1 3 1,0 0 0,0-1-1,0-1-117,0 0 0,1-5 1,0 2-1,2-3-300,0-3 1,2-5 0,1-2-1,1-1-244,-1-3 1,2-3-1,1-3 0,-1-3 0,1-2 0,0-3 1,1-2-1,0-2 63,0-2 1,-3 2-1,2 1 1,-3 1 796,-1 3 0,0 2 219,-3 3 1,-1 9 0,-3 5 0,-2 4-299,-2 4 0,-1 1 0,-1 4 0,0-1-424,0 0 1,1-2-1,2-2 1,2-3-182,0-1 0,2-2 1,3-5-1,3-2-1319,2-1 0,3-5 0,4-2 0,0-5 878,1-3 0,3 0 0,-2-3 0,2 0 671,-1-1 0,-3 2 0,0-3 0,-2 2 0,-4 1 0,-3 2 0,-1 1 622,-1 4 0,-6 3 0,-4 2 0,-1 1 1,-1 3 499,-2 0 0,0 3 0,0 3 0,0 3-299,0 3 1,1 0 0,0 3 0,0 0-277,3 0 1,-1 0-1,3-3-567,0-1 1,3 1 0,3-3 0,3 0-1,3-3-575,5-3 0,0-1 0,5-2 0,1-3-41,0-4 1,-1 0-1,0-5 1,-1-2-51,1 0 1,-5 1 0,0 0 96,-2 0 1643,-2 3 1,-5 9 0,-2 6-774,-2 3 0,-4 3 1,1 2-1,0-1 1,2-1-473,2 0 1,0-5 0,0 0-1138,0 0 1,0-3-1,2-2 227,3-2 1101,-2-3 0,5-5 0,-1-1 0</inkml:trace>
  <inkml:trace contextRef="#ctx0" brushRef="#br0" timeOffset="7248">4285 305 7614,'0'6'0,"0"0"748,0 1 0,0-1 1,-1 1-1,0 2 115,-1 2 0,0-1 0,1 0 1,-1 2-549,0 0 0,0 1 0,2-1 0,0 0-29,0-1 1,0 1 0,0-4 0,0 1-267,0 0 1,0-4-464,0 1 1,3-4-1,1-3 1,2-5 164,0-4 1,1-2 0,-1-3 0,1-3-66,2 0 0,-2 1 1,2 0-1,-2 0 55,-1 0 1,0 2 0,0 5 0,-1 1 1310,-1 2 1,-1 3 0,0 3 3,0 2 0,-1 4 0,-2 3-877,0 3 0,0 1 0,0 1 1,0-1-1,0-1-86,0 0 0,0-1 0,0 1 0,0-3-1402,0-1 0,0 0-704,0-1 1,1-2 0,0-3 0,2-2 2041,1-4 0,-3-3 0,5-2 0,-3-3 0</inkml:trace>
  <inkml:trace contextRef="#ctx0" brushRef="#br0" timeOffset="7864">4452 272 7614,'0'-2'1653,"0"2"0,0 3 1,-1 5-1000,-1 1 1,1 2 0,-1 0-1,1 1-323,1 1 1,-2 0 0,0 1 0,1 1-151,0 0 0,1-4 0,0-1 0,0 0-312,0 0 1,0-4 0,0 0-440,0 0 0,1-3 301,1-1 1,1-4-1,2-3 1,-1-3 264,1 0 1,-2-4 0,2 0 0,0-3-45,0-2 1,0 0 0,-1-1 0,1 0 111,1 1 1,-2 3-1,-1-1 263,0 4 0,2 2 0,-3 4-47,2 2 0,-3 4 0,2 6 193,0 2 0,-2 1 0,2 3 0,0 2 0,0 0-475,1-1 1,1-1-1,-3 0 1,1-1-525,0-1 0,0-2 1,-2-2-1,2-1 82,1 1 0,0-4-276,3-1 1,-1-2-1,1-1 1,1-3-1,1-1 71,1-2 1,-1-1-1,1 0 1,1-1 300,-1 1 0,2 1 0,-4-1 0,0 1 71,-1 2 0,-1 0 0,1-2 457,-1 1 1,-2 1 0,-1 2 0,-1-1 838,0 1 0,0 1 1,-2-3-1,0 0-385,0 0 0,0-2 0,0 1-385,0-1 0,0 0 0,0-1 1,-1-2-1,0 0-6,-1 1 1,-3 0 0,1 0 0,0 2-7,0-1 1,-1 5 0,-1 1 0,0 1 415,-1 1 1,1 4 0,-1 2-1,1 5-98,0 3 1,-1 5 0,1 4-1,2 1-440,2-1 0,1 0 0,1 1-333,0 0 0,0-4 1,1-1-1,0-4 1,3-2-1453,2-2 1,-1-5 0,3-3-1,0-3 392,1-3 1,0-3 0,2-5 0,-1-2-1201,0-1 2478,-2 0 0,1-7 0,1 1 0</inkml:trace>
  <inkml:trace contextRef="#ctx0" brushRef="#br0" timeOffset="8030">4817 189 7614,'0'-9'0,"0"4"0,0-2 1601,0 2 0,0 3-460,-3 2 0,3 3 0,-3 6 0,1 1-406,0 2 1,-1 4 0,1 1-1,0 2 308,1 3 1,-2-1 0,0 1 0,0 2-1765,0 1 0,1-4 0,0 3 0,0-4-1660,1 0 0,0-6 0,2-2 2381,1-2 0,1-4 0,4-3 0</inkml:trace>
  <inkml:trace contextRef="#ctx0" brushRef="#br0" timeOffset="8112">4875 439 7614,'4'7'1145,"-2"-3"1,-1-1 3446,1 0-4592,-1-1 0,2-4 0,-3-2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4:59.4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303 44 7838,'0'-10'0,"-1"1"0,-2 2 559,-1 1 1,-4 3 0,-2-1-1,-3 1 42,-3 1 0,-4 8 0,-4 4 1,-2 8-133,-3 6 1,4 4 0,-3 8-1,3 4-177,4 2 1,6 6 0,1 7-1,4 2-24,3 1 1,4-13-1,6-3 1,5-8-569,6-6 0,5-12 0,5-2-645,1-6 0,4-7 0,1-7 0,1-5 945,2-5 0,8-7 0,-4 0 0</inkml:trace>
  <inkml:trace contextRef="#ctx0" brushRef="#br0" timeOffset="466">591 88 7767,'0'-12'0,"0"2"349,0 2 0,0-2 0,1 1 0,3 0 0,5 0 33,1 2 0,3 0 0,5 3 0,1 2 49,3 4 0,-3 2 0,0 6 0,-1 3-179,-1 4 0,-5 0 0,-2 4 1,-3 2-86,-2 0 1,-2 4 0,-4-1 0,-2 2-80,-4 1 0,-7-1 1,-6 4-1,-2-2-18,-3 0 0,2-6 1,-3-4-1,2-3 154,3-3 0,4-5 1,0-1-1,4-5 536,4-2-1076,4-1 1,5-1-1,5-1-432,4 0 1,4-1-1,4 0 1,3-2-1,2-2 748,2-3 0,-1-1 0,3-4 0</inkml:trace>
  <inkml:trace contextRef="#ctx0" brushRef="#br0" timeOffset="716">945 235 7767,'-10'12'166,"-1"-1"1,-2 2 0,-1 2 1344,1 3 0,0 5 1,-1 3-1,2-1-835,2 0 0,3-5 0,2 2 0,4-4-504,5-5 1,3-6 0,9-4-1,4-4-401,2-4 0,0-4 0,4-8 0,0-4-138,1-3 0,-7-2 0,0-3 1,-5 1-268,-2 1 0,-3 4 1,-6-1-1,-3 3 511,-5 4 1,-4 4 0,-7 2 0,0 2 17,-3 3 0,0 3 0,-4 1 0,3 2 12,1 2 1,4 2 0,1 1 0,4 0-1004,3 1 0,3 1 0,4 0 0,2-1 1096,5-1 0,2 2 0,5-3 0</inkml:trace>
  <inkml:trace contextRef="#ctx0" brushRef="#br0" timeOffset="967">1247 147 9652,'5'3'1435,"-2"-1"1,-3 3-1038,0 0 1,-4 2-1,-3 1 1,-3 2 172,-4 2 0,2 3 0,-4 1 1,-1 3-365,-2 3 0,1-2 1,-2 5-1,3-2-127,1-1 1,2 0 0,2-1 0,2-3 50,2-4 1,4-4 0,2-1-138,4-3 1,2-2-1,4-2 1,3 0-9,3 0 1,3-1 0,4-2-373,2-2 1,3 2-1,-2-4 1,1-1-1,2-1-271,0 0 1,-2 0 0,1-1 13,-3 1 1,0 0-1,-6-1 1,-1 0 642,0-2 0,-1 2 0,-1-3 0</inkml:trace>
  <inkml:trace contextRef="#ctx0" brushRef="#br0" timeOffset="1132">1373 243 7877,'-8'3'138,"-2"2"0,-2 2 0,-1 1 1,-1 2 790,2 2 0,2 3 1,-1 2-1,-1 3 150,1 4 1,3 0 0,0 1-1,1 0-1344,1-1 0,4-3 1,0 2-1,4-4 56,6-4 1,2-5 0,6-1 0,1-4 403,3-2-195,1-6 0,5-4 0,0-5 0</inkml:trace>
  <inkml:trace contextRef="#ctx0" brushRef="#br0" timeOffset="1433">1543 221 7754,'-8'0'474,"0"0"1,-1 0-1,-2 0 354,0 0 1,4 0 0,1 3 0,2 3-187,2 3 0,1 3 0,2 5 0,2 4-220,2 3 0,4 3 0,1 6 0,2 2-262,1 1 1,-3-4-1,0-1 1,-2-2-890,-3-2 0,-2-4 0,-3 1 1,-1-3-190,-1-4 0,-3-7 0,-2-4 852,0-2 1,-1-2-1,1-5 1,0-4 0,-1-3 233,1-4 1,3 0 0,1-6 0,2-1-2,1-3 0,4 3 0,1-4 305,1-1 1,2 1-1,1 1 1,2 1-1,0 0-717,-1 1 1,4 3 0,-2 2-527,2 2 0,1 1 0,0 1 0,2 4 0,0 3-2309,-1 1 3080,0 3 0,-2 2 0,1 4 0</inkml:trace>
  <inkml:trace contextRef="#ctx0" brushRef="#br0" timeOffset="1582">1875 405 7685,'-8'8'998,"0"0"0,-1 2 0,-1 2-149,-2 2 1,0 4 0,-3 2 0,0 1-658,1 1 1,-1 2 0,1 1-1,1 3-1305,0 0 0,4-3 1,0 1 1112,4-3 0,-2 1 0,3-6 0</inkml:trace>
  <inkml:trace contextRef="#ctx0" brushRef="#br0" timeOffset="2166">2170 44 7643,'-5'-8'612,"0"2"0,0 0 487,1 1 0,0 3-374,2 0 0,0 7 0,-2 4-497,1 4 0,-2 3 1,1 8-1,1 2 1,-1 5-172,0 5 0,2 1 0,0 6-551,1 2 1,1 4 0,1-3-1,1-5 1,4-5-796,3-5 1,3-12 0,5-4 182,0-5 1,3-6 1105,-3-9 0,7-6 0,-1-8 0</inkml:trace>
  <inkml:trace contextRef="#ctx0" brushRef="#br0" timeOffset="2398">2362 184 8172,'-10'15'452,"3"0"0,-9 2 1,1 5-82,-1 4 0,5 0 0,-3 7 0,2 1 415,3-2 1,4-7 0,4-5-1,3-3-631,5-6 1,5-5 0,4-4 0,2-4-347,1-3 0,1-6 0,2-3 0,0-5 150,0-2 0,-4-3 0,-3-2-160,-1-1 1,-2-2-1,-5 4 1,-2 3-1,-3 3-89,-1 4 1,-7 7-1,-4 0 1,-3 1-102,-2 4 1,-3 2-1,-1 1 1,0 0-280,2 3 0,1 1 0,2 3 0,2 1-787,2-1 1457,5-3 0,-1 6 0,2-2 0</inkml:trace>
  <inkml:trace contextRef="#ctx0" brushRef="#br0" timeOffset="2715">2606 110 11157,'7'3'709,"0"-1"1,-2 3-1,0 1-166,1 3 0,-2 4 0,0 4 0,-1 3-408,-1 1 1,-1 5 0,-2 3 0,-2 4-253,-5 3 0,-2-4 0,-5 2 0,-1-4 260,-1-2 1,3-6 0,-1-6 0,1-3 631,3-3 1,2-4 25,2-1 0,3-7-577,1 0 1,6-4 0,4-2 0,3-1-165,1-1 1,2-3 0,4 0 0,1-1-734,1 0 0,-2-1 0,2 1 0,0 0-701,-1-1 0,0 5 0,1-5 0,1 1 673,-1 0 1,0-1 700,-2 0 0,-1 1 0,2-1 0</inkml:trace>
  <inkml:trace contextRef="#ctx0" brushRef="#br0" timeOffset="2983">2916 184 7643,'-8'6'0,"0"0"1200,-2-1 0,1 0 0,-3 3 0,-1 1-581,-1 1 0,-1 1 0,0-2 0,0 4 208,1 1 0,-1 1 1,1 2-1,2 0-423,2-1 0,4-3 0,2-1 0,1-1-253,1-2 1,5-4 0,1-1 0,3 0-87,0-3 1,4 0 0,1-1-1,3 0-40,2 0 1,2-1 0,3 0 0,1-3-259,-1 0 0,2-1 0,1-1 1,0 0-450,3 1 0,-4 0 0,2-2-130,-4 0 1,-2-1 0,-3 1 0,-1 0 0,-4 1-1164,-4 2 0,-2-1 0,-3-3 189,-2 1 1786,-3-1 0,-6-2 0,-3-2 0</inkml:trace>
  <inkml:trace contextRef="#ctx0" brushRef="#br0" timeOffset="3148">2997 191 7643,'-5'5'568,"0"-1"0,0 0 237,1 0 0,-3 4 0,3 2 0,0 3 480,2 2 0,0 4 0,0 6 0,0 3-1063,0 3 0,1-3 0,1 2 1,0-2-1034,0-3 0,4-8 0,1-2 544,5-5 0,-2-4 0,2-8 0,0-2 267,0-3 0,3-9 0,-1 1 0</inkml:trace>
  <inkml:trace contextRef="#ctx0" brushRef="#br0" timeOffset="3348">3130 88 7654,'3'-8'986,"-1"4"-296,2 2 0,1 1 0,3 2 0,0 1 1,1 5 1014,1 4 0,3 3 0,-2 7 0,2 2-737,-1 2 0,0 2 1,0 10-1,-3 4-709,-3 4 0,-4-1 0,-4 0 0,-5-1-471,-4-3 1,-5-6-1,-5 1 1,0-6-1433,1-5 1,3-6 0,-2-1-1,1-2-1853,2-3 3497,0-4 0,-2 2 0,-1-2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5:17.1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14 123 7834,'0'-6'591,"0"-1"-258,0 1 1,0 2 0,0 0-307,2 1 0,2 2 1,2 6-1,-1 3 144,-1 4 0,0 4 1,3 4-1,-2 4-98,0 3 1,0 2-1,-3-1 1,-1 2-215,0-2 0,-1-2 0,0 1-39,0-3 1,-3-1 0,-1-5-1,-2-3 1,0-5-2537,-1-5 2716,1-3 0,-3-7 0,-1-2 0</inkml:trace>
  <inkml:trace contextRef="#ctx0" brushRef="#br0" timeOffset="216">1 194 7834,'3'-19'28,"0"3"0,0 2 0,1 3 0,2 3 0,0 1 0,2 2 0,-1 1 187,2 1 1,2 0 0,0 3 0,1 1-76,1 1 0,-1 1 0,-1 4 1,-2 2-10,0 2 0,-4 1 1,0 3-1,-3 2-15,1 2 0,-3-1 1,-4 0-1,-1 0-109,-2 0 0,-2-3 1,1 0-1,-3-2-18,-1-3 1,1 0 0,1-5 0,-1 0-752,1-3 1,1-2 0,3-2 0,2-3 310,2-3 1,1 0 0,1-3 450,0 0 0,5-4 0,3-1 0</inkml:trace>
  <inkml:trace contextRef="#ctx0" brushRef="#br0" timeOffset="450">206 136 7834,'6'4'153,"0"0"1,-1 1 111,-1 1 1,-2 3-1,2 2 1,-1 2 67,-2 2 1,0 0 0,-1 3 0,-1 2-55,-1 0 1,1 0-1,-4-1 1,0-1-235,0-1 0,-2-3 1,2 0-1,0-2 17,0-4 0,1-4-112,-2-1 0,2-4 0,2-3 0,1-5-15,1-2 1,1-4 0,1 0 0,2-4-178,2-1 1,1 2-1,0-4 1,1 2-225,0 1 1,1 2 0,-1 1 0,1 0-444,1 2 1,1 0 908,2 1 0,-3 0 0,-1 1 0</inkml:trace>
  <inkml:trace contextRef="#ctx0" brushRef="#br0" timeOffset="582">405 174 7883,'0'20'105,"0"0"1,0-1 0,0 2-12,0 0 1,-2-3 0,-1 2 0,0-3-138,0-2 0,-1-5-400,2 0 0,0-6 0,2-6 443,0-6 0,2-6 0,2-3 0</inkml:trace>
  <inkml:trace contextRef="#ctx0" brushRef="#br0" timeOffset="715">469 46 8471,'-4'-4'414,"0"3"-1173,1 2 1,1 3 0,2 2 758,0 1 0,0-1 0,0 1 0</inkml:trace>
  <inkml:trace contextRef="#ctx0" brushRef="#br0" timeOffset="933">559 104 7834,'-3'11'0,"-1"1"0,0 0 293,0 2 1,2 0 0,-2 3 0,1 3-43,2 0 1,-1-3 0,1 3 0,-1-2-197,0-2 0,2-2 0,0-2-115,3-1 1,-2-4-1,3-3 94,1-2 0,1-2 0,0-5 0,1-2-258,-1-3 1,1-2 0,-2-4-1,1-1-106,0-2 0,-2 1 1,4-3-1,0 1-673,-1 1 1003,0 2 0,-1-4 0,1 1 0</inkml:trace>
  <inkml:trace contextRef="#ctx0" brushRef="#br0" timeOffset="1233">758 65 7834,'-9'11'0,"0"-1"162,-1-1 1,1 3 0,-1-2 0,-1 3 489,1 2 0,-2-1 0,4 3 0,0-1-177,1 1 0,3-2 1,2 1-423,2 0 0,0-4 0,1-4 1,3-1-1,3-3 5,2-2 1,-1-2 0,3-2 0,1-4-511,0-4 1,1 0 0,1-6 0,1 0-12,0-1 1,-4-1-1,-1-1 1,0 2 311,0 2 0,-3 2 0,0 2 0,-2 3 462,-3 1 1,0 5-242,-4 4 1,-2 2 0,-2 7 0,-1 2 69,1 2 1,0 2 0,1-2 0,2-1-444,0-1 1,1-2 0,2-1 0,0-1-549,3-4 0,0-1 851,3-4 0,4 0 0,0 0 0</inkml:trace>
  <inkml:trace contextRef="#ctx0" brushRef="#br0" timeOffset="1399">963 85 7834,'3'-7'709,"0"1"1,-3 2 0,-3 3-223,-1 5 1,-2 1 0,-1 6 0,-1 1-216,0 2 0,2 0 1,-2 4-1,3 1-219,0 2 1,3-1 0,-1-2 0,0 0-469,1 0 1,2-5 0,0-1-1,3-2-285,1-2 0,4-4 700,0-2 0,6-4 0,0-1 0</inkml:trace>
  <inkml:trace contextRef="#ctx0" brushRef="#br0" timeOffset="1532">1027 174 7946,'0'7'724,"0"-1"0,1 1 1,1-1-1254,2 0 1,2-1 0,0-2 528,1 0 0,2-1 0,1-2 0</inkml:trace>
  <inkml:trace contextRef="#ctx0" brushRef="#br0" timeOffset="1698">1181 123 8574,'-5'9'0,"-2"1"503,-2 2 1,-2 0-1,-1 4 1,0 1-159,2 2 1,0-3 0,-2 5 0,2 0-624,1-2 1,3-1 0,2-4-1,1-2-6,2-1 1,0-3 0,2-1 0,1-2-821,2-3 1104,2-1 0,3-4 0,1 0 0</inkml:trace>
  <inkml:trace contextRef="#ctx0" brushRef="#br0" timeOffset="1848">1232 258 8482,'-3'12'0,"-2"-1"447,-2 0 0,-1 0 0,0 2 0,0 2-257,-1 2 1,4 0 0,-3-1 0,0 1-667,1 2 0,2-4 0,1 3 476,2-4 0,-1 4 0,3-5 0</inkml:trace>
  <inkml:trace contextRef="#ctx0" brushRef="#br0" timeOffset="2568">1463 40 7094,'-6'0'1468,"0"0"-1143,2 2 0,-1 0 1,2 2-1,0 1-120,0 1 0,-1 4 0,1 3 0,0 4-307,0 3 1,-1 4 0,1 3 0,0 1-288,1-1 1,-1-4-1,4-2 1,1-4-10,3-4 0,1-4 1,3-4-1,1-4 97,2-2 1,2-6 0,0-4 0,1-3 300,-1-4 0,-2 1 0,-2-1 0,-1-1 129,-1 1 0,-2-1 1,-1 5 149,-3 2 1,-2 5 0,-2 6 1,-3 5 0,-3 3 0,0 6 1,0 2-1,1 2 264,0 2 1,2 0 0,0 0-1,3 0-428,2-2 0,0-1 0,2-4 1,3-2-226,3-1 1,2-5-1,3-2 1,0-2-110,0-2 0,0-4 1,1-5-1,-1-2 65,0-4 1,-5-1-1,0-3-52,-3 1 1,0-1 0,-3-1 0,-1 2 61,-3 3 1,-3-1 0,-5 5 0,1 1 0,-1 3-111,0 1 0,0 3 1,-1 3-1,1 2-91,0 0 1,4 0 0,3 0 342,0 2 0,1-1 0,2 5 0,0-3 0</inkml:trace>
  <inkml:trace contextRef="#ctx0" brushRef="#br0" timeOffset="3116">1694 117 7716,'4'6'52,"1"0"0,-4 2 1,1 0-1,-1 3 428,-1 1 0,-3 3 0,-1 0 0,0 0-74,0 1 1,0 0 0,-3 2-1,1 0-193,-1-4 1,4-2 0,0-3 0,1-1-616,0-2 77,0-4 1,4-7 202,3-6 1,0-5-1,3-1 1,-1-2 0,2-1-120,-1-1 1,0 1 0,-1-1-1,2 3 101,-1 1 1,-1 4 0,-1 1-1,-1 3 206,-1 3 1,-3 4 0,1 6-1,-1 6-52,-1 6 0,0 2 0,0 5 0,-1 0-25,-1-1 1,2-1-1,-3 0 1,3-1-274,0-3 0,0-4 0,3-3 1,2-3-218,2-4 0,1-2 0,3-3 0,0-3 501,2-3 0,-3-4 0,0-4 0,-1 1 0,-1-1 0,-1-2 0,-2 2 0,-2-1-96,0 2 1,-1 1 0,-2 1 0,-3 0 499,-1 3 1,-2 2 0,1 1 0,0 1 484,0 0 1,1 2-406,-2 2 0,3 1-447,3 1 0,3 1 0,3 1 0,1 2-124,-1 2 0,3-1 1,0 1-1,0 2-204,0 4 0,1 0 1,-3 4-1,0 1 449,-1 2 0,-4-1 0,2 5 0,-2 0 135,-3 0 1,-2 0 0,-6 2-1,-2-3-84,-3 0 0,-1-4 1,-1-1-1,0-5-6,2-4 1,1-6-1,0-1 1,0-3-644,0-4 0,4-4 0,2-3 0,2 0 102,2-2 0,1 1 1,2-3 337,0 2 0,6-3 0,1 1 0</inkml:trace>
  <inkml:trace contextRef="#ctx0" brushRef="#br0" timeOffset="3682">2188 8 7880,'0'-7'903,"0"6"0,0 4 1,0 4-658,0 4 0,0 5 0,0 3 1,-1 5-34,-1 3 1,1 0 0,-4 4-248,0 0 0,0 2 1,0-4-1,2-4 1,0-2-832,2-4 1,0-6 412,1-4 1,1-6-1,1-3 1,3-5-1,2-4-482,1-1 1,3-1 933,-2-1 0,2-4 0,-1 0 0</inkml:trace>
  <inkml:trace contextRef="#ctx0" brushRef="#br0" timeOffset="4184">2342 72 7444,'4'-7'-127,"0"1"0,-1 0 0,0 1 127,0 1 983,-1 2 0,-3 0-428,-1 4 0,1 2 0,-3 3 0,-1 1-440,2 1 1,-3 2 0,2 0 0,-2 2-50,0 1 1,-1 0 0,1 1 0,-1-1 16,1 1 1,0-3 0,-1 2-1,1-1-284,-1-2 0,3-2 0,0-1-511,-1-1 1,2-4 81,1-3 0,4-3 1,2-3-1,3-1 299,1 1 0,-1-2 1,2-1-1,-1 0 331,0 0 0,0 2 0,1-2 0,0 2 0,-1 1 0,-3 2 0,4 0 0,-2 1-9,0-1 1,-1 3 0,1-2 443,2 3 0,-2 0 0,1 0-233,-1 0 1,0-1 0,-1 0 0,1-2 104,-1-1 0,3 0 0,-1-3 1,0 1-1,-1-1-97,0-2 0,-3 2 1,-1-4-204,0-1 1,-1 5-1,-2 1 129,-2 0 1,-2 3-1,-2 2 1,-1 2-26,1 4 1,-1 2 0,1 3-1,0 0 37,-1 4 0,1-1 1,0 5-1,2-1-86,2-1 0,0 0 0,1-1-398,-1 0 1,0 0 0,4-3 0,3 1 0,1-3-428,3-1 1,1-4 0,5-2 0,2 0-79,2-4 0,-1-3 841,1-4 0,-4-2 0,3-3 0</inkml:trace>
  <inkml:trace contextRef="#ctx0" brushRef="#br0" timeOffset="4381">2643 97 7716,'-4'0'0,"0"0"99,-1 0 1,1 0-1,1 1 499,0 1 0,1 0 1,2 2-1,0 1-447,0 1 1,0 3 0,0 2 0,2 1-178,0 1 1,3-1-1,-1 1 1,0 0-157,0 0 0,0-3 1,1-2-1,-1-1-889,1 0 0,1-4 0,0 0 1071,0-3 0,1 0 0,-1 0 0</inkml:trace>
  <inkml:trace contextRef="#ctx0" brushRef="#br0" timeOffset="4581">2797 97 8068,'-3'7'480,"-1"-1"0,-2 1 0,0 1 0,-1 1-169,-2 1 1,2 0 0,-4 2 0,-1 3-14,0 3 1,-1-2 0,1 4-1,1-1-332,0-1 0,3 0 0,1 0 0,1-3-431,2-2 0,2-4 1,1-1-1,2-1 41,3-3 0,5-1 0,1-4 1,1-2-1353,-1-3 1776,1-1 0,5-5 0,0 2 0</inkml:trace>
  <inkml:trace contextRef="#ctx0" brushRef="#br0" timeOffset="4815">2842 136 7716,'-6'1'355,"-1"1"0,3-2 0,1 3 0,-1 0 83,0 1 1,3 3 0,-1 1 0,1 2-156,1 2 1,0-1 0,0 5 0,1-1-62,1 0 0,-1 0 1,3 0-120,-1 0 1,1 2 0,-2-2 0,0-1 0,-2 0-110,-2-2 0,-2 0 1,-2-1-1,-1-2-464,1 1 0,-1-6 0,-1 1 0,-1-2-371,1-1 1,2-1-1,1-2 1,1-2 230,2 0 1,-1-4 0,3-1 609,0 0 0,3-2 0,1 0 0</inkml:trace>
  <inkml:trace contextRef="#ctx0" brushRef="#br0" timeOffset="4964">2906 296 7716,'7'-2'619,"-1"0"1,-2 1 0,-2 3-277,-1 2 1,-1 4 0,-1 3 0,-1 3 121,-3 3 1,-1-2 0,-3 7-1,-1 1-622,-2 1 1,-1 2 0,1-2 0,1-1-555,2-2 0,2-7 0,2 0 0,0-4 711,3-2 0,-1-6 0,-1-3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5:15.7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91 10 7275,'-3'-3'1335,"2"-1"-223,-1 2-904,1 1 0,1 7 1,1 7-1,1 4 44,2 2 1,0 4-1,0 2 1,1 2-251,1 0 1,-3-1-1,0-1 1,-1-1-152,0-3 1,0-4-1,-4-2 1,-1-4 106,-3-2 1,1-5 0,-4-2-1,0-1-265,-2-1 1,1-3-1,0-1 1,0-2 102,0 0 1,2-1 0,0 1 0,1 1 312,0 1 81,4 3 1,0 1 0,3 6-1,3 2-110,1 0 1,4 1 0,1 0 0,1-2 0,1 1-306,1-2 0,2-2 1,0-2-1,0-2-393,0 0 1,-1 0-1,3 0 618,0-2 0,2-5 0,-2-3 0</inkml:trace>
  <inkml:trace contextRef="#ctx0" brushRef="#br0" timeOffset="317">244 132 7827,'-5'1'0,"0"1"0,1 2 0,1 3 0,2 1 0,0 2 0,1 4 0,0 1 129,0 2 1,0-1 0,0 1 0,0 0 703,0 1 0,1-3 0,0 2 0,1-2-884,0-3 1,1-4 0,-1-1 0,0-2-63,1-2 1,-2-1 0,3-4 37,-1-2 1,0-2 0,-2-4-1,2-3-166,0-3 0,0-2 1,1-2-1,1-2 97,1-1 1,0 2 0,0 1 0,1 1 194,-1 1 0,1 4 1,-1 2-1,0 4-9,1 6 0,-1 2 0,1 5 0,-1 6 172,0 5 0,-1 4 0,-2 2 0,1 2-165,-1 0 1,0-2 0,1-2 0,0-1-822,0-2 1,1-6 0,0-1 771,3-4 0,-1-3 0,3-3 0</inkml:trace>
  <inkml:trace contextRef="#ctx0" brushRef="#br0" timeOffset="951">142 196 7863,'0'-8'0,"0"-2"-59,0 1 1,2 0 0,0-1 257,0 1 1,-1 3-1,1 5 200,2 2 1,-1 5 0,0 6 0,-1 2-182,0 3 1,1 2-1,-1 1 1,0 1-120,-1 0 1,1-3-1,-1 3 1,1-3-98,0 0 1,-1-7-1,0 0 1,2-4-201,1 0 0,0-4 0,3-4 0,2-5-40,2-6 0,-2-4 0,2-4 1,1-1 35,3-3 0,-1 0 0,2 0 0,0 0 165,-2 2 0,-2 5 1,0 5 80,-1 5 0,0 4 0,-5 6 0,1 3 0,-1 4 171,0 2 1,-1 4-1,-2 0 1,1 1-576,-1-3 1,2-3 359,1-2 0,0-2 0,1-1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5:23.8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133 84 7733,'5'-13'42,"-1"0"1,-3 3-1,1 2 1,-1 1 241,-1 0 0,-3 1 1,-1 0-1,-1 1 212,1 1 1,-2 2-1,2 1-399,-2 2 1,0 3 0,0 3-1,1 2 1,1 4 35,2 4 1,-1 1-1,3 1-205,0 1 0,0 1 0,1 0 1,1-2-61,0-1 0,3-2 1,-1 2-1,1-2 38,-1 0 0,1-1 1,-3-2-1,0 1 0,-1 0 55,-1-2 1,-1-2-1,-1 1 1,-3-2 152,0-2 1,-5-3-1,0 0-226,0-2 1,-2 1-1,2-4 1,-2-1-1,2-1-416,1-3 0,2 1 0,1-3 180,2 0 0,-1 0 0,3-1 1,1 1-1,3-1 348,2 1 0,2-4 0,0 2 0</inkml:trace>
  <inkml:trace contextRef="#ctx0" brushRef="#br0" timeOffset="501">300 97 7925,'-3'-4'2023,"-1"2"-1604,-2 1 0,2 1 1,0 0-1,-1 1-267,-1 1 1,-1 2 0,-1 5 0,0 2-98,0 4 1,1 1 0,0 3 0,1 1-243,2 2 1,-1-2-1,3 1 1,1-1-628,0-1 1,4-2 0,2-4 0,3-3 132,2-3 0,1-6 0,0-1 681,1-4 0,3-4 0,-2-4 0,0-1 0,-1-3 0,-1 0 0,-3 1 0,2-2 0,-2 1 31,-3 0 0,0 4 0,-1-1 0,-2 1 397,-1 2 0,-4 1 1,-2 3-1,-2 0 227,-2 2 0,1 1 0,1 3 1,1 0-418,-1 0 1,3 3 0,1 1 0,-1 2-166,0 3 1,3 0 0,-1 3-1,1-2 166,1 2 0,2-3 0,1-1-98,1 0 1,0-3-1,2 0 1,1-1-1,0-2-1041,1-3 1,0-2-1,3-6 1,0-2 554,2-1 0,-1-3 0,0-2 1,0 0 349,-1 0 0,-4 3 0,1 0 98,-3 2 0,-2 7 114,-3 7 1,-1 3-1,0 5 1,-2 2 0,0 1-147,0 2 0,1-2 0,0 2 1,0-1-564,1-2 1,0 1 0,1-1 0,0-1-31,0-2 0,1-3 0,1-2 522,2-2 0,2-4 0,3-4 0,1-4 0</inkml:trace>
  <inkml:trace contextRef="#ctx0" brushRef="#br0" timeOffset="667">570 39 7859,'0'-3'568,"0"3"1,-3 5-1,1 4 1,-2 2-1,0 3-774,0 2 1,-2 3 0,3 0 0,-1 1-217,2 1 1,1-3-1,1 1 1,0-3 34,0-2 1,5-3 0,2-3 0,0-3 386,0-3 0,2-1 0,1-1 0</inkml:trace>
  <inkml:trace contextRef="#ctx0" brushRef="#br0" timeOffset="917">672 97 7733,'0'-9'0,"0"1"47,0 0 1,-3 3 0,-1 1-1,-2 1 504,0 2 0,0 1 0,-1 1 0,1 3-209,-1 2 1,2-1 0,0 4-1,1 0-282,1 2 1,1-1 0,2 0 0,0 0-175,0 0 1,0-2 0,1 0 0,1-1-142,2 0 0,2-1 0,0 0 1,1-2-22,-1-2 1,1 0 0,-1-1 0,0 1 3,1 0 1,-1-2 0,1-2 475,-1 0 1,-2 0 130,1 2-1130,-4 0-814,-1 3 1609,-1-2 0,-4-1 0,1-4 0</inkml:trace>
  <inkml:trace contextRef="#ctx0" brushRef="#br0" timeOffset="1267">800 1 8021,'-3'4'2302,"0"0"-1952,0 1 1,2-1-1,-1 0 1,-1 2-234,1 1 0,-2 1 1,1 3-1,0 0-249,1 2 1,-3-1 0,2 1 0,1-1-389,-1-1 1,1 0 165,2-2 1,2-3-1,3-4 1,0-2 34,2 0 1,1-2 0,2-2 0,-1 0 276,0 0 1,0 2-1,-3 0 1,1 1 367,-1 1 0,-2 0 0,0 1 1,-1 2 287,-2 3 0,-1 1 1,-2 4-1,-3 0-182,-3 2 1,0-1 0,-2 1 0,-1 0-348,1 0 1,-2-2 0,4-1 0,-1-1-1251,0-1 1,2-4 207,-2-2 1,5-3-1,2-2 1,2-4 956,2-3 0,5 0 0,3-3 0</inkml:trace>
  <inkml:trace contextRef="#ctx0" brushRef="#br0" timeOffset="1415">916 71 7733,'4'0'24,"0"1"1,1 1 664,-2 2 1,0 2 0,-3 1 0,0 2-405,0 1 1,-2 2 0,-1 1 0,0 0-120,-2 0 0,2 0 1,0-1-1,1-1 109,0 0 0,-1-3 0,3 0-275,0-1 0,3-3 0,1-1 0</inkml:trace>
  <inkml:trace contextRef="#ctx0" brushRef="#br0" timeOffset="1633">1025 174 7733,'6'-5'30,"1"1"1,-3 0 0,0-3-1,-1 1 247,1 0 0,-2-1 0,1-2 0,0-1 4,-1 0 1,-2-2 0,0 2-1,0-1 51,0 1 0,-2 2 0,-3 0-181,-3 3 0,1 2 1,-2 4-1,2 2-11,1 3 0,-1 3 0,1 5 1,-1 0-6,1 1 1,2 3 0,0-2 0,1 1-163,2 0 1,0-2 0,2 2 0,1-2-73,2 0 0,2-5 1,1-2-1,2-2-3395,1-2 3494,0-2 0,4-2 0,0-4 0</inkml:trace>
  <inkml:trace contextRef="#ctx0" brushRef="#br0" timeOffset="2298">1378 116 8109,'-1'-6'498,"-1"2"0,-2 1 1,-2 3-1,-1 2-307,1 2 0,1 1 0,0 6 0,-1 3-174,-1 2 1,3 1 0,-2 0 0,3 1 143,1 0 1,2-1 0,0 0-1,0-2-602,2-3 0,5-2 1,3-5-1,1 0-382,2-3 1,-1-3 0,5-3 0,-1-5 822,0-2 0,-4-5 0,6 0 0,-5-4 0</inkml:trace>
  <inkml:trace contextRef="#ctx0" brushRef="#br0" timeOffset="2549">1493 154 7733,'-6'3'47,"-1"-1"1,1 2 574,0 1 1,-1 1 0,1 0 0,1 1-206,1 2 1,3-2 0,-1 1 0,1 0-356,1-2 0,1-2 1,1 1-1,3-1-30,3-1 0,-1 0 1,4-3-1,0 0-244,2-3 1,-1-2 0,-1-5-1,-1 1-66,-1 0 1,0-2 0,-3 1 0,-2-1 114,-2 0 1,-1 1 0,-1-1 0,-1 1 169,-1 1 0,-2-1 0,-3 2 1,-1 0-19,0 0 0,-3 3 0,2 2 0,0 0-982,-1 1 0,2 2 155,1 0 0,4 0 838,3 2 0,3-1 0,4 1 0,2 2 0,1-1 0</inkml:trace>
  <inkml:trace contextRef="#ctx0" brushRef="#br0" timeOffset="2999">1596 90 7733,'0'7'0,"0"-1"315,0 1 1,0-1 0,0 0 55,0 1 0,0-1 1,0 1-1,0-1-26,0 0 0,0 1 0,0-1 0,0 1-195,0 2 1,0-2 0,0 2 0,0-2-191,0-1 0,0 1 0,0-1-242,0 0 1,0-1 0,1-2 40,1 0 1,-1-1 0,3-2-1,-1-3-158,1-1 1,1-4 0,3-3 0,0-1 289,0-1 0,0-2 0,0 0 0,0 0 164,0-1 0,-1 3 0,0-1 1,-1 2 75,0 4 1,-1 3 268,-1 3 0,-3 7 0,2 2 0,-3 3-125,0 3 1,0 0 0,0 2 0,-2-2-131,0 0 1,0-2-1,2-1 1,0-1-76,0-1 0,0-3-90,0-1 0,1-2 0,1-1 0,2-3-231,2-4 0,0-1 1,0-4-1,2-1 190,0 0 0,-1 2 0,2 0 1,-1 0 191,0 0 0,-3 4 1,2 0 147,-2 3 0,0 2-98,0 5 0,-3 1 1,-2 4-1,0 0-353,0 2 0,0 1 1,0 1-1,0 0-121,-2-1 0,1-1 0,-1-1 0,1-1-1477,1-1 0,0 1 1770,0 0 0,3 0 0,0-3 0</inkml:trace>
  <inkml:trace contextRef="#ctx0" brushRef="#br0" timeOffset="3182">1949 167 8154,'-7'1'761,"1"1"1,1 2 0,1 2-1,-1 2-212,0 3 1,-3 0 0,1 7 0,-3 2-362,0 3 1,0 2 0,-3 2 0,0 0-641,0 0 1,3-5 0,2 1 0,0-4-1536,2-2 1,2-8 1986,2 0 0,2-3 0,0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5:33.2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353 6 7958,'0'-3'690,"-2"1"1,1 2-1,-1 3-378,1 3 0,0 3 0,0 5 0,-1 1-224,0 2 1,2 2-1,0 3 1,0 3-436,0 2 1,0 1-1,0-3 1,0-1-1199,0 0 1545,0-6 0,0 3 0,0-5 0</inkml:trace>
  <inkml:trace contextRef="#ctx0" brushRef="#br0" timeOffset="366">71 391 7640,'-1'-3'758,"-1"1"1,-1 1-1,-4 1-384,1 0 0,0 3 0,-1 3 0,1 3-233,-1 1 1,1 1-1,-1 3 1,2 2-164,0 0 1,3 2-1,2 2 1,0 0-596,0-1 0,2-2 0,3-1 0,3-3-77,3-4 0,1-2 0,1-4 0,0-3 694,0-3 0,-1-5 0,1-2 0,0-1 0,0-5 0</inkml:trace>
  <inkml:trace contextRef="#ctx0" brushRef="#br0" timeOffset="597">142 487 6900,'-5'0'145,"1"0"1,0 3-1,-3 2 1,2 2-1,0 3 681,1 0 0,2 0 0,0 3 0,2 0-690,2 0 1,2-2-1,2-2 1,1-1-249,2-3 0,1-3 0,2 0 0,0-4-112,1-2 1,-5-4 0,4-3 0,-3-2 77,0-2 0,-3 2 0,-2-3 0,-2 1 221,0 0 1,-1 2 0,-2 3 0,-1 1-92,-3 1 1,-2 3 0,-2 2 0,1 0-40,1 1 0,1 2 1,-1 0-1,1 2-475,-1 0 1,4 3 0,1-1-1462,1 2 1991,4-3 0,3 3 0,4-2 0</inkml:trace>
  <inkml:trace contextRef="#ctx0" brushRef="#br0" timeOffset="797">315 404 7698,'-1'6'95,"0"1"1,-1-1 350,0 1 0,1 0 0,1 1 1,0 3-155,0 1 1,0 0-1,1-1 1,1 2-135,0 0 1,2 0 0,-1 4-1,0-1-227,0 0 0,-1-3 1,-2-1-1,0 0-138,0-2 1,0-1 0,-1-3 0,-1-2-223,-2-2 0,-2-1 0,-1-1 0,1-1-1341,0-1 1770,-1-4 0,-2-4 0,-1-3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5:35.2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26 141 7733,'0'-6'69,"0"0"1,-1 1 0,0 1 1012,-1-1-860,-1 2 0,3 1 0,0 5-174,0 3 0,0 2 0,0 4 0,0 3 0,0 1-4,0 4 1,3 0 0,-1 2 0,-1-1-205,0 0 1,-1-3 0,0 3 0,0-2-142,0-2 1,0-5 0,-1 0 83,-1-2 0,1-4 0,-3-6 0,0-3 4,1-6 0,-1-3 0,0-3 169,2-2 1,1-1 0,1-2 0,0-1 0,0-1 102,0-1 1,1 2-1,1-1 1,3 1 82,3 2 1,0 4-1,2 1 1,1 2 37,-1 1 1,0 6 0,-2-1 0,0 2-8,0 3 1,-1 3 0,-3 3 16,-2 3 1,-1 0 0,-1 2-121,0-1 1,-2 2-1,-1-2 1,-1 0 0,-1 1 21,0 0 1,-2-1-1,1 1 1,-1 0-9,1 0 1,2-2-1,0 1 1,1-1-22,2 1 0,0 0 1,1-1-1,0 1-108,0-2 0,3 3 0,1-3-290,2-1 0,1 0 1,2-4-1,1-1 1,1 0-233,2-1 0,-3-3 1,4-2-1,0-3 567,0-2 0,-1-2 0,0-4 0,0 0 0</inkml:trace>
  <inkml:trace contextRef="#ctx0" brushRef="#br0" timeOffset="232">263 90 7733,'-6'-4'261,"1"0"1,1 1 0,0 3 0,0 1-28,2 3 0,1 4 0,2 1 0,1 1-203,0 2 0,3-2 1,1 1-1,2 2-61,0 1 0,-1 2 0,-1-2 0,-1 2 104,-1 0 1,-2-1 0,2 2-1,-2-2-41,0 0 1,-2-2 0,-2-1 0,-3-2-84,0-3 1,-2-2-1,1-2 1,-1-2-259,-2 0 1,2-4 0,-1-1-135,0 1 0,3-3 1,0 2-1,3-2 1,2 0 441,0-1 0,0 4 0,0-3 0,0 2 0</inkml:trace>
  <inkml:trace contextRef="#ctx0" brushRef="#br0" timeOffset="499">302 321 7733,'0'-6'160,"0"-1"1,0 1 0,0-1 0,0-2 154,0-2 0,2-1 0,1-1 0,-1-2-192,1-2 0,2 0 0,0 0 0,0-1 37,2 0 1,-1 1-1,0 0 1,1 2-238,-1 0 0,1 3 0,-1 2 0,0 2 95,-2 3 0,2 4 0,-3 0-57,1 2 0,1 5 1,-2 3-1,0 2 70,-1 2 1,1 1-1,-1 3 1,0 1-175,-1 3 1,0 0 0,-1 2 0,0-1-235,0-2 0,0 1 1,0-1-1,0 0 47,0-2 330,-3-3 0,0 1 0,-4-3 0</inkml:trace>
  <inkml:trace contextRef="#ctx0" brushRef="#br0" timeOffset="648">340 231 8297,'0'-6'556,"0"-1"1,0 1 0,0 0-528,0-1 0,3 1 0,1 1 0,2 1-565,0-1 1,3 2 0,0-1 0,1 0-812,2 1 1347,0 1 0,0-3 0,1 1 0</inkml:trace>
  <inkml:trace contextRef="#ctx0" brushRef="#br0" timeOffset="1032">635 7 7733,'-1'-4'644,"-1"2"1,1 1-471,-3 1 0,2 4 1,0 2-1,1 2-53,1 2 0,0 3 0,0 3 0,0 1-98,0 3 0,0 0 0,0 2 0,0 1-27,-3 0 0,3-2 0,-2-1 0,1-1 24,1-2 0,0-6 0,0 0-139,0-3 1,1-5 0,0-3-1,2-5-149,0-2 1,0-3 0,1-3 209,1 0 1,-2-2 0,2 0 0,0 1 0,0 0-17,-1 1 1,1 3 0,-2 3 0,0 1 42,-1 2 1,1 2 0,-1 1 0,0 3-155,-1 4 1,0 4 0,-1 2-103,0 1 1,1 0 0,0 0 0,1-1 0,0-1 286,1-3 0,1-1 0,2 0 0</inkml:trace>
  <inkml:trace contextRef="#ctx0" brushRef="#br0" timeOffset="1565">776 103 7733,'-4'-2'794,"0"0"-483,-1 0 0,0 2 1,0 2-1,0 1 0,1 2-115,1 2 0,-2 4 1,2 0-1,0 1-196,0 1 1,1 0 0,2 1 0,0-1-218,0-1 1,3-3 0,2-1-30,3-3 0,-3-3 0,3-4 0,0-3 81,-1 0 0,0-4 0,-1-2 0,-1-1 60,-1 2 0,0-2 0,2 2 1,-2 0 414,-1 1 0,-1 2 0,1 1 916,-2-1-932,0 4 0,-1 0 1,0 6-1,0 1-371,0 2 0,0 1 0,0 1 0,0 0-446,0 0 1,0 0 0,2 0-570,0 0 0,2 1 755,-2-3 0,3-2 1,-1-3-1,0-2 337,1-4 0,-3-1 0,2-2 0,0-1-31,0-1 1,1 2-1,-2 0 1,-1 0 246,1 2 0,0 2 137,-1-1 1,-1 5 0,1 0 0,0 3-11,0 3 1,-2 3-1,3 0 1,-3 1-360,0 4 1,0-1 0,0 3-1,1-1 86,1-1 1,-1-1-1,2-3 1,-1 0-116,0-3 0,3-2 79,-1-3 0,0-2 1,0-3-1,0-3-58,0-2 0,1-3 0,-2 0 0,0-3 1,2-1-566,1 1 0,-2 2 1,-2 2 214,1 1 1,-1-1-1,1 2 374,0 1 0,-1 1 0,-2-3 0</inkml:trace>
  <inkml:trace contextRef="#ctx0" brushRef="#br0" timeOffset="1798">988 173 7733,'3'7'0,"0"-1"128,4-2 0,-3 1 1,0-3-1,1-1 1,1 0-1,0-2 34,-2-1 1,1-1 0,-2-4 0,0 1-67,-1-1 1,1 0-1,-3-1 1,0 0-158,0 0 1,0 1 0,-1 1 0,-1-1 138,-2 1 1,-2 2-1,-1 2 1,1 1 46,0 1 0,-1 1 0,1 2 0,-1 3-14,1 4 0,2 2 1,0 1-1,1 0 60,2 0 0,0 0 1,2 0-1,1-1-352,2-2 0,4 0 0,1-5 0,1 0-303,2 0 0,0-5 0,1 0 0,-1-3 484,1-3 0,-3 0 0,0-1 0</inkml:trace>
  <inkml:trace contextRef="#ctx0" brushRef="#br0" timeOffset="2265">353 481 7733,'-7'-6'30,"1"0"1,-1 1 150,-2 1 0,2 3 0,-4-2 0,0 3 54,1 0 0,1 1 0,3 3 0,1 3-62,1 2 0,3 2 0,-2 2 0,3 0-193,0 2 0,3-1 1,1 3-1,2-2-29,3 0 0,-2-1 0,2-1-21,0 0 0,-1 2 1,0-5-1,-1 2 13,0-2 0,-4 2 0,-1-3 0,-1 0 0,-1 1 97,0-3 1,-3 0 0,-1-2 0,-2-2-123,0 0 1,-3-1 0,0-2 0,-1 0-271,-1 0 1,1 0-1,2-2 12,1 0 1,1-3 0,2 0 0,2-2 0,1-2 339,1 2 0,0-3 0,0 0 0</inkml:trace>
  <inkml:trace contextRef="#ctx0" brushRef="#br0" timeOffset="2430">411 481 7733,'6'7'493,"-2"-1"0,-2 1 0,-2 3-332,0 2 0,3 3 0,-1 3 1,-1 3-46,0 1 1,-1-3 0,0 2-1,0 0-333,0-2 0,0-1 0,0-4 0,0-2 344,0-1 0,-1-4-127,-1 2 0,-2-2 0,-2 0 0</inkml:trace>
  <inkml:trace contextRef="#ctx0" brushRef="#br0" timeOffset="2563">372 629 7733,'0'-11'2,"1"2"0,0 1-12,1 2 0,1 1 1,-1 0-1,3 0-97,0 3 0,3 2 0,-1 0 0,2 0 56,-1 0 1,1 0 0,0 0 0,-2 0 50,1 0 0,-2 0 0,0 0 0</inkml:trace>
  <inkml:trace contextRef="#ctx0" brushRef="#br0" timeOffset="2797">513 533 7733,'4'4'-835,"-1"0"1196,0 1 1,-3 1 0,2 0 0,-1 1-14,-1 2 0,1-1 0,0 3 0,1 2-247,0 1 1,-1 4 0,-1-1 0,-1-1-161,-1-1 0,1-2 0,-1 0 1,0-2-37,0 0 81,2-6 0,-3 0 1,3-8-1,0-3-60,0-2 0,0-4 0,2 0 0,1-3-96,0-1 1,2-1 0,1-3 0,0 2-228,1 1 1,-3 0 0,0 3 0,1-1-133,1 1 0,0 2 529,1 2 0,-1 5 0,1-1 0</inkml:trace>
  <inkml:trace contextRef="#ctx0" brushRef="#br0" timeOffset="3113">667 533 7733,'-6'3'0,"0"0"0,1 3 0,1 1 261,-1-1 1,0 1 0,0 1 0,1 1 149,1-1 0,1 0 1,2-1-1,0 3-428,0 0 0,3-2 0,1 1 0,2-1-195,1-2 0,0-2 0,1 1 1,1-3 34,1-2 1,-2 0 0,0-3 0,-1-4-57,0-3 0,-1-2 0,1-1 1,-2-2 61,-1 1 1,0-2-1,-3 2 1,2 1 345,-2 1 0,0 5 0,-1 1 106,0 0 0,0 4 0,0 3-193,0 4 0,0 5 0,0 2 1,0 1-207,0-3 1,0 2 0,0-3 0,0 0-289,3 0 1,-1 0 0,3-3 0,0-1-54,0-1 0,0-3 459,2 2 0,2-6 0,1 0 0</inkml:trace>
  <inkml:trace contextRef="#ctx0" brushRef="#br0" timeOffset="3280">840 501 7502,'-6'0'198,"0"2"0,1 0 0,1 2 1,-1 2 218,-1 2 1,2 0-1,0 1 1,1 2-203,-1 1 0,3-2 0,-1 5 0,1-1-344,1-1 0,1 1 0,1-3 0,2-1-434,2-1 0,0-6 0,1 3 0,-1-2-405,1-3 1,1-3 967,1-2 0,-1-5 0,-1-1 0</inkml:trace>
  <inkml:trace contextRef="#ctx0" brushRef="#br0" timeOffset="3447">917 488 8522,'0'5'297,"-2"0"0,1 1 0,-1 0 0,0 2-280,0 2 1,1 3-1,-1 3 1,2 0-296,0 2 0,0-2 1,0 2-1,0-1-230,0-1 0,0 0 1,0-2-1,0 0 508,0-2 0,0-4 0,0 1 0</inkml:trace>
  <inkml:trace contextRef="#ctx0" brushRef="#br0" timeOffset="3596">866 590 7733,'4'-4'0,"0"0"433,-1-1 1,2 1-406,-1 0 1,2 3-1,0-2-299,1 0 1,-1 2-1,0-1 1,1 1 282,-1-2-12,1 3 0,-1-6 0,0 2 0</inkml:trace>
  <inkml:trace contextRef="#ctx0" brushRef="#br0" timeOffset="3896">988 513 7733,'0'7'175,"-2"-3"0,-1 0 0,0 1 31,0 1 0,0 0 0,2 2 0,-1-1-12,0 2 0,2 0 1,0-1-1,0 1-138,0 1 1,3-2-1,1 1 1,1 0-229,2 0 1,1-2 0,1-2 0,-1-2-145,-1-1 1,-1-1 0,1 1 0,-1-4 112,1-2 0,-2-3 1,0-1-1,-1-3 140,-1-1 1,-1-2 0,-2 1 0,0-1 281,0-1 0,0 5 1,0-2-1,0 2 751,0 3 0,0 2-586,0 0 1,0 5 0,1 2-608,1 3 1,-2 6 0,3 0-1,-1 2-347,1 2 1,-1-4 0,0 2 0,1-2 167,0-1 1,-1-1 0,2-2 0,0-1 401,-1-2 0,-1-1 0,3-6 0,-1-1 0</inkml:trace>
  <inkml:trace contextRef="#ctx0" brushRef="#br0" timeOffset="4146">1129 533 7733,'0'6'623,"0"0"-279,0 1 1,0-3 0,0 0 0,1 2-195,1 2 0,-1 1 1,1 2-1,-2 2 23,0 0 1,1-2-1,1 3 1,0-2-144,-1 0 0,0-3 1,-1 1-547,0-1 469,0-3 1,0-6 0,0-5 0,0-3 32,0-3 0,2-3 0,0-1 0,0-1-148,1 0 0,-1-1 0,1 1 1,1 1-106,-1-1 0,1 3 0,1 3 0,-2-1-458,0 1 1,1 1 0,-1 3 724,1 2 0,-3 4 0,2 3 0</inkml:trace>
  <inkml:trace contextRef="#ctx0" brushRef="#br0" timeOffset="4396">1232 597 6906,'7'2'-42,"1"0"1,-3 0 0,2-2 0,-2 0 724,1 0 1,0-1-1,-1-1 1,-1-2-373,1-2 0,-1-2 0,-1-1 0,1-1-113,-1-2 0,-1 2 1,0 0-1,-1-2-37,-1 0 1,0 1 0,0 1-43,0 1 0,-3 1 0,-2 4-78,0 2 0,-2 2 1,2 2-1,0 2 55,0 2 1,3 2-1,-2 2 1,0 0-39,0 4 0,1-1 1,1 2-1,0 1-81,1 1 0,0 0 1,1-1-1,0 0-673,0 1 1,0-3-1,0 1 1,1-1-637,1-2 0,1-3 1332,1 0 0,4-4 0,0 4 0</inkml:trace>
  <inkml:trace contextRef="#ctx0" brushRef="#br0" timeOffset="4516">1418 648 8013,'-5'0'158,"1"0"0,2 0-158,-2 0 0,2 0 0,-1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5:44.0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83 10 8466,'0'-4'655,"0"-1"0,0 5-518,0 2 0,0 3 0,0 6 0,0 3-35,0 2 1,-2 1 0,-1 2-1,-1 1-176,-1 2 0,0 0 0,-2 1 103,1-1 1,-3-2 0,1-2 0,0-2 0,1-3-489,0-3 1,3-5 364,0-3 1,2-4 0,1-3-111,2-2 1,3-3-1,2-3 1,1 1-1,-1 0 109,1 1 1,0 3 0,1-1 172,0 2 0,3-1 0,-3 4 0,1 1-25,0 0 1,0 3 0,3 0 0,-2 0 0,0 3 21,0 1 0,-2 4 1,0 0-1,-1 1 176,-3 0 0,-1-1 1,-3 2-1,-1-1 8,-1-1 1,-4 1 0,-3-1 0,-1-1-186,-2-3 1,0 0 0,0 0-266,2-2 1,-3-1 0,3-1 0,1 0 0,0 0-349,2 0 0,1-3 0,2-1 539,2-2 0,-2 0 0,1 0 0</inkml:trace>
  <inkml:trace contextRef="#ctx0" brushRef="#br0" timeOffset="166">218 164 8466,'0'10'0,"-1"1"0,-1 1 0,0-3 0,-2 1 0,0 0 0,0-2 0,1-1 0,1 2 0,1-2 0,-2 2 0</inkml:trace>
  <inkml:trace contextRef="#ctx0" brushRef="#br0" timeOffset="266">262 68 8466,'-2'-7'-415,"-3"1"215,0 2 1,1 5 0,2 5 0,1 1-9,1 1 0,1-1 1,1 0-1,2 1 208,2 1 0,0-1 0,1-1 0</inkml:trace>
  <inkml:trace contextRef="#ctx0" brushRef="#br0" timeOffset="532">346 119 8434,'-7'0'350,"1"0"0,2-1 60,2-1 0,2 1-629,2-1 0,2 1 0,2 1 119,1 0 1,1 1 0,2 1 0,-1 3 0,0 0 167,-1 2 1,-1 0 0,-1 1-1,-1 1 142,-1 1 0,-2 1 0,0 4-68,-2-1 1,-2 4 0,-3-3-1,-3 0 1,-3 0-3,-1-1 0,-1-4 0,0 0 1,0-2-218,1-1 1,1-3 0,1 0 0,1-2-683,1 0 0,1-2 1,3-2 296,2-3 0,1 0 462,1-2 0,6-2 0,1-1 0</inkml:trace>
  <inkml:trace contextRef="#ctx0" brushRef="#br0" timeOffset="885">679 144 7548,'0'-10'-399,"0"-1"1,0 3 0,0-3 355,0-1 0,0 0 0,0 0 0,0-1-1,0 0 0,0 1 1,-2 1-1,-3 3 785,0 0 0,-2 6 0,1 2 0,-1 6-276,1 4 1,-1 6 0,0 3-494,0 4 0,-1 2 0,4 0 0,-1 0 0,0-1-145,1 0 0,2-3 0,0 1-580,2-2 0,-3 0 0,1-4 753,1 0 0,0-1 0,1 0 0</inkml:trace>
  <inkml:trace contextRef="#ctx0" brushRef="#br0" timeOffset="1028">545 234 8388,'0'-6'-545,"0"-1"1,0 1 367,0 0 1,0 1 0,3 1-1,1 0 239,2 0 1,1 1-1,1 3 1,1-2-926,1 0 863,0 0 0,6 2 0,1 0 0</inkml:trace>
  <inkml:trace contextRef="#ctx0" brushRef="#br0" timeOffset="1148">718 164 8388,'-3'6'0,"-1"1"0,-2-1 0,0 0-224,-1 1 0,2-1 1,0 1-1,1-1 109,1 0 0,1 1 1,2-1-952,0 1 1066,0-4 0,3 3 0,0-2 0</inkml:trace>
  <inkml:trace contextRef="#ctx0" brushRef="#br0" timeOffset="1298">776 61 7299,'-3'-3'-1153,"1"0"1153,-2 3 0,3 0 0,-1 3 0,1 0 0,4 4 0,0-1 0</inkml:trace>
  <inkml:trace contextRef="#ctx0" brushRef="#br0" timeOffset="1416">814 55 7873,'-3'3'134,"0"1"1,1 2-1,-1 3 1,0 2-242,0 3 0,-1 1 1,2 2-1,0 1 56,1 0 0,1-1 1,0-3 50,0-3 0,0 1 0,0-2 0</inkml:trace>
  <inkml:trace contextRef="#ctx0" brushRef="#br0" timeOffset="1682">859 196 6432,'3'-4'307,"0"1"0,3 1 1,0-3-214,0 0 1,0-5 0,4-1 0,0-3-121,0-1 1,0-2 0,1 0 0,-2 1 46,0 1 1,-5 1-1,1 2 1,-4 1 8,-1 3 0,-1 4 1,-2 2-1,-2 2 26,-3 2 0,-3 5 1,2 5-1,-1 4 210,-1 2 0,1 1 1,0 3-1,0 1 68,0 0 1,4-2 0,0-1 0,3-1-187,1-2 0,2-3 0,2 0 0,3-4-500,3-4 1,2-2 0,4 1 0,0-3-978,1-1 0,1-1 1329,-1 0 0,1-3 0,3-1 0</inkml:trace>
  <inkml:trace contextRef="#ctx0" brushRef="#br0" timeOffset="1999">1295 55 8245,'-6'-5'-257,"-1"1"1,0 3-1,-1-2 319,0 0 0,-1 3 0,4 0 46,0 4 1,2 2 0,3 3 0,0 1-165,0 2 1,3 1 0,-1-1 0,2 0 39,1-2 1,1 1 0,-1 1 0,0 0 26,0-2 0,-4-1 0,1 1 0,-1 0 69,-1 0 1,-1-2 0,-1 0-155,-2-1 0,-4 0 0,-1-2 0,-1 0-68,1 0 1,-2-4 0,3 1 0,0-1-1,1-1 114,1 0 28,2 0 0,-2-3 0,3 0 0</inkml:trace>
  <inkml:trace contextRef="#ctx0" brushRef="#br0" timeOffset="2147">1340 144 8160,'0'7'-184,"-2"-1"0,0 1 0,0 0 106,-1 1 0,2-2 0,-1 2 0,1 0-174,-2-1 1,3 0 0,-2-1-1,1 1 252,1-1 0,0 1 0,0-1 0</inkml:trace>
  <inkml:trace contextRef="#ctx0" brushRef="#br0" timeOffset="2281">1372 100 8057,'-6'-7'-586,"2"1"1,1 1 422,3 1 1,1 2-1,1-1 163,2 0 0,2 1 0,3 2 0,1 0 0</inkml:trace>
  <inkml:trace contextRef="#ctx0" brushRef="#br0" timeOffset="2900">1513 48 8245,'-6'0'569,"-1"0"-417,4 0 0,1 0 0,4 0 0,2 0-154,2 0 0,0 0 0,1 1 1,0 0 29,1 2 0,-3 2 1,2-1-1,-2 2 47,-2 0 0,2 0 0,-3 1 0,0 2 89,-1 2 1,-4 1-1,-2 1 1,-2 0-10,-2 2 0,-2-1 1,0 1-1,-1-3 66,-1-1 0,0 1 1,1-4-1,1-1 307,3-2-427,4-2 1,1-3-330,6 0 0,0 0 0,4 0 1,0-1-103,1-1 0,0 1 0,3-3 0,-1 1 0,1 1-444,0-1 0,-3 2 0,3-3 1,0 2 773,-1 0 0,2 1 0,-2-1 0,0 0 0,1 1 0,-2 0 0,1 1 0,-1-1 0,-1-1 0,-1 1 0,-1-1 0,1 2 0,-1-3-44,1 1 0,-1-2 0,0 1 0,-1 0 0,-1 1 388,1 0 1,-1-1-1,0-1 66,1 0 1,1-1 0,0 0 0,0 0 0,1 0-196,-1 1 1,-2 0 0,1-2-1,-1 1-253,0 1 1,-1 0 0,-1-1 11,0 1 0,-1 0 168,-3-3 0,-2 4 0,-2 1 134,0 1 1,-4 1-1,0 1 1,0 1 87,2 2 1,1 3 0,0 1-301,1 3 0,-2 0 0,1 1 1,1 0-1,0 2-32,1-1 1,1 1-1,0-1 1,1 0-1266,2 0 0,3-1 0,2-2 1233,2-1 0,3-2 0,1-1 0</inkml:trace>
  <inkml:trace contextRef="#ctx0" brushRef="#br0" timeOffset="3048">1840 254 7799,'0'3'5,"0"0"0,0-3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6:01.0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228 116 7701,'-13'-11'0,"1"1"479,-1 1 1,1 6 0,-5-4 0,-1 2 31,0 2 0,1 0 1,1 3-1,1 1 69,1 1 1,2 4 0,-2 5 0,4 2-377,1 5 1,5-1 0,-1 6 0,0 1-111,2 1 0,2-3 0,1 3-513,4-3 1,2 4-1,3-2 1,4-3 0,2-2-793,1-4 1,0-5 0,2-2 0,3-4 520,1-4 1,-3-3-1,1-7 690,-1-2 0,3-7 0,-2-4 0</inkml:trace>
  <inkml:trace contextRef="#ctx0" brushRef="#br0" timeOffset="234">305 142 8021,'-3'-4'527,"-2"2"0,-1 1 1,-2 2-224,0 1 1,-1 3-1,2 4 1,-1 4-1,0 3 1,0 3-1,3 0 1,3 0-1,2 0 80,2 1 1,3-1-1,3-1 1,3-3-662,1-5 1,4-5-1,0-3 1,1-2-104,0-5 1,-2-2 0,0-6 0,-3-1 23,-1-3 1,-2 2 0,-3-4-1,-2 0 186,-2 1 1,-4 3 0,-2 1 0,-2 0 237,-3 3 1,-2 1-1,-3 4 1,-2 2-11,0 2 1,2 1-1,-1 1 1,1 0-235,1 0 0,5 2 0,1 1 0,1 0-1176,3 2 0,2-1 1352,1 0 0,5 1 0,3 1 0</inkml:trace>
  <inkml:trace contextRef="#ctx0" brushRef="#br0" timeOffset="701">426 110 7701,'7'-4'391,"-3"1"1,0 4-1,-2 2-76,0 3 1,1 2 0,-1 4 0,-1 3 321,0 0 0,-1 2 0,0 3 0,0-1-340,0 0 0,0 0 1,0 1-1,-1-2-172,-1-1 0,1-1 1,-1-4-264,-1-1 0,2-6 1,-1-5-307,1-3 1,1-9-1,0-3 186,0-2 1,0-3 0,0-2-1,0 0 81,0-1 0,2-1 0,1 4 0,1 2 0,1-1 117,0 1 0,2 3 0,-1 4 0,1 3 204,-1 5 0,3 2 0,-1 4 45,0 3 1,-1 6 0,0 5 0,-2 2 0,0 1 149,0 1 1,-3-1 0,1 2-1,1-2-99,-1-1 0,-1-2 0,0-1-271,-1-3-157,-1 1 0,0-11 1,0-3-1,0-8 1,0-5-49,0-4 0,0-3 0,0 1 0,2-2-8,0 0 1,2 3 0,-1-1-1,1 3 113,1 0 1,-2 5-1,1 1 793,1 5 0,1 2 0,0 4 1,-1 4-184,-1 3 0,-2 3 0,3 2-588,0 0 1,-2 2-1,1 1 1,1-1-1,0 1-498,0-2 0,1 0 1,0-3-1,2-1-246,-1-4 0,1-5 853,1-1 0,-2-5 0,2-5 0</inkml:trace>
  <inkml:trace contextRef="#ctx0" brushRef="#br0" timeOffset="1068">766 91 7701,'1'-4'289,"0"3"1,2 2 0,-2 4 0,0 3 0,-1 3 858,0 4 1,0 2 0,0 4 0,0 3-1011,3 0 0,-2 3 0,3 0 1,1 1-61,-2 2 0,3-3 0,-3 2 0,2-2-618,-1-2 1,-3-9-1,2-1-762,-3-5 0,0-5 0,0-6 0,0-7 939,-3-6 1,0-5 0,-4-1 0,2-3 362,0 1 0,0 0 0,1-3 0,0 0 0,0 1 0,2 4 0,0 0 0,1-2 12,1 0 1,0 3-1,1-1 1,1 1 465,2 1 0,4 2 0,2 0 0,0 0 121,1 2 0,0 5 0,0 4 0,-2 2-316,1 3 1,-5 4-1,0 5 1,-1 2 159,-3 3 0,0 0 0,-2 4 1,-1-1-62,-2-1 0,-2 0 0,0-1-640,-1 0 0,1-1 1,-1-3-1,1-1 0,-1 0-1195,-2-3 0,4-2 0,-1-1-1143,0-1 2596,3-1 0,1-5 0,2 0 0</inkml:trace>
  <inkml:trace contextRef="#ctx0" brushRef="#br0" timeOffset="1401">946 97 7701,'-6'4'0,"1"1"422,-2 0 0,2 0 1,-3 2-1,3-1 434,0 0 1,3 1 0,-1 0 0,0 1-522,1 0 0,2 4 1,2-1-1,3 1-651,0 0 0,5 1 0,0-1 0,0-1-196,1-2 1,0-2 0,2-2 257,-1 0 1,1-2-1,-2-4 1,-1-1-1,-2-4-104,-2-4 0,0-1 0,-4-6 1,-1-2 356,0-2 1,-2 1 0,0-2 0,-2 2 1310,0 3 1,0 3-626,-1 1 1,1 7 0,-2 4 0,3 6-436,1 6 1,1 1-1,0 6 1,0 1-290,0 1 1,3 0 0,2 0 0,0-2-1234,2-2 0,-1-3 1,1-2-1,0-2-1940,1-4 3212,-1-5 0,5 0 0,-2-5 0</inkml:trace>
  <inkml:trace contextRef="#ctx0" brushRef="#br0" timeOffset="1550">1151 1 12263,'0'8'584,"0"2"1,0 2 0,0 8 0,0 5-277,0 3 1,2 4 0,0 1 0,1 0-1654,-1-2 1,-1-6 0,1-2-1,-1-5-376,-1-3 0,-1-5 1721,-1-3 0,-1-4 0,-4-3 0</inkml:trace>
  <inkml:trace contextRef="#ctx0" brushRef="#br0" timeOffset="1683">1093 232 7701,'3'-7'0,"-2"0"0,2 0 0,-1-1 407,0 0 0,3 5 1,-1-4-1,2 2 13,1-1 0,0 0 0,1 1 1,0 2-227,0 0 0,2-1 0,0 1 0,1 1-2358,-1-1 0,-2 3 2164,1-2 0,1 1 0,0 1 0</inkml:trace>
  <inkml:trace contextRef="#ctx0" brushRef="#br0" timeOffset="1783">1235 161 7701,'2'7'0,"0"-1"0,-1 0 202,0 1 0,-1 2 0,0 2 0,0 1-111,0 1 1,0 0-1,0-1 1,0 1-1942,0 0 1850,0-3 0,-3-4 0,0-3 0</inkml:trace>
  <inkml:trace contextRef="#ctx0" brushRef="#br0" timeOffset="1916">1254 46 7455,'0'-7'-1352,"-1"4"1352,-1 1 0,1 4 0,-1 3 0,1 3 0,4-4 0,1 7 0,2-4 0</inkml:trace>
  <inkml:trace contextRef="#ctx0" brushRef="#br0" timeOffset="2233">1337 91 8085,'-1'6'0,"0"1"701,-1 2 1,-1-1-1,2 2 1,-1 2-110,0 0 0,1-1 0,1 1 0,0 0-372,0 2 0,0-2 0,1 3 0,1-1-140,0-2 1,2-1 0,-2-1 0,0-1-662,1-4 0,-2 0 340,4-5 0,-4-2 1,1-6-1,-1-2 71,-1-2 1,2 0-1,0-4 1,0-1 92,-2 1 0,3 1 0,-1-1 0,1 0 136,0 2 1,1 0 0,-1 2 0,1 1 70,1 3 0,-2 1 0,2 3 0,0 2-23,0 1 1,2 7 0,1 2 0,-1 5-336,1 2 0,-4 1 0,2 3 0,0 0-170,0 1 0,0-2 1,0-1-1,-1-4-751,-1-2 1,0-5 0,3 0 1148,-1-3 0,1-3 0,-1-4 0</inkml:trace>
  <inkml:trace contextRef="#ctx0" brushRef="#br0" timeOffset="2499">1549 71 7701,'-4'-4'95,"-1"0"1,1 2-1,-2 0 1,-1 2-1,1 0 1,-1 2 1363,1 3 1,0 1-1,-1 2 1,1 0-1043,2 0 1,1 2 0,3-2 0,0 0-487,0-1 1,3-1 0,1-2 0,3-2-812,1-1 0,0-1 1,3-1-1,0-2 178,1-3 0,1-1 1,0-3-1,0 1 650,0 1 0,0 1 0,-1 3 0,-2 3 97,-1 2 1,0 7-1,-2 6 1,-2 6 1225,1 4 0,-3 1 1,-1 5-1,-1 0-488,-1-1 1,-3 0-1,-1-4 1,-2-2-881,-1-1 0,-2-7 0,-1-4 1,-3-2-1136,1-4 1,0-3 0,0 1 0,-1-4-3331,-1-3 4562,0-1 0,-4-10 0,-2 2 0</inkml:trace>
  <inkml:trace contextRef="#ctx0" brushRef="#br0" timeOffset="3116">407 591 8048,'-3'-7'670,"0"4"1,3-1 0,0 4 0,0 2-274,3 3 1,1 8 0,4 2 0,1 3-269,1 3 1,1 2-1,1 3 1,1 0-96,0-1 1,-2-2-1,0-3 1,-1-4-159,0-3 0,0-7 1,-2-3 7,1-6 1,-3-5 0,-2-8 0,1-3 219,-2-4 1,0 0 0,-3-1-139,0-1 1,0 0 0,1 3 0,0 0 0,1 2-378,0 4 1,1 4 0,1 3 0,2 1-142,1 2 1,0 4 0,1 0 0,2 1-179,2 1 1,-3 0 0,4 0 729,-1 0 0,0 0 0,1 0 0</inkml:trace>
  <inkml:trace contextRef="#ctx0" brushRef="#br0" timeOffset="3383">728 527 7672,'-7'0'-488,"1"0"1,0 0 0,-2 0 1364,0 0 1,1 3-1,-2 4 1,2 3-111,1 2 1,1 1 0,2 2 0,0 2-571,2 2 1,1 1-1,4 0 1,3-1-321,2-2 0,0-5 1,2-3-1,0-2-38,1-3 1,2-4-1,-1-3 1,1-3-262,-2-4 1,-3-5-1,1-1 1,-1-1 270,-1-1 0,-1 4 1,-1-3-1,-2 1 523,-2 2 1,1 3 46,-1 3 0,0 2 0,-2 5 177,0 5 1,0 5 0,0 3-1,0 1-704,0 0 1,1 0 0,1 0 0,2 0-819,-1-1 0,3-2 1,-2-1-1,2-2-2623,1 0 3549,-1-4 0,0-3 0,1-3 0</inkml:trace>
  <inkml:trace contextRef="#ctx0" brushRef="#br0" timeOffset="3565">952 469 7672,'0'-4'0,"-2"2"842,-3 2 1,2 2 0,-1 3 0,1 1-101,2 3 1,0 4-1,1 4 1,0 1-486,0 1 0,3 1 0,1 1 0,2 0-594,0 0 0,1 0 0,1-2 29,1-2 1,2 2-1,-3-7 1,1-1-1,-1-4-2396,1-4 1,-1-3 2703,-1-2 0,-1-4 0,1-4 0</inkml:trace>
  <inkml:trace contextRef="#ctx0" brushRef="#br0" timeOffset="3851">1049 527 7672,'-5'0'244,"2"0"0,0 3 623,1 1 1,0 2 0,-1 0 0,2 1-305,0 2 0,1-1 0,1 1 1,1 1-637,2 0 0,3 0 0,1 1 0,1-2-61,1-2 1,-2-2 0,3 0 0,1-1-118,0-1 0,-2-2 1,0-3-1,0-3-223,-3-3 0,1-2 1,-3-2-1,0-1 751,-3 0 1,-2 1 0,0 0 775,0 2 1,0 2-749,0-1 1,0 6-1,0 5 1,1 4-291,1 4 1,0-1 0,1 3 0,1 1-1010,-1 1 1,1 0-1,1-2-373,-1-2 1,0 2 0,1-4 1366,-1-3 0,0 2 0,3-4 0</inkml:trace>
  <inkml:trace contextRef="#ctx0" brushRef="#br0" timeOffset="4115">1279 604 7672,'7'-1'1472,"-1"-1"-1041,1-2 1,-2-2 0,0-1-1,0 0-203,0-1 1,0-1 0,-1-3 0,-1 1 82,0 0 1,-3-1-1,2 0 1,-4 1 90,-2 3 1,-2 0-1,0 3 1,-1 0 9,-2 3 0,1 2 0,-2 3 0,1 4-16,1 3 1,1 2 0,-1 3-117,2 2 0,-1 2 0,5 1 0,0 1 1,2 3-464,0 1 1,0-2-1,2-3 1,3-1-961,3-2 1,0-4 0,3 0 0,0-6-280,1-4 0,2-8 0,0-5 0,1-4 1422,-1-5 0,-3-3 0,-2-4 0</inkml:trace>
  <inkml:trace contextRef="#ctx0" brushRef="#br0" timeOffset="4315">1427 501 9185,'0'7'809,"0"2"0,2-2 0,0 1 0,0 0-151,1 1 1,-1 0-1,2 3 1,1-2-307,1 2 0,0-2 0,0 0 0,0 0 247,-2 0 0,2 0 0,-2 2 0,-1 0-358,-1-2 1,-2 1 0,-2 2-1,-3 0-523,-3 0 0,-2-1 1,-2 1-1,-1-3-252,0-1 0,0-2 0,1-1 0,1-2-858,3-2 1,4-2-1,1-3 1,3-3 374,0-4 0,3-3 1017,4-2 0,2-1 0,4-4 0</inkml:trace>
  <inkml:trace contextRef="#ctx0" brushRef="#br0" timeOffset="4404">1587 610 7672,'9'0'0,"-1"0"88,0 0 0,-3 0-539,0 0 1,-8 0 450,-1 0 0,-2-3 0,-3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5:57.3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0 309 8128,'0'-4'655,"1"0"1,1 1 85,2 2 0,3-3 1,1 1-1,4-2-491,2-2 1,2 2 0,4-3 0,0 0-936,1-1 1,0 1 0,1-2 684,-2 1 0,0-2 0,-3 1 0</inkml:trace>
  <inkml:trace contextRef="#ctx0" brushRef="#br0" timeOffset="581">507 110 7922,'-12'-6'0,"0"-1"9,2 1 1,-1 1 0,-2 2 0,1 0-10,1 2 0,2 1 0,3 2 0,1 5 1240,1 3 1,3 3 0,1 2-868,4 2 1,2 3-1,3 0 1,2 0-1,4 1-342,2-1 1,-1 0 0,1-2 0,-2 0-56,-1-3 1,0-2 0,-3 0-11,-2 0 0,-1-1 1,-6-1-1,-1-3 34,-3-1 1,-4 0-1,-6-1 1,-2 0-1,-4-2-329,-2-2 1,1 0-1,-1-1-16,2 1 0,-2 0 0,5-5 0,2-2 0,1-2-1928,4-4 2273,4-1 0,4-4 0,3 0 0</inkml:trace>
  <inkml:trace contextRef="#ctx0" brushRef="#br0" timeOffset="764">661 1 7818,'3'3'407,"0"3"227,-3 2 0,0 4 0,0 1 1,-3 3-1,-1 4 17,-2 4 0,0 1 0,0 6 0,-1 3-848,1 3 1,0-5 0,2 1-1,2-5 55,1-5 0,5-7 0,2-5 0,4-6-2035,2-4 0,1-4 2177,0-4 0,0-5 0,-1-4 0</inkml:trace>
  <inkml:trace contextRef="#ctx0" brushRef="#br0" timeOffset="998">744 181 7818,'-10'12'341,"1"2"0,3 0 0,-2 3 312,0 1 0,3-2 0,-1 2 0,3-1-183,1 0 1,4-5-1,3-1 1,3-3-240,3-4 0,1-3 1,1-2-1,0-4-224,2-3 1,-1-6-1,1-4 1,-2-4-363,0-3 0,-3 1 0,-2-4 0,-3 2 158,-3 2 0,-1 2 0,-2 5 161,-1 5 1,-2 2 0,-5 4-1,-2 2 1,-3 4-319,-1 1 1,2 6 0,3 0 0,1 2-767,1 0 0,2 0 0,2-1-212,2 1 1332,1-1 0,4-1 0,0-1 0</inkml:trace>
  <inkml:trace contextRef="#ctx0" brushRef="#br0" timeOffset="1364">879 97 7818,'0'7'358,"0"1"0,0 1 383,0 1 0,-2 2 1,0 2-1,0 2-404,2 3 1,0 2 0,0 4-1,0 1 32,0 0 1,2-4 0,3-1-1,0-4-405,2-4 0,1-3 0,2-4 0,-1-2-140,0-2 1,2-7 0,-3-4 0,1-5-15,0-6 1,-4 0-1,2-5 1,-2-2 110,1-2 0,-2 1 0,0 1 1,-1 2 97,1 4 0,-3 6 0,2 3 268,0 5 0,-2 7 0,1 9 0,-1 6-151,-1 5 1,0 3-1,0 4-193,0-2 0,2 4 0,1-6 0,0-1 51,2-4 1,3-3 0,1-5 0,-1-3 0,1-4 38,2-3 1,-1-3 0,0-4 31,-1-3 1,2-5 0,-2-2-1,1-1 1,2-2-81,0-2 0,-2 4 0,0-2 0,0 1-115,-2 1 0,-1 3 1,-1 1-1825,0 2 1,1 1 1953,-1 2 0,1 1 0,-1 1 0</inkml:trace>
  <inkml:trace contextRef="#ctx0" brushRef="#br0" timeOffset="1582">1245 213 7818,'0'6'286,"0"-2"1,0 0 0,2-1 656,3-2 0,0-4 0,2-3 0,1-5-489,1-3 0,-1-3 0,-3-3 0,-2-1-233,0 1 0,-1-1 1,-2-2-1,0 3-91,0 2 0,-3 9 0,-3 1 0,-3 4 26,-1 2 0,2 8 0,-2 6 0,1 5-209,1 6 0,1 4 1,1 1-1,2 3-151,2 2 0,1-6 0,1 3 0,1-3-495,1 0 1,3-7 0,4-3 0,0-5 40,0-4 0,0-3 0,2-4 658,-3-2 0,2-6 0,0-3 0</inkml:trace>
  <inkml:trace contextRef="#ctx0" brushRef="#br0" timeOffset="1831">1392 174 7817,'0'7'3036,"0"-1"-2188,0 0 0,0 1 1,0-1-1,0 1-478,0 2 1,-1 1 0,0 3 0,-2 2-511,0 2 0,-2 2 0,-1 0 1,-1-1 54,1 1 0,0-4 0,-1 1 0,1-5-62,-1-5 1,4-5 17,1-3 1,2-6 0,4-6 0,3-2 174,2-3-1,5 1 1,2-4 0,1 0-475,0 2 0,1 0 0,3-2 0,0-1-439,0 0 1,0 4 0,-1 2 0,0 2-1594,-2 3 2461,-6 6 0,-3 3 0,-6 7 0</inkml:trace>
  <inkml:trace contextRef="#ctx0" brushRef="#br0" timeOffset="2147">462 668 7749,'-4'-4'674,"-1"0"0,0 1-312,0 2 0,-2 0 0,1 2 1,0 1-28,-1 2 1,1 3-1,1 1-162,1 3 0,3 1 1,-1 2-1,1 1-519,1 2 0,1 0 0,1 1 0,5-1 1,3-1-505,2 0 1,1-5 0,2-2 0,3-6 34,3-2 815,-4-1 0,7-9 0,-4-1 0</inkml:trace>
  <inkml:trace contextRef="#ctx0" brushRef="#br0" timeOffset="2381">661 706 6741,'-4'0'145,"-1"1"1,0 1-1,-3 3 1,0 3 675,0 3 1,2-1 0,1 1 0,1 1-384,1 2 0,1-3 1,3 1-1,2-2-463,3-2 0,3-3 0,4-3 0,1-2-156,1-2 0,-2-4 0,1-3 0,-1-2 58,-3-3 1,-2 1-1,0-1 1,-3 0 88,-3 1 0,-2 2 0,-3 1 1,-3 1 194,-4 1 1,-2 1 0,-1 2 0,0 0-352,0 3 1,0 1 0,1 1 0,1 1-433,0 1 0,6 1 0,-1 2 0,2-1-251,3 1 0,4 1 873,3 0 0,3 1 0,4-1 0</inkml:trace>
  <inkml:trace contextRef="#ctx0" brushRef="#br0" timeOffset="2597">860 591 7749,'0'6'447,"0"1"0,0 0 161,0 2 1,2 1 0,1 4 0,0 2-263,-1 1 1,3 0-1,0 1 1,0 0-126,2-1 1,-3-1-1,0 2 1,1-3-15,-2-2 1,0-1 0,-3-1 0,0 0-268,0-1 0,-3-3 0,-2 0-246,-3-1 1,-1-1-1,-3-2 1,1 0-1,-2-2-647,-1 0 0,2-1 0,-2-1 0,2-1-313,1-2 1,3-4 1265,0 0 0,3-7 0,2 2 0</inkml:trace>
  <inkml:trace contextRef="#ctx0" brushRef="#br0" timeOffset="2981">1270 706 7704,'-9'-2'429,"-1"-1"1,-1 1 128,-2-1 1,3 1-1,-2 2 1,2 0-55,0 0 0,2 3 0,0 4 1,2 3 85,2 5 1,3 1 0,-1 3 0,4-2-578,2 0 1,4-2 0,3 0 0,2-3-426,2-1 1,-1-4 0,3-3-1,-1-2-62,0-3 1,-1-2-1,0-4 1,-3-2 154,-1-4 0,-2 0 0,-5-2 0,-2 0 373,-1 0 0,-2 0 1,-2 3-1,-3 0 235,-1 2 0,-5 2 0,2-1-319,-3 2 1,1 1-1,-1 2 1,1 2 0,1 1-1048,2 1 0,4 0 506,1 0 0,6 1 1,3 0 570,4 2 0,3 2 0,1-2 0</inkml:trace>
  <inkml:trace contextRef="#ctx0" brushRef="#br0" timeOffset="3130">1463 559 7984,'0'-6'515,"-1"2"0,-1 3 0,-2 2 0,0 4 0,0 3 1,-1 3 428,-1 3 1,2 4 0,0 3 0,1 2-1053,2 2 0,-2 2 0,1 0 0,0 1-458,2 2 0,0-4 0,0 0 210,0-1 0,0-5 0,-1-1 356,-1-1 0,-2-3 0,-2 0 0</inkml:trace>
  <inkml:trace contextRef="#ctx0" brushRef="#br0" timeOffset="3262">1354 841 7704,'5'-6'143,"0"-1"1,0 1 473,0 0 1,1-1-1,2 1 1,4-1-293,2 1 0,1-1 0,4-1 0,1-1-1114,0 2 0,0 0 0,-2 3 1,-1 1 788,-2 0 0,-1 2 0,-2-1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6:41.9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231 525 8143,'0'-6'1211,"-3"2"0,-1 2 0,-3 3-837,-1 3 1,-1 3 0,-3 7 0,-2 2-213,-2 3 1,-1 4-1,-1 4 1,0 3-350,1 2 0,2-2 0,1 0-907,0-1 1,2-1 0,1-9 1093,3 0 0,0-4 0,2 1 0</inkml:trace>
  <inkml:trace contextRef="#ctx0" brushRef="#br0" timeOffset="568">641 128 7843,'1'-5'-81,"1"1"490,0-1 0,-1-1-70,-3 0 0,-4 2 0,-3 2 0,0-1 0,-1 1 532,0 1 0,-2 4 0,-2 3 1,-1 5-371,-2 3 1,3 6-1,-1 6 1,1 4-135,2 6 1,2 2 0,2 6 0,3 0-298,3-3 1,4-4-1,5-10 1,4-8-302,6-7 0,0-8 0,7-4 0,1-7-177,2-5 0,-2-8 0,2-7 165,0-4 1,-3-8-1,-3-1 1,-5-1-1,-4 3 15,-5 3 0,-8 8 1,-4 4-1,-7 4 726,-4 4 0,-6 5 0,0 1 0,-2 2-491,1 1 1,1-1 0,0 1-1,1 2-1141,3 2 0,5-1 1,1 1-1308,2 1 2441,4 0 0,9 1 0,4 0 0</inkml:trace>
  <inkml:trace contextRef="#ctx0" brushRef="#br0" timeOffset="1367">1386 63 7845,'6'-6'204,"-2"2"1,0-1 0,1 1 123,1-2 0,-2-1 0,1 1 652,0 0 1,-2-1 5,-1 1 0,-2 2 0,-3 3-273,-4 2 1,-2 3 0,-4 4-424,1 1 1,-6 2 0,0 1-1,-1 1 1,-3 3-55,0 0 0,1-1 0,-3 2-106,0 1 0,-2 0 0,-1 0 0,1-2 0,0 0 31,2-2 0,3 0 0,3-2 0,4-2-66,2-1 0,6-4 0,1-1-163,1 1 1,6 1 0,4 0 0,4 2 139,2 0 0,5 2 0,1 2 0,3 0-15,2-2 0,-1-1 1,3 1-102,2 2 1,2-3 0,-1 0 0,-1-3-605,-1-2 1,-1 2-1,-1-2 1,-2 1-1,-3 0-441,-3 0 0,-6-1 0,1 2 0,-4 1 301,-3-1 788,-1 1 0,-3 2 0,0 1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6:44.6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1 417 7819,'0'-4'803,"0"-1"0,2 3 1,3 1-544,0 0 0,3 5 0,2 2 1,5 4 215,2 2 1,2 2-1,5 1 1,2 3-424,4 2 0,0-1 0,0 1 0,0 1-297,-3-1 0,-4-2 0,-4-2 259,-2-3-15,-4 1 0,-4-4 0,-3 3 0</inkml:trace>
  <inkml:trace contextRef="#ctx0" brushRef="#br0" timeOffset="1799">668 122 7819,'0'-9'0,"0"1"288,0 0 1,0 1 248,0 0 0,0 3-302,3 4 0,-2 2 0,3 10 0,-1 1-60,1 4 0,-2 5 1,1 3-33,0 2 0,1 6 0,-1-1 0,-1 3-126,1-1 0,-3 2 0,2-2 0,-1-4 0,-1-1-125,0-5 1,0-7 0,0-1-5,0-3 1,0-10 0,-1-6 0,0-5 94,-1-4 0,0-5 0,2-6 0,0-4-125,3-4 0,-2-1 1,3-6-1,2-1 143,2 0 1,-1 5 0,2 3 0,-2 3 173,2 3 1,-1 7-1,2 4 1,-1 6 65,-1 5 0,-1 3 0,-1 3 0,1 4-11,-1 3 0,-2 2 1,1 3-1,0 1 1,0 3 0,0-2 1,-2 5-136,0-2 0,-1 3 0,-2 2 0,0 0-113,0 0 0,0 2 1,0-4-1,0-3 28,-3-3 0,2 1 1,-3-7-5,2-2 1,-1-10-1,3-5 1,1-6-196,1-5 1,0-2 0,4-6-1,1-3-344,0-2 1,3-1-1,0-2 1,1 4 399,0 3 0,-1 6 1,3 1-1,0 2 45,0 3 1,-2 8 0,-1 2-1,0 2 500,0 2 0,-3 7 0,2 3 1,-2 5 161,-1 6 1,-1-1-1,-2 8 1,0 1-281,-1 2 1,0-4 0,1 1-1,-2-1-30,0-1 0,-1-3 0,2-5-2350,0-4 0,1-5 0,-2-6 2085,1-5 0,3-5 0,-1-5 0</inkml:trace>
  <inkml:trace contextRef="#ctx0" brushRef="#br0" timeOffset="2216">1502 6 7819,'6'-2'1598,"-2"1"349,0-1-770,-2 1 1,0 1 0,-4 1-730,-2 1 1,-3 2-1,-1 5 1,-4 1-176,-2 3 1,0 0-1,-3 2-150,-1 2 1,-2 2-1,-1 0 1,1 0 0,0 1 105,0 1 0,3-3 1,2 1-1,4-3-217,2-2 1,3-1 0,2-2 0,2-2-148,4 1 1,4-3 0,5 3 0,1 0 122,1 0 0,3 1 0,2 1 64,0-1 0,5 2 1,-4-1-1,1-2-391,0 0 0,1-1 0,-1-3 1,-3 0-1,-3-1-1490,-4-1 0,-2-2-2690,-1 0 4519,-4-1 0,0-4 0,-3-1 0</inkml:trace>
  <inkml:trace contextRef="#ctx0" brushRef="#br0" timeOffset="2632">1707 128 10196,'-7'0'1580,"4"2"-885,1 2 0,-1 1 1,1 6-1,0 1-570,2 2 0,0 2 1,0 4-1,0 2-93,0 1 1,0 0 0,-1-1-1,-1-1-134,0-3 1,0-5-147,2-3 0,0-5 0,0-6 1,0-6 72,0-5 0,1-4 0,1-5 0,3-2 95,3-2 1,0 3-1,2-3 1,2 0 95,0 0 1,2 4-1,2 3 1,2 3 265,-1 3 1,1 7 0,1 0 0,-1 5 440,-1 2 1,-3 7 0,1 6-354,-2 3 1,-3 4 0,-3 2 0,-3 2-1,0 3-379,-1 0 0,-1-1 1,-1 0-1215,-2-1 1,-3-4 0,-2-6 0,1-2 1222,1-4 0,0-2 0,-3-2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05.2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56 7883,'-8'-6'584,"-4"4"0,12-4 0,0 5-513,8-4 0,9 4 0,3-4 1,1 3-359,4 2 0,1-1 1,4-2 286,2-2 0,3-6 0,7 4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09.0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42 195 7833,'-9'5'81,"0"0"0,6 5 0,-2 0 1,2 2 253,-2 2 1,4 6-1,-4 3-292,4 3 0,1 2 0,0 2 0,0 0 0,0 3-883,0-2 1,0-6 839,0-2 0,6-6 0,1 3 0</inkml:trace>
  <inkml:trace contextRef="#ctx0" brushRef="#br0" timeOffset="129">84 1 7868,'-9'0'248,"1"1"-392,2 4 1,1-2 0,5 6-618,0 2 761,0 1 0,0 9 0,0 0 0</inkml:trace>
  <inkml:trace contextRef="#ctx0" brushRef="#br0" timeOffset="431">265 154 7997,'-5'9'345,"0"0"0,-1 0 1,3 5-152,-2 0 1,-4 2 0,5 1-1,-1 1-6,-1-1 0,4 5 0,-2 1 1,2 3-84,2 2 1,0-5 0,0 0 0,0 1-192,0-3 0,0-1-74,0-6 0,2-1 1,2-6-1,4-7-84,0-7 0,4-7 0,-3-5 0,4-6 101,1-6 1,-1-6 0,3-6 0,1-2 60,1 1 0,2 5 0,-3-3 187,2 8 1,3 6 0,-5 5 0,-2 6 114,2 7 0,0 5 0,-3 13 0,-2 9 0,-1 12-53,-2 10 1,-4 1 0,3 9-1,-2-1-190,-3-3 1,0-3 22,2-5 0,-4 3 0,5-5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07.3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473 292 7984,'-14'0'0,"0"0"298,0 0 0,-2 0 1,-1 2-1,-3 1 110,-1 1 1,2 7-1,-4 0-198,-2 6 1,5-2 0,3 5-1,5 1-32,3 2 0,6-2 1,-2 1-1,5-2-179,5-3 0,4-2 0,8-1-94,1 0 1,7 0 0,-2-1 0,4-3-1,0-2-226,1-2 1,-5-1 0,0-4-183,2 4 1,-5-3 0,-1 2-1458,-4-2 1960,-1-2 0,-12-6 0,-4-2 0</inkml:trace>
  <inkml:trace contextRef="#ctx0" brushRef="#br0" timeOffset="717">167 0 7357,'-8'6'413,"2"-3"0,6 7 1,-2 2-216,-2 5 1,2 6 0,-2 11 0,0 9-11,0 11 0,1 11 1,-7 11-220,0 3 1,-1 9 0,0-8 0,2-3 0,-2-3-220,-1-6 0,-2-15 1,1-2-1,4-3-175,4-6 1,-1-19 424,2-5 0,-1-12 0,5 1 0</inkml:trace>
  <inkml:trace contextRef="#ctx0" brushRef="#br0" timeOffset="916">42 667 8475,'0'-9'584,"0"0"1,1 4-733,4-4 1,3 6-1,6-2 1,1 4-1416,3 1 1563,-2-7 0,10 6 0,-4-5 0</inkml:trace>
  <inkml:trace contextRef="#ctx0" brushRef="#br0" timeOffset="1418">459 334 7797,'-10'-2'-765,"1"-1"1145,-2-2 0,4 1 0,-3 5 1,1 4 111,1 4 0,-2 5 0,3 6-329,0 8 1,2 6-1,-3 8 1,2 1-1,3 2 15,2 1 0,1 0 0,1-7 0,4-5-219,4-6 0,5-11 0,3-3 0,3-8-285,2-5 0,1-8 0,5-7 0,-2-9 57,-3-8 0,2-2 0,-7-5 0,-1-2 57,-1 1 0,-9 0 0,-2-1 199,-3 3 0,-4 3 0,-3 8 0,-4 3 78,-3 4 0,-7 5 0,-1 5 0,0 4 0,0 4-297,3 1 0,2 0 0,1 1-800,0 4 1032,6-3 0,2 10 0,6-4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05.8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42 7856,'-7'1'0,"2"4"0,4 4 441,1 4 0,0 4 0,0 6 0,0 11-180,0 9 1,0 13 0,0 7 0,0 3-129,0 4 1,0-8 0,0 6-1,0-7 87,0-7 0,0-9 0,0-9-427,0-2-187,0-14 0,4-14 1,2-17-1,1-7 168,-1-10 0,5-2 1,-2-7-1,3-3 138,2-5 1,0 2 0,0-3 11,0 3 1,0 4-1,0 5 1,-1 8 0,1 4 343,0 5 1,-4 9 0,-3 10 0,1 10 80,0 10 1,-5 10 0,1 6 0,-2 3-332,-2 6 0,2-3 0,1 6-313,1-2 0,2-4 0,-2-5 0,2-5 0,1-3 86,4-5 1,3-9 208,5-3 0,2-12 0,7-10 0</inkml:trace>
  <inkml:trace contextRef="#ctx0" brushRef="#br0" timeOffset="300">501 389 8091,'-14'0'470,"0"0"0,0 5 1,0 1-1,0 3-136,1 7 0,-1-1 0,1 8 0,4 2-138,4 1 1,4 2 0,1 0 0,0 0-139,0 0 0,6-5 0,3-3 0,5-5-503,5-7 1,-2-5 0,4-3-1,1-1 60,0-4 0,-4-9 1,4-9-1,-2-5 138,-3-4 1,-2-4 0,-1-6 76,0 1 1,0-4 0,0 3 0,-2 8 0,-2 8 956,-6 7 0,-2 7-167,-2 8 1,-5 7-1,-1 15-580,-2 5 0,4 8 1,-4 2-1,2-2 1,3-2-690,1-1 1,2-2 0,0-3 0,0-4-1517,0-4 2165,6-7 0,2 4 0,6-4 0</inkml:trace>
  <inkml:trace contextRef="#ctx0" brushRef="#br0" timeOffset="818">793 334 7856,'0'15'0,"0"2"367,0 2 0,0-1 1,0-4-1,-2 0 53,-2 0 0,2 4 1,-2 3-1,2 0-233,2 4 1,0 1 0,0 2 0,0 0-95,0 0 1,0-5-1,0-2 1,0-1-86,0-3 0,0-6-371,0-2 1,0-12 0,0-3 0,2-11 45,2-11 1,-1-2 0,7-9-6,0 0 0,-2-9 0,1 5 0,2-3 0,2-2-165,0 3 0,1 5 1,0 1-1,0-1 469,0 2 1,0 5 0,0 1-1,0 2 18,0 3 0,4 5 0,1 3 0,-2 6 0,-2 3 0,-6 4 142,1 6 0,-3 8 0,3 6 0,-6 6 0,-2 5 521,-2 2 0,0 1 0,1 12 1,2 5-69,2 3 1,1-6-1,-3 2 1,4 1-318,0-1 0,-2-1 1,3-5-1,-1-4-194,1-6 0,-3-11 0,2-1-510,0-6 1,-1-7 0,-3 1 195,1-8 0,0 1 1,-9-6-1,-4 0 1,-4 0-106,-1-1 1,-4 7-1,-2-1 1,0 2 182,0 2 1,-4 0 0,6 0-1,-1 2 494,-1 2 0,5 4 0,-2 6 1,6 1 15,6 4 1,4-4-1,1 4 1,0-4-138,0-1 1,6 0 0,5-2 0,4-1-295,4-2 1,6-5 0,-4 0-163,1-2 1,3-4 0,-5-2-1,1-6-641,4-2 0,0-7 876,-2 1 0,3-13 0,-4 2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10.6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52 7555,'7'-14'69,"-2"0"0,-3 5 0,-4 1 253,-3 2 1,2 7 0,-4 10-1,0 6-190,4 6 0,-3 5 0,1 5 0,2 4-92,2 3 1,-4-3 0,1-2-47,0-1 0,3-1 0,2-7 1,3-3-1,2-4-104,1-4 0,3-7 0,4-3 71,0-4 1,4-2 0,2-6 0,0-7 0,2-7-193,-1-5 0,1-7 0,1-1 0,-3-1 188,0-4 1,-4 5 0,2 2 102,-2 2 1,-2 9 0,0 2 0,0 5 87,-1 5 0,0 4 1,-2 10 57,-2 4 0,-1 10 0,2 4 1,-2 3-319,-2 2 1,5-2 0,-2-1-1,2-2 1,0 2-446,-2 1 0,1-4 1,3-4 556,1-2 0,0-2 0,0-1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11.0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28 529 8445,'14'0'222,"-4"0"1,-1 0 0,3-1 165,5-4 0,0 2 1,6-8-273,2-4 0,1-1 0,2-9 0,-2-2-264,-2-4 0,-6-6 0,-9 3 0,-4 1 1,-3 1-78,-2 1 0,-13 9 0,-5-2 212,-7 7 0,-3 6 1,0 11-1,1 3 1,-1 5 291,0 5 1,5 12 0,3 3-164,4 7 1,-1 6-1,10 0 1,-1 1-169,3 0 1,4-2 0,2-1 0,4-4-1,6-1-446,6-3 0,4-6 1,7-5 42,0-5 1,4-4 454,1-11 0,5-6 0,-2-2 0</inkml:trace>
  <inkml:trace contextRef="#ctx0" brushRef="#br0" timeOffset="314">473 237 7796,'-9'14'187,"0"0"0,4 1 0,-4 4 0,0 4 273,1 3 0,-3 4 1,5 1-1,0 3-218,-1 1 1,3-2 0,4 1-175,0-5 1,0 5-1,0-11 1,0-3-2,0-3 0,1-9-241,4-4 0,-2-5 1,6-7-1,2-7 1,2-7-123,0-7 0,1-2 1,0-8 97,0 1 0,5-9 0,-1 7 0,-1-2 0,0-2 140,2 0 1,-4 7 0,4 6 0,-4 7 115,-1 5 1,-5 10 0,-1 7 0,-2 10 87,-3 11 1,-1 12-1,-2 6 1,-2 4-117,-2 6 1,2-4 0,-4 3 0,1-3-319,1-1 1,-1-6 0,5-5 0,2-7 287,2-5 0,4-10 0,6-3 0</inkml:trace>
  <inkml:trace contextRef="#ctx0" brushRef="#br0" timeOffset="513">1057 1 7906,'-14'0'0,"0"0"284,0 0 0,0 0 1,-1 0-1,-2 3 277,-1 6 1,-3 2 0,4 12 0,-1 5-157,1 8 0,3 1 0,3 10 0,3 0-157,2-1 1,2 0 0,4-4-452,0 0 0,6-8 1,3-5-1,3-7 0,2-5-952,0-5 1,5-3 0,1 1 1154,2-6 0,7-8 0,6-4 0</inkml:trace>
  <inkml:trace contextRef="#ctx0" brushRef="#br0" timeOffset="763">1210 140 7796,'-6'21'298,"-2"6"1,-6-4 0,2 3 40,3 2 0,-4 0 0,5 1 0,-1 2-174,0 1 0,4 5 0,-2-4 1,0-2-170,4-2 1,0-3 0,0-2 0,-1-6 183,0-2-172,3-9 0,1-2 0,0-10 0,1-6 31,4-6 0,3-4 0,4-8 0,0-4-138,2-4 1,-3 1 0,8-1 0,-4 0-125,-1 2 1,2-5-1,1 6 1,1 0-234,-1 1 1,-2 7 0,1-5 0,1 5-648,1 3 1103,1 6 0,-5-3 0,0 6 0</inkml:trace>
  <inkml:trace contextRef="#ctx0" brushRef="#br0" timeOffset="946">1405 112 7796,'0'14'111,"-2"0"0,-1 1 157,-2 4 0,-1-2 1,3 4-1,-2 3 61,2 2 0,0-5 1,0 10-1,-1 2-215,0 1 0,3-2 1,1 4-1,0-1-208,0 1 0,0-4 0,0 4 0,0-2-301,0-3 1,0-2 0,0-1 0,0 0 60,0-1 0,5-3 1,1-3 333,1-1 0,-4-1 0,4-5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14.9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 70 7786,'0'-9'2609,"0"0"-2130,0 6 1,0 3-314,0 9 0,0 9 0,0 6 0,-2 3 0,-1 7-157,-2 8 0,-1 1 1,3 8-252,-2 2 0,-4 1 1,5 0-1,-1-3 1,0-5-721,1-3 1,-1-12 0,5-4-571,0-6 1532,6-8 0,2-13 0,6-8 0</inkml:trace>
  <inkml:trace contextRef="#ctx0" brushRef="#br0" timeOffset="366">431 1 11384,'-9'15'350,"1"4"0,0 5-296,0 7 1,-1 5 0,-5 6-1,-1 1 61,-4 3 1,4-1-1,-2 3 1,5-3-290,2-5 0,3-8 0,-4-1-2496,1-6 2670,7-5 0,3-19 0,8-2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12.9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21 354 7791,'-8'-1'855,"3"-4"-328,-2 3 0,7-4-452,0 6 1,6 0-1,8 0-237,0 0 0,-1 0 0,1 2 0,0 1 0,2 1-339,2 0 0,-2-3 0,2-1 1,-2 0 500,-2 0 0,6 0 0,1 0 0</inkml:trace>
  <inkml:trace contextRef="#ctx0" brushRef="#br0" timeOffset="184">271 201 8018,'-14'0'713,"0"0"1,2 11-1,1 4 1,2 7-484,-2 7 1,-3 7 0,-3 9 0,-3 4-95,-2 5 0,5-6 0,-1 5 0,2-6-253,2-2 0,2-9 0,3 2 0,4-7-499,4-9 1,1-5 0,1-5 0,4-3-1849,4-4 2464,3-3 0,8-15 0,2-2 0</inkml:trace>
  <inkml:trace contextRef="#ctx0" brushRef="#br0" timeOffset="416">410 243 9266,'0'20'625,"-5"-2"1,1 9-1,-1 5-418,-1 7 0,3 1 1,-5 9-1,0 1-364,1-1 1,3-2-1,-2 2 1,2-1-158,-1-3 0,0-8 0,5-6 0,0-5-2454,0-3 2768,0-12 0,0-11 0,0-16 0</inkml:trace>
  <inkml:trace contextRef="#ctx0" brushRef="#br0" timeOffset="617">396 410 7716,'5'-28'0,"1"0"-107,2 0 0,1 4 0,5-1 0,0-1 384,-1 1 1,1 5 0,0-2 0,0 4 148,0 5 0,0 6 0,-2 8 0,-1 4-110,-2 4 0,-5 10 0,0 4 0,-2 4-198,-2 6 1,-6-2-1,-5 4 1,-5 1 12,-2-1 0,-2-4 1,3 0-1,-2-5-824,2-2 0,2-7 0,1 0 693,0-7 0,-6 3 0,-2-6 0</inkml:trace>
  <inkml:trace contextRef="#ctx0" brushRef="#br0" timeOffset="1201">952 48 7819,'6'-14'0,"-4"5"451,2 0 1,-2 4 21,-2-4 0,0 7 1,0 4-293,0 10 0,-2 10 1,-2 9-1,-4 4-61,0 5 0,-4 5 0,4 11-174,0-1 0,-4 0 1,3-3-1,-2-3-358,2-1 0,-4-3 1,4-6-1,-3-5 1,-2-3 411,0-5 0,0-14 0,0 1 0</inkml:trace>
  <inkml:trace contextRef="#ctx0" brushRef="#br0" timeOffset="1349">716 479 8012,'7'-21'126,"4"0"1,-5 8 0,1-1 0,-1 0 1,6 4-1,0 3 1,7-1-52,3 0 0,-2 4 0,6-4 0,5 0-300,3 1 0,3 2 1,5-3-1,-1 0 224,1 1 0,0-3 0,-1-3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55.0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292 56 7684,'-5'-9'-70,"-1"-1"0,-5 2 0,-3 2 179,0 2 1,-3 3 0,-4 1 0,-1 1 652,1 3 1,2 4-1,1 5 1,1 2-522,2 2 0,4 4 0,2 0 1,5 1-296,2 1 0,2-3 0,2 2 0,2-3-76,5-4 1,2 2 0,4-4-16,2-2 1,-1-1 0,0 0 0,-3-2 0,-3-1-205,-1 0 1,-3-1 371,-3 3 1,-6-2-1,-4-2 1,-2-1-112,-3-2 1,-3 2-1,-4-1 1,-1-1-269,-2-1 1,6-1 0,-3 0 0,2 0-324,3 0 1,1-1 0,7-2 678,3-3 0,2-6 0,5-3 0,1-4 0</inkml:trace>
  <inkml:trace contextRef="#ctx0" brushRef="#br0" timeOffset="181">404 18 6303,'15'0'0,"-3"0"474,-1 0 0,-6 2 0,-2 4 0,-3 4-36,-3 4 1,-2 2 0,-5 5 0,0 3-104,-3 3 0,2-1 0,-4 6 0,1-2-434,-1 1 0,4-1 1,-1 4-1,4-1-45,2 0 0,4-6 0,-2 1 0,3-4-394,1-4 0,6-4 0,2-5 0,4-4-1675,3-7 2213,-3-4 0,9-14 0,-1-2 0</inkml:trace>
  <inkml:trace contextRef="#ctx0" brushRef="#br0" timeOffset="433">554 206 7684,'-9'4'0,"-2"2"115,-1 3 0,2 1 0,-3 2 1,3 1 673,0 2 1,1 1-1,1 4 1,1 0-561,4-2 1,2-2 0,2 2 0,2-2-213,4-4 1,2-5 0,3-4 0,4-3-154,2-3 0,1-4 0,-2-5 0,0-5-199,-1-4 1,-4 0 0,3-4-1,-2-1 155,-1-1 0,-6 2 1,-3 1-1,-2 1 71,-1 3 1,0 0-1,-1 2 1,-2 2-137,-3 4 0,-3 5 0,0 1 0,0 2-146,-1 2 0,2 2 1,1 2-191,0 1 1,5 5 580,-1-2 0,6 2 0,2 2 0</inkml:trace>
  <inkml:trace contextRef="#ctx0" brushRef="#br0" timeOffset="850">751 84 6163,'0'9'1251,"0"1"0,0 0-741,0 3 1,0 1 0,0 5 0,0 0-306,0 0 1,0 0 0,0 1 0,1 0-228,2-2 0,0-5 1,3 1-1,1-4-113,1-5 0,0-2 1,1-4-44,5-3 1,-4-5 0,0-7 0,0-1 29,-3-2 1,0-3 0,2 0 0,-2 1 108,-1 1 0,-3 5 0,3 0 0,-2 2 147,-2 1-9,-1 6 1,-1 4-1,0 8 1,0 7-36,0 3 1,1 6-1,1 1 1,2 1 5,1 2 1,-1-2 0,2 0-1,1-1-6,2-2 0,0-2 1,0-4-1,1-2-120,-1-3 0,-2-5 51,3-1 1,-3-12-1,6-4 1,-3-6-1,-1-4 127,1-3 0,-4-3 0,0-2 0,1-2-67,2 2 1,0 3 0,0 1 0,-2 0-108,-1 3 1,-3 2-1,2 4-509,0 1 0,-2 2 0,-2 6-228,2 2 0,-2 3 0,2 7 789,-2 5 0,-1 5 0,0 5 0</inkml:trace>
  <inkml:trace contextRef="#ctx0" brushRef="#br0" timeOffset="1021">1220 168 7568,'-3'7'-431,"0"-1"1,0-3 430,3 3 0,-4-4 0,-1 3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53.7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160 9 7800,'-4'-5'484,"2"2"0,-1 7-193,2 5 0,1 6 0,0 9 0,0 6 0,0 8-148,0 3 1,0 3 0,0 3 0,0 1-373,0 2 0,-1-8 1,-1-1-233,-1-3 1,-3-5-1,2-8 1,-2-5-245,-1-6 1,2-6 0,-2-9 704,-4-2 0,2-7 0,-5-4 0</inkml:trace>
  <inkml:trace contextRef="#ctx0" brushRef="#br0" timeOffset="380">0 328 8121,'0'-6'194,"0"-1"1,4 5 0,4-1-1,3 2-311,5 1 1,1-3-1,3 0 1,2 0-258,3-1 0,3-1 0,3-2 0,0 0 127,-1-4 0,-1 2 0,-2-3 0,-2 1 247,-3 2 0,-6 0 16,-4 3 0,-6 3 0,-6 6 1,-7 4 428,-4 5 1,-1 4 0,-2 4-1,-1 3 68,1 1 1,2-2-1,1 2 1,3-1-239,5-2 0,2-1 0,1-2 0,1-3-254,2-2 1,7-7-1,5-3 1,4-3-126,3-3 1,-1-4-1,3-8 1,-1-5-72,-2-3 0,-2-2 0,-1-3 0,-2 0 17,-4 0 0,-5 4 1,-4 2-1,-2 3 139,-1 4 0,-4 1 1,-3 6-1,-2 1-75,-4 4 0,3 2 0,-2 1 0,1 0-221,2 0 0,2 0 0,2 1 0,0 1-141,0 2 0,3 0 1,0-2 455,4 1 0,-1 0 0,11 1 0,-1 1 0</inkml:trace>
  <inkml:trace contextRef="#ctx0" brushRef="#br0" timeOffset="612">563 187 7684,'0'15'129,"0"-1"0,0-2 1,0 1-1,-1 2 1,-1 2 354,-1 0 0,0 3 0,3 1 0,1 2-237,2 1 0,2 0 1,4 1-1,2-3-201,1-2 0,3-6 1,5-2-1,1-5-174,0-4 1,2-7 0,-3-5-1,0-6-6,-2-3 0,-7 0 0,-1-1 0,-6-1-15,-3-2 0,-2 1 0,-2-3 1,-5 1 109,-3 3 1,-4 3-1,-2 1 1,0 1 45,1 0 0,0 0 0,-4 5-297,1 1 1,-1-2 0,7 7 0,-1 0 0,1 0-1393,1 2 1682,2 1 0,0 5 0,1 1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52.9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1 103 7684,'6'-3'267,"0"0"1,-4 4-1,1 7 1,-2 4 0,-1 7-31,0 5 1,0 5 0,0 4 0,-1 6-166,-2 3 0,1-4 0,-3 0 0,1-6-935,2-3 0,1-12 863,1-11 0,4-14 0,1-16 0</inkml:trace>
  <inkml:trace contextRef="#ctx0" brushRef="#br0" timeOffset="162">113 19 7684,'-9'0'408,"3"0"1,-1 1-3,0 2 0,0 2 1,1 5-668,2-1 1,3-3 0,2 1 0,3-1-426,2-1 0,3 2 1,4-3 685,2-2 0,3 3 0,1 0 0</inkml:trace>
  <inkml:trace contextRef="#ctx0" brushRef="#br0" timeOffset="314">320 0 7684,'0'15'247,"0"-3"1,0 3 0,0 1-1,0 1 91,0 2 0,0 0 0,0 0 1,1 0-212,2 3 1,-1-2 0,4 1 0,0-3-171,0-3 1,1 1 0,-4 2 0,-1-2 11,-1 0 0,-2-5 0,-2 2 1,-4-3-127,-5 0 0,1-1 0,-5-1 0,1-1-517,0-4 1,-3-2-1,4-2 674,-1-2 0,-3-7 0,4-4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51.4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225 0 8048,'-10'0'602,"5"9"1,1 3 0,1 6 0,0 5-187,0 5 1,2 1 0,1 4-1,0 2-274,0 1 1,0-4-1,0 0 1,0-8 116,0-8 1,-4-6-565,-2-4 1,0-2 0,-3-5 9,-1-2 1,-3-2 0,2-3 0,-3 0 136,0 2 1,-1 4 0,-1-1 0,1 2-1,1 2-112,3 2 1,1 6 0,1 6 184,3 0 0,-1 5 1,4-1-1,0 1 1,3 0-141,4-1 1,2-4 0,5-1 0,3-3-188,0-2 0,5-3 1,3 0-1,0-3 412,1-2 0,1-1 0,4 0 0,0-8 0,0-3 0</inkml:trace>
  <inkml:trace contextRef="#ctx0" brushRef="#br0" timeOffset="266">422 254 7856,'-10'10'0,"1"1"0,-1 3 420,1 1 1,-1 4-1,-2 5 1,0 2-82,0 3 1,3-3 0,1 4 0,3-3-77,1-2 1,2-8 0,5-2 0,3-4-333,3-5 1,4-3 0,3-7 0,2-5 72,0-6 1,1-7 0,0-3 0,0-3-290,-1-3 1,-2 4 0,-1-5 0,-2 0-49,-1 0 0,-5 2 0,-2 6 1,-1 2 213,-2 1 0,-5 5 0,-4 4 0,-3 2-51,-3 4 1,-3 2-1,4 5 1,-1 2-147,0 3 1,6 3 0,-2 0-1,3 0 105,1 1 1,3-1 0,0 0 210,4 1 0,3-1 0,4 1 0</inkml:trace>
  <inkml:trace contextRef="#ctx0" brushRef="#br0" timeOffset="599">572 225 7691,'6'0'0,"-1"1"248,-1 3 1,-1 2-1,-3 5 1,0 4 141,0 3 0,0-2 0,0 7 0,1 0-161,3 2 1,-3-2 0,3-1-1,0-3-152,2-4 0,3-1 0,0-6 0,0-1-86,1-4 0,0-3 1,2-5-1,0-3-311,0-3 0,-2-7 0,-1 0 0,1-4 59,-1-2 0,-1 4 0,0-2 1,-3 2 95,-1 1 1,0 7 0,-2 0-135,1 1 369,1 3 1,-4 5 0,0 6 0,0 4 52,0 1 0,1 4 0,2 1 0,2-2-80,0 0 1,4-1 0,-3 1 0,2-1-33,2-2 1,-1-4 0,0-1 0,1-3 3,-1-3 1,0-4 0,1-5 0,-1-4-41,1-2 0,-4 0 0,-1 0 0,0 1-168,0 2 1,-1 0 0,1-1 0,-1 4 192,-2 2 0,-1 0 0,-1 1 0</inkml:trace>
  <inkml:trace contextRef="#ctx0" brushRef="#br0" timeOffset="900">937 169 7569,'4'6'-52,"-1"1"1,0-1 0,-2 2 0,1 0 483,1-2 1,0 0-1,-3 4 1,0 3 128,0 3 1,3 2 0,0 3 0,0 2-369,-2 1 1,-1 1 0,0 2-1,0-1-1,0-1 1,0-7 0,0 0 0,0-4 76,0-2 0,0-8 0,0-7-597,0-9 0,3-10 0,1-5 0,1-5 61,2-4 1,2 3 0,0-3 0,1 1 178,-1 2 1,0 6 0,1 1-1,-1 4 30,0 4 0,2 6 1,0 0-1,2 5 103,-2 4 1,0 7-1,-2 5 1,0 7 84,1 5 0,-4 5 0,-1 7-225,-1 5 1,3 6 0,-4-1-1,-1 1 1,-1-2-811,-1-5 0,0-8 905,0-1 0,4-11 0,1 1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47.9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1 497 7885,'0'-10'0,"0"1"0,1-1 0,2 2 568,3 2 1,3 2 0,1 4-43,3 0 1,2 1 0,7 1 0,2 2-1,2 1-926,2 3 1,-4 0-1,6 1 1,1 0-2690,-2-3 3089,-4 2 0,6-3 0,-2 5 0</inkml:trace>
  <inkml:trace contextRef="#ctx0" brushRef="#br0" timeOffset="649">611 112 7444,'4'9'-78,"-2"1"1,4 0 0,0 2 264,0 0 1,2 9 0,-2 1 0,2 6 142,-2 6 1,-2 1-1,-3 5 1,1 0-152,1 1 0,0-7 1,-4 0-146,-2-7 0,1-9 1,-3-5-1,0-4-12,-1-2 1,0-4 0,-2-8-38,2-4 1,-3-1 0,3-7 0,-2-3 0,-1-5-63,3-5 1,-1-4 0,4-5 0,1-2 29,1-1 0,5 4 1,2-5-1,3 5 84,4 0 1,2 10 0,7-2 0,3 5 5,2 4 1,-2 5 0,-1 5-36,-1 4 0,-1 3 1,-4 8-1,-2 2 58,-4 2 1,-6 6 0,-2 2 0,-3 4-1,-2 3 95,-3 1 1,-1-2 0,-4 2-1,-2-1-62,-1-2 0,1-1 0,-1-3 1,2-1 31,0-4 0,1-2-165,-1-4 0,5-1 1,3-3-199,4 2 0,6 0 0,6-1 1,1 3 175,1 2 1,3 3 0,2 0 0,2 3 55,1 0 0,-3 3 0,-2 3 0,-3 1-2,-3 0 0,-9-3 0,2 6 254,-4-1 1,-7-1-1,-4-3 1,-6-1-1,-3-3 18,-1-2 0,-2-4 0,-1-3 0,0-2-610,-1-3 1,3-4 0,-2-2 0,2-5-499,2-4 1,3-1 0,3-4 238,1 0 599,6 0 0,1-4 0,4-1 0</inkml:trace>
  <inkml:trace contextRef="#ctx0" brushRef="#br0" timeOffset="917">1155 112 7791,'9'9'76,"-3"4"0,0 0 0,-1 2 394,0 2 1,-3 0 0,1 3-1,-2 2-33,-1 3 1,-3 3-1,-1 1 1,-1 2-233,-3-1 1,-1-6 0,-2 3 0,-2-3-87,2-3 0,-1-4 1,1-4-1,-2-3-50,2-4 0,3-4 0,3-4 1,0-5-81,0-5 0,3-6 1,-1-3-1,3-3-10,3-3 0,0-1 0,5-7 1,3-3-273,-1 0 1,1 7 0,1-1-1,1 3-80,2 3 1,1 1-1,2 1 1,1 5-380,0 6 0,1 5 0,1 3 752,1 1 0,4 5 0,-2 4 0</inkml:trace>
  <inkml:trace contextRef="#ctx0" brushRef="#br0" timeOffset="1216">1436 262 7791,'1'5'707,"2"-2"1,3-2 0,3-1-1,0-2-506,1-4 0,0-1 1,2-9-1,1 0-157,2-2 1,-4-1-1,2 1 1,-4 2 14,-3 0 1,2 1-1,-5 0 1,-2 2 55,-3 3 0,-7 4 1,-4 0-22,-2 2 0,0 2 0,-5 6 0,0 6 0,-1 4 54,0 4 1,7 5 0,-4 2 0,2 3-124,2 3 1,2 1-1,0 3-217,1 1 1,6 4-1,2-5 1,2-4-1,2-3-551,2-3 0,2-8 0,6-2 0,1-4 289,4-5 0,0-2 454,2-4 0,-1-4 0,6-1 0</inkml:trace>
  <inkml:trace contextRef="#ctx0" brushRef="#br0" timeOffset="1533">1718 168 7791,'-10'0'0,"1"0"0,-1 1 346,1 2 0,0 0 1,-2 3-1,0 1 89,-2 1 1,1 3-1,2 0 1,1 2-298,0-2 0,2 1 0,2-1 0,1 2-179,2-2 1,2 1 0,3-2 0,4 1-45,5-3 1,-1-5 0,5 0 0,1-3-490,0-3 1,2-3-1,0-7 1,0-2 276,-1-3 1,-2-2-1,-1-1 1,-2-1 429,-1 1 1,-2 5-1,-1 1 415,1 2 1,-5 6-1,-2 11-20,-2 7 1,-2 11 0,-2 6 0,-2 4-478,0 2 1,-3 2 0,4-2 0,0-1-485,0-2 0,1-7 0,3-5-241,0-6 1,1-6 0,2-4-1,3-4 674,2-5 0,6-9 0,1-9 0</inkml:trace>
  <inkml:trace contextRef="#ctx0" brushRef="#br0" timeOffset="1715">2037 9 8144,'0'9'1245,"0"2"0,-2 1 0,0 5-813,-1 4 1,-4 3 0,2 5 0,-2 3-413,1 6 0,0-3 1,-2 5-1,0-2-589,2-2 1,4-3-1,-1-7 1,2-3-1048,1-4 1,1-11 1615,2-2 0,6-8 0,6-3 0</inkml:trace>
  <inkml:trace contextRef="#ctx0" brushRef="#br0" timeOffset="1949">2243 93 7779,'-10'1'104,"1"2"0,0 0 0,-1 2 0,0 0 242,-3 0 0,1 0 0,-6 3 0,-2-2-29,1 1 1,-1 5-1,2 0 1,1 1 12,2 0 1,0-1 0,1 2-1,4 1-67,6-1 0,3 2 0,1 2 0,1-1-21,2-2 0,3-3 0,7 0 0,3-1-914,1-2 0,5-4 0,0-2 1,0-2 319,1-1 1,-5-1-1,2-2 352,1-3 0,4-7 0,-1-1 0</inkml:trace>
  <inkml:trace contextRef="#ctx0" brushRef="#br0" timeOffset="2097">2346 121 7779,'-4'11'282,"-2"1"0,0-1 0,0 2 0,0 1 74,1 1 1,-3 3 0,5 1-1,0 1-661,-1 2 0,3-1 1,-2 1-1,2-2-1915,1-5 2220,4-8 0,5 1 0,6-2 0</inkml:trace>
  <inkml:trace contextRef="#ctx0" brushRef="#br0" timeOffset="2214">2412 28 7779,'-7'0'965,"1"0"-626,-1 0 0,-1 0 1,-1 1-998,3 2 1,2-1 657,4 4 0,0 0 0,0 4 0</inkml:trace>
  <inkml:trace contextRef="#ctx0" brushRef="#br0" timeOffset="2583">2515 75 8238,'-3'9'0,"-1"1"305,-2 3 1,3-2 0,-2 4 0,1-1 89,2 1 1,-2-2 0,1 2 0,0 3-117,2 3 1,-2-1-1,0 0 1,1-1-318,1 0 1,1-7 0,0 4 0,0-4-129,0-3 1,4-4-1,1-4 102,1-6 0,1-3 0,-3-10 0,1-3-40,3-2 1,0-2 0,0-3 0,0 0-87,-2 0 1,-1 4 0,2 2 0,0 3 42,0 3 0,-2 2 0,1 3 264,2 2 1,-3 3 0,0 10 8,-1 5 0,-1 8 0,-3 6 0,0 1 0,0 2-104,0 1 0,0 1 1,0-1-272,0-2 0,0 0 1,1-6-1,1-4 1,4-4-503,2-1 1,0-5 0,8-4 0,1-6 750,0-8 0,6-9 0,1-6 0,1-5 0,0-4 0,0-4 0,3-2 0</inkml:trace>
  <inkml:trace contextRef="#ctx0" brushRef="#br0" timeOffset="2848">2900 9 7847,'-10'9'691,"1"-3"-209,-1 1 1,1-1 0,0 3-1,-1 2 1,1 0 0,-1 3 71,1 0 0,0 1 1,0 2-1,2-2-540,1 2 0,4-3 1,-1-2-1,3-2-385,3 0 1,3-5 0,6-2-1,4-2-169,2-1 0,1-7 1,-1-4-1,1-1 73,0-2 0,-3-1 1,-2 1-1,1 1 409,-1-1 1,-2 2 0,0 3-1,-1 3 184,-2 3 0,-3 2 1,0 3-1,-2 4 690,-2 7 1,-2 9-1,-4 6-281,-6 5 0,-3 10 0,-7 4 0,-1 3 0,-3 4-185,-3-1 1,1-1-1,-5-8 1,0-4-313,0-6 1,2-14 0,-2-2 0,2-10-1217,0-8 0,4-6 1178,0-10 0,0-4 0,-3-8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17.4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334 97 7736,'-1'-9'0,"-4"0"64,-4-2 0,-3 3 0,-2 1 0,0 0 413,0 4 1,-5 2 0,-1 1 0,-1 1-245,-4 4 0,3 4 1,-1 10-1,-2 4-92,-1 3 1,3 10 0,3 4 0,3 8 30,5 6 0,7-2 0,0 7 0,4-5-74,1-3 1,7-11-1,6-1 1,5-8-333,4-10 1,1-10 0,3-6 0,1-5-172,0-5 0,-2-7 0,6-8 0,-5-4 117,-3-5 1,-4 0-1,3-8 1,-2-3 58,-3-5 0,-2 2 0,-3-4 0,-2 4 247,-6 1 1,-2 11 0,-2 5 0,0 4 326,0 5 0,-5 10 0,-1 8-32,-2 12 1,5 13-1,-1 13 1,2 5-97,2 7 1,0 8 0,0 1-1,0 0 20,0 2 1,0-9 0,0 1 0,-1-5-49,-4-4 0,2-6 0,-6-5 1,-2-2-136,-2-1 0,-2-11 0,-2 3 0,-3-4 4,-2-1 1,4-8 0,-5-1 0,-2-6-529,-1-3 0,2-6 0,3-5 0,-1-6-323,1-6 1,8-4-1,-1 0 1,4-1-184,2 0 0,3 0 976,10 0 0,3 1 0,5-1 0</inkml:trace>
  <inkml:trace contextRef="#ctx0" brushRef="#br0" timeOffset="517">654 0 9301,'-8'6'522,"2"3"0,1 5-135,1 5 0,-1 3 0,5 8 1,-1 8-264,-4 8 0,2 13 1,-5 4-1,1 2-61,-1 0 1,-1-7 0,-4 1 0,2-7-271,2-5 0,4-15-26,-4-4 0,6-17 1,-2-7 105,4-10 1,9-8-1,4-3 1,5-3-257,0-1 0,5 2 1,-1-2-1,2-1 181,1 0 1,-1 5 0,3-1 0,-1 4 259,-2 5 1,-6 2 0,1 7-1,-2 0 164,-2 0 1,-7 2-1,-2 4 1,-3 7 397,-2 4 1,-2 7 0,-4-2-1,-8 3-275,-8 2 0,-1-5 0,-3 9 0,-3-2-750,-1-4 1,-1 1 0,2-7-1,0-1-93,2 2 0,4-6 498,0 0 0,-3 0 0,4-6 0</inkml:trace>
  <inkml:trace contextRef="#ctx0" brushRef="#br0" timeOffset="633">1029 639 8014,'0'21'242,"0"-6"0,-1 4 0,-2-4-1430,-2-1 1188,0-6 0,-1 10 0,-1-2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57.0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10313,'14'0'567,"3"0"-904,3 0 1,8 0-1,5 0 1,3 0-1,6 0-1329,3 0 1666,-2 0 0,3 0 0,-4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7:57.4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94 10065,'9'-5'0,"2"1"426,1 0 1,4 2 0,5-5 0,3 0-285,3-1 1,-1-2-1,5 1-469,-2 0 1,-2-1 0,-1 2 0,-3 2 0,-2 3-1412,-3 1 1,-6 2 1737,1 0 0,-7 0 0,-2 0 0</inkml:trace>
  <inkml:trace contextRef="#ctx0" brushRef="#br0" timeOffset="175">245 94 7717,'-15'19'0,"-3"1"0,4 1 0,-2 2 288,1 1 0,3 1 0,0 2 0,1 0-90,2 1 0,3-5 0,0 4 0,2-2-533,2-1 0,2-7 0,3-3 0,4-5-691,5-6 1,-1-6 1025,5-4 0,-4-5 0,1-3 0</inkml:trace>
  <inkml:trace contextRef="#ctx0" brushRef="#br0" timeOffset="483">367 57 7749,'-7'4'135,"1"1"0,-1 1 234,-1 1 1,1 0-1,1 4 1,0 3-20,1 1 1,-3 1 0,5 5 0,0 2-88,-1 1 1,3 1 0,-2 2 0,2-1-253,1-1 0,1-3 1,2 1-1,3-2-448,2-3 0,-1-9 1,-1-1-1,2-4 226,4-5 1,-2-3-1,3-6 1,-2-4-8,2-5 1,-3-1-1,3-6 71,-3 0 1,-1-3 0,1 6 0,-1 2-1,0 0 402,1 3 0,-4 5 1,-1 1 122,0 2 1,-2 5 0,-3 6-300,0 8 1,0 4 0,-1 7-1,-1 1 1,-3 2-117,0 1 0,3-2 1,-1 2-298,2-1 1,1-2 0,0-5-1,1-2-2482,2-4 2816,2-3 0,5-11 0,-1-1 0</inkml:trace>
  <inkml:trace contextRef="#ctx0" brushRef="#br0" timeOffset="764">573 141 7912,'-9'9'328,"-1"-3"0,2 3 0,1-1 0,1 4-281,2-1 0,1 1 0,3 0 0,0 4 113,0 2 0,0-3 0,1 1 0,2 1-155,4 0 1,4-2 0,2-2 0,-1-3-223,2-1 0,-3-3 0,4-3 1,-1-3-18,1-3 1,-4-6 0,3-5 0,-3-3 74,-1-3 1,1-5 0,-6 1 0,2 0 77,-1 2 0,-4 2 0,1 3 0,-2 1 584,-1 4 0,0 4 1,0 4-290,0 3 0,0 4 0,-1 10 0,-1 2-173,-1 3 1,0 1 0,3 0-1,0-1-610,0 1 1,0-6 568,0-1 0,8-4 0,3 6 0</inkml:trace>
  <inkml:trace contextRef="#ctx0" brushRef="#br0" timeOffset="964">883 76 7908,'-6'9'450,"2"0"0,4 2 0,0 0-181,0 2 0,0 3 1,0 0-1,0 2 44,0 0 0,3 2 0,0 2 0,0 3-171,-2 2 0,-1-2 0,0 0 0,-1 0-390,-3-1 1,0-1 0,-3-5 0,1-2-375,-2-4 0,0-6 0,-1-3 0,-1-1-338,1-2 0,3-2 960,-1-1 0,5-6 0,-2-6 0</inkml:trace>
  <inkml:trace contextRef="#ctx0" brushRef="#br0" timeOffset="1114">1051 244 7728,'-1'10'0,"-1"-1"0,-2 1 518,-1-1 0,3 3 1,-2 2-1,1 1-4,-1 1 1,-3 4-1,2 3 1,-1 4-865,-1 2 1,5-4 0,-2 4 349,0-1 0,3 1 0,-3-5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8:00.1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38 362 7139,'4'-6'-959,"-3"1"1050,2 2 1,-2-2 178,-1-5 1,0 4 214,0 0 0,0 0-169,0-4 1,0 4-1,1 1-62,2 1 0,4-1 0,4 3 0,3-2-196,0-1 0,-1 2 0,2-3 0,2-2 11,1 0 1,-3 2-1,-1-1 1,-2 0-99,0-1 1,-8-2-1,2 1 1,-4-1-275,-2-3 1,-5 6 0,-4-3 0,-6 3 295,-3 2 1,0 1 0,-1 4-1,0 2 76,0 4 1,1 1-1,0 9 1,1 1 76,2 0 0,3 4 0,1 2 0,3 3-182,5 0 1,2 0-1,2 1 1,3-2-326,6-3 1,0-2 0,7-2 0,2-2-127,2-4 1,1-6 0,-1-4 0,2-5 486,1-6 0,-3-5 0,6-9 0,-3-1 0</inkml:trace>
  <inkml:trace contextRef="#ctx0" brushRef="#br0" timeOffset="317">338 136 7627,'-9'0'410,"2"5"1,1 2-1,-1 4-152,-2 5 0,3 2 0,1 1 0,0 3-57,0 3 1,2 6 0,0 0 0,2 0-143,1 1 0,0-6 0,0 3 1,0-3-35,0-2 1,0-5 0,1-5 67,2-4 0,3-3 0,3-11-347,0-6 0,1-5 0,-1-9 0,2-5-35,1 0 0,-1-1 0,1 0 0,0-2 220,0 2 0,-2 2 1,3 3-1,-2 3-20,2 2 1,-6 6 307,3 1 0,-4 9 0,0 7 0,-3 9-75,-2 4 0,-4 7 0,-1 2 1,0 2-362,0 2 0,-1-3 0,3 0 1,-1 1-201,1-1 0,1-7 1,2-2-1,2-2 91,4-4 0,1-4 326,1-4 0,5-11 0,0-2 0</inkml:trace>
  <inkml:trace contextRef="#ctx0" brushRef="#br0" timeOffset="517">694 136 7778,'-9'-9'-359,"0"3"0,-1 1 0,1 0 1041,0 3 1,-1 5 0,1 4-1,-2 2-203,-1 4 1,1 1-1,-1 6 1,1 2-260,2 3 0,3 0 0,1 1 1,0 1-85,3-1 0,1-3 1,2 1-1,3-1-389,2-2 0,2-5 0,1-1 0,2-1-660,1-3 1,3-5 0,4-4 0,0-4 235,-1-4 1,1-6-1,0-5 677,0-4 0,-1-3 0,1-4 0</inkml:trace>
  <inkml:trace contextRef="#ctx0" brushRef="#br0" timeOffset="751">816 230 7935,'-6'10'365,"0"-1"1,3 0 0,-2 1 0,-1 0-139,1 3 1,0 1 0,-2 5 0,0 0-120,0 0 0,2-1 0,0 1 0,-1 0 33,1 0 1,0-5-1,-1-1-257,3-3 93,2-5 1,2-8 0,2-7-1,3-5-7,2-5 1,3 1 0,0-6 0,3-2-156,0 0 1,-2 2-1,1 1 1,0 0-81,-1 0 1,2 6-1,-3-2 1,2 2-844,-2 5 1,0 2 1107,-2 5 0,1 6 0,-1 5 0</inkml:trace>
  <inkml:trace contextRef="#ctx0" brushRef="#br0" timeOffset="1067">929 277 7778,'0'6'308,"0"1"1,1-5-634,2 1 0,2-2 0,5-2 70,-1-2 1,4-3 0,-1-2 0,0 0 254,-2-2 0,2 3 0,2-5 0,1 1 0,1 2 0,-2-2 0,-2 0 0,0-2 0,0 2 0,-2 1 0,0 1 163,-3 3 1,-6 2 0,-1 5 475,-5 2 1,-3 5 0,-2 6-1,-2 0-222,0 3 1,-1 4 0,4 1 0,-2 0-456,-1 1 1,1-3-1,0 5 1,2 1-250,3-3 1,3 0 0,-2-5 0,2-2 1,4-4 0,1-5 0,6-5 1,4-4-2089,1-5 2373,3-5 0,3-7 0,-1-5 0</inkml:trace>
  <inkml:trace contextRef="#ctx0" brushRef="#br0" timeOffset="1250">1239 183 7778,'0'-4'482,"0"4"1,-2 5-1,0 8-83,-1 2 1,-3 4-1,2 3 1,-1 4-346,-3 4 1,3 1 0,0 2 0,0 0-288,-1 1 1,1-4 0,-1 1-1,3-2-606,2 0 0,-2-12 282,0-1 0,-1-12 0,4-2 0,0-10 557,0-10 0,0-5 0,0-9 0,0-2 0</inkml:trace>
  <inkml:trace contextRef="#ctx0" brushRef="#br0" timeOffset="1434">1182 258 7778,'4'-17'-324,"-2"2"1,5-5-1,0 4 506,1-1 1,0 2-1,0 1 1,2 0 125,1 3 0,-1 3 0,0 3 0,-1 1-131,0 2 0,-2 1 0,-2 3 0,-1 3 45,-2 5 1,-1 5 0,-1 1 0,-1 2-28,-2 0 1,-2 2 0,-5 1-1,1 1-386,0-1 0,-1-2 0,1-1 0,0-1-911,-1-2 0,4-6 529,0 0 1,4-7-1,-1-3 573,6-7 0,2-10 0,4-6 0</inkml:trace>
  <inkml:trace contextRef="#ctx0" brushRef="#br0" timeOffset="1600">1407 14 7778,'7'-6'196,"-1"0"0,-4 5 1,1 1-1,-2 6 183,-1 6 1,0 0 0,0 6 0,-1 3 34,-2 2 1,1 3 0,-4 4-1,-1 2-378,2 2 0,-3-6 0,3 2 1,-2 0-369,1-1 0,4 1 0,-2-3 0,1-2-166,0-3 1,-1-6 497,4 0 0,-4-9 0,-1 1 0</inkml:trace>
  <inkml:trace contextRef="#ctx0" brushRef="#br0" timeOffset="1758">1379 249 7778,'5'-1'0,"-1"-2"24,-3-3 0,-1 0 1,1 1-1,1 0-23,1 0 1,1 3 0,-2-3-1,2 2-403,1 0 0,2-1 0,2 2 1,-1-2 401,-1-1 0,1 2 0,1-1 0,6 4 0</inkml:trace>
  <inkml:trace contextRef="#ctx0" brushRef="#br0" timeOffset="1912">1557 165 7778,'0'9'32,"0"-3"1,0 0 0,0 3 196,0 2 0,0 0 1,0 2-1,0 1-19,0 1 0,-3 0 0,-1 1 0,0 0-103,0 2 1,0-2 0,2-2 0,-2 0-1034,2-3 0,1-6-849,1-5 1775,0-8 0,4-11 0,2-5 0</inkml:trace>
  <inkml:trace contextRef="#ctx0" brushRef="#br0" timeOffset="2074">1586 108 6775,'-1'-9'-449,"-3"-1"1585,-2 1 0,1 3-719,-1 0 0,4 5-701,-2 1 0,3 1 0,1 5 0,0 1-1878,0 1 2162,0 2 0,5-1 0,0 1 0</inkml:trace>
  <inkml:trace contextRef="#ctx0" brushRef="#br0" timeOffset="2317">1679 118 7916,'0'9'300,"0"0"0,0 1 0,0-1 1,0 1-26,0-1 0,-3 3 0,0 2 1,1 0 59,1-1 0,0 4 0,-1-3 1,-1 2-153,1 0 1,-2-1 0,0 3-1,2-1-109,1-2 1,1-3 0,0 0-335,0-1 0,0-7 0,0-4-73,0-5 1,3-8 0,2-4 0,0-3 181,2-5 1,1 1-1,2 0 1,-1 0-89,1 0 0,1 3 0,-1 0 1,-1 4 26,-1 5 0,-3 2 1,2 4 611,0 3 0,-3 3 0,-1 3 0,-2 4-260,-1 5 0,0 3 0,0 3 0,-1 1-243,-2 0 0,2 0 1,-2-1-1,2 1-607,1 0 1,0-4-1,0 0 1,1-1 709,2-3 0,2-5 0,5-3 0,-1-1 0,5-7 0,0 0 0</inkml:trace>
  <inkml:trace contextRef="#ctx0" brushRef="#br0" timeOffset="2617">1933 193 7778,'9'-19'35,"-1"1"1,-1 3 210,-4 2 1,-3 7 0,-3 3-37,-4 2 1,-1 2 0,-1 2 0,0 3 195,3 2 1,-2 2-1,1-1 1,0 2 129,1 1 1,-1-2 0,4 3-1,0-3-774,2 0 1,1-1 0,1 0-155,3-3 1,1 1 0,4-4 0,2-1-82,1-1 0,-2-1 0,4 0 1,0 0 53,1 0 0,-1 1 0,-1 2 649,1 4 1,-5 1 0,2 3 0,-5 1 0,-2 5 554,-2 4 1,-2 1 0,-3 5-1,-4-2-306,-5 1 1,1 1 0,-5 0 0,0-2-346,-2-3 0,-1-6 0,1-2 0,2-3-370,0-2 1,5-6 0,-3-1 0,1-4-1424,1-4 0,3-7 1,2-3 1658,0-1 0,-1-6 0,-2-1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8:11.8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122 1 7872,'-6'0'618,"1"1"1,0 1-494,-1 1 1,4 7 0,-2 2 0,1 4-8,0 7 1,-1 6 0,2 4 0,-2 7-142,-2 4 1,1 2-1,-2 4 1,2-3-5,0-4 0,-2-13 0,2-1 1,-1-7-1810,-1-7 1836,1-8 0,-3-7 0,-1-5 0</inkml:trace>
  <inkml:trace contextRef="#ctx0" brushRef="#br0" timeOffset="400">10 254 7258,'1'-5'-250,"2"2"75,3 2 0,3 1 0,1 0 0,3 0 175,2 0 0,7 0 0,3 0 0,2-1 0,1-3 0,0-2 0,0-5 0,-2-3 0,-1 0 0,-6 2 0,0-1 0,-5 0 53,-4 1 0,-5 2 249,-2 4 0,-9 4 0,-3-1 0,-3 3-6,-1 3 1,1 2-1,-2 4 1,0 1 80,3-1 1,1 1-1,3-1 1,2 0-267,1 1 1,-3-1 0,4 0-254,1 1 1,5-2 0,4-2 0,2-2-60,3-3 1,1-6 0,5-2-1,2-4 7,-1-5 1,1-2 0,-1 0 0,0-1 72,-1 0 1,-2 4 0,-2 3-1,-3 3 197,-3 2 1,-4 4 0,-1 6 0,-2 5 1,-1 3 0,-1 4 0,-1 3 0,-3 2-186,0 2 0,0-2 0,-1 2 0,3-3-7,2-4 1,1-1-501,0-5 615,0-4 0,8-9 0,2-6 0</inkml:trace>
  <inkml:trace contextRef="#ctx0" brushRef="#br0" timeOffset="608">620 19 7718,'0'7'1325,"-1"-1"-940,-3 1 1,2 2 0,-3 0-1,0 1-211,0 3 0,2 3 0,-3 5 0,1 4-194,0 3 1,2 1 0,-2 1 0,-1 1-148,1-1 1,3 0 0,-1-4 0,2-3-540,1-5 0,4-9 0,3-3 0,4-4 72,1-2 0,4-5 634,-4-5 0,5-3 0,-2-6 0</inkml:trace>
  <inkml:trace contextRef="#ctx0" brushRef="#br0" timeOffset="1217">760 104 7856,'-4'-5'380,"2"0"0,-4 5 1,-2 0-192,0 0 1,-1 6 0,-1 2-1,1 5 22,0 1 1,-1 2-1,2 3 1,1-1-141,0 1 1,4 0 0,-2-1-1,1-2-245,2 0 1,1-5 0,2 1 0,2-5-290,3-4 0,2-2 0,2-1 0,-1 0 57,1 0 0,0-1 0,1-2 0,3-3 406,1-3 0,-4 0 0,2 0 0,-3-1-34,-1 1 1,1 3 0,-1 0-1,1 1 2,-1 0 1,0 2-1,1-2 1,-1 0 297,0-1 0,0 3 0,-2-2 0,-1 0 99,2 0 0,0 0 1,1-4-187,1-5 0,-2 2 0,-1-1 1,-1 2-77,-2-2 0,-1 3 0,-3-2 0,0 1 129,0 2 0,-1 4 1,-2 1-75,-4 3 1,-1 1 0,-1 1-1,-1 3-165,1 2 0,0 5 0,0 3 0,2 0 10,1 3 0,0 1 1,0 1-1,2-1-355,0 1 1,3-3 0,-2-2 0,2 1-107,1-1 1,4-5 0,2-1 0,2-3 136,2-3 1,3-1 0,2-2 0,1-3 320,-1-5 0,1-5 0,3-5 0,0-2 0,3-1 0,-4-3 0,2 3 0,-2 1 0,-5 1 0,-1 3 0,-3 1 0,0 3 0,-4 8-57,-5 5 1,0 4-1,-4 6 1,3 0 623,1 3 0,0-3 0,0 3 0,0-2-242,0 2 1,0 1 0,0 5 0,0 0-123,0-1 1,0 1 0,0 0-1,0 0-33,0-1 0,0 1 0,-1 0 0,-2 0-155,-3 0 1,1-4 0,-3 0 0,0-2-105,0-1 0,-7-5 1,6-2-1,-2-1-315,1-1 0,1-3 1,-1-3-1,2-1-287,2-1 1,-3-1 690,3-4 0,-2-3 0,-2-2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8:04.7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46 267 7735,'0'-10'488,"5"5"0,-4 2-284,2 6 0,-5 4 0,-2 4 0,1 3-136,-1 0 1,3 3-1,-3 4 1,1 2-119,0 1 0,-1-3 0,1 3-40,0-1 1,-3 1 0,3-4 0,1-3 0,0-2-144,-1 0 111,2-8 0,-3-3 0,7-11 13,0-4 0,4-8 0,-1-6 0,3-3 0,1-3-23,3-4 0,-2-1 0,5-2 1,0 2 118,2 1 1,1 3-1,0 6 1,-2 3-32,-1 4 1,-3 11 0,-3 4 0,-2 8 159,-2 8 0,-1 7 0,-5 5 0,0 4 68,0 1 0,0 2 1,0-1-42,0 1 1,-4 0 0,0-3 0,0-3 0,0-3-33,2 1 0,1-7 0,1 0-107,0-5 1,0-7 0,1-4-45,2-5 1,2-8 0,5-6-4,-1-5 0,1-3 1,2-2-1,1-3 1,2-2-6,2-3 1,-3 3 0,2 2 0,0 1 35,-2 4 1,0 10 0,-5 2 241,0 7 0,-3 6 1,-3 8-1,-2 6-62,-1 5 0,-1 3 0,-1 1 1,-1 2-218,0 1 1,-1 0 0,1 1 0,1-2-308,1-1 0,1-2 1,0 2-1,0-3-176,0-3 0,1-3 0,2-5 0,3-1 532,3-4 0,0-2 0,1-5 0,-1-2 0</inkml:trace>
  <inkml:trace contextRef="#ctx0" brushRef="#br0" timeOffset="313">525 164 7735,'-10'0'612,"1"0"-177,0 0 0,2 3 1,1 1-1,0 1-298,1 2 0,-1 5 1,4 1-1,-1 2-139,1 2 0,1 0 1,1 2-1,1 0 50,2 0 0,2-4 0,5 0 1,-1-1-445,1-3 0,0-4 1,2-1-1,1-2 15,2-2 1,0-8-1,3-5 1,-2-2 243,-4-4 0,0-2 1,-1-2-1,2-1 309,-2 2 1,-5 3 0,-2 2 0,0 2 1000,-1 1-917,0 6 1,-3 4 0,0 7 0,-1 6-155,-2 2 1,2 3 0,-2 2-234,1 1 1,2-1 0,0-1 0,2-3-1,0 1-123,1-1 0,1-2 1,-1-1-1,3-2 254,3-3 0,0-4 0,0 2 0</inkml:trace>
  <inkml:trace contextRef="#ctx0" brushRef="#br0" timeOffset="496">853 51 8882,'0'11'409,"0"1"0,-3-1 1,-1 6-1,0 3-507,-1 4 1,-1 4 0,2 2-1,0 3-308,0 0 1,-3-3 0,4 0 0,1-4-500,1-4 1,2-6 904,2-3 0,7-7 0,4-2 0</inkml:trace>
  <inkml:trace contextRef="#ctx0" brushRef="#br0" timeOffset="696">966 79 7735,'1'-9'385,"2"-1"1,-2 1 326,2 0 0,-2 5-399,-1 4 1,0 4 0,0 6-1,0 4-277,0 4 1,0 2 0,0 5 0,0 2-165,0 4 1,0-2-1,0 3 1,0-1 78,0 1 1,0-4-1,0-4 1,0-1-875,0-2 1,0-3 0,0-2-819,0-4 1741,0-5 0,-4-3 0,-1-4 0</inkml:trace>
  <inkml:trace contextRef="#ctx0" brushRef="#br0" timeOffset="879">909 323 7735,'0'-6'366,"0"0"0,0 3 0,1-3-141,3 2 0,-2-2 0,3 2 0,0 0-174,0-1 0,-2-1 1,4 3-1,0 0-514,1-1 0,2 3 0,-1-4 0,0 2-60,1 0 0,0 0 1,3 3 522,2 0 0,-5 0 0,6-4 0,-5-1 0</inkml:trace>
  <inkml:trace contextRef="#ctx0" brushRef="#br0" timeOffset="1030">1106 239 7735,'0'9'0,"0"0"0,0 2 26,0 1 0,0-3 0,0 2 0,0 2 279,0 0 1,0 0 0,0 2-363,0 2 1,-1-3 0,-1-2-1,-1-1-863,1-2 0,1-3 920,1 0 0,0-3 0,0 1 0</inkml:trace>
  <inkml:trace contextRef="#ctx0" brushRef="#br0" timeOffset="1175">1153 192 6288,'-9'0'1926,"3"0"-2585,-1 0-663,5 0 1322,-2 0 0,12 0 0,-1-4 0,6-2 0</inkml:trace>
  <inkml:trace contextRef="#ctx0" brushRef="#br0" timeOffset="1549">1238 164 7735,'5'4'82,"-1"-2"1,-4 4 0,0 1 42,0 2 0,3 0 0,0 1 0,-1 0 205,-1 2 0,-1 3 0,0 4 1,0 0-240,0-1 0,-1 2 0,-1 1 0,-1 2-214,1 1 0,-2-3 0,1 1 0,0-3-60,-1 0 0,1-3 0,-2-2 1,1 0-346,2-3 0,0-3 1,0-4 152,-1-3 1,-4-1-1,4-8 1,0-4 374,-1-1 0,3-3 0,-2-3 0,2 0 0,1 1 0,0-2 0,0 0 0,0-1 150,0 0 0,0 4 0,0-5 0,0 2 48,0 1 0,3 0 0,1 1 0,1-1 109,3 0 0,0 3 1,1-1-157,1 0 0,0-2 0,3 6 1,1 0-1,2 1 18,-1 0 1,-3 8 0,0-2-1,-1 4 32,-2 2 1,0 2 0,-2 3-14,-1 5 1,-4 8 0,0 2 0,-4 2 0,-4 3 3,-2 2 0,-2-1 1,1 5-1,-2-1-442,-1-2 1,2-6 0,-3-3 0,3 0-754,0-2 0,1-6 189,-1-1 1,5-6-1,2-7 814,2-3 0,5-3 0,1-4 0,5-2 0</inkml:trace>
  <inkml:trace contextRef="#ctx0" brushRef="#br0" timeOffset="1829">1416 248 7735,'9'0'360,"1"0"0,-1 0-5,0 0 0,-2 0 1,-1 0-1,1-1-219,2-2 1,0-1 0,0-4 0,0 2-184,-3-1 1,2-2-1,-3-3 1,1 0-20,-3 0 1,-2 1 0,-1-1 0,-1 0 55,-2 0 0,-3 3 0,-3 3 0,-1 2 44,-3 3 1,2 2 0,-4 3-1,2 3 175,1 4 0,1 4 0,0 4 0,1 0 91,1 3 0,6-1 0,0 3 1,2 0-170,1 0 1,0-2 0,2 2 0,3-2-562,5-4 1,4-4 0,0-5 0,1-3-675,1-3 0,2-3 0,1-3 1104,-1-3 0,1-7 0,0-2 0</inkml:trace>
  <inkml:trace contextRef="#ctx0" brushRef="#br0" timeOffset="3064">1932 211 7718,'-6'0'-403,"-1"0"0,2-1 0,-2-2 0,2-1 403,0-1 0,2 2 0,3-3 0,0-2 0,0 3 0,0-1-36,0-1 1,0 1 80,0 0 1,0 3 9,0-3 0,0 3-4,0-4 0,0 4 1,0-3 0,0 0 0,0-4 87,0 1 1,0 3-1,1 1 1,1-1 360,2 1 0,-1 2-166,-3-3 0,0 5 0,0 1 0,1 6 95,2 5 1,-2 5 0,2 7-1,-2 6-211,-1 8 0,-3 1 0,-1 5 1,0 0-268,-1-1 1,-1-2-1,2-1 1,0-6-267,0-5 1,0-9 39,0 0 0,3-12 0,-2-5-126,2-9 1,1-5 0,0-6 0,-1-2 140,-2-3 1,2-5 0,-2-4-1,1 0 173,-1-3 1,2 3 0,-3-5 0,4 1 125,4 3 1,-2 1 0,4 5 0,2 2 166,4 3 1,2 3 0,4 3 0,0 4 21,1 1 0,-2 3 0,7 2 0,-1 2 16,-2-1 1,-1 4-1,-2-2 1,-3 2-32,-2 1 0,-4 4 0,-3 4-211,-3 3 1,-2 4 0,-2 3 0,-2 2 0,-4 2-99,-4 3 0,-1-1 0,-3 0 0,2 0 97,1 0 0,-1-3 1,0 1-26,2-2 1,-2-6 0,3-1 0,3-3 0,0-2 21,2-1 1,4 0 31,1-4 1,5 3 0,7-2 0,1-2 16,2-1 1,-2-1 0,2 0-1,2 0-695,1 0 1,3-1 0,1-3 0,0-2 193,1-2 0,0-1 0,2-2 454,-3-1 0,6-3 0,1-4 0</inkml:trace>
  <inkml:trace contextRef="#ctx0" brushRef="#br0" timeOffset="3279">2382 51 7832,'-9'0'0,"-1"0"243,1 0 1,0 0 0,-1 0 0,1 0 0,1 1 0,0 2 0,3 5 207,1 3 0,1 5 0,4 6 0,1 3-469,1 2 1,4 2 0,-2 1-1,2 2-52,-1 2 0,-4-1 0,2 1 1,-1-2 23,0-3 1,0-7 0,-6-2 0,-1-3-60,-1-3 0,-1-4 1,-4-3-263,1-4 1,0-3-1,0-3-240,3-4 0,2-1 0,4-1 0,0-2 607,0-1 0,0 1 0,1-1 0,2 1 0,2-2 0,5-2 0</inkml:trace>
  <inkml:trace contextRef="#ctx0" brushRef="#br0" timeOffset="3579">2410 408 7234,'0'9'-970,"0"0"2978,0 1-1516,0-1 0,1-6-361,2-6 0,0-6 1,3-11-1,1-2-59,1-3 0,2-6 1,-1-4-1,1-1-23,-1-2 0,3 3 0,1-1 1,-1 0 37,2 1 0,-4 7 0,3 4 69,-3 7 0,0 4 1,-2 8-6,-2 5 0,-2 5 1,-4 8-1,0 3-122,0 5 0,0 3 0,0 4 1,0 2-186,0 1 0,0-1 1,0 3-1,0 1-46,0-1 1,-1-5 0,-1 1-1,-2 0-354,-1-3 1,2-7-1,-3 0 1,-2-2-409,0-4 1,-1-7 963,-1 0 0,1-4 0,-1-2 0</inkml:trace>
  <inkml:trace contextRef="#ctx0" brushRef="#br0" timeOffset="3764">2467 370 7647,'0'-9'38,"0"-1"0,0 1 527,0 0 0,1-1 0,2 1-222,3-1 0,3 1 1,3 1-1,1 0-542,2 2 1,-3 3 0,3-2 0,0 1-1153,-1 2 0,-2 0 1351,0 2 0,-1 9 0,-2 1 0</inkml:trace>
  <inkml:trace contextRef="#ctx0" brushRef="#br0" timeOffset="4932">1453 661 6664,'5'-5'11,"-4"-1"401,2 3 0,-2 1 189,-1-4-71,0 4 26,0-2-571,0 4 886,0 0-889,0 4 0,0 1 29,0 4 1,0 1 0,0 0 0,0 2-67,0 0 1,0 5 0,0-1 0,0 1 31,0 2 0,-1 1 0,-1 1 74,-1 1 1,-2 3 0,3-4 0,-1-1 0,0-2-3,-1-2 1,3-4 0,-2 3-1,1-2-22,-1-1 0,1-5-84,-1-1 78,2-4-146,1 3 73,0-5 57,0 0 44,0-5 48,0 4-51,0-3-42,0 4 243,0 0 0,0-4 0,1-2-243,2-3 1,4-4 0,5-4 0,5-5-31,4-6 0,1-5 0,4-7 0,2-2-1,1 0 0,-6 6 1,1 4-454,-6 8 1,-8 7 95,-4 11 1,-7 6-1,0 5 1,-2 2-251,-1-1 1,-2 0 0,2 3 633,-2 1 0,4-1 0,-1 1 0,-2-1 0,0 0 0</inkml:trace>
  <inkml:trace contextRef="#ctx0" brushRef="#br0" timeOffset="5414">1163 1102 7718,'-6'4'0,"1"-2"0,2 4 107,-3 2 0,2 0 0,1 1 0,2 2-9,1 1 0,0 0 0,1 2 1,2 1-158,3-1 0,2-2 0,2-1-31,-1-3 1,4-1 0,0-4-1,1-1 1,0-2 42,1-3 0,-3-3 0,3-7 1,0-2 4,-1-3 1,-2-2 0,0-1 0,-1-1 190,-2 2 1,-3 4 0,-1 3 0,0 3 506,-3 1-587,-1 3 0,-1 6 1,0 7-1,0 1-209,0 1 1,0 5 0,1 0 0,1 2-251,1 0 0,3-4 0,-2 3 0,2-3 62,1-3 1,1-1-1,2-5 328,-1-1 0,0-1 0,1-1 0</inkml:trace>
  <inkml:trace contextRef="#ctx0" brushRef="#br0" timeOffset="5651">1538 952 7835,'-5'4'275,"0"2"0,5 6 0,0 2-127,0 4 0,0 0 0,2 6 0,1-1-68,3 1 0,-1 3 0,1 2 0,1 0 82,-2-2 1,-1-5 0,-4 0 0,0-2-155,0-2 0,-4-2 0,-3-2 1,-4-3-220,-1-3 0,-2-5 1,3 1-1,-2-3 76,2-1 1,0-5-1,2-1 1,-1-3-2236,1-4 2370,4 3 0,1-12 0,4 2 0</inkml:trace>
  <inkml:trace contextRef="#ctx0" brushRef="#br0" timeOffset="5836">1604 1083 7718,'3'9'45,"0"1"1,0-1-1,-3 0 1,0 2 111,0 1 1,0 0 0,0 2 0,0 1-532,0 0 1,0-3 0,0 3-883,0-2 1256,0-4 0,0-1 0,0-3 0</inkml:trace>
  <inkml:trace contextRef="#ctx0" brushRef="#br0" timeOffset="6028">1669 999 8096,'-9'0'-792,"4"0"1,-1 0 508,3 0 0,3 0 283,0 0 0,9 4 0,5 1 0</inkml:trace>
  <inkml:trace contextRef="#ctx0" brushRef="#br0" timeOffset="6220">1744 1008 7718,'0'9'-91,"0"1"1,0-1 192,0 0 0,0 1 0,0-1 0,0 2 140,0 1 0,0 3 0,0 3 0,0 1-88,0 0 0,0-2 0,0 0 1,0 2-104,0-2 1,0 1 0,0-6-117,0 0 0,1-6 1,2-4 113,4-4 1,-2-4-1,0-7 1,0-3-165,1-1 1,-1-3 0,2-1 0,-1-1 79,2 1 0,-3 5 0,0 1 0,0 1-14,0 3-93,-2 5 1,1 4 0,-4 7 0,0 5-111,0 4 0,0-2 0,1 4 0,1 0-77,1-2 1,4-1 0,-2-6 0,2-2 328,-1-1 0,1-2 0,5-6 0,0-5 0,0-6 0,2-7 0,1-2 0</inkml:trace>
  <inkml:trace contextRef="#ctx0" brushRef="#br0" timeOffset="6444">1998 1008 7634,'-5'-5'262,"3"-1"986,-4 3 0,0 2-860,-4-2 0,1 5 0,1 2-363,1 2 0,3 0 0,4 3-125,0 1 0,0-4 0,1-1 0,2 0-181,4 1 1,1-1 0,2 2 0,2-1 28,0 2 1,4 0-1,-2 1 1,-1 2 383,1 1 0,-2 3 0,-2 5 0,-2 2 144,-2 3 0,-2 3 0,-4 2 0,-2 2-15,-4 2 0,-1-4 0,-9 0 0,-1-4-314,0-4 0,-3-6 1,-1-5-1,-1-4-625,1-3 0,1-6 0,3-4 1,0-6-1185,1-5 1862,1-6 0,0-1 0,2-4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8:14.2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169 0 8416,'-1'10'0,"-1"0"149,-1 3 0,-3 2 0,1 7 1,0 4-86,-2 4 1,-1 1-1,-1 3 1,2 1 6,1 2 0,-1-7 0,-2-3 0,0-2-333,-1-1 1,4-7 0,0-3 0,-2-5-488,0-6 0,-1-4 0,-1-4 749,1-5 0,3-5 0,1-1 0,0-2 0,3 0 0,1-1 0,1 1 0,0 2 155,0 4 0,1 5 220,2 0 0,-1 5 1,5-1-155,0 2 1,1 1 0,2 0-1,0 0-110,3 0 0,-2 0 0,5 0 0,0 0-18,2 0 0,5-4 1,1-1-1,1-3-552,0-1 1,1 2-1,3-6 266,-1 3 1,-1-3 0,-10 1 0,-1 0 0,-4 3 197,-1 3 1,-6 1 0,-3 2 0,-4 0 442,-4 1 0,-4 5 0,-1 5 1,-4 3-47,-2 5 0,3 3 1,-5 1-1,2 2-56,-1-1 1,3 0-1,3-1 1,1 0 87,2-3 0,4-3-470,2 1 0,7-7 0,4-2 1,6-5-217,3-4 1,0-3 0,5-7 0,-2-2-92,-1-3 0,-1-2 0,1-1 9,0-1 1,-5 0 0,-1 5-1,-3 0-707,0 1 110,-5 5 203,-1 2 462,-4 4 1,1 5 265,2 0 0,2 0 0,5 0 0,-1-1 0,1-1 0,-1-1 0,0 0 0,1 3 0,-1 0 0,1 1 80,-1 2 1,-4 2 0,-2 5 0,-2 0 905,-1 3 0,0-2 0,0 4-586,0-2 1,-3 0-1,0-4-315,1 1 0,2-2 0,3-2 1,3-3-173,3-2 1,0-2-1,0-2 1,1-3-87,-1-2 1,1-1 0,-2 2-1,-1 1-27,-1-2 1,-3 0 0,0-1 43,-2-1 1,-2 1 0,-2-1 0,-4 2-126,-1 2 1,-1-2 0,-1 2 0,0 0-164,-3 0 1,3 4 0,-3-1 443,3 2 0,-8-4 0,-2 0 0</inkml:trace>
  <inkml:trace contextRef="#ctx0" brushRef="#br0" timeOffset="1249">816 160 7718,'7'-3'221,"-1"-1"1,-1 0 45,1 1 1,2 3-6,-5 0 0,3 4 0,-3 7 0,-1 1-20,-1 4 0,-1 2 1,0 1-1,-1 3-214,-2 3 1,-1 2 0,-3 1-1,1-3-55,2-4 1,-2-1 0,2-3 0,0-4-161,-1-3 1,2-8 0,4-2 40,3-5 1,1-12 0,5-5 0,2-5-29,0-4 1,5-3-1,-2-1 1,3 2 111,1 1 0,0 9 1,-2-2-1,-1 6 213,-3 3 0,-3 7 0,-1 5 1,-3 8 0,-3 3-1,-2 4 48,-1 5 0,0-1 0,0 0 0,0 3-33,0 3 1,0-3-1,0 2-74,0 1 1,-3 0 0,-1-2-1,2-1 1,1-3-78,1-2-24,0-3 0,1-5 0,3-3 0,2-4 0,2-5-239,1-4 0,2-7 1,1-5-1,4-1 162,2-2 0,-3 3 0,0 1 0,0 3 136,-1 4 0,-2 1 0,0 6 0,-1 2 139,-2 2 0,-3 3 0,-1 2-26,0 3 0,-2 2 0,-3 5 0,0 3-235,0 0 1,-3 2 0,-2 3 0,1 0-1,-1-2-352,0-1 1,3 2 0,-1-4 0,2 2-339,1-1 0,0-6 0,0 0 385,0 0 0,4-5 1,2-2 376,2-4 0,2-4 0,-1-3 0</inkml:trace>
  <inkml:trace contextRef="#ctx0" brushRef="#br0" timeOffset="1548">1314 197 8315,'-9'10'1051,"3"-1"0,1-3 1,3 1-1008,-2 0 1,1 1 0,3 2 0,0-1-241,0 0 0,1-2 1,3-1 14,2 1 0,2-3 0,2-1 0,0-2-6,2-1 1,0-5-1,3-3 1,-1-5-17,1-1 1,-3-2-1,3-2 1,-2 3 286,-1 2 1,-2 3-1,0 2 187,-1 1 1,-4 4 0,-1 6 0,-1 5-182,1 3 1,-1 5-1,-4 5 1,-1 1-249,-2 2 0,0-3 0,2 1 0,-1-2-417,1-1 0,1-7 1,2-1 82,2-3 0,2-2 0,5-6 0,0-1 492,3-2 0,-2-3 0,5-7 0,-1-1 0,4-5 0</inkml:trace>
  <inkml:trace contextRef="#ctx0" brushRef="#br0" timeOffset="1985">1661 225 7718,'-1'-5'-63,"-2"1"56,0 0 0,-1 3 0,1-3 1046,-3-1 0,1 4 0,-2-2-606,0 2 0,0 6 0,-1 5 0,2 4-243,-1 4 1,3 2 0,1 1 0,2 2-356,1 1 1,0-3 0,0-1 0,1-2-421,2-2 1,3-5-1,5 1 1,2-5-87,-2-4 0,3-3 0,0-3 0,0-4 344,3-5 0,-4 1 1,1-5-1,-2-1 327,1 0 0,-1-2 0,-2 1 0,-1 2 0,1 0 0,-5 0 0,-1-1 0,-1 0 54,0 1 0,0 5 1,-3-2 505,0 3 0,-1 5 0,-1 4-201,-1 6 1,-3 5-1,3 9 1,0 0 26,-2 0 0,4-1 1,-3 1-1,1 0-236,0 0 1,0-4-1,3 0 1,0-2-291,0-1 0,0-5 0,0-1 71,0 2 0,4-4 0,2-2 1,3-5-253,0-7 0,0 1 0,0-5 0,-2 2-251,-1-1 1,0 1-1,4 3 772,-1-1 0,-3 5 0,0 3 0,-2 4 94,-2 4 0,-1 3 0,-1 1 0,0 1-349,0 2 1,0 1 0,0-3-248,0 1 0,0 1 0,0-4 302,0 1 0,0-1 0,0 1 0</inkml:trace>
  <inkml:trace contextRef="#ctx0" brushRef="#br0" timeOffset="2433">2374 28 7718,'-10'10'264,"2"-1"1,1 1 0,1 0 31,2 2 0,-2 0 0,2 4 0,-2 1-48,-1 4 0,2 0 1,-1 3-1,-2 1-334,0 2 0,-1-2 0,0 4 1,1-4-461,-1-2 0,3-1 0,-5-4 0,0-2 546,0 0 0,-3-4 0,-1 1 0</inkml:trace>
  <inkml:trace contextRef="#ctx0" brushRef="#br0" timeOffset="2669">2148 225 8139,'10'0'85,"-1"0"1,1 0 58,-1 0 1,1 0 0,3 0 0,2-1-587,3-2 0,4-2 1,0-4-1,-1-1-182,-1 1 0,-2-1 624,1 1 0,0-4 0,0-2 0</inkml:trace>
  <inkml:trace contextRef="#ctx0" brushRef="#br0" timeOffset="2871">2467 150 7718,'0'16'249,"0"0"0,-4-1 1,-1 3-1,-1 0-51,-1 0 0,4-4 1,-2 5-1,0-2 27,0 1 0,3-5 0,-3-2-1198,1 1 130,3-5 0,-2-8 1,6-9 842,3-4 0,3-8 0,0-2 0</inkml:trace>
  <inkml:trace contextRef="#ctx0" brushRef="#br0" timeOffset="2915">2571 113 7718,'-6'4'-104,"-1"-2"0,3 3-348,-1-1 0,1 0 1,-1-3 451,1 2 0,0-2 0,1 2 0,2-2 0,-3-1 0</inkml:trace>
  <inkml:trace contextRef="#ctx0" brushRef="#br0" timeOffset="3699">2636 150 7718,'-1'10'290,"-2"-1"0,-2 2 1,-4 0-1,2 3-140,1 0 1,3 2-1,-3 1 1,-2 0 146,0-1 1,2-4-1,0 4 1,1 0-75,0-2 0,2 2 0,-2-6 0,0-1-162,3-1 0,2-5-283,4-3 0,4-5 0,5-8 1,2-3-168,2-5 0,-3 1 0,1-2 0,-1 1-93,1-1 0,-6 6 0,3-3 0,-1 2 473,0 3 0,-4-1 1,-1 4 189,2-2 1,-3 5 454,1 5 1,-4 6 0,1 3-1,-2 2-281,-1 2 1,0 2 0,-1 1 0,-1-1-118,-1 2 0,0-4 0,3 3 0,0-3-552,0 0 0,0-1 82,0 0 1,1-4 0,2-1 0,3-3-167,3-1 1,4-6-1,3-3 1,3-4 141,3-2 0,-5-3 0,4 3 0,-1-2 92,-3 1 0,0 3 1,-4 3-1,-2 2 13,0 2 0,-2 2 891,0 4 1,-3 1-1,-3 2-246,-2 3 1,-1 2 0,0 2-145,0-1 0,0-3 0,1 0-10,2-2 1,-2 3-474,2-1 0,1-1 1,1 1-97,0-2 1,1-1 0,3-3 0,2 0 231,1 0 0,0 0 0,2 0 0,1-1-5,0-2 1,-3 1-1,3-5 1,-2 1 3,-1 1 0,0-3 1,-1 2-1,-3 0 172,0 0 1,-2 0 90,0-4 0,-5 5 1,-1 2-167,-5 2 0,-4 1 1,-1 0-1,-2 0-30,0 0 0,-4 0 0,3 1 0,-1 2 47,1 3 0,-3 3 0,3 0 0,2 2 26,1 1 0,0-1 1,2 5-1,1 1-21,0 1 1,5 1 0,-1 2-722,2 1 0,1-1 0,0-4 0,1-4-327,2-2 1,6-1 0,4-7 0,2-2 0,1-3 490,2-4 1,-2-3-1,-1 0 1,2 0 435,1-1 0,0 4 0,0 1 552,-2 1 0,-3 1 0,-3 3 0,-1 0 2308,1 0-2227,-5 0 1,-2 3-1874,-6 0 0,-2 1 1240,-5-1 0,1-2 0,-1 3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2.8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222 415 7990,'0'-7'344,"-2"1"912,-1 1 0,1 0-829,2-3 0,0 3 0,3 3-117,2 1 1,2-2-1,2 0 1,1-1-1,1 0-1153,2-1 0,-1 1 1,2-2-1,-2 1 843,0 2 0,2-3 0,-2 1 0</inkml:trace>
  <inkml:trace contextRef="#ctx0" brushRef="#br0" timeOffset="584">64 969 7996,'-11'-11'236,"4"1"0,-3-4 1,1-2-62,3-5 0,-2-4 0,4-5 0,-1-7 310,3-5 0,1 1 1,2-6-1,2-1-199,5-1 0,2 4 0,5-3-157,1-2 0,5-7 0,-1 3 0,1 0 1,3 2-91,0 3 0,-1 10 0,4 3 0,-2 5-155,2 4 1,-6 10 0,0 4-1,-5 7 7,-2 6 0,-2 6 0,-3 6 0,0 6 282,-2 3 0,-1 3 1,2 7-1,-1 3 138,-2 4 0,1-2 0,-3 6-66,-1-1 0,1 3 0,1-1 0,-1-1-199,1-1 1,-2 1 0,-2-7 0,0-3-354,0-3 1,0-5-1,0-4 1,-1-6-354,-1-5 1,1 4 659,-2-5 0,2 1 0,1-1 0</inkml:trace>
  <inkml:trace contextRef="#ctx0" brushRef="#br0" timeOffset="1068">682 130 7844,'0'-7'647,"3"2"0,-1 2 1,2 4-1,0 5 83,-3 4 1,3 8 0,-1 3-611,-2 2 1,0 7 0,-1 2 0,0 3-1,0 3-200,0 1 0,-1-2 0,0-2 0,-3-2-547,0-5 1,2-6 626,-1-4 0,2-5 0,1-1 0</inkml:trace>
  <inkml:trace contextRef="#ctx0" brushRef="#br0" timeOffset="1249">682 186 9186,'0'-5'1507,"0"1"0,3 2 0,3 0-1242,4 0 0,2-2 1,5 1-1,1-1-762,3 1 1,2-1-1,1 3 1,1-2 496,1 1 0,-1-2 0,2-1 0</inkml:trace>
  <inkml:trace contextRef="#ctx0" brushRef="#br0" timeOffset="1449">705 392 7908,'-7'8'0,"5"-3"1091,-6 0 1,6-4-1,2 0 1,5-4-271,5-1 1,2-1 0,5-3 0,1 0-769,3 0 0,2-1 0,1-1 1,1 0-690,1 0 1,0 1 0,1 1 0,-2 1 564,-2-1 71,-4 3 0,4-2 0,-3 3 0</inkml:trace>
  <inkml:trace contextRef="#ctx0" brushRef="#br0" timeOffset="1666">713 542 7963,'-13'3'212,"2"0"1,0 1 1275,1-1 0,6 1-1035,-4-2 1,6-1-1,3 2 1,6-2 10,5-1 0,3 0 1,1 0-1,1 0-916,1 0 0,3-3 0,2 0 0,-1-1-687,-1 1 1139,-4-4 0,10 3 0,-3-4 0</inkml:trace>
  <inkml:trace contextRef="#ctx0" brushRef="#br0" timeOffset="1950">1251 154 9281,'-11'0'0,"-2"0"495,-2 0 1,1 1 0,0 1 0,-1 1 671,1 2 1,3-3-1,1 5-669,1 1 0,5 1 0,4 3-524,5 0 1,6 5-1,5 2 1,3 3-58,1 2 0,2 2 0,-3 1 1,-2 1-1,-3 0-205,-4 0 0,-2-2 0,-3 2 82,-2-4 1,-8-2 0,-5-6 0,-3-1 0,-5-2-138,-1-2 1,-2-5-1,-3-2 1,0 0 342,1-3 0,-1-3 0,0-3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7.3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32 221 7867,'-5'-4'594,"1"4"-283,1-3 1,6 2-1,0 2 511,6 2 0,4-3 0,3 3 0,2-2-555,0-1 0,4-4 0,-1-3 0,3-5-164,3-3 1,-5 0 0,0-6-66,-1-1 1,-6 0 0,-5 0-1,-2 2 1,-4 1-493,-4 1 0,-7 6 0,-7 4 187,-3 4 0,-3 4 0,-2 4 0,-1 4 690,-2 4 1,0 4-1,1 2 1,1 3-1,1 4 232,1 4 0,6-2 0,0 7 1,3 0-510,5 1 1,4-3-1,6 0 1,3-1-248,3-4 1,5-5 0,4-5-1,3-5-2161,2-4 0,1-5 2262,0 0 0,3-6 0,1-1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7.6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45 10721,'-5'3'0,"1"0"684,0 2 0,1 1 0,1 5 0,-1 4-160,2 3 0,0 7 0,1 1 0,0 3-282,0 2 1,1-1 0,0 4 0,2-3-191,-1-2 1,-1-10 0,-1-1-587,3-2 1,-2-9 202,2-4 0,0-10 0,1-9 0,0-5 67,2-5 1,1-3-1,2-5 1,1-3-50,0-2 1,4 2-1,-1 2 1,2 2 199,1 2 0,0 9 1,0 4 336,0 5 0,-4 8 1,-1 4-1,-3 6 21,0 5 0,-3 8 0,-3 4 0,-1 2-243,-1 3 1,0 5-1,0 0 1,0 0 0,-1 1-429,-1-1 0,1-4 0,-2-3 0,2-3-1300,1-3 0,4-6 1726,1-2 0,6-6 0,1-2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7.8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127 1 8464,'-11'0'1070,"2"0"1,-2 0-1,2 1-323,-2 1 1,1 6 0,-2 6-1,0 5-281,-1 5 1,4 2-1,-1 6 1,4 5-24,3 3 1,2-4 0,1 2 0,2-4-899,3-3 1,2-7-1,6-2 1,2-5-891,2-4 0,-2-7 0,3-4 1345,-1-1 0,8-4 0,0-2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8.1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64 8 7867,'-4'8'0,"0"0"0,-1 0 0,-1 0 0,2 1 0,-1 1 0,1 4 864,1 4 0,2-1 0,-3 5 0,2 3-95,-1 3 1,0-2 0,3-1 0,0 1-746,0 2 1,0-5 0,-2-1 0,-1-2 31,1-5 1,-1-3 11,0-4 0,1-7 1,2-4-1,0-4 93,0-3 0,3-5 1,2-5-1,2-1-41,1-3 0,1-2 0,1-4 0,1-1-388,2 1 0,-3 4 0,3 0 0,1 1-302,1 1 0,-2 4 0,1 3 88,0 6 482,-3 0 0,4 7 0,-3-4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8.2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56 8176,'0'8'1132,"0"0"0,0-3-665,0 0 0,4-3 0,1 1 0,3-2-880,3-1 1,-2-4 0,4-1 0,-1-3-805,0-3 1,2 2 1216,5-4 0,-3-4 0,4-3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8.4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127 1 8204,'-8'3'557,"0"3"1,0 1-325,0 1 1,0 3-1,0 3 1,-2 5 991,-1 4 1,0 3-1,1 5 1,0 4-1147,0 0 1,2 3 0,3-6-1,2-2-1004,2-3 0,1-8 0,1-2 0,2-6-1027,2-5 1952,2-4 0,8-6 0,2-4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8.5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0 12487,'-1'12'0,"-1"2"1189,-1 3 0,-2 8 1,2 6-1,-2 3-1175,-1 2 1,2 0 0,1 1 0,0-3-806,1-5 0,-1-4 0,3-6 0,0-2-3649,0-5 4440,0-2 0,4-13 0,0-2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8.7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1 158 7711,'8'-24'74,"0"3"1,2 1 0,1 2 432,2 3 0,0-1 1,3 3-1,0 1 269,-1 2 0,1 4 0,-1 4 1,-2 2-188,-2 2 1,-5 4 0,-2 3 0,0 4-179,-2 2 0,-1-1 0,-2 4 0,-2 0-187,-2 0 1,-3 2 0,-2 3 0,0-1-1043,0-1 1,-1-2 0,0 0 0,0-1-1560,0-3 1,2-6 2376,-1-1 0,1-7 0,1-5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8.9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1 7779,'5'8'921,"0"3"1,-3-1-1,0 2 1,-1 1 317,-1 2 1,0 0 0,0 6-1,0 2-893,0 3 1,0-1-1,-1 3 1,0 1-1022,-2 2 1,0-1 0,1 2 0,-1-3-1059,1-2 1,-1-10-1,-1 0 1733,0-4 0,-1-2 0,-3-3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9.0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0 159 7779,'5'-8'739,"2"0"0,-2 1 1,3-1 441,3 0 1,-1 2 0,5-1 0,3-2-1234,1 0 1,0 0 0,4 1 0,2 0-541,0 0 0,0 0 0,1-2 592,0-1 0,0-3 0,-2 2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9.5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11 7760,'-5'-5'1047,"-1"0"-137,4 5 1,2 2 0,6 10 0,1 5-427,1 5 0,0 7 0,-1 5 0,1 5-369,0 5 0,-2 0 1,-2 7-1,-1 0 36,-1 0 1,-1-6-1,-1-4-1643,0-6 0,-3-3 1,0-11 1491,-1-6 0,-5-5 0,-4-2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39.7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1 183 9380,'0'-7'944,"3"1"0,3 0-689,4 0 1,6-1-1,5-2 1,3 0-735,2-2 1,3 0 0,3 1 0,2-1-311,-1-2 1,-2 1 0,2-2 788,-3 1 0,1-4 0,-3-3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0.2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 0 7787,'-8'8'1052,"3"0"1,-1 1 0,1 2-363,1 5 1,0 2 0,3 5 0,0 5-53,-2 1 1,0 7-1,3-1 1,-1 1-232,-1 1 0,1-7 1,-2 6-1,2-2-238,1-1 1,0-7-1,0-3 1,0-3-389,0-2 1,1-8-1,2-3 1,2-2-197,2-4 1,1-7-1,1-4 1,1-5-73,4-4 1,-1-5 0,1-5 0,2-2 150,0-3 1,-1 1 0,4 0 0,-2 2 217,-2 2 0,-1 6 1,-1 1 264,1 4 1,-4 7 0,-2 11 199,-4 8 0,-3 6 0,-2 4 1,-2 4-216,-2 4 1,-1-1 0,0 3 0,0 0 23,0-3 0,3 0 0,0-2 0,2-2-1177,1-3 0,0-2 0,1-4 1,2-4-124,2-4 1,3-8 0,2-4 0,4-4 1012,1-3 1,1-1 0,2 1 407,0-1 0,1-3 0,-2 1 1,0 0-1,2 1 302,-2 2 0,-2 1 0,-1-1 0,0-2 241,-2 0 0,-5 2 0,-3 1 0,0-2-283,-3 0 1,-4 3 0,-5-2-390,-4 3 0,-3 5 1,-2 4-1,-1 3 0,-1 1 94,-1 5 0,2 1 1,1 8-1,2 3 155,2 4 0,3 1 1,0 5-85,4-1 0,3 3 1,3-1-1,4 1 1,5 0-469,6-1 0,5-10 0,5-1 0,4-5-1457,1-3 0,4-5 0,4-4 0,0-6-3477,-1-9 5089,-3 0 0,4-13 0,-2 3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0.8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62 7802,'0'-7'-164,"0"-1"1,2 0-1,1 0 261,-1 0 0,-1 0 1275,2 0 1,-1 4-599,3 1 0,-3 10 0,0 6 0,-1 8-716,-1 4 0,0 5 0,0 6 0,0 4-412,0 4 0,0-3 0,1 0 104,2-3 1,-1-1 0,4-6 0,3-7 0,3-6-1588,3-7 0,2-6 1837,5-5 0,-1-7 0,6-6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1.1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182 49 8074,'-8'-4'0,"-1"1"501,-1 2 0,-3 1 1,-3 2-1,1 2 231,-1 4 0,0 6 0,0 1 0,0 5-232,0 3 1,4-1 0,2 7 0,4-2-239,4-2 0,2-6 1,3-4-457,5-3 1,4-2 0,4-6 0,2-5 0,2-6-339,3-5 1,-1-7 0,3-4 0,-2-4 183,-2-1 0,-2-1 1,1-2-1,-1 2 115,-1 0 0,-4 8 40,-1 0 0,-7 13 0,0 4 0,-5 10 669,-4 9 0,1 5 0,-3 7 0,0 2-99,0 1 1,1-1 0,2 0-1121,-1-2 1,1-1-1,2-3 1,0-3-1,0-3-1368,0-3 2111,3-8 0,2 1 0,3-7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1.4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1 7802,'0'8'645,"0"0"1,-1 0 0,0 0 326,-2 3 0,0 2 0,3 6 0,0 3-557,0 3 0,-1 1 0,0 5 0,-2 2-16,1-1 1,-1 0-1,0-4 1,0-4 620,0-5-872,2-6 1,-2-6 0,3-10 0,0-8-432,0-5 1,0-3-1,2-4 1,3-3-167,2-4 0,-3 3 0,6-4 0,-1 3-334,0 2 0,1 4 1,-1 3-1,3 1 133,0 0 0,1 6 650,3-4 0,4 5 0,0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1.6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112 1 7802,'-8'8'0,"-1"0"765,-2-1 0,2 2 1,-4 2-1,1 1 42,0 0 1,2 3 0,0-2 0,2 0-444,2 0 1,3-6 0,4 0-446,1-2 1,6-7 0,5-6 0,3-4-107,3-3 1,-2-1 0,4 1 0,-1 1-388,0 1 0,-4 6 0,1 0 0,-2 2 616,-1 3 1,-3 10 0,-1 8 0,-4 10 560,-4 6 1,-5 9-1,-5 4 1,-5 3 99,-5-2 0,1-6 1,-4-3-1,2-5-576,1-7 1,2-8-1,1-3 1,2-4-1292,2-6 0,3-3 0,3-5-1360,2-4 0,2 0 2524,1-6 0,4 1 0,0-3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1.9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36 253 7802,'17'-1'0,"-1"-1"0,-5 0 0,3-4 0,0-3 0,1-3 0,-2-2 0,-1 0 0,0-3 1438,-3 0 0,-1-3 0,-3 1 0,-2-1-867,-2 2 0,-2 3 0,-2-4 0,-3 3-545,-3 3 1,-5 4-1,-3 5 1,-2 1 174,2 1 0,-3 5 0,3 5 0,1 6 3,2 7 0,4 1 1,1 7-1,2 0 216,1 2 0,5 2 0,1-1 0,6 1-157,3-2 1,5-5 0,7-1 0,3-6-2116,4-6 1,1-4 0,5-4 1851,0-2 0,4-9 0,-2-3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2.4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87 142 7778,'7'-8'51,"-2"1"0,-1-2 103,-1-2 0,-2 1 0,2-2 230,-2 1 0,-1-5 0,-1 2 1,-2 1 225,-2 0 1,-2 4-1,-1 3 1,-1 4 0,-1 2 31,0 2 1,-2 8 0,4 9-1,-1 8-381,2 8 0,1 8 1,-2 11-1,3 6-183,3 6 0,2-4 0,2 4 0,4-5-550,4-4 0,-1-19 0,1-9 1,0-9-972,1-11 0,-5-3 1,1-8 1442,-3-3 0,-5-4 0,-3-7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2.6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1 103 9921,'1'-4'790,"1"1"-293,4 3 1,4 0 0,4 0 0,4 0-502,3 0 0,4-3 0,2-1 0,4 0-1037,1-2 1,-4-4 0,3-1-1,-3-2 1041,-2-1 0,-5-1 0,-2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2.7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0 7783,'0'13'0,"-1"0"0,-1 2 627,-1-1 1,1 5-1,2 0 1,0 2-400,0 0 1,0 0-1,0-1 1,0-1-2751,0-1 2522,0-5 0,7-5 0,2-4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2.8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 9096,'-8'0'-1417,"3"0"1417,2 0 0,3 3 0,0 2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3.0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0 7894,'-4'5'1015,"1"1"1,2 0-73,1 1 1,0 1 0,0 1 0,0 1-362,0 3 0,0 3 0,0 3 0,0 2-491,0 2 1,0 4 0,0 1 0,0 2-851,0 2 1,0-5 0,0 3 0,0-4-1420,0-3 1,1-8 2177,2-2 0,1-3 0,4-2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3.2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0 261 7783,'8'0'528,"0"0"0,1 0 14,1 0 1,0 0-1,2 0 1,2-1 109,1-1 0,-3-4 0,6-4 1,3-3-189,1-2 1,1-2 0,0-1 0,-1-1-28,-1-1 0,-7 1 0,-1-1 0,-4 0-338,-3 0 0,-3 5 0,-5 0 0,-3 2-13,-6 4 0,-3 4 0,-1 2 0,-2 2 53,-2 1 1,2 4 0,-3 4-1,0 5 108,3 2 1,3 1 0,1 3 0,1 2 370,0 2 0,2 4 0,-1 2 0,3 3-672,0 2 0,3 0 0,3 4 0,2 0-954,2-3 0,6-9 1,5-6-1,3-7-2841,3-5 0,-1-5 3849,6-1 0,-2-11 0,5-5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3.3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 1 7783,'-3'12'0,"-1"-1"0,-2-2 731,1-1 0,1-3 1,-3-1 673,2 0 1,2-2-1406,-2-2 0,3-3 0,-1-2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5.8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1 373 7856,'0'4'1334,"4"0"0,3-4 1,4-1-785,1-2 0,2-5 0,4-5 1,1-3-289,2-2 1,-6-3 0,2-5 0,-2-2-253,-4-3 1,-2 3-1,-4-3 1,-2 2-110,-2 4 0,-5 6 0,-4 4 0,-5 7 192,-2 4 0,-3 9 1,0 5-1,-1 9 41,0 9 1,5 3 0,-1 9 0,1 6 259,2 5 1,6-2 0,1-1-1,3-1-204,2-4 1,4-4-1,4-6 1,5-4-186,5-6 0,0-7 1,3-1-1,1-6-2109,1-6 0,0-3 0,1-3 0,0-6 2104,0-6 0,-1-4 0,1-5 0</inkml:trace>
  <inkml:trace contextRef="#ctx0" brushRef="#br0" timeOffset="300">365 254 7856,'-8'0'795,"0"1"0,0 2-308,0 2 1,0 4-1,1 3 1,-1 5 38,0 2 0,1 3 1,1 4-1,1 2-58,2 3 1,-3-4 0,4 4 0,0-3-381,1-3 1,1-4 0,0-3-159,0-4 1,1-6 0,2-7-192,2-6 1,2-2 0,1-8 0,0-6 87,0-3 0,2-3 1,2-3-1,0-3-35,2 0 0,-2 0 1,2 0-1,0 1 229,1 1 1,0 5 0,0 1 0,-1 6 337,0 6 1,-5 6 0,1 7 0,-3 5-67,-2 8 1,-3 9 0,1 7 0,-2 3 36,-1 2 0,0 1 1,0 1-1,0-2-1304,0-2 0,0-8 0,0 1 0,0-4-678,3-6 1,2-7 0,5-5 1651,1-2 0,6-8 0,0-2 0</inkml:trace>
  <inkml:trace contextRef="#ctx0" brushRef="#br0" timeOffset="500">761 143 7856,'0'-15'420,"0"-1"0,-4 3 0,-2 3 0,-3 2 796,-1 3 0,-2 3 0,2 6 0,-3 6-759,-2 4 1,1 5-1,2 7 1,1 3 337,1 2 1,5 1-1,2 1 1,2 0-517,1 1 0,1-4 0,3 3 0,4-5-673,4-4 1,1-8-1,2-1 1,2-3-131,-1-2 1,2-5 0,0-3 0,1-4-4406,1-3 4929,1-6 0,3-5 0,0-4 0</inkml:trace>
  <inkml:trace contextRef="#ctx0" brushRef="#br0" timeOffset="750">943 215 7856,'-1'8'689,"-2"-1"0,2 1 0,-4 0 1,2 1 96,1 2 0,-3 4 0,1 7 0,-1 0-432,0 2 1,-1 1 0,-1 0-1,1 2-203,1-2 0,0-3 0,-3-3 0,2-2 950,1-4-912,3-4 0,-1-8 0,3-4 0,0-7-59,0-6 0,3-2 0,3-4 0,1-4-234,1-1 1,2-2 0,1-2 0,2 1 132,1 1 0,-2 5 1,1 0-1,1 0-1512,1 2 0,1 6 1,-1 2-1,-1 4-1914,-1 3 3397,1 4 0,1-4 0,1 2 0</inkml:trace>
  <inkml:trace contextRef="#ctx0" brushRef="#br0" timeOffset="883">1093 294 7856,'0'8'2224,"0"0"635,0-1-2629,0-2 0,4-2 0,1-3 0,2 0-1341,1-3 1,3 0 0,2-4 1110,-1-2 0,6 0 0,-1 1 0</inkml:trace>
  <inkml:trace contextRef="#ctx0" brushRef="#br0" timeOffset="1050">1299 151 8571,'-12'8'247,"1"0"1,1 1-1,1 1 1,-3 5 613,0 2 0,-1 4 0,-2 5 0,2 2-4,2 3 1,1-1 0,1 4-1,3-2-596,1 0 1,3-7 0,2-5-1,0-5-1713,3-5 1,2-2-1,6-2 1,3-5-2988,4-2 4439,-2-7 0,7-5 0,-3-2 0</inkml:trace>
  <inkml:trace contextRef="#ctx0" brushRef="#br0" timeOffset="1216">1418 215 9473,'-3'8'798,"0"3"0,-3-1 0,1 5 0,-2 1 182,-1 4 1,3-1 0,-1 8 0,1 1-494,1 4 0,0-3 1,4 2-1,0-3-771,0-3 0,0 1 0,0-2 1,0-1-784,0-3 0,1-5 1,1 1-1,1-5-3032,2-2 4099,-3-5 0,5-4 0,-3-4 0</inkml:trace>
  <inkml:trace contextRef="#ctx0" brushRef="#br0" timeOffset="1416">1378 286 7824,'8'-27'0,"0"1"0,0 4 0,1-2 0,1 5 406,3 2 1,2 4 0,1 2 0,0 1 535,0 3 0,1 4 0,-1 1 0,1 2-280,-2 2 0,-5 5 1,-2 5-1,-5 1-227,-2 4 0,-1 0 1,-1 6-1,-2 3-390,-5 1 1,-1-1-1,-4 2 1,-1 1-363,-1-1 1,1-4 0,2-1-1,1-5-1715,1-4 1,1-8 0,2-2 2031,2-4 0,1-12 0,4-5 0</inkml:trace>
  <inkml:trace contextRef="#ctx0" brushRef="#br0" timeOffset="1583">1671 64 8471,'4'4'1058,"-1"1"0,-2 2 1,-1 2-1,0 1-409,0 4 0,0 5 0,0 4 0,0 4-38,0 4 1,-1 3-1,-1 7 1,0 2-1491,0-2 0,1-7 0,1-4 0,0-4-1015,0-6 1894,0-6 0,0-3 0,0-3 0</inkml:trace>
  <inkml:trace contextRef="#ctx0" brushRef="#br0" timeOffset="1700">1608 349 7808,'0'-8'168,"0"0"1,0 0 0,1 0 742,1 1 1,3-1 0,2 0 0,3-1-387,3-2 0,1 0 0,7-2 0,0 1-938,2 1 0,-1 2 413,4-1 0,2-3 0,0 1 0</inkml:trace>
  <inkml:trace contextRef="#ctx0" brushRef="#br0" timeOffset="2233">2138 64 7709,'-4'-8'-9,"0"3"1,4 0-1,-1-1 255,-1-1 0,1 1 0,-2 1 1031,2-1 0,2 2-577,2 2 1,-2 5-1,5 5-487,0 4 1,-2 4 0,1 4 0,1 3 0,-1 6-222,0 1 0,-3 3 0,1 0-448,-2 2 1,-1-1 0,0-3-1,0-1 1,0-2-1747,0-5 1,-3-5 2201,0-2 0,-6-4 0,0-4 0</inkml:trace>
  <inkml:trace contextRef="#ctx0" brushRef="#br0" timeOffset="2384">2051 278 8138,'0'-12'621,"0"0"0,0 4 0,0 0-44,0 0 0,4 1 1,3 1-1,4 1-104,1-1 1,2-1 0,4 0-604,0 1 0,4 0 1,-1 3-1,1-1 1,0 0-1260,-1-1 1,-3 3-1,1-3 1389,-3-2 0,0 0 0,0-1 0</inkml:trace>
  <inkml:trace contextRef="#ctx0" brushRef="#br0" timeOffset="2934">2407 1 7709,'0'8'0,"0"0"0,-1 1 0,-1 0 0,0 3 654,0 0 1,1-1 0,1 3-1,0 2 320,0 1 0,0-2 0,0 3 1,0 0-585,0 0 1,0 0-1,0 1 1,0-1-370,0-3 0,3-2 1,0-1-1,2-4 4,1-4 1,1-3 0,2-2-1,0-2-453,2-2 1,0-6 0,-1-4 0,1-4-193,2-1 1,0 0 0,2-1 490,-2 2 0,1 1 0,-3 1 0,-1 3 0,1 2 367,-1 2 1,1 1 0,-3 2-59,0 2 0,-1 2 1,-2 6-1,-2 3 13,-2 4 1,-1-1 0,0 4-1,0 2-561,0-1 0,-1 2 1,-1-1-1,-1-1-543,2-1 1,0 0 0,1 0 0,0-2 21,0-3 0,1-3 0,1-3 889,3-1 0,2-4 0,1-3 0,0-1 168,0 0 1,3 1-1,-1 1 1,1-1 455,0-1 1,-1-1-1,2 0 1,1-1 219,-1-1 1,-2 0-1,3-2 1,-2-1-281,-1 1 0,-4-1 0,-2-2-426,0 2 1,-2-1 0,-5 5 0,-3 1-1,-4 0 12,-3 2 1,-2 3-1,-1 2 1,0 5 29,1 4 1,1 5-1,2 0 1,1 3-60,1 2 0,4 1 1,1 3-1,2 2-432,1 0 1,5-4 0,3 2 0,4-3-358,3-4 0,3-5 0,1-3 0,3-4 668,0-5 0,1-6 0,3-4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44.2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63 10149,'0'12'713,"1"8"1,1 10 0,0 9-446,0 11 0,2 3 0,-2 8 0,1-1 46,0-4 0,-2-13 0,2-4 0,-2-4-85,-1-3 1,0-9 0,0 1-1,0-4-621,0-5 1,-1-8 391,-2-2 0,-1-3 0,-4-2 0</inkml:trace>
  <inkml:trace contextRef="#ctx0" brushRef="#br0" timeOffset="317">0 158 8034,'8'-21'236,"0"0"0,4 6 0,1 0 0,3 2 440,2 1 1,3 6 0,5 0 0,1 5-33,1 1 1,0 0 0,0 0-1,-3 4-293,-3 4 1,-7 2 0,0 4-1,-3 4-304,-2 1 0,-5 0 1,-3 2-1,-5 1-304,-5 1 0,0 1 0,-7-2 1,-1 0-196,-4-4 0,-2-4 1,0-2-1,-3-3 493,0-2 1,3-4 0,2 0 0,1-2-3,1 2 1,1-1 0,2 3 831,2 1 1,5 1-1,7 1 1,3 0-586,6 0 0,4 0 0,4-1 0,3-1-709,2-1 1,3 1-1,0 1 1,3-2-1052,1-3 1,-4-1 0,8-1-1,-1 0 1474,0 0 0,0-7 0,1-1 0</inkml:trace>
  <inkml:trace contextRef="#ctx0" brushRef="#br0" timeOffset="534">546 79 7893,'-12'1'281,"2"1"1,1 1 782,1 2 1,0 1 0,0 4 0,1 4-423,2 1 1,1 1-1,4 3 1,1 2-301,2 2 0,1-1 0,4 0 0,1 1-144,1-1 0,-1-3 1,1 1-1,-3-1-133,-2-1 0,-3-1 1,1-2-1,-3-1-400,0-1 0,-3-3 1,-2 0-1,-3-1-493,-3-1 0,-1-1 0,-3-1 0,1-1 284,1-2 0,3 2 0,-1-2 544,3-1 0,0-1 0,0-1 0</inkml:trace>
  <inkml:trace contextRef="#ctx0" brushRef="#br0" timeOffset="850">705 586 7827,'-6'12'760,"1"-1"0,1-5 0,-2-2 0,1-1-301,2-4 1,-3-3 0,4-8 0,0-5-87,1-5 1,2-6 0,1-4-1,2-3-128,3-2 1,0-3-1,6-3 1,0-4-46,2-1 0,-1 4 1,3-2-1,-1 4 101,0 3 1,-5 11-1,4 4 1,-2 6 75,-4 8 0,0 6 0,-2 7 0,-1 6-20,0 6 0,-2 3 0,2 6 0,-1 4-220,-2 4 1,1 5 0,-3 5 0,2 2-633,-1 0 0,-1-1 0,-1-5 0,0-3-944,0-3 1,0-6 0,0 0 0,0-4 1438,0-4 0,-4-4 0,0-3 0</inkml:trace>
  <inkml:trace contextRef="#ctx0" brushRef="#br0" timeOffset="984">689 435 7827,'-4'-4'2957,"7"-2"0,1 2 0,5-1-2710,7-4 0,2 1 0,5-3 0,5-1-1340,5-1 1,1 0 1092,6-3 0,-2 2 0,5-5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53.1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1 103 7709,'0'-8'3346,"0"1"-2595,0-1 0,0 4 0,0 4-446,0 5 1,2 8-1,1 3 1,-1 5-1,-2 3-219,0 4 0,0 3 0,0 1 0,0 0-801,0 3 1,0-5-1,0 0-29,0-5 1,1-4 0,1-7-1,2-2 1,0-4-294,2-3 1,1-10 0,1-6 1036,0-3 0,0-5 0,0-2 0</inkml:trace>
  <inkml:trace contextRef="#ctx0" brushRef="#br0" timeOffset="200">198 103 7709,'6'-8'1071,"-1"1"0,0-1 103,0 0 0,-3 4 0,-3 4-649,-2 5 0,-3 3 0,0 2 0,-3 3-416,-2 2 0,0 2 0,1 1 0,0 1-29,0 1 0,1-1 0,2 1 1,1 0-34,1 0 1,3-2 0,-1-1 0,2-2-618,1-1 0,2-7 1,2 0-1,5-3-115,3-2 0,-2-2 0,3-3 0,2-2-132,3-2 817,-5-5 0,9 0 0,-5-4 0</inkml:trace>
  <inkml:trace contextRef="#ctx0" brushRef="#br0" timeOffset="501">373 175 8606,'0'8'1355,"0"-3"1,0 0-771,3 1 0,-1-2 1,3-2-1,2-1 99,3-1 0,-1-6 0,5-3 0,1-2-439,2-3 1,-3-1 0,2-1 0,-2 0-707,-2 0 1,-1 1 0,-6-1-1,-2 1 43,-2 2 1,-1-1 0,-2 4 0,-2 2 5,-4 2 0,-5 4 0,0-1 361,1 3 1,-3 4 0,2 3-1,-1 4 1,1 1 492,2 2 1,2 1 0,2 1 0,2 0 82,2 3 1,2-2-1,1 5 1,1 0-436,2 0 0,4 2 0,4-1-658,2-2 0,0 0 0,3-4 0,-1-4 1,1-2 238,0-4 0,0-6 0,-1-1 329,-2-4 0,-1-10 0,-5-3 0</inkml:trace>
  <inkml:trace contextRef="#ctx0" brushRef="#br0" timeOffset="650">570 135 8884,'0'8'954,"0"0"0,1-3 255,2 0 1,2-3 0,6 1 0,2-2-1284,2-1 0,1 0 0,0 0-264,-1 0 0,4 0 0,-1 0 1,1-1-1,-1-1-5083,1-1 5421,-4-3 0,3-2 0,-1-4 0</inkml:trace>
  <inkml:trace contextRef="#ctx0" brushRef="#br0" timeOffset="784">839 40 7709,'-7'1'0,"-1"2"1190,0 2 0,0 3 0,-1 2 0,-2 4 87,-2 0 0,1 8 1,0 3-1,-1 8-1005,1 4 1,2 2 0,0 4 0,2-1-745,3-4 0,1-6 0,4-2 0,1-5 587,2-4 1,2-10-116,5-3 0,-1-2 0,3 2 0</inkml:trace>
  <inkml:trace contextRef="#ctx0" brushRef="#br0" timeOffset="883">934 349 7709,'5'3'1838,"-3"3"1,-1-2 0,-1 1-906,0 1 0,-2-1-933,-1 0 0,-3 0 0,2 3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59:51.4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40 598 7709,'-8'0'622,"0"0"0,3 0-174,0 0 0,0-2 0,0-3 0,2-4-177,2-5 1,1-5 0,0-8-47,0-5 0,7-8 0,1-7 1,4 0-101,2-3 1,1 1 0,1 3 0,2 2 0,1 3-25,-2 3 0,2 9 0,-1 4 0,-2 7 12,-2 7 1,-3 6 0,1 6 0,-1 7 112,-1 7 0,-4 5 1,-1 7-1,1 3 76,-2 3 0,0 0 0,-2 4-32,1-2 0,-1 2 0,-2-2 0,0 1-869,0 2 0,0-3 1,0 0-1,0-2-647,-3-4 1,1 1-1,-3-9 1,-1-5 1245,-1-3 0,-5-5 0,0 0 0</inkml:trace>
  <inkml:trace contextRef="#ctx0" brushRef="#br0" timeOffset="151">111 384 7709,'0'-5'1011,"0"-1"1,6 2 0,3-2 0,3 0-917,5 0 0,2-1 0,5 0 0,2 1-184,3 1 0,0 0 0,4-1 0,-2 2-4324,-2 0 4413,-4 2 0,3-2 0,-5 0 0</inkml:trace>
  <inkml:trace contextRef="#ctx0" brushRef="#br0" timeOffset="519">546 59 7709,'5'-8'338,"-2"0"0,-3 5 0,0 3 1,0 6 574,0 6 0,0 3 1,0 7-1,0 2-677,0 4 1,0 3-1,0 1 1,0 0-140,0 3 1,0-2-1,0 3-564,0-1 1,1-2 0,1-6 0,1-4-2643,-2-3 3109,0-8 0,-1-5 0,0-7 0</inkml:trace>
  <inkml:trace contextRef="#ctx0" brushRef="#br0" timeOffset="666">546 162 7709,'1'-4'1303,"2"1"0,2 0 0,6 0 0,2 1-1419,2 1 1,2 1-1,0-2 1,3-1-962,0 1 0,-3 1 1077,2 1 0,-2 8 0,-2 0 0</inkml:trace>
  <inkml:trace contextRef="#ctx0" brushRef="#br0" timeOffset="834">610 281 7709,'4'3'1186,"-1"3"0,1 0 0,2-1-970,4-2 1,2-3 0,4-3 0,0-2-697,0-2 0,0-1 0,0 1-1465,-1 2 1945,1-2 0,-4 2 0,0-3 0</inkml:trace>
  <inkml:trace contextRef="#ctx0" brushRef="#br0" timeOffset="999">594 495 7709,'-7'10'758,"1"1"0,0-2 421,0 0 1,3-1-1,2-1-1031,5-2 0,2-1 0,9-5 0,1-2-293,4-2 0,3-3 0,1-1 1,1-3 80,1 0 1,0-2 0,3-4 63,1 0 0,0-4 0,2 1 0</inkml:trace>
  <inkml:trace contextRef="#ctx0" brushRef="#br0" timeOffset="1199">990 178 8561,'-13'9'0,"-2"1"955,-1 4 0,3 1 0,-2 1-273,2 3 0,4-3 1,3 4-1,4-3 1,2 1-141,2 0 0,5-4 1,5 6-1,0-2-618,2 1 1,-2-1 0,-2-2-1,-1 0-175,-1 0 0,-3 0 0,0-1 0,-3-2 171,-3-3 0,-2-1 1,-6-1-1,-2 0-552,-5 0 0,-1-3 0,-4-1 632,-1 0 0,-1 2 0,-1-1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0:11.6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65 128 7631,'0'-6'0,"0"-1"0,0 4 732,3 1 1,-3 5 0,2 4 0,-1 8-1,0 7 23,1 6 1,-1 6-1,1 5-866,-1-1 0,-1 4 0,0-5 1,0-1-1,0-3-937,0-4 1,-3-7 0,1-5 0,-2-4 1047,-1-8 0,-1-5 0,0-4 0</inkml:trace>
  <inkml:trace contextRef="#ctx0" brushRef="#br0" timeOffset="299">1 366 7996,'0'-4'599,"2"2"0,2-1 0,3 0 0,2 0-818,1 1 0,5-3 1,2 0-1,3 0-138,1-2 1,0 0 0,4-2-1,-1-1-30,-2-2 0,-2 2 0,-4 1 638,-3 2 0,-6 4 0,-5 4 0,-4 5 385,-5 6 0,-2 5 1,-3 4-261,1 3 0,0 0 1,4-1-1,2-2 1,2-2 387,1-2 1,3-4 0,3-3 0,6-5-814,3-3 0,4-6 0,4-3 0,0-5 72,0-5 0,-1-2 1,-2-1-1,-3-2-482,-2 1 1,-7 2 0,-2 0 0,-4 2-258,-4 2 0,-4 4 0,-7 1 0,-2 2 195,-2 3 0,0 2 0,1-1 1,0 1-18,1 2 1,3-3 0,1-1 537,4-2 0,-1-6 0,0-4 0</inkml:trace>
  <inkml:trace contextRef="#ctx0" brushRef="#br0" timeOffset="849">809 0 8054,'0'9'0,"0"3"754,0 5 0,0 4 0,0 8 0,3 6-176,4 4 0,-1 2 0,3 6 0,-1-3-255,0-4 0,-3-10 1,1-3-1,-3-6-70,-1-5-375,-2-7 0,-2-4 0,-3-7 0,-1-3-165,-3 0 1,-1-2 0,-2 1 0,-2-1-62,-1-2 1,1 2-1,-3-1 1,2 0 63,1 2 0,0 2 0,2 2 687,1 2 0,3 0 1,3 2-1,3 3-310,1 0 1,6 3-1,3-1 1,1 3-567,2 0 1,2-3 0,1 2 0,2-2-624,0 0 0,-1-1 0,2 0 1096,-2-2 0,3 2 0,-1-3 0</inkml:trace>
  <inkml:trace contextRef="#ctx0" brushRef="#br0" timeOffset="1115">943 404 7631,'4'-3'182,"2"3"0,-3-3 1,2 0 36,-1-1 0,1-1 1,3 0-1,1-4 715,1-2 0,1-1 1,4-6-1,0 0-639,-1-3 1,-3 1 0,-1-3 0,-1 0-122,-4 0 1,-1 5 0,-5 0 0,-2 4-45,-3 4 1,-4 5 0,-5 2 0,-2 3 72,-2 3 0,2 2 1,-1 5-1,-1 7 36,1 5 1,1 2-1,1 5 1,2 1 11,3 1 0,5-2 1,1 2-1,2-2-438,3-4 0,6-2 1,6-6-1,3-1 47,4-3 0,3-7 0,4-2 0,0-4-1764,2-4 1,-1-4 0,2-7 0,0-2-979,-2-2 2882,-1 0 0,0-3 0,-1-1 0</inkml:trace>
  <inkml:trace contextRef="#ctx0" brushRef="#br0" timeOffset="1267">1290 192 7631,'-7'-6'345,"-1"2"0,-1 2 0,-1 2 722,-2 0 0,-2 3 0,-1 4 0,0 6-227,-1 6 1,5 1 0,-2 5 0,2-1-356,1 1 0,3-1 0,5 0 1,2-2-298,2-2 0,3-8 0,3 0 0,4-2-1537,2-2 1,0-3 0,2-3 0,1-2-655,-1 0 0,1-3 0,2-4 2003,-2-3 0,4-2 0,-1 0 0</inkml:trace>
  <inkml:trace contextRef="#ctx0" brushRef="#br0" timeOffset="1498">1386 257 8822,'-2'4'682,"0"0"1,-3 1 0,3 3 0,0 1-156,-1 1 1,1 2 0,-3 2 0,0 2-246,0 0 1,0 0-1,-3 2 1,1-1 33,-2-2 0,0 0 0,1-3 0,-1-1 592,2-2 1,-1-3-585,2-2 0,2-2 0,2-4 0,2-3-360,2-3 1,3-2 0,3-3 0,3-1-303,1-1 0,2-3 0,0 1 0,1 0-1057,-1 0 1,0 2 0,1-1 0,0-1-1419,2 1 2813,-3 2 0,4-5 0,-1 3 0</inkml:trace>
  <inkml:trace contextRef="#ctx0" brushRef="#br0" timeOffset="1648">1521 321 8218,'-1'10'950,"-1"1"1,0-2 0,-1 1-605,0-1 0,3-3 1,3-2-1,1-1-442,3-2 1,0-1 0,4-2 0,1-3-883,0-3 0,0 0 0,1-2 0,0 0-1201,0 0 2179,-3 0 0,5-6 0,-2 0 0</inkml:trace>
  <inkml:trace contextRef="#ctx0" brushRef="#br0" timeOffset="1782">1675 231 7631,'-7'3'188,"1"1"1,-1 2 0,1 0-1,-1 2 1105,-2 3 0,2 0 1,-3 5-1,0 2-554,2 0 1,1 1 0,1 4 0,-1 1-723,1 1 1,2-1 0,0-1 0,1-1-588,2-2 1,1-2 0,3-5-1,2-4-1672,3-4 1,4-5 0,-2-5 2241,3-6 0,2-7 0,2-5 0</inkml:trace>
  <inkml:trace contextRef="#ctx0" brushRef="#br0" timeOffset="1965">1771 308 8276,'-1'7'2366,"0"2"0,-1 2-1234,0 3 1,1 3 0,-1 5-1,0 3-1043,1 4 1,-1 2 0,1 3 0,-2 0-398,0-3 0,0-3 1,-1-1-1,0-3-1159,0-5 1,1-8-1,1-9-919,0-4 0,-3-6 2386,1-4 0,1-7 0,0-1 0</inkml:trace>
  <inkml:trace contextRef="#ctx0" brushRef="#br0" timeOffset="2148">1739 346 7631,'9'-22'31,"0"5"1,2 0 0,1 4 394,0 2 0,-3 2 0,1 5 0,-1 2 444,-1 1 0,0 2 0,-1 1 0,-1 3 58,-2 3 0,-1 0 1,0 4-1,-2 3-647,0 0 1,-4 0-1,-1 2 1,-3-1-180,-1 1 1,0-3-1,0 0 1,1-2-1754,0-1 1,2-5-1,0-1-2841,0-1 4492,4-5 0,-2-5 0,3-4 0</inkml:trace>
  <inkml:trace contextRef="#ctx0" brushRef="#br0" timeOffset="2315">1983 135 7631,'0'6'1265,"-1"1"0,-1 2 0,0 1 180,-2 3 1,2 2-1,-2 2 1,1 3-759,2 4 0,-2 2 0,1 3 0,0 0-1018,-1-1 0,2-3 1,-2 0-1,1-3-71,0-1 0,-1-4 1,2-3-1,-2-3 402,0-4 0,-5-1 0,-2-2 0</inkml:trace>
  <inkml:trace contextRef="#ctx0" brushRef="#br0" timeOffset="2448">1899 378 7631,'4'-4'1459,"-1"0"1,-1-1-320,0-1 1,3-2 0,0-1 0,3 1-563,2-2 1,0 3 0,1-1-1,1 0-580,2 2 0,0 2 0,1 0 0,-2 1-5408,0 2 5410,0 0 0,0 4 0,0 1 0</inkml:trace>
  <inkml:trace contextRef="#ctx0" brushRef="#br0" timeOffset="2548">2136 346 7631,'0'7'786,"0"-1"1,-2 1 1720,0-1-2709,0-2 202,5-2 0,0-4 0,4-2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0:10.2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20 492 8243,'-3'-7'597,"-1"-2"1,0-1 0,1-5-358,0-2 0,1-7 0,2-4 0,1-3 0,1-5 154,2 0 1,5 3 0,3-2 0,3 0-418,2-2 1,0 5 0,2-3 0,0 8 53,1 5 0,-3 10 0,-1 3 0,0 7 126,-2 6 1,-5 5 0,-1 10 0,0 9 209,-1 6 0,0 3 0,-3 6 1,-2 1-382,-1-1 0,-1-5 0,-1 3 0,-1-1 186,-2-1 1,-2-7-1,-1 0-1769,1-4 0,0-1 0,-2-7 1597,0-4 0,1-5 0,-2-1 0</inkml:trace>
  <inkml:trace contextRef="#ctx0" brushRef="#br0" timeOffset="149">84 313 8334,'0'-7'345,"0"3"1,0 0 0,0-1-1,1-1 1,2-1 154,3 1 1,4 2 0,3-1 0,2 0-982,2 0 1,3 1 0,2-1 0,3 0-1689,2 0 2169,-5 1 0,5-5 0,-4 2 0</inkml:trace>
  <inkml:trace contextRef="#ctx0" brushRef="#br0" timeOffset="299">418 126 7695,'-7'20'869,"0"-2"1,0 0-1,0 3 186,1 1 1,1 1 0,0 2-1,0-3-729,3 0 0,1-3 1,-1 4-1,0 0-1154,1-1 0,0-6 0,1-2-1509,0-3 1,2-7 2336,0-6 0,1-7 0,-3-7 0</inkml:trace>
  <inkml:trace contextRef="#ctx0" brushRef="#br0" timeOffset="449">367 178 7678,'0'-4'0,"0"0"0,2 0 248,0 1 0,3-1 0,0-1 1,3 1 948,2-1 0,3 1 1,2 1-1,2 0-1450,2 2 0,2 0 0,0 1 0,-2 1-1900,-1 1 0,-5 2 2153,0 5 0,-3 3 0,-3 5 0</inkml:trace>
  <inkml:trace contextRef="#ctx0" brushRef="#br0" timeOffset="615">444 274 11958,'7'0'0,"2"-1"511,4-1 1,0 1-1,4-4 1,-1 0-1340,0 0 0,1 1 1,0 0-1,-2 1 828,-2 2 0,-3 0 0,0 1 0</inkml:trace>
  <inkml:trace contextRef="#ctx0" brushRef="#br0" timeOffset="765">437 396 7646,'-7'7'1068,"-2"2"1,3-2 0,-1 1-438,2-1 0,5-3 0,1-2 0,6-2-299,2-2 0,5-2 1,3-2-947,1 0 1,1-4-1,1 0 1,2-3 0,1 1 613,2-1 0,1-3 0,0 0 0</inkml:trace>
  <inkml:trace contextRef="#ctx0" brushRef="#br0" timeOffset="966">783 101 7651,'-12'16'1203,"-1"-2"0,1 2 0,2 0-690,3-2 1,4-3 0,3-1 0,0 0 366,3 0 0,0-2 0,4 1 0,1-1-478,1 0 0,1 2 1,-1 4-1,-2 0-413,-2 1 1,-2 1-1,-3-1 1,-2 2-577,-2 1 0,-1-1 0,-6-1 0,-2-2-556,-1-2 1,-2-6 0,2-2-1,1-4 1143,1-4 0,0-6 0,0-6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0:01.7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20 251 7709,'-5'-8'369,"1"2"1,0 2 128,0 1 0,1 2-231,3 1 1,1 8 0,1 8 0,3 5-1,3 7 1,1 4-1,3 7 1,2 4-97,2 1 1,-1-1 0,4-1-1,2-4-25,1-7 0,-1-13 1,2-8-1,0-7-217,0-6 1,-3-6 0,0-9 0,-3-4-40,-2-6 0,-5-5 0,2-9 149,-2 0 1,-2-5 0,-3 5 0,-1 4-1,-1 1-45,-2 5 1,-1 7 0,-2 0-1,-2 6-424,-2 7 1,2 8 0,-1 0-224,0 2 0,2 5 0,1 1 0,2 2-900,2 0 1553,-1 1 0,8-1 0,-2 1 0</inkml:trace>
  <inkml:trace contextRef="#ctx0" brushRef="#br0" timeOffset="216">533 97 8506,'-5'18'404,"-2"1"1,5 2-1,-5 4 1,2 2 104,2 1 1,0-3 0,3 2 0,0 0-44,0-1 0,3-5 1,1-2-1,2-2-143,3-1 1,-2 1-1,2 1 1,-3-1-370,-2 1 1,0-3-1,-3 0 1,1-1-261,0-1 1,-4-3 0,-2-2 0,-1-1-31,-1-3 1,0-1-1,-4-3 1,0 0-3679,0 0 4014,2-3 0,-4-4 0,2-3 0</inkml:trace>
  <inkml:trace contextRef="#ctx0" brushRef="#br0" timeOffset="451">648 341 7905,'13'-2'0,"0"-1"0,0 2 0,0-3 0,-1 1 0,2-2 840,1-1 1,-4 1 0,-1-5 0,-3 2-403,-2-1 0,0 0 0,-4 0 0,-2-1-202,-2-2 1,-6-1 0,-1 2-55,-2 0 1,-3 4-1,1 1 1,0 4-1,1 5 149,2 5 1,-2 5 0,3 6 0,2 2 159,1 2 0,3 1 0,0 3-487,2-3 1,2 2-1,2-3 1,3-3-1,3 0-116,5-5 0,4-4 0,3-5 503,2-3-391,5-8 0,-1-5 0,6-6 0</inkml:trace>
  <inkml:trace contextRef="#ctx0" brushRef="#br0" timeOffset="917">1168 26 7933,'4'0'246,"0"0"0,-1 3 0,1 3 0,0 4 0,0 7 579,1 7 1,-3 6 0,1 9 0,0 5-483,-1 1 0,-2-1 0,0-1 1,0 0-546,0-2 1,0-8-1,-2-1 1,-1-5-190,0-7 0,1-6 1,-3-3-1923,0-3 1,0-6 2312,-2-9 0,1-2 0,-1-4 0</inkml:trace>
  <inkml:trace contextRef="#ctx0" brushRef="#br0" timeOffset="1200">1181 168 7961,'12'-25'0,"0"3"199,1 0 0,-1 6 0,5-1 0,1 3 147,3 1 1,-2 3-1,1 2 1,1 1 221,-1 3 1,-1 1-1,-2 5-274,-5 2 1,-4 4-1,-6 7 1,-3 2-228,-3 1 0,-2 2 0,-6 0 1,-2 1-50,-2 0 1,1-3 0,-1 3-1,-1-3 101,1-3 0,1-2 0,-2-1 1,2 0 194,1-2 0,2-3 1,2 1-140,1 2 0,4-3 0,5-1 0,5 0-146,5 0 0,2-2 0,6 0-277,2 1 1,1-2 0,0-1 0,1-1 0,2-1-723,0 0 1,1-1 0,0 0-1,-1-3 970,-1-2 0,-2 1 0,1-4 0</inkml:trace>
  <inkml:trace contextRef="#ctx0" brushRef="#br0" timeOffset="1433">1642 1 7816,'-10'4'677,"0"0"0,0 1 217,0 1 0,2 1 1,-1 1-1,3 1-443,2 1 1,1 2-1,4 2 1,1 2-180,5 3 1,0-1 0,4 5 0,0 0-69,1 0 1,-1-4 0,-1 2-1,-2-1-316,-2-3 1,0 3-1,-4-5 1,-1 0-191,0-2 0,-4-2 0,-3 0 0,-3-3-190,-4-1 0,2-3 0,-5-2 0,1-1-49,0-1 1,1 0 0,1 0 0,2 0-612,0 0 1,6-1 0,1-1 1151,3-2 0,3-2 0,2-1 0</inkml:trace>
  <inkml:trace contextRef="#ctx0" brushRef="#br0" timeOffset="1733">1771 450 7816,'-9'8'450,"1"1"1,-3-3 0,2-4 0,2-2 0,0-4-78,3-4 0,-1-4 1,3-6-1,0-4-40,2-2 0,2-1 0,3-5-230,0 0 1,5-3-1,1-1 1,3 0-1,1 1-49,2 1 1,-2 6 0,0-1 0,0 6 30,0 5 1,-8 9-1,3 3 1,-1 5 271,-2 3 0,-2 7 0,-1 4-85,-2 3 0,3 4 1,-2 0-1,-1 0 0,1 3-458,-1 2 0,-2-2 0,0 3 0,0-1-627,0-1 1,-2-2-1,-1-2 1,0 0 153,-2-2 659,-1-4 0,-3 0 0,-1-7 0</inkml:trace>
  <inkml:trace contextRef="#ctx0" brushRef="#br0" timeOffset="1865">1732 328 9671,'0'-6'1076,"0"1"0,1 1-649,1-1 0,5-1 0,4 0 0,3-1-729,3-2 0,5-1 1,3-3-1,4 1 302,2-1 0,3-3 0,4 0 0</inkml:trace>
  <inkml:trace contextRef="#ctx0" brushRef="#br0" timeOffset="2300">2220 136 7816,'3'-8'236,"-1"1"0,-1-2 334,-1 1 1,1 4 0,2 2-181,3 1 0,1 10 1,1 3-1,0 7-5,1 4 0,-2 2 1,0 7-1,-1 1-129,-2-1 0,-2 0 0,0-2 0,-1 2-790,-1 1 0,-1-4 1,-1-1-1,-2-4-522,-2-5 0,-1-7 1,-1-2-1,-1-4-632,2-4 1688,-1-4 0,-1-10 0,-1-5 0</inkml:trace>
  <inkml:trace contextRef="#ctx0" brushRef="#br0" timeOffset="2498">2258 168 7816,'12'-13'102,"0"1"0,-2 1 77,2 2 1,1 4-1,2 2 1,1 0 29,0 2 1,1 0 0,-4 2 0,0 4 424,-3 3 1,-4 4 0,-3 1-1,0 2-241,-1 2 1,-7 2 0,-2 0 0,-2 0-354,-2 0 1,-2 1-1,-2-3 1,-2 0-198,-2-2 1,2-6 0,1 1 0,0-4-802,2-1 0,3-4 1,3 1-1,3-4-1856,3-2 2814,1-5 0,4-1 0,1-2 0</inkml:trace>
  <inkml:trace contextRef="#ctx0" brushRef="#br0" timeOffset="2766">2515 174 8134,'10'13'477,"-2"0"1,-3-3 0,0 1 0,-1 0 134,-1 2 0,0-1 1,-3 1-1,0 1-120,0 4 1,-3-3 0,-1 4 0,-2-1-294,0 1 0,-1 0 0,-2 0 1,-1-2-97,0-2 0,-2-3 1,2-2-1,0-3 51,2-4 0,1-4 1,1-3-1,1-6-87,1-3 0,2-4 1,0-4-1,1-1-5,1-1 1,4-1-1,2-2-276,2 0 1,3-1 0,0 4 0,1 0 0,1 3-804,-1 2 1,1 3 0,1 4 54,1 3 0,-2 3 0,3 3 1,-1 2-246,0 0 1,1 2 1206,-3 0 0,4 6 0,-3-1 0</inkml:trace>
  <inkml:trace contextRef="#ctx0" brushRef="#br0" timeOffset="2882">2739 251 8438,'0'23'0,"0"-2"0,0 0 0,-3-1 0,-1 1 503,-2 2 1,1-3-1,0 4 1,0-2-767,0-4 1,2-6-623,-1-1 0,3-13 0,0-9 885,3-8 0,6-11 0,-1-3 0</inkml:trace>
  <inkml:trace contextRef="#ctx0" brushRef="#br0" timeOffset="2999">2784 123 7816,'0'-10'327,"-1"2"1,0 2 40,-1 2 1,-3 2 0,1 1-321,-2 2 1,2 3 0,2 2 0,2 2-1019,0 0 0,0 0 0,0 2 970,0-1 0,0 3 0,0-2 0</inkml:trace>
  <inkml:trace contextRef="#ctx0" brushRef="#br0" timeOffset="3532">2887 174 7816,'0'13'396,"0"0"1,-1 0 149,-1 2 0,1-1 1,-1 3-1,1 0 127,1 1 1,0-2 0,-2 3-1,0 0-3,1-1 1,0 0-1,2-3 1,0-1-473,1-1 1,3-6-1,0 0 1,0-4-246,2-3 1,1-5-1,1-5 1,1-4-47,2-5 1,-2-1-1,0-4 1,0 0-171,3-1 1,-4 2 0,3 1-484,-2 5 0,1-2 0,-2 7 1,0 0-1,0 0-360,-1 2 0,0 5 1,0 1 673,1 1 1,1 0 0,-1 1 0,1-2 0,0-2 431,0 0 0,-2-3 0,2 0 0,-1 0-7,-4 0 0,-1 4 0,-5 7 1091,-4 6 1,-2 7 0,-8 2 0,0 4 305,-2 3 1,2-1 0,-2 2 0,0 1-446,1 1 1,0-3 0,5-2 0,1-1-661,4 0 0,4-5 0,1-1 0,5-4-509,7-4 0,3-5 1,5-2-1,3-3-420,2-6 0,2-5 1,2-4-1,0-2-228,1-4 1,-2-1 0,-2-1 0,-2 1 537,-1-1 0,-7 3 0,-1 3 163,-3 5 0,-6 7 0,-5 10 678,-3 6 0,-3 4 0,-1 3 1,-1 2 93,-1 2 1,1-2 0,1 2 0,2 0-937,0-1 0,0 0 1,3-3-1,1-2-724,0-2 0,2-4 0,1 0 0,3-5 321,3-4 0,2-5 0,5-6 738,0-3 0,2-6 0,0 0 0</inkml:trace>
  <inkml:trace contextRef="#ctx0" brushRef="#br0" timeOffset="3698">3509 33 7816,'6'-7'1450,"-2"1"-686,-1 0 1,-6 3 0,-1 3 0,-2 6-1,0 4 249,-1 2 0,1 4 0,-1 2 0,1 2-584,0 4 0,1 2 0,1 1 0,-1 2-771,-1 2 1,0-1-1,0 2 1,1-2-401,1-2 0,2-6 0,0 0 0,2-3-995,0-6 1,0-6 1736,0-7 0,-3-5 0,-1-5 0</inkml:trace>
  <inkml:trace contextRef="#ctx0" brushRef="#br0" timeOffset="3982">3438 315 7816,'1'-4'267,"1"0"435,0-1 0,2 1 1,-1 0-1,0 1-242,2-1 1,4 0 0,2-2 0,1 1-370,3 1 0,3 0 0,2-3 0,2 1-81,-2 0 1,0 1 0,-1 2 0,-2-1-177,-2 1 1,-4-1 0,-4-1 0,-2 1-134,-3-1 1,-2-1-1,-2 0 1,-5 2 202,-3 2 0,-2-1 1,-1 1-1,0 2 548,-2 4 1,1 1 0,-1 4 0,2 2 63,0 1 0,3 0 0,1 3 0,2-1 176,1 1 1,2 1 0,4 3-700,3-2 1,5-2-1,8-4 1,3-1-1,4-3-1382,4-4 1,1-3-1,1-5 1389,-1-5 0,6-5 0,-1-5 0</inkml:trace>
  <inkml:trace contextRef="#ctx0" brushRef="#br0" timeOffset="4533">161 899 8402,'3'-3'767,"0"2"0,-2 2 1,0 6-1,2 5 0,-2 6-278,0 5 0,-1 4 1,2 7-1,0 3-274,-1 3 1,0-1-1,-2-2 1,0-4-1100,-1-4 1,-3-11 0,1-4 0,-2-6 523,-1-4 0,1-4 0,0-4-1230,-1-5 1,1-5 1589,-1-1 0,-2-5 0,-1 0 0</inkml:trace>
  <inkml:trace contextRef="#ctx0" brushRef="#br0" timeOffset="4831">90 1123 7816,'-3'-3'488,"0"2"1385,3-3-1752,0-1 1,3 1-1,1 1 1,2 0 0,3 1-1,2-1-602,4-2 0,1 0 1,4-2-1,2 0-80,4-1 1,-1 0 0,3-3 0,-1 0 560,-2-1 0,-2 2 0,-2 1 0,-4 3 0,-4 1 0,-5 4 456,-6 5 1,-5 4 0,-8 7 0,-1 3 723,-1 3 1,2-1-1,1 4 1,2-1-552,2 0 0,3-2 0,3-4 1,0-4-530,2-4 1,8-5 0,5-6-1,3-6-381,4-9 0,-2-5 0,3-6 1,-2-2-215,-2-1 0,-3 2 1,-4 2-1,-4 3-80,-3 5 1,-5 4 0,-5 6 0,-3 5 67,-4 3 0,-1 1 0,-1 3 175,-1 1 1,-3 1 0,3 0 0,0-1 0,1 0 331,1 0 0,2 2 0,-2-3 0</inkml:trace>
  <inkml:trace contextRef="#ctx0" brushRef="#br0" timeOffset="5416">1065 828 7816,'-13'0'269,"0"0"0,-1 2 0,-1 2 403,0 4 0,2 7 0,1 2 0,0 2-199,2 2 1,4-3-1,0 1 1,3-4-367,1-2 1,4-6 0,3-3 0,4-1-136,4-2 0,0-3 1,4-3-1,1-3-905,1-2 0,1 0 1,0-1 495,2 0 1,-2 1 0,-2 2-1,-1 1 218,-2 3 0,2 2 1,-4 5-1,-2 4 432,-3 5 0,-1 7 1,-6 5-1,-1 2 1,-5 3 400,-3 3 1,-3-1-1,-5 5 1,-4-1 592,-2 1 1,0-5 0,-3-1 0,0-4-995,-2-5 0,4-9 1,-1-2-1,1-4-67,2-4 1,4-2-1,3-3 1,4-3 110,4-4 1,4-1-1,0-1-257,1-1 0,7-4 0,1 0 0</inkml:trace>
  <inkml:trace contextRef="#ctx0" brushRef="#br0" timeOffset="5665">1303 1059 8232,'20'0'0,"0"-1"218,-1-1 1,-6 0-1,-1-4 1,-2-1-209,-3 0 0,-2-3 1,-3 0-1,-1-3 943,-1-2 0,-3 0 1,-2-4-1,-1-1-328,-3-3 1,-1 5 0,-4 0 0,-1 3-142,0 3 1,1 6 0,0 3-1,-2 4-81,0 6 0,1 3 0,1 5 0,1 2-269,2 4 1,0 2-1,4 3 1,2 0-85,2 2 1,0-3 0,5 2 0,2-1-749,5-2 0,3-1 1,3-5-1,3-2-3155,2-4 0,1-7 3853,3-2 0,-1-8 0,3-5 0</inkml:trace>
  <inkml:trace contextRef="#ctx0" brushRef="#br0" timeOffset="5831">1559 841 8508,'-6'11'1130,"2"-1"0,-1 0 1,2 2-1,0 2-663,1 2 1,-1 2-1,3 3 1,0 2-175,0 0 1,0 2 0,0-1 0,0 2-1367,0-1 0,0-4 1,0 0-1,0-2-2005,0-2 3078,0-9 0,-2 7 0,-2-8 0</inkml:trace>
  <inkml:trace contextRef="#ctx0" brushRef="#br0" timeOffset="5963">1450 1066 8063,'0'-5'1045,"0"1"-346,0-1 0,5-1 0,2 0 0,3-1-159,4 1 0,0-1 0,5-1 0,3-1-648,3-1 0,3 1 1,1-1 107,-2 1 0,0-2 0,-4 1 0</inkml:trace>
  <inkml:trace contextRef="#ctx0" brushRef="#br0" timeOffset="6531">1989 1232 7817,'-3'7'0,"2"-1"376,-4 1 0,4-5 1,-1-2-1,1-7 0,1-6 45,0-5 0,3-6 0,1-5 1,3-4-161,1-2 0,3-4 0,3-3 0,2-1-15,0-2 0,-1 5 0,2-2 0,0 3 104,0 5 1,-2 13 0,-5 7 9,-1 6 1,-2 9-1,-1 7 1,0 6-61,-2 7 0,2 6 0,-2 4 0,-1 4 0,-1 2 69,-1 3 1,-1-6-1,0 2-838,0-2 1,-1 6-1,-1-6 1,-2 1 0,-2-2 52,0-2 1,-1-9 0,-1 0 0,-1-6-5654,2-4 6069,-3-6 0,0-3 0,-3-7 0</inkml:trace>
  <inkml:trace contextRef="#ctx0" brushRef="#br0" timeOffset="6664">2027 1117 7817,'0'-10'445,"-3"1"1,3 0 0,-2 1 0,1 0 76,1 1 1,3 0 0,2 1 0,3-1-156,2 1 1,3-1-1,1 2 1,3 0-750,1 1 1,2 0 0,4-1 0,0 1-732,0-1 0,0-1 1,0 0 1112,0-1 0,0-2 0,-5-1 0</inkml:trace>
  <inkml:trace contextRef="#ctx0" brushRef="#br0" timeOffset="6814">2387 860 9333,'-5'7'0,"2"1"1431,0 2 0,0 2 0,2 7-985,-2 1 0,1 4 0,2 1 0,0 2 0,0 0-646,0 0 0,-2-3 1,0 0-1,1-3-1053,0-3 1,1-6 0,-1-4 1252,-1-3 0,-2-5 0,-2-3 0</inkml:trace>
  <inkml:trace contextRef="#ctx0" brushRef="#br0" timeOffset="6997">2348 931 7817,'6'3'1356,"1"-3"0,0 3 1,2-3-508,1 0 1,3-2-1,2-1 1,2 0-1106,2 1 1,0-3-1,0 3 1,0 1-1028,-2 0 0,-2 1 0,-2 1 1283,-3 1 0,0 4 0,-4 4 0</inkml:trace>
  <inkml:trace contextRef="#ctx0" brushRef="#br0" timeOffset="7147">2438 1008 8302,'1'6'3475,"1"-2"-2880,2-2 0,3-2 0,3-1 0,4-2-497,1-1 1,1 0-1,2-2 1,0 1-385,0 1 1,-4 2 0,0 0 285,-3 2 0,-3 2 0,1 2 0</inkml:trace>
  <inkml:trace contextRef="#ctx0" brushRef="#br0" timeOffset="7331">2399 1168 7817,'-10'11'1070,"-1"0"0,3-4 0,0 2 330,3-2 1,3-3 0,5-2-885,3-2 0,4 0 0,3-2 1,3-3-885,3 0 0,1-2 1,4-2-1,0-2-867,1-4 1,1 1-1,1-2 1,0-1-132,3-2 1,-4 1 1365,6-6 0,-4 3 0,0-1 0</inkml:trace>
  <inkml:trace contextRef="#ctx0" brushRef="#br0" timeOffset="7530">2816 847 7817,'-13'7'200,"2"2"0,-1 2 0,-2 2 916,-2 2 1,3 0-1,0 2 1,1 3 181,2 0 0,3-4 1,3 3-1,2-2-623,1 2 1,4-3-1,1 2 1,3-1-518,1 0 1,-1-2 0,2 3 0,-2 0-314,-1-2 0,-2-1 0,-2-2-465,-1 0 1,-2 0 0,-1-4 0,-3-1 0,-2-1-839,-2-1 0,0 0 0,1-2 1458,0-1 0,-4 0 0,2 1 0</inkml:trace>
  <inkml:trace contextRef="#ctx0" brushRef="#br0" timeOffset="7647">2900 1104 9793,'6'0'0,"0"0"1793,1 0 1,-3 0-1618,0 0 0,-3 0 1,-1 0-177,-3 0 0,-3 0 0,-1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0:21.8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545 815 7989,'-26'-9'356,"0"-4"1,0-5 0,8-1 0,5-1 281,7 1 1,12-3-1,12-2 1,12-2 20,16 2 0,8 2 0,7 5 1,5 4-329,6 6 1,-1 7 0,1 7 0,0 10-122,-4 14 0,-18 3 0,0 19 0,-13 1-393,-11 3 0,-13 4 0,-6 2 0,-10 4-264,-10 3 0,-13 2 0,-24 2 0,-11-4 117,-6-5 0,1-17 1,-3 2-1,1-11 606,5-6 1,9-18 0,6-2-1,6-9 190,12-4 1,12 0 0,7-2 0,5-4-30,8-7 0,2 2 1,16 0-1,8 0-195,7 0 1,9-2 0,4-7-1,6-1-481,1-5 1,1 2 0,5-7 0,2 3-1194,0 4 0,-6 0 0,8 0 0,-4-2 677,-2 2 0,-7-4 1,-1-1 754,-4-1 0,-1-3 0,-7-6 0</inkml:trace>
  <inkml:trace contextRef="#ctx0" brushRef="#br0" timeOffset="383">1721 109 7872,'-28'-19'0,"-5"5"0,-10 4 0,-7-1 0,-7 0 0,5 4 0,-16-4 733,-2 3 0,-23 3 0,-1 12 0,44-1 1,0 3-1,-2 3 0,0 2-366,0 4 1,1 3-1,2 3 1,0 3-1,-5 4 1,-1 3-278,1 1 1,2 2-1,0 3 1,3 2-1,4 3 1,1 2-1,4 0 1,2 2-1,1 3 1,2 2 80,3 2 0,3-1 0,7-4 0,3 1 1,0 4-1,3 1 0,2-2 0,4 1 123,2 2 0,5 0 1,7-5-1,5 0 0,4 12 1,4 1-1,5-2 0,4-2-181,5-1 1,4-4 0,2-10-1,4-5 1,2-2 0,3-4-1,4-5 1,3-5-244,2-4 0,3-5 0,-1-4 0,1-4 1,5-6-1,1-4-167,-5-3 0,1-3 1,10-5-1,0-6 1,-3-9-1,-1-5 1,1-4-1,1-4 1,3-9-1,-1-5-42,-1-6 1,-3-4-1,-7 0 1,-5-2-1,-1-7 1,-3-3-1,-5 1 1,-3-2 145,-6 3 1,-5 0 0,-9 8-1,-4 1 1,-4 2 0,-4 2 21,-5 9 0,-6 2 0,-8-3 0,-8 3 1,-33-26-1,-16 9 128,-12 6 1,31 34 0,-2 4 0,1 5 0,0 3 0,-48-9-68,1 9 1,42 10 0,1 3 0,-42 11 0,5 11 0,4 10-611,9 7 1,26 4 0,6 1 0,14-1-1393,13-4 2112,6-19 0,19 17 0,3-14 0</inkml:trace>
  <inkml:trace contextRef="#ctx0" brushRef="#br0" timeOffset="631">2877 188 7872,'-39'28'758,"7"-4"1,-1 11 0,-2 8-14,-2 14 0,7 6 1,3 13-1,6 9-248,1 9 0,1 2 1,9-43-1,2 0 1,0 0-1,1-1-206,0-1 0,1 0 0,1 41 0,2-43 0,0 2 0,1 47-1645,2-5 0,-7-16 0,1-8-404,1-12 1,3-29 0,2-21-339,0-16 2096,-9-17 0,-1-5 0,-10-8 0</inkml:trace>
  <inkml:trace contextRef="#ctx0" brushRef="#br0" timeOffset="914">2407 815 7872,'31'-72'0,"-5"0"0,-2 15 0,2-1 0,9 1 609,8 0 1,7 12 0,9 3 0,0 5-78,0 9 1,2 0-1,0 6 1,0 7 97,-5 4 0,-17 6 0,-4 12 1,-9 6-530,-8 4 1,-14 14 0,-4 8 0,-13 11-284,-11 7 1,-8 2 0,-14-1-1,-9 1 10,-8 0 0,2-2 1,-4-5-1,2-4 111,-3 0 1,12-14 0,-3 6 0,5-6 1275,2-3 0,13-5-786,-2-13 1,24-4 0,10-9 0,20 0-203,16 0 0,15 0 0,8 2 0,9 2-179,9 3 1,0-1 0,2-3-1,4 1-2362,3 3 0,-7-1 0,7-6 2314,-7 0 0,6-9 0,9-2 0</inkml:trace>
  <inkml:trace contextRef="#ctx0" brushRef="#br0" timeOffset="1164">3799 129 7872,'-48'8'1114,"4"-1"1,-6 10-1,2 5-284,5 0 0,8 8 0,6 3 0,6 4-95,5 2 0,12 3 0,1 1 0,10 5-498,8 2 1,6 3 0,7 3-1,7-1-217,4-3 0,-6 2 0,-5 9 0,-5 7-35,-1 6 1,-9-2 0,-5 11-1,-3-2-367,-3 2 0,-11-4 0,-7 1 0,-8-8-756,-4-8 1,4-21 0,-5-10 0,3-9-35,4-8 1,11-14 0,6-4-345,5-11 1516,2-6 0,17-11 0,5-3 0</inkml:trace>
  <inkml:trace contextRef="#ctx0" brushRef="#br0" timeOffset="1483">3936 1461 7872,'-9'31'0,"-2"-1"0,-8-6 762,-1 3 1,7-12 0,2-15 0,2-15 82,5-16 0,11-13 0,6-23 0,6-11-546,7-12 0,-2 1 0,9-2 0,-16 43 0,1 0-155,0-3 1,1-1 0,0 1-1,1 0 1,0-3 0,-1-1 0,1 1-1,-1-1 115,1 0 0,0 1 0,-4 5 0,0 0 0,0 0 0,-1 0 1,15-40 736,1 15 1,-7 24-550,2 11 0,-4 32 0,-5 14 0,-2 21 221,-2 16 0,-6 8 1,6 15-607,2 12 1,-4 12 0,-5-40 0,-1 1 0,4 46 0,-7-47 0,0 0-367,-1 3 0,0-1 0,-1 40 1,0-40-1,0 1 0,0-3 1,0 0-507,1 0 0,-2-1 0,-8 41 0,3-41 1,-1 0-1,-8 46-1330,2-9 0,-6-28 1,1-18 2139,-6-15 0,-19-2 0,1-13 0</inkml:trace>
  <inkml:trace contextRef="#ctx0" brushRef="#br0" timeOffset="1613">4053 1128 8496,'-6'-13'1368,"-1"0"0,3 0 1,11-7-1,8 1-492,9-1 1,13 1 0,11-1 0,4 0-1424,9 1 0,6-1 0,10 3 0,-3 4 547,-2 6 0,-9 5 0,4 2 0</inkml:trace>
  <inkml:trace contextRef="#ctx0" brushRef="#br0" timeOffset="1697">4877 1030 8522,'-3'18'911,"-3"-5"1,2 2-1,-7-6 1,0-1-1881,0 1 969,6-2 0,-12-7 0,6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0:18.9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996 77 7631,'-24'-20'219,"-4"3"1,-9 2 0,-4 4-1,-9 2 1,-5 5 0,-6 6 598,-4 11 0,-5 13 0,-8 26 0,38-19 0,1 4-638,-1 4 0,2 5 0,4 9 1,3 6-1,-1 10 0,3 6 1,-2 8-1,3 4-328,9-25 1,0 2-1,2 0 1,4 1 0,1 0-1,0 1 1,1 6 0,1 2-1,1-1 334,2-2 1,1 0-1,2 1 1,0 4 0,3 0-1,1-1 1,6 22 0,3-2-1,5-7 1,3-2-81,1-4 1,5-5 0,6-7-1,5-6 1,-1-17 0,4-7-1,2-8 1,5-7 0,4-9 0,4-8-121,4-9 1,1-8 0,3-10-1,0-7 1,12-15 0,0-7-1,-1-6 1,-1-3-206,3-6 0,-4-4 0,-9-1 0,-3-3 0,-13 18 0,0-2 1,-1 0-1,-2-2 0,-2-1 0,-1-1 67,-1-2 1,-1 0-1,-3-1 1,7-27 0,-3-1-1,-1 1 1,-3 0 29,-7 6 1,-4 1 0,0-1 0,-7 3-1,-11 14 1,-6 4 0,-1 5 0,-7 3 147,-27-33 1,-19 9 0,-25 26 0,-2 6 0,-4 5 86,-2 11 1,4 13 0,-4 10 0,0 12-486,-1 12 0,7 16 1,3 13-841,12 2 0,7 0 0,22 5 0,11-5 1212,11-2 0,1 4 0,10-6 0,-1-1 0</inkml:trace>
  <inkml:trace contextRef="#ctx0" brushRef="#br0" timeOffset="200">702 1096 7631,'-13'-13'258,"0"2"1,-2 2 1431,-2 5 0,4 2-1351,-1 2 0,10 17 0,-2 12 0,3 14 0,6 18-809,3 15 1,-2 9 0,3-35 0,2 0 6,1 4 0,1-1 0,0 0 0,0-1 0,20 35 463,-3-9 0,7-21 0,-5-1 0</inkml:trace>
  <inkml:trace contextRef="#ctx0" brushRef="#br0" timeOffset="878">2114 2233 7692,'-20'-20'-46,"2"7"1,3 0 0,2-2 0,0-3 651,2-1 0,-6-5 1,6-7-249,0-8 0,2-15 0,9-9 1,2-18-1,2 31 0,1-2-169,4-7 1,2-2-1,2-2 1,2-3 0,5-9-1,1-2 1,2-1-1,2-1-85,4-1 1,1 1-1,0 9 1,1 1 0,3 0-1,2 1 1,-2 5 0,2 2 21,-2 1 1,1 4 0,0 12-1,2 3 1,1-3 0,0 1 0,34-20 80,-7 26 1,-12 22-1,-10 36-68,-8 25 0,-7 35 1,-17-29-1,-2 2 1,0 5-1,-1 0 0,0 5 1,0 1 6,-1 2 1,-1 1 0,-4-4 0,0 0 0,2 7 0,-1 2 0,-2 1 0,0 0-361,-1 2 0,0 0 1,-1-3-1,0-2 0,-2-3 1,-1-1-1,-2-2 0,-1-2-574,-1-1 1,-1-4-1,-11 32 1,0-1-1,-1-17-828,-5-18 1,2-28 1615,-9 0 0,5-17 0,1-2 0,10-5 0</inkml:trace>
  <inkml:trace contextRef="#ctx0" brushRef="#br0" timeOffset="1049">2290 1468 7872,'0'-13'1056,"0"0"0,0 7 0,2-5-468,5 2 1,8-4 0,15 4-1,12 1-437,6-1 1,15-4-1,13 4 1,9-2-1161,4-4 0,-2-2 0,5-3 0,-1-4 1009,-4-9 0,-8 1 0,8-16 0</inkml:trace>
  <inkml:trace contextRef="#ctx0" brushRef="#br0" timeOffset="1199">3662 567 7872,'-9'39'0,"-4"2"759,-4 5 0,-3 0 0,0 8 0,1 7-70,-1 7 0,1 4 0,1 21 1,10-43-1,1 1-452,0 2 1,1 0-1,2 43 1,0-40-1,1 1 1,2-1-1,0-1-189,1-1 1,0-3 0,0 29 0,2-14-1,2-12-1450,3-12 0,8-16 1,-2-7 1401,5-10 0,1-24 0,1-7 0</inkml:trace>
  <inkml:trace contextRef="#ctx0" brushRef="#br0" timeOffset="1366">3544 880 7872,'9'-10'672,"4"3"442,4 5 0,12-5 0,6 1 0,8 1-1098,9 3 1,7-4 0,4-1 0,5 3-902,2 2 0,-14 2 0,1 2 885,-7 4 0,4 5 0,-4 9 0</inkml:trace>
  <inkml:trace contextRef="#ctx0" brushRef="#br0" timeOffset="1566">3544 1410 8271,'0'19'454,"0"-6"1,2-2-216,5-2 0,8-3 0,16-8 0,10-4 303,7-7 0,13-5 1,11-4-1,6-4-975,7-6 0,-4 1 0,1 1 0,-8 1-799,-8 5 0,-14 9 1232,-6 2 0,-14 9 0,-3-5 0</inkml:trace>
  <inkml:trace contextRef="#ctx0" brushRef="#br0" timeOffset="1749">3583 1802 7872,'-13'13'1225,"0"0"370,-2 2 0,9-6-1161,6-3 1,13-4 0,17-2-1,11-2-432,7-4 0,9-5 0,13-11 0,8-4-804,3-7 1,8-4 0,0-2 0,-43 19 0,0-1-72,-1-2 1,1 0 0,43-21 581,-43 19 0,0-2 0,-2 2 0,-1-2 0,35-32 0</inkml:trace>
  <inkml:trace contextRef="#ctx0" brushRef="#br0" timeOffset="1949">4995 685 7872,'-40'21'477,"1"5"0,6 5 0,3 8 0,2 0 439,4 0 1,11 1 0,6-1 0,7 2-186,7 5 1,4 4 0,8 9 0,1 2-464,-1 4 1,1 1 0,-3 8 0,-4 4-217,-6 3 1,-5-18-1,-4 4 1,-7-6-614,-10-6 0,-10-16 0,-12-2 0,-5-7-1097,-6-6 1,0-11 0,-3-6 1657,1-5 0,-16-2 0,9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2:47.0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125 0 10595,'-10'4'381,"5"3"0,1 7 0,1 5-137,-1 6 0,0 11 0,2 6-224,-1 3 1,0 7-1,3-1 1,0-3-37,0-5 1,-4-4 0,1-10 0,0-4-617,-1-4 0,2-7 1,-5-3-1,0-5 632,-2-2 0,-5 4 0,-1-3 0</inkml:trace>
  <inkml:trace contextRef="#ctx0" brushRef="#br0" timeOffset="350">0 394 7777,'0'-9'260,"1"0"377,2 3 0,-1-3 1,5 4-442,0 0 1,2 0-1,1 4 1,0-1-499,3-1 1,3 0-1,5 3 1,3-1-304,1-3 0,1 0 0,5-3 0,1 0 294,-1 0 1,-4-5-1,-2-1 1,-2 1 310,-2 2 0,-1 0 302,-4 1 0,-7 5 0,-5 8 0,-4 8 633,-4 9 1,0 8-1,-3 5 1,1 1-145,2 0 0,1-4 1,3 0-1,1-3-485,2-2 1,6-11 0,4-1 0,2-5-252,3-5 0,3-10 1,1-7-61,0-4 0,0-10 0,-2-3 0,-2-3 0,-5-3-256,-4-1 0,-4 1 0,-5 2 225,0 1 1,-8 5 0,-5 6 0,-4 4 0,-3 4-106,-3 4 1,0 7 0,-3 0-1,2 2-584,1 1 0,6 4 0,-2 1 91,0 1 1,7 2-1,1-1 1,5 1 633,1 2 0,2 4 0,3 1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2:45.6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96 122 7779,'-6'-3'190,"-1"-1"0,4 1 0,-2 2 598,1-2 1,-1 2-326,2-2 0,2 7 0,-2 6 1,2 6-174,1 5 1,0 6 0,0 8 0,0 8-322,0 6 1,0 2 0,0 4 0,-1-2-383,-3-4 1,2-8 0,-3-3 0,0-3-394,-1-9 0,4-11 1,-1-7-49,2-6 1,-2-5 0,-1-10 853,2-3 0,-3-7 0,0-1 0</inkml:trace>
  <inkml:trace contextRef="#ctx0" brushRef="#br0" timeOffset="282">0 314 7731,'3'-32'228,"0"0"0,5 8 0,-2-4 0,3 3 30,0 4 0,5 5 1,2 4-9,3 5 1,3-1 0,0 5-1,0 1 1,-1 1 59,2 1 1,-5 4-1,2 2 1,-2 4-218,-4 3 0,-3 0 0,-5 4 1,-3 2 71,-1 1 1,-2 3-1,-2 4 1,-2 0-282,-5-1 0,-2-4 0,-5 3 0,-1-1 1,-1 1 1,-2-7-1,1-1 1,0-3 133,0-2 1,1-4 0,1 4 0,5-3 603,1-3 1,2-3-1,3 4-236,3 0 1,3-2 0,4-2 0,6-1-387,5 1 1,3-2 0,1 2 0,1-2-4,3-1 0,-2-3 1,5-1-1,1-2-722,0-5 0,2 1 0,-1-4 0,0 0 724,1-2 0,-3-6 0,7-3 0</inkml:trace>
  <inkml:trace contextRef="#ctx0" brushRef="#br0" timeOffset="516">587 45 7731,'-11'1'0,"-1"2"0,-1 5 755,2 3 1,1 1 0,4 4 0,2 2-155,3 4 1,1-1 0,1 5 0,3-1-416,2 0 0,4 3 0,1-4 0,2 3-110,-1 2 1,-1-7-1,-3 4 1,0-5 12,-2-1 1,-4-1 0,1-1 0,-3-2-212,-3-3 0,-3-2 0,-6-3 1,-2 0-238,-1-2 0,-1-4 1,-3 2-1,0 0-427,-1-1 1,2 0-1,2-3 40,3 0 0,7-4 1,3-3 745,2-1 0,5-2 0,1 1 0</inkml:trace>
  <inkml:trace contextRef="#ctx0" brushRef="#br0" timeOffset="849">808 526 7776,'-13'9'488,"-1"0"0,0-3 0,0-2-90,3-3 1,0-1 0,2-1 0,2-4-22,0-4 0,5-6 0,-1-8 0,3-4-252,3-8 1,4-1 0,6-10-1,3-2-65,2-2 1,5-2-1,2 8-28,-1 5 0,1 1 1,-4 12-1,2 4 0,-2 3 149,-1 7 1,-5 5 0,-2 6 0,-2 6 319,-1 8 1,-1 5 0,0 5-1,-2 4-144,0 4 1,-5 6 0,1 7-361,-2 3 1,-1 1 0,0 5-1,0-2 1,0-2-38,0-3 0,-4-3 1,-2-6-1,0-5-2349,0-7 0,2-7 0,-2-7 2389,-1-3 0,-2 0 0,-1-2 0</inkml:trace>
  <inkml:trace contextRef="#ctx0" brushRef="#br0" timeOffset="998">779 401 7753,'0'-7'1194,"-1"2"0,-1 0-565,-1-1 0,-1 3 0,5-3 1,3-2-170,2 0 1,7 1 0,3 2 0,3 0-32,4-1 0,2 0 1,7-4-1,5 1-1769,3-1 0,-3 4 0,0 0 1,-3 2 1339,-3 2 0,-9 1 0,-4 1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2:44.0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385 14 7954,'0'-6'437,"0"0"0,0 4 0,0 4-144,0 6 0,5 7 1,0 7-1,1 4 77,1 2 1,-1 5-1,4 2 1,0 4-693,-1 2 0,1-4 0,-1 0 0,1-3 105,0-3 0,-4-7 0,0-4 0,1-1 217,-2-2 0,-1-4 0,-4 1 0</inkml:trace>
  <inkml:trace contextRef="#ctx0" brushRef="#br0" timeOffset="520">49 764 7794,'-9'-6'524,"2"1"1,0 0 1,1 4-238,-4 8 1,5 5-1,2 10 1,2 5-104,1 4 1,4 1 0,2 4 0,4 3-76,3 0 0,-1-2 0,3 3 0,0-6-270,0-5 0,1-10 1,3-2-1,1-5-152,3-7 1,-5-5 0,2-6 0,-1-8 73,-2-6 1,0-5 0,2-4-1,-3 0 157,-4-4 0,-1-1 0,-1-4 0,-1-1 112,1 1 0,0 7 1,-2 4-1,-1 6 211,-4 6 0,-2 8 0,0 8 0,1 8-6,1 6 0,0 4 0,-3 4 0,0 2-119,0 3 0,4-2 0,0-2 0,0 0-363,0-3 0,4 0 0,-2-3 0,3-2-2223,1-3 2469,-1-7 0,5 2 0,1-2 0</inkml:trace>
  <inkml:trace contextRef="#ctx0" brushRef="#br0" timeOffset="832">741 659 7794,'-9'-15'333,"-1"2"0,0 2 191,1 2 1,-1 2 0,1 2 0,-1 2-71,0 4 1,1 3 0,0 7-1,2 3-255,0 5 1,5 2 0,-1 7 0,3 2-131,3 0 0,4 0 0,4-1 0,3-1-20,1 1 0,-3-3 0,1-2 0,-2 0-181,2-3 1,-5-4-1,0-1 1,-1 1-171,-2-3 1,-3 0 0,0-5 0,-4-2-178,-4 0 0,-6-4 0,-1 2-96,1 0 1,-1-2 0,-1-4-1,0-1 1,0-3 574,2 0 0,1-6 0,2-4 0</inkml:trace>
  <inkml:trace contextRef="#ctx0" brushRef="#br0" timeOffset="1082">895 832 7794,'19'-4'166,"-4"-3"1,-1-5 0,-1-2 295,0-1 0,1 3 0,-4-3 0,1 0-198,-2 0 1,-6 0 0,0-2 0,-2 1-152,-1-1 0,-2 3 0,-3 0 0,-5 2-326,-1 2 0,-4-1 1,0 5-1,-1 1 213,0 2 1,1 3 0,-2 4 0,2 6 143,1 5 0,2 4 0,2 4 1,2 6 154,1 5 0,3 5 0,4 0 0,1 2-194,2 0 1,7-5 0,6 2-1,3-4-278,3-4 0,4-9 1,6-4-1,4-6-2269,5-9 2442,-1-5 0,11-20 0,-2-2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2:50.7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154 91 7798,'-4'-10'0,"-1"1"0,-4-1 396,6 5 0,-13-3 0,7 5 23,-2 1 1,-3 3 0,1 4-71,1 5 0,-1 10 0,0 3 0,2 4-146,4 1 0,-1 3 0,5 0 0,1-1 0,2 0-427,3-3 1,7-4 0,6-7-1,2-4-57,1-4 0,3-5 0,2-6 0,1-6-218,1-6 0,-2-6 1,-1-11-1,-1-4 107,-3-1 1,2-2-1,-6 0 1,0 3 425,-2 5 1,-6 13 0,-1 7 353,-2 12 0,-1 15 0,-2 16-72,3 9 0,-3 5 1,2 4-1,-2 1 1,-1 3 580,0-2 0,0-8 0,-1 1 0,-2-4-523,-4 1 0,-1-6 0,-3 2-132,-2-4 1,-2 0-1,-4-4 1,0-4-1,-2-5 58,-1-6 1,2-8 0,-3-4-597,3-6 0,1-6 1,-1-8-1,1-4 1,1-1-615,2 1 0,2-1 0,6 1 0,1-2 910,4 2 0,2 1 0,1 1 0</inkml:trace>
  <inkml:trace contextRef="#ctx0" brushRef="#br0" timeOffset="149">529 351 9026,'0'17'458,"-1"1"1,-3 3-395,-2 3 0,-3-2 0,1 3 1,0-2-296,2-1 1,0-1 0,-4-1 0,1 0 230,3-5 0,-3-8 0,4-3 0</inkml:trace>
  <inkml:trace contextRef="#ctx0" brushRef="#br0" timeOffset="283">548 158 7982,'-10'0'204,"1"0"0,2 1 0,1 3 1,-1 2-396,2 3 1,-2-3 0,3 0 100,2 2 1,1 0 89,1 2 0,4 0 0,2-1 0</inkml:trace>
  <inkml:trace contextRef="#ctx0" brushRef="#br0" timeOffset="533">683 110 7853,'-4'10'0,"1"1"733,1 1 0,1 4 1,1 6-1,0 2-19,0 4 0,0 0 1,0 7-1,0 2-470,0 0 1,3-2-1,1-2 1,2-2-261,1-3 1,-1-9 0,0 0-1,1-5-26,2-2 0,1-5 0,-1-5 0,1-4-379,-1-5 1,1-7 0,0-5 0,0-7 264,3-5 0,-2-1 0,2-4 1,-3-1-107,0 0 0,0 1 1,-1-1 46,1 1 1,-2 2 0,0 6-1,-3 6 1,0 3 214,-3 5 0,3 6 0,0 4 0</inkml:trace>
  <inkml:trace contextRef="#ctx0" brushRef="#br0" timeOffset="782">1000 351 7853,'9'0'306,"1"0"1,1-1 0,-1-3 0,2-3 335,0-5 1,-3-7-1,3-7 1,-1-4-129,-1-5 0,-5 2 0,-2-6 0,-3 1-226,-3 5 1,-3 6-1,-6 7 1,-3 5-116,-3 5 1,0 8 0,-7 3 0,0 9 29,1 8 0,6 11 0,-1 9 1,5 7 35,2 6 1,1 0 0,3 3-1,1 1 12,4-3 1,10-9 0,6-2 0,5-10-598,5-8 0,4-8 1,6-5-1,3-6-1456,0-3 0,-1-10 1,0-3 1801,-2-6 0,5-1 0,-8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2:57.6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135 278 8491,'-7'0'935,"1"0"0,5 0 0,1-1-559,5-2 0,5-4 0,2-4 0,1-3-481,2-1 1,-3-2 0,1-6 0,-2-2 96,-2-3 1,-3 2 0,-3 2 0,-3 0-569,-3 3 1,-4 5 0,-6 4-1,-4 5 617,-4 3 1,0 9 0,-4 4-1,1 7 183,3 6 0,1 6 0,3 8 1,2 3 59,2 6 0,9-3 0,-3 5 0,5-3-199,2-4 1,4-7 0,4-3 0,2-2-771,3-4 1,4-7 0,-1-6-1,4-3-2262,2-5 2947,-2-6 0,4-7 0,-5-5 0</inkml:trace>
  <inkml:trace contextRef="#ctx0" brushRef="#br0" timeOffset="333">317 115 8857,'-9'12'0,"-2"2"731,-2 1 1,3 1 0,-2 4 0,3-1-396,3 0 0,1 1 1,-3 2-1,3 1-22,0 2 0,1-3 0,2 3 1,-1-2-230,1-1 0,1-3 1,1-3-1,1-3-181,2-3 0,-1-4 1,4-4-135,2-4 0,0-4 1,1-4-1,-2-3 62,0-3 0,0-6 0,4-3 0,1-1-19,0 1 0,-6 2 1,6-2-1,0-1 191,-2 1 0,1 2 0,-3 5 0,0 2 391,-2 3 1,1 6-1,1 5-129,-1 4 1,-3 11-1,-4 9 1,0 3-350,0 5 0,0 2 1,0-1-1,0 1-673,0-1 1,0-2 0,1-3 0,2-4-202,4-2 1,4-8-1,3-3 1,1-5 956,2-5 0,2-3 0,4-10 0,2-1 0</inkml:trace>
  <inkml:trace contextRef="#ctx0" brushRef="#br0" timeOffset="517">644 163 7667,'-8'-10'526,"1"1"1,-6 0 0,0 1 295,0 2 0,-1 4 1,2 0-1,-2 4-297,-1 4 1,4 4-1,-2 3 1,2 4-103,2 4 1,2 4 0,2 3-1,0-1-251,3 2 1,1-5 0,2 5 0,3-3-799,2-1 1,3-2-1,1-6 1,3-3-523,3-4 0,2-7 1,0 0-1,1-3 548,0-3 1,-5-5 0,5-6 599,-1-1 0,0-1 0,1-3 0</inkml:trace>
  <inkml:trace contextRef="#ctx0" brushRef="#br0" timeOffset="766">731 240 8675,'-1'9'0,"-1"1"362,-1 0 0,-4 0 0,3 2 0,-2 2 66,-1 1 1,2 1-1,-2 3 1,0 0-173,-2 1 0,0 2 0,-1 0 0,1 0-108,3-2 0,-1-2 0,2-2 1,1-3 1124,0-2-1072,1-6 1,4-8-1,2-8 1,3-3-49,3-3 1,0-1-1,1-1 1,1-1-137,2-3 0,-3 3 0,3-3 0,-2 3-442,-2 1 0,2 0 0,1 0 0,1 2 50,-2 1 1,0 5 0,-1-2-1,-1 2-4221,1 1 4596,-5 5 0,4 5 0,-4 5 0</inkml:trace>
  <inkml:trace contextRef="#ctx0" brushRef="#br0" timeOffset="933">846 365 7667,'5'5'1312,"1"-2"1,-1-2 0,2-1-1775,0 0 0,-1-1 0,0-2 1,1-3-52,2-3 0,1-1 0,-1 1 0,1-2-1071,0-2 1584,-1 3 0,1-4 0,-1 4 0</inkml:trace>
  <inkml:trace contextRef="#ctx0" brushRef="#br0" timeOffset="1049">981 249 7667,'-6'5'966,"-1"1"-281,0 3 0,-2 3 0,0 2 0,-1 1-292,0 2 1,4 5-1,-1 1 1,0 2-187,-2 1 0,4-1 1,2 0-1,2-2-923,1-2 0,1-4 0,2-6 1,3-3-1882,3-5 2597,5-6 0,1-7 0,4-5 0</inkml:trace>
  <inkml:trace contextRef="#ctx0" brushRef="#br0" timeOffset="1216">1125 269 12134,'-9'4'765,"-1"2"0,4 5 0,0 4 0,1 5-431,0 4 0,2 2 1,0 6-1,1 5-588,-1 3 0,2 0 1,-2 1-1,2-3-835,1 0 0,0-8 0,0 3 0,0-3-854,0-3 0,0-12 1943,0-2 0,0-5 0,0 2 0</inkml:trace>
  <inkml:trace contextRef="#ctx0" brushRef="#br0" timeOffset="1449">1096 326 8154,'0'-13'40,"0"1"1,1-1 0,2 3 0,0 1 494,-1-1 1,3 0 0,1 1 0,1-1 210,3 0 1,-5 5-1,7 2 1,0 2-420,-2 1 1,1 1-1,-1 2 1,-1 5-172,1 3 0,-5 1 0,-2 5 1,-2 2-366,-1 3 0,-1 3 0,-2-1 0,-4-1-361,-5 1 0,1-2 0,-2-3 0,3-3-1022,0-4 1,4-2 642,-1-4 949,5-6 0,-2-5 0,4-5 0</inkml:trace>
  <inkml:trace contextRef="#ctx0" brushRef="#br0" timeOffset="1616">1337 153 12169,'0'10'893,"0"-1"1,0 3 0,0 3 0,0 5-509,0 4 1,0 3 0,-1 5-1,-1 3-632,-2 2 0,1 1 0,2-2 0,-1-2-1151,-1-1 1,0-5 0,2-5 0,-2-4-1741,0-3 3138,-4-7 0,1 0 0,-3-4 0</inkml:trace>
  <inkml:trace contextRef="#ctx0" brushRef="#br0" timeOffset="1766">1260 394 8450,'4'-7'1650,"3"1"0,1 3 1,3-3-1,1 1-1717,0-1 0,4 1 0,-2-2 0,1 0-1533,2 0 1,-3-1 0,-1 1 1599,-2 0 0,3 1 0,1-4 0</inkml:trace>
  <inkml:trace contextRef="#ctx0" brushRef="#br0" timeOffset="2015">1520 76 8820,'0'-5'2905,"1"1"1,2 4-2385,3 0 0,3 7 1,0 4-1,1 3-287,0 3 0,-1 6 0,0 5 0,-2 4 100,0 2 1,-5 3 0,0 2-1,-5 2-474,-7-1 0,-1-5 0,-5 2 0,-1-3-424,-1-3 1,-1-4 0,0-3 0,1 0-5296,1-3 5859,4-9 0,7-8 0,2-9 0</inkml:trace>
  <inkml:trace contextRef="#ctx0" brushRef="#br0" timeOffset="2148">1731 470 7667,'0'10'2292,"0"-3"1,0-1 0,0 1-1921,0 2 1,1 1-1,1-1-628,2 1 0,0-4 256,-1 1 0,2-5 0,5 2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2:53.8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39 712 7970,'-9'-13'281,"3"0"0,-2-4 0,4 0 0,0-5 0,0-3 9,1-3 1,2-2-1,1-1 1,2-2-94,5-1 0,-1 2 0,8-4 0,0 0-142,2-1 0,3-2 1,3 2 45,0 2 0,1 4 0,-4 8 1,-1 8-66,-2 7 1,2 9 0,-3 9 0,0 10 0,-2 9 54,-2 8 1,-5-1 0,-1 5 0,0-1-96,-3 0 0,-1-4 1,-1-3-1,0 0-220,0-2 0,0-5 0,0 4-527,0-3 0,-1-3 0,-2 3 0,-5-3 751,-4-4 0,-3 1 0,-4-6 0</inkml:trace>
  <inkml:trace contextRef="#ctx0" brushRef="#br0" timeOffset="149">58 510 7761,'-6'-7'1082,"-1"1"0,1-2-784,0 0 0,3-2 0,6 2 0,5 0-62,4 2 0,3 0 1,4-1-1,1 1-244,3-2 1,-2 3-1,4-1 1,-1 2-803,1 2 1,-3 1 0,3 1 809,-2 0 0,4-4 0,-2-2 0</inkml:trace>
  <inkml:trace contextRef="#ctx0" brushRef="#br0" timeOffset="332">452 240 7761,'-6'5'595,"0"1"1,-1 3 132,2 0 1,-1 5 0,4 2-1,-1 3-419,1 4 0,1-1 1,1 5-1,0 2-516,0 1 1,1-2-1,1 2 1,2-5-529,2-2 0,0-8 1,4 2-1,-2-5-1871,-1-3 2606,-3-6 0,0-3 0,2-5 0</inkml:trace>
  <inkml:trace contextRef="#ctx0" brushRef="#br0" timeOffset="501">433 327 8324,'3'-6'458,"1"-1"0,0 4 1,-1-3-1,3-2-39,3 0 1,2 1-1,1 1 1,4-2-402,3 0 0,1-2 0,1 2 0,2 1-935,-2 4 1,-1 2-1,-1 1 1,-2 1 916,-1 2 0,-5 7 0,3 5 0</inkml:trace>
  <inkml:trace contextRef="#ctx0" brushRef="#br0" timeOffset="665">548 471 9674,'-4'0'2189,"4"0"-2046,6 0 0,3-4 0,3-2 0,3-3 56,3-1 1,-1 1-1,6 0 1,-3 2 246,-1 0-446,0 5 0,1-6 0,-1 2 0</inkml:trace>
  <inkml:trace contextRef="#ctx0" brushRef="#br0" timeOffset="815">500 606 7738,'-10'15'766,"-1"-2"0,0-3 129,3 0 0,5 0-591,-1-1 0,5-3 1,6-4-1,6-3-674,4-3 1,3-4 0,3-1 0,2-4-1181,3-1 1,1 1 1549,0-3 0,4 0 0,1-4 0</inkml:trace>
  <inkml:trace contextRef="#ctx0" brushRef="#br0" timeOffset="1048">856 298 7744,'-10'11'454,"-3"2"0,5-1 1,0 6-1,2 0 196,4-1 1,1 0-1,1 2 1,2 0-350,5 1 0,-1-1 1,8-1-1,-1-1-254,0-1 1,1-3 0,-3 2-1,1 0 101,-3 0 1,-1 1 0,-5 2 0,-1-1-384,0-1 1,-7-4 0,-1 1 0,-4-3-202,-3 0 0,1-5 1,-7-1-1,0-3-447,2-1 0,-2-2 0,4-4 0,0-6 883,2-5 0,2 0 0,2-6 0</inkml:trace>
  <inkml:trace contextRef="#ctx0" brushRef="#br0" timeOffset="1265">1327 125 8863,'-4'5'1276,"2"1"0,-4-4 0,-2 3-766,0 4 0,-2-1 1,0 9-1,0 5-261,-3 6 0,1 5 0,-3 5 0,1 2-31,3 1 0,3-4 1,3 0-1,0-3-1091,3-3 0,1-6 1,1-6-1,1-5-610,2-3 0,3-6 0,3-2 1483,1-2 0,4-5 0,1-1 0</inkml:trace>
  <inkml:trace contextRef="#ctx0" brushRef="#br0" timeOffset="1715">1501 164 7706,'-11'1'697,"-2"2"0,2 0 1,-1 6-1,0 2-28,-1 3 0,-2 0 0,-3 4 1,1 4-157,1 1 1,7-2-1,0 2 1,1-3-311,3-1 0,0-3 0,5 1-852,0 0 1,2-7-1,1 0 1,4-3-308,5-1 0,-1-2 1,3-4-1,-2-1 270,1-2 1,3 1-1,-2-5 1,0 0 685,0-2 0,0 0 0,-2-1 0,0 0 0,0 1 0,0-1 0,0 0 0,0 1 0,0-1 0,0 4 0,-1-1 0,0 1 415,1 1 1,-3-3 0,4 4 0,-2-1 161,2-3 0,-2 0 0,2-2 0,-3-1 168,0-2 0,0 2 1,-2-5-1,0-3-611,-2-2 1,-4 1 0,1-3-1,-2 3-38,-1 1 1,-4 4-1,-3 2 1,-4 3 140,-2 4 0,-4 2 0,2 5 0,-1 3-70,0 6 0,3 8 1,-2 7-1,1 4-3,3 3 1,0-1 0,2 4-1,3-1-397,3 0 1,-2-2 0,2 1 0,2-2-1019,3-3 1,2-9 0,4-1-1,3-4-1393,-1-5 2644,5-4 0,0-5 0,5 0 0</inkml:trace>
  <inkml:trace contextRef="#ctx0" brushRef="#br0" timeOffset="1849">1751 317 7706,'0'-5'5784,"1"1"-5809,2 4 1,-1 0 0,4 0 0,3 0-1336,3 0 0,3-1 0,4-1 1360,0-2 0,0-3 0,1 2 0</inkml:trace>
  <inkml:trace contextRef="#ctx0" brushRef="#br0" timeOffset="2031">2030 96 7706,'-10'1'1288,"0"2"0,1 5-384,-1 4 0,-1 4 0,0 7 1,-2 6-239,1 5 1,-2 6 0,1 1 0,2 3-232,0-1 1,2-6-1,3 2 1,3-5-336,2-1 0,1-9 0,0 0 0,1-2-1727,2-5 1,2-3-1,5-8 1,-1-3-2841,1-2 4467,4-1 0,1-8 0,4-3 0</inkml:trace>
  <inkml:trace contextRef="#ctx0" brushRef="#br0" timeOffset="2282">2347 10 7628,'-16'1'0,"1"1"0,0 1 211,0-1 0,-1 2 0,-2 1 0,0 1 1161,-2 5 1,6 0 0,-5 5-1,2 2-857,2 3 1,1 5-1,6 5 1,1 3-231,4 3 0,3-4 1,4 5-1,6-4-63,5-3 0,4-7 0,4-4 0,2-2-950,3-4 0,1-7 0,0-3 1,0-3-1029,-1-1 1,0-5 0,-2-1 1755,-4-3 0,3-4 0,0-2 0</inkml:trace>
  <inkml:trace contextRef="#ctx0" brushRef="#br0" timeOffset="2848">2703 0 8053,'0'14'900,"0"3"0,0 9 0,-1 8-572,-3 9 0,3 3 0,-2 6 0,1-2-439,-1-3 0,2-5 0,-4-3 0,2-4-720,0-7 1,-1-9 0,1-4-2145,-4-7 2975,3-8 0,-5-5 0,4-5 0</inkml:trace>
  <inkml:trace contextRef="#ctx0" brushRef="#br0" timeOffset="3165">2635 317 7667,'0'-12'81,"0"0"342,0 0 0,4 0 0,0 4-261,1 1 1,3 3 0,3 3-416,2-2 1,1 2-1,-2-2 1,3 0-296,3 0 1,-4 1-1,5-4 1,-1-2 547,0 0 0,-1-3 0,-3-1 204,0-1 0,-4 2 0,-6 6 197,-3 9 0,-3 5 0,-7 10 1,-1 2 397,0 1 0,2-1 0,0 4 1,3-1-190,1-3 1,0-1 0,4-2-1,2-2-488,1-3 0,6-3 1,7-4-1,3-4-295,0-4 0,3-8 1,1-10-1,-2-4 25,-1-4 1,-5-1 0,-3 1-1,-4 2-424,-5 0 0,-8 6 0,-4 0 1,-7 7 16,-6 2 1,1 6 0,-5 1-1,0 3-28,-2 1 0,-1 3 0,1 2 0,2 0 583,0 3 0,5 0 0,-3 2 0,5-1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3:22.6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42 344 7641,'-2'-9'-88,"-1"1"1,-4-1 0,2 0 428,0 1 0,-1-1 1,2 1-1,0-1 345,0 0 1,2 6-165,5 3 0,2 4 0,4 8-382,-1 2 1,4 6 0,0 4 0,1 3 0,3 2-163,0 2 0,0-3 0,-1-1 0,0-3-18,0-4 1,-2-4 0,-2-4 0,-1-2-301,2-6 1,-5-4 0,0-5 0,-1-9 97,-1-7 1,-3-3 0,1-6 344,-3 0 1,0 0 0,0 4 0,0 4-1,1 5-63,2 5 0,0 5 0,5 12 0,2 8 72,3 9 0,2 6 1,4 7-1,2-1-22,1 0 0,-2-6 1,2-3-1,-1-3 58,-2-3 0,-4-8 1,-4-7 21,-1-5 1,-2-6 0,0-7 0,-3-2-1,-2-6 38,-2-5 1,-1-1-1,0-6-389,0-1 1,-1 0 0,-1 2 0,-1 4 0,-1 0-628,0 1 0,-2 7 0,3-1 253,1 6 0,-1 4 0,0 3 0,1 0 555,1 1 0,-3 3 0,-1 1 0</inkml:trace>
  <inkml:trace contextRef="#ctx0" brushRef="#br0" timeOffset="153">549 163 7694,'4'9'283,"1"3"-124,4 3 0,-1 1 0,0 1 1,0 2-1,-1 3 0,3 4 341,-1 1 1,2 3 0,-2 0-1,1-2-823,-2-2 0,-2-7 0,2-2 0,-1-5-391,-2-5 0,-3-5 0,1-5 1,-2-7 377,-1-6 1,-3-6 335,0-7 0,-7 3 0,0-4 0</inkml:trace>
  <inkml:trace contextRef="#ctx0" brushRef="#br0" timeOffset="264">644 189 7694,'-6'-19'278,"1"2"0,0 4 0,-2 0 1,2 1 997,1 1-1056,2 5 1,2 3 0,0 6-966,0 3 1,1 0 0,1 0 0,3 2 744,0-1 0,6 3 0,-1 4 0</inkml:trace>
  <inkml:trace contextRef="#ctx0" brushRef="#br0" timeOffset="432">764 112 9052,'5'4'469,"-2"1"0,-2 3 0,-1 1 0,0 4-126,0 4 1,0 4-1,1 6 1,1 1-44,1 4 0,3-2 0,0-2 0,1-1-922,-2-1 0,3-4 0,-2-3-236,1-4 0,1-7 0,-1-8 0,-2-7-138,-2-6 0,3-4 996,-3-8 0,4 1 0,-3-6 0</inkml:trace>
  <inkml:trace contextRef="#ctx0" brushRef="#br0" timeOffset="582">876 120 7604,'0'-8'535,"0"-1"1,1 4 0,1 3 58,1 4 1,1 7-1,-2 5 1,1 4-290,2 5 1,1-2 0,1 7 0,1 1-523,1 0 0,-3 0 1,6 0-426,-3-2 0,3 0 0,-1-7 0,1-1 0,-1-2-729,1-2 0,0-7 1371,0-5 0,-3-2 0,4-1 0</inkml:trace>
  <inkml:trace contextRef="#ctx0" brushRef="#br0" timeOffset="998">1323 17 8004,'1'-7'733,"2"1"0,-1 3 1,2 6-394,0 3 0,3 2 1,-1 4-1,1 2 183,2 2 0,-3 2 0,-1 1 0,2 2-309,1 1 1,-1 1 0,0 3-1,-2 0-94,-1 0 0,1-6 0,-2-2 0,-1-1-64,-1-2 0,-1-3 0,-1-1-534,-2-1 1,-1-5 242,-5-3 1,4-4-1,2-5 1,2-3-270,1-1 0,4-4 1,2 3-1,2 0 233,0-1 0,4 5 0,0 2 1,1 0 258,3 1 1,0 2 0,0 3-1,-1 1 48,0 1 0,-2 4 0,1 5 0,-3 1 558,-4 1 1,-1 2 0,-3 2 0,-1 0 168,-1 0 0,-6-2 1,-2-2-1,-5 0-700,-1 1 1,-3-4 0,-3 1 0,-1-4-580,1-1 0,1-4 0,1 1 0,0-3-830,0-3 0,3-2 1,4-3-1,3-2 486,4-1 1,2-3 859,1-3 0,8 4 0,1 0 0</inkml:trace>
  <inkml:trace contextRef="#ctx0" brushRef="#br0" timeOffset="1248">1615 241 7694,'25'-9'0,"-1"0"240,-1 1 0,-4-1 0,1 0 1,-3-2 671,-3 0 0,2-5 0,-6 3 0,-2-1-403,-4-1 0,-3 5 0,-1-2 0,-1 3-381,-2 0 0,-5 1 0,-4-1 1,-2 1 16,-1 3 1,-1 1 0,-1 5-1,0 3 84,-1 4 1,2 5-1,2 5 1,1 2 150,1 3 1,6 0 0,0 2 0,5 1-61,1 1 1,1 1-1,2-2 1,7 1-451,6-2 0,5-9 0,5-1 0,1-6-641,1-3 0,0-10 0,3-7 0,-3-6-807,-3-3 1,-2-2 0,-5-2 0,0 0 1577,-2 1 0,-4 4 0,0-2 0</inkml:trace>
  <inkml:trace contextRef="#ctx0" brushRef="#br0" timeOffset="1897">661 1100 7903,'-3'-6'0,"0"2"463,-2 0 0,-1-3 0,-2 1-197,3-1 1,0 1 331,2 0 0,3 4 1,0 0-346,5 4 0,2 4 1,3 5-1,0 4-41,2 1 1,0 5-1,-1 1 1,0 1-144,0 0 1,-5-3-1,-1 2 1,0 0-165,0 0 0,-3-5 0,1 1 0,-2-2-20,-1-3 1,-4-8 0,-3-5-171,-3-8 1,0-8 0,-1-8 0,1-5 41,1-5 1,1-1 0,0-2 0,2 2 119,4 0 1,1 2 0,3 2 0,3 5 47,7 2 0,1 8 0,3 0 0,2 6 18,1 5 0,-5 4 0,-3 4 1,-1 4 43,-1 3 0,-2 4 0,-1 6 0,-2 0 418,0-1 1,-4-1-1,3-1 1,-2 0-11,-1 0 0,0-2 0,0-2 0,0 0-355,0-3 1,-1-3-289,-2-2 1,3-6 0,-3-2-1,2-5 69,1-3 1,1-4 0,2-4 0,2-1 47,3 1 1,-1-2-1,0 2 1,3 2 31,-1 1 1,5 6-1,-1-2 1,1 4 85,1 2 1,-1 6 0,2 7 0,-1 3 123,-4 5 0,1 1 1,0 1-1,-2 0-360,0 0 1,-4 1-1,-1-2 1,2-1-541,1-1 0,-3-4 0,1-1 398,1-6 1,1-3 0,-1-2 0,-1-5 390,-3-4 0,2-2 0,-1-8 0,5-1 0</inkml:trace>
  <inkml:trace contextRef="#ctx0" brushRef="#br0" timeOffset="2364">1108 928 10412,'0'9'0,"0"0"559,0 3 0,0 4 1,0 5-1,0 1 33,0 2 1,4-2 0,2 0 0,1-1-432,2-2 0,-1-8 0,1-3 0,1-3-273,1-3 1,-1-3 0,1-5 0,-1-5-165,-2-5 1,-2-2-1,-1-1 1,-1-1 40,-3 1 1,-1 1 0,-1 1-1,-3 2-13,-1 1 1,-1 3 0,-2 1-1,-2 2 47,-1 2 0,-2 2 0,-1-2 0,1 3-779,1 2 0,5 1 1,-1 0 52,0 0 0,5 0 927,3 0 0,4 0 0,5 0 0,0 0 0,3 0 0,-2-1 0,5-1 0,0-2 0,1 0 0,1 2 0,0-1 0,1 2 496,-1 1 0,-1 2 0,-1 3 1,0 3 271,0 2 1,-3 3-1,0 1 1,-3 4-266,0 2 0,-4-1 0,-2 3 1,-2 0-310,-1 0 0,0-3 0,0 1 1,-1-2-5,-2-1 1,-2-3 0,-4-4 10,1-3 1,0-4 0,1-7 0,2-5-153,-2-4 1,0-6 0,1-3 0,1-2-64,1-3 1,-2-1 0,3 0 0,2-1 129,0 1 1,1 2 0,1 1-1,0 2-1468,2 3 0,7 6 0,-2 2 1,2 3 546,0 0 1,2 4-1,1 3 1,1 4 804,-3 4 0,3 5 0,-1 3 0</inkml:trace>
  <inkml:trace contextRef="#ctx0" brushRef="#br0" timeOffset="2631">1469 954 7694,'13'9'279,"-1"-1"1,-2 1 0,1-2 0,0 0 578,0-1 1,-2-4 0,0 1 0,0-3-342,-1 0 0,1-6 0,-1-4 0,0-2-327,-2-3 1,1-3 0,-2-1 0,0-1-67,-2 1 0,-2-1 0,-1 2 0,-1 2-156,-2-1 0,-3 8 0,-4 1 0,-3 4 16,0 2 1,-1 2 0,-3 3 0,2 7 135,1 6 1,3 3 0,0 6 0,1 3 281,2 1 0,2 0 0,1 2 0,1-2-211,2-1 1,5 0-1,4-2 1,3 0-517,5-4 1,-2-4 0,2-4 0,0-5-526,1-2 1,1-5 0,0 0 0,1-5-211,-1-6 1,1 0 0,0-5 0,1 1 325,0 0 0,-2-1 1,5-1 733,-1 1 0,7-1 0,-1-2 0</inkml:trace>
  <inkml:trace contextRef="#ctx0" brushRef="#br0" timeOffset="2997">2363 859 7694,'-4'-5'0,"-1"-1"504,1-1 1,-5 2 0,1 0 0,-3-2 238,-3-1 0,0 1 0,-3 0 0,-1 2-184,-2 2 1,2-3 0,-1 4-1,3 3-59,5 4 0,2 2 0,3 3 0,4 2-271,1 5 0,2-1 0,2 3 0,6 0-302,4-1 1,1 1 0,0-1 0,0 1-391,0 0 1,1-5 0,-4 2-1,0-2 255,-1 0 0,-6-4 0,-1 2 0,-2-3 87,-1 0 1,-4-1 0,-2 1 0,-4 0-74,-1-1 1,-6-2-1,1 0 1,-4-1-476,-2 0 1,3 2 0,0-4-1,3 0-879,1 0 0,5-2 1127,-2 2 0,8-2 0,4-2 0,4-2 421,4-2 0,4 1 0,6-8 0,4 3 0</inkml:trace>
  <inkml:trace contextRef="#ctx0" brushRef="#br0" timeOffset="3447">2303 1091 8269,'20'-3'0,"0"-2"325,-1 0 1,-4 1 0,-1 3-1,-1-2 138,0-2 0,1-1 0,0-2 0,-2-2 259,1-3 0,0 1 0,4-4 0,1-2-633,-1-1 1,-4 0 0,-2 0-1,-4-1-249,-1 1 1,-4 0 0,0 1 0,-4 0 270,-4 2 1,-4 3 0,-3 0-1,0 1-262,-2 5 1,-2 2 0,0 5 0,0 1 274,0 2 1,0 5 0,0 7 0,2 3 234,1 5 1,3 1-1,0 6 1,1 1-144,2-1 0,3 2 1,2 1-1,3 0-177,3-2 1,3-5-1,6 0 1,4-3-822,3-5 0,5-6 0,-1-1 0,2-5-388,1-3 0,0-4 0,-1-4 0,1-7 450,0-3 0,-1-5 0,-1-1 0,-1-2 720,0-4 0,-4 3 0,-3-3 0,-3-1-11,-2 1 0,-5-3 0,-1 0 0,-1 1 132,-2 3 1,-5 7 0,-3 3 0,-1 7 892,-2 5 1,0 3-1,1 2 1,-1 3 17,1 4 1,-1 6-1,0 5 1,1 2-366,-1 1 0,5 1 0,0 2 1,1 1-387,0 0 0,0-4 1,3-2-1,1-2-142,2-1 0,2 0 1,3-1-1,2-3-1534,1-1 1,3-9-1,3 3 1,0-4-115,0-2 0,1-4 0,1-2 0,2-1 1509,-2-2 0,-1-3 0,-1-2 0</inkml:trace>
  <inkml:trace contextRef="#ctx0" brushRef="#br0" timeOffset="3930">2913 954 7694,'-1'9'1091,"-1"-1"1,-1 2-490,1 1 0,0 0 0,0 2 0,0 0-191,0 1 0,2-4 0,3 2 0,2-3-449,3 0 0,1-2 0,3-1 0,1-3-383,1-2 1,2-1 0,-3-1-1,1-2 15,-3-3 0,-1-5 0,-2-3 0,0-3 229,-2-4 1,0 3-1,-3-2 1,-1 2 473,-1 1 1,-1 4 0,0 1 266,0 3 1,0 5-1,0 4-442,0 5 1,0 3-1,1 4 1,2 2-858,3 2 0,1-3 0,2-1 0,-1-3 117,1 0 1,0-4 0,-1-2 0,1-2 249,-1-1 0,1-4 1,0-3-1,-1-3 368,1-5 0,-1-2 0,1-2 0,0-1 148,-1 1 1,1 1-1,-2 2 345,-1 1 1,1 8 62,-4 7 0,0 4 0,-3 8 0,0 3 153,0 4 0,0-1 1,0 2-1,0-1-450,0-2 1,0-3-1,0 0 1,0 1-256,0-2 1,2-1 0,2-3 6,1 0 0,-2-5 0,2-2 0,-1-3-100,1-1 0,-2-9 0,2 0 0,0-6-60,-1-3 1,-1 0 0,3-4 0,0-1 137,-2-2 1,4 4 0,-3-4 0,2 1-566,1 3 1,-1 4 0,4 1 0,0 1-3291,0 2 3866,-1 7 0,6 0 0,-3 8 0</inkml:trace>
  <inkml:trace contextRef="#ctx0" brushRef="#br0" timeOffset="4180">3506 851 7694,'16'3'0,"-2"0"516,-2 2 1,0-3 0,0 1 0,-2-3-145,0-3 0,-4-3 0,-2-5 0,0-3-157,-2-3 0,-1-1 1,-1-2-1,0-3-122,0-2 1,-3 0-1,-1 0 1,0 2-197,-3 3 1,-2 2-1,-1 2 1,-3 1-129,0 4 0,3 5 1,-3 4-1,2 4 133,-1 4 0,1 2 1,2 5-1,2 4 260,1 5 0,-1 4 0,4 2 0,1 4 227,1 1 0,1 2 0,1-1 0,2 0-599,3 1 1,4-4 0,3-2-1,-1-3-761,1-4 1,2-11 0,-2 2 0,2-5 970,-1-4 0,0-2 0,3-2 0</inkml:trace>
  <inkml:trace contextRef="#ctx0" brushRef="#br0" timeOffset="4317">3686 834 9094,'5'0'636,"-1"0"1,-4 0-1,0 0 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3:20.2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171 114 7226,'-9'-13'0,"-3"5"158,-2 4 0,1 3 1,-2 2-1,0 3 378,-1 4 0,2 9 0,0 6 1,1 2-87,-1 4 0,7-1 0,-1 2-200,3 0 1,4 0 0,3-3 0,4-3 0,2-3-272,0-5 0,5-3 0,0-8 0,1-2-138,1-2 0,-1-8 0,2-5 1,0-5-39,-2-6 0,-3-1 0,3-6 1,-1-1 48,0 1 1,-4 2-1,1 0 1,-2 3 242,-1 2 1,-1 5 470,-1 1 0,-1 12 1,-4 12-257,0 8 0,1 6 1,1 6-1,2 1-362,1 0 0,-2 4 1,2-3-1,1-3 1,0-1-1003,-1-2 0,1-4 1,4 0-1,0-4 512,2-7 1,-1-3 0,-2-7 541,-1-4 0,1-7 0,0-9 0</inkml:trace>
  <inkml:trace contextRef="#ctx0" brushRef="#br0" timeOffset="282">386 183 7739,'0'-9'810,"0"0"-257,0 5 1,-3 1-1,1 7 1,0 4 0,1 6-1,1 3-346,0 3 0,0-1 1,0 4-1,0 2-406,0 2 1,4-2-1,0 3 1,2 0-64,0-2 1,-1-6 0,4-4 0,0-6 63,-1-5 1,1-4 0,-2-6 0,0-6-22,-1-8 0,0-6 1,1-3-1,0-1 184,-1 2 0,-3 0 1,2 2-1,2 1 121,1 1 1,-1 8 0,0 1-1,-1 4 235,0 4 0,-1 3 0,0 4 0,-1 2-66,-2 6 1,1 1-1,0 4 1,0 1-264,1 1 0,-3 2 0,3-1 0,-1-1-644,0-2 0,2 0 0,-1-5 0,1 1-231,2-3 1,-3-5 0,2-2 882,1-4 0,0-12 0,2-2 0</inkml:trace>
  <inkml:trace contextRef="#ctx0" brushRef="#br0" timeOffset="599">670 45 8048,'0'-19'461,"0"2"1,1 10 0,2 5 0,2 9-155,3 6 1,1 8 0,0 3 0,2 3 40,0 1 1,4-1 0,-3 5 0,1-4-288,3-1 1,-4-4 0,-1-2-1,-1-2-402,-1-3 1,-2-4-1,-1-1-191,-3-1 1,-3-4-1,-3-2 1,-3 0 134,-1-2 1,-6 0 0,-1 0 0,-2 1 299,-2-1 1,0 2-1,0-1 1,-1 1 326,0 0 1,7 3-1,-3-1 1,6 4 306,3 1 0,2 1 0,4-4 0,1 1-168,2 0 0,6-2 0,5-1 0,2-3-93,1-2 1,0-2 0,1-2-428,-1-3 1,2-2-1,0-4 1,-2-2-1,0-2-981,-1-1 0,-4-1 0,1 1 343,0 0 0,1-3 0,-2 0 789,-2 1 0,4-3 0,-1 0 0</inkml:trace>
  <inkml:trace contextRef="#ctx0" brushRef="#br0" timeOffset="831">1297 105 7682,'5'1'-243,"-1"1"1,-1 2 694,0 1 0,0 4 0,-1 6 0,1 2-17,-1 3 0,0 6 1,0 5-1,1 4-474,-1 2 0,-1 3 0,-1 3 0,0-1-264,0-3 1,0-8-1,0-1 1,0-6-464,0-7 0,-4-7 0,-2-8 766,-2-4 0,0-3 0,-1-4 0,1-3 0,-1-1 0</inkml:trace>
  <inkml:trace contextRef="#ctx0" brushRef="#br0" timeOffset="1098">1280 277 7721,'9'-22'94,"-1"2"0,1 1 0,0 1 0,3-1 44,2 0 0,0 5 0,0-2 0,1 3 361,1 2 0,-1 5 1,-2 1-1,0 1-213,-3 2 0,-4 5 0,-3 3 0,-2 1-191,-1 2 0,0 2 0,-1 2 0,-2 0-66,-3 2 0,-2-1 0,-1 0 0,-2 1-35,0 2 1,-4 0 0,1-1 0,0-1 235,0 0 0,2-4 0,0 2 16,2 0 0,-2 1 0,5-1 0,1 0-119,2 2 1,2-5 0,5-2-402,2 0 1,8-4 0,4-1 0,5-3 0,4-2-775,2-1 1,0-8 0,2 1 0,1-4 169,0-4 1,-6 2 0,3-6 877,0 1 0,-1-6 0,-1 0 0</inkml:trace>
  <inkml:trace contextRef="#ctx0" brushRef="#br0" timeOffset="1330">1675 97 7682,'-8'-5'412,"-1"2"0,1 2 0,-1 1 0,0 0 417,1 0 1,-1 3 0,2 1-1,0 2-363,1 3 0,4 0 0,-1 3 0,3 1-260,0 1 1,3 3 0,4 2 0,3 3-249,1 3 1,1-1-1,-2 4 1,0-1-61,-3-1 0,-1 1 0,0-1 0,-4 1-101,-1-2 0,-2-5 0,0-1 0,-3-4-119,-1-3 0,-4-3 0,-2-1 0,0-2-353,2-3 0,0-3 0,1-3-190,-1-3 0,4-2 0,2 0 1,3-2-338,0-1 1202,3 5 0,6-9 0,4 5 0</inkml:trace>
  <inkml:trace contextRef="#ctx0" brushRef="#br0" timeOffset="1616">1770 483 7682,'0'9'672,"0"0"0,-1-2 161,-2-1 1,1 2-627,-3-3 1,2-1 0,-2-2 0,1-5-114,2-5 0,1-6 1,1-6-1,0-4-199,0-3 0,3-1 0,1-3 1,1 1 59,1-1 0,2 3 0,1-3 0,-1 1 158,1 3 1,-1 3-1,1 3 1,1 3 74,1 4 0,-1 5 1,4 3-1,-2 4 517,-1 4 0,-1 7 1,1 6-1,0 3-485,0 2 0,-1 5 0,0 0-550,-2 3 1,3 3 0,-6-1-1,-1 0 1,-1 3-850,-2 0 0,-1-1 1,-1-2-1,-3 0-267,-4-3 0,-2-4 1446,-4-3 0,0-5 0,-4-3 0</inkml:trace>
  <inkml:trace contextRef="#ctx0" brushRef="#br0" timeOffset="1746">1744 492 8064,'0'-21'0,"0"3"632,0 3 1,0 1-1,1 0 1,2 2-522,3 3 1,5 0 0,4 1-1,1-1 280,1 1 1,4 0-1,1 1 1,1 2-605,0 2 1,-3-3-1,2 3 1,-1 1-901,-2 1 1,-8 1 0,-2 0 1112,-1 0 0,-5 4 0,1 1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3:13.2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272 179 7927,'0'-17'0,"-1"-1"62,-2 1 1,1 0-1,-4 0 1,0 0-1,-2 0 1,-1 0-1,-2 3 1,0 3 493,0 1 1,-1 5-1,-1 3 1,0 4-211,-2 4 1,2 9 0,2 5 0,1 6 111,2 6 1,-1 7 0,1 8 0,2 3-273,0 2 1,4-7 0,-1 4 0,3-3-274,3 0 1,-1-7 0,5 2 0,1-1-722,3-3 1,0-3 0,-2-5 0,0-4-160,3-3 967,-7-8 0,11 2 0,-7-8 0</inkml:trace>
  <inkml:trace contextRef="#ctx0" brushRef="#br0" timeOffset="152">40 540 7927,'-10'-6'1724,"0"1"-31,-2 1-1684,5 2 0,7 3 1,6 0-1,5 3-143,3 1 0,6 0 1,3 2-1,3-3-587,3 0 0,-3-1 0,4-3 0,0 0-1144,1 0 1865,-1 0 0,7-8 0,-2-1 0</inkml:trace>
  <inkml:trace contextRef="#ctx0" brushRef="#br0" timeOffset="421">427 394 8565,'-12'-3'0,"-1"0"544,-4 1 0,4 1 0,-5 2 0,1 2 6,2 3 0,3 4 0,1 3 0,1 0-169,1 2 0,5-1 0,1-1 0,2-1-436,1-1 0,5-2 1,3-1-1,6-1-308,2-2 1,2-3 0,1 0 0,2-4-145,1-3 0,-2-4 0,2-2 1,-1-4 164,-2-1 0,-1-4 0,-1 0 0,-3 1 550,-3 1 0,-5 3 1,-3 2-1,-2 1 166,-1 1 1,-4 5-1,-3 3 1,-3 3 123,-4 3 1,0 6 0,1 5-1,-1 3-571,1 0 1,5 3 0,1 1 0,1 0-601,1 0 0,3-4 0,1-4 0,6 0-1218,7-3 1891,3-4 0,6-2 0,1-4 0</inkml:trace>
  <inkml:trace contextRef="#ctx0" brushRef="#br0" timeOffset="619">693 248 7927,'-3'13'330,"0"-2"0,-2 3 0,2 0 0,1 2 651,1 2 0,1 3 1,1 1-1,1 0-587,1 1 1,3-3 0,0 3 0,1 1-275,-2 1 0,2-5 0,-4-2 0,0 0 41,1 1 1,-3-3-1,0 2 1,-2-4-525,-5-2 0,-2-8 1,-1 4-1,-2-3-610,0-3 0,-4-1 0,4-2 0,-1-2-1870,0-3 2843,6-5 0,-9-6 0,5-5 0</inkml:trace>
  <inkml:trace contextRef="#ctx0" brushRef="#br0" timeOffset="770">908 162 7927,'8'0'1243,"0"2"-587,-2 3 0,0 3 0,-3 9 0,-1 6-294,-1 7 1,-1 3 0,0 8 0,-1 1-280,-2-1 0,-1 0 1,-4 1-1,1-1 166,2-1 0,-1-6 0,-3-2-249,1-4 0,-5 4 0,0-6 0</inkml:trace>
  <inkml:trace contextRef="#ctx0" brushRef="#br0" timeOffset="902">839 488 7927,'0'-11'296,"0"-1"0,3 1 0,1 2 0,1 1 306,1-1 0,2 0 0,1 1 0,3-1-940,2 1 1,1 2 0,1 0 0,3 0 337,2-2 0,2-1 0,3 1 0</inkml:trace>
  <inkml:trace contextRef="#ctx0" brushRef="#br0" timeOffset="1619">1527 359 7799,'-9'0'375,"3"0"1,2 1 223,0 2 0,1-1 1,4 3-1,2-1-328,2-2 1,4-1 0,2-1 0,4 0-94,1 0 1,1-5 0,-1-3 0,0-3-697,-2-3 1,-3-1 0,2-5 0,-3-3 142,-2-2 1,-5-2 0,-1 2 0,-5 0 319,-6 3 0,-4 11 0,-6 1 0,-2 5 361,-1 6 0,1 7 0,-3 8 0,-1 6-15,1 7 0,5 4 0,2 3 295,5 1 1,3 0 0,3-4 0,4 1 0,4 0-812,4-2 0,6-4 0,5-7 0,3-1-202,2-1 0,-2-7 1,2-1 426,-1-6 0,6-4 0,0-1 0</inkml:trace>
  <inkml:trace contextRef="#ctx0" brushRef="#br0" timeOffset="1956">1733 325 7799,'-1'-5'701,"-2"2"-66,-3 2 0,3 5 1,0 3-1,1 3-275,-1 5 1,2 5-1,-2 3 1,2 1-143,1 2 0,-1 0 1,-1 0-1,-1-1-93,1-2 1,2-2 0,0-5 0,2-2-312,1-2 0,1-7 0,-1-3 27,3-4 0,1-4 0,2-8 0,-1-4-159,1-3 0,1-6 0,0-3 0,3-2-86,0 1 1,-2-1 0,3 0 0,-1 1 238,0 3 0,1 8 0,1-1 1,-2 6 337,0 6 0,-2 3-62,-2 9 1,-4 5 0,-2 7-1,-2 2 1,-1 3 317,0 3 1,-3-1-1,0 0 1,1 0-522,1 0 0,-2-5 1,0 2-1,1-1-850,1-3 1,2 2-1,2-7 1,3-2-707,2-4 1648,0-3 0,5-5 0,0-1 0</inkml:trace>
  <inkml:trace contextRef="#ctx0" brushRef="#br0" timeOffset="2170">2145 144 7799,'-8'0'0,"-1"0"0,0 1 509,-3 2 0,0 2 1,-3 5-1,-1 2 500,-2 5 0,1 5 0,-2 7 0,3 1-582,1 1 1,6 2 0,0-3 0,5 0-514,3-2 0,3-7 0,3 1 0,5-5-423,2-2 1,2-8 0,4 1 0,0-3-266,2-3 1,-1-2-1,3-3 1,-1-4-51,-2-3 1,0-4 0,0-3 0,1-1 823,-1-2 0,-4 2 0,-3-3 0</inkml:trace>
  <inkml:trace contextRef="#ctx0" brushRef="#br0" timeOffset="2420">2300 265 7567,'-8'4'730,"2"1"0,1 6 0,0 1-171,0 2 1,3 3-1,-3 4 1,0 1-323,0 2 0,2-2 0,-2 1 0,-1 0-110,1 2 1,-2-2 0,4-2 0,-2-1-58,-2-1 1,3-6 7,2 1 0,1-8 0,1-7-72,0-7 0,1-4 0,1-6 1,4-2-35,2-3 1,1-2-1,3-1 1,2 0-219,2 0 0,-1 4 0,-1 0 0,1 0-291,1 0 0,2 0 0,-1 0 0,0 4-298,0 2 0,-2 6 0,-2-2 1,-1 4 834,-1 2 0,-2-2 0,0 4 0</inkml:trace>
  <inkml:trace contextRef="#ctx0" brushRef="#br0" timeOffset="2552">2446 325 8984,'0'9'727,"0"-1"0,1-3 1,2-2-910,3-2 1,1-1-1,2 0 1,1 0-875,1 0 0,-1-4 0,2-2 1056,0-1 0,2-6 0,3 0 0</inkml:trace>
  <inkml:trace contextRef="#ctx0" brushRef="#br0" timeOffset="2704">2661 222 7799,'0'12'540,"-4"-1"1,-1 3-1,-1 1 117,-3 2 1,2 2 0,-7 2 0,2 4-187,1 1 1,-1 1 0,0 6-1,1 4-582,-1 1 0,5-4 0,-1 2 0,3-2-150,4-2 0,0-7 1,2-4-1,1-7-1042,4-9 1,6-7 1302,2-7 0,2-7 0,1-6 0</inkml:trace>
  <inkml:trace contextRef="#ctx0" brushRef="#br0" timeOffset="2886">2764 334 7799,'-1'-5'0,"-1"3"703,-1 4 1,-2 3 0,1 7-1,0 2 119,0 3 1,1 4 0,2 4 0,0 5-934,-2 3 1,0 1 0,3 5 0,0 0 22,0 0 0,0-4 1,0 0-1,0-2-1503,0-3 0,0-10 1,0-6-590,0-3 2180,0-6 0,-4-9 0,-1-6 0</inkml:trace>
  <inkml:trace contextRef="#ctx0" brushRef="#br0" timeOffset="3103">2730 445 7799,'5'-17'219,"-2"0"1,-2 0 0,2 0 204,3-1 1,2 0 0,0 0 0,1 0-49,-1 2 1,2 4 0,0 1 0,3 2-170,0 3 0,-1 3 1,1 4-1,-1 2-41,-1 6 1,-4 1 0,-3 7 0,0 2 67,-2 2 1,-1-2 0,-1 2 0,-1 0-165,-2 2 0,-1-2 0,-5-1 1,0-2-548,1-1 1,-4 0-1,1 0-1557,0-3 1,3-6 1233,2-8 0,2-5 0,4-7 800,0-2 0,8-6 0,1-2 0</inkml:trace>
  <inkml:trace contextRef="#ctx0" brushRef="#br0" timeOffset="3270">2970 213 8796,'0'9'992,"1"0"1,1 2 0,1 2-512,-1 3 0,-1 5 0,-1 6 0,0 3-807,0 0 1,0 2 0,0 2 0,0 1 152,0-1 1,-1-2 0,-1-3 0,-1-1 172,1-3 0,-2-9 0,-1 0 0</inkml:trace>
  <inkml:trace contextRef="#ctx0" brushRef="#br0" timeOffset="3436">2953 437 8146,'0'-9'487,"0"0"0,0 1 1,0-1 244,0 1 0,0 2 1,1 1-671,2 1 1,2-1 0,3 2 0,2 1-573,1 1 0,0 1 0,3 0 0,3 0-118,2 0 1,-1-3 0,2 0 0,-2 1-517,-1 1 1144,0 1 0,1-3 0,-1-2 0</inkml:trace>
  <inkml:trace contextRef="#ctx0" brushRef="#br0" timeOffset="3552">3220 342 7625,'0'13'201,"-4"-4"0,0 4 1,-3-1-1,2 1 1,-1 2-1,0-1 1,0 1 271,0 1 0,1 2 1,0-1-1,1-1-1242,3-2 1,0-1 0,2-6 43,1-1 0,0-6 1,4-7 724,1-3 0,4-7 0,3-5 0</inkml:trace>
  <inkml:trace contextRef="#ctx0" brushRef="#br0" timeOffset="3686">3297 273 7968,'3'-8'0,"0"-1"1424,-1 1-1169,-1 3 1,-5 2-1,-1 6-312,0 3 0,1 1 1,4 2-1,0-1-410,0 1 1,0 0 0,0-1-1910,0 1 2376,4-4 0,1 2 0,4-2 0</inkml:trace>
  <inkml:trace contextRef="#ctx0" brushRef="#br0" timeOffset="3919">3374 316 7799,'-3'13'146,"-2"-3"1,-4 6 0,1 2 813,-1 4 0,3 3 0,1 3 1,-1 3-208,1 2 1,1 0 0,5 2 0,2-5-615,3-8 1,5-7 0,4-7 0,2-4-372,3-3 1,-2-9 0,2-7 0,-2-7 370,-1-5 0,1-1 0,-2-2 0,-2 2-679,-2 0 0,-6 5 1,-1-4-1,-1 2-157,-2 4 0,-5 5 0,-3 3 0,-2 0 279,-4 3 1,2 4 0,-4 3 0,1 2 20,-1 1 1,4 0-1,-1 0-243,1 0 1,6 3 639,4 0 0,4 4 0,5-2 0</inkml:trace>
  <inkml:trace contextRef="#ctx0" brushRef="#br0" timeOffset="4187">3555 291 7799,'8'0'401,"1"3"1,-4 2 0,-1 4-1,-1-1 1,-1 2 0,0 1-1,-1 4 520,-1 1 1,-1 5 0,-2 2-1,-2 3-511,-3 2 0,-1 0 1,1 4-1,-1 3-177,1 1 0,-1-2 0,1-3 0,3-3 33,2-6 1,2-8-187,1-14 0,2-8 0,3-15 0,4-6-598,4-6 0,-2-2 1,3-3-1,3 0 244,2 1 1,-1 1 0,2 5-1,-2 5-132,-1 5 0,0 8 1,1 7-1,0 5 3,2 5 0,-5 7 1,2 9-1,-1 7 468,-3 6 1,-2 2 0,-4 2 0,-2 0 0,-1 2 1,-1-4-1,-4 0-157,-2-2 0,-2-2 0,-4-4 0,0-5 91,-3-3 0,-1-2 0,-4-7 0</inkml:trace>
  <inkml:trace contextRef="#ctx0" brushRef="#br0" timeOffset="4615">1552 1055 7739,'-17'0'154,"-4"1"0,-1 2 0,-2 4 1,0 4-1,0 8 0,1 5 0,1 9 695,3 6 0,2 3 0,2 7-661,4-2 0,2 5 0,3-7 0,4-1 0,1 0-279,1-3 1,3-6 0,2 0-1,2-4-865,1-4 0,-3-13 0,6-3 0,-2-7-862,-2-5 1818,2-2 0,-5-17 0,5-3 0</inkml:trace>
  <inkml:trace contextRef="#ctx0" brushRef="#br0" timeOffset="4953">1295 1408 7739,'-9'-9'182,"0"1"0,1 0 1087,-1 2 0,3 2-751,1 4 0,3 1-391,-1 2 0,6 2 0,4 4 0,3-1 0,4 1 0,4-1-289,2 1 1,-1-3-1,4-1 1,0-2-863,2-1 1,1-2-1,0-3 1,1-3 590,1-5 1,-3 1 0,1-5-1,-3 0 433,-5-1 0,-9 2 0,0 3 0,-8 7 0,-3 7 0,-6 8 1028,-1 4 1,-1 3-1,3 1 1,0 2-220,1 1 0,4-5 1,0 1-1,1 0-599,1-3 1,3-7 0,4 0 0,3-4-305,1-5 1,4-3-1,-1-5 218,-1-3 1,0-4-1,-5-5 1,0 0-1,-2 0-467,-4 2 1,-1 1 0,-2 1-1,-1 2-226,-4 1 1,-6 3-1,-1 0 1,-1 2 171,-1 4 1,4 1 0,-3 4 0,1 1 47,0 2 0,5 0 1,0 4-1,4-1-1027,2 0 1376,1 2 0,5 1 0,0-1 0</inkml:trace>
  <inkml:trace contextRef="#ctx0" brushRef="#br0" timeOffset="5220">1793 1279 8341,'16'0'0,"-1"0"538,-4 0 0,-1 1 0,-3 3 0,0 3-88,-1 4 0,-4 4 1,1 0-1,0 4 31,0 4 1,0 2 0,-4 1-1,-1 1-212,-1 1 0,-3 0 0,0 3 0,-2-2-303,0-1 1,-1-5-1,0-4 1,1-4 66,-1-3 1,1-8-1,0-4-75,2-8 0,2-5 0,4-8 1,0-1-114,0-3 0,4-2 1,2-1-1,2-1 40,0-2 0,4 3 1,-1 0-1,1 2-351,0 3 0,-1 1 1,3 4-1,1 0-334,1 2 0,2 4 1,-1 2 247,0 3 1,3 0-1,1 4 1,0 2 551,0 0 0,3 1 0,-2 0 0</inkml:trace>
  <inkml:trace contextRef="#ctx0" brushRef="#br0" timeOffset="5588">2455 1038 7302,'-6'3'306,"0"0"0,1 3 0,-4-2 0,0 0 273,1 3 0,3 2 1,1 2-1,1 4 8,1 4 1,-1 4-1,4 6 1,1 3-292,4 5 0,2-1 1,1 2-1,2-1-232,0 0 1,1-10 0,-4 0 0,1-4-58,0-4 1,-4-7-18,1-4 0,-4-6 1,0-2-438,-4-5 0,-3-2 1,-4-2-1,-3 1 1,-2 0 183,-2 2 1,-4 0-1,0 2 329,0-1 0,2 3 1,1-1-1,1 3 1,2 3 186,2 3 1,5 1 0,3 2 0,0 1-158,2 1 0,5 0 0,2 2-428,3-1 1,5 3-1,1-4 1,2-1 0,1-3-687,0-1 1,4-4 0,1 0 0,1-4 250,0-4 1,1-5 766,5-4 0,-6-5 0,2-2 0</inkml:trace>
  <inkml:trace contextRef="#ctx0" brushRef="#br0" timeOffset="5852">2644 1348 7739,'-4'-9'711,"-2"1"1,-2 3 186,-4 2 0,2 2-466,-5 1 1,1 0 0,-2 2 0,2 3 0,2 4 0,2 4 193,-2 2 1,5 1-1,0 0 1,2 0-680,3-2 1,5-4 0,4 2-1,3-3-264,5 0 0,1-4 0,2-3 0,1-4-235,1-4 1,4-3 0,-3-2 0,0-3-10,-1-3 0,-4 0 0,4-1 0,-2-1 380,0-1 1,-5 3 0,-2 3 677,-1 2 0,-5 6 1,-2 9-197,-2 8 0,-4 5 0,0 3 0,0 2-405,-1 1 0,2-2 0,-3 1 1,2-2-1546,1-3 0,2-4 1040,3-1 0,2-7 609,7-7 0,1-5 0,4-10 0</inkml:trace>
  <inkml:trace contextRef="#ctx0" brushRef="#br0" timeOffset="6018">2962 1124 10122,'-1'9'0,"-1"0"830,-1 3 1,0 6 0,3 8 0,0 4-566,0 4 1,0 4 0,0 1 0,0 1-864,0 0 0,0-2 1,0-1-1,0-3-439,0-3 0,0-9 0,0 0 1,-1-6-866,-2-5 1902,3-5 0,-12-10 0,3-5 0</inkml:trace>
  <inkml:trace contextRef="#ctx0" brushRef="#br0" timeOffset="6386">2893 1468 7739,'-4'-9'347,"3"4"0,-2-1 397,3-1 1,0 0 0,0-2-462,0 0 1,0 4 0,0-1 0,3 0-354,3 1 0,5 1 1,1 2-1,1-1-668,3 1 1,3 0 0,2 0 0,1-2 170,2 0 1,-2 1 0,0-3 0,1-1 566,-1 0 0,-1-2 0,-4 1 0,-3 2 0,-3 0 0,-5 0 1,-4-1 61,-4 1 0,-4 2 0,-4 5 351,-2 2 0,-3 3 0,1 4 1,-1 3-1,-1 0 964,2 2 0,3 1 0,1 1 1,2-2-1014,3-1 0,2-2 0,-2 1 1,1 0-441,2-3 1,5-1 0,4-4 0,3-2-448,5-2 0,2-6 1,2-3-1,2-7 45,1-4 0,-3 0 1,1-4-1,-2 0 453,-1-2 1,-2 2-1,-2 3 163,-1 4 1,0 0-1,-4 10 1,1 4 0,0 3-61,-1 4 1,-2 8 0,0 3 0,0 3-365,2 0 0,-2-1 0,-1-1 0,-1 0-1970,1-3 2256,-3-2 0,6-3 0,-4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3:32.6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65 138 7931,'0'7'611,"0"0"1,0 2-1,0 5 207,0 4 1,-2 11-1,-1 10-322,-1 6 0,0 20 1,-3 7-1,-1 5 1,-1 2-174,2 1 0,2-7 0,1-2 0,0-4-481,1-8 1,1-7 0,0-7 0,2-5-479,0-6 1,2-12 0,3-7 0,0-10 53,2-8 582,-4-7 0,0-15 0,-3-5 0</inkml:trace>
  <inkml:trace contextRef="#ctx0" brushRef="#br0" timeOffset="183">1 241 8021,'0'-9'0,"0"2"0,0-1 540,2 1 1,3-1 0,3 2 0,4-1 184,2-2 0,3 2 0,4-5 0,4-1-552,5-1 0,2-5 0,7 1 0,2-2-811,0 1 0,-1 4 0,-5 5 0,-3 3-1325,-4 5 1963,-10 7 0,3 2 0,-8 6 0</inkml:trace>
  <inkml:trace contextRef="#ctx0" brushRef="#br0" timeOffset="385">148 600 8024,'-19'7'1103,"3"-2"0,1 0-558,4-3 0,5-2 0,6-2 1,5-3-298,5-3 1,2-2 0,7-4-171,4-1 1,1 0 0,3-3 0,1 1-95,2-1 1,5 2 0,-3 1 0,0 3 0,0 3-4181,-2 5 4196,-6 8 0,4 6 0,-5 7 0</inkml:trace>
  <inkml:trace contextRef="#ctx0" brushRef="#br0" timeOffset="705">482 1017 7969,'-15'28'0,"0"0"0,3-6 0,-3 0 967,4-6 1,5-9 0,3-11 0,3-9-427,0-9 1,0-6-1,3-7 1,2-6-418,2-5 0,2 2 0,4-12 0,3-7-138,4-6 0,2-1 1,5-3-1,3-5 54,2-1 1,-2 8 0,2 0-408,0 13 1,-1 1 0,-4 15-1,-1 3 1,-1 4 195,-3 8 0,-4 14 1,-4 8-1,-3 8 370,-2 7 1,-3 12 0,-1 7 0,-3 7 81,-2 6 0,0-1 0,0 10 0,0 2 146,-2 0 0,1-2 0,-2 3 1,0 2-585,-1 1 1,0-4-1,0 5-568,-1-5 0,-3 5 0,-1-4 0,0-2 0,-1-1-1895,0-7 2620,2-14 0,-7 3 0,1-10 0</inkml:trace>
  <inkml:trace contextRef="#ctx0" brushRef="#br0" timeOffset="866">591 754 7895,'-3'-16'113,"-1"5"1,-1-1 0,0 1 649,3 1 0,5 2 0,3-3 0,4 0-160,3-2 1,3 1 0,2-1 0,5 0-945,2 0 0,0 0 1,7-2-1,1-2-547,2-2 1,5-1 0,3-1 0,2-4 502,1-2 0,-6-2 0,6-4 385,-5-1 0,-1-2 0,-5-2 0</inkml:trace>
  <inkml:trace contextRef="#ctx0" brushRef="#br0" timeOffset="1100">1296 100 7895,'-12'15'0,"3"3"0,-6 6 0,-1 4 1175,1 2 0,-4 6 0,3 0 0,1 3-100,0 1 1,5-4 0,0 6-1,5-3-623,3 0 0,1-9 1,1 1-1,1-2-282,1 0 0,-2-1 1,2 3-1,-4 2-101,-2 2 1,-3-3 0,-3 5 0,-4-2-630,-4-1 1,1-10-1,-6 0 1,-2-4-253,0-4 0,-2-5 1,3-3-1,2-3-66,3-3 0,4-1 0,0-2 468,4-1 0,2-4 0,5-6 0,3-2 0,6-4-2287,5-2 2697,3-3 0,8-9 0,-1 0 0</inkml:trace>
  <inkml:trace contextRef="#ctx0" brushRef="#br0" timeOffset="1284">1437 337 7894,'0'7'2028,"0"-1"1,0 0-462,0 1 1,3-4 0,2-1 0,2-2-815,2-2 1,3-1 0,0-4-1,3 1-499,2 0 0,0-3 1,3 0-1,1-1-170,0 1 0,-5 1 1,3 1-1,-2 1-928,-1-1 0,-4 3 0,1 0 844,-1-1 0,-3-1 0,1 0 0</inkml:trace>
  <inkml:trace contextRef="#ctx0" brushRef="#br0" timeOffset="1450">1655 318 7894,'-18'28'1187,"1"-2"1,-5 10-1,2 4-88,-2 5 1,2-2 0,-1 7 0,0 0-645,0 2 0,3 1 0,0 4 0,1 3-50,3 0 0,3-11 0,4-4 1,2-9-97,2-6 0,6-12 0,4-2-1541,3-7 0,5-10 1,2-12-1,4-8 1,3-9-1779,3-6 0,1 0 3010,4-9 0,-4 4 0,3 0 0</inkml:trace>
  <inkml:trace contextRef="#ctx0" brushRef="#br0" timeOffset="1617">1867 331 7894,'-9'22'2286,"0"0"1,-3 4-1,-1 4-1415,-1 2 1,3 0 0,1 4 0,0 0 413,0 2 1,0-1-1,-2 7 1,2 3-813,1 1 1,1-2 0,2 0-1413,2-4 0,-1 2 1,3-12-1,0-4 1,2-6-894,2-10 1,4-7 0,3-5 1831,1-6 0,-2-9 0,1-5 0</inkml:trace>
  <inkml:trace contextRef="#ctx0" brushRef="#br0" timeOffset="1799">1861 369 11623,'-3'-1'2179,"4"-1"0,4-2-1383,5-2 1,6-1-1,3-1 1,5-2-699,3 0 0,0-2 1,2 4-1,-1 0-1598,-3 1 1,-5 3 0,-3 2-1,-2 2 1500,-3 2 0,1 2 0,-3 2 0</inkml:trace>
  <inkml:trace contextRef="#ctx0" brushRef="#br0" timeOffset="1983">1963 523 7683,'-14'12'0,"2"0"0,2-2 1379,2-1 1,5-4 489,5-5 1,6-5-1,7-4 1,2-1-1637,4-2 0,0 1 0,2-1 0,-1 2-1288,1-2 0,-4 5 1,1 1-1,-1 1 1055,-3 1 0,-5 7 0,-2 4 0</inkml:trace>
  <inkml:trace contextRef="#ctx0" brushRef="#br0" timeOffset="2166">1797 1075 7683,'-10'16'1870,"2"2"0,-1-4-416,2-2 0,4-5 0,8-5-974,5-4 0,4-4 1,4-5-1,3-4-218,1-2 0,4-4 0,4-3 0,0-2-1614,2-4 0,-1-3 1,3-6-1,-1-3-3961,-1-5 5313,-6 1 0,2-13 0,-5 4 0</inkml:trace>
  <inkml:trace contextRef="#ctx0" brushRef="#br0" timeOffset="2348">2335 376 7683,'-9'18'1448,"0"0"0,-3 5 1,2 0 81,-2 2 1,5-2-1,1 4 1,1 2-394,1 1 0,-2 4 1,1 6-1,-2 4-1128,-1 4 0,2-2 1,-2 7-1,0-4-194,-1-3 1,4-8-1,-1-5 1,1-7-1801,1-7 0,1-6 0,3-8 1,0-3 1984,0-4 0,0-9 0,0-2 0</inkml:trace>
  <inkml:trace contextRef="#ctx0" brushRef="#br0" timeOffset="2683">2323 472 7683,'6'-13'0,"1"0"1104,2 0 0,-1 2 0,4-1 0,3-2-481,3 1 0,1 1 1,3 2-1,0 1 392,1 1 1,-4 4-1,4 2 1,-4 3-702,-2 3 0,-6 4 0,-1 6 1,-4 2-125,-4 3 1,-2 2 0,-2 6 0,-4 2-292,-4 0 1,0-1 0,-5 1-386,1 0 1,-1 0 0,-1-1 0,-1-1 0,-2 4 164,1 1 0,5-4 0,-1 2 0,1-1 548,2-1 1,3-3 0,0-1-1,3-5 345,3-6 0,4-4 0,3-2 0,2-2-209,1-2 0,3-3 0,-2 0 1,1 0-228,2 0 1,-2 0 0,0 0-1,0 0-1084,0-3 1,-2 2 0,2-3 0,-1-1-982,-1 2 0,-1-2 0,0 2 1929,-1 0 0,1 1 0,-1-1 0</inkml:trace>
  <inkml:trace contextRef="#ctx0" brushRef="#br0" timeOffset="2813">2739 902 8101,'0'6'0,"0"0"0,0 0 1550,-2-2 1,0 1-2388,-2-2 0,2-1 837,-3-2 0,4 0 0,-2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3:31.5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17 263 7947,'-6'-3'3453,"0"-1"-3063,2 2 1,7-2 0,9-1 0,5 0 24,6 0 0,5 1 0,2-2 0,2-2-470,2 0 1,0-2 0,4-3-1,1 0-924,-2 0 1,1-2 0,-6 1 0,-2-1-152,-3 2 0,-9-2 1,-1 0 1129,-2 1 0,-6-3 0,1 1 0</inkml:trace>
  <inkml:trace contextRef="#ctx0" brushRef="#br0" timeOffset="120">492 0 6828,'-7'21'0,"-2"3"-987,-2 3 1407,2 1 1,-3 14 0,2-1 0,0 3 0,1 3 0,0 5 0,1 6 582,0 4 1,1-6 0,0 3 0,1-6-1551,-1-1 0,3-6 0,0 3 547,-1-2 0,-4 1 0,-1-6 0</inkml:trace>
  <inkml:trace contextRef="#ctx0" brushRef="#br0" timeOffset="266">88 956 7947,'-16'-7'786,"0"2"1,0 0 0,3 1 36,4 1 0,4 0 1,5 2-278,3-1 0,3-3 1,7 1-1,3-2-227,4-1 1,4-2 0,6-1 0,5-4-350,4-3 0,3 0 0,3-5 1,5-2-2627,1-1 0,0-2 2656,5-5 0,-9 4 0,0-3 0</inkml:trace>
  <inkml:trace contextRef="#ctx0" brushRef="#br0" timeOffset="483">812 263 7848,'-15'18'0,"0"3"1131,1 6 0,1 2 0,3 7 0,4 1-37,3 0 1,6-5-1,3 5 1,3-2-564,3-3 0,-2-4 1,4-1-1,-1 3-345,1-1 1,-5 1-1,1 5 1,-4-3-253,-4-3 1,-3-6 0,-3 2 0,-3-5-333,-5-3 0,-1-6 0,-5-3 0,-4-3-240,-2-3 1,-1-1 0,-3-1 0,1-1-589,2-1 1,3-5 1225,-2-6 0,3-3 0,-1-3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3:29.7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83 1405 8309,'-11'-13'287,"-2"0"0,4-1 0,-3-4 0,2-6-166,2-7 0,1-9 0,1-8 0,2-11 493,2-9 0,2 0 1,5-9-1,5 2-306,5-1 0,2 3 0,5-5 1,3 3-213,1 3 1,3 1 0,0-2 0,0 4-121,1 4 0,-1 15 0,7 0 0,-1 9 131,1 7 1,-7 13-1,0 13 1,-4 11 165,-5 14 0,-3 14 1,-5 13 11,-1 3 0,-2 14 1,-3 1-1,-1 5 1,-2 7 117,0 1 1,-1-7-1,-2-3 1,0 2-335,0 3 0,-3-4 0,-2 8 0,-3-4-742,-2-3 0,-2-8 1,-1 6-1,-1-5-32,-1-9 1,3-15 0,-2-12 704,0-9 0,-6-4 0,0-7 0</inkml:trace>
  <inkml:trace contextRef="#ctx0" brushRef="#br0" timeOffset="166">109 975 7985,'-12'-8'267,"0"-1"1,3 0 879,2 0 1,3 4 0,9-1-1,4 0-646,5 0 1,0-1 0,6-1-1,2-1-340,2-1 0,3 1 0,2-3 0,5 0-1244,3 1 0,0 0 0,3-2 1,-2 3-482,-2 1 0,-5-1 1564,1 0 0,-4-5 0,1-2 0</inkml:trace>
  <inkml:trace contextRef="#ctx0" brushRef="#br0" timeOffset="350">808 334 7904,'0'8'319,"-1"1"0,0 6 731,-1 3 1,-3 4 0,1 8 0,1 5-395,1 7 0,-1 2 0,1 8 1,0 5 186,1 3 0,1-5 0,0 3 1,0-5-589,0-5 1,0-6 0,0 1 0,0 0-1053,0 0 1,0-7 0,1-5-1,1-7-2050,0-10 1,3-8 2846,-1-6 0,-1-9 0,0-4 0</inkml:trace>
  <inkml:trace contextRef="#ctx0" brushRef="#br0" timeOffset="533">744 552 8909,'-2'-9'0,"0"1"702,0 0 0,2 3 1,0 1-1,3 1 110,3 2 0,4-2 0,5 0-284,3 0 1,1 1-1,3-2 1,3 0 0,3 1-269,4-2 1,-1 0-1,4 0 1,-2 1-1098,-1 2 0,-7 0 0,0 4 0,-5 3-4294,-3 3 5131,-3 2 0,-1 6 0,0 0 0</inkml:trace>
  <inkml:trace contextRef="#ctx0" brushRef="#br0" timeOffset="716">866 744 7964,'-7'3'0,"1"1"0,0 0 1184,2 0 1,5-2 0,8-1-1,7-3 119,6-5 0,3 0 1,6-3-1,3-2-931,0 0 1,4-4-1,3 0 1,2 0-1082,0 1 0,-7 2 1,0 3-1,-7 3-3792,-4 5 4501,-9 7 0,2 2 0,-5 6 0</inkml:trace>
  <inkml:trace contextRef="#ctx0" brushRef="#br0" timeOffset="900">930 1103 7863,'-16'20'1802,"5"-3"0,-1-1-799,2 0 0,5-5-301,5-4 0,5-7 0,8-4 0,3-2-916,5-3 0,7-4 0,4-3 0,2-2-856,1-1 1,5 0-1,4-4 1,1 1 1069,2-1 0,-3-1 0,4-1 0</inkml:trace>
  <inkml:trace contextRef="#ctx0" brushRef="#br0" timeOffset="1119">1623 417 7786,'-12'14'210,"-1"1"1,4 2-1,-4 6 1,2 4 1373,1 4 0,3 1 1,3 6-1,2 2-662,3 4 1,2-3 0,4 2 0,1-4-527,3-3 0,-1-8 0,0 1 0,-1-1-300,-1-2 1,-4-1 0,-1-1-1,-4 2-311,-3 0 1,-4-4 0,-5 0 0,-3-5-1019,-3-4 1,-4-3 0,-4 0 0,-1 1-381,-2-1 1,5-3 0,-2-3 1612,2-2 0,-4-2 0,3-4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08.5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264 98 7746,'-15'-22'699,"0"0"-434,-2 0 0,-2 6 1,-3 5-1,2 6 1,0 5 24,2 4 1,3 8 0,-2 10 0,1 6-19,3 4 0,6 2 1,3 1-1,3 2-234,1-2 0,6-5 1,4-2-1,4 0-19,3 0 1,-2-2 0,2 1-25,-1-4 1,-2 6 0,-4-3-1,-1 3-6,-2 0 1,-5 2-1,1-4 1,-7-2-1,-6 0-35,-3-5 0,-6-5 0,2-2 0,-2-4-447,1-6 0,3-1 0,-2-2 0,1 0-37,3 0 1,5-6 0,1-4 529,3-4 0,0-10 0,4 1 0</inkml:trace>
  <inkml:trace contextRef="#ctx0" brushRef="#br0" timeOffset="166">440 54 8083,'-8'12'732,"1"3"0,-2 3-298,0 3 1,-2 7 0,0 3 0,0 7 80,0 5 0,1-1 0,1 9 1,3 2-841,2 0 0,0-5 0,5-4 1,3-5-510,3-9 1,8-9 0,2-8 0,2-4-137,3-5 1,-2-4 969,5-4 0,-2-7 0,-1-6 0</inkml:trace>
  <inkml:trace contextRef="#ctx0" brushRef="#br0" timeOffset="383">604 306 7746,'-11'16'0,"0"2"295,0 3 0,0 2 0,1 1 0,3 3 491,3 1 0,3-4 1,1 2-1,0-3-547,0-1 0,5-8 0,4-5 0,3-4-204,2-6 1,6-5-1,-3-9 1,1-5 53,0-8 1,-4-2 0,1-6 0,-5 0-336,-2 0 1,0 5-1,-4-1 1,-2 1-150,0 3 1,-2 2-1,-2 8 1,-1 4 36,-5 1 0,2 7 0,-1 3 0,-1 1-402,-2 2 1,4 5-1,2 3 760,3 1 0,-4 2 0,-1 0 0</inkml:trace>
  <inkml:trace contextRef="#ctx0" brushRef="#br0" timeOffset="766">856 174 7746,'0'11'0,"0"0"0,0 2 486,0 1 0,0 0 0,0 3 0,0 1 62,0 3 0,0-1 0,0 10 0,0 0-382,0 2 1,1 2-1,3 1 1,3 2-155,3-2 0,1-9 0,0-7 1,0-6-47,0-6 1,1-7 0,2-9-1,0-10-214,0-12 1,-2-5 0,-1-10 0,0-4-80,0-1 1,-5 6-1,-3 1 1,0 3 132,0 3 1,0 10-1,3 0 307,-1 7 1,-1 15-1,-4 11 1,0 7 106,0 7 1,0 7 0,0 5 0,0 3-63,0 1 1,3-3-1,2 3 1,1-3-124,3-3 0,-3-4 0,1-1 0,2-6 52,0-7 0,4-5 0,0-7 98,2-3 0,0-4 0,-1-10 0,0-8 0,0-4-23,-2-3 1,-1-5 0,0-1 0,0 0-111,0 2 1,-5 7-1,-1 3 1,-2 4-3156,1 6 3103,0 4 0,-4 11 0,0 4 0</inkml:trace>
  <inkml:trace contextRef="#ctx0" brushRef="#br0" timeOffset="899">1415 328 7746,'0'11'0,"-5"0"0,-1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07.7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77 187 7752,'-10'22'411,"4"-1"0,-6-2 1,3 1-231,1 3 1,2 0 0,0 5 0,0 0-363,-1 0 0,5-7 1,-2 0-1,3-4 181,1-4 0,5-6 0,1-2 0</inkml:trace>
  <inkml:trace contextRef="#ctx0" brushRef="#br0" timeOffset="133">110 1 7752,'-11'3'0,"1"2"0,2 0 148,0 0 0,6 4 1,-2-2-1,3 3-333,1 1 0,1 0 0,4 0 0,5-2 185,3-1 0,11 6 0,0-2 0</inkml:trace>
  <inkml:trace contextRef="#ctx0" brushRef="#br0" timeOffset="316">351 121 7752,'0'16'0,"0"2"213,0 3 0,0-3 0,0 0 0,1-1 358,3 0 0,-2-3 1,4 3-1,0 0-332,1 0 0,-5 2 0,2 3 0,-3 1-99,-1 2 0,-1 0 1,-3 2-1,-5-2 33,-4-1 1,0-6 0,-6 1 0,0-4-1307,-2-6 1,3-5-1,0-2 1,-1-4 1132,2-5 0,1-8 0,5-2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07.1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1 121 7763,'0'-11'0,"0"0"1721,0 0-699,0 5 0,0 25-818,0 13 0,4 12 0,-1 5 0,0 5 0,-2 4-600,-1 3 1,0-4-1,1-1 1,1-7-2442,2-9 2837,0-14 0,1-10 0,1-11 0</inkml:trace>
  <inkml:trace contextRef="#ctx0" brushRef="#br0" timeOffset="119">100 66 7763,'-4'-7'0,"-1"1"-652,-1 1 1,3 3 651,0 5 0,3 2 0,3 3 0,4 6 0,4-2 0</inkml:trace>
  <inkml:trace contextRef="#ctx0" brushRef="#br0" timeOffset="282">341 1 7533,'-6'11'466,"0"0"0,3 1 0,-1 2 87,2 5 0,1 1 1,1 4-1,0 1-374,0 4 1,0 1 0,1 2-198,3 6 1,-3 0-1,3 2 1,-3 0-1,-1 1-3180,0-1 3198,0-10 0,-5 7 0,-1-9 0</inkml:trace>
  <inkml:trace contextRef="#ctx0" brushRef="#br0" timeOffset="415">231 341 8000,'7'-5'-27,"1"-3"0,-1 2 0,5-1 0,3-2-201,3 0 1,4 1 0,4 1 0,3-1-492,3-2 719,0-1 0,6-5 0,1-1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06.2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185 99 7716,'0'-15'116,"-1"6"1,-1-2 0,-3 3 225,-1 1 0,-2 3 0,-3 4 0,-1 1-18,-2 2 0,0 8 0,-3 9 0,0 4 135,0 5 0,4 8 0,-2 3-412,3 3 1,2 4 0,3 2-1,3-1 1,4-2-510,4-3 1,3-12 0,8-4-1,4-9-446,6-7 1,3-8 0,4-5 907,1-7 0,10-17 0,2-8 0</inkml:trace>
  <inkml:trace contextRef="#ctx0" brushRef="#br0" timeOffset="233">448 154 7747,'-12'11'304,"-2"0"1,1 5 0,-1 2 0,2 4 395,1 4 1,1 3 0,3 6 0,3 3-460,3 1 0,2-8 0,4-2 0,6-7-201,6-8 0,4-4 0,0-11 0,3-5-108,1-9 0,-2-7 1,3-12-1,-3-4-170,-1-6 0,-5 3 0,-2-4 182,-3 2 0,-6 3 0,-2 7 1,-4 3-1,-4 2 134,-3 2 0,-8 14 1,-4-1-1,-5 5-216,-1 6 1,-1 3 0,4 5 0,2 5-327,1 1 1,3 5 0,7 2-1,1 1-909,5 2 1,3-1 1372,3-3 0,3 3 0,5-4 0</inkml:trace>
  <inkml:trace contextRef="#ctx0" brushRef="#br0" timeOffset="449">821 1 7747,'-11'5'439,"0"2"1,0 4 191,0 3 1,5 0 0,3 4 0,1 3-158,2 3 1,2-3 0,2 3 0,6 1-134,4-2 0,5 4 0,-2-2 1,1 1-286,1 1 1,-2-3 0,1 5-1,-5 2-20,-4 0 0,-4 2 0,-6-1 0,-3-3-296,-3-3 0,-9-8 0,-5-3 0,-5-4-266,-2-4 1,-2-2 0,-5-6-1,-2-4-2477,2-6 3003,6-5 0,-8-11 0,3-1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05.0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66 132 7588,'-11'0'689,"4"0"-391,-1 0 1,1 0 0,-3 1 0,2 4 0,2 6-51,1 6 1,1 2 0,4 1 0,0 5-213,0 1 1,5 4 0,2 1 0,4 0-148,4-2 1,2-5 0,5 1 160,0-6 0,-1-4 0,-1-9 0,1-7 0,2-9-395,0-7 0,0-10 0,-2-5 206,-3-3 1,2-5 0,-5 2 0,-2-1 0,-1-1-10,-1 1 1,-4 10-1,-1 8 279,-1 4 0,0 7 0,-2 9 0,0 7 53,0 9 1,-2 9-1,0 5 1,2 3-285,0 1 1,2 1 0,-2 1-1,1 2 129,3-2 1,-1-1-1,2-3-29,-1-6 0,6 6 0,4-8 0</inkml:trace>
  <inkml:trace contextRef="#ctx0" brushRef="#br0" timeOffset="183">581 99 8758,'0'11'351,"0"0"1,0 1 0,0 2 0,0 2 31,0 1 0,2 2 0,0 7 0,3 3-115,1 3 1,0 2 0,3 1 0,-3 3-224,-1 1 0,-2-6 0,-3 2 0,0-1-312,0-3 1,-3-3-1,-2-8 1,-1-1-564,-3-5 1,-1-6 0,-1-5 829,0-2 0,-4-5 0,-3-3 0</inkml:trace>
  <inkml:trace contextRef="#ctx0" brushRef="#br0" timeOffset="417">833 275 7790,'22'-11'258,"-1"0"1,-3-1-1,-2-2 52,0 0 1,-4-2-1,2 1 1,-6-2 241,-4 0 1,-3 0 0,-2 2-380,-3-3 0,-2 6 0,-5 2 0,-1 4 29,-3 4 0,3 0 0,-4 4 0,2 2-80,-1 7 0,-1 6 0,4 8 1,0 2-169,2 1 0,3 2 0,-2 4 1,3 2-365,1-1 1,2-7 0,4 5-352,3-2 0,2-5 1,6-3-1,2-6 761,5-5 0,11-3 0,4-9 0</inkml:trace>
  <inkml:trace contextRef="#ctx0" brushRef="#br0" timeOffset="717">1173 1 8412,'0'17'557,"0"-3"0,0 1 0,0 2 0,2 6-213,1 4 1,0 2 0,3 4 0,0 1-109,0 3 1,1-3-1,4 1 1,-1-4-499,-3-6 1,2-3-1,-4-4-103,1-3 0,-5-8 0,-1-3 1,-6-3 82,-4-1 0,-6 0 0,-2 0 0,-3 0-118,-1 0 0,0 5 1,2 2-1,0 3 698,2 1 0,5 1 1,-1 2-1,6 1 192,4 2 0,3-3 0,3 1 0,4-3-145,5-1 0,8-2 0,-2-1-258,0-5 0,3-1 1,-1-4-1,1-3 0,2-4-496,0-5 1,-4-6 0,0-2 408,-3-6 0,5-9 0,-3-2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02.5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94 384 7785,'-15'0'-60,"1"0"1,-1 0 396,-1 0 0,8 0 0,-3 0 862,1 0-796,5 0 1,5 0-1,8 0 1,2 0-143,5 0 0,2 0 0,6 0-123,3 0 0,-3-4 0,4 1 0,-2-1-474,1-1 1,3 3 0,-3-4 0,-2 1 0,1 2-201,0 2 0,-2 1 536,3 0 0,2-5 0,0-1 0</inkml:trace>
  <inkml:trace contextRef="#ctx0" brushRef="#br0" timeOffset="285">598 66 7760,'-4'-6'516,"-4"2"0,3 4 0,2 5 0,1 6-170,2 6 0,5 10 0,3 5 0,3 7-263,3 7 1,-2 1-1,3 12 1,-2-3-84,2-1 0,-6-5 0,2-4 0,-2-3-567,1-3 0,-4-15 0,-2-3-2509,-3-7 3076,-1-9 0,-10-6 0,-2-6 0</inkml:trace>
  <inkml:trace contextRef="#ctx0" brushRef="#br0" timeOffset="566">631 110 7760,'1'-12'218,"3"-2"268,3 0 0,4-1 0,3 5 0,2 2-93,1 1 1,1 4 0,4-1 0,0 3-136,0 1 0,-4 5 1,-1 2-1,-1 4-95,-3 4 0,-2 2 0,-3 5 0,-5 1-268,-2 3 0,-2-1 0,-2 6 1,-6 0-15,-4 0 1,-1-6-1,-4 0 1,-1-5-9,-2-1 1,0-6 0,2 2 0,0-4 622,0-4 1,3 2 0,1-6-228,3 0 0,6-1 0,4 1-501,4 0 0,5 2 0,8-2 0,5 1-48,4 2 1,0-2 0,4 2-1,2-1-2243,1-2 2523,0-2 0,11-6 0,-3-1 0</inkml:trace>
  <inkml:trace contextRef="#ctx0" brushRef="#br0" timeOffset="849">1070 220 7760,'-11'0'398,"-1"3"1,-2 2 0,0 1 178,0 3 1,2-3 0,1 1-1,1 2-150,3 0 0,-1-1 0,4-1 0,3 2-367,3 0 1,4 2 0,6 0 0,3 0-94,3 0 0,3-1 1,1-3-1,0-3-560,0-3 1,0-2 0,0-3 0,0-4 205,-1-6 0,-2-3 1,-2-6-1,0-1 271,0-2 1,-7-3 0,1 3 0,-3 2-181,-2 1 1,-1 6 655,-5 2 0,0 9 0,0 6-99,0 6 0,0 9 1,0 4-1,0 6-565,0 4 1,0 1-1,0-1 1,1-2 303,3 0 0,2-4 0,5 4 0</inkml:trace>
  <inkml:trace contextRef="#ctx0" brushRef="#br0" timeOffset="1084">1454 77 7760,'0'11'0,"0"0"0,0 0 319,0 0 1,0 0-1,0 1 1,0 1 523,0 2 1,0 6 0,0-1-1,0 6-505,0 2 0,0 1 1,0 4-1,0 0-155,0 0 0,0-4 0,0-2 1,0-3-49,0-3 1,0-10-314,0 0 1,0-12-1,1-4 88,2-7 0,0-7 0,3-6 0,0-4 1,0-3-399,3-1 0,-1 0 0,1 2-32,-2 1 1,0 1 0,4 5 519,0-1 0,0 5 0,0-7 0</inkml:trace>
  <inkml:trace contextRef="#ctx0" brushRef="#br0" timeOffset="1349">1761 296 7760,'7'6'1579,"0"-2"-951,2-3 0,-1-7 0,1-5 0,-3-7-235,-1-6 0,0-1 0,-3-3 0,2-1-148,-2-3 1,-4 5 0,-3-3-217,-1 6 1,-5 1 0,-4 9 0,2 4 0,-1 5 33,0 4 0,2 7 0,-3 5 0,3 8 62,1 5 1,3 6-1,2 9 98,2 5 1,0 6-1,4-1 1,0 0-1,1-1-207,3-1 0,2-3 0,5-7-1089,0-7 0,3-6 1,3-13-1,2-5 1,3-6 1072,1-7 0,-7-10 0,4-11 0</inkml:trace>
  <inkml:trace contextRef="#ctx0" brushRef="#br0" timeOffset="1482">2002 22 8474,'-5'11'646,"0"1"0,-3 3 0,0 3-246,0 3 0,2-2 1,-1 2-1,3 2 124,1 0 0,1 4 1,-1-1-1,0-1-1391,0 2 1,3-7 0,3 0 866,0-3 0,6 3 0,-3-3 0</inkml:trace>
  <inkml:trace contextRef="#ctx0" brushRef="#br0" timeOffset="1599">2122 198 7733,'8'0'3,"-1"0"13,2 0 0,-3 0 0,1 0 0,1 0-267,2 0 1,-2-2 0,-1-1 250,1-5 0,7-1 0,2-2 0</inkml:trace>
  <inkml:trace contextRef="#ctx0" brushRef="#br0" timeOffset="1749">2320 0 7733,'-5'10'0,"-2"-1"0,-2-2 803,2 1 0,-3 3 0,3 3 1,-3 4-123,-1 6 1,4 4 0,-1 17-1,1 10-536,1 12 0,0-1 1,3 7-603,0-3 0,-1-9 0,4-15 0,0-7 457,0-10 0,5-2 0,1-10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19.9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219 104 7726,'-1'-11'0,"-3"0"0,2 0 0,-6 0 154,0 0 1,-1 4 0,-1 1 0,1 1 0,-5 2 360,-2 2 0,2 2 0,-3 3 1,0 5-187,0 4 1,3 5 0,0 7-1,1 1-215,3 2 1,2-2 0,2 2 0,1-1-58,3-3 0,2-1 0,3-3 0,6-4-36,4-5 1,1-8-1,4 1 1,3-4-458,3-4 1,0-8 0,5-10 0,-1-6 107,0-3 1,-3-4-1,2 1 1,-3-1 248,-3 0 0,-5 8 1,0-1-1,-4 7 366,-6 7 0,-4 7 1,0 9-1,0 7-65,2 8 1,1 7 0,-3 2-1,3 5-184,1-1 1,1-3 0,4 0-744,0-4 0,4 0 1,1-8 704,1-2 0,1-1 0,4-1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17.5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77 284 7772,'0'11'51,"0"-4"1,0 0 0,1 1 268,3-2 0,2 0 0,6-4 0,2 2-24,0-2 1,6-5 0,-2-4 0,3-4 74,1-4 1,-4-3-1,-2-7 1,-3-1-388,-3-3 1,-6 0 0,-1-4 0,-3 0 12,-3 1 1,-5 4 0,-6 4 0,-6 9 32,-4 7 0,-1 7 0,-3 6 0,2 7-131,1 9 1,2 7 0,2 8 0,3 5 150,4 1 1,3 2 0,3-1 0,5-3-305,1-4 1,5-3 0,3-3 0,6-5-486,4-2 1,3-6-1,6-2 739,0-3 0,1-6 0,-4-1 0</inkml:trace>
  <inkml:trace contextRef="#ctx0" brushRef="#br0" timeOffset="316">384 218 7772,'-11'11'76,"4"0"0,1 0 0,0 1 363,0 3 1,2-2-1,-2 5 1,0 2-44,0 1 1,3 2 0,-2 2-1,2 3-308,-1 0 0,0-1 1,4-5-1,0-1 44,0-3 0,0-2 0,2-6-121,1-3 0,0-3 1,4-9-1,2-6-393,0-6 1,2-9 0,0-3 0,0-5 69,0-6 0,1-1 0,2-5 1,2 4 207,1 1 1,-4 10 0,2-1 0,-2 4 20,2 4 0,-7 10 0,2 8 0,-3 7 451,-1 7 1,-3 11 0,0 7 0,-1 4-227,-2 3 0,0 1 0,0 2 0,0 0-485,0-1 0,0-8 0,0-4 0,0-1-237,0-2 0,1-6 0,3 0 580,3-6 0,7 2 0,3-4 0</inkml:trace>
  <inkml:trace contextRef="#ctx0" brushRef="#br0" timeOffset="533">801 98 7772,'-15'0'334,"1"0"0,-1 0 44,-1 0 1,3 6 0,-6 3 0,1 7 151,1 5 1,1 0 0,5 8 0,2 3-102,1 3 0,0-1 0,4 1-406,2-4 0,4-1 1,3-4-1,2-3 1,4-2-457,3-3 1,5-8 0,-2-1 0,1-3 192,1-3 1,0-2-1,4-2 240,-1-3 0,7-2 0,-5-5 0</inkml:trace>
  <inkml:trace contextRef="#ctx0" brushRef="#br0" timeOffset="783">998 185 7772,'0'16'0,"0"-3"0,0 5 0,-1-1 252,-3 0 0,3 1 1,-3 5-1,3 1 107,1 2 0,-3 1 0,-1-3 0,0 3-260,-1 1 0,3-4 0,-5 2 0,-1-3 59,2-1 1,-4-7 75,3-1 0,-1-10-261,0 0 0,3-13 0,5-9 0,2-4 38,1-4 0,3 2 1,7-5-1,0-2-45,2-1 1,3 3-1,-2 1 1,0 1-268,-1 3 1,4 1 0,-5 2 0,1 2-141,1 0 441,-4 11 0,9-7 0,-4 9 0</inkml:trace>
  <inkml:trace contextRef="#ctx0" brushRef="#br0" timeOffset="918">1141 372 7793,'3'7'49,"1"0"1,0-3 0,-3 2 0,1 0 198,2 0 1,4-3 0,1 0-226,4-2 0,0-1 0,1-1-23,-2-2 0,-1-4 0,0-3 0</inkml:trace>
  <inkml:trace contextRef="#ctx0" brushRef="#br0" timeOffset="1066">1327 273 7772,'-11'22'0,"0"-1"0,0-2 86,0-1 1,0 4 0,0 4 0,0-1 464,0 2 1,4-2-1,1 4 1,1 0-711,3-1 1,0 0-1,2-5 1,2-1-1952,1-5 2110,3-8 0,10-4 0,1-5 0</inkml:trace>
  <inkml:trace contextRef="#ctx0" brushRef="#br0" timeOffset="1249">1448 339 7772,'-8'8'1251,"2"2"1,0 3-781,0 3 1,4 0-1,-2 5 1,2 3-420,-2 3 1,3 2 0,-3 4-1,3 0-248,1 0 0,0-3 0,0 1 0,0-1-20,0-3 0,0-7 216,0-6 0,0-7 0,0-2 0</inkml:trace>
  <inkml:trace contextRef="#ctx0" brushRef="#br0" timeOffset="1450">1393 404 7772,'11'-26'1,"-4"5"0,0-3 0,2-2 69,1-1 0,2 5 0,1-1 1,3 1 216,1 3 0,-2 8 1,2 1-1,0 4 23,0 4 1,-4 5-1,2 4 1,-4 4-126,-4 4 1,-2 0 0,-5 5 0,0 4-48,0-1 1,-1 0 0,-2-1 0,-1 0-140,-2 0 1,-2 0-1,-3-1 1,0 1-450,0 0 1,0-7-1,0-3 1,2-1-815,1-2 1264,-1-6 0,2 7 0,-3-4 0</inkml:trace>
  <inkml:trace contextRef="#ctx0" brushRef="#br0" timeOffset="1616">1722 130 8108,'0'26'117,"0"0"1,0-5-1,0 8 1,0 0 324,0 2 0,0-4 1,0 6-1,0-1-57,0-1 0,0-3 1,0-2-1,0-3-232,0-1 1,3 0 0,1-1-154,-1-3 0,3 8 0,0-3 0</inkml:trace>
  <inkml:trace contextRef="#ctx0" brushRef="#br0" timeOffset="1749">1656 426 7693,'-1'-6'485,"-3"3"0,4 1 0,-1 1 0,6-1-102,5-2 1,3-4 0,9 2 0,1-2 167,3 1-551,2 0 0,4-4 0,1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16.6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132 7 7790,'0'-6'745,"0"14"1,0 13-383,0 8 1,0 13 0,0 12 0,0 7-532,0 4 0,0-1 1,0-4-1,0-7-387,0-8 1,0-12 0,-1-3 554,-3-6 0,-2-4 0,-5-9 0</inkml:trace>
  <inkml:trace contextRef="#ctx0" brushRef="#br0" timeOffset="317">0 358 7790,'0'-11'344,"0"0"0,0 0-71,0 0 1,5 5-1,3 2 1,3 3-269,3 1 1,3 0 0,6 0-1,3 0-445,3 0 0,3 0 1,1-1-1,0-3 54,0-3 1,1-3 0,0-2-1,-1-2 318,-5 0 0,-8-1 159,-1 4 1,-11 6 0,-2 5-1,-7 9 545,-6 8 1,-4 2 0,-1 11 0,-1 1 116,4 5 0,5-5 0,0 3 0,3-1-434,1-2 1,5-9 0,4-3 0,4-5-357,5-8 1,4-6 0,4-8 0,2-6 84,0-6 1,-5-7 0,-6-1 0,-1-1-552,-3 0 1,-5 3 0,-5-1 0,-3 2-43,-3 1 0,-8 8 0,-8-3 0,-1 5-82,-2-1 1,-4 7-1,0-2 627,2 4 0,-4-8 0,0 2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14.9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23 111 7869,'0'-11'884,"0"4"-633,0 0 0,1 5 0,1 4 1,2 7 86,-2 8 0,1 7 0,-1 5 0,2 9-127,-2 7 1,0 2-1,-2 7 1,0 2-293,0 0 1,-2-3-1,0-4 1,-3-6-186,-1-4 1,2-11-2493,-3-6 2758,0-12 0,1-10 0,1-13 0</inkml:trace>
  <inkml:trace contextRef="#ctx0" brushRef="#br0" timeOffset="267">45 166 7761,'11'-21'0,"-1"2"0,3 1 316,1-2 1,3 7 0,5-1-1,0 2 147,0 4 0,4-3 0,-1 5 0,1-1-235,1 4 0,-8 3 0,2 3 0,-5 5-291,-7 1 1,1 4-1,-6 1 1,-3 5-179,-3 1 1,-6 0 0,-5-1 0,-3 3-81,-1 1 0,-1-3 1,-4 3-1,-1-4 210,-3 1 1,7-3 0,-3 1-1,2 1 465,3-2 1,0 2 0,5-4 0,0-1-34,2 2 1,6-4-1,2 3 1,6-3-326,7-1 0,6-1 0,7-2 1,3-2-442,1-1 0,2-1 0,6-4 0,3-1-392,3-3 1,-4-3 836,6-8 0,-3-2 0,3-5 0</inkml:trace>
  <inkml:trace contextRef="#ctx0" brushRef="#br0" timeOffset="500">659 56 8278,'-15'0'0,"0"0"382,2 0 0,1 0 0,1 2 0,0 3 182,0 5 1,5 6 0,2 6 0,4 1-361,4 3 1,2 3-1,6 5 1,1 0-134,2-2 0,3-1 0,-3 0 1,-2 0 6,0-2 1,-7-4 0,-3 2 0,-2-2-153,-1-5 0,-4 0 0,-4 1 0,-3-3-337,-3-4 1,-2-5 0,-2-3 0,2-1-253,0-3 1,7-2 0,0-3 0,3-6 662,3-4 0,2-4 0,1-5 0</inkml:trace>
  <inkml:trace contextRef="#ctx0" brushRef="#br0" timeOffset="784">823 517 8246,'-6'11'2060,"-3"-4"-1716,6 0 1,-1-10-1,4-4 1,1-11-296,3-6 1,2-9 0,5-6 0,1-2 167,3-3 0,-2 5 0,5-7 0,2-1 14,1 2 1,-3 9 0,-1 4-1,-1 4-793,-3 4 0,-1 5 447,-1 5 1,-5 11 0,-2 7-1,-1 6 376,0 4 0,-2 5 0,3 6 0,-3 4-224,-1 3 1,0 2 0,0 2 0,0 1-477,0 2 1,-3-2 0,-2 3-1,-1 2-2303,-3 0 2742,-1-8 0,-5 8 0,-2-8 0</inkml:trace>
  <inkml:trace contextRef="#ctx0" brushRef="#br0" timeOffset="917">801 407 7979,'-10'-11'1195,"3"0"0,3 4 0,9 0 0,6-2-867,6-1 1,5 3 0,4 0 0,3-2 204,3 0-533,1 2 0,4-2 0,2 3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13.7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55 87 7761,'-5'-6'0,"3"-2"0,-4 3 0,0-1 323,0-3 0,2 3 28,-3-1 0,3 4 1,-2 1-211,1 4 1,2 9-1,3 8 1,0 1-82,0 2 1,1 5 0,1 1 0,3 0-101,1-2 1,1-3 0,4-2 0,0-2-42,0-1 1,2-8 0,0 0 0,3-5-328,1-7 0,0-4 0,2-10 0,-2-7 243,-1-8 0,3-3 0,-5-5 0,0 1 171,-2 2 0,-2 7 1,-3 5-1,-4 4 36,-1 6 1,-2 8 0,0 7 216,0 9 1,0 7 0,0 7-1,0 2-273,0-2 0,0 0 0,0 0 1,0-1-388,0-3 0,1 0 0,3 1 0,2-3-651,0-4 1052,3-6 0,2 2 0,7-4 0</inkml:trace>
  <inkml:trace contextRef="#ctx0" brushRef="#br0" timeOffset="284">527 43 7761,'0'-11'51,"-1"4"0,-2 0 495,0-2 0,-6 4-157,2 2 0,1 8 1,-1 6-1,1 6-186,0 3 0,3 2 1,-3 0-1,1 1-86,2 3 1,-2-3 0,2 3-1,0-2-25,2 2 1,0-2 0,-2 5 0,-1 2-95,-3 0 0,4 0 1,-5-1-1,0 2-49,-2-2 1,-1-8 0,-1-1-1,-1-5-709,-2-6 0,0-4 1,4-7-1,1-3 120,-1-3 0,4-8 1,4-3-1,2-4 640,1-4 0,0 3 0,4-9 0,3 4 0</inkml:trace>
  <inkml:trace contextRef="#ctx0" brushRef="#br0" timeOffset="500">494 241 7761,'11'-6'77,"1"-3"0,1 4 0,3 0 125,1 1 0,-2-5 0,2 2 0,0-3 237,0-1 1,-2 0 0,1 0-1,-2 0-82,0 0 0,-8-1 0,3-1-572,-2-2 1,-5 2-1,-7 5-5,-6 5 1,-1 1 0,-5 5-1,0 4 100,0 8 1,0 4-1,-2 4 1,5 3 162,2 3 0,2 3 0,1 1 1,3 0-30,1 0 1,3-1 0,7 0 0,6-3-243,6-3 1,5-9 0,3-6 0,6-6-916,4-4 1143,-1-6 0,9-11 0,-4-7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12.8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88 7761,'-7'-3'169,"0"-1"0,3-3 0,-2 4 195,1 5 1,1 4-1,4 8 1,0 6-179,0 4 1,0 5-1,0 7 1,2 2-72,1 0 1,2-1 0,4 2-1,-2-1-216,1-3 1,2-6 0,1-6 0,0-7-131,0-8 0,0-8 0,0-8 0,-1-8 99,-3-7 1,3-5-1,-4-5 1,1-1 31,1-2 0,-6 3 1,3 0-1,-1 7-18,-1 7 1,2 4 196,-1 8 0,2 8 0,4 10 1,-2 6 98,-1 4 1,1 0 0,3-2 0,0-2 86,0-1 0,3-3 0,2-4 0,1-3-97,3-1 0,-3-1 1,1-4-1,1-2-58,2-1 1,1-1 0,-1-6 0,-2-3-215,0-3 1,-5 1 0,3-2 0,-1 0-696,-3 0 0,0 3 0,-2-3-1690,0 1 2489,0 1 0,-5 9 0,-2 1 0</inkml:trace>
  <inkml:trace contextRef="#ctx0" brushRef="#br0" timeOffset="250">636 231 7761,'11'6'52,"0"-2"1,-3-3 0,-1-1-1,1-2 531,2-6 0,1 1 0,0-9 1,0 0-307,0-2 1,-5-3-1,-1-1 1,-1 2-213,-1 1 1,0-1 0,-7 3 0,-4-1 19,-6 4 1,1 3-1,-6 4 1,-1 3-58,-5 3 1,6 7 0,-3 5 0,2 6 8,3 4 0,-2 4 0,5 2 1,4 1 152,1 2 0,7 2 0,-2 1 0,4 0-188,4 0 0,7-8 1,7-2-1,3-2 35,0-5 0,3-4 0,1-4 0,4-6-37,3-4 0,1-9 0,0-6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10.4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 88 7761,'-11'0'303,"4"0"1,0 0-5,-2 0 1,4 9-1,2 3 1,1 5-169,2 6 0,0 2 1,0 6-1,3 4-110,4-1 0,2 1 1,8-1-1,0 0-123,0-2 0,0-7 0,2-1 1,0-9-82,0-7 0,-2-8 0,0-8 0,0-7 135,0-9 1,-3-5 0,-1-7-1,-3-5 60,-3-1 0,-1 2 1,3 2-1,-3 3 97,-1 3 1,-2 10 0,-3 1 223,0 4 1,0 10 0,0 9-1,0 10-100,0 8 1,0-1-1,2 8 1,0-1-367,2-1 0,-1 2 1,-1-2-125,1 0 1,0 1-1,4-4 1,2 0-1158,0 0 0,2-9 1414,0-2 0,0-7 0,0 0 0</inkml:trace>
  <inkml:trace contextRef="#ctx0" brushRef="#br0" timeOffset="249">560 45 7761,'-8'-4'223,"1"0"0,0-3 0,-4 3 1,0 2 248,0 1 0,1 6 0,1 3 0,3 7-128,1 7 1,2 2 0,3 8 0,1 3-119,3 3 1,2-2 0,5 5-1,1 0-128,3 2 0,-3-3 0,1-1 1,-3-3-91,-3-4 1,-4 1-1,0-6 1,-2-2-226,-1-3 0,-4-8 0,-4-3 0,-1-7-291,-2-2 0,0-2 0,0 0 0,0-2-283,0-1 0,3-7 0,2-6 0,1-1 791,3-2 0,1-2 0,1-1 0</inkml:trace>
  <inkml:trace contextRef="#ctx0" brushRef="#br0" timeOffset="599">757 132 7761,'-7'-6'1293,"-1"3"1,5-2-989,-5 1 1,6 2 0,-2 5 0,3 5-247,1 1 0,0 8 0,0 5 1,0 6-184,0 4 1,5 1 0,2 0 0,3 0-7,1 0 0,-1-5 0,-2-3 0,-1-3-21,2-4 1,1-7-1,1-7 1,0-4 95,0-4 1,0-8 0,-2-10-1,0-7 35,-2-6 0,-1-1 0,3-1 0,-3 1 115,-1 5 0,0 9 0,-3 1 108,2 4 1,-1 8 0,-3 9 0,0 8-123,0 5 1,-1 8-1,-1 6-289,-2 1 0,0 0 0,4 2 0,2-1 0,1 1-700,5-2 0,1-2 1,2-5-1,1-4 908,3-6 0,7-5 0,6-6 0</inkml:trace>
  <inkml:trace contextRef="#ctx0" brushRef="#br0" timeOffset="850">1163 165 7761,'-11'0'169,"0"-1"0,0-1 0,0-2 477,0 1 0,0 3 0,0 4 0,0 3-318,0 3 0,4 6 1,0 1-1,3 1-149,1 1 0,2-1 0,2 3 0,3-2-320,3-1 1,3-4-1,2-1 1,1-4-159,2-6 1,1-1 0,-3-4 0,3-1 80,1-5 1,-6-6 0,1-3 0,-1-2 264,-2 1 1,-2 4 0,2-3 0,-3 1 494,-1 2 1,0 6-414,-2 0 0,-2 7 0,3 2 1,-4 9-682,-4 7-1,3 5 1,-2 3 0,1 1-315,2 2 0,0-7 0,0 0 867,0-4 0,5 2 0,1-2 0</inkml:trace>
  <inkml:trace contextRef="#ctx0" brushRef="#br0" timeOffset="1049">1437 1 7761,'-8'11'412,"1"0"1,3 0 0,-2 1-1,1 2 629,3 5 0,0 3 1,-1 3-1,-1 6-611,2 4 0,-3 2 0,1 4-715,2 0 0,1 7 1,1-8-1,0-3 1,0-4-1198,0-4 0,5-11 0,2-3 0,3-10-69,1-8 1551,0-13 0,0-7 0,0-10 0</inkml:trace>
  <inkml:trace contextRef="#ctx0" brushRef="#br0" timeOffset="1215">1568 34 7761,'0'11'999,"-1"1"0,-1 1 0,-2 4-337,1 4 1,-1 1 0,0 10 0,0 3-1051,-1 3 0,4-2 1,-2 2-1,1-1 240,2-2 1,0-12-1,0 1 1,2-7-3593,1-7 3740,-2-4 0,9-15 0,-4-4 0</inkml:trace>
  <inkml:trace contextRef="#ctx0" brushRef="#br0" timeOffset="1348">1623 253 8129,'6'1'1192,"-1"2"-930,0 0 1,-3 2 0,6-2 0,0 0-266,2 0 1,1-1 0,1 1 0,1 0-765,2 0 0,3-2 0,-2-1 1,1-1 134,3-3 0,-3-2 632,1-5 0,-5-5 0,3-1 0</inkml:trace>
  <inkml:trace contextRef="#ctx0" brushRef="#br0" timeOffset="1482">1897 121 8572,'-7'11'0,"0"2"840,-2 1 0,-1 6 0,-1 8 0,-1 7-317,-3 6 1,2 3 0,-4 10-1,1 3-463,3 3 0,1-10 1,2 0-1,1-4-655,2-5 1,5-6 0,-1-11-41,6-5 0,-1-9 635,5-10 0,6-5 0,4-6 0</inkml:trace>
  <inkml:trace contextRef="#ctx0" brushRef="#br0" timeOffset="1649">2007 439 9052,'-1'16'0,"-3"2"524,-3 3 1,-3-1 0,0 0-1,2 4-48,0-1 1,2 5 0,-2 0 0,2 1-191,1 0 0,-3-3 0,5 2 1,0-1-2629,2-3 1,1-6 2341,0-3 0,-5-3 0,-1-1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5:21.1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66 553 7841,'-11'0'-24,"4"-5"1,0-1 0,-1-1 149,2 0 0,-2 3 125,4-3 1,-3-1 0,3-4 0,2-1-61,0-2 1,4-4 0,1-1 0,5-4-87,1-6 0,7-5 0,2-4 0,3-2 0,2-6-45,3-1 1,-3 9-1,3 1 1,-2 5 36,2 6 0,-3 9 1,2 8-21,-2 9 0,-9 12 1,-3 12-24,-1 9 1,-6 6-1,0 7 1,-3 1 0,-1 3-134,0 1 0,-3-4 1,-2 0-1,0-3-228,0-3 0,-4-8 0,3-1 0,-1-3-402,0-3 1,3-11 0,-3-4 0,-2-4 708,0-3 0,-7-2 0,-1-1 0</inkml:trace>
  <inkml:trace contextRef="#ctx0" brushRef="#br0" timeOffset="175">110 400 7872,'0'-11'25,"0"0"0,1 3 0,2 1 0,2-1 11,1-2 0,2 3 0,7-1 0,3 1-55,3 1 0,2-3 0,1 6 0,3-1-506,1-1 0,0 4 0,1-3 525,-3 3 0,7-4 0,1-1 0</inkml:trace>
  <inkml:trace contextRef="#ctx0" brushRef="#br0" timeOffset="299">571 169 7841,'-4'11'81,"-1"0"1,0 0 275,0 0 0,-2 5 0,3 2 0,1 4-152,-2 4 0,4 2 1,-3 5-1,3 0-144,1 0 1,0-4-1,0-1 1,0-1-724,0-3 0,0-1 0,0-2-509,0-3 1171,5-7 0,-4-6 0,4-5 0</inkml:trace>
  <inkml:trace contextRef="#ctx0" brushRef="#br0" timeOffset="464">505 312 7841,'9'-17'57,"0"2"1,-2 3 212,2 1 0,-2 1 0,3 2 0,3 1-35,3-2 1,0 4-1,5 0 1,2 2-236,0-1 1,0 0 0,-2 4 0,-2 0-513,0 0 0,-2 0 1,1 2-1,-3 2 512,-3 7 0,-6 5 0,-1 6 0</inkml:trace>
  <inkml:trace contextRef="#ctx0" brushRef="#br0" timeOffset="631">614 433 7841,'-6'0'708,"3"0"1,8 0 0,4-2-571,5-1 1,5 0 0,-1-3 0,3 0-456,1 0 0,0 4 0,-1-3 0,-2 1-180,-1 0 0,-4 1 497,0 3 0,-6 5 0,-3 1 0</inkml:trace>
  <inkml:trace contextRef="#ctx0" brushRef="#br0" timeOffset="781">603 564 7841,'-11'7'131,"0"1"1,4-6 0,1 3 0,0-1 740,0-1 0,5 1-723,1-4 1,8-1-1,8-3 1,1-3-412,3-3 1,0-1 0,2 0 0,1 0-670,3 0 0,-3 0 1,3 0 930,-3 0 0,-1-5 0,0-1 0</inkml:trace>
  <inkml:trace contextRef="#ctx0" brushRef="#br0" timeOffset="1048">976 213 8259,'-5'-6'554,"3"1"0,-5 5-265,-2 0 0,4 2 0,2 1-88,1 4 1,2 4 0,2 3 0,0 3-101,2 4 0,5-2 0,1 7 0,4-2-69,-1 2 1,-1 0 0,-1 5 0,0-3-55,0-1 1,-5-2 0,-2-3 0,-3 0 29,-1 0 1,-5-4 0,-2-2 0,-4-2-205,-4-5 0,2-1 1,-4-1-1,0-3-266,0-3 1,3-2 0,0-3-1,1-5-104,2-4 0,2 0 0,1-6 0,5 0 566,2-2 0,1-1 0,0 0 0</inkml:trace>
  <inkml:trace contextRef="#ctx0" brushRef="#br0" timeOffset="1264">1426 60 7841,'6'5'165,"-3"2"1,-1-1 0,-2 1-1,0 3 314,0 3 0,0 1 1,0 4-1,0 3-47,0 3 1,-4 2 0,-1 5 0,-1 5-37,-2 2 0,-1-1 0,0 5 0,2-1-557,-1-3 1,2-3 0,-1-4 0,3-4 14,1-6 1,2-10 0,2-1-46,3-4 191,-3-7 0,14-10 0,-3-6 0</inkml:trace>
  <inkml:trace contextRef="#ctx0" brushRef="#br0" timeOffset="1531">1645 169 9221,'-11'2'283,"0"1"0,0 3 1,0 5-1,-1 2 219,-3 1 0,3 0 1,-2 4-1,1 3-119,2 3 1,-1 0 0,0 4 0,0-1-156,2-3 1,6 0-1,1-4 1,2 0-272,1-2 1,4-5 0,4 1-213,2-6 0,2-3-30,2-5 1,2 0 0,2 0 0,-3-1 0,-3-1-1016,-1-2 1,-2-5-1,-1 2 1,2-3 457,-1-1 0,-1-1 842,3-2 0,5-3 0,1-5 0</inkml:trace>
  <inkml:trace contextRef="#ctx0" brushRef="#br0" timeOffset="1764">1700 356 7841,'5'-6'451,"-3"1"0,5 5-175,2 0 0,-3 0 1,1 0-1,3-1 94,4-3 1,-2 2-1,2-6 1,0 0-138,0-2 1,-1-2 0,1-2 0,-2-1-75,-1-3 1,-1 4 0,-3-3 0,-3 0-121,-3 0 0,-2 3 0,-3 0 0,-4 3 108,-6 3 1,1 4 0,-4 6-1,0 4 174,0 5 1,0 11-1,-1 1 1,2 4-98,0 3 0,6 0 1,-2 1-1,1 3-107,2 0 1,6 1 0,-1-4 0,3 0-418,1-2 0,5-6 0,3-1 0,4-6 274,3-4 1,5-6-1,-3-2-101,0-3 127,3-1 0,-3-10 0,5-2 0</inkml:trace>
  <inkml:trace contextRef="#ctx0" brushRef="#br0" timeOffset="1931">1963 378 7841,'-11'0'657,"4"0"1124,-1 0 0,6 1 0,0 3-1454,4 3 0,4-1 1,6 0-1,2-1-682,0-3 0,5 3 1,-4-1-1,1-2-564,0 0 0,2-2 0,-3 0 1,-2 0 918,-1 0 0,4 0 0,1 0 0</inkml:trace>
  <inkml:trace contextRef="#ctx0" brushRef="#br0" timeOffset="2080">2215 268 7841,'-11'1'76,"1"3"0,2 3 843,1 3 0,-1 1 0,-3 1 1,0 2-486,0 0 0,4 6 0,0-1 0,-2 6-335,-1 4 1,3 0 0,0 1-1,0 2-866,0-1 0,3-2 0,4-1 0,0-6 767,0-6 0,0-4 0,0-1 0</inkml:trace>
  <inkml:trace contextRef="#ctx0" brushRef="#br0" timeOffset="2221">2270 575 7795,'0'11'563,"0"0"0,0-4 0,-1-1-207,-3-1-356,3-1 0,1-4 0,6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29.6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7 7826,'0'-5'1093,"0"3"0,0 8 0,0 7-568,0 7 1,0 11-1,0 15 1,0 15-215,0 14 0,-1 7 0,-2 8 0,-2-1-149,-3-2 0,0-11 0,1 7 1,0-8-382,2-8 0,0-18 1,-1-10-1,4-6-1502,1-5 0,1-7-55,0-2 1776,0-12 0,3-16 0,2-8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0.1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33 134 7816,'-9'-14'90,"2"1"1,0 1 335,2 2 0,3-2 0,-1 0 0,4 0-77,5 0 1,1 1-1,9 2 1,2 2-68,3 1 0,2 3 0,4 4 1,4 1 203,1 4 1,2 5 0,-1 4-258,0 3 0,-2 4 0,-2 3 1,-5 2-1,-4 2-45,-4 0 0,-4 4 0,-6 4 0,-4 4-26,-4 5 0,-8-5 1,-6 5-1,-5-5-355,-3-5 1,-2-8 0,-2-5 0,-2-6-35,1-6 0,-3-3 0,3-5 294,2-2 1,-3-3 0,6-3 0,1 0 407,2-1 0,7 0-327,3-2 0,9 4 0,6 2 0,6 4 0,7 3 160,4 2 0,4 3 1,2 0-1,2 1-418,0-1 1,2-1 0,1 1 0,-1 0-927,0 1 1,-3 0-1,0-3 1,-1 1-309,-3-1 1348,-5 0 0,5 0 0,-2 1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0.5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314 17 7708,'-20'-8'0,"-2"3"0,-3 2 566,-2 2 1,-2 2 0,-2 2-1,-1 3-112,4 4 1,1 3 0,4 4 0,2 1 521,5 5 0,8 1 1,4 9-1,5 4-559,4 3 1,6-5 0,3-3-1,3-1-188,2-2 1,0-5 0,1 0-241,-3-3 0,4-1 0,-6-4 0,-2 1 0,0 1-60,-2 1 0,-6-1 0,-2 4 0,-3-2-178,-3-2 1,-5 3-1,-6-3 1,-2-1 0,0-2 0,-2-5 0,0 1 0,-1-3-961,3-2 0,3-3 0,5-3 0,1-3-2191,1-3 3400,2-5 0,8-2 0,1-3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0.8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107 664 7737,'-15'3'0,"0"3"476,1 1 1,3-2 0,-2-3-1,1-6 194,2-7 0,3-6 1,3-9-1,0-2-360,2-6 1,5-3 0,2-7 0,5-2-121,3-3 0,1 5 0,6-6 1,-2-2-121,2 0 0,0 9 1,2 0-1,-2 7 0,1 7 0,-3 9 0,3 7 163,-4 6 1,1 5 0,-6 8 0,0 6 0,0 6 54,-2 7 1,0 6 0,-1 7 0,1 5-13,-3 5 0,-4-2 0,0 5 0,0-1-607,0-2 0,0-9 0,-3-2-666,0-4 0,-1 0 0,-1-4 0,-2-2-2794,0-4 3791,-2-1 0,-6-13 0,-1 3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0.9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0 125 7732,'0'-8'940,"0"0"1,1-1-1,2 1-558,2 0 1,5-1 0,3 1 0,7 0 236,3 0 0,6 2 1,4 1-1,4 1-1174,3-1 0,0 0 555,4-4 0,-1 1 0,-1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1.6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33 7824,'0'-12'0,"0"6"604,0-2 0,0 3 0,0 3-33,0 8 1,0 6-1,1 8 1,1 6-97,1 6 1,3 4 0,-1 7 0,0 6-122,-3 6 0,2 7 0,-1 12-182,-1-2 0,-1-1 1,-2-6-1,-1-7-54,-1-5 0,-2-8 0,2-11 0,1-8-501,1-7 0,1-9 0,0-13-171,0-7 1,1-7-1,2-5 372,2-6 1,3-6 0,0-4 0,0-2-1,2-4-8,1-4 1,2 3 0,3-3 0,1 3 241,-1 5 1,1 14 0,0 6 0,-2 9 241,-1 12 0,-3 15 0,-4 14-246,-2 4 0,-3 9 1,2 2-1,-1 0 1,-1-1-336,0-2 0,0-7 0,1 6 0,2-4-512,3-2 0,4-8 0,2-5-11,1-7 0,2-6 810,0-7 0,7-4 0,2-3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1.9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158 112 7824,'-13'-10'650,"1"2"1,0 4 14,-2 2 1,1 3 0,-1 5-1,0 8-245,1 7 0,-2 3 0,4 4 0,1 3 44,1 1 0,4-2 1,3-3-1,2-1-378,2-1 1,3-6-1,4-5 1,2-3-329,3-3 1,3-6 0,2-2 0,2-6-73,1-4 1,0-8 0,-2-6-1,3-4 149,0-5 0,-2-3 0,-1-6 0,-1-2 276,0 1 0,-7 9 0,2 0 0,-5 7 145,-4 8 0,-1 10 0,-5 11 1,-1 8 260,0 9 0,-5 7 0,2 5 0,-2 2-3,2 3 1,0-2-1,3 2 1,-1-2-678,2-4 1,0-2-1,2-7 1,2-4-1934,6-5 1,3-7 0,5-3 2095,2-4 0,3-10 0,3-5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2.1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175 1 9891,'-4'3'900,"1"3"0,2 2 1,2 4-1,2 6-207,2 6 0,4 6 1,2 8-1,2 5-290,3 2 1,-2 3-1,-2 2 1,-2 0-130,-2-1 0,-6-10 1,-1 2-1,-4-5-472,-6-3 1,-6-6 0,0-4 0,-5-4-503,-1-6 0,-2-4 0,-3-3 0,0-5-1399,2-2 0,2-8 2099,0-5 0,-2-9 0,3-3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3.0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70 7796,'-3'-8'2,"-2"0"527,0-1 0,1 4-179,1-1 1,2 6 0,-2 3 338,2 7 1,2 11-1,2 5 1,2 9-305,-1 8 0,3-1 1,-4 10-1,-2 2-240,0 2 1,-1-5 0,0 2 0,0-4-194,0-4 0,0-10 0,-1-1-46,-1-6 0,0-7 0,-3-12 0,1-10-415,3-11 1,0-12-1,2-8 262,1-3 1,3-10-1,3-2 1,1-5-1,0-5-15,2-2 0,0 3 1,5 2-1,2 3 185,3 2 1,-2 8-1,3 5 1,1 9 85,1 11 0,-4 9 0,-3 7 0,0 7 255,-2 6 0,-7 2 1,-1 10-1,-2 5 305,-3 4 0,-1 5 0,-1 3 0,-1 3-147,-2 1 0,1-6 1,-3 8-1,-2 0-162,0-4 0,1-3 0,1-4-127,-2-3 1,1 2 0,0-9 0,3-9-592,2-10 0,2-13 1,2-15 57,3-6 0,4-10 0,2-5 0,1-5 0,2-7-45,0-2 0,3 3 0,-1-4 0,2 6 299,-1 3 1,-2 16 0,3 2-1,-5 9 334,-3 7 1,-2 11 0,-4 8 165,-2 6 0,-2 7 0,-1 5 0,0 4-186,0 2 0,0 10 0,0-3 0,1 1 0,1 0-386,1-3 0,0-1 1,0-1-1,3-3-238,1-2 0,2-6 0,2-5 456,3-5 0,2 0 0,0-8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3.2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97 108 8630,'-4'14'0,"-1"0"0,-4 2 909,-2 2 1,-1 5-1,-2 4 1,1 5-165,1 3 1,3-7-1,5 2 1,1-3-367,4-4 0,2-5 1,7-6-1,2-2-650,4-6 0,2-2 0,4-4 0,1-4 74,1-8 1,1-4 0,0-7 0,-1-3-325,-2-4 1,-5-5 0,-7 0 0,-3 1 193,-1 3 0,-5 3 0,-1 0 314,-5 5 1,-7 3-1,-4 6 1,-6 4 0,-2 1-203,-1 2 0,3 2 0,1 3 1,1 0-1400,1 2 1084,5 1 1,8 1-1,9 1 1,7 1 529,5 1 0,1 3 0,5-1 0,0 3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3.5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82 8062,'7'16'0,"-1"0"555,0 0 0,-1 4 1,0 6-1,-2 4 142,-2 2 0,-1 1 1,0 5-1,-1-1-264,-2 1 0,-1-5 0,-5-2 0,2-3-164,1-4 0,-1-6 1,2-1-136,1-5 1,0-7 0,4-6 0,0-7-93,0-5 1,0-6 0,1-4 0,2-5-75,2-5 1,3-2 0,0-6-1,1-1-112,2-1 0,-1 2 1,3 2-1,0-1-545,0 3 1,-2 5-1,2 4 1,0 5-264,0 7 0,1 9 1,2 5-540,-2 4 1,0 3 1490,-3 6 0,4 6 0,-2 4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3.7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150 340 7788,'9'0'283,"2"0"0,-2 0 1,2 0-1,-1-5 460,1-6 1,-1-4 0,1-9 0,-2-3-340,-1-1 1,-2-3 0,-2-1 0,0 0-268,-2 2 1,-6 6 0,-4 1 0,-5 3 41,-3 5 0,-1 6 0,-3 2 0,-2 2 42,-2 4 0,-1 7 0,1 6 1,2 6 215,3 7 0,2 9 0,3 6 0,4 5 17,4 1 0,3-1 0,7 3 0,7 0-960,8-3 0,9-10 1,5-9-1,7-5-957,6-9 0,-2-9 1463,6-3 0,-6-7 0,2-6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4.4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5 7720,'0'-5'1058,"0"15"0,0 11 0,0 7-520,0 9 1,1 6 0,1 8 0,0 1-104,0 3 0,2-6 0,-1 4-294,-1-4 1,-4-6 0,-2-1 0,0-3-117,1-2 1,-4-6 0,2-5 0,-2-4-369,2-5 1,-2-7 0,4-11-136,1-6 0,5-10 1,3-7-1,2-4 80,3-5 1,6 2 0,4-4 335,0 3 0,6 5 1,-1 5-1,3 6 1,3 5 37,3 4 0,-4 4 0,3 7 0,-4 4 300,-3 5 1,0 7-1,-10 2 82,-4 2 1,-2 4 0,-8-1-1,-2-3 1,-3-1 326,-3-3 0,-6-3 1,-4-4-1,-3-1-185,-1-2 0,-4-2 1,1-2-496,-2-4 0,-4-2 0,0-2 0,1-4-300,1-1 0,0-4 0,0-1 1,3 0-1,1-1-469,4 0 1,4 2 0,4-2-1203,4 1 1,6 1 0,9 6 1965,4 2 0,6-1 0,2-1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4.6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92 0 7720,'0'18'261,"-3"0"1,-3 4 615,-1 2 0,0 0 0,0 6 0,-2 1-621,-1 2 1,1-4 0,1-3 0,0-5-1128,-1-4 0,5-8 0,1-4 871,2-10 0,1-9 0,0-8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4.7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0 7720,'0'6'-10,"-1"-1"1,-1 2 9,0 0 0,-1 2 0,3 1 0,0 2 0,-4 2 0,0-1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4.8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84 0 7720,'-9'22'0,"2"1"0,0 1 1046,2 2 0,0 2 0,-1 4 0,1 3-345,2 2 1,-1 0 0,2 3 0,-1 4-834,1 4 0,1-4 0,-1 9 0,-1-5-920,1-6 1,1-11 0,0-6 1051,-2-5 0,-1-2 0,-5-5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5.0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1 275 7720,'0'-17'46,"0"0"1,0 1 0,0-1 465,0 0 1,3 4 0,4 0 0,3 0-388,4 0 0,2 0 0,4-1 0,4 2-870,5 0 0,0-1 1,5-4 744,-1 1 0,8-5 0,-2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5.2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176 1 7720,'-9'25'0,"3"1"0,-1 0 0,1 3 655,2 0 0,2 2 0,2 1 0,1 0 681,2-2 1,2 2 0,3 3 0,-1 1-941,-1-1 1,0-1 0,-3-3 0,-1-1-499,-1-2 1,-2-9 0,-2 1 0,-3-5-348,-4-3 0,-3-4 0,-5-6 0,0-1-238,-2-1 1,0 0 0,2 0 0,1 0-3587,1 0 4273,9-3 0,-4-2 0,6-3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5.3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242 0 7770,'-4'17'356,"-3"0"0,-3 2 797,-4 0 1,1 2 0,-3 0 0,-2 3-651,1 2 0,-4-1 0,0 7 0,2 0-711,2 0 0,3-2 0,0 0 0,4-5-1344,4-5 1552,-2-6 0,4-2 0,-4-4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6.1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51 7770,'0'-13'-210,"0"0"1051,0 1 1,0 2-484,0 8 0,0 10 0,1 12 0,1 7 269,1 6 1,0 6 0,-3 7 0,0 6-303,0 4 0,0 3 0,0 3-216,0-2 0,0-1 0,0-13 0,-1-3 0,-1-2-103,-1-7 0,-1-7 0,3-9 1,-3-4-205,-1-5 1,1-7 94,-2-7 0,0-8 0,3-9-272,1-2 1,1-4 0,2-1 0,2 1 0,3-3 32,4-1 1,1 4-1,5-1 1,2 5 420,-1 4 0,5 7 1,2 5-10,3 4 0,4 8 1,-3 5-1,0 7 1,-2 6 207,-5 5 1,-5 3-1,-4 4 1,-3 2 297,-4-1 0,-7-5 0,-4 5 0,-2-1-64,-3-2 0,-2-3 0,-4-5 0,1-5-295,-1-5 0,1-5 0,-1-3 0,0-5-1042,1-2 0,1-5 1,0-5-333,0-3 1,-1-3-1,6-2 1157,2-3 0,0-6 0,3-1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6.5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74 96 8971,'-8'7'0,"-1"3"264,1 5 1,0 0 0,-1 8 0,1 2 559,0 2 1,2 2 0,2-3 0,0 0-462,2 1 0,6-6 0,3 1 0,5-4-572,4-1 0,-3-4 0,6-3 0,1-4-123,1-3 1,3-7 0,-3-4 0,1-7 74,0-6 1,-3-5 0,-1-8 0,-3-3-272,-4-4 0,-2-2 0,-1-3 768,-3 1 0,-1 5 0,-4 7 653,0 4 1,-3 16-1,1 12-329,0 15 1,1 14 0,1 11 0,0 4 0,1 1-659,1 0 0,3-2 0,3-2 0,2-2-817,1-2 0,-1-10 0,3 0-2254,-1-7 3165,6-4 0,-4-14 0,7-2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6.6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0 9079,'-3'11'287,"1"2"1,-1 3 0,3 9 0,0 5 1046,0 4 0,0 8 1,1 7-1,1 5-979,0 3 0,4-5 0,-2 1 0,-1-7-1161,1-4 1,2-6 0,-4-2-1,0-4 806,-1-4 0,3-6 0,0 1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6.8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8 175 7730,'-4'-4'1899,"3"-4"-1082,-2 3 1,7-3 0,4 1 0,6 0-468,5 2 1,3-2 0,6-4 0,3-2-52,4-3 1,1-2-300,6-1 0,-6-2 0,4-4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7.2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70 7765,'-3'-16'0,"-1"1"682,0 1 1,2 4-68,-1-1 1,2 7 0,2 7 0,2 8-339,2 7 1,0 5 0,0 7 58,2 6 1,-2 8-1,-1 5 1,1 3 106,-1 0 1,-2 8 0,1-6-1,-2-1 1,-1-1-2229,0-6 1,0-10 1784,0-5 0,-4-12 0,0-3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7.3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0 208 8285,'0'-8'802,"2"-1"1,3 1 0,4 0-311,3-1 1,7-2-1,5-1 1,8-1-613,6-1 1,-1 0-1,6-1 1,1-1-620,-2 1 739,1 1 0,-2-7 0,1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7.6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1 9087,'-8'25'0,"0"1"687,-1 1 0,2 2 1,0 2-1,3 1 203,0 2 0,1-2 1,3 5-1,-1 3-323,-1 2 0,1-1 1,-2 4-1,2 0-609,1-2 1,4-11 0,0-2 0,2-11-301,-1-7 0,2-7 1,3-6-55,1-6 1,3-10 0,-2-9 0,0-5 0,1-7-69,0-5 1,-2-2-1,2-6 1,0 4 247,0 3 1,-2 10 0,2 0 0,-1 5 470,-2 5 1,-1 8-1,-1 4 232,-3 8 0,-1 8 0,-4 11 0,0 3-367,0 5 0,-4 5 0,-1 5 1,-2 3-159,2 1 1,-3 3 0,4 3-981,-1-2 1,-1 4 1017,3-9 0,0-2 0,3-9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7.9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84 291 8246,'14'-1'0,"1"-2"466,0-2 1,-1-1 0,2-2 0,0-5 61,0-5 1,-4 0-1,3-3 1,-4-1-71,-3 1 0,-3 1 1,1-3-1,-4-1-381,-1 4 1,-7 2 0,-3 2 0,-3 2 150,-3 3 1,-2 6 0,-1 2-1,-3 4-2,0 4 0,2 4 1,-2 9-1,3 2 69,2 5 0,2 2 0,-1 4-331,4 1 1,1 5 0,7-3 0,1 2 0,1 1-361,1-2 1,7-7 0,4-5 0,5-5-959,4-5 1,1-7 0,4-7 1353,0-6 0,3-13 0,2-6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8.1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26 11275,'0'8'598,"0"1"0,0 2 0,1 5 544,2 5 1,-3 6-1,3 10 1,-2 5-822,-1 4 0,0-3 0,0 0 0,-1-3-560,-2-3 1,3-9 87,-3-6 1,2-13 0,1-9 0,1-10 19,2-7 0,-2-6 0,5-6 1,0-3 22,2-3 0,0 2 0,0-4-239,1 3 1,-1 1 0,1 6 0,1 1 0,2 0-884,1 3 0,-2 2 0,2 5 0,0 2 1230,0 3 0,1 2 0,3 1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8.4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75 232 8752,'4'11'0,"1"0"234,3 0 1,-3-6-1,1-2 1,1-2 541,3-1 1,0-8 0,1-3 0,-2-4-346,-1-5 1,1-1 0,-2-4-557,-2 0 1,2-2 0,-4 1 0,-1 3 0,-2 2-46,-3 3 0,-3 4 0,-5 4 0,-4 3 339,-3 4 1,0 6 0,-1 5 0,0 4 245,0 8 0,4 4 1,0 4-1,2 4 738,3 6 0,4 2 0,3 5-748,2-3 1,9 4 0,4-7 0,5-1-350,5-3 1,3-8 0,3-11 0,2-7-1,1-6-1174,2-5 0,-5-7 0,3-7 1118,-1-3 0,0-7 0,3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8.8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7594,'9'0'742,"-4"4"0,1 2 1,0 6-66,2 8 0,0 6 0,-1 12 0,0 7-559,-2 5 1,0-2 0,1 5 0,-1-8-1766,-1-5 1,-2-14 1646,-2-9 0,0-10 0,0-3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9.0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0 7594,'-4'6'697,"-1"-1"1,1 2-577,1 0 1,2 1 0,1 1 0,0-1-888,0 0 0,2 1 0,3-2 766,6-1 0,4 1 0,2-2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39.2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142 1 8752,'-1'27'0,"-1"2"777,0 1 1,-1 0-1,3 3 1,0 1-140,0-1 1,4-3-1,1 0 1,3-1-287,0-3 0,-1-3 0,0-2 1,-3-4-372,0-4 0,-2-5 0,-5-4 0,-3 0-685,-4-2 1,-4-2-1,-5-3 1,-2-3-2397,-3-5 3100,1 2 0,-10-6 0,4 2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0.0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16 8125,'0'20'705,"0"6"0,0 9 1,-1 9-275,-1 7 0,1 10 1,-2 3-1,1-2 1,0-2-200,0-7 0,-1-6 0,3-11 1,0-8-87,0-7 0,1-10-123,1-3 1,-1-7-1,2-7 1,-2-5-211,-1-6 0,1-5 0,1-9 1,2-7-4,0-7 1,2-3 0,1-6-1,1-1 32,0 1 0,-2 7 0,6 1 0,0 4 63,2 5 0,2 3 0,0 11 0,1 5-43,0 7 0,-2 6 0,-1 10 1,-3 6 84,-1 7 0,-2 6 0,-1 4 0,-1 2 324,-3-1 1,-1 4 0,-1-4-1,2 2-196,-1-1 1,-1 1-1,-1 1 1,0-1 209,0 0 0,0-4 0,0-1 0,0-3-135,0-7 0,1-8 0,1-12-230,0-9 1,5-11 0,-2-9-1,4-7-125,2-6 1,-1 1-1,3-4 1,0 4-16,0 5 1,-1 2 0,3 6 0,0 5 226,0 4 1,-4 12 0,0 7 0,-2 6 114,-4 6 0,2 8 1,-5 7-1,0 3-45,-1 1 0,-1 5 0,0-3 0,0 3-407,0 1 1,0-4 0,0 3 0,1-2-355,2 0 1,2-7 0,6-3 683,3-7 0,2-2 0,1-6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0.2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67 109 7652,'-11'14'0,"-1"1"162,-1 3 1,4-2 0,0 7 0,2 1 942,3 2 1,2 0-1,3 1 1,3-3-530,4-2 1,2-6-1,6-1 1,2-5-575,-1-5 0,2-11 1,0-6-1,2-6-201,0-7 1,3-5 0,-6-5 0,-2-1 123,-4 1 0,-7 3 1,-2 3-40,-2 0 0,-2 2 1,-3 5-1,-4 5 0,-6 4-98,-4 4 0,-1 4 0,-3-1 0,0 4-893,1 1 0,0 4 0,6 2 1,1 0-954,3 1 2058,5 0 0,6 2 0,5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0.5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73 7652,'7'16'436,"-4"-2"0,5 8 0,0-1 461,-1 0 1,-1-1-1,-2 4 1,0 2-131,-2 0 1,-1 1-1,-1 1 1,0 3-386,0 4 1,-1-1-1,-1 2 1,-2-5-224,0-3 0,-1-6 1,-1-4-181,0-3 1,4-8 0,-1-7 0,2-9-130,1-6 0,0-8 0,0-6 0,0-6 8,0-5 0,1-1 0,2-5 0,3 1-5,1 1 0,1 5 0,1 2 0,0 2-424,2 2 0,-1 6 0,4 1 0,1 5-374,1 4 0,0 9 0,1 4 0,-1 5-186,1 4 0,-1 9 1131,-2 3 0,-2 9 0,-4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0.7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89 271 7831,'4'16'443,"0"0"0,5-3 243,-1-5 1,1-3-1,1-7 1,1-3-171,0-7 0,2-3 0,-1-5 1,2-2 101,0-2 0,-4-4 1,1 1-1,-1-2-541,-2-2 1,-3 6 0,-4-4 0,-3 5-100,-7 7 0,-4 4 0,-6 7 0,-3 6 55,-2 7 0,-1 8 0,1 13 0,1 3 211,1 4 0,3 1 0,1 5 0,3 2 305,4-1 1,5 4 0,5 0 0,7-3-508,8-4 1,6-10 0,8-6 0,3-10-822,4-5 0,1-9 0,5-8 0,2-8 603,3-7 0,-3-5 176,1-4 0,-5 4 0,-2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1.5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259 58 7652,'-9'-11'0,"-1"-1"0,-4-1 0,1 6 0,-8-1 282,1 4 1,0 2 0,-4 6 0,4 7 0,1 10 840,0 7 1,6 5-1,-1 7 1,2 2-764,5 3 1,5-4 0,2 8 0,6 1-152,4 0 0,7-9 0,5-4 1,2-3-166,1-2 1,1-5-1,-1-1 1,1-3-204,-2-4 1,-3-3 0,-1 3 0,-2-1 89,-2-2 0,-8-2 0,-3-1 0,-4 0-54,-4 0 0,-2-3 1,-6 1-1,-5-2 54,-5 0 1,0-2 0,-5 0 0,-2-3-329,-1 0 1,2-1-1,0-3 1,1 0-481,1 0 1,6-4-1,5-3 1,3-4-1624,7-5 2500,2-1 0,6-11 0,0 3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1.7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1 8287,'0'20'656,"3"-1"0,0 5 0,-2 3 154,0 2 0,-1 3 0,0 6 0,0 5-271,0 2 1,0 2-1,0 2 1,0-1-838,0-1 0,0-10 1,0-2-1,0-5-847,0-6 1,0-4 0,-1-7 0,0-4 1144,-2-2 0,-4-6 0,3 3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1.8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9 175 8023,'-5'-4'881,"1"0"0,5-5 0,3 1-506,4 0 0,5-3 1,7-1-1,3 1-439,4-1 1,2 2-1,4-3 1,2 1-1046,1 2 1,-5-2 1108,2 1 0,-5-4 0,1 2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2.4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8 124 7629,'0'-8'267,"0"2"1,0 1 305,0-2 1,0 4 0,0 4-225,0 7 1,0 5-1,1 6 1,1 5-87,1 6 0,1 1 1,-2 8-1,0 1-191,0 0 1,-1 2 0,-1-1 0,0-2-44,0 0 0,-3-8 0,0-3 0,-1-8 167,0-9 0,-1-9 0,2-2-146,1-4 1,1-8 0,1-4-1,0-4 70,0-4 0,1-4 0,1-7 1,2-2 149,0-1 1,2 2 0,3-3 0,1 0-400,1-2 1,4 6 0,-1 2 0,3 4-427,2 2 1,-1 2-1,3 4 1,-2 3-190,0 4 0,-6 7 0,5 1 0,-1 2-671,-3 1 0,-2 1 1415,2 5 0,-4 2 0,2 3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2.8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42 104 7633,'-8'-5'1636,"-1"2"-1158,1 3 0,3 0 0,0 0 0,1 3 35,2 3 0,2 2 0,0 3 1,0 4-423,0 3 1,4 4 0,4 3 0,3 1-272,2 1 0,1-1 0,5 0 0,0-5-156,0-4 0,-1-10 1,1-1-1,0-6 17,0-6 0,-3-8 0,-2-11 0,-2-5 204,0-5 0,-6-1 0,3-4 1,-3 0 401,-1 3 0,0 3 0,-4 6 158,2 5 1,0 11 0,-3 13 0,0 8-26,0 6 1,0 8 0,1 6 0,1 4-186,0 2 1,4 2 0,-2 1-1,0 1-871,3 0 1,0-8-1,1-2 1,2-7-472,1-5 0,2-10 1,2-1-1,1-6 617,1-6 0,-2-4 0,4-9 0,-1-5 490,2-2 0,-3-4 0,7-7 0,-2-1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3.0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175 50 7629,'-4'-13'0,"-1"-1"0,-6 4 0,-1 2 0,0 4 818,-3 4 1,2 4 0,-1 4 0,-1 5-2,-1 3 1,3 5 0,0 4 0,1 6-99,1 4 0,6 0 1,2 4-1,2 1-534,1 0 0,2-1 0,4-2 0,5-4-746,4-6 1,2-5 0,2-7 0,2-3-960,3-4 0,-1-7 1,5-4-1,-2-8-1717,2-6 3237,-6-5 0,10-10 0,-6-2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3.1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0 7629,'-3'6'969,"0"-1"0,-2 5 1,1 4-1,-1 2-302,-1 4 0,2 2 0,1 5 1,2 1-138,1 2 0,0 1 1,0 4-1,0 2-952,0 1 0,3-3 0,0 1 0,0-2-721,0 0 0,-2-8 0,2-4 0,-2-5 1143,-1-3 0,-4-2 0,0-4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3.3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4 142 8995,'-3'0'1346,"3"0"-1046,4 0 0,6-4 0,2-2 0,2-1-691,4-1 1,-1-2 0,5-1-1,-1-2-801,0 0 1,1-2 1191,3 1 0,-4-6 0,0-1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3.6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39 7629,'-8'12'556,"2"1"0,1 2 0,-1 1-71,1 1 1,2-4-1,3 5 1,0 1-206,0 2 1,4-2 0,5 2 0,4 0 96,2-3 0,2 0-1,0-3 1,0-3-332,2-4 0,0-6 1,1-3-1,-1-7-616,-4-5 1,-3-7 0,-2-4 0,-3-4 277,-1-1 0,-5 1 0,2 0 0,-2 1 338,-1 3 0,-3 4 1,0 1-1,-1 2 359,0 3 1,-2 3 49,0 6 0,3 5 0,0 6 1,2 4-493,1 4 0,1 2 0,2 2 0,2 1-651,3 3 1,-1-1 0,-1 1 0,0-2-589,0-2 1,2-3 0,0-3 1276,0-3 0,1-9 0,-1-10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3.8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92 7629,'0'8'861,"1"0"1,1 2-242,1 1 1,0 3 0,-3 4 0,0 2 87,3 2 0,-2 1-567,2 4 0,-1 1 1,0 4-1,0 0 0,0-2 1,0-1-10,1-5 1,-2-4-100,2-6 0,-2-10 1,1-10-1,1-8 89,-1-7 1,2 0-1,-1-8 1,1-2-59,0-2 1,2 0-1,0-3 1,1 2-472,1 1 0,-2 5 0,-1 2 0,2 1-448,0 2 1,3 4-1,0 0 1,2 5 91,1 3 1,-3 5-1,1 3 763,-2 2 0,3 9 0,1 1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4.0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1 174 7629,'8'14'0,"0"-1"0,1-1 247,-1-2 1,0-3 0,0-3 0,2 0 480,1-2 0,-1-2 0,3-4 0,0-4-572,0-5 0,-3-4 0,0-2 0,-3-3-238,-1-2 1,-3-1 0,1 1-1,0 1 125,-2 0 0,-2 9 0,-3 1 0,-3 5 335,-4 6 0,-1 2 1,-2 6-1,-2 5 232,-1 4 1,2 6-1,1 2 1,1 3-75,2 1 0,1 1 1,1 4-1,3 0-830,2 2 1,2-6-1,2 4 1,2-5-545,2-3 0,7-8 0,1-3 1,4-6-1052,2-4 0,-2-2 1889,0-1 0,-1-7 0,-3-3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4.2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83 0 8359,'-5'16'0,"-3"0"1299,-1 1 1,2-2 0,-4 7 0,1 2-693,2 0 1,1 1 0,0 3 0,3 2-922,0-1 1,1 0 0,3-5 0,0-2-1888,0-3 2201,0-5 0,0-2 0,0-3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4.9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167 54 7576,'-5'-8'281,"-1"-1"0,0 2 14,-2 1 1,0 3-1,-1 3 1,-2 0-38,-3 0 1,1 7 0,-1 4-1,-1 5 230,-1 3 1,3 3 0,1 2 0,2 1-304,6 0 1,2-2-1,3-2 1,2 0-230,6 0 1,4-8 0,6-1 0,3-3 54,2-6 0,2-3 0,0-5 0,1-7-333,0-6 0,-3-4 0,2-6 0,-2-3-89,-1-4 1,-8 2 0,0 0 0,-4 3 920,-3 4 1,-7 12-199,-1 8 0,-3 15 1,-6 16-1,1 4 223,0 4 1,2 1 0,2 0 0,0 0-648,2-2 0,1-1 0,1-2 1,0-4-796,0-4 0,7-8 0,2-5 1,3-6-407,3-7 1,1-6 0,2-10 1312,-2-4 0,7-9 0,-6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45.1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150 0 9212,'0'9'0,"0"1"732,0 4 0,1 0 0,3 9 1,3 4-268,3 6 0,5 2 0,-2 4 0,1 2-2,0-1 1,-4-3-1,1 0 1,-3-2-334,-2-3 1,-2-7 0,-5-1-1,-2-4-326,-3-4 1,-2-2 0,-3-5 0,-5 0-447,-5-5 1,2 1-1,-6-2 1,1-3-240,0-1 1,2-2-1,0-5 881,2-1 0,-3-5 0,2 1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6.2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59 149 8030,'-9'12'0,"1"4"244,0 5 1,0 0 0,0 9 0,2 2-135,0 1 1,4 5 0,0 0 0,1 1 191,1 0 1,1-5 0,1-2 0,4-6-318,1-6 0,2-9 0,3-7 0,0-7-305,1-8 1,3-10 0,-2-11-1,2-7 122,0-7 0,1 0 0,0-12 0,0 2 103,3-1 0,-5 6 0,3-2 0,-3 7 35,-3 9 0,-1 13 1,-4 12-1,-1 9 348,-4 12 1,-1 7 0,-2 12 0,0 2 346,-2 3 1,0 0 0,3 0 0,0 0-337,0-3 0,0 0 0,0-4 0,0-1-199,0-4 1,1-4 0,2-3-288,2-3 0,3-5 1,1-4-1,1-6-255,1-7 1,1-7 0,-2-9 0,2-5 353,1-3 1,0-2 0,2-2 0,-2 4 142,-1 4 1,-1 9 0,-3 7 0,0 7 103,-3 8 1,0 9 0,-3 11 0,0 6 314,0 6 1,0 0-1,0 3 1,1 0-464,-1-1 1,-1-2 0,2-4 0,3-1-622,1-3 0,1-6 0,1-2 0,0-6-1058,2-3 0,-1-5 1668,4 0 0,4-8 0,3-3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6.4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1 8656,'-6'3'0,"2"0"549,0 2 1,-1-2 0,2 2 0,1 3-226,1 2 1,1 4 0,0 5 0,0 5-72,0 6 1,4 4-1,1 6 1,3 1-239,0 1 1,0-5 0,1 3 0,-1-1-350,0-1 0,-2-6 0,-2 1 1,1-3 333,0 0 0,0-4 0,3 3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6.6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16 108 9748,'-9'0'794,"5"0"0,2-2-674,4-1 1,3-4 0,6 3 0,3-3 75,2-1 0,4 2 0,2-6 0,2 0-196,1-2 0,4-2 0,0-1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6.9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0 7855,'-4'13'662,"-1"-1"1,0 0-98,-1 2 1,4 4-1,0 2 1,1 5-94,1 3 1,0-1 0,0 8 0,1 2-339,1 3 1,0-3-1,4 4 1,-1-3-180,0-3 0,2-4 1,-2-3-1,1-4-80,-1-6 0,0-6 0,1-2 0,0-4-288,0-6 0,2-7 0,0-8 0,-1-4 148,-1-3 1,1-6 0,-1-2 0,1-3 181,1-3 0,1 2 1,-1 1-1,0 5 339,1 5 1,-4 7-1,0 5-69,-1 1 1,-2 10 0,-2 7-1,0 8 207,0 6 1,0 4-1,0 2 1,0 1-842,0 2 0,3-6 0,0 1 1,0-3-2592,0-4 3038,2 2 0,7-11 0,1 3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7.2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1 7855,'-4'8'0,"0"0"0,-1 1 0,-2-1 0,2 0 0,0 1 766,3 3 1,1-1 0,1 4 0,0 3-209,0-1 0,3 2 0,3-1 0,1 2-554,2-2 1,-1 0-1,1-2 1,1 0-329,1-2 0,1-6 1,-1-5-1,1-2-5,1-1 1,-3-7 0,1-5 0,-2-7 168,-1-6 0,0 0 0,-2-2 0,-1 1 320,-1 1 1,-1 3-1,-1 4 1,1 3 942,-1 4 0,-1 7-673,-1 7 0,0 5 1,0 10-1,0 1-772,0 4 1,0 0 0,0-1-1,0-2-243,0 1 0,1-7 1,1 1-1,4-5-2508,1-5 3093,2-3 0,3-6 0,1-1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7.5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14 7850,'5'-4'320,"-3"-1"0,0 1 1,0 3 266,1 6 0,2 1 1,-1 9-1,1 3-152,1 3 0,-1 1 0,0 2 0,3 2-226,2 0 1,-4 1 0,3 0-1,-3 4 21,-1 1 0,-2-1 0,-3-3 1,0 0 25,0-1 0,-6-6 0,-3 3 1,-3-3-402,-3-2 0,-1-5 1,1-4-1,0-4-678,1-3 1,1-2 0,-1-2-323,3-2 1,5-4 0,4-5 0,2-1 1144,2-2 0,3-1 0,3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7.6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76 1 7741,'-1'16'0,"-2"1"0,1 1 0,-3 0 0,-2 3 620,0 3 1,-2 0-1,2 6 1,1 0 756,0-1 1,1-1-1,-1 2 1,1 1-2312,2-2 1,0-4-1,3-6 934,0-4 0,0 0 0,0-2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8.3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40 664 7768,'-1'9'0,"-1"1"0,-1 1 0,-2 0 0,1-3 357,-1-3 0,3-1 0,-3-6 1,1-4 56,3-8 1,-3-4 0,1-6 0,2-4-188,3-3 0,0-2 1,4-9-1,3-3-35,1-3 0,5-7 0,-2-1 0,4-3-44,2-1 1,-1 10-1,2 1 1,0 8-58,-1 8 0,-3 15 1,-5 9-1,-3 8 171,-2 7 1,0 8-1,-3 10-98,-1 3 0,-1 8 0,-1 2 0,0 5 0,0 7-274,0 6 1,0-5-1,-1 7 1,-1-2-852,-1-2 0,-2-7 1,2-5-20,1-6 1,-2-3-1,2-13 980,0-4 0,-7-2 0,0-4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8.4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9 267 7850,'-4'-8'973,"4"2"0,-3 1-383,2-2 1,2 0 0,2-2-1,5 0-478,2-2 1,6 1 0,0-3-1,6 0-800,2 0 1,2 2-1,3-3 1,3-1 53,3 0 1,-9-2-1,4 0 634,-2 1 0,-2-8 0,-1-2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8.6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67 1 7850,'-3'8'0,"-1"1"0,0 0 539,-3 2 1,0 3-1,-1 5 1,-1 5 505,1 6 1,2-1 0,2 8-1,0 3-806,2 1 1,1 0-1,1 2 1,0-5-728,0-5 0,0-6 1,0 0-1,0-4-1342,0-3 0,3-6 1830,0-3 0,3-9 0,-1-3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8.8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65 11992,'8'-6'412,"0"1"1,4-1 0,3-2 0,3 0-655,5-1 0,-1 2 0,1 1 66,0 4 1,5-2-1,-5 1 1,-2 2 0,-2 3 175,-7 4 0,-1 5 0,-3 2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8.9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75 7848,'-8'-5'704,"3"1"459,2 1 0,7-2 0,3-2 1,5 0-798,4 2 1,-1-1 0,5-2-1,-1 0-599,1-1 0,0 5 0,-2 1 1,-1 2-1426,-1 1 1,-2 1-1,-1 2 1658,-5 2 0,0 6 0,-3 2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9.1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62 75 8201,'-11'9'0,"-1"1"1323,-1 1 1,3 0-570,-1-2 1,6-5-1,5-1-879,5-2 0,7-2 0,4-2 0,3-3-355,2-4 1,1 1 0,4-4-1,1 1-200,1-1 0,0-1 680,0-3 0,2 2 0,3-5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9.3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316 1 8405,'-9'11'0,"-2"2"1004,-3 2 0,2 1 0,1 5 1,3 2-150,2 1 0,2-1 1,4 4-1,1 0-414,2 1 1,2-5 0,3 2 0,1-2-252,2-2 1,-4 0-1,1-2 1,-1 0-72,-3 0 0,-1-4 0,-6-2 0,-3-1-474,-4 1 0,-4 0 0,-6 1 0,-3-2-844,-4 0 1,1-6 0,-4-1 0,0-4-3509,1-4 4707,2-5 0,-5-8 0,2-6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7:59.9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3 8137,'-3'-3'1786,"0"6"-1621,1 7 0,4 10 0,3 6 0,1 7-71,3 7 1,5 2 0,-1 1-1,1-3-1092,0-4 1,-3-9-1,2-6 998,-1-5 0,-1-8 0,-3-4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8:00.0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 8091,'-9'0'523,"1"0"0,2 0 1,2 1-469,0 2 1,2 1 0,5 5-658,3-1 0,5 3 1,3 0-1,2-2-505,4-2 1107,-3 0 0,7-2 0,-3 3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8:00.2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159 0 7804,'0'15'0,"0"2"469,0 0 1,3 4 0,0 1-1,2 1 89,1 2 0,2-2 0,0 4 0,1-1-117,2-1 0,0 0 0,1-1 0,1-1-280,-3-1 1,-4-2 0,-1 0 0,-2-1-88,-1-4 0,-4-4 1,-5 1-1,-3-4-532,-4-3 0,-5-1 0,-4-4 0,-1 0-594,-4 0 1,1-3 0,-3 0 1051,2-2 0,-4-1 0,3-2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8:01.0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60 8390,'0'8'268,"0"4"1,0 4 0,0 5 0,1 10 50,2 8 1,-2 6-1,1 10 1,-1 1-30,-1-2 1,0-4 0,0-8-1,0-4-227,0-4 1,-1-8 0,-1-2-1,-1-7-187,-2-8 1,3-5 58,0-7 1,1-5 0,1-8-1,0-5 1,0-8-475,0-5 0,0-6 1,0-5 433,0-2 0,3-6 0,3 4 0,2 0 0,3 0 85,3 1 0,0 10 1,2 4-1,2 9 120,2 10 1,-1 7 0,0 8 16,-1 8 1,-2 7 0,-2 12-1,-1 4 1,-1 2 305,-2 3 1,-3-4 0,-2 3-227,2-3 1,-2 8-1,-1-4 1,0-1-26,-2-3 1,-1-1 0,-1-5 0,0-2-1,0-2 151,0-8 0,0-7 0,0-9-583,0-8 0,-3-9 1,0-11-1,1-8 15,1-7 1,4-4 0,1-8 150,0 1 0,5 0 0,3 8 0,1 7 0,1 6 14,2 5 1,0 16 0,-2 2-1,-3 9 333,-2 9 0,-3 9 0,-2 8 275,0 4 0,1 2 0,-2 3 0,-1 0-546,-1 2 1,3 5-1,0 0 1,2 0-1,-1-1-402,2-2 1,1-7 0,2 3 0,2-6 98,1-4 0,1-11 0,2-6-2221,-2-3 2542,1-9 0,-2-6 0,4-8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8:01.5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92 74 7788,'-9'17'498,"1"-1"1,-4 5-1,-2 4 1,0 5 0,0 2-1,3 1 1,5-1 383,3 1 0,2-8 1,2 2-1,2-6-798,3-5 1,5-3 0,3-6-1,1-1-45,2-3 1,0-3 0,2-4 0,1-6-665,1-9 1,-3-3-1,-1-9 1,-4-4 66,-1-2 1,-7-1-1,1 0 1,-5 2 409,-4 3 0,-3 4 0,-5 7 0,-4 3 89,-3 5 1,-2 7 0,-3-1 0,1 4-154,2 3 0,1 1 0,3 0-711,2 0 1,3 1 662,5 2 0,6-2 0,7 1 1,3-1-1,5-1 260,3 0 0,1 0 0,2 0 0,0 0 0,0 0 0,-1 0 0,1 0 85,-1 0 0,3 1 0,-5 2 0,-1 4 0,-3 3 813,-2 4 0,-1 2 0,-3 4 0,-1 2 45,-1 2 0,0 4 0,-3 2 1,-1 2-485,-1 4 1,-2-3-1,-1 6 1,-2-2-339,0-1 0,1-6 0,-2-6-356,2-3 0,0-11 1,3-11 255,0-11 0,0-8 0,0-8-117,0-2 1,0-5 0,0-3-1,0-2 1,1-2 142,2-1 1,1 3-1,4 4 1,-1 0-449,1 4 1,-1 8-1,4 3 1,-2 6-799,-1 7 1,1 4 0,-1 7 0,0 4-82,1 6 0,-1 2 1280,0 7 0,1 0 0,-1 3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8:01.7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25 187 7993,'11'17'0,"0"-1"195,-1-3 0,0-1 0,0-4 0,2-2 303,1 0 1,0-4-167,1 0 1,1-7 0,-4-4 0,0-3-1,-1-3 1,-1-2-13,-1-2 1,-3 0-1,1-3 1,-3-1-305,-3-1 0,-3 2 1,-3 2-1,-2 1 189,-3 3 1,-2 5 0,-5 1-1,0 5 224,-2 5 0,0 5 0,3 9 1,-1 6-69,2 6 0,5 3 0,0 5 0,3 5-63,2 2 0,4-2 0,5 4 0,6-2 85,7-1 1,5-8 0,6-3 0,3-9-1215,2-9 0,1-7 0,7-10 0,2-9-1632,0-8 1,-3-8 2462,5-8 0,-7 1 0,4-8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8:02.3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284 115 7761,'0'-14'0,"0"1"126,0 1 0,-1-2 0,-2 2 0,-4 0 0,-3 0 567,-4 2 1,-2 2 0,-4 2 0,-2 4-133,-2 4 1,0 8 0,1 10 0,2 8-256,0 9 0,8 1 0,5 8 0,2 3-107,1 1 1,5-2-1,7-4 1,3-3-3,4-6 1,1-6-1,2-3 1,0-4-235,3-3 1,-6-7 0,0 2 0,-5-4-251,-4-1 1,-1-4 195,-4 1 0,-5-4 0,-3 0-334,-5-1 0,-3-1 0,-1 0 0,-2 1 1,0 1-292,1 1 0,0 0 1,2-3-1,2 0 716,3 0 0,2-4 0,1-1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8:02.5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167 233 8164,'17'-4'387,"-1"2"0,0-2 0,-1-1-141,-1 0 0,-4-3 0,1-3 0,-3 0 51,-2-1 1,-3-1 0,-3-5 0,-3 0 268,-3-1 0,-5-4 0,-3 4 0,-2 1-224,-4 4 0,-1 2 1,-3 4-1,1 3-64,1 2 0,2 9 0,-1 6 1,2 4-138,3 6 0,0 5 0,5 9 1,2 4-269,2 3 0,4 0 0,3 1 52,0-1 0,7-2 0,5-3 0,6-7 0,4-4-1275,2-6 0,5-6 1,1-9-1,3-4-2469,3-4 3819,-2-6 0,7-5 0,-3-4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8:02.7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1 7710,'-15'3'0,"-1"4"947,-1 3 1,2 3 0,-7 4 0,2 3-505,1 2 1,5 0 0,2 2-1,2 2-189,2 0 1,5 1 0,1-1 0,5-1 175,6-1 0,1-3 0,5-1 0,4-1-687,1-4 0,2-6 1,3-2-1,0-2-768,0-4 1,0 0-1,-1-2 1,-2-1-62,-2-4 0,-3-5 1086,0-3 0,0-5 0,-1-3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8:03.0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 80 8163,'-8'5'781,"-1"0"0,2-3 0,0 4-352,2 1 0,3 2 0,-1 0 1,2 2 34,1 3 1,1 1-1,3 3 1,4 1-428,5 4 1,4-2 0,1 0 0,3-1-227,0-1 0,1-5 1,2-4-1,0-4 150,1-3 0,-7-10 0,2-7 0,-2-7-182,-4-6 0,-3-5 1,0-4-1,-4-1 133,-2 0 0,-3 6 0,1 0 0,-2 5 115,-1 7 1,0 8 0,-1 7 0,-1 1-92,-1 4 1,0 3 0,1 8 0,-1 1-362,1 3 0,1 2 1,1 0-1,0 2-203,0 2 1,4-7 0,1 1 0,0-2 627,1-1 0,-1-3 0,4 2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8:03.3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84 7710,'0'8'250,"-1"2"1,-1 0 648,-1 1 0,-1 5 0,3-1 1,-2 5-262,1 1 1,1-1-1,1 4 1,0 3-511,0 2 0,0-3 0,0 1 0,0-3 62,0-2 1,0-4 0,0-1 0,0-5 1,0-8 0,0-5 2,0-6 1,0-3 0,0-7 0,1-4-100,2-5 1,1-1 0,5-3 0,-1-3-124,0-2 0,2 4 0,0-1 0,2 2-656,1 3 1,-2 1 0,2 3-1,0 3-615,0 3 1,0 4 0,0 2 0,-2 6-1398,-1 3 2696,-6 9 0,7 3 0,-1 6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8:03.5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1 306 7710,'0'13'0,"0"-2"0,3 1 0,0-1 0,2-3 892,2-2 1,0-4 0,2 0-1,1-5-5,1-5 1,4-5-1,-2-6 1,1-5-435,0-2 0,-3-4 0,2-2 0,-1-1-130,-2 0 1,-4 5-1,-1-4 1,-1 4-421,-2 4 0,-5 11 0,-3 1 1,-2 3 202,-3 6 1,1 4 0,-3 6 0,0 4-28,0 6 1,3 3 0,-1 6 0,1 2 149,2 2 1,0 3 0,0 3 0,2 3-316,0 2 0,4 4 0,-3 0 1,1 1-958,3-2 0,1-7 0,2 0 0,4-7-4684,1-5 5727,5-13 0,5 3 0,4-10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10:08:03.7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 0 7706,'-8'11'231,"0"0"1,2 0-216,0 1 1,3-5-1,-1 1-762,0-1 746,1-3 0,3 0 0,0-4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9538" y="741363"/>
            <a:ext cx="658018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672B5131-E733-4ACB-A49A-965692C31F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830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3330D9-1A2E-49E0-9AE4-EAC92F2C603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538" y="741363"/>
            <a:ext cx="6580187" cy="370205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DE9554-E9E1-4B77-8F5E-5B26A656F0D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02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F89438-5614-4BAA-9A39-387C55FC86BA}" type="slidenum">
              <a:rPr lang="en-US"/>
              <a:pPr/>
              <a:t>13</a:t>
            </a:fld>
            <a:endParaRPr 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a = </a:t>
            </a:r>
            <a:r>
              <a:rPr lang="en-US" dirty="0" err="1"/>
              <a:t>b</a:t>
            </a:r>
            <a:r>
              <a:rPr lang="en-US" dirty="0"/>
              <a:t> mod </a:t>
            </a:r>
            <a:r>
              <a:rPr lang="en-US" dirty="0" err="1"/>
              <a:t>n</a:t>
            </a:r>
            <a:r>
              <a:rPr lang="en-US" dirty="0"/>
              <a:t> </a:t>
            </a:r>
            <a:r>
              <a:rPr lang="en-US" dirty="0" err="1">
                <a:sym typeface="Wingdings" pitchFamily="2" charset="2"/>
              </a:rPr>
              <a:t></a:t>
            </a:r>
            <a:r>
              <a:rPr lang="en-US" dirty="0">
                <a:sym typeface="Wingdings" pitchFamily="2" charset="2"/>
              </a:rPr>
              <a:t> a is congruent to </a:t>
            </a:r>
            <a:r>
              <a:rPr lang="en-US" dirty="0" err="1">
                <a:sym typeface="Wingdings" pitchFamily="2" charset="2"/>
              </a:rPr>
              <a:t>b</a:t>
            </a:r>
            <a:r>
              <a:rPr lang="en-US" dirty="0">
                <a:sym typeface="Wingdings" pitchFamily="2" charset="2"/>
              </a:rPr>
              <a:t> modulo </a:t>
            </a:r>
            <a:r>
              <a:rPr lang="en-US" dirty="0" err="1">
                <a:sym typeface="Wingdings" pitchFamily="2" charset="2"/>
              </a:rPr>
              <a:t>n</a:t>
            </a:r>
            <a:r>
              <a:rPr lang="en-US" dirty="0">
                <a:sym typeface="Wingdings" pitchFamily="2" charset="2"/>
              </a:rPr>
              <a:t>; the modulus is </a:t>
            </a:r>
            <a:r>
              <a:rPr lang="en-US" dirty="0" err="1">
                <a:sym typeface="Wingdings" pitchFamily="2" charset="2"/>
              </a:rPr>
              <a:t>n</a:t>
            </a:r>
            <a:r>
              <a:rPr lang="en-US" dirty="0">
                <a:sym typeface="Wingdings" pitchFamily="2" charset="2"/>
              </a:rPr>
              <a:t>; the residue is 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365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491D28-9724-40E3-B2F7-44283B05C64B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Everyone can do the encryption, so it can be used to </a:t>
            </a:r>
            <a:r>
              <a:rPr lang="en-US" altLang="en-US" dirty="0" err="1"/>
              <a:t>analyse</a:t>
            </a:r>
            <a:r>
              <a:rPr lang="en-US" altLang="en-US" dirty="0"/>
              <a:t> the text and the pattern, depending on what they choose.</a:t>
            </a:r>
          </a:p>
        </p:txBody>
      </p:sp>
    </p:spTree>
    <p:extLst>
      <p:ext uri="{BB962C8B-B14F-4D97-AF65-F5344CB8AC3E}">
        <p14:creationId xmlns:p14="http://schemas.microsoft.com/office/powerpoint/2010/main" val="2107669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of high</a:t>
            </a:r>
            <a:r>
              <a:rPr lang="en-US" baseline="0" dirty="0"/>
              <a:t> speed camera and coin toss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DE9554-E9E1-4B77-8F5E-5B26A656F0D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27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514601"/>
            <a:ext cx="10363200" cy="7016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519113"/>
          </a:xfrm>
        </p:spPr>
        <p:txBody>
          <a:bodyPr/>
          <a:lstStyle>
            <a:lvl1pPr marL="0" indent="0" algn="ctr">
              <a:buFontTx/>
              <a:buNone/>
              <a:defRPr sz="2800" b="1"/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8DCA42-5172-974F-858E-34EC7E17C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66000" y="152400"/>
            <a:ext cx="4826000" cy="1016000"/>
          </a:xfrm>
          <a:prstGeom prst="rect">
            <a:avLst/>
          </a:prstGeom>
        </p:spPr>
      </p:pic>
      <p:sp>
        <p:nvSpPr>
          <p:cNvPr id="10" name="Rectangle 7">
            <a:extLst>
              <a:ext uri="{FF2B5EF4-FFF2-40B4-BE49-F238E27FC236}">
                <a16:creationId xmlns:a16="http://schemas.microsoft.com/office/drawing/2014/main" id="{39C620DB-9A9F-254D-94FF-246696C216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629400"/>
            <a:ext cx="12192000" cy="228601"/>
          </a:xfrm>
          <a:prstGeom prst="rect">
            <a:avLst/>
          </a:prstGeom>
          <a:solidFill>
            <a:srgbClr val="C692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400">
              <a:solidFill>
                <a:srgbClr val="115DA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3B5CC-1FAB-4AEE-A1D8-F673B74B29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06790"/>
            <a:ext cx="10363200" cy="40011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97455-8051-4D0F-95DD-798E9C512A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0"/>
            <a:ext cx="5384800" cy="20005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384800" cy="20005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E90C7-57E7-496C-8761-8DFBC43A06C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22972"/>
            <a:ext cx="10972800" cy="6463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13210"/>
            <a:ext cx="5386917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17543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13210"/>
            <a:ext cx="5389033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17543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82389-97D7-4753-BE6C-3A5415C08B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27718-B012-4D81-8EE5-E940F744B61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4F1F6-2C3F-4D23-9196-5F4C4FFC72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53134"/>
            <a:ext cx="10363200" cy="6463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447800"/>
            <a:ext cx="5080000" cy="2776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447800"/>
            <a:ext cx="5080000" cy="2776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48100"/>
            <a:ext cx="5080000" cy="2776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8E544-E4F3-48D3-8B72-EE1FAF9CDE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CD11AF-F143-4E95-9F76-FBF526213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/>
              <a:t>Title…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1108A6-71D4-4871-A524-4FC6C414A6F8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EB485F1-9C7A-4089-BC0C-E0EC4F8CDA6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2831977" y="6347537"/>
            <a:ext cx="6604986" cy="510464"/>
          </a:xfrm>
        </p:spPr>
        <p:txBody>
          <a:bodyPr anchor="b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Credits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3ACFFB6-D74F-46F9-BA08-950DC89D9A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/>
              <a:t>Click to edit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5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0" y="6629400"/>
            <a:ext cx="12192000" cy="228601"/>
          </a:xfrm>
          <a:prstGeom prst="rect">
            <a:avLst/>
          </a:prstGeom>
          <a:solidFill>
            <a:srgbClr val="C692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400">
              <a:solidFill>
                <a:srgbClr val="115DA3"/>
              </a:solidFill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288925"/>
            <a:ext cx="8559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95400"/>
            <a:ext cx="10972800" cy="2283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278533" y="6629400"/>
            <a:ext cx="172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pPr>
              <a:defRPr/>
            </a:pPr>
            <a:fld id="{1BA96AF8-68E1-4406-9E55-94F734DD05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E15CBF-18C8-9D4B-8F57-26283AAB110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282015"/>
            <a:ext cx="3124200" cy="6413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8A8662-B83E-5EF6-1489-CE02033579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80050" y="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C69200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4.xml"/><Relationship Id="rId16" Type="http://schemas.openxmlformats.org/officeDocument/2006/relationships/customXml" Target="../ink/ink8.xml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37" Type="http://schemas.openxmlformats.org/officeDocument/2006/relationships/image" Target="../media/image19.png"/><Relationship Id="rId53" Type="http://schemas.openxmlformats.org/officeDocument/2006/relationships/image" Target="../media/image27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0.png"/><Relationship Id="rId5" Type="http://schemas.openxmlformats.org/officeDocument/2006/relationships/image" Target="../media/image3.png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" Type="http://schemas.openxmlformats.org/officeDocument/2006/relationships/image" Target="../media/image1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5.png"/><Relationship Id="rId77" Type="http://schemas.openxmlformats.org/officeDocument/2006/relationships/image" Target="../media/image39.png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3" Type="http://schemas.openxmlformats.org/officeDocument/2006/relationships/image" Target="../media/image2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0.png"/><Relationship Id="rId67" Type="http://schemas.openxmlformats.org/officeDocument/2006/relationships/image" Target="../media/image34.png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8.png"/><Relationship Id="rId83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3.png"/><Relationship Id="rId73" Type="http://schemas.openxmlformats.org/officeDocument/2006/relationships/image" Target="../media/image37.png"/><Relationship Id="rId78" Type="http://schemas.openxmlformats.org/officeDocument/2006/relationships/customXml" Target="../ink/ink39.xml"/><Relationship Id="rId81" Type="http://schemas.openxmlformats.org/officeDocument/2006/relationships/image" Target="../media/image41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.png"/><Relationship Id="rId21" Type="http://schemas.openxmlformats.org/officeDocument/2006/relationships/customXml" Target="../ink/ink50.xml"/><Relationship Id="rId34" Type="http://schemas.openxmlformats.org/officeDocument/2006/relationships/image" Target="../media/image60.png"/><Relationship Id="rId42" Type="http://schemas.openxmlformats.org/officeDocument/2006/relationships/image" Target="../media/image64.png"/><Relationship Id="rId47" Type="http://schemas.openxmlformats.org/officeDocument/2006/relationships/customXml" Target="../ink/ink63.xml"/><Relationship Id="rId50" Type="http://schemas.openxmlformats.org/officeDocument/2006/relationships/image" Target="../media/image68.png"/><Relationship Id="rId55" Type="http://schemas.openxmlformats.org/officeDocument/2006/relationships/customXml" Target="../ink/ink67.xml"/><Relationship Id="rId63" Type="http://schemas.openxmlformats.org/officeDocument/2006/relationships/customXml" Target="../ink/ink71.xml"/><Relationship Id="rId68" Type="http://schemas.openxmlformats.org/officeDocument/2006/relationships/image" Target="../media/image77.png"/><Relationship Id="rId7" Type="http://schemas.openxmlformats.org/officeDocument/2006/relationships/customXml" Target="../ink/ink43.xml"/><Relationship Id="rId2" Type="http://schemas.openxmlformats.org/officeDocument/2006/relationships/image" Target="../media/image2.wmf"/><Relationship Id="rId16" Type="http://schemas.openxmlformats.org/officeDocument/2006/relationships/image" Target="../media/image51.png"/><Relationship Id="rId29" Type="http://schemas.openxmlformats.org/officeDocument/2006/relationships/customXml" Target="../ink/ink54.xml"/><Relationship Id="rId11" Type="http://schemas.openxmlformats.org/officeDocument/2006/relationships/customXml" Target="../ink/ink45.xml"/><Relationship Id="rId24" Type="http://schemas.openxmlformats.org/officeDocument/2006/relationships/image" Target="../media/image55.png"/><Relationship Id="rId32" Type="http://schemas.openxmlformats.org/officeDocument/2006/relationships/image" Target="../media/image59.png"/><Relationship Id="rId37" Type="http://schemas.openxmlformats.org/officeDocument/2006/relationships/customXml" Target="../ink/ink58.xml"/><Relationship Id="rId40" Type="http://schemas.openxmlformats.org/officeDocument/2006/relationships/image" Target="../media/image63.png"/><Relationship Id="rId45" Type="http://schemas.openxmlformats.org/officeDocument/2006/relationships/customXml" Target="../ink/ink62.xml"/><Relationship Id="rId53" Type="http://schemas.openxmlformats.org/officeDocument/2006/relationships/customXml" Target="../ink/ink66.xml"/><Relationship Id="rId58" Type="http://schemas.openxmlformats.org/officeDocument/2006/relationships/image" Target="../media/image72.png"/><Relationship Id="rId66" Type="http://schemas.openxmlformats.org/officeDocument/2006/relationships/image" Target="../media/image76.png"/><Relationship Id="rId5" Type="http://schemas.openxmlformats.org/officeDocument/2006/relationships/customXml" Target="../ink/ink42.xml"/><Relationship Id="rId61" Type="http://schemas.openxmlformats.org/officeDocument/2006/relationships/customXml" Target="../ink/ink70.xml"/><Relationship Id="rId19" Type="http://schemas.openxmlformats.org/officeDocument/2006/relationships/customXml" Target="../ink/ink49.xml"/><Relationship Id="rId14" Type="http://schemas.openxmlformats.org/officeDocument/2006/relationships/image" Target="../media/image50.png"/><Relationship Id="rId22" Type="http://schemas.openxmlformats.org/officeDocument/2006/relationships/image" Target="../media/image54.png"/><Relationship Id="rId27" Type="http://schemas.openxmlformats.org/officeDocument/2006/relationships/customXml" Target="../ink/ink53.xml"/><Relationship Id="rId30" Type="http://schemas.openxmlformats.org/officeDocument/2006/relationships/image" Target="../media/image58.png"/><Relationship Id="rId35" Type="http://schemas.openxmlformats.org/officeDocument/2006/relationships/customXml" Target="../ink/ink57.xml"/><Relationship Id="rId43" Type="http://schemas.openxmlformats.org/officeDocument/2006/relationships/customXml" Target="../ink/ink61.xml"/><Relationship Id="rId48" Type="http://schemas.openxmlformats.org/officeDocument/2006/relationships/image" Target="../media/image67.png"/><Relationship Id="rId56" Type="http://schemas.openxmlformats.org/officeDocument/2006/relationships/image" Target="../media/image71.png"/><Relationship Id="rId64" Type="http://schemas.openxmlformats.org/officeDocument/2006/relationships/image" Target="../media/image75.png"/><Relationship Id="rId8" Type="http://schemas.openxmlformats.org/officeDocument/2006/relationships/image" Target="../media/image47.png"/><Relationship Id="rId51" Type="http://schemas.openxmlformats.org/officeDocument/2006/relationships/customXml" Target="../ink/ink65.xml"/><Relationship Id="rId3" Type="http://schemas.openxmlformats.org/officeDocument/2006/relationships/image" Target="../media/image3.wmf"/><Relationship Id="rId12" Type="http://schemas.openxmlformats.org/officeDocument/2006/relationships/image" Target="../media/image49.png"/><Relationship Id="rId17" Type="http://schemas.openxmlformats.org/officeDocument/2006/relationships/customXml" Target="../ink/ink48.xml"/><Relationship Id="rId25" Type="http://schemas.openxmlformats.org/officeDocument/2006/relationships/customXml" Target="../ink/ink52.xml"/><Relationship Id="rId33" Type="http://schemas.openxmlformats.org/officeDocument/2006/relationships/customXml" Target="../ink/ink56.xml"/><Relationship Id="rId38" Type="http://schemas.openxmlformats.org/officeDocument/2006/relationships/image" Target="../media/image62.png"/><Relationship Id="rId46" Type="http://schemas.openxmlformats.org/officeDocument/2006/relationships/image" Target="../media/image66.png"/><Relationship Id="rId59" Type="http://schemas.openxmlformats.org/officeDocument/2006/relationships/customXml" Target="../ink/ink69.xml"/><Relationship Id="rId67" Type="http://schemas.openxmlformats.org/officeDocument/2006/relationships/customXml" Target="../ink/ink73.xml"/><Relationship Id="rId20" Type="http://schemas.openxmlformats.org/officeDocument/2006/relationships/image" Target="../media/image53.png"/><Relationship Id="rId41" Type="http://schemas.openxmlformats.org/officeDocument/2006/relationships/customXml" Target="../ink/ink60.xml"/><Relationship Id="rId54" Type="http://schemas.openxmlformats.org/officeDocument/2006/relationships/image" Target="../media/image70.png"/><Relationship Id="rId6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5" Type="http://schemas.openxmlformats.org/officeDocument/2006/relationships/customXml" Target="../ink/ink47.xml"/><Relationship Id="rId23" Type="http://schemas.openxmlformats.org/officeDocument/2006/relationships/customXml" Target="../ink/ink51.xml"/><Relationship Id="rId28" Type="http://schemas.openxmlformats.org/officeDocument/2006/relationships/image" Target="../media/image57.png"/><Relationship Id="rId36" Type="http://schemas.openxmlformats.org/officeDocument/2006/relationships/image" Target="../media/image61.png"/><Relationship Id="rId49" Type="http://schemas.openxmlformats.org/officeDocument/2006/relationships/customXml" Target="../ink/ink64.xml"/><Relationship Id="rId57" Type="http://schemas.openxmlformats.org/officeDocument/2006/relationships/customXml" Target="../ink/ink68.xml"/><Relationship Id="rId10" Type="http://schemas.openxmlformats.org/officeDocument/2006/relationships/image" Target="../media/image48.png"/><Relationship Id="rId31" Type="http://schemas.openxmlformats.org/officeDocument/2006/relationships/customXml" Target="../ink/ink55.xml"/><Relationship Id="rId44" Type="http://schemas.openxmlformats.org/officeDocument/2006/relationships/image" Target="../media/image65.png"/><Relationship Id="rId52" Type="http://schemas.openxmlformats.org/officeDocument/2006/relationships/image" Target="../media/image69.png"/><Relationship Id="rId60" Type="http://schemas.openxmlformats.org/officeDocument/2006/relationships/image" Target="../media/image73.png"/><Relationship Id="rId65" Type="http://schemas.openxmlformats.org/officeDocument/2006/relationships/customXml" Target="../ink/ink72.xml"/><Relationship Id="rId4" Type="http://schemas.openxmlformats.org/officeDocument/2006/relationships/image" Target="../media/image4.wmf"/><Relationship Id="rId9" Type="http://schemas.openxmlformats.org/officeDocument/2006/relationships/customXml" Target="../ink/ink44.xml"/><Relationship Id="rId13" Type="http://schemas.openxmlformats.org/officeDocument/2006/relationships/customXml" Target="../ink/ink46.xml"/><Relationship Id="rId18" Type="http://schemas.openxmlformats.org/officeDocument/2006/relationships/image" Target="../media/image52.png"/><Relationship Id="rId39" Type="http://schemas.openxmlformats.org/officeDocument/2006/relationships/customXml" Target="../ink/ink59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9.xml"/><Relationship Id="rId18" Type="http://schemas.openxmlformats.org/officeDocument/2006/relationships/image" Target="../media/image86.png"/><Relationship Id="rId26" Type="http://schemas.openxmlformats.org/officeDocument/2006/relationships/image" Target="../media/image90.png"/><Relationship Id="rId39" Type="http://schemas.openxmlformats.org/officeDocument/2006/relationships/customXml" Target="../ink/ink92.xml"/><Relationship Id="rId21" Type="http://schemas.openxmlformats.org/officeDocument/2006/relationships/customXml" Target="../ink/ink83.xml"/><Relationship Id="rId34" Type="http://schemas.openxmlformats.org/officeDocument/2006/relationships/image" Target="../media/image94.png"/><Relationship Id="rId7" Type="http://schemas.openxmlformats.org/officeDocument/2006/relationships/customXml" Target="../ink/ink76.xml"/><Relationship Id="rId12" Type="http://schemas.openxmlformats.org/officeDocument/2006/relationships/image" Target="../media/image83.png"/><Relationship Id="rId17" Type="http://schemas.openxmlformats.org/officeDocument/2006/relationships/customXml" Target="../ink/ink81.xml"/><Relationship Id="rId25" Type="http://schemas.openxmlformats.org/officeDocument/2006/relationships/customXml" Target="../ink/ink85.xml"/><Relationship Id="rId33" Type="http://schemas.openxmlformats.org/officeDocument/2006/relationships/customXml" Target="../ink/ink89.xml"/><Relationship Id="rId38" Type="http://schemas.openxmlformats.org/officeDocument/2006/relationships/image" Target="../media/image96.png"/><Relationship Id="rId2" Type="http://schemas.openxmlformats.org/officeDocument/2006/relationships/image" Target="../media/image43.png"/><Relationship Id="rId16" Type="http://schemas.openxmlformats.org/officeDocument/2006/relationships/image" Target="../media/image85.png"/><Relationship Id="rId20" Type="http://schemas.openxmlformats.org/officeDocument/2006/relationships/image" Target="../media/image87.png"/><Relationship Id="rId29" Type="http://schemas.openxmlformats.org/officeDocument/2006/relationships/customXml" Target="../ink/ink8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0.png"/><Relationship Id="rId11" Type="http://schemas.openxmlformats.org/officeDocument/2006/relationships/customXml" Target="../ink/ink78.xml"/><Relationship Id="rId24" Type="http://schemas.openxmlformats.org/officeDocument/2006/relationships/image" Target="../media/image89.png"/><Relationship Id="rId32" Type="http://schemas.openxmlformats.org/officeDocument/2006/relationships/image" Target="../media/image93.png"/><Relationship Id="rId37" Type="http://schemas.openxmlformats.org/officeDocument/2006/relationships/customXml" Target="../ink/ink91.xml"/><Relationship Id="rId40" Type="http://schemas.openxmlformats.org/officeDocument/2006/relationships/image" Target="../media/image97.png"/><Relationship Id="rId5" Type="http://schemas.openxmlformats.org/officeDocument/2006/relationships/customXml" Target="../ink/ink75.xml"/><Relationship Id="rId15" Type="http://schemas.openxmlformats.org/officeDocument/2006/relationships/customXml" Target="../ink/ink80.xml"/><Relationship Id="rId23" Type="http://schemas.openxmlformats.org/officeDocument/2006/relationships/customXml" Target="../ink/ink84.xml"/><Relationship Id="rId28" Type="http://schemas.openxmlformats.org/officeDocument/2006/relationships/image" Target="../media/image91.png"/><Relationship Id="rId36" Type="http://schemas.openxmlformats.org/officeDocument/2006/relationships/image" Target="../media/image95.png"/><Relationship Id="rId10" Type="http://schemas.openxmlformats.org/officeDocument/2006/relationships/image" Target="../media/image82.png"/><Relationship Id="rId19" Type="http://schemas.openxmlformats.org/officeDocument/2006/relationships/customXml" Target="../ink/ink82.xml"/><Relationship Id="rId31" Type="http://schemas.openxmlformats.org/officeDocument/2006/relationships/customXml" Target="../ink/ink88.xml"/><Relationship Id="rId4" Type="http://schemas.openxmlformats.org/officeDocument/2006/relationships/image" Target="../media/image79.png"/><Relationship Id="rId9" Type="http://schemas.openxmlformats.org/officeDocument/2006/relationships/customXml" Target="../ink/ink77.xml"/><Relationship Id="rId14" Type="http://schemas.openxmlformats.org/officeDocument/2006/relationships/image" Target="../media/image84.png"/><Relationship Id="rId22" Type="http://schemas.openxmlformats.org/officeDocument/2006/relationships/image" Target="../media/image88.png"/><Relationship Id="rId27" Type="http://schemas.openxmlformats.org/officeDocument/2006/relationships/customXml" Target="../ink/ink86.xml"/><Relationship Id="rId30" Type="http://schemas.openxmlformats.org/officeDocument/2006/relationships/image" Target="../media/image92.png"/><Relationship Id="rId35" Type="http://schemas.openxmlformats.org/officeDocument/2006/relationships/customXml" Target="../ink/ink90.xml"/><Relationship Id="rId8" Type="http://schemas.openxmlformats.org/officeDocument/2006/relationships/image" Target="../media/image81.png"/><Relationship Id="rId3" Type="http://schemas.openxmlformats.org/officeDocument/2006/relationships/customXml" Target="../ink/ink74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8.xml"/><Relationship Id="rId18" Type="http://schemas.openxmlformats.org/officeDocument/2006/relationships/image" Target="../media/image106.png"/><Relationship Id="rId26" Type="http://schemas.openxmlformats.org/officeDocument/2006/relationships/image" Target="../media/image110.png"/><Relationship Id="rId21" Type="http://schemas.openxmlformats.org/officeDocument/2006/relationships/customXml" Target="../ink/ink102.xml"/><Relationship Id="rId34" Type="http://schemas.openxmlformats.org/officeDocument/2006/relationships/image" Target="../media/image114.png"/><Relationship Id="rId7" Type="http://schemas.openxmlformats.org/officeDocument/2006/relationships/customXml" Target="../ink/ink95.xml"/><Relationship Id="rId12" Type="http://schemas.openxmlformats.org/officeDocument/2006/relationships/image" Target="../media/image103.png"/><Relationship Id="rId17" Type="http://schemas.openxmlformats.org/officeDocument/2006/relationships/customXml" Target="../ink/ink100.xml"/><Relationship Id="rId25" Type="http://schemas.openxmlformats.org/officeDocument/2006/relationships/customXml" Target="../ink/ink104.xml"/><Relationship Id="rId33" Type="http://schemas.openxmlformats.org/officeDocument/2006/relationships/customXml" Target="../ink/ink108.xml"/><Relationship Id="rId38" Type="http://schemas.openxmlformats.org/officeDocument/2006/relationships/image" Target="../media/image116.png"/><Relationship Id="rId2" Type="http://schemas.openxmlformats.org/officeDocument/2006/relationships/image" Target="../media/image44.emf"/><Relationship Id="rId16" Type="http://schemas.openxmlformats.org/officeDocument/2006/relationships/image" Target="../media/image105.png"/><Relationship Id="rId20" Type="http://schemas.openxmlformats.org/officeDocument/2006/relationships/image" Target="../media/image107.png"/><Relationship Id="rId29" Type="http://schemas.openxmlformats.org/officeDocument/2006/relationships/customXml" Target="../ink/ink1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customXml" Target="../ink/ink97.xml"/><Relationship Id="rId24" Type="http://schemas.openxmlformats.org/officeDocument/2006/relationships/image" Target="../media/image109.png"/><Relationship Id="rId32" Type="http://schemas.openxmlformats.org/officeDocument/2006/relationships/image" Target="../media/image113.png"/><Relationship Id="rId37" Type="http://schemas.openxmlformats.org/officeDocument/2006/relationships/customXml" Target="../ink/ink110.xml"/><Relationship Id="rId5" Type="http://schemas.openxmlformats.org/officeDocument/2006/relationships/customXml" Target="../ink/ink94.xml"/><Relationship Id="rId15" Type="http://schemas.openxmlformats.org/officeDocument/2006/relationships/customXml" Target="../ink/ink99.xml"/><Relationship Id="rId23" Type="http://schemas.openxmlformats.org/officeDocument/2006/relationships/customXml" Target="../ink/ink103.xml"/><Relationship Id="rId28" Type="http://schemas.openxmlformats.org/officeDocument/2006/relationships/image" Target="../media/image111.png"/><Relationship Id="rId36" Type="http://schemas.openxmlformats.org/officeDocument/2006/relationships/image" Target="../media/image115.png"/><Relationship Id="rId10" Type="http://schemas.openxmlformats.org/officeDocument/2006/relationships/image" Target="../media/image102.png"/><Relationship Id="rId19" Type="http://schemas.openxmlformats.org/officeDocument/2006/relationships/customXml" Target="../ink/ink101.xml"/><Relationship Id="rId31" Type="http://schemas.openxmlformats.org/officeDocument/2006/relationships/customXml" Target="../ink/ink107.xml"/><Relationship Id="rId4" Type="http://schemas.openxmlformats.org/officeDocument/2006/relationships/image" Target="../media/image99.png"/><Relationship Id="rId9" Type="http://schemas.openxmlformats.org/officeDocument/2006/relationships/customXml" Target="../ink/ink96.xml"/><Relationship Id="rId14" Type="http://schemas.openxmlformats.org/officeDocument/2006/relationships/image" Target="../media/image104.png"/><Relationship Id="rId22" Type="http://schemas.openxmlformats.org/officeDocument/2006/relationships/image" Target="../media/image108.png"/><Relationship Id="rId27" Type="http://schemas.openxmlformats.org/officeDocument/2006/relationships/customXml" Target="../ink/ink105.xml"/><Relationship Id="rId30" Type="http://schemas.openxmlformats.org/officeDocument/2006/relationships/image" Target="../media/image112.png"/><Relationship Id="rId35" Type="http://schemas.openxmlformats.org/officeDocument/2006/relationships/customXml" Target="../ink/ink109.xml"/><Relationship Id="rId8" Type="http://schemas.openxmlformats.org/officeDocument/2006/relationships/image" Target="../media/image101.png"/><Relationship Id="rId3" Type="http://schemas.openxmlformats.org/officeDocument/2006/relationships/customXml" Target="../ink/ink93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4.png"/><Relationship Id="rId18" Type="http://schemas.openxmlformats.org/officeDocument/2006/relationships/customXml" Target="../ink/ink117.xml"/><Relationship Id="rId26" Type="http://schemas.openxmlformats.org/officeDocument/2006/relationships/customXml" Target="../ink/ink121.xml"/><Relationship Id="rId39" Type="http://schemas.openxmlformats.org/officeDocument/2006/relationships/image" Target="../media/image137.png"/><Relationship Id="rId21" Type="http://schemas.openxmlformats.org/officeDocument/2006/relationships/image" Target="../media/image128.png"/><Relationship Id="rId34" Type="http://schemas.openxmlformats.org/officeDocument/2006/relationships/customXml" Target="../ink/ink125.xml"/><Relationship Id="rId7" Type="http://schemas.openxmlformats.org/officeDocument/2006/relationships/image" Target="../media/image121.png"/><Relationship Id="rId12" Type="http://schemas.openxmlformats.org/officeDocument/2006/relationships/customXml" Target="../ink/ink114.xml"/><Relationship Id="rId17" Type="http://schemas.openxmlformats.org/officeDocument/2006/relationships/image" Target="../media/image126.png"/><Relationship Id="rId25" Type="http://schemas.openxmlformats.org/officeDocument/2006/relationships/image" Target="../media/image130.png"/><Relationship Id="rId33" Type="http://schemas.openxmlformats.org/officeDocument/2006/relationships/image" Target="../media/image134.png"/><Relationship Id="rId38" Type="http://schemas.openxmlformats.org/officeDocument/2006/relationships/customXml" Target="../ink/ink127.xml"/><Relationship Id="rId2" Type="http://schemas.openxmlformats.org/officeDocument/2006/relationships/image" Target="../media/image45.wmf"/><Relationship Id="rId16" Type="http://schemas.openxmlformats.org/officeDocument/2006/relationships/customXml" Target="../ink/ink116.xml"/><Relationship Id="rId20" Type="http://schemas.openxmlformats.org/officeDocument/2006/relationships/customXml" Target="../ink/ink118.xml"/><Relationship Id="rId29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1.xml"/><Relationship Id="rId11" Type="http://schemas.openxmlformats.org/officeDocument/2006/relationships/image" Target="../media/image123.png"/><Relationship Id="rId24" Type="http://schemas.openxmlformats.org/officeDocument/2006/relationships/customXml" Target="../ink/ink120.xml"/><Relationship Id="rId32" Type="http://schemas.openxmlformats.org/officeDocument/2006/relationships/customXml" Target="../ink/ink124.xml"/><Relationship Id="rId37" Type="http://schemas.openxmlformats.org/officeDocument/2006/relationships/image" Target="../media/image136.png"/><Relationship Id="rId5" Type="http://schemas.openxmlformats.org/officeDocument/2006/relationships/image" Target="../media/image48.wmf"/><Relationship Id="rId15" Type="http://schemas.openxmlformats.org/officeDocument/2006/relationships/image" Target="../media/image125.png"/><Relationship Id="rId23" Type="http://schemas.openxmlformats.org/officeDocument/2006/relationships/image" Target="../media/image129.png"/><Relationship Id="rId28" Type="http://schemas.openxmlformats.org/officeDocument/2006/relationships/customXml" Target="../ink/ink122.xml"/><Relationship Id="rId36" Type="http://schemas.openxmlformats.org/officeDocument/2006/relationships/customXml" Target="../ink/ink126.xml"/><Relationship Id="rId10" Type="http://schemas.openxmlformats.org/officeDocument/2006/relationships/customXml" Target="../ink/ink113.xml"/><Relationship Id="rId19" Type="http://schemas.openxmlformats.org/officeDocument/2006/relationships/image" Target="../media/image127.png"/><Relationship Id="rId31" Type="http://schemas.openxmlformats.org/officeDocument/2006/relationships/image" Target="../media/image133.png"/><Relationship Id="rId4" Type="http://schemas.openxmlformats.org/officeDocument/2006/relationships/image" Target="../media/image47.wmf"/><Relationship Id="rId9" Type="http://schemas.openxmlformats.org/officeDocument/2006/relationships/image" Target="../media/image122.png"/><Relationship Id="rId14" Type="http://schemas.openxmlformats.org/officeDocument/2006/relationships/customXml" Target="../ink/ink115.xml"/><Relationship Id="rId22" Type="http://schemas.openxmlformats.org/officeDocument/2006/relationships/customXml" Target="../ink/ink119.xml"/><Relationship Id="rId27" Type="http://schemas.openxmlformats.org/officeDocument/2006/relationships/image" Target="../media/image131.png"/><Relationship Id="rId30" Type="http://schemas.openxmlformats.org/officeDocument/2006/relationships/customXml" Target="../ink/ink123.xml"/><Relationship Id="rId35" Type="http://schemas.openxmlformats.org/officeDocument/2006/relationships/image" Target="../media/image135.png"/><Relationship Id="rId8" Type="http://schemas.openxmlformats.org/officeDocument/2006/relationships/customXml" Target="../ink/ink112.xml"/><Relationship Id="rId3" Type="http://schemas.openxmlformats.org/officeDocument/2006/relationships/image" Target="../media/image46.wmf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8.png"/><Relationship Id="rId21" Type="http://schemas.openxmlformats.org/officeDocument/2006/relationships/image" Target="../media/image150.png"/><Relationship Id="rId42" Type="http://schemas.openxmlformats.org/officeDocument/2006/relationships/customXml" Target="../ink/ink145.xml"/><Relationship Id="rId63" Type="http://schemas.openxmlformats.org/officeDocument/2006/relationships/image" Target="../media/image171.png"/><Relationship Id="rId84" Type="http://schemas.openxmlformats.org/officeDocument/2006/relationships/customXml" Target="../ink/ink166.xml"/><Relationship Id="rId138" Type="http://schemas.openxmlformats.org/officeDocument/2006/relationships/customXml" Target="../ink/ink193.xml"/><Relationship Id="rId159" Type="http://schemas.openxmlformats.org/officeDocument/2006/relationships/image" Target="../media/image219.png"/><Relationship Id="rId170" Type="http://schemas.openxmlformats.org/officeDocument/2006/relationships/customXml" Target="../ink/ink209.xml"/><Relationship Id="rId191" Type="http://schemas.openxmlformats.org/officeDocument/2006/relationships/image" Target="../media/image235.png"/><Relationship Id="rId205" Type="http://schemas.openxmlformats.org/officeDocument/2006/relationships/image" Target="../media/image242.png"/><Relationship Id="rId107" Type="http://schemas.openxmlformats.org/officeDocument/2006/relationships/image" Target="../media/image193.png"/><Relationship Id="rId11" Type="http://schemas.openxmlformats.org/officeDocument/2006/relationships/image" Target="../media/image145.png"/><Relationship Id="rId32" Type="http://schemas.openxmlformats.org/officeDocument/2006/relationships/customXml" Target="../ink/ink140.xml"/><Relationship Id="rId53" Type="http://schemas.openxmlformats.org/officeDocument/2006/relationships/image" Target="../media/image166.png"/><Relationship Id="rId74" Type="http://schemas.openxmlformats.org/officeDocument/2006/relationships/customXml" Target="../ink/ink161.xml"/><Relationship Id="rId128" Type="http://schemas.openxmlformats.org/officeDocument/2006/relationships/customXml" Target="../ink/ink188.xml"/><Relationship Id="rId149" Type="http://schemas.openxmlformats.org/officeDocument/2006/relationships/image" Target="../media/image214.png"/><Relationship Id="rId5" Type="http://schemas.openxmlformats.org/officeDocument/2006/relationships/image" Target="../media/image118.png"/><Relationship Id="rId95" Type="http://schemas.openxmlformats.org/officeDocument/2006/relationships/image" Target="../media/image187.png"/><Relationship Id="rId160" Type="http://schemas.openxmlformats.org/officeDocument/2006/relationships/customXml" Target="../ink/ink204.xml"/><Relationship Id="rId181" Type="http://schemas.openxmlformats.org/officeDocument/2006/relationships/image" Target="../media/image230.png"/><Relationship Id="rId216" Type="http://schemas.openxmlformats.org/officeDocument/2006/relationships/customXml" Target="../ink/ink232.xml"/><Relationship Id="rId22" Type="http://schemas.openxmlformats.org/officeDocument/2006/relationships/customXml" Target="../ink/ink135.xml"/><Relationship Id="rId43" Type="http://schemas.openxmlformats.org/officeDocument/2006/relationships/image" Target="../media/image161.png"/><Relationship Id="rId64" Type="http://schemas.openxmlformats.org/officeDocument/2006/relationships/customXml" Target="../ink/ink156.xml"/><Relationship Id="rId118" Type="http://schemas.openxmlformats.org/officeDocument/2006/relationships/customXml" Target="../ink/ink183.xml"/><Relationship Id="rId139" Type="http://schemas.openxmlformats.org/officeDocument/2006/relationships/image" Target="../media/image209.png"/><Relationship Id="rId85" Type="http://schemas.openxmlformats.org/officeDocument/2006/relationships/image" Target="../media/image182.png"/><Relationship Id="rId150" Type="http://schemas.openxmlformats.org/officeDocument/2006/relationships/customXml" Target="../ink/ink199.xml"/><Relationship Id="rId171" Type="http://schemas.openxmlformats.org/officeDocument/2006/relationships/image" Target="../media/image225.png"/><Relationship Id="rId192" Type="http://schemas.openxmlformats.org/officeDocument/2006/relationships/customXml" Target="../ink/ink220.xml"/><Relationship Id="rId206" Type="http://schemas.openxmlformats.org/officeDocument/2006/relationships/customXml" Target="../ink/ink227.xml"/><Relationship Id="rId12" Type="http://schemas.openxmlformats.org/officeDocument/2006/relationships/customXml" Target="../ink/ink130.xml"/><Relationship Id="rId33" Type="http://schemas.openxmlformats.org/officeDocument/2006/relationships/image" Target="../media/image156.png"/><Relationship Id="rId108" Type="http://schemas.openxmlformats.org/officeDocument/2006/relationships/customXml" Target="../ink/ink178.xml"/><Relationship Id="rId129" Type="http://schemas.openxmlformats.org/officeDocument/2006/relationships/image" Target="../media/image204.png"/><Relationship Id="rId54" Type="http://schemas.openxmlformats.org/officeDocument/2006/relationships/customXml" Target="../ink/ink151.xml"/><Relationship Id="rId75" Type="http://schemas.openxmlformats.org/officeDocument/2006/relationships/image" Target="../media/image177.png"/><Relationship Id="rId96" Type="http://schemas.openxmlformats.org/officeDocument/2006/relationships/customXml" Target="../ink/ink172.xml"/><Relationship Id="rId140" Type="http://schemas.openxmlformats.org/officeDocument/2006/relationships/customXml" Target="../ink/ink194.xml"/><Relationship Id="rId161" Type="http://schemas.openxmlformats.org/officeDocument/2006/relationships/image" Target="../media/image220.png"/><Relationship Id="rId182" Type="http://schemas.openxmlformats.org/officeDocument/2006/relationships/customXml" Target="../ink/ink215.xml"/><Relationship Id="rId217" Type="http://schemas.openxmlformats.org/officeDocument/2006/relationships/image" Target="../media/image248.png"/><Relationship Id="rId6" Type="http://schemas.openxmlformats.org/officeDocument/2006/relationships/image" Target="../media/image119.png"/><Relationship Id="rId23" Type="http://schemas.openxmlformats.org/officeDocument/2006/relationships/image" Target="../media/image151.png"/><Relationship Id="rId119" Type="http://schemas.openxmlformats.org/officeDocument/2006/relationships/image" Target="../media/image199.png"/><Relationship Id="rId44" Type="http://schemas.openxmlformats.org/officeDocument/2006/relationships/customXml" Target="../ink/ink146.xml"/><Relationship Id="rId65" Type="http://schemas.openxmlformats.org/officeDocument/2006/relationships/image" Target="../media/image172.png"/><Relationship Id="rId86" Type="http://schemas.openxmlformats.org/officeDocument/2006/relationships/customXml" Target="../ink/ink167.xml"/><Relationship Id="rId130" Type="http://schemas.openxmlformats.org/officeDocument/2006/relationships/customXml" Target="../ink/ink189.xml"/><Relationship Id="rId151" Type="http://schemas.openxmlformats.org/officeDocument/2006/relationships/image" Target="../media/image215.png"/><Relationship Id="rId172" Type="http://schemas.openxmlformats.org/officeDocument/2006/relationships/customXml" Target="../ink/ink210.xml"/><Relationship Id="rId193" Type="http://schemas.openxmlformats.org/officeDocument/2006/relationships/image" Target="../media/image236.png"/><Relationship Id="rId207" Type="http://schemas.openxmlformats.org/officeDocument/2006/relationships/image" Target="../media/image243.png"/><Relationship Id="rId13" Type="http://schemas.openxmlformats.org/officeDocument/2006/relationships/image" Target="../media/image146.png"/><Relationship Id="rId109" Type="http://schemas.openxmlformats.org/officeDocument/2006/relationships/image" Target="../media/image194.png"/><Relationship Id="rId34" Type="http://schemas.openxmlformats.org/officeDocument/2006/relationships/customXml" Target="../ink/ink141.xml"/><Relationship Id="rId55" Type="http://schemas.openxmlformats.org/officeDocument/2006/relationships/image" Target="../media/image167.png"/><Relationship Id="rId76" Type="http://schemas.openxmlformats.org/officeDocument/2006/relationships/customXml" Target="../ink/ink162.xml"/><Relationship Id="rId97" Type="http://schemas.openxmlformats.org/officeDocument/2006/relationships/image" Target="../media/image188.png"/><Relationship Id="rId120" Type="http://schemas.openxmlformats.org/officeDocument/2006/relationships/customXml" Target="../ink/ink184.xml"/><Relationship Id="rId141" Type="http://schemas.openxmlformats.org/officeDocument/2006/relationships/image" Target="../media/image210.png"/><Relationship Id="rId7" Type="http://schemas.openxmlformats.org/officeDocument/2006/relationships/image" Target="../media/image120.png"/><Relationship Id="rId162" Type="http://schemas.openxmlformats.org/officeDocument/2006/relationships/customXml" Target="../ink/ink205.xml"/><Relationship Id="rId183" Type="http://schemas.openxmlformats.org/officeDocument/2006/relationships/image" Target="../media/image231.png"/><Relationship Id="rId218" Type="http://schemas.openxmlformats.org/officeDocument/2006/relationships/customXml" Target="../ink/ink233.xml"/><Relationship Id="rId24" Type="http://schemas.openxmlformats.org/officeDocument/2006/relationships/customXml" Target="../ink/ink136.xml"/><Relationship Id="rId45" Type="http://schemas.openxmlformats.org/officeDocument/2006/relationships/image" Target="../media/image162.png"/><Relationship Id="rId66" Type="http://schemas.openxmlformats.org/officeDocument/2006/relationships/customXml" Target="../ink/ink157.xml"/><Relationship Id="rId87" Type="http://schemas.openxmlformats.org/officeDocument/2006/relationships/image" Target="../media/image183.png"/><Relationship Id="rId110" Type="http://schemas.openxmlformats.org/officeDocument/2006/relationships/customXml" Target="../ink/ink179.xml"/><Relationship Id="rId131" Type="http://schemas.openxmlformats.org/officeDocument/2006/relationships/image" Target="../media/image205.png"/><Relationship Id="rId152" Type="http://schemas.openxmlformats.org/officeDocument/2006/relationships/customXml" Target="../ink/ink200.xml"/><Relationship Id="rId173" Type="http://schemas.openxmlformats.org/officeDocument/2006/relationships/image" Target="../media/image226.png"/><Relationship Id="rId194" Type="http://schemas.openxmlformats.org/officeDocument/2006/relationships/customXml" Target="../ink/ink221.xml"/><Relationship Id="rId208" Type="http://schemas.openxmlformats.org/officeDocument/2006/relationships/customXml" Target="../ink/ink228.xml"/><Relationship Id="rId14" Type="http://schemas.openxmlformats.org/officeDocument/2006/relationships/customXml" Target="../ink/ink131.xml"/><Relationship Id="rId35" Type="http://schemas.openxmlformats.org/officeDocument/2006/relationships/image" Target="../media/image157.png"/><Relationship Id="rId56" Type="http://schemas.openxmlformats.org/officeDocument/2006/relationships/customXml" Target="../ink/ink152.xml"/><Relationship Id="rId77" Type="http://schemas.openxmlformats.org/officeDocument/2006/relationships/image" Target="../media/image178.png"/><Relationship Id="rId100" Type="http://schemas.openxmlformats.org/officeDocument/2006/relationships/customXml" Target="../ink/ink174.xml"/><Relationship Id="rId8" Type="http://schemas.openxmlformats.org/officeDocument/2006/relationships/customXml" Target="../ink/ink128.xml"/><Relationship Id="rId98" Type="http://schemas.openxmlformats.org/officeDocument/2006/relationships/customXml" Target="../ink/ink173.xml"/><Relationship Id="rId121" Type="http://schemas.openxmlformats.org/officeDocument/2006/relationships/image" Target="../media/image200.png"/><Relationship Id="rId142" Type="http://schemas.openxmlformats.org/officeDocument/2006/relationships/customXml" Target="../ink/ink195.xml"/><Relationship Id="rId163" Type="http://schemas.openxmlformats.org/officeDocument/2006/relationships/image" Target="../media/image221.png"/><Relationship Id="rId184" Type="http://schemas.openxmlformats.org/officeDocument/2006/relationships/customXml" Target="../ink/ink216.xml"/><Relationship Id="rId219" Type="http://schemas.openxmlformats.org/officeDocument/2006/relationships/image" Target="../media/image249.png"/><Relationship Id="rId3" Type="http://schemas.openxmlformats.org/officeDocument/2006/relationships/image" Target="../media/image98.png"/><Relationship Id="rId214" Type="http://schemas.openxmlformats.org/officeDocument/2006/relationships/customXml" Target="../ink/ink231.xml"/><Relationship Id="rId25" Type="http://schemas.openxmlformats.org/officeDocument/2006/relationships/image" Target="../media/image152.png"/><Relationship Id="rId46" Type="http://schemas.openxmlformats.org/officeDocument/2006/relationships/customXml" Target="../ink/ink147.xml"/><Relationship Id="rId67" Type="http://schemas.openxmlformats.org/officeDocument/2006/relationships/image" Target="../media/image173.png"/><Relationship Id="rId116" Type="http://schemas.openxmlformats.org/officeDocument/2006/relationships/customXml" Target="../ink/ink182.xml"/><Relationship Id="rId137" Type="http://schemas.openxmlformats.org/officeDocument/2006/relationships/image" Target="../media/image208.png"/><Relationship Id="rId158" Type="http://schemas.openxmlformats.org/officeDocument/2006/relationships/customXml" Target="../ink/ink203.xml"/><Relationship Id="rId20" Type="http://schemas.openxmlformats.org/officeDocument/2006/relationships/customXml" Target="../ink/ink134.xml"/><Relationship Id="rId41" Type="http://schemas.openxmlformats.org/officeDocument/2006/relationships/image" Target="../media/image160.png"/><Relationship Id="rId62" Type="http://schemas.openxmlformats.org/officeDocument/2006/relationships/customXml" Target="../ink/ink155.xml"/><Relationship Id="rId83" Type="http://schemas.openxmlformats.org/officeDocument/2006/relationships/image" Target="../media/image181.png"/><Relationship Id="rId88" Type="http://schemas.openxmlformats.org/officeDocument/2006/relationships/customXml" Target="../ink/ink168.xml"/><Relationship Id="rId111" Type="http://schemas.openxmlformats.org/officeDocument/2006/relationships/image" Target="../media/image195.png"/><Relationship Id="rId132" Type="http://schemas.openxmlformats.org/officeDocument/2006/relationships/customXml" Target="../ink/ink190.xml"/><Relationship Id="rId153" Type="http://schemas.openxmlformats.org/officeDocument/2006/relationships/image" Target="../media/image216.png"/><Relationship Id="rId174" Type="http://schemas.openxmlformats.org/officeDocument/2006/relationships/customXml" Target="../ink/ink211.xml"/><Relationship Id="rId179" Type="http://schemas.openxmlformats.org/officeDocument/2006/relationships/image" Target="../media/image229.png"/><Relationship Id="rId195" Type="http://schemas.openxmlformats.org/officeDocument/2006/relationships/image" Target="../media/image237.png"/><Relationship Id="rId209" Type="http://schemas.openxmlformats.org/officeDocument/2006/relationships/image" Target="../media/image244.png"/><Relationship Id="rId190" Type="http://schemas.openxmlformats.org/officeDocument/2006/relationships/customXml" Target="../ink/ink219.xml"/><Relationship Id="rId204" Type="http://schemas.openxmlformats.org/officeDocument/2006/relationships/customXml" Target="../ink/ink226.xml"/><Relationship Id="rId220" Type="http://schemas.openxmlformats.org/officeDocument/2006/relationships/customXml" Target="../ink/ink234.xml"/><Relationship Id="rId225" Type="http://schemas.openxmlformats.org/officeDocument/2006/relationships/image" Target="../media/image252.png"/><Relationship Id="rId15" Type="http://schemas.openxmlformats.org/officeDocument/2006/relationships/image" Target="../media/image147.png"/><Relationship Id="rId36" Type="http://schemas.openxmlformats.org/officeDocument/2006/relationships/customXml" Target="../ink/ink142.xml"/><Relationship Id="rId57" Type="http://schemas.openxmlformats.org/officeDocument/2006/relationships/image" Target="../media/image168.png"/><Relationship Id="rId106" Type="http://schemas.openxmlformats.org/officeDocument/2006/relationships/customXml" Target="../ink/ink177.xml"/><Relationship Id="rId127" Type="http://schemas.openxmlformats.org/officeDocument/2006/relationships/image" Target="../media/image203.png"/><Relationship Id="rId10" Type="http://schemas.openxmlformats.org/officeDocument/2006/relationships/customXml" Target="../ink/ink129.xml"/><Relationship Id="rId31" Type="http://schemas.openxmlformats.org/officeDocument/2006/relationships/image" Target="../media/image155.png"/><Relationship Id="rId52" Type="http://schemas.openxmlformats.org/officeDocument/2006/relationships/customXml" Target="../ink/ink150.xml"/><Relationship Id="rId73" Type="http://schemas.openxmlformats.org/officeDocument/2006/relationships/image" Target="../media/image176.png"/><Relationship Id="rId78" Type="http://schemas.openxmlformats.org/officeDocument/2006/relationships/customXml" Target="../ink/ink163.xml"/><Relationship Id="rId94" Type="http://schemas.openxmlformats.org/officeDocument/2006/relationships/customXml" Target="../ink/ink171.xml"/><Relationship Id="rId99" Type="http://schemas.openxmlformats.org/officeDocument/2006/relationships/image" Target="../media/image189.png"/><Relationship Id="rId101" Type="http://schemas.openxmlformats.org/officeDocument/2006/relationships/image" Target="../media/image190.png"/><Relationship Id="rId122" Type="http://schemas.openxmlformats.org/officeDocument/2006/relationships/customXml" Target="../ink/ink185.xml"/><Relationship Id="rId143" Type="http://schemas.openxmlformats.org/officeDocument/2006/relationships/image" Target="../media/image211.png"/><Relationship Id="rId148" Type="http://schemas.openxmlformats.org/officeDocument/2006/relationships/customXml" Target="../ink/ink198.xml"/><Relationship Id="rId164" Type="http://schemas.openxmlformats.org/officeDocument/2006/relationships/customXml" Target="../ink/ink206.xml"/><Relationship Id="rId169" Type="http://schemas.openxmlformats.org/officeDocument/2006/relationships/image" Target="../media/image224.png"/><Relationship Id="rId185" Type="http://schemas.openxmlformats.org/officeDocument/2006/relationships/image" Target="../media/image232.png"/><Relationship Id="rId4" Type="http://schemas.openxmlformats.org/officeDocument/2006/relationships/image" Target="../media/image117.png"/><Relationship Id="rId9" Type="http://schemas.openxmlformats.org/officeDocument/2006/relationships/image" Target="../media/image144.png"/><Relationship Id="rId180" Type="http://schemas.openxmlformats.org/officeDocument/2006/relationships/customXml" Target="../ink/ink214.xml"/><Relationship Id="rId210" Type="http://schemas.openxmlformats.org/officeDocument/2006/relationships/customXml" Target="../ink/ink229.xml"/><Relationship Id="rId215" Type="http://schemas.openxmlformats.org/officeDocument/2006/relationships/image" Target="../media/image247.png"/><Relationship Id="rId26" Type="http://schemas.openxmlformats.org/officeDocument/2006/relationships/customXml" Target="../ink/ink137.xml"/><Relationship Id="rId47" Type="http://schemas.openxmlformats.org/officeDocument/2006/relationships/image" Target="../media/image163.png"/><Relationship Id="rId68" Type="http://schemas.openxmlformats.org/officeDocument/2006/relationships/customXml" Target="../ink/ink158.xml"/><Relationship Id="rId89" Type="http://schemas.openxmlformats.org/officeDocument/2006/relationships/image" Target="../media/image184.png"/><Relationship Id="rId112" Type="http://schemas.openxmlformats.org/officeDocument/2006/relationships/customXml" Target="../ink/ink180.xml"/><Relationship Id="rId133" Type="http://schemas.openxmlformats.org/officeDocument/2006/relationships/image" Target="../media/image206.png"/><Relationship Id="rId154" Type="http://schemas.openxmlformats.org/officeDocument/2006/relationships/customXml" Target="../ink/ink201.xml"/><Relationship Id="rId175" Type="http://schemas.openxmlformats.org/officeDocument/2006/relationships/image" Target="../media/image227.png"/><Relationship Id="rId196" Type="http://schemas.openxmlformats.org/officeDocument/2006/relationships/customXml" Target="../ink/ink222.xml"/><Relationship Id="rId200" Type="http://schemas.openxmlformats.org/officeDocument/2006/relationships/customXml" Target="../ink/ink224.xml"/><Relationship Id="rId16" Type="http://schemas.openxmlformats.org/officeDocument/2006/relationships/customXml" Target="../ink/ink132.xml"/><Relationship Id="rId221" Type="http://schemas.openxmlformats.org/officeDocument/2006/relationships/image" Target="../media/image250.png"/><Relationship Id="rId37" Type="http://schemas.openxmlformats.org/officeDocument/2006/relationships/image" Target="../media/image158.png"/><Relationship Id="rId58" Type="http://schemas.openxmlformats.org/officeDocument/2006/relationships/customXml" Target="../ink/ink153.xml"/><Relationship Id="rId79" Type="http://schemas.openxmlformats.org/officeDocument/2006/relationships/image" Target="../media/image179.png"/><Relationship Id="rId102" Type="http://schemas.openxmlformats.org/officeDocument/2006/relationships/customXml" Target="../ink/ink175.xml"/><Relationship Id="rId123" Type="http://schemas.openxmlformats.org/officeDocument/2006/relationships/image" Target="../media/image201.png"/><Relationship Id="rId144" Type="http://schemas.openxmlformats.org/officeDocument/2006/relationships/customXml" Target="../ink/ink196.xml"/><Relationship Id="rId90" Type="http://schemas.openxmlformats.org/officeDocument/2006/relationships/customXml" Target="../ink/ink169.xml"/><Relationship Id="rId165" Type="http://schemas.openxmlformats.org/officeDocument/2006/relationships/image" Target="../media/image222.png"/><Relationship Id="rId186" Type="http://schemas.openxmlformats.org/officeDocument/2006/relationships/customXml" Target="../ink/ink217.xml"/><Relationship Id="rId211" Type="http://schemas.openxmlformats.org/officeDocument/2006/relationships/image" Target="../media/image245.png"/><Relationship Id="rId27" Type="http://schemas.openxmlformats.org/officeDocument/2006/relationships/image" Target="../media/image153.png"/><Relationship Id="rId48" Type="http://schemas.openxmlformats.org/officeDocument/2006/relationships/customXml" Target="../ink/ink148.xml"/><Relationship Id="rId69" Type="http://schemas.openxmlformats.org/officeDocument/2006/relationships/image" Target="../media/image174.png"/><Relationship Id="rId113" Type="http://schemas.openxmlformats.org/officeDocument/2006/relationships/image" Target="../media/image196.png"/><Relationship Id="rId134" Type="http://schemas.openxmlformats.org/officeDocument/2006/relationships/customXml" Target="../ink/ink191.xml"/><Relationship Id="rId80" Type="http://schemas.openxmlformats.org/officeDocument/2006/relationships/customXml" Target="../ink/ink164.xml"/><Relationship Id="rId155" Type="http://schemas.openxmlformats.org/officeDocument/2006/relationships/image" Target="../media/image217.png"/><Relationship Id="rId176" Type="http://schemas.openxmlformats.org/officeDocument/2006/relationships/customXml" Target="../ink/ink212.xml"/><Relationship Id="rId197" Type="http://schemas.openxmlformats.org/officeDocument/2006/relationships/image" Target="../media/image238.png"/><Relationship Id="rId201" Type="http://schemas.openxmlformats.org/officeDocument/2006/relationships/image" Target="../media/image240.png"/><Relationship Id="rId222" Type="http://schemas.openxmlformats.org/officeDocument/2006/relationships/customXml" Target="../ink/ink235.xml"/><Relationship Id="rId17" Type="http://schemas.openxmlformats.org/officeDocument/2006/relationships/image" Target="../media/image148.png"/><Relationship Id="rId38" Type="http://schemas.openxmlformats.org/officeDocument/2006/relationships/customXml" Target="../ink/ink143.xml"/><Relationship Id="rId59" Type="http://schemas.openxmlformats.org/officeDocument/2006/relationships/image" Target="../media/image169.png"/><Relationship Id="rId103" Type="http://schemas.openxmlformats.org/officeDocument/2006/relationships/image" Target="../media/image191.png"/><Relationship Id="rId124" Type="http://schemas.openxmlformats.org/officeDocument/2006/relationships/customXml" Target="../ink/ink186.xml"/><Relationship Id="rId70" Type="http://schemas.openxmlformats.org/officeDocument/2006/relationships/customXml" Target="../ink/ink159.xml"/><Relationship Id="rId91" Type="http://schemas.openxmlformats.org/officeDocument/2006/relationships/image" Target="../media/image185.png"/><Relationship Id="rId145" Type="http://schemas.openxmlformats.org/officeDocument/2006/relationships/image" Target="../media/image212.png"/><Relationship Id="rId166" Type="http://schemas.openxmlformats.org/officeDocument/2006/relationships/customXml" Target="../ink/ink207.xml"/><Relationship Id="rId187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30.xml"/><Relationship Id="rId28" Type="http://schemas.openxmlformats.org/officeDocument/2006/relationships/customXml" Target="../ink/ink138.xml"/><Relationship Id="rId49" Type="http://schemas.openxmlformats.org/officeDocument/2006/relationships/image" Target="../media/image164.png"/><Relationship Id="rId114" Type="http://schemas.openxmlformats.org/officeDocument/2006/relationships/customXml" Target="../ink/ink181.xml"/><Relationship Id="rId60" Type="http://schemas.openxmlformats.org/officeDocument/2006/relationships/customXml" Target="../ink/ink154.xml"/><Relationship Id="rId81" Type="http://schemas.openxmlformats.org/officeDocument/2006/relationships/image" Target="../media/image180.png"/><Relationship Id="rId135" Type="http://schemas.openxmlformats.org/officeDocument/2006/relationships/image" Target="../media/image207.png"/><Relationship Id="rId156" Type="http://schemas.openxmlformats.org/officeDocument/2006/relationships/customXml" Target="../ink/ink202.xml"/><Relationship Id="rId177" Type="http://schemas.openxmlformats.org/officeDocument/2006/relationships/image" Target="../media/image228.png"/><Relationship Id="rId198" Type="http://schemas.openxmlformats.org/officeDocument/2006/relationships/customXml" Target="../ink/ink223.xml"/><Relationship Id="rId202" Type="http://schemas.openxmlformats.org/officeDocument/2006/relationships/customXml" Target="../ink/ink225.xml"/><Relationship Id="rId223" Type="http://schemas.openxmlformats.org/officeDocument/2006/relationships/image" Target="../media/image251.png"/><Relationship Id="rId18" Type="http://schemas.openxmlformats.org/officeDocument/2006/relationships/customXml" Target="../ink/ink133.xml"/><Relationship Id="rId39" Type="http://schemas.openxmlformats.org/officeDocument/2006/relationships/image" Target="../media/image159.png"/><Relationship Id="rId50" Type="http://schemas.openxmlformats.org/officeDocument/2006/relationships/customXml" Target="../ink/ink149.xml"/><Relationship Id="rId104" Type="http://schemas.openxmlformats.org/officeDocument/2006/relationships/customXml" Target="../ink/ink176.xml"/><Relationship Id="rId125" Type="http://schemas.openxmlformats.org/officeDocument/2006/relationships/image" Target="../media/image202.png"/><Relationship Id="rId146" Type="http://schemas.openxmlformats.org/officeDocument/2006/relationships/customXml" Target="../ink/ink197.xml"/><Relationship Id="rId167" Type="http://schemas.openxmlformats.org/officeDocument/2006/relationships/image" Target="../media/image223.png"/><Relationship Id="rId188" Type="http://schemas.openxmlformats.org/officeDocument/2006/relationships/customXml" Target="../ink/ink218.xml"/><Relationship Id="rId71" Type="http://schemas.openxmlformats.org/officeDocument/2006/relationships/image" Target="../media/image175.png"/><Relationship Id="rId92" Type="http://schemas.openxmlformats.org/officeDocument/2006/relationships/customXml" Target="../ink/ink170.xml"/><Relationship Id="rId213" Type="http://schemas.openxmlformats.org/officeDocument/2006/relationships/image" Target="../media/image246.png"/><Relationship Id="rId2" Type="http://schemas.openxmlformats.org/officeDocument/2006/relationships/image" Target="../media/image78.png"/><Relationship Id="rId29" Type="http://schemas.openxmlformats.org/officeDocument/2006/relationships/image" Target="../media/image154.png"/><Relationship Id="rId40" Type="http://schemas.openxmlformats.org/officeDocument/2006/relationships/customXml" Target="../ink/ink144.xml"/><Relationship Id="rId115" Type="http://schemas.openxmlformats.org/officeDocument/2006/relationships/image" Target="../media/image197.png"/><Relationship Id="rId136" Type="http://schemas.openxmlformats.org/officeDocument/2006/relationships/customXml" Target="../ink/ink192.xml"/><Relationship Id="rId157" Type="http://schemas.openxmlformats.org/officeDocument/2006/relationships/image" Target="../media/image218.png"/><Relationship Id="rId178" Type="http://schemas.openxmlformats.org/officeDocument/2006/relationships/customXml" Target="../ink/ink213.xml"/><Relationship Id="rId61" Type="http://schemas.openxmlformats.org/officeDocument/2006/relationships/image" Target="../media/image170.png"/><Relationship Id="rId82" Type="http://schemas.openxmlformats.org/officeDocument/2006/relationships/customXml" Target="../ink/ink165.xml"/><Relationship Id="rId199" Type="http://schemas.openxmlformats.org/officeDocument/2006/relationships/image" Target="../media/image239.png"/><Relationship Id="rId203" Type="http://schemas.openxmlformats.org/officeDocument/2006/relationships/image" Target="../media/image241.png"/><Relationship Id="rId19" Type="http://schemas.openxmlformats.org/officeDocument/2006/relationships/image" Target="../media/image149.png"/><Relationship Id="rId224" Type="http://schemas.openxmlformats.org/officeDocument/2006/relationships/customXml" Target="../ink/ink236.xml"/><Relationship Id="rId30" Type="http://schemas.openxmlformats.org/officeDocument/2006/relationships/customXml" Target="../ink/ink139.xml"/><Relationship Id="rId105" Type="http://schemas.openxmlformats.org/officeDocument/2006/relationships/image" Target="../media/image192.png"/><Relationship Id="rId126" Type="http://schemas.openxmlformats.org/officeDocument/2006/relationships/customXml" Target="../ink/ink187.xml"/><Relationship Id="rId147" Type="http://schemas.openxmlformats.org/officeDocument/2006/relationships/image" Target="../media/image213.png"/><Relationship Id="rId168" Type="http://schemas.openxmlformats.org/officeDocument/2006/relationships/customXml" Target="../ink/ink208.xml"/><Relationship Id="rId51" Type="http://schemas.openxmlformats.org/officeDocument/2006/relationships/image" Target="../media/image165.png"/><Relationship Id="rId72" Type="http://schemas.openxmlformats.org/officeDocument/2006/relationships/customXml" Target="../ink/ink160.xml"/><Relationship Id="rId93" Type="http://schemas.openxmlformats.org/officeDocument/2006/relationships/image" Target="../media/image186.png"/><Relationship Id="rId189" Type="http://schemas.openxmlformats.org/officeDocument/2006/relationships/image" Target="../media/image234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8.png"/><Relationship Id="rId18" Type="http://schemas.openxmlformats.org/officeDocument/2006/relationships/customXml" Target="../ink/ink245.xml"/><Relationship Id="rId26" Type="http://schemas.openxmlformats.org/officeDocument/2006/relationships/customXml" Target="../ink/ink249.xml"/><Relationship Id="rId39" Type="http://schemas.openxmlformats.org/officeDocument/2006/relationships/image" Target="../media/image271.png"/><Relationship Id="rId21" Type="http://schemas.openxmlformats.org/officeDocument/2006/relationships/image" Target="../media/image262.png"/><Relationship Id="rId34" Type="http://schemas.openxmlformats.org/officeDocument/2006/relationships/customXml" Target="../ink/ink253.xml"/><Relationship Id="rId42" Type="http://schemas.openxmlformats.org/officeDocument/2006/relationships/customXml" Target="../ink/ink257.xml"/><Relationship Id="rId47" Type="http://schemas.openxmlformats.org/officeDocument/2006/relationships/image" Target="../media/image275.png"/><Relationship Id="rId50" Type="http://schemas.openxmlformats.org/officeDocument/2006/relationships/customXml" Target="../ink/ink261.xml"/><Relationship Id="rId55" Type="http://schemas.openxmlformats.org/officeDocument/2006/relationships/image" Target="../media/image279.png"/><Relationship Id="rId7" Type="http://schemas.openxmlformats.org/officeDocument/2006/relationships/image" Target="../media/image255.png"/><Relationship Id="rId2" Type="http://schemas.openxmlformats.org/officeDocument/2006/relationships/customXml" Target="../ink/ink237.xml"/><Relationship Id="rId16" Type="http://schemas.openxmlformats.org/officeDocument/2006/relationships/customXml" Target="../ink/ink244.xml"/><Relationship Id="rId29" Type="http://schemas.openxmlformats.org/officeDocument/2006/relationships/image" Target="../media/image266.png"/><Relationship Id="rId11" Type="http://schemas.openxmlformats.org/officeDocument/2006/relationships/image" Target="../media/image257.png"/><Relationship Id="rId24" Type="http://schemas.openxmlformats.org/officeDocument/2006/relationships/customXml" Target="../ink/ink248.xml"/><Relationship Id="rId32" Type="http://schemas.openxmlformats.org/officeDocument/2006/relationships/customXml" Target="../ink/ink252.xml"/><Relationship Id="rId37" Type="http://schemas.openxmlformats.org/officeDocument/2006/relationships/image" Target="../media/image270.png"/><Relationship Id="rId40" Type="http://schemas.openxmlformats.org/officeDocument/2006/relationships/customXml" Target="../ink/ink256.xml"/><Relationship Id="rId45" Type="http://schemas.openxmlformats.org/officeDocument/2006/relationships/image" Target="../media/image274.png"/><Relationship Id="rId53" Type="http://schemas.openxmlformats.org/officeDocument/2006/relationships/image" Target="../media/image278.png"/><Relationship Id="rId58" Type="http://schemas.openxmlformats.org/officeDocument/2006/relationships/customXml" Target="../ink/ink265.xml"/><Relationship Id="rId5" Type="http://schemas.openxmlformats.org/officeDocument/2006/relationships/image" Target="../media/image254.png"/><Relationship Id="rId61" Type="http://schemas.openxmlformats.org/officeDocument/2006/relationships/image" Target="../media/image282.png"/><Relationship Id="rId19" Type="http://schemas.openxmlformats.org/officeDocument/2006/relationships/image" Target="../media/image261.png"/><Relationship Id="rId14" Type="http://schemas.openxmlformats.org/officeDocument/2006/relationships/customXml" Target="../ink/ink243.xml"/><Relationship Id="rId22" Type="http://schemas.openxmlformats.org/officeDocument/2006/relationships/customXml" Target="../ink/ink247.xml"/><Relationship Id="rId27" Type="http://schemas.openxmlformats.org/officeDocument/2006/relationships/image" Target="../media/image265.png"/><Relationship Id="rId30" Type="http://schemas.openxmlformats.org/officeDocument/2006/relationships/customXml" Target="../ink/ink251.xml"/><Relationship Id="rId35" Type="http://schemas.openxmlformats.org/officeDocument/2006/relationships/image" Target="../media/image269.png"/><Relationship Id="rId43" Type="http://schemas.openxmlformats.org/officeDocument/2006/relationships/image" Target="../media/image273.png"/><Relationship Id="rId48" Type="http://schemas.openxmlformats.org/officeDocument/2006/relationships/customXml" Target="../ink/ink260.xml"/><Relationship Id="rId56" Type="http://schemas.openxmlformats.org/officeDocument/2006/relationships/customXml" Target="../ink/ink264.xml"/><Relationship Id="rId8" Type="http://schemas.openxmlformats.org/officeDocument/2006/relationships/customXml" Target="../ink/ink240.xml"/><Relationship Id="rId51" Type="http://schemas.openxmlformats.org/officeDocument/2006/relationships/image" Target="../media/image277.png"/><Relationship Id="rId3" Type="http://schemas.openxmlformats.org/officeDocument/2006/relationships/image" Target="../media/image253.png"/><Relationship Id="rId12" Type="http://schemas.openxmlformats.org/officeDocument/2006/relationships/customXml" Target="../ink/ink242.xml"/><Relationship Id="rId17" Type="http://schemas.openxmlformats.org/officeDocument/2006/relationships/image" Target="../media/image260.png"/><Relationship Id="rId25" Type="http://schemas.openxmlformats.org/officeDocument/2006/relationships/image" Target="../media/image264.png"/><Relationship Id="rId33" Type="http://schemas.openxmlformats.org/officeDocument/2006/relationships/image" Target="../media/image268.png"/><Relationship Id="rId38" Type="http://schemas.openxmlformats.org/officeDocument/2006/relationships/customXml" Target="../ink/ink255.xml"/><Relationship Id="rId46" Type="http://schemas.openxmlformats.org/officeDocument/2006/relationships/customXml" Target="../ink/ink259.xml"/><Relationship Id="rId59" Type="http://schemas.openxmlformats.org/officeDocument/2006/relationships/image" Target="../media/image281.png"/><Relationship Id="rId20" Type="http://schemas.openxmlformats.org/officeDocument/2006/relationships/customXml" Target="../ink/ink246.xml"/><Relationship Id="rId41" Type="http://schemas.openxmlformats.org/officeDocument/2006/relationships/image" Target="../media/image272.png"/><Relationship Id="rId54" Type="http://schemas.openxmlformats.org/officeDocument/2006/relationships/customXml" Target="../ink/ink26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9.xml"/><Relationship Id="rId15" Type="http://schemas.openxmlformats.org/officeDocument/2006/relationships/image" Target="../media/image259.png"/><Relationship Id="rId23" Type="http://schemas.openxmlformats.org/officeDocument/2006/relationships/image" Target="../media/image263.png"/><Relationship Id="rId28" Type="http://schemas.openxmlformats.org/officeDocument/2006/relationships/customXml" Target="../ink/ink250.xml"/><Relationship Id="rId36" Type="http://schemas.openxmlformats.org/officeDocument/2006/relationships/customXml" Target="../ink/ink254.xml"/><Relationship Id="rId49" Type="http://schemas.openxmlformats.org/officeDocument/2006/relationships/image" Target="../media/image276.png"/><Relationship Id="rId57" Type="http://schemas.openxmlformats.org/officeDocument/2006/relationships/image" Target="../media/image280.png"/><Relationship Id="rId10" Type="http://schemas.openxmlformats.org/officeDocument/2006/relationships/customXml" Target="../ink/ink241.xml"/><Relationship Id="rId31" Type="http://schemas.openxmlformats.org/officeDocument/2006/relationships/image" Target="../media/image267.png"/><Relationship Id="rId44" Type="http://schemas.openxmlformats.org/officeDocument/2006/relationships/customXml" Target="../ink/ink258.xml"/><Relationship Id="rId52" Type="http://schemas.openxmlformats.org/officeDocument/2006/relationships/customXml" Target="../ink/ink262.xml"/><Relationship Id="rId60" Type="http://schemas.openxmlformats.org/officeDocument/2006/relationships/customXml" Target="../ink/ink266.xml"/><Relationship Id="rId4" Type="http://schemas.openxmlformats.org/officeDocument/2006/relationships/customXml" Target="../ink/ink238.xml"/><Relationship Id="rId9" Type="http://schemas.openxmlformats.org/officeDocument/2006/relationships/image" Target="../media/image25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7.xml"/><Relationship Id="rId2" Type="http://schemas.openxmlformats.org/officeDocument/2006/relationships/image" Target="../media/image1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.png"/><Relationship Id="rId5" Type="http://schemas.openxmlformats.org/officeDocument/2006/relationships/customXml" Target="../ink/ink268.xml"/><Relationship Id="rId4" Type="http://schemas.openxmlformats.org/officeDocument/2006/relationships/image" Target="../media/image290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5.xml"/><Relationship Id="rId21" Type="http://schemas.openxmlformats.org/officeDocument/2006/relationships/customXml" Target="../ink/ink277.xml"/><Relationship Id="rId42" Type="http://schemas.openxmlformats.org/officeDocument/2006/relationships/image" Target="../media/image310.png"/><Relationship Id="rId63" Type="http://schemas.openxmlformats.org/officeDocument/2006/relationships/customXml" Target="../ink/ink298.xml"/><Relationship Id="rId84" Type="http://schemas.openxmlformats.org/officeDocument/2006/relationships/image" Target="../media/image331.png"/><Relationship Id="rId138" Type="http://schemas.openxmlformats.org/officeDocument/2006/relationships/image" Target="../media/image358.png"/><Relationship Id="rId159" Type="http://schemas.openxmlformats.org/officeDocument/2006/relationships/customXml" Target="../ink/ink346.xml"/><Relationship Id="rId107" Type="http://schemas.openxmlformats.org/officeDocument/2006/relationships/customXml" Target="../ink/ink320.xml"/><Relationship Id="rId11" Type="http://schemas.openxmlformats.org/officeDocument/2006/relationships/customXml" Target="../ink/ink272.xml"/><Relationship Id="rId32" Type="http://schemas.openxmlformats.org/officeDocument/2006/relationships/image" Target="../media/image305.png"/><Relationship Id="rId53" Type="http://schemas.openxmlformats.org/officeDocument/2006/relationships/customXml" Target="../ink/ink293.xml"/><Relationship Id="rId74" Type="http://schemas.openxmlformats.org/officeDocument/2006/relationships/image" Target="../media/image326.png"/><Relationship Id="rId128" Type="http://schemas.openxmlformats.org/officeDocument/2006/relationships/image" Target="../media/image353.png"/><Relationship Id="rId149" Type="http://schemas.openxmlformats.org/officeDocument/2006/relationships/customXml" Target="../ink/ink341.xml"/><Relationship Id="rId5" Type="http://schemas.openxmlformats.org/officeDocument/2006/relationships/customXml" Target="../ink/ink269.xml"/><Relationship Id="rId95" Type="http://schemas.openxmlformats.org/officeDocument/2006/relationships/customXml" Target="../ink/ink314.xml"/><Relationship Id="rId160" Type="http://schemas.openxmlformats.org/officeDocument/2006/relationships/image" Target="../media/image369.png"/><Relationship Id="rId22" Type="http://schemas.openxmlformats.org/officeDocument/2006/relationships/image" Target="../media/image300.png"/><Relationship Id="rId43" Type="http://schemas.openxmlformats.org/officeDocument/2006/relationships/customXml" Target="../ink/ink288.xml"/><Relationship Id="rId64" Type="http://schemas.openxmlformats.org/officeDocument/2006/relationships/image" Target="../media/image321.png"/><Relationship Id="rId118" Type="http://schemas.openxmlformats.org/officeDocument/2006/relationships/image" Target="../media/image348.png"/><Relationship Id="rId139" Type="http://schemas.openxmlformats.org/officeDocument/2006/relationships/customXml" Target="../ink/ink336.xml"/><Relationship Id="rId80" Type="http://schemas.openxmlformats.org/officeDocument/2006/relationships/image" Target="../media/image329.png"/><Relationship Id="rId85" Type="http://schemas.openxmlformats.org/officeDocument/2006/relationships/customXml" Target="../ink/ink309.xml"/><Relationship Id="rId150" Type="http://schemas.openxmlformats.org/officeDocument/2006/relationships/image" Target="../media/image364.png"/><Relationship Id="rId155" Type="http://schemas.openxmlformats.org/officeDocument/2006/relationships/customXml" Target="../ink/ink344.xml"/><Relationship Id="rId12" Type="http://schemas.openxmlformats.org/officeDocument/2006/relationships/image" Target="../media/image295.png"/><Relationship Id="rId17" Type="http://schemas.openxmlformats.org/officeDocument/2006/relationships/customXml" Target="../ink/ink275.xml"/><Relationship Id="rId33" Type="http://schemas.openxmlformats.org/officeDocument/2006/relationships/customXml" Target="../ink/ink283.xml"/><Relationship Id="rId38" Type="http://schemas.openxmlformats.org/officeDocument/2006/relationships/image" Target="../media/image308.png"/><Relationship Id="rId59" Type="http://schemas.openxmlformats.org/officeDocument/2006/relationships/customXml" Target="../ink/ink296.xml"/><Relationship Id="rId103" Type="http://schemas.openxmlformats.org/officeDocument/2006/relationships/customXml" Target="../ink/ink318.xml"/><Relationship Id="rId108" Type="http://schemas.openxmlformats.org/officeDocument/2006/relationships/image" Target="../media/image343.png"/><Relationship Id="rId124" Type="http://schemas.openxmlformats.org/officeDocument/2006/relationships/image" Target="../media/image351.png"/><Relationship Id="rId129" Type="http://schemas.openxmlformats.org/officeDocument/2006/relationships/customXml" Target="../ink/ink331.xml"/><Relationship Id="rId54" Type="http://schemas.openxmlformats.org/officeDocument/2006/relationships/image" Target="../media/image316.png"/><Relationship Id="rId70" Type="http://schemas.openxmlformats.org/officeDocument/2006/relationships/image" Target="../media/image324.png"/><Relationship Id="rId75" Type="http://schemas.openxmlformats.org/officeDocument/2006/relationships/customXml" Target="../ink/ink304.xml"/><Relationship Id="rId91" Type="http://schemas.openxmlformats.org/officeDocument/2006/relationships/customXml" Target="../ink/ink312.xml"/><Relationship Id="rId96" Type="http://schemas.openxmlformats.org/officeDocument/2006/relationships/image" Target="../media/image337.png"/><Relationship Id="rId140" Type="http://schemas.openxmlformats.org/officeDocument/2006/relationships/image" Target="../media/image359.png"/><Relationship Id="rId145" Type="http://schemas.openxmlformats.org/officeDocument/2006/relationships/customXml" Target="../ink/ink33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2.png"/><Relationship Id="rId23" Type="http://schemas.openxmlformats.org/officeDocument/2006/relationships/customXml" Target="../ink/ink278.xml"/><Relationship Id="rId28" Type="http://schemas.openxmlformats.org/officeDocument/2006/relationships/image" Target="../media/image303.png"/><Relationship Id="rId49" Type="http://schemas.openxmlformats.org/officeDocument/2006/relationships/customXml" Target="../ink/ink291.xml"/><Relationship Id="rId114" Type="http://schemas.openxmlformats.org/officeDocument/2006/relationships/image" Target="../media/image346.png"/><Relationship Id="rId119" Type="http://schemas.openxmlformats.org/officeDocument/2006/relationships/customXml" Target="../ink/ink326.xml"/><Relationship Id="rId44" Type="http://schemas.openxmlformats.org/officeDocument/2006/relationships/image" Target="../media/image311.png"/><Relationship Id="rId60" Type="http://schemas.openxmlformats.org/officeDocument/2006/relationships/image" Target="../media/image319.png"/><Relationship Id="rId65" Type="http://schemas.openxmlformats.org/officeDocument/2006/relationships/customXml" Target="../ink/ink299.xml"/><Relationship Id="rId81" Type="http://schemas.openxmlformats.org/officeDocument/2006/relationships/customXml" Target="../ink/ink307.xml"/><Relationship Id="rId86" Type="http://schemas.openxmlformats.org/officeDocument/2006/relationships/image" Target="../media/image332.png"/><Relationship Id="rId130" Type="http://schemas.openxmlformats.org/officeDocument/2006/relationships/image" Target="../media/image354.png"/><Relationship Id="rId135" Type="http://schemas.openxmlformats.org/officeDocument/2006/relationships/customXml" Target="../ink/ink334.xml"/><Relationship Id="rId151" Type="http://schemas.openxmlformats.org/officeDocument/2006/relationships/customXml" Target="../ink/ink342.xml"/><Relationship Id="rId156" Type="http://schemas.openxmlformats.org/officeDocument/2006/relationships/image" Target="../media/image367.png"/><Relationship Id="rId13" Type="http://schemas.openxmlformats.org/officeDocument/2006/relationships/customXml" Target="../ink/ink273.xml"/><Relationship Id="rId18" Type="http://schemas.openxmlformats.org/officeDocument/2006/relationships/image" Target="../media/image298.png"/><Relationship Id="rId39" Type="http://schemas.openxmlformats.org/officeDocument/2006/relationships/customXml" Target="../ink/ink286.xml"/><Relationship Id="rId109" Type="http://schemas.openxmlformats.org/officeDocument/2006/relationships/customXml" Target="../ink/ink321.xml"/><Relationship Id="rId34" Type="http://schemas.openxmlformats.org/officeDocument/2006/relationships/image" Target="../media/image306.png"/><Relationship Id="rId50" Type="http://schemas.openxmlformats.org/officeDocument/2006/relationships/image" Target="../media/image314.png"/><Relationship Id="rId55" Type="http://schemas.openxmlformats.org/officeDocument/2006/relationships/customXml" Target="../ink/ink294.xml"/><Relationship Id="rId76" Type="http://schemas.openxmlformats.org/officeDocument/2006/relationships/image" Target="../media/image327.png"/><Relationship Id="rId97" Type="http://schemas.openxmlformats.org/officeDocument/2006/relationships/customXml" Target="../ink/ink315.xml"/><Relationship Id="rId104" Type="http://schemas.openxmlformats.org/officeDocument/2006/relationships/image" Target="../media/image341.png"/><Relationship Id="rId120" Type="http://schemas.openxmlformats.org/officeDocument/2006/relationships/image" Target="../media/image349.png"/><Relationship Id="rId125" Type="http://schemas.openxmlformats.org/officeDocument/2006/relationships/customXml" Target="../ink/ink329.xml"/><Relationship Id="rId141" Type="http://schemas.openxmlformats.org/officeDocument/2006/relationships/customXml" Target="../ink/ink337.xml"/><Relationship Id="rId146" Type="http://schemas.openxmlformats.org/officeDocument/2006/relationships/image" Target="../media/image362.png"/><Relationship Id="rId7" Type="http://schemas.openxmlformats.org/officeDocument/2006/relationships/customXml" Target="../ink/ink270.xml"/><Relationship Id="rId71" Type="http://schemas.openxmlformats.org/officeDocument/2006/relationships/customXml" Target="../ink/ink302.xml"/><Relationship Id="rId92" Type="http://schemas.openxmlformats.org/officeDocument/2006/relationships/image" Target="../media/image335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281.xml"/><Relationship Id="rId24" Type="http://schemas.openxmlformats.org/officeDocument/2006/relationships/image" Target="../media/image301.png"/><Relationship Id="rId40" Type="http://schemas.openxmlformats.org/officeDocument/2006/relationships/image" Target="../media/image309.png"/><Relationship Id="rId45" Type="http://schemas.openxmlformats.org/officeDocument/2006/relationships/customXml" Target="../ink/ink289.xml"/><Relationship Id="rId66" Type="http://schemas.openxmlformats.org/officeDocument/2006/relationships/image" Target="../media/image322.png"/><Relationship Id="rId87" Type="http://schemas.openxmlformats.org/officeDocument/2006/relationships/customXml" Target="../ink/ink310.xml"/><Relationship Id="rId110" Type="http://schemas.openxmlformats.org/officeDocument/2006/relationships/image" Target="../media/image344.png"/><Relationship Id="rId115" Type="http://schemas.openxmlformats.org/officeDocument/2006/relationships/customXml" Target="../ink/ink324.xml"/><Relationship Id="rId131" Type="http://schemas.openxmlformats.org/officeDocument/2006/relationships/customXml" Target="../ink/ink332.xml"/><Relationship Id="rId136" Type="http://schemas.openxmlformats.org/officeDocument/2006/relationships/image" Target="../media/image357.png"/><Relationship Id="rId157" Type="http://schemas.openxmlformats.org/officeDocument/2006/relationships/customXml" Target="../ink/ink345.xml"/><Relationship Id="rId61" Type="http://schemas.openxmlformats.org/officeDocument/2006/relationships/customXml" Target="../ink/ink297.xml"/><Relationship Id="rId82" Type="http://schemas.openxmlformats.org/officeDocument/2006/relationships/image" Target="../media/image330.png"/><Relationship Id="rId152" Type="http://schemas.openxmlformats.org/officeDocument/2006/relationships/image" Target="../media/image365.png"/><Relationship Id="rId19" Type="http://schemas.openxmlformats.org/officeDocument/2006/relationships/customXml" Target="../ink/ink276.xml"/><Relationship Id="rId14" Type="http://schemas.openxmlformats.org/officeDocument/2006/relationships/image" Target="../media/image296.png"/><Relationship Id="rId30" Type="http://schemas.openxmlformats.org/officeDocument/2006/relationships/image" Target="../media/image304.png"/><Relationship Id="rId35" Type="http://schemas.openxmlformats.org/officeDocument/2006/relationships/customXml" Target="../ink/ink284.xml"/><Relationship Id="rId56" Type="http://schemas.openxmlformats.org/officeDocument/2006/relationships/image" Target="../media/image317.png"/><Relationship Id="rId77" Type="http://schemas.openxmlformats.org/officeDocument/2006/relationships/customXml" Target="../ink/ink305.xml"/><Relationship Id="rId100" Type="http://schemas.openxmlformats.org/officeDocument/2006/relationships/image" Target="../media/image339.png"/><Relationship Id="rId105" Type="http://schemas.openxmlformats.org/officeDocument/2006/relationships/customXml" Target="../ink/ink319.xml"/><Relationship Id="rId126" Type="http://schemas.openxmlformats.org/officeDocument/2006/relationships/image" Target="../media/image352.png"/><Relationship Id="rId147" Type="http://schemas.openxmlformats.org/officeDocument/2006/relationships/customXml" Target="../ink/ink340.xml"/><Relationship Id="rId8" Type="http://schemas.openxmlformats.org/officeDocument/2006/relationships/image" Target="../media/image293.png"/><Relationship Id="rId51" Type="http://schemas.openxmlformats.org/officeDocument/2006/relationships/customXml" Target="../ink/ink292.xml"/><Relationship Id="rId72" Type="http://schemas.openxmlformats.org/officeDocument/2006/relationships/image" Target="../media/image325.png"/><Relationship Id="rId93" Type="http://schemas.openxmlformats.org/officeDocument/2006/relationships/customXml" Target="../ink/ink313.xml"/><Relationship Id="rId98" Type="http://schemas.openxmlformats.org/officeDocument/2006/relationships/image" Target="../media/image338.png"/><Relationship Id="rId121" Type="http://schemas.openxmlformats.org/officeDocument/2006/relationships/customXml" Target="../ink/ink327.xml"/><Relationship Id="rId142" Type="http://schemas.openxmlformats.org/officeDocument/2006/relationships/image" Target="../media/image360.png"/><Relationship Id="rId3" Type="http://schemas.openxmlformats.org/officeDocument/2006/relationships/image" Target="../media/image2000.png"/><Relationship Id="rId25" Type="http://schemas.openxmlformats.org/officeDocument/2006/relationships/customXml" Target="../ink/ink279.xml"/><Relationship Id="rId46" Type="http://schemas.openxmlformats.org/officeDocument/2006/relationships/image" Target="../media/image312.png"/><Relationship Id="rId67" Type="http://schemas.openxmlformats.org/officeDocument/2006/relationships/customXml" Target="../ink/ink300.xml"/><Relationship Id="rId116" Type="http://schemas.openxmlformats.org/officeDocument/2006/relationships/image" Target="../media/image347.png"/><Relationship Id="rId137" Type="http://schemas.openxmlformats.org/officeDocument/2006/relationships/customXml" Target="../ink/ink335.xml"/><Relationship Id="rId158" Type="http://schemas.openxmlformats.org/officeDocument/2006/relationships/image" Target="../media/image368.png"/><Relationship Id="rId20" Type="http://schemas.openxmlformats.org/officeDocument/2006/relationships/image" Target="../media/image299.png"/><Relationship Id="rId41" Type="http://schemas.openxmlformats.org/officeDocument/2006/relationships/customXml" Target="../ink/ink287.xml"/><Relationship Id="rId62" Type="http://schemas.openxmlformats.org/officeDocument/2006/relationships/image" Target="../media/image320.png"/><Relationship Id="rId83" Type="http://schemas.openxmlformats.org/officeDocument/2006/relationships/customXml" Target="../ink/ink308.xml"/><Relationship Id="rId88" Type="http://schemas.openxmlformats.org/officeDocument/2006/relationships/image" Target="../media/image333.png"/><Relationship Id="rId111" Type="http://schemas.openxmlformats.org/officeDocument/2006/relationships/customXml" Target="../ink/ink322.xml"/><Relationship Id="rId132" Type="http://schemas.openxmlformats.org/officeDocument/2006/relationships/image" Target="../media/image355.png"/><Relationship Id="rId153" Type="http://schemas.openxmlformats.org/officeDocument/2006/relationships/customXml" Target="../ink/ink343.xml"/><Relationship Id="rId15" Type="http://schemas.openxmlformats.org/officeDocument/2006/relationships/customXml" Target="../ink/ink274.xml"/><Relationship Id="rId36" Type="http://schemas.openxmlformats.org/officeDocument/2006/relationships/image" Target="../media/image307.png"/><Relationship Id="rId57" Type="http://schemas.openxmlformats.org/officeDocument/2006/relationships/customXml" Target="../ink/ink295.xml"/><Relationship Id="rId106" Type="http://schemas.openxmlformats.org/officeDocument/2006/relationships/image" Target="../media/image342.png"/><Relationship Id="rId127" Type="http://schemas.openxmlformats.org/officeDocument/2006/relationships/customXml" Target="../ink/ink330.xml"/><Relationship Id="rId10" Type="http://schemas.openxmlformats.org/officeDocument/2006/relationships/image" Target="../media/image294.png"/><Relationship Id="rId31" Type="http://schemas.openxmlformats.org/officeDocument/2006/relationships/customXml" Target="../ink/ink282.xml"/><Relationship Id="rId52" Type="http://schemas.openxmlformats.org/officeDocument/2006/relationships/image" Target="../media/image315.png"/><Relationship Id="rId73" Type="http://schemas.openxmlformats.org/officeDocument/2006/relationships/customXml" Target="../ink/ink303.xml"/><Relationship Id="rId78" Type="http://schemas.openxmlformats.org/officeDocument/2006/relationships/image" Target="../media/image328.png"/><Relationship Id="rId94" Type="http://schemas.openxmlformats.org/officeDocument/2006/relationships/image" Target="../media/image336.png"/><Relationship Id="rId99" Type="http://schemas.openxmlformats.org/officeDocument/2006/relationships/customXml" Target="../ink/ink316.xml"/><Relationship Id="rId101" Type="http://schemas.openxmlformats.org/officeDocument/2006/relationships/customXml" Target="../ink/ink317.xml"/><Relationship Id="rId122" Type="http://schemas.openxmlformats.org/officeDocument/2006/relationships/image" Target="../media/image350.png"/><Relationship Id="rId143" Type="http://schemas.openxmlformats.org/officeDocument/2006/relationships/customXml" Target="../ink/ink338.xml"/><Relationship Id="rId148" Type="http://schemas.openxmlformats.org/officeDocument/2006/relationships/image" Target="../media/image363.png"/><Relationship Id="rId4" Type="http://schemas.openxmlformats.org/officeDocument/2006/relationships/image" Target="../media/image2100.png"/><Relationship Id="rId9" Type="http://schemas.openxmlformats.org/officeDocument/2006/relationships/customXml" Target="../ink/ink271.xml"/><Relationship Id="rId26" Type="http://schemas.openxmlformats.org/officeDocument/2006/relationships/image" Target="../media/image302.png"/><Relationship Id="rId47" Type="http://schemas.openxmlformats.org/officeDocument/2006/relationships/customXml" Target="../ink/ink290.xml"/><Relationship Id="rId68" Type="http://schemas.openxmlformats.org/officeDocument/2006/relationships/image" Target="../media/image323.png"/><Relationship Id="rId89" Type="http://schemas.openxmlformats.org/officeDocument/2006/relationships/customXml" Target="../ink/ink311.xml"/><Relationship Id="rId112" Type="http://schemas.openxmlformats.org/officeDocument/2006/relationships/image" Target="../media/image345.png"/><Relationship Id="rId133" Type="http://schemas.openxmlformats.org/officeDocument/2006/relationships/customXml" Target="../ink/ink333.xml"/><Relationship Id="rId154" Type="http://schemas.openxmlformats.org/officeDocument/2006/relationships/image" Target="../media/image366.png"/><Relationship Id="rId16" Type="http://schemas.openxmlformats.org/officeDocument/2006/relationships/image" Target="../media/image297.png"/><Relationship Id="rId37" Type="http://schemas.openxmlformats.org/officeDocument/2006/relationships/customXml" Target="../ink/ink285.xml"/><Relationship Id="rId58" Type="http://schemas.openxmlformats.org/officeDocument/2006/relationships/image" Target="../media/image318.png"/><Relationship Id="rId79" Type="http://schemas.openxmlformats.org/officeDocument/2006/relationships/customXml" Target="../ink/ink306.xml"/><Relationship Id="rId102" Type="http://schemas.openxmlformats.org/officeDocument/2006/relationships/image" Target="../media/image340.png"/><Relationship Id="rId123" Type="http://schemas.openxmlformats.org/officeDocument/2006/relationships/customXml" Target="../ink/ink328.xml"/><Relationship Id="rId144" Type="http://schemas.openxmlformats.org/officeDocument/2006/relationships/image" Target="../media/image361.png"/><Relationship Id="rId90" Type="http://schemas.openxmlformats.org/officeDocument/2006/relationships/image" Target="../media/image334.png"/><Relationship Id="rId27" Type="http://schemas.openxmlformats.org/officeDocument/2006/relationships/customXml" Target="../ink/ink280.xml"/><Relationship Id="rId48" Type="http://schemas.openxmlformats.org/officeDocument/2006/relationships/image" Target="../media/image313.png"/><Relationship Id="rId69" Type="http://schemas.openxmlformats.org/officeDocument/2006/relationships/customXml" Target="../ink/ink301.xml"/><Relationship Id="rId113" Type="http://schemas.openxmlformats.org/officeDocument/2006/relationships/customXml" Target="../ink/ink323.xml"/><Relationship Id="rId134" Type="http://schemas.openxmlformats.org/officeDocument/2006/relationships/image" Target="../media/image35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png"/><Relationship Id="rId13" Type="http://schemas.openxmlformats.org/officeDocument/2006/relationships/customXml" Target="../ink/ink352.xml"/><Relationship Id="rId18" Type="http://schemas.openxmlformats.org/officeDocument/2006/relationships/image" Target="../media/image377.png"/><Relationship Id="rId26" Type="http://schemas.openxmlformats.org/officeDocument/2006/relationships/image" Target="../media/image381.png"/><Relationship Id="rId3" Type="http://schemas.openxmlformats.org/officeDocument/2006/relationships/customXml" Target="../ink/ink347.xml"/><Relationship Id="rId21" Type="http://schemas.openxmlformats.org/officeDocument/2006/relationships/customXml" Target="../ink/ink356.xml"/><Relationship Id="rId7" Type="http://schemas.openxmlformats.org/officeDocument/2006/relationships/customXml" Target="../ink/ink349.xml"/><Relationship Id="rId12" Type="http://schemas.openxmlformats.org/officeDocument/2006/relationships/image" Target="../media/image374.png"/><Relationship Id="rId17" Type="http://schemas.openxmlformats.org/officeDocument/2006/relationships/customXml" Target="../ink/ink354.xml"/><Relationship Id="rId25" Type="http://schemas.openxmlformats.org/officeDocument/2006/relationships/customXml" Target="../ink/ink358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76.png"/><Relationship Id="rId20" Type="http://schemas.openxmlformats.org/officeDocument/2006/relationships/image" Target="../media/image37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1.png"/><Relationship Id="rId11" Type="http://schemas.openxmlformats.org/officeDocument/2006/relationships/customXml" Target="../ink/ink351.xml"/><Relationship Id="rId24" Type="http://schemas.openxmlformats.org/officeDocument/2006/relationships/image" Target="../media/image380.png"/><Relationship Id="rId5" Type="http://schemas.openxmlformats.org/officeDocument/2006/relationships/customXml" Target="../ink/ink348.xml"/><Relationship Id="rId15" Type="http://schemas.openxmlformats.org/officeDocument/2006/relationships/customXml" Target="../ink/ink353.xml"/><Relationship Id="rId23" Type="http://schemas.openxmlformats.org/officeDocument/2006/relationships/customXml" Target="../ink/ink357.xml"/><Relationship Id="rId28" Type="http://schemas.openxmlformats.org/officeDocument/2006/relationships/image" Target="../media/image382.png"/><Relationship Id="rId10" Type="http://schemas.openxmlformats.org/officeDocument/2006/relationships/image" Target="../media/image373.png"/><Relationship Id="rId19" Type="http://schemas.openxmlformats.org/officeDocument/2006/relationships/customXml" Target="../ink/ink355.xml"/><Relationship Id="rId4" Type="http://schemas.openxmlformats.org/officeDocument/2006/relationships/image" Target="../media/image370.png"/><Relationship Id="rId9" Type="http://schemas.openxmlformats.org/officeDocument/2006/relationships/customXml" Target="../ink/ink350.xml"/><Relationship Id="rId14" Type="http://schemas.openxmlformats.org/officeDocument/2006/relationships/image" Target="../media/image375.png"/><Relationship Id="rId22" Type="http://schemas.openxmlformats.org/officeDocument/2006/relationships/image" Target="../media/image379.png"/><Relationship Id="rId27" Type="http://schemas.openxmlformats.org/officeDocument/2006/relationships/customXml" Target="../ink/ink35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3.xml"/><Relationship Id="rId3" Type="http://schemas.openxmlformats.org/officeDocument/2006/relationships/image" Target="../media/image383.png"/><Relationship Id="rId7" Type="http://schemas.openxmlformats.org/officeDocument/2006/relationships/image" Target="../media/image385.png"/><Relationship Id="rId2" Type="http://schemas.openxmlformats.org/officeDocument/2006/relationships/customXml" Target="../ink/ink36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2.xml"/><Relationship Id="rId11" Type="http://schemas.openxmlformats.org/officeDocument/2006/relationships/image" Target="../media/image387.png"/><Relationship Id="rId5" Type="http://schemas.openxmlformats.org/officeDocument/2006/relationships/image" Target="../media/image384.png"/><Relationship Id="rId10" Type="http://schemas.openxmlformats.org/officeDocument/2006/relationships/customXml" Target="../ink/ink364.xml"/><Relationship Id="rId4" Type="http://schemas.openxmlformats.org/officeDocument/2006/relationships/customXml" Target="../ink/ink361.xml"/><Relationship Id="rId9" Type="http://schemas.openxmlformats.org/officeDocument/2006/relationships/image" Target="../media/image38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99.png"/><Relationship Id="rId21" Type="http://schemas.openxmlformats.org/officeDocument/2006/relationships/customXml" Target="../ink/ink374.xml"/><Relationship Id="rId42" Type="http://schemas.openxmlformats.org/officeDocument/2006/relationships/image" Target="../media/image407.png"/><Relationship Id="rId47" Type="http://schemas.openxmlformats.org/officeDocument/2006/relationships/customXml" Target="../ink/ink387.xml"/><Relationship Id="rId63" Type="http://schemas.openxmlformats.org/officeDocument/2006/relationships/customXml" Target="../ink/ink395.xml"/><Relationship Id="rId68" Type="http://schemas.openxmlformats.org/officeDocument/2006/relationships/image" Target="../media/image42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94.png"/><Relationship Id="rId29" Type="http://schemas.openxmlformats.org/officeDocument/2006/relationships/customXml" Target="../ink/ink378.xml"/><Relationship Id="rId11" Type="http://schemas.openxmlformats.org/officeDocument/2006/relationships/customXml" Target="../ink/ink369.xml"/><Relationship Id="rId24" Type="http://schemas.openxmlformats.org/officeDocument/2006/relationships/image" Target="../media/image398.png"/><Relationship Id="rId32" Type="http://schemas.openxmlformats.org/officeDocument/2006/relationships/image" Target="../media/image402.png"/><Relationship Id="rId37" Type="http://schemas.openxmlformats.org/officeDocument/2006/relationships/customXml" Target="../ink/ink382.xml"/><Relationship Id="rId40" Type="http://schemas.openxmlformats.org/officeDocument/2006/relationships/image" Target="../media/image406.png"/><Relationship Id="rId45" Type="http://schemas.openxmlformats.org/officeDocument/2006/relationships/customXml" Target="../ink/ink386.xml"/><Relationship Id="rId53" Type="http://schemas.openxmlformats.org/officeDocument/2006/relationships/customXml" Target="../ink/ink390.xml"/><Relationship Id="rId58" Type="http://schemas.openxmlformats.org/officeDocument/2006/relationships/image" Target="../media/image415.png"/><Relationship Id="rId66" Type="http://schemas.openxmlformats.org/officeDocument/2006/relationships/image" Target="../media/image419.png"/><Relationship Id="rId74" Type="http://schemas.openxmlformats.org/officeDocument/2006/relationships/image" Target="../media/image423.png"/><Relationship Id="rId5" Type="http://schemas.openxmlformats.org/officeDocument/2006/relationships/customXml" Target="../ink/ink366.xml"/><Relationship Id="rId61" Type="http://schemas.openxmlformats.org/officeDocument/2006/relationships/customXml" Target="../ink/ink394.xml"/><Relationship Id="rId19" Type="http://schemas.openxmlformats.org/officeDocument/2006/relationships/customXml" Target="../ink/ink373.xml"/><Relationship Id="rId14" Type="http://schemas.openxmlformats.org/officeDocument/2006/relationships/image" Target="../media/image393.png"/><Relationship Id="rId22" Type="http://schemas.openxmlformats.org/officeDocument/2006/relationships/image" Target="../media/image397.png"/><Relationship Id="rId27" Type="http://schemas.openxmlformats.org/officeDocument/2006/relationships/customXml" Target="../ink/ink377.xml"/><Relationship Id="rId30" Type="http://schemas.openxmlformats.org/officeDocument/2006/relationships/image" Target="../media/image401.png"/><Relationship Id="rId35" Type="http://schemas.openxmlformats.org/officeDocument/2006/relationships/customXml" Target="../ink/ink381.xml"/><Relationship Id="rId43" Type="http://schemas.openxmlformats.org/officeDocument/2006/relationships/customXml" Target="../ink/ink385.xml"/><Relationship Id="rId48" Type="http://schemas.openxmlformats.org/officeDocument/2006/relationships/image" Target="../media/image410.png"/><Relationship Id="rId56" Type="http://schemas.openxmlformats.org/officeDocument/2006/relationships/image" Target="../media/image414.png"/><Relationship Id="rId64" Type="http://schemas.openxmlformats.org/officeDocument/2006/relationships/image" Target="../media/image418.png"/><Relationship Id="rId69" Type="http://schemas.openxmlformats.org/officeDocument/2006/relationships/customXml" Target="../ink/ink398.xml"/><Relationship Id="rId8" Type="http://schemas.openxmlformats.org/officeDocument/2006/relationships/image" Target="../media/image390.png"/><Relationship Id="rId51" Type="http://schemas.openxmlformats.org/officeDocument/2006/relationships/customXml" Target="../ink/ink389.xml"/><Relationship Id="rId72" Type="http://schemas.openxmlformats.org/officeDocument/2006/relationships/image" Target="../media/image422.png"/><Relationship Id="rId3" Type="http://schemas.openxmlformats.org/officeDocument/2006/relationships/customXml" Target="../ink/ink365.xml"/><Relationship Id="rId12" Type="http://schemas.openxmlformats.org/officeDocument/2006/relationships/image" Target="../media/image392.png"/><Relationship Id="rId17" Type="http://schemas.openxmlformats.org/officeDocument/2006/relationships/customXml" Target="../ink/ink372.xml"/><Relationship Id="rId25" Type="http://schemas.openxmlformats.org/officeDocument/2006/relationships/customXml" Target="../ink/ink376.xml"/><Relationship Id="rId33" Type="http://schemas.openxmlformats.org/officeDocument/2006/relationships/customXml" Target="../ink/ink380.xml"/><Relationship Id="rId38" Type="http://schemas.openxmlformats.org/officeDocument/2006/relationships/image" Target="../media/image405.png"/><Relationship Id="rId46" Type="http://schemas.openxmlformats.org/officeDocument/2006/relationships/image" Target="../media/image409.png"/><Relationship Id="rId59" Type="http://schemas.openxmlformats.org/officeDocument/2006/relationships/customXml" Target="../ink/ink393.xml"/><Relationship Id="rId67" Type="http://schemas.openxmlformats.org/officeDocument/2006/relationships/customXml" Target="../ink/ink397.xml"/><Relationship Id="rId20" Type="http://schemas.openxmlformats.org/officeDocument/2006/relationships/image" Target="../media/image396.png"/><Relationship Id="rId41" Type="http://schemas.openxmlformats.org/officeDocument/2006/relationships/customXml" Target="../ink/ink384.xml"/><Relationship Id="rId54" Type="http://schemas.openxmlformats.org/officeDocument/2006/relationships/image" Target="../media/image413.png"/><Relationship Id="rId62" Type="http://schemas.openxmlformats.org/officeDocument/2006/relationships/image" Target="../media/image417.png"/><Relationship Id="rId70" Type="http://schemas.openxmlformats.org/officeDocument/2006/relationships/image" Target="../media/image421.png"/><Relationship Id="rId75" Type="http://schemas.openxmlformats.org/officeDocument/2006/relationships/customXml" Target="../ink/ink40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9.png"/><Relationship Id="rId15" Type="http://schemas.openxmlformats.org/officeDocument/2006/relationships/customXml" Target="../ink/ink371.xml"/><Relationship Id="rId23" Type="http://schemas.openxmlformats.org/officeDocument/2006/relationships/customXml" Target="../ink/ink375.xml"/><Relationship Id="rId28" Type="http://schemas.openxmlformats.org/officeDocument/2006/relationships/image" Target="../media/image400.png"/><Relationship Id="rId36" Type="http://schemas.openxmlformats.org/officeDocument/2006/relationships/image" Target="../media/image404.png"/><Relationship Id="rId49" Type="http://schemas.openxmlformats.org/officeDocument/2006/relationships/customXml" Target="../ink/ink388.xml"/><Relationship Id="rId57" Type="http://schemas.openxmlformats.org/officeDocument/2006/relationships/customXml" Target="../ink/ink392.xml"/><Relationship Id="rId10" Type="http://schemas.openxmlformats.org/officeDocument/2006/relationships/image" Target="../media/image391.png"/><Relationship Id="rId31" Type="http://schemas.openxmlformats.org/officeDocument/2006/relationships/customXml" Target="../ink/ink379.xml"/><Relationship Id="rId44" Type="http://schemas.openxmlformats.org/officeDocument/2006/relationships/image" Target="../media/image408.png"/><Relationship Id="rId52" Type="http://schemas.openxmlformats.org/officeDocument/2006/relationships/image" Target="../media/image412.png"/><Relationship Id="rId60" Type="http://schemas.openxmlformats.org/officeDocument/2006/relationships/image" Target="../media/image416.png"/><Relationship Id="rId65" Type="http://schemas.openxmlformats.org/officeDocument/2006/relationships/customXml" Target="../ink/ink396.xml"/><Relationship Id="rId73" Type="http://schemas.openxmlformats.org/officeDocument/2006/relationships/customXml" Target="../ink/ink400.xml"/><Relationship Id="rId4" Type="http://schemas.openxmlformats.org/officeDocument/2006/relationships/image" Target="../media/image388.png"/><Relationship Id="rId9" Type="http://schemas.openxmlformats.org/officeDocument/2006/relationships/customXml" Target="../ink/ink368.xml"/><Relationship Id="rId13" Type="http://schemas.openxmlformats.org/officeDocument/2006/relationships/customXml" Target="../ink/ink370.xml"/><Relationship Id="rId18" Type="http://schemas.openxmlformats.org/officeDocument/2006/relationships/image" Target="../media/image395.png"/><Relationship Id="rId39" Type="http://schemas.openxmlformats.org/officeDocument/2006/relationships/customXml" Target="../ink/ink383.xml"/><Relationship Id="rId34" Type="http://schemas.openxmlformats.org/officeDocument/2006/relationships/image" Target="../media/image403.png"/><Relationship Id="rId50" Type="http://schemas.openxmlformats.org/officeDocument/2006/relationships/image" Target="../media/image411.png"/><Relationship Id="rId55" Type="http://schemas.openxmlformats.org/officeDocument/2006/relationships/customXml" Target="../ink/ink391.xml"/><Relationship Id="rId76" Type="http://schemas.openxmlformats.org/officeDocument/2006/relationships/image" Target="../media/image424.png"/><Relationship Id="rId7" Type="http://schemas.openxmlformats.org/officeDocument/2006/relationships/customXml" Target="../ink/ink367.xml"/><Relationship Id="rId71" Type="http://schemas.openxmlformats.org/officeDocument/2006/relationships/customXml" Target="../ink/ink39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59.xml"/><Relationship Id="rId21" Type="http://schemas.openxmlformats.org/officeDocument/2006/relationships/customXml" Target="../ink/ink411.xml"/><Relationship Id="rId42" Type="http://schemas.openxmlformats.org/officeDocument/2006/relationships/image" Target="../media/image444.png"/><Relationship Id="rId63" Type="http://schemas.openxmlformats.org/officeDocument/2006/relationships/customXml" Target="../ink/ink432.xml"/><Relationship Id="rId84" Type="http://schemas.openxmlformats.org/officeDocument/2006/relationships/image" Target="../media/image465.png"/><Relationship Id="rId138" Type="http://schemas.openxmlformats.org/officeDocument/2006/relationships/image" Target="../media/image492.png"/><Relationship Id="rId159" Type="http://schemas.openxmlformats.org/officeDocument/2006/relationships/customXml" Target="../ink/ink480.xml"/><Relationship Id="rId170" Type="http://schemas.openxmlformats.org/officeDocument/2006/relationships/image" Target="../media/image508.png"/><Relationship Id="rId191" Type="http://schemas.openxmlformats.org/officeDocument/2006/relationships/customXml" Target="../ink/ink496.xml"/><Relationship Id="rId205" Type="http://schemas.openxmlformats.org/officeDocument/2006/relationships/customXml" Target="../ink/ink503.xml"/><Relationship Id="rId107" Type="http://schemas.openxmlformats.org/officeDocument/2006/relationships/customXml" Target="../ink/ink454.xml"/><Relationship Id="rId11" Type="http://schemas.openxmlformats.org/officeDocument/2006/relationships/customXml" Target="../ink/ink406.xml"/><Relationship Id="rId32" Type="http://schemas.openxmlformats.org/officeDocument/2006/relationships/image" Target="../media/image439.png"/><Relationship Id="rId53" Type="http://schemas.openxmlformats.org/officeDocument/2006/relationships/customXml" Target="../ink/ink427.xml"/><Relationship Id="rId74" Type="http://schemas.openxmlformats.org/officeDocument/2006/relationships/image" Target="../media/image460.png"/><Relationship Id="rId128" Type="http://schemas.openxmlformats.org/officeDocument/2006/relationships/image" Target="../media/image487.png"/><Relationship Id="rId149" Type="http://schemas.openxmlformats.org/officeDocument/2006/relationships/customXml" Target="../ink/ink475.xml"/><Relationship Id="rId5" Type="http://schemas.openxmlformats.org/officeDocument/2006/relationships/customXml" Target="../ink/ink403.xml"/><Relationship Id="rId95" Type="http://schemas.openxmlformats.org/officeDocument/2006/relationships/customXml" Target="../ink/ink448.xml"/><Relationship Id="rId160" Type="http://schemas.openxmlformats.org/officeDocument/2006/relationships/image" Target="../media/image503.png"/><Relationship Id="rId181" Type="http://schemas.openxmlformats.org/officeDocument/2006/relationships/customXml" Target="../ink/ink491.xml"/><Relationship Id="rId216" Type="http://schemas.openxmlformats.org/officeDocument/2006/relationships/image" Target="../media/image531.png"/><Relationship Id="rId22" Type="http://schemas.openxmlformats.org/officeDocument/2006/relationships/image" Target="../media/image434.png"/><Relationship Id="rId43" Type="http://schemas.openxmlformats.org/officeDocument/2006/relationships/customXml" Target="../ink/ink422.xml"/><Relationship Id="rId64" Type="http://schemas.openxmlformats.org/officeDocument/2006/relationships/image" Target="../media/image455.png"/><Relationship Id="rId118" Type="http://schemas.openxmlformats.org/officeDocument/2006/relationships/image" Target="../media/image482.png"/><Relationship Id="rId139" Type="http://schemas.openxmlformats.org/officeDocument/2006/relationships/customXml" Target="../ink/ink470.xml"/><Relationship Id="rId85" Type="http://schemas.openxmlformats.org/officeDocument/2006/relationships/customXml" Target="../ink/ink443.xml"/><Relationship Id="rId150" Type="http://schemas.openxmlformats.org/officeDocument/2006/relationships/image" Target="../media/image498.png"/><Relationship Id="rId171" Type="http://schemas.openxmlformats.org/officeDocument/2006/relationships/customXml" Target="../ink/ink486.xml"/><Relationship Id="rId192" Type="http://schemas.openxmlformats.org/officeDocument/2006/relationships/image" Target="../media/image519.png"/><Relationship Id="rId206" Type="http://schemas.openxmlformats.org/officeDocument/2006/relationships/image" Target="../media/image526.png"/><Relationship Id="rId12" Type="http://schemas.openxmlformats.org/officeDocument/2006/relationships/image" Target="../media/image429.png"/><Relationship Id="rId33" Type="http://schemas.openxmlformats.org/officeDocument/2006/relationships/customXml" Target="../ink/ink417.xml"/><Relationship Id="rId108" Type="http://schemas.openxmlformats.org/officeDocument/2006/relationships/image" Target="../media/image477.png"/><Relationship Id="rId129" Type="http://schemas.openxmlformats.org/officeDocument/2006/relationships/customXml" Target="../ink/ink465.xml"/><Relationship Id="rId54" Type="http://schemas.openxmlformats.org/officeDocument/2006/relationships/image" Target="../media/image450.png"/><Relationship Id="rId75" Type="http://schemas.openxmlformats.org/officeDocument/2006/relationships/customXml" Target="../ink/ink438.xml"/><Relationship Id="rId96" Type="http://schemas.openxmlformats.org/officeDocument/2006/relationships/image" Target="../media/image471.png"/><Relationship Id="rId140" Type="http://schemas.openxmlformats.org/officeDocument/2006/relationships/image" Target="../media/image493.png"/><Relationship Id="rId161" Type="http://schemas.openxmlformats.org/officeDocument/2006/relationships/customXml" Target="../ink/ink481.xml"/><Relationship Id="rId182" Type="http://schemas.openxmlformats.org/officeDocument/2006/relationships/image" Target="../media/image514.png"/><Relationship Id="rId6" Type="http://schemas.openxmlformats.org/officeDocument/2006/relationships/image" Target="../media/image426.png"/><Relationship Id="rId23" Type="http://schemas.openxmlformats.org/officeDocument/2006/relationships/customXml" Target="../ink/ink412.xml"/><Relationship Id="rId119" Type="http://schemas.openxmlformats.org/officeDocument/2006/relationships/customXml" Target="../ink/ink460.xml"/><Relationship Id="rId44" Type="http://schemas.openxmlformats.org/officeDocument/2006/relationships/image" Target="../media/image445.png"/><Relationship Id="rId65" Type="http://schemas.openxmlformats.org/officeDocument/2006/relationships/customXml" Target="../ink/ink433.xml"/><Relationship Id="rId86" Type="http://schemas.openxmlformats.org/officeDocument/2006/relationships/image" Target="../media/image466.png"/><Relationship Id="rId130" Type="http://schemas.openxmlformats.org/officeDocument/2006/relationships/image" Target="../media/image488.png"/><Relationship Id="rId151" Type="http://schemas.openxmlformats.org/officeDocument/2006/relationships/customXml" Target="../ink/ink476.xml"/><Relationship Id="rId172" Type="http://schemas.openxmlformats.org/officeDocument/2006/relationships/image" Target="../media/image509.png"/><Relationship Id="rId193" Type="http://schemas.openxmlformats.org/officeDocument/2006/relationships/customXml" Target="../ink/ink497.xml"/><Relationship Id="rId207" Type="http://schemas.openxmlformats.org/officeDocument/2006/relationships/customXml" Target="../ink/ink504.xml"/><Relationship Id="rId13" Type="http://schemas.openxmlformats.org/officeDocument/2006/relationships/customXml" Target="../ink/ink407.xml"/><Relationship Id="rId109" Type="http://schemas.openxmlformats.org/officeDocument/2006/relationships/customXml" Target="../ink/ink455.xml"/><Relationship Id="rId34" Type="http://schemas.openxmlformats.org/officeDocument/2006/relationships/image" Target="../media/image440.png"/><Relationship Id="rId55" Type="http://schemas.openxmlformats.org/officeDocument/2006/relationships/customXml" Target="../ink/ink428.xml"/><Relationship Id="rId76" Type="http://schemas.openxmlformats.org/officeDocument/2006/relationships/image" Target="../media/image461.png"/><Relationship Id="rId97" Type="http://schemas.openxmlformats.org/officeDocument/2006/relationships/customXml" Target="../ink/ink449.xml"/><Relationship Id="rId120" Type="http://schemas.openxmlformats.org/officeDocument/2006/relationships/image" Target="../media/image483.png"/><Relationship Id="rId141" Type="http://schemas.openxmlformats.org/officeDocument/2006/relationships/customXml" Target="../ink/ink471.xml"/><Relationship Id="rId7" Type="http://schemas.openxmlformats.org/officeDocument/2006/relationships/customXml" Target="../ink/ink404.xml"/><Relationship Id="rId162" Type="http://schemas.openxmlformats.org/officeDocument/2006/relationships/image" Target="../media/image504.png"/><Relationship Id="rId183" Type="http://schemas.openxmlformats.org/officeDocument/2006/relationships/customXml" Target="../ink/ink492.xml"/><Relationship Id="rId24" Type="http://schemas.openxmlformats.org/officeDocument/2006/relationships/image" Target="../media/image435.png"/><Relationship Id="rId45" Type="http://schemas.openxmlformats.org/officeDocument/2006/relationships/customXml" Target="../ink/ink423.xml"/><Relationship Id="rId66" Type="http://schemas.openxmlformats.org/officeDocument/2006/relationships/image" Target="../media/image456.png"/><Relationship Id="rId87" Type="http://schemas.openxmlformats.org/officeDocument/2006/relationships/customXml" Target="../ink/ink444.xml"/><Relationship Id="rId110" Type="http://schemas.openxmlformats.org/officeDocument/2006/relationships/image" Target="../media/image478.png"/><Relationship Id="rId131" Type="http://schemas.openxmlformats.org/officeDocument/2006/relationships/customXml" Target="../ink/ink466.xml"/><Relationship Id="rId152" Type="http://schemas.openxmlformats.org/officeDocument/2006/relationships/image" Target="../media/image499.png"/><Relationship Id="rId173" Type="http://schemas.openxmlformats.org/officeDocument/2006/relationships/customXml" Target="../ink/ink487.xml"/><Relationship Id="rId194" Type="http://schemas.openxmlformats.org/officeDocument/2006/relationships/image" Target="../media/image520.png"/><Relationship Id="rId208" Type="http://schemas.openxmlformats.org/officeDocument/2006/relationships/image" Target="../media/image527.png"/><Relationship Id="rId19" Type="http://schemas.openxmlformats.org/officeDocument/2006/relationships/customXml" Target="../ink/ink410.xml"/><Relationship Id="rId14" Type="http://schemas.openxmlformats.org/officeDocument/2006/relationships/image" Target="../media/image430.png"/><Relationship Id="rId30" Type="http://schemas.openxmlformats.org/officeDocument/2006/relationships/image" Target="../media/image438.png"/><Relationship Id="rId35" Type="http://schemas.openxmlformats.org/officeDocument/2006/relationships/customXml" Target="../ink/ink418.xml"/><Relationship Id="rId56" Type="http://schemas.openxmlformats.org/officeDocument/2006/relationships/image" Target="../media/image451.png"/><Relationship Id="rId77" Type="http://schemas.openxmlformats.org/officeDocument/2006/relationships/customXml" Target="../ink/ink439.xml"/><Relationship Id="rId100" Type="http://schemas.openxmlformats.org/officeDocument/2006/relationships/image" Target="../media/image473.png"/><Relationship Id="rId105" Type="http://schemas.openxmlformats.org/officeDocument/2006/relationships/customXml" Target="../ink/ink453.xml"/><Relationship Id="rId126" Type="http://schemas.openxmlformats.org/officeDocument/2006/relationships/image" Target="../media/image486.png"/><Relationship Id="rId147" Type="http://schemas.openxmlformats.org/officeDocument/2006/relationships/customXml" Target="../ink/ink474.xml"/><Relationship Id="rId168" Type="http://schemas.openxmlformats.org/officeDocument/2006/relationships/image" Target="../media/image507.png"/><Relationship Id="rId8" Type="http://schemas.openxmlformats.org/officeDocument/2006/relationships/image" Target="../media/image427.png"/><Relationship Id="rId51" Type="http://schemas.openxmlformats.org/officeDocument/2006/relationships/customXml" Target="../ink/ink426.xml"/><Relationship Id="rId72" Type="http://schemas.openxmlformats.org/officeDocument/2006/relationships/image" Target="../media/image459.png"/><Relationship Id="rId93" Type="http://schemas.openxmlformats.org/officeDocument/2006/relationships/customXml" Target="../ink/ink447.xml"/><Relationship Id="rId98" Type="http://schemas.openxmlformats.org/officeDocument/2006/relationships/image" Target="../media/image472.png"/><Relationship Id="rId121" Type="http://schemas.openxmlformats.org/officeDocument/2006/relationships/customXml" Target="../ink/ink461.xml"/><Relationship Id="rId142" Type="http://schemas.openxmlformats.org/officeDocument/2006/relationships/image" Target="../media/image494.png"/><Relationship Id="rId163" Type="http://schemas.openxmlformats.org/officeDocument/2006/relationships/customXml" Target="../ink/ink482.xml"/><Relationship Id="rId184" Type="http://schemas.openxmlformats.org/officeDocument/2006/relationships/image" Target="../media/image515.png"/><Relationship Id="rId189" Type="http://schemas.openxmlformats.org/officeDocument/2006/relationships/customXml" Target="../ink/ink495.xml"/><Relationship Id="rId3" Type="http://schemas.openxmlformats.org/officeDocument/2006/relationships/customXml" Target="../ink/ink402.xml"/><Relationship Id="rId214" Type="http://schemas.openxmlformats.org/officeDocument/2006/relationships/image" Target="../media/image530.png"/><Relationship Id="rId25" Type="http://schemas.openxmlformats.org/officeDocument/2006/relationships/customXml" Target="../ink/ink413.xml"/><Relationship Id="rId46" Type="http://schemas.openxmlformats.org/officeDocument/2006/relationships/image" Target="../media/image446.png"/><Relationship Id="rId67" Type="http://schemas.openxmlformats.org/officeDocument/2006/relationships/customXml" Target="../ink/ink434.xml"/><Relationship Id="rId116" Type="http://schemas.openxmlformats.org/officeDocument/2006/relationships/image" Target="../media/image481.png"/><Relationship Id="rId137" Type="http://schemas.openxmlformats.org/officeDocument/2006/relationships/customXml" Target="../ink/ink469.xml"/><Relationship Id="rId158" Type="http://schemas.openxmlformats.org/officeDocument/2006/relationships/image" Target="../media/image502.png"/><Relationship Id="rId20" Type="http://schemas.openxmlformats.org/officeDocument/2006/relationships/image" Target="../media/image433.png"/><Relationship Id="rId41" Type="http://schemas.openxmlformats.org/officeDocument/2006/relationships/customXml" Target="../ink/ink421.xml"/><Relationship Id="rId62" Type="http://schemas.openxmlformats.org/officeDocument/2006/relationships/image" Target="../media/image454.png"/><Relationship Id="rId83" Type="http://schemas.openxmlformats.org/officeDocument/2006/relationships/customXml" Target="../ink/ink442.xml"/><Relationship Id="rId88" Type="http://schemas.openxmlformats.org/officeDocument/2006/relationships/image" Target="../media/image467.png"/><Relationship Id="rId111" Type="http://schemas.openxmlformats.org/officeDocument/2006/relationships/customXml" Target="../ink/ink456.xml"/><Relationship Id="rId132" Type="http://schemas.openxmlformats.org/officeDocument/2006/relationships/image" Target="../media/image489.png"/><Relationship Id="rId153" Type="http://schemas.openxmlformats.org/officeDocument/2006/relationships/customXml" Target="../ink/ink477.xml"/><Relationship Id="rId174" Type="http://schemas.openxmlformats.org/officeDocument/2006/relationships/image" Target="../media/image510.png"/><Relationship Id="rId179" Type="http://schemas.openxmlformats.org/officeDocument/2006/relationships/customXml" Target="../ink/ink490.xml"/><Relationship Id="rId195" Type="http://schemas.openxmlformats.org/officeDocument/2006/relationships/customXml" Target="../ink/ink498.xml"/><Relationship Id="rId209" Type="http://schemas.openxmlformats.org/officeDocument/2006/relationships/customXml" Target="../ink/ink505.xml"/><Relationship Id="rId190" Type="http://schemas.openxmlformats.org/officeDocument/2006/relationships/image" Target="../media/image518.png"/><Relationship Id="rId204" Type="http://schemas.openxmlformats.org/officeDocument/2006/relationships/image" Target="../media/image525.png"/><Relationship Id="rId15" Type="http://schemas.openxmlformats.org/officeDocument/2006/relationships/customXml" Target="../ink/ink408.xml"/><Relationship Id="rId36" Type="http://schemas.openxmlformats.org/officeDocument/2006/relationships/image" Target="../media/image441.png"/><Relationship Id="rId57" Type="http://schemas.openxmlformats.org/officeDocument/2006/relationships/customXml" Target="../ink/ink429.xml"/><Relationship Id="rId106" Type="http://schemas.openxmlformats.org/officeDocument/2006/relationships/image" Target="../media/image476.png"/><Relationship Id="rId127" Type="http://schemas.openxmlformats.org/officeDocument/2006/relationships/customXml" Target="../ink/ink464.xml"/><Relationship Id="rId10" Type="http://schemas.openxmlformats.org/officeDocument/2006/relationships/image" Target="../media/image428.png"/><Relationship Id="rId31" Type="http://schemas.openxmlformats.org/officeDocument/2006/relationships/customXml" Target="../ink/ink416.xml"/><Relationship Id="rId52" Type="http://schemas.openxmlformats.org/officeDocument/2006/relationships/image" Target="../media/image449.png"/><Relationship Id="rId73" Type="http://schemas.openxmlformats.org/officeDocument/2006/relationships/customXml" Target="../ink/ink437.xml"/><Relationship Id="rId78" Type="http://schemas.openxmlformats.org/officeDocument/2006/relationships/image" Target="../media/image462.png"/><Relationship Id="rId94" Type="http://schemas.openxmlformats.org/officeDocument/2006/relationships/image" Target="../media/image470.png"/><Relationship Id="rId99" Type="http://schemas.openxmlformats.org/officeDocument/2006/relationships/customXml" Target="../ink/ink450.xml"/><Relationship Id="rId101" Type="http://schemas.openxmlformats.org/officeDocument/2006/relationships/customXml" Target="../ink/ink451.xml"/><Relationship Id="rId122" Type="http://schemas.openxmlformats.org/officeDocument/2006/relationships/image" Target="../media/image484.png"/><Relationship Id="rId143" Type="http://schemas.openxmlformats.org/officeDocument/2006/relationships/customXml" Target="../ink/ink472.xml"/><Relationship Id="rId148" Type="http://schemas.openxmlformats.org/officeDocument/2006/relationships/image" Target="../media/image497.png"/><Relationship Id="rId164" Type="http://schemas.openxmlformats.org/officeDocument/2006/relationships/image" Target="../media/image505.png"/><Relationship Id="rId169" Type="http://schemas.openxmlformats.org/officeDocument/2006/relationships/customXml" Target="../ink/ink485.xml"/><Relationship Id="rId185" Type="http://schemas.openxmlformats.org/officeDocument/2006/relationships/customXml" Target="../ink/ink493.xml"/><Relationship Id="rId4" Type="http://schemas.openxmlformats.org/officeDocument/2006/relationships/image" Target="../media/image425.png"/><Relationship Id="rId9" Type="http://schemas.openxmlformats.org/officeDocument/2006/relationships/customXml" Target="../ink/ink405.xml"/><Relationship Id="rId180" Type="http://schemas.openxmlformats.org/officeDocument/2006/relationships/image" Target="../media/image513.png"/><Relationship Id="rId210" Type="http://schemas.openxmlformats.org/officeDocument/2006/relationships/image" Target="../media/image528.png"/><Relationship Id="rId215" Type="http://schemas.openxmlformats.org/officeDocument/2006/relationships/customXml" Target="../ink/ink508.xml"/><Relationship Id="rId26" Type="http://schemas.openxmlformats.org/officeDocument/2006/relationships/image" Target="../media/image436.png"/><Relationship Id="rId47" Type="http://schemas.openxmlformats.org/officeDocument/2006/relationships/customXml" Target="../ink/ink424.xml"/><Relationship Id="rId68" Type="http://schemas.openxmlformats.org/officeDocument/2006/relationships/image" Target="../media/image457.png"/><Relationship Id="rId89" Type="http://schemas.openxmlformats.org/officeDocument/2006/relationships/customXml" Target="../ink/ink445.xml"/><Relationship Id="rId112" Type="http://schemas.openxmlformats.org/officeDocument/2006/relationships/image" Target="../media/image479.png"/><Relationship Id="rId133" Type="http://schemas.openxmlformats.org/officeDocument/2006/relationships/customXml" Target="../ink/ink467.xml"/><Relationship Id="rId154" Type="http://schemas.openxmlformats.org/officeDocument/2006/relationships/image" Target="../media/image500.png"/><Relationship Id="rId175" Type="http://schemas.openxmlformats.org/officeDocument/2006/relationships/customXml" Target="../ink/ink488.xml"/><Relationship Id="rId196" Type="http://schemas.openxmlformats.org/officeDocument/2006/relationships/image" Target="../media/image521.png"/><Relationship Id="rId200" Type="http://schemas.openxmlformats.org/officeDocument/2006/relationships/image" Target="../media/image523.png"/><Relationship Id="rId16" Type="http://schemas.openxmlformats.org/officeDocument/2006/relationships/image" Target="../media/image431.png"/><Relationship Id="rId37" Type="http://schemas.openxmlformats.org/officeDocument/2006/relationships/customXml" Target="../ink/ink419.xml"/><Relationship Id="rId58" Type="http://schemas.openxmlformats.org/officeDocument/2006/relationships/image" Target="../media/image452.png"/><Relationship Id="rId79" Type="http://schemas.openxmlformats.org/officeDocument/2006/relationships/customXml" Target="../ink/ink440.xml"/><Relationship Id="rId102" Type="http://schemas.openxmlformats.org/officeDocument/2006/relationships/image" Target="../media/image474.png"/><Relationship Id="rId123" Type="http://schemas.openxmlformats.org/officeDocument/2006/relationships/customXml" Target="../ink/ink462.xml"/><Relationship Id="rId144" Type="http://schemas.openxmlformats.org/officeDocument/2006/relationships/image" Target="../media/image495.png"/><Relationship Id="rId90" Type="http://schemas.openxmlformats.org/officeDocument/2006/relationships/image" Target="../media/image468.png"/><Relationship Id="rId165" Type="http://schemas.openxmlformats.org/officeDocument/2006/relationships/customXml" Target="../ink/ink483.xml"/><Relationship Id="rId186" Type="http://schemas.openxmlformats.org/officeDocument/2006/relationships/image" Target="../media/image516.png"/><Relationship Id="rId211" Type="http://schemas.openxmlformats.org/officeDocument/2006/relationships/customXml" Target="../ink/ink506.xml"/><Relationship Id="rId27" Type="http://schemas.openxmlformats.org/officeDocument/2006/relationships/customXml" Target="../ink/ink414.xml"/><Relationship Id="rId48" Type="http://schemas.openxmlformats.org/officeDocument/2006/relationships/image" Target="../media/image447.png"/><Relationship Id="rId69" Type="http://schemas.openxmlformats.org/officeDocument/2006/relationships/customXml" Target="../ink/ink435.xml"/><Relationship Id="rId113" Type="http://schemas.openxmlformats.org/officeDocument/2006/relationships/customXml" Target="../ink/ink457.xml"/><Relationship Id="rId134" Type="http://schemas.openxmlformats.org/officeDocument/2006/relationships/image" Target="../media/image490.png"/><Relationship Id="rId80" Type="http://schemas.openxmlformats.org/officeDocument/2006/relationships/image" Target="../media/image463.png"/><Relationship Id="rId155" Type="http://schemas.openxmlformats.org/officeDocument/2006/relationships/customXml" Target="../ink/ink478.xml"/><Relationship Id="rId176" Type="http://schemas.openxmlformats.org/officeDocument/2006/relationships/image" Target="../media/image511.png"/><Relationship Id="rId197" Type="http://schemas.openxmlformats.org/officeDocument/2006/relationships/customXml" Target="../ink/ink499.xml"/><Relationship Id="rId201" Type="http://schemas.openxmlformats.org/officeDocument/2006/relationships/customXml" Target="../ink/ink501.xml"/><Relationship Id="rId17" Type="http://schemas.openxmlformats.org/officeDocument/2006/relationships/customXml" Target="../ink/ink409.xml"/><Relationship Id="rId38" Type="http://schemas.openxmlformats.org/officeDocument/2006/relationships/image" Target="../media/image442.png"/><Relationship Id="rId59" Type="http://schemas.openxmlformats.org/officeDocument/2006/relationships/customXml" Target="../ink/ink430.xml"/><Relationship Id="rId103" Type="http://schemas.openxmlformats.org/officeDocument/2006/relationships/customXml" Target="../ink/ink452.xml"/><Relationship Id="rId124" Type="http://schemas.openxmlformats.org/officeDocument/2006/relationships/image" Target="../media/image485.png"/><Relationship Id="rId70" Type="http://schemas.openxmlformats.org/officeDocument/2006/relationships/image" Target="../media/image458.png"/><Relationship Id="rId91" Type="http://schemas.openxmlformats.org/officeDocument/2006/relationships/customXml" Target="../ink/ink446.xml"/><Relationship Id="rId145" Type="http://schemas.openxmlformats.org/officeDocument/2006/relationships/customXml" Target="../ink/ink473.xml"/><Relationship Id="rId166" Type="http://schemas.openxmlformats.org/officeDocument/2006/relationships/image" Target="../media/image506.png"/><Relationship Id="rId187" Type="http://schemas.openxmlformats.org/officeDocument/2006/relationships/customXml" Target="../ink/ink49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529.png"/><Relationship Id="rId28" Type="http://schemas.openxmlformats.org/officeDocument/2006/relationships/image" Target="../media/image437.png"/><Relationship Id="rId49" Type="http://schemas.openxmlformats.org/officeDocument/2006/relationships/customXml" Target="../ink/ink425.xml"/><Relationship Id="rId114" Type="http://schemas.openxmlformats.org/officeDocument/2006/relationships/image" Target="../media/image480.png"/><Relationship Id="rId60" Type="http://schemas.openxmlformats.org/officeDocument/2006/relationships/image" Target="../media/image453.png"/><Relationship Id="rId81" Type="http://schemas.openxmlformats.org/officeDocument/2006/relationships/customXml" Target="../ink/ink441.xml"/><Relationship Id="rId135" Type="http://schemas.openxmlformats.org/officeDocument/2006/relationships/customXml" Target="../ink/ink468.xml"/><Relationship Id="rId156" Type="http://schemas.openxmlformats.org/officeDocument/2006/relationships/image" Target="../media/image501.png"/><Relationship Id="rId177" Type="http://schemas.openxmlformats.org/officeDocument/2006/relationships/customXml" Target="../ink/ink489.xml"/><Relationship Id="rId198" Type="http://schemas.openxmlformats.org/officeDocument/2006/relationships/image" Target="../media/image522.png"/><Relationship Id="rId202" Type="http://schemas.openxmlformats.org/officeDocument/2006/relationships/image" Target="../media/image524.png"/><Relationship Id="rId18" Type="http://schemas.openxmlformats.org/officeDocument/2006/relationships/image" Target="../media/image432.png"/><Relationship Id="rId39" Type="http://schemas.openxmlformats.org/officeDocument/2006/relationships/customXml" Target="../ink/ink420.xml"/><Relationship Id="rId50" Type="http://schemas.openxmlformats.org/officeDocument/2006/relationships/image" Target="../media/image448.png"/><Relationship Id="rId104" Type="http://schemas.openxmlformats.org/officeDocument/2006/relationships/image" Target="../media/image475.png"/><Relationship Id="rId125" Type="http://schemas.openxmlformats.org/officeDocument/2006/relationships/customXml" Target="../ink/ink463.xml"/><Relationship Id="rId146" Type="http://schemas.openxmlformats.org/officeDocument/2006/relationships/image" Target="../media/image496.png"/><Relationship Id="rId167" Type="http://schemas.openxmlformats.org/officeDocument/2006/relationships/customXml" Target="../ink/ink484.xml"/><Relationship Id="rId188" Type="http://schemas.openxmlformats.org/officeDocument/2006/relationships/image" Target="../media/image517.png"/><Relationship Id="rId71" Type="http://schemas.openxmlformats.org/officeDocument/2006/relationships/customXml" Target="../ink/ink436.xml"/><Relationship Id="rId92" Type="http://schemas.openxmlformats.org/officeDocument/2006/relationships/image" Target="../media/image469.png"/><Relationship Id="rId213" Type="http://schemas.openxmlformats.org/officeDocument/2006/relationships/customXml" Target="../ink/ink507.xml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415.xml"/><Relationship Id="rId40" Type="http://schemas.openxmlformats.org/officeDocument/2006/relationships/image" Target="../media/image443.png"/><Relationship Id="rId115" Type="http://schemas.openxmlformats.org/officeDocument/2006/relationships/customXml" Target="../ink/ink458.xml"/><Relationship Id="rId136" Type="http://schemas.openxmlformats.org/officeDocument/2006/relationships/image" Target="../media/image491.png"/><Relationship Id="rId157" Type="http://schemas.openxmlformats.org/officeDocument/2006/relationships/customXml" Target="../ink/ink479.xml"/><Relationship Id="rId178" Type="http://schemas.openxmlformats.org/officeDocument/2006/relationships/image" Target="../media/image512.png"/><Relationship Id="rId61" Type="http://schemas.openxmlformats.org/officeDocument/2006/relationships/customXml" Target="../ink/ink431.xml"/><Relationship Id="rId82" Type="http://schemas.openxmlformats.org/officeDocument/2006/relationships/image" Target="../media/image464.png"/><Relationship Id="rId199" Type="http://schemas.openxmlformats.org/officeDocument/2006/relationships/customXml" Target="../ink/ink500.xml"/><Relationship Id="rId203" Type="http://schemas.openxmlformats.org/officeDocument/2006/relationships/customXml" Target="../ink/ink50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12.xml"/><Relationship Id="rId13" Type="http://schemas.openxmlformats.org/officeDocument/2006/relationships/image" Target="../media/image284.png"/><Relationship Id="rId18" Type="http://schemas.openxmlformats.org/officeDocument/2006/relationships/customXml" Target="../ink/ink517.xml"/><Relationship Id="rId3" Type="http://schemas.openxmlformats.org/officeDocument/2006/relationships/image" Target="../media/image532.png"/><Relationship Id="rId7" Type="http://schemas.openxmlformats.org/officeDocument/2006/relationships/image" Target="../media/image534.png"/><Relationship Id="rId12" Type="http://schemas.openxmlformats.org/officeDocument/2006/relationships/customXml" Target="../ink/ink514.xml"/><Relationship Id="rId17" Type="http://schemas.openxmlformats.org/officeDocument/2006/relationships/image" Target="../media/image286.png"/><Relationship Id="rId2" Type="http://schemas.openxmlformats.org/officeDocument/2006/relationships/customXml" Target="../ink/ink509.xml"/><Relationship Id="rId16" Type="http://schemas.openxmlformats.org/officeDocument/2006/relationships/customXml" Target="../ink/ink5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1.xml"/><Relationship Id="rId11" Type="http://schemas.openxmlformats.org/officeDocument/2006/relationships/image" Target="../media/image536.png"/><Relationship Id="rId5" Type="http://schemas.openxmlformats.org/officeDocument/2006/relationships/image" Target="../media/image533.png"/><Relationship Id="rId15" Type="http://schemas.openxmlformats.org/officeDocument/2006/relationships/image" Target="../media/image285.png"/><Relationship Id="rId10" Type="http://schemas.openxmlformats.org/officeDocument/2006/relationships/customXml" Target="../ink/ink513.xml"/><Relationship Id="rId19" Type="http://schemas.openxmlformats.org/officeDocument/2006/relationships/image" Target="../media/image287.png"/><Relationship Id="rId4" Type="http://schemas.openxmlformats.org/officeDocument/2006/relationships/customXml" Target="../ink/ink510.xml"/><Relationship Id="rId9" Type="http://schemas.openxmlformats.org/officeDocument/2006/relationships/image" Target="../media/image535.png"/><Relationship Id="rId14" Type="http://schemas.openxmlformats.org/officeDocument/2006/relationships/customXml" Target="../ink/ink5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1.xml"/><Relationship Id="rId13" Type="http://schemas.openxmlformats.org/officeDocument/2006/relationships/image" Target="../media/image542.png"/><Relationship Id="rId18" Type="http://schemas.openxmlformats.org/officeDocument/2006/relationships/customXml" Target="../ink/ink526.xml"/><Relationship Id="rId3" Type="http://schemas.openxmlformats.org/officeDocument/2006/relationships/image" Target="../media/image537.png"/><Relationship Id="rId21" Type="http://schemas.openxmlformats.org/officeDocument/2006/relationships/image" Target="../media/image546.png"/><Relationship Id="rId7" Type="http://schemas.openxmlformats.org/officeDocument/2006/relationships/image" Target="../media/image539.png"/><Relationship Id="rId12" Type="http://schemas.openxmlformats.org/officeDocument/2006/relationships/customXml" Target="../ink/ink523.xml"/><Relationship Id="rId17" Type="http://schemas.openxmlformats.org/officeDocument/2006/relationships/image" Target="../media/image544.png"/><Relationship Id="rId2" Type="http://schemas.openxmlformats.org/officeDocument/2006/relationships/customXml" Target="../ink/ink518.xml"/><Relationship Id="rId16" Type="http://schemas.openxmlformats.org/officeDocument/2006/relationships/customXml" Target="../ink/ink525.xml"/><Relationship Id="rId20" Type="http://schemas.openxmlformats.org/officeDocument/2006/relationships/customXml" Target="../ink/ink5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20.xml"/><Relationship Id="rId11" Type="http://schemas.openxmlformats.org/officeDocument/2006/relationships/image" Target="../media/image541.png"/><Relationship Id="rId5" Type="http://schemas.openxmlformats.org/officeDocument/2006/relationships/image" Target="../media/image538.png"/><Relationship Id="rId15" Type="http://schemas.openxmlformats.org/officeDocument/2006/relationships/image" Target="../media/image543.png"/><Relationship Id="rId23" Type="http://schemas.openxmlformats.org/officeDocument/2006/relationships/image" Target="../media/image547.png"/><Relationship Id="rId10" Type="http://schemas.openxmlformats.org/officeDocument/2006/relationships/customXml" Target="../ink/ink522.xml"/><Relationship Id="rId19" Type="http://schemas.openxmlformats.org/officeDocument/2006/relationships/image" Target="../media/image545.png"/><Relationship Id="rId4" Type="http://schemas.openxmlformats.org/officeDocument/2006/relationships/customXml" Target="../ink/ink519.xml"/><Relationship Id="rId9" Type="http://schemas.openxmlformats.org/officeDocument/2006/relationships/image" Target="../media/image540.png"/><Relationship Id="rId14" Type="http://schemas.openxmlformats.org/officeDocument/2006/relationships/customXml" Target="../ink/ink524.xml"/><Relationship Id="rId22" Type="http://schemas.openxmlformats.org/officeDocument/2006/relationships/customXml" Target="../ink/ink528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3.png"/><Relationship Id="rId18" Type="http://schemas.openxmlformats.org/officeDocument/2006/relationships/customXml" Target="../ink/ink537.xml"/><Relationship Id="rId26" Type="http://schemas.openxmlformats.org/officeDocument/2006/relationships/customXml" Target="../ink/ink541.xml"/><Relationship Id="rId39" Type="http://schemas.openxmlformats.org/officeDocument/2006/relationships/image" Target="../media/image566.png"/><Relationship Id="rId21" Type="http://schemas.openxmlformats.org/officeDocument/2006/relationships/image" Target="../media/image557.png"/><Relationship Id="rId34" Type="http://schemas.openxmlformats.org/officeDocument/2006/relationships/customXml" Target="../ink/ink545.xml"/><Relationship Id="rId42" Type="http://schemas.openxmlformats.org/officeDocument/2006/relationships/customXml" Target="../ink/ink549.xml"/><Relationship Id="rId7" Type="http://schemas.openxmlformats.org/officeDocument/2006/relationships/image" Target="../media/image550.png"/><Relationship Id="rId2" Type="http://schemas.openxmlformats.org/officeDocument/2006/relationships/customXml" Target="../ink/ink529.xml"/><Relationship Id="rId16" Type="http://schemas.openxmlformats.org/officeDocument/2006/relationships/customXml" Target="../ink/ink536.xml"/><Relationship Id="rId29" Type="http://schemas.openxmlformats.org/officeDocument/2006/relationships/image" Target="../media/image56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31.xml"/><Relationship Id="rId11" Type="http://schemas.openxmlformats.org/officeDocument/2006/relationships/image" Target="../media/image552.png"/><Relationship Id="rId24" Type="http://schemas.openxmlformats.org/officeDocument/2006/relationships/customXml" Target="../ink/ink540.xml"/><Relationship Id="rId32" Type="http://schemas.openxmlformats.org/officeDocument/2006/relationships/customXml" Target="../ink/ink544.xml"/><Relationship Id="rId37" Type="http://schemas.openxmlformats.org/officeDocument/2006/relationships/image" Target="../media/image565.png"/><Relationship Id="rId40" Type="http://schemas.openxmlformats.org/officeDocument/2006/relationships/customXml" Target="../ink/ink548.xml"/><Relationship Id="rId45" Type="http://schemas.openxmlformats.org/officeDocument/2006/relationships/image" Target="../media/image569.png"/><Relationship Id="rId5" Type="http://schemas.openxmlformats.org/officeDocument/2006/relationships/image" Target="../media/image549.png"/><Relationship Id="rId15" Type="http://schemas.openxmlformats.org/officeDocument/2006/relationships/image" Target="../media/image554.png"/><Relationship Id="rId23" Type="http://schemas.openxmlformats.org/officeDocument/2006/relationships/image" Target="../media/image558.png"/><Relationship Id="rId28" Type="http://schemas.openxmlformats.org/officeDocument/2006/relationships/customXml" Target="../ink/ink542.xml"/><Relationship Id="rId36" Type="http://schemas.openxmlformats.org/officeDocument/2006/relationships/customXml" Target="../ink/ink546.xml"/><Relationship Id="rId10" Type="http://schemas.openxmlformats.org/officeDocument/2006/relationships/customXml" Target="../ink/ink533.xml"/><Relationship Id="rId19" Type="http://schemas.openxmlformats.org/officeDocument/2006/relationships/image" Target="../media/image556.png"/><Relationship Id="rId31" Type="http://schemas.openxmlformats.org/officeDocument/2006/relationships/image" Target="../media/image562.png"/><Relationship Id="rId44" Type="http://schemas.openxmlformats.org/officeDocument/2006/relationships/customXml" Target="../ink/ink550.xml"/><Relationship Id="rId4" Type="http://schemas.openxmlformats.org/officeDocument/2006/relationships/customXml" Target="../ink/ink530.xml"/><Relationship Id="rId9" Type="http://schemas.openxmlformats.org/officeDocument/2006/relationships/image" Target="../media/image551.png"/><Relationship Id="rId14" Type="http://schemas.openxmlformats.org/officeDocument/2006/relationships/customXml" Target="../ink/ink535.xml"/><Relationship Id="rId22" Type="http://schemas.openxmlformats.org/officeDocument/2006/relationships/customXml" Target="../ink/ink539.xml"/><Relationship Id="rId27" Type="http://schemas.openxmlformats.org/officeDocument/2006/relationships/image" Target="../media/image560.png"/><Relationship Id="rId30" Type="http://schemas.openxmlformats.org/officeDocument/2006/relationships/customXml" Target="../ink/ink543.xml"/><Relationship Id="rId35" Type="http://schemas.openxmlformats.org/officeDocument/2006/relationships/image" Target="../media/image564.png"/><Relationship Id="rId43" Type="http://schemas.openxmlformats.org/officeDocument/2006/relationships/image" Target="../media/image568.png"/><Relationship Id="rId8" Type="http://schemas.openxmlformats.org/officeDocument/2006/relationships/customXml" Target="../ink/ink532.xml"/><Relationship Id="rId3" Type="http://schemas.openxmlformats.org/officeDocument/2006/relationships/image" Target="../media/image548.png"/><Relationship Id="rId12" Type="http://schemas.openxmlformats.org/officeDocument/2006/relationships/customXml" Target="../ink/ink534.xml"/><Relationship Id="rId17" Type="http://schemas.openxmlformats.org/officeDocument/2006/relationships/image" Target="../media/image555.png"/><Relationship Id="rId25" Type="http://schemas.openxmlformats.org/officeDocument/2006/relationships/image" Target="../media/image559.png"/><Relationship Id="rId33" Type="http://schemas.openxmlformats.org/officeDocument/2006/relationships/image" Target="../media/image563.png"/><Relationship Id="rId38" Type="http://schemas.openxmlformats.org/officeDocument/2006/relationships/customXml" Target="../ink/ink547.xml"/><Relationship Id="rId20" Type="http://schemas.openxmlformats.org/officeDocument/2006/relationships/customXml" Target="../ink/ink538.xml"/><Relationship Id="rId41" Type="http://schemas.openxmlformats.org/officeDocument/2006/relationships/image" Target="../media/image567.pn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59.xml"/><Relationship Id="rId21" Type="http://schemas.openxmlformats.org/officeDocument/2006/relationships/image" Target="../media/image578.png"/><Relationship Id="rId42" Type="http://schemas.openxmlformats.org/officeDocument/2006/relationships/customXml" Target="../ink/ink567.xml"/><Relationship Id="rId47" Type="http://schemas.openxmlformats.org/officeDocument/2006/relationships/image" Target="../media/image591.png"/><Relationship Id="rId63" Type="http://schemas.openxmlformats.org/officeDocument/2006/relationships/image" Target="../media/image599.png"/><Relationship Id="rId68" Type="http://schemas.openxmlformats.org/officeDocument/2006/relationships/customXml" Target="../ink/ink580.xml"/><Relationship Id="rId16" Type="http://schemas.openxmlformats.org/officeDocument/2006/relationships/customXml" Target="../ink/ink554.xml"/><Relationship Id="rId11" Type="http://schemas.openxmlformats.org/officeDocument/2006/relationships/image" Target="../media/image573.png"/><Relationship Id="rId24" Type="http://schemas.openxmlformats.org/officeDocument/2006/relationships/customXml" Target="../ink/ink558.xml"/><Relationship Id="rId32" Type="http://schemas.openxmlformats.org/officeDocument/2006/relationships/customXml" Target="../ink/ink562.xml"/><Relationship Id="rId37" Type="http://schemas.openxmlformats.org/officeDocument/2006/relationships/image" Target="../media/image586.png"/><Relationship Id="rId40" Type="http://schemas.openxmlformats.org/officeDocument/2006/relationships/customXml" Target="../ink/ink566.xml"/><Relationship Id="rId45" Type="http://schemas.openxmlformats.org/officeDocument/2006/relationships/image" Target="../media/image590.png"/><Relationship Id="rId53" Type="http://schemas.openxmlformats.org/officeDocument/2006/relationships/image" Target="../media/image594.png"/><Relationship Id="rId58" Type="http://schemas.openxmlformats.org/officeDocument/2006/relationships/customXml" Target="../ink/ink575.xml"/><Relationship Id="rId66" Type="http://schemas.openxmlformats.org/officeDocument/2006/relationships/customXml" Target="../ink/ink579.xml"/><Relationship Id="rId74" Type="http://schemas.openxmlformats.org/officeDocument/2006/relationships/customXml" Target="../ink/ink583.xml"/><Relationship Id="rId79" Type="http://schemas.openxmlformats.org/officeDocument/2006/relationships/image" Target="../media/image607.png"/><Relationship Id="rId5" Type="http://schemas.openxmlformats.org/officeDocument/2006/relationships/image" Target="../media/image117.png"/><Relationship Id="rId61" Type="http://schemas.openxmlformats.org/officeDocument/2006/relationships/image" Target="../media/image598.png"/><Relationship Id="rId19" Type="http://schemas.openxmlformats.org/officeDocument/2006/relationships/image" Target="../media/image577.png"/><Relationship Id="rId14" Type="http://schemas.openxmlformats.org/officeDocument/2006/relationships/customXml" Target="../ink/ink553.xml"/><Relationship Id="rId22" Type="http://schemas.openxmlformats.org/officeDocument/2006/relationships/customXml" Target="../ink/ink557.xml"/><Relationship Id="rId27" Type="http://schemas.openxmlformats.org/officeDocument/2006/relationships/image" Target="../media/image581.png"/><Relationship Id="rId30" Type="http://schemas.openxmlformats.org/officeDocument/2006/relationships/customXml" Target="../ink/ink561.xml"/><Relationship Id="rId35" Type="http://schemas.openxmlformats.org/officeDocument/2006/relationships/image" Target="../media/image585.png"/><Relationship Id="rId43" Type="http://schemas.openxmlformats.org/officeDocument/2006/relationships/image" Target="../media/image589.png"/><Relationship Id="rId48" Type="http://schemas.openxmlformats.org/officeDocument/2006/relationships/customXml" Target="../ink/ink570.xml"/><Relationship Id="rId56" Type="http://schemas.openxmlformats.org/officeDocument/2006/relationships/customXml" Target="../ink/ink574.xml"/><Relationship Id="rId64" Type="http://schemas.openxmlformats.org/officeDocument/2006/relationships/customXml" Target="../ink/ink578.xml"/><Relationship Id="rId69" Type="http://schemas.openxmlformats.org/officeDocument/2006/relationships/image" Target="../media/image602.png"/><Relationship Id="rId77" Type="http://schemas.openxmlformats.org/officeDocument/2006/relationships/image" Target="../media/image606.png"/><Relationship Id="rId8" Type="http://schemas.openxmlformats.org/officeDocument/2006/relationships/image" Target="../media/image289.png"/><Relationship Id="rId51" Type="http://schemas.openxmlformats.org/officeDocument/2006/relationships/image" Target="../media/image593.png"/><Relationship Id="rId72" Type="http://schemas.openxmlformats.org/officeDocument/2006/relationships/customXml" Target="../ink/ink582.xml"/><Relationship Id="rId3" Type="http://schemas.openxmlformats.org/officeDocument/2006/relationships/image" Target="../media/image288.png"/><Relationship Id="rId12" Type="http://schemas.openxmlformats.org/officeDocument/2006/relationships/customXml" Target="../ink/ink552.xml"/><Relationship Id="rId17" Type="http://schemas.openxmlformats.org/officeDocument/2006/relationships/image" Target="../media/image576.png"/><Relationship Id="rId25" Type="http://schemas.openxmlformats.org/officeDocument/2006/relationships/image" Target="../media/image580.png"/><Relationship Id="rId33" Type="http://schemas.openxmlformats.org/officeDocument/2006/relationships/image" Target="../media/image584.png"/><Relationship Id="rId38" Type="http://schemas.openxmlformats.org/officeDocument/2006/relationships/customXml" Target="../ink/ink565.xml"/><Relationship Id="rId46" Type="http://schemas.openxmlformats.org/officeDocument/2006/relationships/customXml" Target="../ink/ink569.xml"/><Relationship Id="rId59" Type="http://schemas.openxmlformats.org/officeDocument/2006/relationships/image" Target="../media/image597.png"/><Relationship Id="rId67" Type="http://schemas.openxmlformats.org/officeDocument/2006/relationships/image" Target="../media/image601.png"/><Relationship Id="rId20" Type="http://schemas.openxmlformats.org/officeDocument/2006/relationships/customXml" Target="../ink/ink556.xml"/><Relationship Id="rId41" Type="http://schemas.openxmlformats.org/officeDocument/2006/relationships/image" Target="../media/image588.png"/><Relationship Id="rId54" Type="http://schemas.openxmlformats.org/officeDocument/2006/relationships/customXml" Target="../ink/ink573.xml"/><Relationship Id="rId62" Type="http://schemas.openxmlformats.org/officeDocument/2006/relationships/customXml" Target="../ink/ink577.xml"/><Relationship Id="rId70" Type="http://schemas.openxmlformats.org/officeDocument/2006/relationships/customXml" Target="../ink/ink581.xml"/><Relationship Id="rId75" Type="http://schemas.openxmlformats.org/officeDocument/2006/relationships/image" Target="../media/image6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5" Type="http://schemas.openxmlformats.org/officeDocument/2006/relationships/image" Target="../media/image575.png"/><Relationship Id="rId23" Type="http://schemas.openxmlformats.org/officeDocument/2006/relationships/image" Target="../media/image579.png"/><Relationship Id="rId28" Type="http://schemas.openxmlformats.org/officeDocument/2006/relationships/customXml" Target="../ink/ink560.xml"/><Relationship Id="rId36" Type="http://schemas.openxmlformats.org/officeDocument/2006/relationships/customXml" Target="../ink/ink564.xml"/><Relationship Id="rId49" Type="http://schemas.openxmlformats.org/officeDocument/2006/relationships/image" Target="../media/image592.png"/><Relationship Id="rId57" Type="http://schemas.openxmlformats.org/officeDocument/2006/relationships/image" Target="../media/image596.png"/><Relationship Id="rId10" Type="http://schemas.openxmlformats.org/officeDocument/2006/relationships/customXml" Target="../ink/ink551.xml"/><Relationship Id="rId31" Type="http://schemas.openxmlformats.org/officeDocument/2006/relationships/image" Target="../media/image583.png"/><Relationship Id="rId44" Type="http://schemas.openxmlformats.org/officeDocument/2006/relationships/customXml" Target="../ink/ink568.xml"/><Relationship Id="rId52" Type="http://schemas.openxmlformats.org/officeDocument/2006/relationships/customXml" Target="../ink/ink572.xml"/><Relationship Id="rId60" Type="http://schemas.openxmlformats.org/officeDocument/2006/relationships/customXml" Target="../ink/ink576.xml"/><Relationship Id="rId65" Type="http://schemas.openxmlformats.org/officeDocument/2006/relationships/image" Target="../media/image600.png"/><Relationship Id="rId73" Type="http://schemas.openxmlformats.org/officeDocument/2006/relationships/image" Target="../media/image604.png"/><Relationship Id="rId78" Type="http://schemas.openxmlformats.org/officeDocument/2006/relationships/customXml" Target="../ink/ink585.xml"/><Relationship Id="rId4" Type="http://schemas.openxmlformats.org/officeDocument/2006/relationships/image" Target="../media/image78.png"/><Relationship Id="rId9" Type="http://schemas.openxmlformats.org/officeDocument/2006/relationships/image" Target="../media/image570.png"/><Relationship Id="rId13" Type="http://schemas.openxmlformats.org/officeDocument/2006/relationships/image" Target="../media/image574.png"/><Relationship Id="rId18" Type="http://schemas.openxmlformats.org/officeDocument/2006/relationships/customXml" Target="../ink/ink555.xml"/><Relationship Id="rId39" Type="http://schemas.openxmlformats.org/officeDocument/2006/relationships/image" Target="../media/image587.png"/><Relationship Id="rId34" Type="http://schemas.openxmlformats.org/officeDocument/2006/relationships/customXml" Target="../ink/ink563.xml"/><Relationship Id="rId50" Type="http://schemas.openxmlformats.org/officeDocument/2006/relationships/customXml" Target="../ink/ink571.xml"/><Relationship Id="rId55" Type="http://schemas.openxmlformats.org/officeDocument/2006/relationships/image" Target="../media/image595.png"/><Relationship Id="rId76" Type="http://schemas.openxmlformats.org/officeDocument/2006/relationships/customXml" Target="../ink/ink584.xml"/><Relationship Id="rId7" Type="http://schemas.openxmlformats.org/officeDocument/2006/relationships/image" Target="../media/image119.png"/><Relationship Id="rId71" Type="http://schemas.openxmlformats.org/officeDocument/2006/relationships/image" Target="../media/image603.png"/><Relationship Id="rId2" Type="http://schemas.openxmlformats.org/officeDocument/2006/relationships/image" Target="../media/image98.png"/><Relationship Id="rId29" Type="http://schemas.openxmlformats.org/officeDocument/2006/relationships/image" Target="../media/image58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288.png"/><Relationship Id="rId7" Type="http://schemas.openxmlformats.org/officeDocument/2006/relationships/image" Target="../media/image28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86.xml"/><Relationship Id="rId13" Type="http://schemas.openxmlformats.org/officeDocument/2006/relationships/image" Target="../media/image610.png"/><Relationship Id="rId18" Type="http://schemas.openxmlformats.org/officeDocument/2006/relationships/customXml" Target="../ink/ink591.xml"/><Relationship Id="rId26" Type="http://schemas.openxmlformats.org/officeDocument/2006/relationships/customXml" Target="../ink/ink595.xml"/><Relationship Id="rId3" Type="http://schemas.openxmlformats.org/officeDocument/2006/relationships/image" Target="../media/image98.png"/><Relationship Id="rId21" Type="http://schemas.openxmlformats.org/officeDocument/2006/relationships/image" Target="../media/image614.png"/><Relationship Id="rId7" Type="http://schemas.openxmlformats.org/officeDocument/2006/relationships/image" Target="../media/image570.png"/><Relationship Id="rId12" Type="http://schemas.openxmlformats.org/officeDocument/2006/relationships/customXml" Target="../ink/ink588.xml"/><Relationship Id="rId17" Type="http://schemas.openxmlformats.org/officeDocument/2006/relationships/image" Target="../media/image612.png"/><Relationship Id="rId25" Type="http://schemas.openxmlformats.org/officeDocument/2006/relationships/image" Target="../media/image616.png"/><Relationship Id="rId2" Type="http://schemas.openxmlformats.org/officeDocument/2006/relationships/image" Target="../media/image119.png"/><Relationship Id="rId16" Type="http://schemas.openxmlformats.org/officeDocument/2006/relationships/customXml" Target="../ink/ink590.xml"/><Relationship Id="rId20" Type="http://schemas.openxmlformats.org/officeDocument/2006/relationships/customXml" Target="../ink/ink592.xml"/><Relationship Id="rId29" Type="http://schemas.openxmlformats.org/officeDocument/2006/relationships/image" Target="../media/image6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609.png"/><Relationship Id="rId24" Type="http://schemas.openxmlformats.org/officeDocument/2006/relationships/customXml" Target="../ink/ink594.xml"/><Relationship Id="rId5" Type="http://schemas.openxmlformats.org/officeDocument/2006/relationships/image" Target="../media/image117.png"/><Relationship Id="rId15" Type="http://schemas.openxmlformats.org/officeDocument/2006/relationships/image" Target="../media/image611.png"/><Relationship Id="rId23" Type="http://schemas.openxmlformats.org/officeDocument/2006/relationships/image" Target="../media/image615.png"/><Relationship Id="rId28" Type="http://schemas.openxmlformats.org/officeDocument/2006/relationships/customXml" Target="../ink/ink596.xml"/><Relationship Id="rId10" Type="http://schemas.openxmlformats.org/officeDocument/2006/relationships/customXml" Target="../ink/ink587.xml"/><Relationship Id="rId19" Type="http://schemas.openxmlformats.org/officeDocument/2006/relationships/image" Target="../media/image613.png"/><Relationship Id="rId31" Type="http://schemas.openxmlformats.org/officeDocument/2006/relationships/image" Target="../media/image619.png"/><Relationship Id="rId4" Type="http://schemas.openxmlformats.org/officeDocument/2006/relationships/image" Target="../media/image78.png"/><Relationship Id="rId9" Type="http://schemas.openxmlformats.org/officeDocument/2006/relationships/image" Target="../media/image608.png"/><Relationship Id="rId14" Type="http://schemas.openxmlformats.org/officeDocument/2006/relationships/customXml" Target="../ink/ink589.xml"/><Relationship Id="rId22" Type="http://schemas.openxmlformats.org/officeDocument/2006/relationships/customXml" Target="../ink/ink593.xml"/><Relationship Id="rId27" Type="http://schemas.openxmlformats.org/officeDocument/2006/relationships/image" Target="../media/image617.png"/><Relationship Id="rId30" Type="http://schemas.openxmlformats.org/officeDocument/2006/relationships/customXml" Target="../ink/ink59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01.xml"/><Relationship Id="rId13" Type="http://schemas.openxmlformats.org/officeDocument/2006/relationships/image" Target="../media/image625.png"/><Relationship Id="rId18" Type="http://schemas.openxmlformats.org/officeDocument/2006/relationships/customXml" Target="../ink/ink606.xml"/><Relationship Id="rId26" Type="http://schemas.openxmlformats.org/officeDocument/2006/relationships/customXml" Target="../ink/ink610.xml"/><Relationship Id="rId3" Type="http://schemas.openxmlformats.org/officeDocument/2006/relationships/image" Target="../media/image620.png"/><Relationship Id="rId21" Type="http://schemas.openxmlformats.org/officeDocument/2006/relationships/image" Target="../media/image629.png"/><Relationship Id="rId7" Type="http://schemas.openxmlformats.org/officeDocument/2006/relationships/image" Target="../media/image622.png"/><Relationship Id="rId12" Type="http://schemas.openxmlformats.org/officeDocument/2006/relationships/customXml" Target="../ink/ink603.xml"/><Relationship Id="rId17" Type="http://schemas.openxmlformats.org/officeDocument/2006/relationships/image" Target="../media/image627.png"/><Relationship Id="rId25" Type="http://schemas.openxmlformats.org/officeDocument/2006/relationships/image" Target="../media/image631.png"/><Relationship Id="rId2" Type="http://schemas.openxmlformats.org/officeDocument/2006/relationships/customXml" Target="../ink/ink598.xml"/><Relationship Id="rId16" Type="http://schemas.openxmlformats.org/officeDocument/2006/relationships/customXml" Target="../ink/ink605.xml"/><Relationship Id="rId20" Type="http://schemas.openxmlformats.org/officeDocument/2006/relationships/customXml" Target="../ink/ink607.xml"/><Relationship Id="rId29" Type="http://schemas.openxmlformats.org/officeDocument/2006/relationships/image" Target="../media/image63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0.xml"/><Relationship Id="rId11" Type="http://schemas.openxmlformats.org/officeDocument/2006/relationships/image" Target="../media/image624.png"/><Relationship Id="rId24" Type="http://schemas.openxmlformats.org/officeDocument/2006/relationships/customXml" Target="../ink/ink609.xml"/><Relationship Id="rId5" Type="http://schemas.openxmlformats.org/officeDocument/2006/relationships/image" Target="../media/image621.png"/><Relationship Id="rId15" Type="http://schemas.openxmlformats.org/officeDocument/2006/relationships/image" Target="../media/image626.png"/><Relationship Id="rId23" Type="http://schemas.openxmlformats.org/officeDocument/2006/relationships/image" Target="../media/image630.png"/><Relationship Id="rId28" Type="http://schemas.openxmlformats.org/officeDocument/2006/relationships/customXml" Target="../ink/ink611.xml"/><Relationship Id="rId10" Type="http://schemas.openxmlformats.org/officeDocument/2006/relationships/customXml" Target="../ink/ink602.xml"/><Relationship Id="rId19" Type="http://schemas.openxmlformats.org/officeDocument/2006/relationships/image" Target="../media/image628.png"/><Relationship Id="rId4" Type="http://schemas.openxmlformats.org/officeDocument/2006/relationships/customXml" Target="../ink/ink599.xml"/><Relationship Id="rId9" Type="http://schemas.openxmlformats.org/officeDocument/2006/relationships/image" Target="../media/image623.png"/><Relationship Id="rId14" Type="http://schemas.openxmlformats.org/officeDocument/2006/relationships/customXml" Target="../ink/ink604.xml"/><Relationship Id="rId22" Type="http://schemas.openxmlformats.org/officeDocument/2006/relationships/customXml" Target="../ink/ink608.xml"/><Relationship Id="rId27" Type="http://schemas.openxmlformats.org/officeDocument/2006/relationships/image" Target="../media/image632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91.png"/><Relationship Id="rId21" Type="http://schemas.openxmlformats.org/officeDocument/2006/relationships/image" Target="../media/image643.png"/><Relationship Id="rId42" Type="http://schemas.openxmlformats.org/officeDocument/2006/relationships/customXml" Target="../ink/ink632.xml"/><Relationship Id="rId63" Type="http://schemas.openxmlformats.org/officeDocument/2006/relationships/image" Target="../media/image664.png"/><Relationship Id="rId84" Type="http://schemas.openxmlformats.org/officeDocument/2006/relationships/customXml" Target="../ink/ink653.xml"/><Relationship Id="rId138" Type="http://schemas.openxmlformats.org/officeDocument/2006/relationships/customXml" Target="../ink/ink680.xml"/><Relationship Id="rId107" Type="http://schemas.openxmlformats.org/officeDocument/2006/relationships/image" Target="../media/image686.png"/><Relationship Id="rId11" Type="http://schemas.openxmlformats.org/officeDocument/2006/relationships/image" Target="../media/image638.png"/><Relationship Id="rId32" Type="http://schemas.openxmlformats.org/officeDocument/2006/relationships/customXml" Target="../ink/ink627.xml"/><Relationship Id="rId53" Type="http://schemas.openxmlformats.org/officeDocument/2006/relationships/image" Target="../media/image659.png"/><Relationship Id="rId74" Type="http://schemas.openxmlformats.org/officeDocument/2006/relationships/customXml" Target="../ink/ink648.xml"/><Relationship Id="rId128" Type="http://schemas.openxmlformats.org/officeDocument/2006/relationships/customXml" Target="../ink/ink675.xml"/><Relationship Id="rId149" Type="http://schemas.openxmlformats.org/officeDocument/2006/relationships/image" Target="../media/image707.png"/><Relationship Id="rId5" Type="http://schemas.openxmlformats.org/officeDocument/2006/relationships/image" Target="../media/image635.png"/><Relationship Id="rId95" Type="http://schemas.openxmlformats.org/officeDocument/2006/relationships/image" Target="../media/image680.png"/><Relationship Id="rId22" Type="http://schemas.openxmlformats.org/officeDocument/2006/relationships/customXml" Target="../ink/ink622.xml"/><Relationship Id="rId27" Type="http://schemas.openxmlformats.org/officeDocument/2006/relationships/image" Target="../media/image646.png"/><Relationship Id="rId43" Type="http://schemas.openxmlformats.org/officeDocument/2006/relationships/image" Target="../media/image654.png"/><Relationship Id="rId48" Type="http://schemas.openxmlformats.org/officeDocument/2006/relationships/customXml" Target="../ink/ink635.xml"/><Relationship Id="rId64" Type="http://schemas.openxmlformats.org/officeDocument/2006/relationships/customXml" Target="../ink/ink643.xml"/><Relationship Id="rId69" Type="http://schemas.openxmlformats.org/officeDocument/2006/relationships/image" Target="../media/image667.png"/><Relationship Id="rId113" Type="http://schemas.openxmlformats.org/officeDocument/2006/relationships/image" Target="../media/image689.png"/><Relationship Id="rId118" Type="http://schemas.openxmlformats.org/officeDocument/2006/relationships/customXml" Target="../ink/ink670.xml"/><Relationship Id="rId134" Type="http://schemas.openxmlformats.org/officeDocument/2006/relationships/customXml" Target="../ink/ink678.xml"/><Relationship Id="rId139" Type="http://schemas.openxmlformats.org/officeDocument/2006/relationships/image" Target="../media/image702.png"/><Relationship Id="rId80" Type="http://schemas.openxmlformats.org/officeDocument/2006/relationships/customXml" Target="../ink/ink651.xml"/><Relationship Id="rId85" Type="http://schemas.openxmlformats.org/officeDocument/2006/relationships/image" Target="../media/image675.png"/><Relationship Id="rId150" Type="http://schemas.openxmlformats.org/officeDocument/2006/relationships/customXml" Target="../ink/ink686.xml"/><Relationship Id="rId155" Type="http://schemas.openxmlformats.org/officeDocument/2006/relationships/image" Target="../media/image710.png"/><Relationship Id="rId12" Type="http://schemas.openxmlformats.org/officeDocument/2006/relationships/customXml" Target="../ink/ink617.xml"/><Relationship Id="rId17" Type="http://schemas.openxmlformats.org/officeDocument/2006/relationships/image" Target="../media/image641.png"/><Relationship Id="rId33" Type="http://schemas.openxmlformats.org/officeDocument/2006/relationships/image" Target="../media/image649.png"/><Relationship Id="rId38" Type="http://schemas.openxmlformats.org/officeDocument/2006/relationships/customXml" Target="../ink/ink630.xml"/><Relationship Id="rId59" Type="http://schemas.openxmlformats.org/officeDocument/2006/relationships/image" Target="../media/image662.png"/><Relationship Id="rId103" Type="http://schemas.openxmlformats.org/officeDocument/2006/relationships/image" Target="../media/image684.png"/><Relationship Id="rId108" Type="http://schemas.openxmlformats.org/officeDocument/2006/relationships/customXml" Target="../ink/ink665.xml"/><Relationship Id="rId124" Type="http://schemas.openxmlformats.org/officeDocument/2006/relationships/customXml" Target="../ink/ink673.xml"/><Relationship Id="rId129" Type="http://schemas.openxmlformats.org/officeDocument/2006/relationships/image" Target="../media/image697.png"/><Relationship Id="rId54" Type="http://schemas.openxmlformats.org/officeDocument/2006/relationships/customXml" Target="../ink/ink638.xml"/><Relationship Id="rId70" Type="http://schemas.openxmlformats.org/officeDocument/2006/relationships/customXml" Target="../ink/ink646.xml"/><Relationship Id="rId75" Type="http://schemas.openxmlformats.org/officeDocument/2006/relationships/image" Target="../media/image670.png"/><Relationship Id="rId91" Type="http://schemas.openxmlformats.org/officeDocument/2006/relationships/image" Target="../media/image678.png"/><Relationship Id="rId96" Type="http://schemas.openxmlformats.org/officeDocument/2006/relationships/customXml" Target="../ink/ink659.xml"/><Relationship Id="rId140" Type="http://schemas.openxmlformats.org/officeDocument/2006/relationships/customXml" Target="../ink/ink681.xml"/><Relationship Id="rId145" Type="http://schemas.openxmlformats.org/officeDocument/2006/relationships/image" Target="../media/image70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4.xml"/><Relationship Id="rId23" Type="http://schemas.openxmlformats.org/officeDocument/2006/relationships/image" Target="../media/image644.png"/><Relationship Id="rId28" Type="http://schemas.openxmlformats.org/officeDocument/2006/relationships/customXml" Target="../ink/ink625.xml"/><Relationship Id="rId49" Type="http://schemas.openxmlformats.org/officeDocument/2006/relationships/image" Target="../media/image657.png"/><Relationship Id="rId114" Type="http://schemas.openxmlformats.org/officeDocument/2006/relationships/customXml" Target="../ink/ink668.xml"/><Relationship Id="rId119" Type="http://schemas.openxmlformats.org/officeDocument/2006/relationships/image" Target="../media/image692.png"/><Relationship Id="rId44" Type="http://schemas.openxmlformats.org/officeDocument/2006/relationships/customXml" Target="../ink/ink633.xml"/><Relationship Id="rId60" Type="http://schemas.openxmlformats.org/officeDocument/2006/relationships/customXml" Target="../ink/ink641.xml"/><Relationship Id="rId65" Type="http://schemas.openxmlformats.org/officeDocument/2006/relationships/image" Target="../media/image665.png"/><Relationship Id="rId81" Type="http://schemas.openxmlformats.org/officeDocument/2006/relationships/image" Target="../media/image673.png"/><Relationship Id="rId86" Type="http://schemas.openxmlformats.org/officeDocument/2006/relationships/customXml" Target="../ink/ink654.xml"/><Relationship Id="rId130" Type="http://schemas.openxmlformats.org/officeDocument/2006/relationships/customXml" Target="../ink/ink676.xml"/><Relationship Id="rId135" Type="http://schemas.openxmlformats.org/officeDocument/2006/relationships/image" Target="../media/image700.png"/><Relationship Id="rId151" Type="http://schemas.openxmlformats.org/officeDocument/2006/relationships/image" Target="../media/image708.png"/><Relationship Id="rId13" Type="http://schemas.openxmlformats.org/officeDocument/2006/relationships/image" Target="../media/image639.png"/><Relationship Id="rId18" Type="http://schemas.openxmlformats.org/officeDocument/2006/relationships/customXml" Target="../ink/ink620.xml"/><Relationship Id="rId39" Type="http://schemas.openxmlformats.org/officeDocument/2006/relationships/image" Target="../media/image652.png"/><Relationship Id="rId109" Type="http://schemas.openxmlformats.org/officeDocument/2006/relationships/image" Target="../media/image687.png"/><Relationship Id="rId34" Type="http://schemas.openxmlformats.org/officeDocument/2006/relationships/customXml" Target="../ink/ink628.xml"/><Relationship Id="rId50" Type="http://schemas.openxmlformats.org/officeDocument/2006/relationships/customXml" Target="../ink/ink636.xml"/><Relationship Id="rId55" Type="http://schemas.openxmlformats.org/officeDocument/2006/relationships/image" Target="../media/image660.png"/><Relationship Id="rId76" Type="http://schemas.openxmlformats.org/officeDocument/2006/relationships/customXml" Target="../ink/ink649.xml"/><Relationship Id="rId97" Type="http://schemas.openxmlformats.org/officeDocument/2006/relationships/image" Target="../media/image681.png"/><Relationship Id="rId104" Type="http://schemas.openxmlformats.org/officeDocument/2006/relationships/customXml" Target="../ink/ink663.xml"/><Relationship Id="rId120" Type="http://schemas.openxmlformats.org/officeDocument/2006/relationships/customXml" Target="../ink/ink671.xml"/><Relationship Id="rId125" Type="http://schemas.openxmlformats.org/officeDocument/2006/relationships/image" Target="../media/image695.png"/><Relationship Id="rId141" Type="http://schemas.openxmlformats.org/officeDocument/2006/relationships/image" Target="../media/image703.png"/><Relationship Id="rId146" Type="http://schemas.openxmlformats.org/officeDocument/2006/relationships/customXml" Target="../ink/ink684.xml"/><Relationship Id="rId7" Type="http://schemas.openxmlformats.org/officeDocument/2006/relationships/image" Target="../media/image636.png"/><Relationship Id="rId71" Type="http://schemas.openxmlformats.org/officeDocument/2006/relationships/image" Target="../media/image668.png"/><Relationship Id="rId92" Type="http://schemas.openxmlformats.org/officeDocument/2006/relationships/customXml" Target="../ink/ink657.xml"/><Relationship Id="rId2" Type="http://schemas.openxmlformats.org/officeDocument/2006/relationships/customXml" Target="../ink/ink612.xml"/><Relationship Id="rId29" Type="http://schemas.openxmlformats.org/officeDocument/2006/relationships/image" Target="../media/image647.png"/><Relationship Id="rId24" Type="http://schemas.openxmlformats.org/officeDocument/2006/relationships/customXml" Target="../ink/ink623.xml"/><Relationship Id="rId40" Type="http://schemas.openxmlformats.org/officeDocument/2006/relationships/customXml" Target="../ink/ink631.xml"/><Relationship Id="rId45" Type="http://schemas.openxmlformats.org/officeDocument/2006/relationships/image" Target="../media/image655.png"/><Relationship Id="rId66" Type="http://schemas.openxmlformats.org/officeDocument/2006/relationships/customXml" Target="../ink/ink644.xml"/><Relationship Id="rId87" Type="http://schemas.openxmlformats.org/officeDocument/2006/relationships/image" Target="../media/image676.png"/><Relationship Id="rId110" Type="http://schemas.openxmlformats.org/officeDocument/2006/relationships/customXml" Target="../ink/ink666.xml"/><Relationship Id="rId115" Type="http://schemas.openxmlformats.org/officeDocument/2006/relationships/image" Target="../media/image690.png"/><Relationship Id="rId131" Type="http://schemas.openxmlformats.org/officeDocument/2006/relationships/image" Target="../media/image698.png"/><Relationship Id="rId136" Type="http://schemas.openxmlformats.org/officeDocument/2006/relationships/customXml" Target="../ink/ink679.xml"/><Relationship Id="rId61" Type="http://schemas.openxmlformats.org/officeDocument/2006/relationships/image" Target="../media/image663.png"/><Relationship Id="rId82" Type="http://schemas.openxmlformats.org/officeDocument/2006/relationships/customXml" Target="../ink/ink652.xml"/><Relationship Id="rId152" Type="http://schemas.openxmlformats.org/officeDocument/2006/relationships/customXml" Target="../ink/ink687.xml"/><Relationship Id="rId19" Type="http://schemas.openxmlformats.org/officeDocument/2006/relationships/image" Target="../media/image642.png"/><Relationship Id="rId14" Type="http://schemas.openxmlformats.org/officeDocument/2006/relationships/customXml" Target="../ink/ink618.xml"/><Relationship Id="rId30" Type="http://schemas.openxmlformats.org/officeDocument/2006/relationships/customXml" Target="../ink/ink626.xml"/><Relationship Id="rId35" Type="http://schemas.openxmlformats.org/officeDocument/2006/relationships/image" Target="../media/image650.png"/><Relationship Id="rId56" Type="http://schemas.openxmlformats.org/officeDocument/2006/relationships/customXml" Target="../ink/ink639.xml"/><Relationship Id="rId77" Type="http://schemas.openxmlformats.org/officeDocument/2006/relationships/image" Target="../media/image671.png"/><Relationship Id="rId100" Type="http://schemas.openxmlformats.org/officeDocument/2006/relationships/customXml" Target="../ink/ink661.xml"/><Relationship Id="rId105" Type="http://schemas.openxmlformats.org/officeDocument/2006/relationships/image" Target="../media/image685.png"/><Relationship Id="rId126" Type="http://schemas.openxmlformats.org/officeDocument/2006/relationships/customXml" Target="../ink/ink674.xml"/><Relationship Id="rId147" Type="http://schemas.openxmlformats.org/officeDocument/2006/relationships/image" Target="../media/image706.png"/><Relationship Id="rId8" Type="http://schemas.openxmlformats.org/officeDocument/2006/relationships/customXml" Target="../ink/ink615.xml"/><Relationship Id="rId51" Type="http://schemas.openxmlformats.org/officeDocument/2006/relationships/image" Target="../media/image658.png"/><Relationship Id="rId72" Type="http://schemas.openxmlformats.org/officeDocument/2006/relationships/customXml" Target="../ink/ink647.xml"/><Relationship Id="rId93" Type="http://schemas.openxmlformats.org/officeDocument/2006/relationships/image" Target="../media/image679.png"/><Relationship Id="rId98" Type="http://schemas.openxmlformats.org/officeDocument/2006/relationships/customXml" Target="../ink/ink660.xml"/><Relationship Id="rId121" Type="http://schemas.openxmlformats.org/officeDocument/2006/relationships/image" Target="../media/image693.png"/><Relationship Id="rId142" Type="http://schemas.openxmlformats.org/officeDocument/2006/relationships/customXml" Target="../ink/ink682.xml"/><Relationship Id="rId3" Type="http://schemas.openxmlformats.org/officeDocument/2006/relationships/image" Target="../media/image634.png"/><Relationship Id="rId25" Type="http://schemas.openxmlformats.org/officeDocument/2006/relationships/image" Target="../media/image645.png"/><Relationship Id="rId46" Type="http://schemas.openxmlformats.org/officeDocument/2006/relationships/customXml" Target="../ink/ink634.xml"/><Relationship Id="rId67" Type="http://schemas.openxmlformats.org/officeDocument/2006/relationships/image" Target="../media/image666.png"/><Relationship Id="rId116" Type="http://schemas.openxmlformats.org/officeDocument/2006/relationships/customXml" Target="../ink/ink669.xml"/><Relationship Id="rId137" Type="http://schemas.openxmlformats.org/officeDocument/2006/relationships/image" Target="../media/image701.png"/><Relationship Id="rId20" Type="http://schemas.openxmlformats.org/officeDocument/2006/relationships/customXml" Target="../ink/ink621.xml"/><Relationship Id="rId41" Type="http://schemas.openxmlformats.org/officeDocument/2006/relationships/image" Target="../media/image653.png"/><Relationship Id="rId62" Type="http://schemas.openxmlformats.org/officeDocument/2006/relationships/customXml" Target="../ink/ink642.xml"/><Relationship Id="rId83" Type="http://schemas.openxmlformats.org/officeDocument/2006/relationships/image" Target="../media/image674.png"/><Relationship Id="rId88" Type="http://schemas.openxmlformats.org/officeDocument/2006/relationships/customXml" Target="../ink/ink655.xml"/><Relationship Id="rId111" Type="http://schemas.openxmlformats.org/officeDocument/2006/relationships/image" Target="../media/image688.png"/><Relationship Id="rId132" Type="http://schemas.openxmlformats.org/officeDocument/2006/relationships/customXml" Target="../ink/ink677.xml"/><Relationship Id="rId153" Type="http://schemas.openxmlformats.org/officeDocument/2006/relationships/image" Target="../media/image709.png"/><Relationship Id="rId15" Type="http://schemas.openxmlformats.org/officeDocument/2006/relationships/image" Target="../media/image640.png"/><Relationship Id="rId36" Type="http://schemas.openxmlformats.org/officeDocument/2006/relationships/customXml" Target="../ink/ink629.xml"/><Relationship Id="rId57" Type="http://schemas.openxmlformats.org/officeDocument/2006/relationships/image" Target="../media/image661.png"/><Relationship Id="rId106" Type="http://schemas.openxmlformats.org/officeDocument/2006/relationships/customXml" Target="../ink/ink664.xml"/><Relationship Id="rId127" Type="http://schemas.openxmlformats.org/officeDocument/2006/relationships/image" Target="../media/image696.png"/><Relationship Id="rId10" Type="http://schemas.openxmlformats.org/officeDocument/2006/relationships/customXml" Target="../ink/ink616.xml"/><Relationship Id="rId31" Type="http://schemas.openxmlformats.org/officeDocument/2006/relationships/image" Target="../media/image648.png"/><Relationship Id="rId52" Type="http://schemas.openxmlformats.org/officeDocument/2006/relationships/customXml" Target="../ink/ink637.xml"/><Relationship Id="rId73" Type="http://schemas.openxmlformats.org/officeDocument/2006/relationships/image" Target="../media/image669.png"/><Relationship Id="rId78" Type="http://schemas.openxmlformats.org/officeDocument/2006/relationships/customXml" Target="../ink/ink650.xml"/><Relationship Id="rId94" Type="http://schemas.openxmlformats.org/officeDocument/2006/relationships/customXml" Target="../ink/ink658.xml"/><Relationship Id="rId99" Type="http://schemas.openxmlformats.org/officeDocument/2006/relationships/image" Target="../media/image682.png"/><Relationship Id="rId101" Type="http://schemas.openxmlformats.org/officeDocument/2006/relationships/image" Target="../media/image683.png"/><Relationship Id="rId122" Type="http://schemas.openxmlformats.org/officeDocument/2006/relationships/customXml" Target="../ink/ink672.xml"/><Relationship Id="rId143" Type="http://schemas.openxmlformats.org/officeDocument/2006/relationships/image" Target="../media/image704.png"/><Relationship Id="rId148" Type="http://schemas.openxmlformats.org/officeDocument/2006/relationships/customXml" Target="../ink/ink685.xml"/><Relationship Id="rId4" Type="http://schemas.openxmlformats.org/officeDocument/2006/relationships/customXml" Target="../ink/ink613.xml"/><Relationship Id="rId9" Type="http://schemas.openxmlformats.org/officeDocument/2006/relationships/image" Target="../media/image637.png"/><Relationship Id="rId26" Type="http://schemas.openxmlformats.org/officeDocument/2006/relationships/customXml" Target="../ink/ink624.xml"/><Relationship Id="rId47" Type="http://schemas.openxmlformats.org/officeDocument/2006/relationships/image" Target="../media/image656.png"/><Relationship Id="rId68" Type="http://schemas.openxmlformats.org/officeDocument/2006/relationships/customXml" Target="../ink/ink645.xml"/><Relationship Id="rId89" Type="http://schemas.openxmlformats.org/officeDocument/2006/relationships/image" Target="../media/image677.png"/><Relationship Id="rId112" Type="http://schemas.openxmlformats.org/officeDocument/2006/relationships/customXml" Target="../ink/ink667.xml"/><Relationship Id="rId133" Type="http://schemas.openxmlformats.org/officeDocument/2006/relationships/image" Target="../media/image699.png"/><Relationship Id="rId154" Type="http://schemas.openxmlformats.org/officeDocument/2006/relationships/customXml" Target="../ink/ink688.xml"/><Relationship Id="rId16" Type="http://schemas.openxmlformats.org/officeDocument/2006/relationships/customXml" Target="../ink/ink619.xml"/><Relationship Id="rId37" Type="http://schemas.openxmlformats.org/officeDocument/2006/relationships/image" Target="../media/image651.png"/><Relationship Id="rId58" Type="http://schemas.openxmlformats.org/officeDocument/2006/relationships/customXml" Target="../ink/ink640.xml"/><Relationship Id="rId79" Type="http://schemas.openxmlformats.org/officeDocument/2006/relationships/image" Target="../media/image672.png"/><Relationship Id="rId102" Type="http://schemas.openxmlformats.org/officeDocument/2006/relationships/customXml" Target="../ink/ink662.xml"/><Relationship Id="rId123" Type="http://schemas.openxmlformats.org/officeDocument/2006/relationships/image" Target="../media/image694.png"/><Relationship Id="rId144" Type="http://schemas.openxmlformats.org/officeDocument/2006/relationships/customXml" Target="../ink/ink683.xml"/><Relationship Id="rId90" Type="http://schemas.openxmlformats.org/officeDocument/2006/relationships/customXml" Target="../ink/ink6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/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z="3600" dirty="0"/>
              <a:t>CS440 Foundation of Cybersecurity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49668C2-E745-984E-9C63-3DCC26AC38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Week3: Public Key Encryption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116632"/>
            <a:ext cx="8559800" cy="641350"/>
          </a:xfrm>
        </p:spPr>
        <p:txBody>
          <a:bodyPr/>
          <a:lstStyle/>
          <a:p>
            <a:r>
              <a:rPr lang="en-US" dirty="0"/>
              <a:t>Review of Week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803" y="788969"/>
            <a:ext cx="11819466" cy="5952399"/>
          </a:xfrm>
        </p:spPr>
        <p:txBody>
          <a:bodyPr/>
          <a:lstStyle/>
          <a:p>
            <a:r>
              <a:rPr lang="en-US" sz="2400" dirty="0"/>
              <a:t>Fundamentals of encryption: to remove patterns from data.</a:t>
            </a:r>
          </a:p>
          <a:p>
            <a:r>
              <a:rPr lang="en-US" sz="2400" dirty="0"/>
              <a:t>One-time pad achieves perfect security, but is impractical.</a:t>
            </a:r>
          </a:p>
          <a:p>
            <a:r>
              <a:rPr lang="en-US" sz="2400" dirty="0"/>
              <a:t>Modern ciphers have fixed key sizes and allow repeated use.</a:t>
            </a:r>
          </a:p>
          <a:p>
            <a:r>
              <a:rPr lang="en-US" sz="2400" dirty="0"/>
              <a:t>In symmetric key cipher, the same key is used for encryption and decryption.</a:t>
            </a:r>
            <a:endParaRPr lang="en-US" sz="2000" dirty="0"/>
          </a:p>
          <a:p>
            <a:r>
              <a:rPr lang="en-US" sz="2400" b="1" dirty="0"/>
              <a:t>AES </a:t>
            </a:r>
            <a:r>
              <a:rPr lang="en-US" sz="2400" dirty="0"/>
              <a:t>is the current standard of block cipher encryption</a:t>
            </a:r>
          </a:p>
          <a:p>
            <a:pPr lvl="1"/>
            <a:r>
              <a:rPr lang="en-US" sz="2000" dirty="0"/>
              <a:t>key size: 128 bits, 192 bits, and 256 bits</a:t>
            </a:r>
          </a:p>
          <a:p>
            <a:pPr lvl="1"/>
            <a:r>
              <a:rPr lang="en-US" sz="2000" dirty="0"/>
              <a:t>block size: 128 bits. </a:t>
            </a:r>
          </a:p>
          <a:p>
            <a:r>
              <a:rPr lang="en-US" sz="2400" dirty="0"/>
              <a:t>A block cipher is the algorithm that takes a key as the parameter and computes the mapping between one message block and one ciphertext block. </a:t>
            </a:r>
          </a:p>
          <a:p>
            <a:r>
              <a:rPr lang="en-US" sz="2400" dirty="0"/>
              <a:t>Block ciphers can operate in ECB, CBC and CTR modes for message encryption.</a:t>
            </a:r>
          </a:p>
          <a:p>
            <a:pPr lvl="1"/>
            <a:r>
              <a:rPr lang="en-US" sz="2000" dirty="0"/>
              <a:t>ECB is not secure. It preserves the patterns among message blocks. No randomness</a:t>
            </a:r>
          </a:p>
          <a:p>
            <a:pPr lvl="1"/>
            <a:r>
              <a:rPr lang="en-US" sz="2000" dirty="0"/>
              <a:t>CBC is secure. It uses IV to inject randomness and use a “chain” to remove patterns at the block level.</a:t>
            </a:r>
          </a:p>
          <a:p>
            <a:pPr lvl="1"/>
            <a:r>
              <a:rPr lang="en-US" sz="2000" dirty="0"/>
              <a:t>CTR is secure. It uses IV as the initial value of a mono-increasing counter and generates a pseudo-random key stream by encrypting the counter values. </a:t>
            </a:r>
            <a:endParaRPr lang="en-US" sz="20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CDC29-1A8F-43CB-A892-15B283BB8DB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7B1ADB0-0FF2-CBB7-9A72-DEB433F44FCE}"/>
                  </a:ext>
                </a:extLst>
              </p14:cNvPr>
              <p14:cNvContentPartPr/>
              <p14:nvPr/>
            </p14:nvContentPartPr>
            <p14:xfrm>
              <a:off x="5938108" y="315427"/>
              <a:ext cx="923040" cy="264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7B1ADB0-0FF2-CBB7-9A72-DEB433F44F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27668" y="304973"/>
                <a:ext cx="944280" cy="2862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0636F7E-488C-3C67-9460-EBD41ABD11CA}"/>
                  </a:ext>
                </a:extLst>
              </p14:cNvPr>
              <p14:cNvContentPartPr/>
              <p14:nvPr/>
            </p14:nvContentPartPr>
            <p14:xfrm>
              <a:off x="6124948" y="689107"/>
              <a:ext cx="130680" cy="197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0636F7E-488C-3C67-9460-EBD41ABD11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14508" y="678667"/>
                <a:ext cx="15192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98B0816-68DF-FBDF-DE8E-BBE5A9715C20}"/>
                  </a:ext>
                </a:extLst>
              </p14:cNvPr>
              <p14:cNvContentPartPr/>
              <p14:nvPr/>
            </p14:nvContentPartPr>
            <p14:xfrm>
              <a:off x="8460777" y="1358880"/>
              <a:ext cx="521280" cy="183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98B0816-68DF-FBDF-DE8E-BBE5A9715C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49977" y="1348440"/>
                <a:ext cx="54252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950BB04-346E-E97A-1138-D5B26AAF80D5}"/>
                  </a:ext>
                </a:extLst>
              </p14:cNvPr>
              <p14:cNvContentPartPr/>
              <p14:nvPr/>
            </p14:nvContentPartPr>
            <p14:xfrm>
              <a:off x="9026100" y="1257425"/>
              <a:ext cx="2005920" cy="5187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950BB04-346E-E97A-1138-D5B26AAF80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15302" y="1246985"/>
                <a:ext cx="2027156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C59AE3A-B047-CBC7-F7FF-B5945336EB49}"/>
                  </a:ext>
                </a:extLst>
              </p14:cNvPr>
              <p14:cNvContentPartPr/>
              <p14:nvPr/>
            </p14:nvContentPartPr>
            <p14:xfrm>
              <a:off x="8621820" y="1037825"/>
              <a:ext cx="114840" cy="2185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C59AE3A-B047-CBC7-F7FF-B5945336EB4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11020" y="1027025"/>
                <a:ext cx="1360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CD4104A-EED2-24E2-6B06-0DF939FC9431}"/>
                  </a:ext>
                </a:extLst>
              </p14:cNvPr>
              <p14:cNvContentPartPr/>
              <p14:nvPr/>
            </p14:nvContentPartPr>
            <p14:xfrm>
              <a:off x="9395460" y="849905"/>
              <a:ext cx="490680" cy="1558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CD4104A-EED2-24E2-6B06-0DF939FC943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84660" y="839105"/>
                <a:ext cx="51192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17F04EEC-58E0-54C1-B396-E838234BED75}"/>
                  </a:ext>
                </a:extLst>
              </p14:cNvPr>
              <p14:cNvContentPartPr/>
              <p14:nvPr/>
            </p14:nvContentPartPr>
            <p14:xfrm>
              <a:off x="8185500" y="590705"/>
              <a:ext cx="1067040" cy="4698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17F04EEC-58E0-54C1-B396-E838234BED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74700" y="579905"/>
                <a:ext cx="108828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CD98190-0DA5-4BBE-2E97-EA7AE05FAB2B}"/>
                  </a:ext>
                </a:extLst>
              </p14:cNvPr>
              <p14:cNvContentPartPr/>
              <p14:nvPr/>
            </p14:nvContentPartPr>
            <p14:xfrm>
              <a:off x="10019340" y="875465"/>
              <a:ext cx="774000" cy="2163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CD98190-0DA5-4BBE-2E97-EA7AE05FAB2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08900" y="864665"/>
                <a:ext cx="7952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90CB2D34-1E6D-B466-156E-1E1E1821DFA4}"/>
                  </a:ext>
                </a:extLst>
              </p14:cNvPr>
              <p14:cNvContentPartPr/>
              <p14:nvPr/>
            </p14:nvContentPartPr>
            <p14:xfrm>
              <a:off x="10859487" y="932825"/>
              <a:ext cx="1108440" cy="2840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90CB2D34-1E6D-B466-156E-1E1E1821DFA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848691" y="922025"/>
                <a:ext cx="1129673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055BA20A-ACA2-16A4-EDE8-B09D430AB904}"/>
                  </a:ext>
                </a:extLst>
              </p14:cNvPr>
              <p14:cNvContentPartPr/>
              <p14:nvPr/>
            </p14:nvContentPartPr>
            <p14:xfrm>
              <a:off x="5595533" y="5741206"/>
              <a:ext cx="190080" cy="2037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055BA20A-ACA2-16A4-EDE8-B09D430AB90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85113" y="5730406"/>
                <a:ext cx="2112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82A260DC-212B-2C08-8524-D2F4E675E585}"/>
                  </a:ext>
                </a:extLst>
              </p14:cNvPr>
              <p14:cNvContentPartPr/>
              <p14:nvPr/>
            </p14:nvContentPartPr>
            <p14:xfrm>
              <a:off x="5080013" y="5737966"/>
              <a:ext cx="354600" cy="1994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82A260DC-212B-2C08-8524-D2F4E675E58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69213" y="5727166"/>
                <a:ext cx="37584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AE28C58F-5137-269F-0303-49B9B93F9CC6}"/>
                  </a:ext>
                </a:extLst>
              </p14:cNvPr>
              <p14:cNvContentPartPr/>
              <p14:nvPr/>
            </p14:nvContentPartPr>
            <p14:xfrm>
              <a:off x="4551893" y="5766406"/>
              <a:ext cx="398520" cy="1616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AE28C58F-5137-269F-0303-49B9B93F9CC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41093" y="5755943"/>
                <a:ext cx="419760" cy="182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AD8A17A4-8678-290B-F6AB-C93929167DC9}"/>
                  </a:ext>
                </a:extLst>
              </p14:cNvPr>
              <p14:cNvContentPartPr/>
              <p14:nvPr/>
            </p14:nvContentPartPr>
            <p14:xfrm>
              <a:off x="3703013" y="5685046"/>
              <a:ext cx="677160" cy="3380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AD8A17A4-8678-290B-F6AB-C93929167DC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92213" y="5674606"/>
                <a:ext cx="69840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E125A842-FE6D-E8D1-D792-C7DD4C0601E7}"/>
                  </a:ext>
                </a:extLst>
              </p14:cNvPr>
              <p14:cNvContentPartPr/>
              <p14:nvPr/>
            </p14:nvContentPartPr>
            <p14:xfrm>
              <a:off x="5959832" y="5718997"/>
              <a:ext cx="769320" cy="24768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E125A842-FE6D-E8D1-D792-C7DD4C0601E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49392" y="5708197"/>
                <a:ext cx="7905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C0282080-7A35-3299-F3EB-9390B1D78089}"/>
                  </a:ext>
                </a:extLst>
              </p14:cNvPr>
              <p14:cNvContentPartPr/>
              <p14:nvPr/>
            </p14:nvContentPartPr>
            <p14:xfrm>
              <a:off x="7990109" y="6381689"/>
              <a:ext cx="1076400" cy="19368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C0282080-7A35-3299-F3EB-9390B1D7808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979313" y="6370889"/>
                <a:ext cx="1097633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763D1043-61C5-DD58-3470-0C3C89525057}"/>
                  </a:ext>
                </a:extLst>
              </p14:cNvPr>
              <p14:cNvContentPartPr/>
              <p14:nvPr/>
            </p14:nvContentPartPr>
            <p14:xfrm>
              <a:off x="9198629" y="6350729"/>
              <a:ext cx="1292400" cy="30204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763D1043-61C5-DD58-3470-0C3C8952505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187832" y="6339916"/>
                <a:ext cx="1313634" cy="323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4ED5B4B3-EA55-A3DA-697B-A936BDB4E7D2}"/>
                  </a:ext>
                </a:extLst>
              </p14:cNvPr>
              <p14:cNvContentPartPr/>
              <p14:nvPr/>
            </p14:nvContentPartPr>
            <p14:xfrm>
              <a:off x="7110725" y="3269239"/>
              <a:ext cx="1313640" cy="37872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4ED5B4B3-EA55-A3DA-697B-A936BDB4E7D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99925" y="3258439"/>
                <a:ext cx="133488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D23DF099-8082-5170-C18C-411056464678}"/>
                  </a:ext>
                </a:extLst>
              </p14:cNvPr>
              <p14:cNvContentPartPr/>
              <p14:nvPr/>
            </p14:nvContentPartPr>
            <p14:xfrm>
              <a:off x="8177405" y="3516199"/>
              <a:ext cx="866160" cy="1836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D23DF099-8082-5170-C18C-41105646467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166965" y="3505738"/>
                <a:ext cx="887400" cy="2048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76E81668-B9C4-DF1D-88B7-D16C8FBCAE6F}"/>
                  </a:ext>
                </a:extLst>
              </p14:cNvPr>
              <p14:cNvContentPartPr/>
              <p14:nvPr/>
            </p14:nvContentPartPr>
            <p14:xfrm>
              <a:off x="9096020" y="3476750"/>
              <a:ext cx="1349640" cy="33876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76E81668-B9C4-DF1D-88B7-D16C8FBCAE6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085220" y="3465950"/>
                <a:ext cx="13708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4C4D873F-90AF-C5A2-0CA4-A58B37CDE568}"/>
                  </a:ext>
                </a:extLst>
              </p14:cNvPr>
              <p14:cNvContentPartPr/>
              <p14:nvPr/>
            </p14:nvContentPartPr>
            <p14:xfrm>
              <a:off x="10262420" y="2657750"/>
              <a:ext cx="664920" cy="68832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4C4D873F-90AF-C5A2-0CA4-A58B37CDE56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251620" y="2646950"/>
                <a:ext cx="68616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E691BE09-55CA-79BC-D83B-EB6FA385F59B}"/>
                  </a:ext>
                </a:extLst>
              </p14:cNvPr>
              <p14:cNvContentPartPr/>
              <p14:nvPr/>
            </p14:nvContentPartPr>
            <p14:xfrm>
              <a:off x="8954180" y="2646590"/>
              <a:ext cx="1184760" cy="77148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E691BE09-55CA-79BC-D83B-EB6FA385F59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43383" y="2636150"/>
                <a:ext cx="1205994" cy="79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7A0E3B5D-CAEE-CF82-CAD2-6C66570BB3DB}"/>
                  </a:ext>
                </a:extLst>
              </p14:cNvPr>
              <p14:cNvContentPartPr/>
              <p14:nvPr/>
            </p14:nvContentPartPr>
            <p14:xfrm>
              <a:off x="9603342" y="2611476"/>
              <a:ext cx="150480" cy="4896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7A0E3B5D-CAEE-CF82-CAD2-6C66570BB3D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592542" y="2600676"/>
                <a:ext cx="1717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A051B8F2-42D9-7524-81B6-7059B3677513}"/>
                  </a:ext>
                </a:extLst>
              </p14:cNvPr>
              <p14:cNvContentPartPr/>
              <p14:nvPr/>
            </p14:nvContentPartPr>
            <p14:xfrm>
              <a:off x="8726022" y="2519316"/>
              <a:ext cx="542880" cy="13176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A051B8F2-42D9-7524-81B6-7059B367751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715222" y="2508516"/>
                <a:ext cx="5641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D36F9542-9A77-D9B7-A48C-6835D3CA60B7}"/>
                  </a:ext>
                </a:extLst>
              </p14:cNvPr>
              <p14:cNvContentPartPr/>
              <p14:nvPr/>
            </p14:nvContentPartPr>
            <p14:xfrm>
              <a:off x="9375102" y="2507436"/>
              <a:ext cx="63720" cy="7416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D36F9542-9A77-D9B7-A48C-6835D3CA60B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364302" y="2496996"/>
                <a:ext cx="849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BE812FF1-D3CE-1C4D-0CBD-1CAF00BD5874}"/>
                  </a:ext>
                </a:extLst>
              </p14:cNvPr>
              <p14:cNvContentPartPr/>
              <p14:nvPr/>
            </p14:nvContentPartPr>
            <p14:xfrm>
              <a:off x="9550062" y="2470716"/>
              <a:ext cx="524520" cy="12456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BE812FF1-D3CE-1C4D-0CBD-1CAF00BD587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539622" y="2459947"/>
                <a:ext cx="545760" cy="145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A686FD52-AA80-4C45-39E2-3283F399ED50}"/>
                  </a:ext>
                </a:extLst>
              </p14:cNvPr>
              <p14:cNvContentPartPr/>
              <p14:nvPr/>
            </p14:nvContentPartPr>
            <p14:xfrm>
              <a:off x="10793572" y="5766364"/>
              <a:ext cx="316440" cy="20052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A686FD52-AA80-4C45-39E2-3283F399ED5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782772" y="5755583"/>
                <a:ext cx="337680" cy="2217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606CA547-6C6A-D63E-FB4E-84C22FD5A18F}"/>
                  </a:ext>
                </a:extLst>
              </p14:cNvPr>
              <p14:cNvContentPartPr/>
              <p14:nvPr/>
            </p14:nvContentPartPr>
            <p14:xfrm>
              <a:off x="10544092" y="5757364"/>
              <a:ext cx="93960" cy="160560"/>
            </p14:xfrm>
          </p:contentPart>
        </mc:Choice>
        <mc:Fallback xmlns=""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606CA547-6C6A-D63E-FB4E-84C22FD5A18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533652" y="5746564"/>
                <a:ext cx="1152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D704E08F-BAAB-7A2D-1353-5B98C6B12CD0}"/>
                  </a:ext>
                </a:extLst>
              </p14:cNvPr>
              <p14:cNvContentPartPr/>
              <p14:nvPr/>
            </p14:nvContentPartPr>
            <p14:xfrm>
              <a:off x="10116772" y="5753404"/>
              <a:ext cx="289440" cy="213480"/>
            </p14:xfrm>
          </p:contentPart>
        </mc:Choice>
        <mc:Fallback xmlns=""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D704E08F-BAAB-7A2D-1353-5B98C6B12CD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105985" y="5742604"/>
                <a:ext cx="310654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52DAE880-BD5A-D858-1AFD-5E7EC16EFB94}"/>
                  </a:ext>
                </a:extLst>
              </p14:cNvPr>
              <p14:cNvContentPartPr/>
              <p14:nvPr/>
            </p14:nvContentPartPr>
            <p14:xfrm>
              <a:off x="9342052" y="5775004"/>
              <a:ext cx="650520" cy="272160"/>
            </p14:xfrm>
          </p:contentPart>
        </mc:Choice>
        <mc:Fallback xmlns=""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52DAE880-BD5A-D858-1AFD-5E7EC16EFB9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331252" y="5764564"/>
                <a:ext cx="67176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C09C8ACF-B7D7-AA88-9A4B-37EECA608209}"/>
                  </a:ext>
                </a:extLst>
              </p14:cNvPr>
              <p14:cNvContentPartPr/>
              <p14:nvPr/>
            </p14:nvContentPartPr>
            <p14:xfrm>
              <a:off x="11301172" y="5704084"/>
              <a:ext cx="632520" cy="59688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C09C8ACF-B7D7-AA88-9A4B-37EECA60820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290372" y="5693284"/>
                <a:ext cx="653760" cy="6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9FEA8F66-3301-6DF6-BFB0-FD778DD2ABBE}"/>
                  </a:ext>
                </a:extLst>
              </p14:cNvPr>
              <p14:cNvContentPartPr/>
              <p14:nvPr/>
            </p14:nvContentPartPr>
            <p14:xfrm>
              <a:off x="774000" y="5989117"/>
              <a:ext cx="86400" cy="11052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9FEA8F66-3301-6DF6-BFB0-FD778DD2ABB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63200" y="5978317"/>
                <a:ext cx="1076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90DD4CE2-1DDA-FA46-2E77-B097474EA1D5}"/>
                  </a:ext>
                </a:extLst>
              </p14:cNvPr>
              <p14:cNvContentPartPr/>
              <p14:nvPr/>
            </p14:nvContentPartPr>
            <p14:xfrm>
              <a:off x="127080" y="5650357"/>
              <a:ext cx="243360" cy="16704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90DD4CE2-1DDA-FA46-2E77-B097474EA1D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6280" y="5639917"/>
                <a:ext cx="2646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DBE9AF50-3C89-4073-1635-3C9988A95764}"/>
                  </a:ext>
                </a:extLst>
              </p14:cNvPr>
              <p14:cNvContentPartPr/>
              <p14:nvPr/>
            </p14:nvContentPartPr>
            <p14:xfrm>
              <a:off x="505080" y="5656117"/>
              <a:ext cx="358920" cy="190440"/>
            </p14:xfrm>
          </p:contentPart>
        </mc:Choice>
        <mc:Fallback xmlns=""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DBE9AF50-3C89-4073-1635-3C9988A9576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94640" y="5645697"/>
                <a:ext cx="380160" cy="2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1B49C567-5018-0367-0F8E-1C75D12F4788}"/>
                  </a:ext>
                </a:extLst>
              </p14:cNvPr>
              <p14:cNvContentPartPr/>
              <p14:nvPr/>
            </p14:nvContentPartPr>
            <p14:xfrm>
              <a:off x="78480" y="5930797"/>
              <a:ext cx="594720" cy="677160"/>
            </p14:xfrm>
          </p:contentPart>
        </mc:Choice>
        <mc:Fallback xmlns=""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1B49C567-5018-0367-0F8E-1C75D12F478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7687" y="5920357"/>
                <a:ext cx="615947" cy="69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F92120AA-0332-5DDE-A053-00B51017BC3E}"/>
                  </a:ext>
                </a:extLst>
              </p14:cNvPr>
              <p14:cNvContentPartPr/>
              <p14:nvPr/>
            </p14:nvContentPartPr>
            <p14:xfrm>
              <a:off x="1192680" y="6633877"/>
              <a:ext cx="123840" cy="146160"/>
            </p14:xfrm>
          </p:contentPart>
        </mc:Choice>
        <mc:Fallback xmlns=""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F92120AA-0332-5DDE-A053-00B51017BC3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82240" y="6623437"/>
                <a:ext cx="14508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6CD7E3A9-4F2E-CEC4-334B-7583630E8656}"/>
                  </a:ext>
                </a:extLst>
              </p14:cNvPr>
              <p14:cNvContentPartPr/>
              <p14:nvPr/>
            </p14:nvContentPartPr>
            <p14:xfrm>
              <a:off x="93240" y="6641437"/>
              <a:ext cx="957600" cy="19332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6CD7E3A9-4F2E-CEC4-334B-7583630E865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2800" y="6630637"/>
                <a:ext cx="9788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EE23140A-37DD-E3CD-AE7C-C2ED2FEADF57}"/>
                  </a:ext>
                </a:extLst>
              </p14:cNvPr>
              <p14:cNvContentPartPr/>
              <p14:nvPr/>
            </p14:nvContentPartPr>
            <p14:xfrm>
              <a:off x="1488240" y="6641437"/>
              <a:ext cx="1398960" cy="239760"/>
            </p14:xfrm>
          </p:contentPart>
        </mc:Choice>
        <mc:Fallback xmlns=""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EE23140A-37DD-E3CD-AE7C-C2ED2FEADF5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477440" y="6630637"/>
                <a:ext cx="14202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64" name="Ink 463">
                <a:extLst>
                  <a:ext uri="{FF2B5EF4-FFF2-40B4-BE49-F238E27FC236}">
                    <a16:creationId xmlns:a16="http://schemas.microsoft.com/office/drawing/2014/main" id="{FD0F350B-5484-2BAB-5423-1D9A564C6209}"/>
                  </a:ext>
                </a:extLst>
              </p14:cNvPr>
              <p14:cNvContentPartPr/>
              <p14:nvPr/>
            </p14:nvContentPartPr>
            <p14:xfrm>
              <a:off x="4715640" y="3280477"/>
              <a:ext cx="1361520" cy="477360"/>
            </p14:xfrm>
          </p:contentPart>
        </mc:Choice>
        <mc:Fallback xmlns="">
          <p:pic>
            <p:nvPicPr>
              <p:cNvPr id="464" name="Ink 463">
                <a:extLst>
                  <a:ext uri="{FF2B5EF4-FFF2-40B4-BE49-F238E27FC236}">
                    <a16:creationId xmlns:a16="http://schemas.microsoft.com/office/drawing/2014/main" id="{FD0F350B-5484-2BAB-5423-1D9A564C620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701240" y="3266088"/>
                <a:ext cx="1389960" cy="5057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B9DC1AB2-EEAE-6859-2BEE-F304D3CF01E1}"/>
                  </a:ext>
                </a:extLst>
              </p14:cNvPr>
              <p14:cNvContentPartPr/>
              <p14:nvPr/>
            </p14:nvContentPartPr>
            <p14:xfrm>
              <a:off x="9123284" y="78625"/>
              <a:ext cx="713520" cy="174960"/>
            </p14:xfrm>
          </p:contentPart>
        </mc:Choice>
        <mc:Fallback xmlns=""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B9DC1AB2-EEAE-6859-2BEE-F304D3CF01E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112844" y="67825"/>
                <a:ext cx="7347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77" name="Ink 476">
                <a:extLst>
                  <a:ext uri="{FF2B5EF4-FFF2-40B4-BE49-F238E27FC236}">
                    <a16:creationId xmlns:a16="http://schemas.microsoft.com/office/drawing/2014/main" id="{794B35DB-91C1-337E-6137-883C16A67AD2}"/>
                  </a:ext>
                </a:extLst>
              </p14:cNvPr>
              <p14:cNvContentPartPr/>
              <p14:nvPr/>
            </p14:nvContentPartPr>
            <p14:xfrm>
              <a:off x="9943004" y="78265"/>
              <a:ext cx="187200" cy="152280"/>
            </p14:xfrm>
          </p:contentPart>
        </mc:Choice>
        <mc:Fallback xmlns="">
          <p:pic>
            <p:nvPicPr>
              <p:cNvPr id="477" name="Ink 476">
                <a:extLst>
                  <a:ext uri="{FF2B5EF4-FFF2-40B4-BE49-F238E27FC236}">
                    <a16:creationId xmlns:a16="http://schemas.microsoft.com/office/drawing/2014/main" id="{794B35DB-91C1-337E-6137-883C16A67AD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932564" y="67825"/>
                <a:ext cx="2084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98" name="Ink 497">
                <a:extLst>
                  <a:ext uri="{FF2B5EF4-FFF2-40B4-BE49-F238E27FC236}">
                    <a16:creationId xmlns:a16="http://schemas.microsoft.com/office/drawing/2014/main" id="{4824D180-1EEB-F028-9226-B2216D7DE403}"/>
                  </a:ext>
                </a:extLst>
              </p14:cNvPr>
              <p14:cNvContentPartPr/>
              <p14:nvPr/>
            </p14:nvContentPartPr>
            <p14:xfrm>
              <a:off x="10229204" y="54145"/>
              <a:ext cx="1006920" cy="307080"/>
            </p14:xfrm>
          </p:contentPart>
        </mc:Choice>
        <mc:Fallback xmlns="">
          <p:pic>
            <p:nvPicPr>
              <p:cNvPr id="498" name="Ink 497">
                <a:extLst>
                  <a:ext uri="{FF2B5EF4-FFF2-40B4-BE49-F238E27FC236}">
                    <a16:creationId xmlns:a16="http://schemas.microsoft.com/office/drawing/2014/main" id="{4824D180-1EEB-F028-9226-B2216D7DE40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18408" y="43705"/>
                <a:ext cx="1028152" cy="32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983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B656-AC55-565F-3880-8AD10D692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</a:t>
            </a:r>
            <a:r>
              <a:rPr lang="en-US" dirty="0" err="1"/>
              <a:t>bruteforce</a:t>
            </a:r>
            <a:r>
              <a:rPr lang="en-US" dirty="0"/>
              <a:t> attack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4D876-C40E-7A8B-EEE3-541790D1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B3B5CC-1FAB-4AEE-A1D8-F673B74B29C7}" type="slidenum">
              <a:rPr lang="en-US" smtClean="0">
                <a:latin typeface="+mn-lt"/>
              </a:rPr>
              <a:pPr>
                <a:defRPr/>
              </a:pPr>
              <a:t>3</a:t>
            </a:fld>
            <a:endParaRPr lang="en-US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3A5FE-CF23-A9A6-8140-0AA1B75016B5}"/>
              </a:ext>
            </a:extLst>
          </p:cNvPr>
          <p:cNvSpPr txBox="1"/>
          <p:nvPr/>
        </p:nvSpPr>
        <p:spPr>
          <a:xfrm>
            <a:off x="1623973" y="3899616"/>
            <a:ext cx="9390579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800" dirty="0"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Mallory tricks Alice into sending a message P and intercepts the resulting cipher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800" dirty="0"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Given C = E(k, P), he knows P, C, 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800" dirty="0"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He then </a:t>
            </a:r>
            <a:r>
              <a:rPr lang="en-SG" sz="1800" dirty="0" err="1"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bruteforces</a:t>
            </a:r>
            <a:r>
              <a:rPr lang="en-SG" sz="1800" dirty="0"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 C with various keys and compares with P, offline!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800" dirty="0"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If he gets back the original message P from C, he then finds the AES key k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CB8FD26-3122-DB70-169C-3A00517D5FA9}"/>
              </a:ext>
            </a:extLst>
          </p:cNvPr>
          <p:cNvGrpSpPr/>
          <p:nvPr/>
        </p:nvGrpSpPr>
        <p:grpSpPr>
          <a:xfrm>
            <a:off x="3832299" y="1590322"/>
            <a:ext cx="5576069" cy="1694664"/>
            <a:chOff x="3832299" y="1525206"/>
            <a:chExt cx="5136027" cy="144299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12180EC-093B-DFCF-1E6E-E274FC97E660}"/>
                </a:ext>
              </a:extLst>
            </p:cNvPr>
            <p:cNvGrpSpPr/>
            <p:nvPr/>
          </p:nvGrpSpPr>
          <p:grpSpPr>
            <a:xfrm>
              <a:off x="3832299" y="1663502"/>
              <a:ext cx="5136027" cy="1304698"/>
              <a:chOff x="1676400" y="2875276"/>
              <a:chExt cx="8444616" cy="2519725"/>
            </a:xfrm>
          </p:grpSpPr>
          <p:pic>
            <p:nvPicPr>
              <p:cNvPr id="12" name="Picture 4" descr="j0195384">
                <a:extLst>
                  <a:ext uri="{FF2B5EF4-FFF2-40B4-BE49-F238E27FC236}">
                    <a16:creationId xmlns:a16="http://schemas.microsoft.com/office/drawing/2014/main" id="{1484695A-FAD0-BB1F-3BD0-F6BCAAEA6F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858000" y="3886200"/>
                <a:ext cx="820738" cy="838200"/>
              </a:xfrm>
              <a:prstGeom prst="rect">
                <a:avLst/>
              </a:prstGeom>
              <a:noFill/>
            </p:spPr>
          </p:pic>
          <p:pic>
            <p:nvPicPr>
              <p:cNvPr id="13" name="Picture 5" descr="j0292020">
                <a:extLst>
                  <a:ext uri="{FF2B5EF4-FFF2-40B4-BE49-F238E27FC236}">
                    <a16:creationId xmlns:a16="http://schemas.microsoft.com/office/drawing/2014/main" id="{DD00B4C4-433D-FE30-1133-995DD15EE0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676400" y="3733800"/>
                <a:ext cx="914400" cy="868363"/>
              </a:xfrm>
              <a:prstGeom prst="rect">
                <a:avLst/>
              </a:prstGeom>
              <a:noFill/>
            </p:spPr>
          </p:pic>
          <p:sp>
            <p:nvSpPr>
              <p:cNvPr id="14" name="Line 6">
                <a:extLst>
                  <a:ext uri="{FF2B5EF4-FFF2-40B4-BE49-F238E27FC236}">
                    <a16:creationId xmlns:a16="http://schemas.microsoft.com/office/drawing/2014/main" id="{CE9A476A-36F7-EEF3-2C78-9D5E0DD35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67000" y="4191000"/>
                <a:ext cx="4114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 sz="1400">
                  <a:latin typeface="+mn-lt"/>
                </a:endParaRPr>
              </a:p>
            </p:txBody>
          </p:sp>
          <p:sp>
            <p:nvSpPr>
              <p:cNvPr id="15" name="Text Box 7">
                <a:extLst>
                  <a:ext uri="{FF2B5EF4-FFF2-40B4-BE49-F238E27FC236}">
                    <a16:creationId xmlns:a16="http://schemas.microsoft.com/office/drawing/2014/main" id="{3905A3C5-13F3-C444-D65D-F30AF007DF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724400"/>
                <a:ext cx="990600" cy="5944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400" dirty="0">
                    <a:latin typeface="+mn-lt"/>
                  </a:rPr>
                  <a:t>Bob</a:t>
                </a:r>
              </a:p>
            </p:txBody>
          </p:sp>
          <p:sp>
            <p:nvSpPr>
              <p:cNvPr id="16" name="Text Box 8">
                <a:extLst>
                  <a:ext uri="{FF2B5EF4-FFF2-40B4-BE49-F238E27FC236}">
                    <a16:creationId xmlns:a16="http://schemas.microsoft.com/office/drawing/2014/main" id="{2CC672DF-33CC-4B9B-4B03-6140BDEE99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34200" y="4800600"/>
                <a:ext cx="1066800" cy="5944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400" dirty="0">
                    <a:latin typeface="+mn-lt"/>
                  </a:rPr>
                  <a:t>Alice</a:t>
                </a:r>
              </a:p>
            </p:txBody>
          </p:sp>
          <p:sp>
            <p:nvSpPr>
              <p:cNvPr id="17" name="Text Box 9">
                <a:extLst>
                  <a:ext uri="{FF2B5EF4-FFF2-40B4-BE49-F238E27FC236}">
                    <a16:creationId xmlns:a16="http://schemas.microsoft.com/office/drawing/2014/main" id="{0A421B2F-F101-A56C-CA81-A37EFCA747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61049" y="2875276"/>
                <a:ext cx="1459967" cy="5944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400" dirty="0">
                    <a:latin typeface="+mn-lt"/>
                  </a:rPr>
                  <a:t>Mallory</a:t>
                </a:r>
              </a:p>
            </p:txBody>
          </p:sp>
          <p:sp>
            <p:nvSpPr>
              <p:cNvPr id="18" name="Text Box 10">
                <a:extLst>
                  <a:ext uri="{FF2B5EF4-FFF2-40B4-BE49-F238E27FC236}">
                    <a16:creationId xmlns:a16="http://schemas.microsoft.com/office/drawing/2014/main" id="{0BAD8FFA-1F96-82F2-639A-1ADC0753ED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0539" y="4191001"/>
                <a:ext cx="3827463" cy="5944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1400" dirty="0" err="1">
                    <a:solidFill>
                      <a:srgbClr val="CC0000"/>
                    </a:solidFill>
                    <a:latin typeface="+mn-lt"/>
                  </a:rPr>
                  <a:t>Nz</a:t>
                </a:r>
                <a:r>
                  <a:rPr lang="en-US" altLang="en-US" sz="1400" dirty="0">
                    <a:solidFill>
                      <a:srgbClr val="CC0000"/>
                    </a:solidFill>
                    <a:latin typeface="+mn-lt"/>
                  </a:rPr>
                  <a:t> </a:t>
                </a:r>
                <a:r>
                  <a:rPr lang="en-US" altLang="en-US" sz="1400" dirty="0" err="1">
                    <a:solidFill>
                      <a:srgbClr val="CC0000"/>
                    </a:solidFill>
                    <a:latin typeface="+mn-lt"/>
                  </a:rPr>
                  <a:t>dsfejr</a:t>
                </a:r>
                <a:r>
                  <a:rPr lang="en-US" altLang="en-US" sz="1400" dirty="0">
                    <a:solidFill>
                      <a:srgbClr val="CC0000"/>
                    </a:solidFill>
                    <a:latin typeface="+mn-lt"/>
                  </a:rPr>
                  <a:t> </a:t>
                </a:r>
                <a:r>
                  <a:rPr lang="en-US" altLang="en-US" sz="1400" dirty="0" err="1">
                    <a:solidFill>
                      <a:srgbClr val="CC0000"/>
                    </a:solidFill>
                    <a:latin typeface="+mn-lt"/>
                  </a:rPr>
                  <a:t>dbse</a:t>
                </a:r>
                <a:r>
                  <a:rPr lang="en-US" altLang="en-US" sz="1400" dirty="0">
                    <a:solidFill>
                      <a:srgbClr val="CC0000"/>
                    </a:solidFill>
                    <a:latin typeface="+mn-lt"/>
                  </a:rPr>
                  <a:t> </a:t>
                </a:r>
                <a:r>
                  <a:rPr lang="en-US" altLang="en-US" sz="1400" dirty="0" err="1">
                    <a:solidFill>
                      <a:srgbClr val="CC0000"/>
                    </a:solidFill>
                    <a:latin typeface="+mn-lt"/>
                  </a:rPr>
                  <a:t>ovncds</a:t>
                </a:r>
                <a:r>
                  <a:rPr lang="en-US" altLang="en-US" sz="1400" dirty="0">
                    <a:solidFill>
                      <a:srgbClr val="CC0000"/>
                    </a:solidFill>
                    <a:latin typeface="+mn-lt"/>
                  </a:rPr>
                  <a:t> </a:t>
                </a:r>
                <a:r>
                  <a:rPr lang="en-US" altLang="en-US" sz="1400" dirty="0" err="1">
                    <a:solidFill>
                      <a:srgbClr val="CC0000"/>
                    </a:solidFill>
                    <a:latin typeface="+mn-lt"/>
                  </a:rPr>
                  <a:t>jt</a:t>
                </a:r>
                <a:r>
                  <a:rPr lang="en-US" altLang="en-US" sz="1400" dirty="0">
                    <a:solidFill>
                      <a:srgbClr val="CC0000"/>
                    </a:solidFill>
                    <a:latin typeface="+mn-lt"/>
                  </a:rPr>
                  <a:t>…</a:t>
                </a:r>
              </a:p>
            </p:txBody>
          </p:sp>
          <p:sp>
            <p:nvSpPr>
              <p:cNvPr id="19" name="AutoShape 11">
                <a:extLst>
                  <a:ext uri="{FF2B5EF4-FFF2-40B4-BE49-F238E27FC236}">
                    <a16:creationId xmlns:a16="http://schemas.microsoft.com/office/drawing/2014/main" id="{FF9F0740-2C29-8102-4B9A-A143B42ADA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4114798" y="4820483"/>
                <a:ext cx="1779740" cy="553245"/>
              </a:xfrm>
              <a:prstGeom prst="wedgeRectCallout">
                <a:avLst>
                  <a:gd name="adj1" fmla="val -37505"/>
                  <a:gd name="adj2" fmla="val 70134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400" dirty="0">
                    <a:latin typeface="+mn-lt"/>
                  </a:rPr>
                  <a:t>ciphertext</a:t>
                </a:r>
              </a:p>
            </p:txBody>
          </p:sp>
          <p:pic>
            <p:nvPicPr>
              <p:cNvPr id="20" name="Picture 12" descr="j0078714">
                <a:extLst>
                  <a:ext uri="{FF2B5EF4-FFF2-40B4-BE49-F238E27FC236}">
                    <a16:creationId xmlns:a16="http://schemas.microsoft.com/office/drawing/2014/main" id="{9E4CF395-6765-FF8B-99B3-B431789D2D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00786" y="3256275"/>
                <a:ext cx="627062" cy="1060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6994D04-69CD-141B-86B7-8D5BF19146DC}"/>
                </a:ext>
              </a:extLst>
            </p:cNvPr>
            <p:cNvCxnSpPr>
              <a:cxnSpLocks/>
              <a:stCxn id="20" idx="1"/>
              <a:endCxn id="12" idx="3"/>
            </p:cNvCxnSpPr>
            <p:nvPr/>
          </p:nvCxnSpPr>
          <p:spPr>
            <a:xfrm flipH="1">
              <a:off x="7482928" y="2135328"/>
              <a:ext cx="864892" cy="2686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404BFA6-F822-82B0-8FA0-6F3A1E8CEB3D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 flipV="1">
              <a:off x="6319263" y="1817391"/>
              <a:ext cx="1761109" cy="49805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utoShape 11">
              <a:extLst>
                <a:ext uri="{FF2B5EF4-FFF2-40B4-BE49-F238E27FC236}">
                  <a16:creationId xmlns:a16="http://schemas.microsoft.com/office/drawing/2014/main" id="{9D79E1AA-1781-E611-4A2F-2B34638E74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7846177" y="2488081"/>
              <a:ext cx="602484" cy="286467"/>
            </a:xfrm>
            <a:prstGeom prst="wedgeRectCallout">
              <a:avLst>
                <a:gd name="adj1" fmla="val -4539"/>
                <a:gd name="adj2" fmla="val 11295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400" dirty="0">
                  <a:latin typeface="+mn-lt"/>
                </a:rPr>
                <a:t>text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B4F39C9-1CAD-0C96-3808-2B086B71DD11}"/>
                </a:ext>
              </a:extLst>
            </p:cNvPr>
            <p:cNvSpPr txBox="1"/>
            <p:nvPr/>
          </p:nvSpPr>
          <p:spPr>
            <a:xfrm>
              <a:off x="6349324" y="1525206"/>
              <a:ext cx="1627402" cy="445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n-lt"/>
                  <a:cs typeface="Times New Roman" panose="02020603050405020304" pitchFamily="18" charset="0"/>
                </a:rPr>
                <a:t>Intercept ciphertext and infer k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A10ACA1-9AFA-B811-948C-B2F5FEBEE877}"/>
              </a:ext>
            </a:extLst>
          </p:cNvPr>
          <p:cNvSpPr txBox="1"/>
          <p:nvPr/>
        </p:nvSpPr>
        <p:spPr>
          <a:xfrm>
            <a:off x="1623973" y="5575727"/>
            <a:ext cx="9390579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800" dirty="0"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rPr>
              <a:t>But in practice, brute-forcing a standard AES key is computationally infeasible, with our current computing power. See the next slide…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4793E1-18BE-0EC2-F793-1FD2F464B94A}"/>
                  </a:ext>
                </a:extLst>
              </p14:cNvPr>
              <p14:cNvContentPartPr/>
              <p14:nvPr/>
            </p14:nvContentPartPr>
            <p14:xfrm>
              <a:off x="8866673" y="1605895"/>
              <a:ext cx="16560" cy="160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4793E1-18BE-0EC2-F793-1FD2F464B9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56233" y="1595455"/>
                <a:ext cx="378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4060EF0-3FE2-2BB9-72CE-FF82D31D2964}"/>
                  </a:ext>
                </a:extLst>
              </p14:cNvPr>
              <p14:cNvContentPartPr/>
              <p14:nvPr/>
            </p14:nvContentPartPr>
            <p14:xfrm>
              <a:off x="8771993" y="1375135"/>
              <a:ext cx="9720" cy="141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4060EF0-3FE2-2BB9-72CE-FF82D31D296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61553" y="1364335"/>
                <a:ext cx="3096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5792BA0-6C7F-4202-35DF-F86AAC6041CC}"/>
                  </a:ext>
                </a:extLst>
              </p14:cNvPr>
              <p14:cNvContentPartPr/>
              <p14:nvPr/>
            </p14:nvContentPartPr>
            <p14:xfrm>
              <a:off x="8791073" y="1401415"/>
              <a:ext cx="71280" cy="85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5792BA0-6C7F-4202-35DF-F86AAC6041C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80273" y="1390975"/>
                <a:ext cx="925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7128205-06A3-2872-0E43-2986F0CDE1F7}"/>
                  </a:ext>
                </a:extLst>
              </p14:cNvPr>
              <p14:cNvContentPartPr/>
              <p14:nvPr/>
            </p14:nvContentPartPr>
            <p14:xfrm>
              <a:off x="8878193" y="1415455"/>
              <a:ext cx="57960" cy="972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7128205-06A3-2872-0E43-2986F0CDE1F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67753" y="1404655"/>
                <a:ext cx="792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FDF6F91-8B77-7CE8-7682-529D1EEFC326}"/>
                  </a:ext>
                </a:extLst>
              </p14:cNvPr>
              <p14:cNvContentPartPr/>
              <p14:nvPr/>
            </p14:nvContentPartPr>
            <p14:xfrm>
              <a:off x="8942993" y="1408255"/>
              <a:ext cx="62280" cy="92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FDF6F91-8B77-7CE8-7682-529D1EEFC32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32193" y="1397815"/>
                <a:ext cx="835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EF4EFEC-885F-950B-9919-6E7068E7BBE3}"/>
                  </a:ext>
                </a:extLst>
              </p14:cNvPr>
              <p14:cNvContentPartPr/>
              <p14:nvPr/>
            </p14:nvContentPartPr>
            <p14:xfrm>
              <a:off x="9017153" y="1394575"/>
              <a:ext cx="106200" cy="115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EF4EFEC-885F-950B-9919-6E7068E7BBE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06353" y="1383775"/>
                <a:ext cx="1274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D035A24-D925-117F-1217-E53E6F8EC11F}"/>
                  </a:ext>
                </a:extLst>
              </p14:cNvPr>
              <p14:cNvContentPartPr/>
              <p14:nvPr/>
            </p14:nvContentPartPr>
            <p14:xfrm>
              <a:off x="9116153" y="1412935"/>
              <a:ext cx="46440" cy="110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D035A24-D925-117F-1217-E53E6F8EC11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105353" y="1402495"/>
                <a:ext cx="676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37CDEB5-E107-950D-FE85-5355C5EBCDFF}"/>
                  </a:ext>
                </a:extLst>
              </p14:cNvPr>
              <p14:cNvContentPartPr/>
              <p14:nvPr/>
            </p14:nvContentPartPr>
            <p14:xfrm>
              <a:off x="9296513" y="1384135"/>
              <a:ext cx="9360" cy="1454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37CDEB5-E107-950D-FE85-5355C5EBCDF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285713" y="1373695"/>
                <a:ext cx="3060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2026E44-4968-4589-F801-94009607C090}"/>
                  </a:ext>
                </a:extLst>
              </p14:cNvPr>
              <p14:cNvContentPartPr/>
              <p14:nvPr/>
            </p14:nvContentPartPr>
            <p14:xfrm>
              <a:off x="9301193" y="1422295"/>
              <a:ext cx="53280" cy="720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2026E44-4968-4589-F801-94009607C09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290393" y="1411495"/>
                <a:ext cx="745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27F9600-BF96-5E9C-8B97-59CB65AFDB97}"/>
                  </a:ext>
                </a:extLst>
              </p14:cNvPr>
              <p14:cNvContentPartPr/>
              <p14:nvPr/>
            </p14:nvContentPartPr>
            <p14:xfrm>
              <a:off x="9388673" y="1403935"/>
              <a:ext cx="37440" cy="900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27F9600-BF96-5E9C-8B97-59CB65AFDB9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377873" y="1393495"/>
                <a:ext cx="586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AD7681B-26F5-21DD-22F2-FF2FD2A4F22F}"/>
                  </a:ext>
                </a:extLst>
              </p14:cNvPr>
              <p14:cNvContentPartPr/>
              <p14:nvPr/>
            </p14:nvContentPartPr>
            <p14:xfrm>
              <a:off x="9448793" y="1431295"/>
              <a:ext cx="39600" cy="9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AD7681B-26F5-21DD-22F2-FF2FD2A4F22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437993" y="1420855"/>
                <a:ext cx="608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E74D93B-3E87-5BB2-1694-D639FA6426D2}"/>
                  </a:ext>
                </a:extLst>
              </p14:cNvPr>
              <p14:cNvContentPartPr/>
              <p14:nvPr/>
            </p14:nvContentPartPr>
            <p14:xfrm>
              <a:off x="9441593" y="1408255"/>
              <a:ext cx="57960" cy="1483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E74D93B-3E87-5BB2-1694-D639FA6426D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431153" y="1397815"/>
                <a:ext cx="7920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4DFCF74-0ADA-4934-4A38-90FB7171C9B3}"/>
                  </a:ext>
                </a:extLst>
              </p14:cNvPr>
              <p14:cNvContentPartPr/>
              <p14:nvPr/>
            </p14:nvContentPartPr>
            <p14:xfrm>
              <a:off x="9240713" y="1579255"/>
              <a:ext cx="46440" cy="122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4DFCF74-0ADA-4934-4A38-90FB7171C9B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230273" y="1568455"/>
                <a:ext cx="676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3136945-3F97-8089-D8D2-08FF41957247}"/>
                  </a:ext>
                </a:extLst>
              </p14:cNvPr>
              <p14:cNvContentPartPr/>
              <p14:nvPr/>
            </p14:nvContentPartPr>
            <p14:xfrm>
              <a:off x="9291473" y="1623175"/>
              <a:ext cx="65160" cy="640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3136945-3F97-8089-D8D2-08FF4195724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281033" y="1612375"/>
                <a:ext cx="8640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6DF9419-A1F9-48FC-58BB-608B6E12394A}"/>
                  </a:ext>
                </a:extLst>
              </p14:cNvPr>
              <p14:cNvContentPartPr/>
              <p14:nvPr/>
            </p14:nvContentPartPr>
            <p14:xfrm>
              <a:off x="9522593" y="1586095"/>
              <a:ext cx="62640" cy="133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6DF9419-A1F9-48FC-58BB-608B6E12394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511793" y="1575655"/>
                <a:ext cx="8388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8A94F41-9594-A6ED-765C-500715F6505B}"/>
                  </a:ext>
                </a:extLst>
              </p14:cNvPr>
              <p14:cNvContentPartPr/>
              <p14:nvPr/>
            </p14:nvContentPartPr>
            <p14:xfrm>
              <a:off x="9592433" y="1612015"/>
              <a:ext cx="87480" cy="114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8A94F41-9594-A6ED-765C-500715F6505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581993" y="1601575"/>
                <a:ext cx="1087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9242A7C-8979-32B0-1F12-B4F418512709}"/>
                  </a:ext>
                </a:extLst>
              </p14:cNvPr>
              <p14:cNvContentPartPr/>
              <p14:nvPr/>
            </p14:nvContentPartPr>
            <p14:xfrm>
              <a:off x="9300833" y="1819375"/>
              <a:ext cx="74160" cy="122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9242A7C-8979-32B0-1F12-B4F41851270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290393" y="1808935"/>
                <a:ext cx="954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F81F05A-EA4B-5CF7-167B-0E2DE6F4316E}"/>
                  </a:ext>
                </a:extLst>
              </p14:cNvPr>
              <p14:cNvContentPartPr/>
              <p14:nvPr/>
            </p14:nvContentPartPr>
            <p14:xfrm>
              <a:off x="9367793" y="1846375"/>
              <a:ext cx="78840" cy="54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F81F05A-EA4B-5CF7-167B-0E2DE6F4316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357353" y="1835575"/>
                <a:ext cx="1000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AD2BB6F-B9E7-427C-3A79-5DF0AABC235F}"/>
                  </a:ext>
                </a:extLst>
              </p14:cNvPr>
              <p14:cNvContentPartPr/>
              <p14:nvPr/>
            </p14:nvContentPartPr>
            <p14:xfrm>
              <a:off x="9471833" y="1825135"/>
              <a:ext cx="72000" cy="1098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AD2BB6F-B9E7-427C-3A79-5DF0AABC235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461033" y="1814695"/>
                <a:ext cx="9324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9E4D260-088E-1F1F-9561-D57E2AE336D8}"/>
                  </a:ext>
                </a:extLst>
              </p14:cNvPr>
              <p14:cNvContentPartPr/>
              <p14:nvPr/>
            </p14:nvContentPartPr>
            <p14:xfrm>
              <a:off x="9369953" y="1990375"/>
              <a:ext cx="46440" cy="1224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9E4D260-088E-1F1F-9561-D57E2AE336D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359513" y="1979935"/>
                <a:ext cx="676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8A05D57-16F9-B19B-5ABD-7EB0D022138C}"/>
                  </a:ext>
                </a:extLst>
              </p14:cNvPr>
              <p14:cNvContentPartPr/>
              <p14:nvPr/>
            </p14:nvContentPartPr>
            <p14:xfrm>
              <a:off x="9436913" y="2018815"/>
              <a:ext cx="37440" cy="96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8A05D57-16F9-B19B-5ABD-7EB0D022138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426473" y="2008375"/>
                <a:ext cx="586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86E5245-021F-A07A-B3D0-2CE9068B5ED6}"/>
                  </a:ext>
                </a:extLst>
              </p14:cNvPr>
              <p14:cNvContentPartPr/>
              <p14:nvPr/>
            </p14:nvContentPartPr>
            <p14:xfrm>
              <a:off x="9490193" y="2029615"/>
              <a:ext cx="69480" cy="59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86E5245-021F-A07A-B3D0-2CE9068B5ED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479393" y="2019175"/>
                <a:ext cx="907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5507B50-B5D9-075F-D6B9-28643283B1B0}"/>
                  </a:ext>
                </a:extLst>
              </p14:cNvPr>
              <p14:cNvContentPartPr/>
              <p14:nvPr/>
            </p14:nvContentPartPr>
            <p14:xfrm>
              <a:off x="9568673" y="2001895"/>
              <a:ext cx="21240" cy="972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5507B50-B5D9-075F-D6B9-28643283B1B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558233" y="1991095"/>
                <a:ext cx="4248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2407114-12A1-28EE-788E-3510B40BF714}"/>
                  </a:ext>
                </a:extLst>
              </p14:cNvPr>
              <p14:cNvContentPartPr/>
              <p14:nvPr/>
            </p14:nvContentPartPr>
            <p14:xfrm>
              <a:off x="9573353" y="2027095"/>
              <a:ext cx="28080" cy="259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2407114-12A1-28EE-788E-3510B40BF71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562553" y="2016655"/>
                <a:ext cx="493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0B7830C-032D-FF56-D69A-8A48C73D61C9}"/>
                  </a:ext>
                </a:extLst>
              </p14:cNvPr>
              <p14:cNvContentPartPr/>
              <p14:nvPr/>
            </p14:nvContentPartPr>
            <p14:xfrm>
              <a:off x="9594233" y="1992895"/>
              <a:ext cx="60480" cy="831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0B7830C-032D-FF56-D69A-8A48C73D61C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583433" y="1982095"/>
                <a:ext cx="817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05D725C-29CB-A2DF-A996-98A1E313CDB7}"/>
                  </a:ext>
                </a:extLst>
              </p14:cNvPr>
              <p14:cNvContentPartPr/>
              <p14:nvPr/>
            </p14:nvContentPartPr>
            <p14:xfrm>
              <a:off x="9681713" y="1976335"/>
              <a:ext cx="21240" cy="1044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05D725C-29CB-A2DF-A996-98A1E313CDB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671273" y="1965895"/>
                <a:ext cx="424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07F3719-401F-0336-6694-0F047AC6F943}"/>
                  </a:ext>
                </a:extLst>
              </p14:cNvPr>
              <p14:cNvContentPartPr/>
              <p14:nvPr/>
            </p14:nvContentPartPr>
            <p14:xfrm>
              <a:off x="9679553" y="2015575"/>
              <a:ext cx="53640" cy="39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07F3719-401F-0336-6694-0F047AC6F94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668753" y="2005135"/>
                <a:ext cx="748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3E19EF6-DE16-9AE1-2A39-31E273CEBBD4}"/>
                  </a:ext>
                </a:extLst>
              </p14:cNvPr>
              <p14:cNvContentPartPr/>
              <p14:nvPr/>
            </p14:nvContentPartPr>
            <p14:xfrm>
              <a:off x="9755873" y="1987855"/>
              <a:ext cx="44280" cy="810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3E19EF6-DE16-9AE1-2A39-31E273CEBBD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745073" y="1977415"/>
                <a:ext cx="655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21DE165-7D22-DDF3-DA1E-7316924AFF9D}"/>
                  </a:ext>
                </a:extLst>
              </p14:cNvPr>
              <p14:cNvContentPartPr/>
              <p14:nvPr/>
            </p14:nvContentPartPr>
            <p14:xfrm>
              <a:off x="9801953" y="1985695"/>
              <a:ext cx="25920" cy="69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21DE165-7D22-DDF3-DA1E-7316924AFF9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791153" y="1974895"/>
                <a:ext cx="4716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A3166B3-5A83-D22D-035A-1103BF02D200}"/>
                  </a:ext>
                </a:extLst>
              </p14:cNvPr>
              <p14:cNvContentPartPr/>
              <p14:nvPr/>
            </p14:nvContentPartPr>
            <p14:xfrm>
              <a:off x="9841193" y="1991455"/>
              <a:ext cx="37440" cy="820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A3166B3-5A83-D22D-035A-1103BF02D20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830393" y="1981015"/>
                <a:ext cx="5868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CAAFEAB-BDE4-020C-C7F3-A93E1AFCD389}"/>
                  </a:ext>
                </a:extLst>
              </p14:cNvPr>
              <p14:cNvContentPartPr/>
              <p14:nvPr/>
            </p14:nvContentPartPr>
            <p14:xfrm>
              <a:off x="9901313" y="2052655"/>
              <a:ext cx="25920" cy="50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CAAFEAB-BDE4-020C-C7F3-A93E1AFCD38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890513" y="2041855"/>
                <a:ext cx="471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69CA935-0900-E338-4763-237A81AFF267}"/>
                  </a:ext>
                </a:extLst>
              </p14:cNvPr>
              <p14:cNvContentPartPr/>
              <p14:nvPr/>
            </p14:nvContentPartPr>
            <p14:xfrm>
              <a:off x="7349831" y="5862542"/>
              <a:ext cx="3223706" cy="76095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69CA935-0900-E338-4763-237A81AFF26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339391" y="5851743"/>
                <a:ext cx="3244945" cy="7821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43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5D7356B-0242-A14B-F480-ED99A6CE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8925"/>
            <a:ext cx="8559800" cy="64135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Exercise: </a:t>
            </a:r>
            <a:r>
              <a:rPr lang="en-US" dirty="0" err="1"/>
              <a:t>bruteforce</a:t>
            </a:r>
            <a:r>
              <a:rPr lang="en-US" dirty="0"/>
              <a:t> attack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2AEA29-D3C6-7217-E151-C80EF99BB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95400"/>
            <a:ext cx="5384800" cy="41910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Using one of the fastest supercomputers in 2019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No. of combination checks per second = 10</a:t>
            </a:r>
            <a:r>
              <a:rPr lang="en-US" sz="1800" baseline="30000" dirty="0"/>
              <a:t>14</a:t>
            </a:r>
            <a:r>
              <a:rPr lang="en-US" sz="1800" dirty="0"/>
              <a:t> (100 million million)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No. of seconds in one Year = 365 x 24 x 60 x 60 = 31536000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No. of Years to crack AES with 256-bit Key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		= 1.1 * 10</a:t>
            </a:r>
            <a:r>
              <a:rPr lang="en-US" sz="1800" baseline="30000" dirty="0"/>
              <a:t>77</a:t>
            </a:r>
            <a:r>
              <a:rPr lang="en-US" sz="1800" dirty="0"/>
              <a:t> / ( 10</a:t>
            </a:r>
            <a:r>
              <a:rPr lang="en-US" sz="1800" baseline="30000" dirty="0"/>
              <a:t>14</a:t>
            </a:r>
            <a:r>
              <a:rPr lang="en-US" sz="1800" dirty="0"/>
              <a:t> x 31536000 )</a:t>
            </a:r>
            <a:br>
              <a:rPr lang="en-US" sz="1800" dirty="0"/>
            </a:br>
            <a:r>
              <a:rPr lang="en-US" sz="1800" dirty="0"/>
              <a:t>                	~ 3.5 * 10</a:t>
            </a:r>
            <a:r>
              <a:rPr lang="en-US" sz="1800" baseline="30000" dirty="0"/>
              <a:t>55</a:t>
            </a:r>
            <a:r>
              <a:rPr lang="en-US" sz="1800" dirty="0"/>
              <a:t> years</a:t>
            </a:r>
            <a:br>
              <a:rPr lang="en-US" sz="1800" dirty="0"/>
            </a:br>
            <a:r>
              <a:rPr lang="en-US" sz="1800" dirty="0"/>
              <a:t>                	~ billions of years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2A958B-7157-0989-27F1-06350BCC3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268" y="1295400"/>
            <a:ext cx="4083676" cy="3501752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AE4A9-A1F4-B18A-C8F9-AB8C3CB3A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8533" y="6629400"/>
            <a:ext cx="1727200" cy="2286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66B3B5CC-1FAB-4AEE-A1D8-F673B74B29C7}" type="slidenum">
              <a:rPr lang="en-US" smtClean="0"/>
              <a:pPr>
                <a:spcAft>
                  <a:spcPts val="600"/>
                </a:spcAft>
                <a:defRPr/>
              </a:pPr>
              <a:t>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CAF5B8D-B2F2-6A7C-18E2-BB78990BC51C}"/>
                  </a:ext>
                </a:extLst>
              </p14:cNvPr>
              <p14:cNvContentPartPr/>
              <p14:nvPr/>
            </p14:nvContentPartPr>
            <p14:xfrm>
              <a:off x="9547815" y="3947969"/>
              <a:ext cx="344520" cy="178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CAF5B8D-B2F2-6A7C-18E2-BB78990BC5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37015" y="3937529"/>
                <a:ext cx="36576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BF737D2-2744-5666-139D-229C404B39B1}"/>
                  </a:ext>
                </a:extLst>
              </p14:cNvPr>
              <p14:cNvContentPartPr/>
              <p14:nvPr/>
            </p14:nvContentPartPr>
            <p14:xfrm>
              <a:off x="9535935" y="4211129"/>
              <a:ext cx="325440" cy="181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BF737D2-2744-5666-139D-229C404B39B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25483" y="4200350"/>
                <a:ext cx="346704" cy="2029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1066378-F8C4-DE61-B192-C0FDE80C7852}"/>
                  </a:ext>
                </a:extLst>
              </p14:cNvPr>
              <p14:cNvContentPartPr/>
              <p14:nvPr/>
            </p14:nvContentPartPr>
            <p14:xfrm>
              <a:off x="5287948" y="5839572"/>
              <a:ext cx="3141000" cy="7372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1066378-F8C4-DE61-B192-C0FDE80C785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77148" y="5829127"/>
                <a:ext cx="3162240" cy="758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AD29495-1A65-F828-1B07-22C801BD301E}"/>
                  </a:ext>
                </a:extLst>
              </p14:cNvPr>
              <p14:cNvContentPartPr/>
              <p14:nvPr/>
            </p14:nvContentPartPr>
            <p14:xfrm>
              <a:off x="4164748" y="5953332"/>
              <a:ext cx="925920" cy="3909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AD29495-1A65-F828-1B07-22C801BD301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54308" y="5942892"/>
                <a:ext cx="94716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567B76A-A1A6-B184-86BE-0FC7D984EC2B}"/>
                  </a:ext>
                </a:extLst>
              </p14:cNvPr>
              <p14:cNvContentPartPr/>
              <p14:nvPr/>
            </p14:nvContentPartPr>
            <p14:xfrm>
              <a:off x="4534108" y="5480292"/>
              <a:ext cx="494280" cy="2988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567B76A-A1A6-B184-86BE-0FC7D984EC2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23308" y="5469479"/>
                <a:ext cx="515520" cy="320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30E04F7-6697-8ACB-CC6A-0E602FF7E3C7}"/>
                  </a:ext>
                </a:extLst>
              </p14:cNvPr>
              <p14:cNvContentPartPr/>
              <p14:nvPr/>
            </p14:nvContentPartPr>
            <p14:xfrm>
              <a:off x="3946948" y="5516652"/>
              <a:ext cx="374040" cy="3020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30E04F7-6697-8ACB-CC6A-0E602FF7E3C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36508" y="5506212"/>
                <a:ext cx="39528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EAD4B858-B626-4CE6-56BA-CA12DBB84F99}"/>
                  </a:ext>
                </a:extLst>
              </p14:cNvPr>
              <p14:cNvContentPartPr/>
              <p14:nvPr/>
            </p14:nvContentPartPr>
            <p14:xfrm>
              <a:off x="2609908" y="5090412"/>
              <a:ext cx="1097640" cy="8060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EAD4B858-B626-4CE6-56BA-CA12DBB84F9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99468" y="5079617"/>
                <a:ext cx="1118880" cy="827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E672A57-5965-9D4D-5E0A-1B81AC86A6B0}"/>
                  </a:ext>
                </a:extLst>
              </p14:cNvPr>
              <p14:cNvContentPartPr/>
              <p14:nvPr/>
            </p14:nvContentPartPr>
            <p14:xfrm>
              <a:off x="3648994" y="3285272"/>
              <a:ext cx="588240" cy="3052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E672A57-5965-9D4D-5E0A-1B81AC86A6B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38548" y="3274820"/>
                <a:ext cx="609493" cy="3265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43BEC6B9-6003-BEC5-C414-B14F44C2981E}"/>
                  </a:ext>
                </a:extLst>
              </p14:cNvPr>
              <p14:cNvContentPartPr/>
              <p14:nvPr/>
            </p14:nvContentPartPr>
            <p14:xfrm>
              <a:off x="2805154" y="3256112"/>
              <a:ext cx="732240" cy="1890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43BEC6B9-6003-BEC5-C414-B14F44C2981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94359" y="3245333"/>
                <a:ext cx="753470" cy="21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9A6D748-ADB6-43FF-0445-EE3D93D37EE4}"/>
                  </a:ext>
                </a:extLst>
              </p14:cNvPr>
              <p14:cNvContentPartPr/>
              <p14:nvPr/>
            </p14:nvContentPartPr>
            <p14:xfrm>
              <a:off x="2599954" y="3310832"/>
              <a:ext cx="74880" cy="1170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9A6D748-ADB6-43FF-0445-EE3D93D37EE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589514" y="3300392"/>
                <a:ext cx="961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40549C0-EB6B-7741-7B03-8EB4A0249E11}"/>
                  </a:ext>
                </a:extLst>
              </p14:cNvPr>
              <p14:cNvContentPartPr/>
              <p14:nvPr/>
            </p14:nvContentPartPr>
            <p14:xfrm>
              <a:off x="2247514" y="3292472"/>
              <a:ext cx="236160" cy="1800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40549C0-EB6B-7741-7B03-8EB4A0249E1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237058" y="3281672"/>
                <a:ext cx="257432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0346623-2984-8DC8-2001-030B63F2F102}"/>
                  </a:ext>
                </a:extLst>
              </p14:cNvPr>
              <p14:cNvContentPartPr/>
              <p14:nvPr/>
            </p14:nvContentPartPr>
            <p14:xfrm>
              <a:off x="1793194" y="3274112"/>
              <a:ext cx="345240" cy="1681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0346623-2984-8DC8-2001-030B63F2F10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82754" y="3263312"/>
                <a:ext cx="3664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70633448-4025-E5F4-8AF4-F3DEB5CCDFE0}"/>
                  </a:ext>
                </a:extLst>
              </p14:cNvPr>
              <p14:cNvContentPartPr/>
              <p14:nvPr/>
            </p14:nvContentPartPr>
            <p14:xfrm>
              <a:off x="1366954" y="3301832"/>
              <a:ext cx="307440" cy="1767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70633448-4025-E5F4-8AF4-F3DEB5CCDFE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356167" y="3291032"/>
                <a:ext cx="328655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AD8BF18-FCCA-09B8-90F0-B20C6ADCB367}"/>
                  </a:ext>
                </a:extLst>
              </p14:cNvPr>
              <p14:cNvContentPartPr/>
              <p14:nvPr/>
            </p14:nvContentPartPr>
            <p14:xfrm>
              <a:off x="201960" y="4374810"/>
              <a:ext cx="734400" cy="2102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AD8BF18-FCCA-09B8-90F0-B20C6ADCB36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91165" y="4364010"/>
                <a:ext cx="75563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17489E8-8CCB-E4B4-1BF2-727A4E59D2B3}"/>
                  </a:ext>
                </a:extLst>
              </p14:cNvPr>
              <p14:cNvContentPartPr/>
              <p14:nvPr/>
            </p14:nvContentPartPr>
            <p14:xfrm>
              <a:off x="454320" y="4934250"/>
              <a:ext cx="109080" cy="1015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17489E8-8CCB-E4B4-1BF2-727A4E59D2B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43880" y="4923810"/>
                <a:ext cx="13032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AFD0E4D2-E5EB-8E8F-B52C-5630A2D91D4D}"/>
                  </a:ext>
                </a:extLst>
              </p14:cNvPr>
              <p14:cNvContentPartPr/>
              <p14:nvPr/>
            </p14:nvContentPartPr>
            <p14:xfrm>
              <a:off x="345600" y="4448610"/>
              <a:ext cx="571680" cy="3960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AFD0E4D2-E5EB-8E8F-B52C-5630A2D91D4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35160" y="4437820"/>
                <a:ext cx="592920" cy="417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DF181A4-E080-6038-C75E-35CEAF5D6FDF}"/>
                  </a:ext>
                </a:extLst>
              </p14:cNvPr>
              <p14:cNvContentPartPr/>
              <p14:nvPr/>
            </p14:nvContentPartPr>
            <p14:xfrm>
              <a:off x="291240" y="5066370"/>
              <a:ext cx="843480" cy="4665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DF181A4-E080-6038-C75E-35CEAF5D6FD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80440" y="5055930"/>
                <a:ext cx="86472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6E490B67-2482-0FFF-866F-3528A3F1AAD3}"/>
                  </a:ext>
                </a:extLst>
              </p14:cNvPr>
              <p14:cNvContentPartPr/>
              <p14:nvPr/>
            </p14:nvContentPartPr>
            <p14:xfrm>
              <a:off x="473760" y="5548050"/>
              <a:ext cx="649080" cy="2336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6E490B67-2482-0FFF-866F-3528A3F1AAD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63320" y="5537610"/>
                <a:ext cx="6703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23CDF286-359E-24C8-D468-4C9A7B35E723}"/>
                  </a:ext>
                </a:extLst>
              </p14:cNvPr>
              <p14:cNvContentPartPr/>
              <p14:nvPr/>
            </p14:nvContentPartPr>
            <p14:xfrm>
              <a:off x="489240" y="5827770"/>
              <a:ext cx="1274760" cy="5907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23CDF286-359E-24C8-D468-4C9A7B35E72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78800" y="5817324"/>
                <a:ext cx="1296000" cy="6120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356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67D5-167F-9D57-4373-FBC525F7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operation mode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A62A0-18B8-776A-39D0-E0053B2A7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3399649"/>
          </a:xfrm>
        </p:spPr>
        <p:txBody>
          <a:bodyPr/>
          <a:lstStyle/>
          <a:p>
            <a:pPr marL="0" indent="0">
              <a:buNone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Consider the following simple block cipher with block size 3 where a 3-bit input is substituted by a 3-bit output (e.g., the encryption of message block 000 gives the ciphertext block 011, the encryption of 001 gives 110, etc.).</a:t>
            </a:r>
          </a:p>
          <a:p>
            <a:endParaRPr lang="en-AU" sz="1800" dirty="0">
              <a:latin typeface="Arial" panose="020B0604020202020204" pitchFamily="34" charset="0"/>
            </a:endParaRPr>
          </a:p>
          <a:p>
            <a:endParaRPr lang="en-AU" sz="1800" dirty="0">
              <a:latin typeface="Arial" panose="020B0604020202020204" pitchFamily="34" charset="0"/>
            </a:endParaRPr>
          </a:p>
          <a:p>
            <a:endParaRPr lang="en-AU" sz="1800" dirty="0">
              <a:latin typeface="Arial" panose="020B0604020202020204" pitchFamily="34" charset="0"/>
            </a:endParaRPr>
          </a:p>
          <a:p>
            <a:endParaRPr lang="en-AU" sz="1800" dirty="0">
              <a:latin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Given a plaintext 101 000, compute the corresponding ciphertext when the following operations modes are applied with IV = 010. (Hint: 0 </a:t>
            </a:r>
            <a:r>
              <a:rPr lang="en-AU" sz="1800" dirty="0">
                <a:effectLst/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Å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 = 1, 1</a:t>
            </a:r>
            <a:r>
              <a:rPr lang="en-AU" sz="1800" dirty="0">
                <a:effectLst/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Å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1= 0</a:t>
            </a:r>
            <a:r>
              <a:rPr lang="en-AU" sz="1800" dirty="0">
                <a:effectLst/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Å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0 = 0) 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ECB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CBC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00CF0-5646-1178-A6E7-BF23CA0F8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AE90C7-57E7-496C-8761-8DFBC43A06C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9DA635-60E0-E74E-E0B4-043622BD9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209" y="2571076"/>
            <a:ext cx="7687581" cy="7814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B95948-CD95-398E-918D-8A434606B3ED}"/>
              </a:ext>
            </a:extLst>
          </p:cNvPr>
          <p:cNvSpPr txBox="1"/>
          <p:nvPr/>
        </p:nvSpPr>
        <p:spPr>
          <a:xfrm>
            <a:off x="609600" y="4854714"/>
            <a:ext cx="10887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ECB: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000 011</a:t>
            </a:r>
            <a:r>
              <a:rPr lang="en-AU" sz="1800" dirty="0">
                <a:latin typeface="Arial" panose="020B0604020202020204" pitchFamily="34" charset="0"/>
                <a:ea typeface="Arial" panose="020B0604020202020204" pitchFamily="34" charset="0"/>
              </a:rPr>
              <a:t>						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CBC:</a:t>
            </a:r>
            <a:r>
              <a:rPr lang="en-US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</a:t>
            </a:r>
            <a:r>
              <a:rPr lang="en-AU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010 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010 111</a:t>
            </a:r>
            <a:b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b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						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101 </a:t>
            </a:r>
            <a:r>
              <a:rPr lang="en-AU" sz="1800" dirty="0">
                <a:effectLst/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Å 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010   --&gt; </a:t>
            </a:r>
            <a:r>
              <a:rPr lang="en-AU" sz="1800" dirty="0">
                <a:latin typeface="Arial" panose="020B0604020202020204" pitchFamily="34" charset="0"/>
                <a:ea typeface="Arial" panose="020B0604020202020204" pitchFamily="34" charset="0"/>
              </a:rPr>
              <a:t>   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111 </a:t>
            </a:r>
            <a:r>
              <a:rPr lang="en-AU" sz="1800" dirty="0">
                <a:latin typeface="Arial" panose="020B0604020202020204" pitchFamily="34" charset="0"/>
                <a:ea typeface="Arial" panose="020B0604020202020204" pitchFamily="34" charset="0"/>
              </a:rPr>
              <a:t>    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--enc--&gt;      010</a:t>
            </a:r>
            <a:b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						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010 </a:t>
            </a:r>
            <a:r>
              <a:rPr lang="en-AU" sz="1800" dirty="0">
                <a:effectLst/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Å 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000   --&gt; </a:t>
            </a:r>
            <a:r>
              <a:rPr lang="en-AU" sz="1800" dirty="0">
                <a:latin typeface="Arial" panose="020B0604020202020204" pitchFamily="34" charset="0"/>
                <a:ea typeface="Arial" panose="020B0604020202020204" pitchFamily="34" charset="0"/>
              </a:rPr>
              <a:t>   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010    --enc--&gt;       111</a:t>
            </a:r>
            <a:endParaRPr lang="en-US" sz="20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4869348-9BF0-81B5-D7D0-AA23B68B32C9}"/>
                  </a:ext>
                </a:extLst>
              </p14:cNvPr>
              <p14:cNvContentPartPr/>
              <p14:nvPr/>
            </p14:nvContentPartPr>
            <p14:xfrm>
              <a:off x="3979440" y="4353087"/>
              <a:ext cx="293040" cy="365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4869348-9BF0-81B5-D7D0-AA23B68B32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8640" y="4342647"/>
                <a:ext cx="31428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CF5A811-B949-5648-2130-5C11A15F4C16}"/>
                  </a:ext>
                </a:extLst>
              </p14:cNvPr>
              <p14:cNvContentPartPr/>
              <p14:nvPr/>
            </p14:nvContentPartPr>
            <p14:xfrm>
              <a:off x="3231000" y="4386567"/>
              <a:ext cx="488880" cy="349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CF5A811-B949-5648-2130-5C11A15F4C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20552" y="4376127"/>
                <a:ext cx="510136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00C0C2E-B0A8-FB5B-E2DE-EAE0A2A50F94}"/>
                  </a:ext>
                </a:extLst>
              </p14:cNvPr>
              <p14:cNvContentPartPr/>
              <p14:nvPr/>
            </p14:nvContentPartPr>
            <p14:xfrm>
              <a:off x="4533120" y="4317087"/>
              <a:ext cx="283680" cy="282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00C0C2E-B0A8-FB5B-E2DE-EAE0A2A50F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22680" y="4306287"/>
                <a:ext cx="30492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5922D10-7FE6-3838-4E8C-397BD7335AE0}"/>
                  </a:ext>
                </a:extLst>
              </p14:cNvPr>
              <p14:cNvContentPartPr/>
              <p14:nvPr/>
            </p14:nvContentPartPr>
            <p14:xfrm>
              <a:off x="5003640" y="4268847"/>
              <a:ext cx="283680" cy="325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5922D10-7FE6-3838-4E8C-397BD7335A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92840" y="4258047"/>
                <a:ext cx="30492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3AF530A-52B5-03AE-FC5A-1EB67AD2A8E4}"/>
                  </a:ext>
                </a:extLst>
              </p14:cNvPr>
              <p14:cNvContentPartPr/>
              <p14:nvPr/>
            </p14:nvContentPartPr>
            <p14:xfrm>
              <a:off x="5461560" y="4280727"/>
              <a:ext cx="151200" cy="271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3AF530A-52B5-03AE-FC5A-1EB67AD2A8E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51120" y="4270287"/>
                <a:ext cx="17244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83988F0-2B6D-4515-A654-3525D5763C99}"/>
                  </a:ext>
                </a:extLst>
              </p14:cNvPr>
              <p14:cNvContentPartPr/>
              <p14:nvPr/>
            </p14:nvContentPartPr>
            <p14:xfrm>
              <a:off x="5250600" y="4667367"/>
              <a:ext cx="410400" cy="5241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83988F0-2B6D-4515-A654-3525D5763C9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40160" y="4656567"/>
                <a:ext cx="431640" cy="54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95B5DA2-5568-8806-2AD1-46089B011043}"/>
                  </a:ext>
                </a:extLst>
              </p14:cNvPr>
              <p14:cNvContentPartPr/>
              <p14:nvPr/>
            </p14:nvContentPartPr>
            <p14:xfrm>
              <a:off x="4546080" y="5576727"/>
              <a:ext cx="602280" cy="319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95B5DA2-5568-8806-2AD1-46089B01104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535286" y="5566287"/>
                <a:ext cx="623507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E405223-7B80-BE7A-C7F5-42311F6218D3}"/>
                  </a:ext>
                </a:extLst>
              </p14:cNvPr>
              <p14:cNvContentPartPr/>
              <p14:nvPr/>
            </p14:nvContentPartPr>
            <p14:xfrm>
              <a:off x="4062960" y="5595807"/>
              <a:ext cx="223200" cy="361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E405223-7B80-BE7A-C7F5-42311F6218D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052537" y="5585007"/>
                <a:ext cx="244406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D33DBC2-D33C-6A3E-556B-3695839AB851}"/>
                  </a:ext>
                </a:extLst>
              </p14:cNvPr>
              <p14:cNvContentPartPr/>
              <p14:nvPr/>
            </p14:nvContentPartPr>
            <p14:xfrm>
              <a:off x="3327480" y="5619207"/>
              <a:ext cx="488880" cy="2768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D33DBC2-D33C-6A3E-556B-3695839AB85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17032" y="5608407"/>
                <a:ext cx="510136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004A90E-3F61-A1D2-84BA-44F81221386D}"/>
                  </a:ext>
                </a:extLst>
              </p14:cNvPr>
              <p14:cNvContentPartPr/>
              <p14:nvPr/>
            </p14:nvContentPartPr>
            <p14:xfrm>
              <a:off x="5348520" y="5637927"/>
              <a:ext cx="577080" cy="3171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004A90E-3F61-A1D2-84BA-44F81221386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337720" y="5627127"/>
                <a:ext cx="5983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94F36B9-9934-B3CE-6757-79B3713E8B32}"/>
                  </a:ext>
                </a:extLst>
              </p14:cNvPr>
              <p14:cNvContentPartPr/>
              <p14:nvPr/>
            </p14:nvContentPartPr>
            <p14:xfrm>
              <a:off x="5726880" y="6137607"/>
              <a:ext cx="30600" cy="1753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94F36B9-9934-B3CE-6757-79B3713E8B3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16440" y="6126807"/>
                <a:ext cx="518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2F51F5C-9579-06B4-1D7F-84C5FA901E59}"/>
                  </a:ext>
                </a:extLst>
              </p14:cNvPr>
              <p14:cNvContentPartPr/>
              <p14:nvPr/>
            </p14:nvContentPartPr>
            <p14:xfrm>
              <a:off x="5865480" y="6101247"/>
              <a:ext cx="54720" cy="2775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2F51F5C-9579-06B4-1D7F-84C5FA901E5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855040" y="6090807"/>
                <a:ext cx="759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FEC82EB-46E7-3516-B739-EC855567ABCB}"/>
                  </a:ext>
                </a:extLst>
              </p14:cNvPr>
              <p14:cNvContentPartPr/>
              <p14:nvPr/>
            </p14:nvContentPartPr>
            <p14:xfrm>
              <a:off x="5503680" y="5999727"/>
              <a:ext cx="138240" cy="340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FEC82EB-46E7-3516-B739-EC855567ABC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493240" y="5988927"/>
                <a:ext cx="15948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ABECCDD-EA92-3795-26AC-4E04DD01636D}"/>
                  </a:ext>
                </a:extLst>
              </p14:cNvPr>
              <p14:cNvContentPartPr/>
              <p14:nvPr/>
            </p14:nvContentPartPr>
            <p14:xfrm>
              <a:off x="5599109" y="5382718"/>
              <a:ext cx="108360" cy="4438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ABECCDD-EA92-3795-26AC-4E04DD01636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588704" y="5372278"/>
                <a:ext cx="12953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B105605-8283-CF0C-706B-EA6E5E3F474C}"/>
                  </a:ext>
                </a:extLst>
              </p14:cNvPr>
              <p14:cNvContentPartPr/>
              <p14:nvPr/>
            </p14:nvContentPartPr>
            <p14:xfrm>
              <a:off x="5515328" y="6156187"/>
              <a:ext cx="317880" cy="212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B105605-8283-CF0C-706B-EA6E5E3F474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504888" y="6145387"/>
                <a:ext cx="33912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EAEB85C-1356-F530-62FF-4C1D7BD41464}"/>
                  </a:ext>
                </a:extLst>
              </p14:cNvPr>
              <p14:cNvContentPartPr/>
              <p14:nvPr/>
            </p14:nvContentPartPr>
            <p14:xfrm>
              <a:off x="6014288" y="6102907"/>
              <a:ext cx="57960" cy="1951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EAEB85C-1356-F530-62FF-4C1D7BD4146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003848" y="6092467"/>
                <a:ext cx="7920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863A9C5-4EB1-D4FC-257A-21393898E82B}"/>
                  </a:ext>
                </a:extLst>
              </p14:cNvPr>
              <p14:cNvContentPartPr/>
              <p14:nvPr/>
            </p14:nvContentPartPr>
            <p14:xfrm>
              <a:off x="6182768" y="6014347"/>
              <a:ext cx="27000" cy="1864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863A9C5-4EB1-D4FC-257A-21393898E82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171968" y="6003907"/>
                <a:ext cx="4824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3F44A44-30BB-88BB-AEE4-1026B4BA3E5D}"/>
                  </a:ext>
                </a:extLst>
              </p14:cNvPr>
              <p14:cNvContentPartPr/>
              <p14:nvPr/>
            </p14:nvContentPartPr>
            <p14:xfrm>
              <a:off x="6262328" y="6001027"/>
              <a:ext cx="71280" cy="2307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3F44A44-30BB-88BB-AEE4-1026B4BA3E5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251888" y="5990587"/>
                <a:ext cx="92520" cy="2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477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389" y="237074"/>
            <a:ext cx="8382000" cy="646331"/>
          </a:xfrm>
        </p:spPr>
        <p:txBody>
          <a:bodyPr/>
          <a:lstStyle/>
          <a:p>
            <a:r>
              <a:rPr lang="en-US" dirty="0"/>
              <a:t>Troubles of Secret Key Distribution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CDC29-1A8F-43CB-A892-15B283BB8DB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5" name="Picture 4" descr="j0078743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2514600"/>
            <a:ext cx="914400" cy="1247274"/>
          </a:xfrm>
          <a:prstGeom prst="rect">
            <a:avLst/>
          </a:prstGeom>
        </p:spPr>
      </p:pic>
      <p:pic>
        <p:nvPicPr>
          <p:cNvPr id="6" name="Picture 5" descr="j0078628.w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579054"/>
            <a:ext cx="1066800" cy="1307146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>
            <a:off x="8305800" y="3124200"/>
            <a:ext cx="685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343400" y="3200400"/>
            <a:ext cx="457200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39000" y="1524000"/>
            <a:ext cx="3429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omic Sans MS"/>
              </a:rPr>
              <a:t>how do I send the key to my recipient </a:t>
            </a:r>
            <a:r>
              <a:rPr lang="en-US" sz="1800" b="1" dirty="0">
                <a:latin typeface="Comic Sans MS"/>
              </a:rPr>
              <a:t>securely</a:t>
            </a:r>
            <a:r>
              <a:rPr lang="en-US" dirty="0"/>
              <a:t>?</a:t>
            </a:r>
          </a:p>
        </p:txBody>
      </p:sp>
      <p:pic>
        <p:nvPicPr>
          <p:cNvPr id="20" name="Picture 19" descr="j0078708.w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2" y="2209801"/>
            <a:ext cx="2666999" cy="2313709"/>
          </a:xfrm>
          <a:prstGeom prst="rect">
            <a:avLst/>
          </a:prstGeom>
        </p:spPr>
      </p:pic>
      <p:sp>
        <p:nvSpPr>
          <p:cNvPr id="23" name="Cloud 22"/>
          <p:cNvSpPr/>
          <p:nvPr/>
        </p:nvSpPr>
        <p:spPr>
          <a:xfrm>
            <a:off x="4876800" y="2286000"/>
            <a:ext cx="3276600" cy="1828800"/>
          </a:xfrm>
          <a:prstGeom prst="cloud">
            <a:avLst/>
          </a:prstGeom>
          <a:solidFill>
            <a:srgbClr val="CCFF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4" name="Picture 23" descr="j0232605.wm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590800"/>
            <a:ext cx="609600" cy="86164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4889" y="4267200"/>
            <a:ext cx="3429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latin typeface="Comic Sans MS"/>
              </a:rPr>
              <a:t>Oooops</a:t>
            </a:r>
            <a:r>
              <a:rPr lang="en-US" sz="1800" dirty="0">
                <a:latin typeface="Comic Sans MS"/>
              </a:rPr>
              <a:t>, I have to keep so many secret keys for them</a:t>
            </a:r>
            <a:r>
              <a:rPr lang="en-US" dirty="0"/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1" y="5181600"/>
            <a:ext cx="8610599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Pair-wise secure communication among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 users: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</a:rPr>
              <a:t>n(n-1)/2</a:t>
            </a:r>
            <a:r>
              <a:rPr lang="en-US" dirty="0"/>
              <a:t> different secret keys in total</a:t>
            </a:r>
          </a:p>
          <a:p>
            <a:pPr marL="342900" indent="-342900">
              <a:buFont typeface="Arial"/>
              <a:buChar char="•"/>
            </a:pPr>
            <a:r>
              <a:rPr lang="en-US" dirty="0">
                <a:solidFill>
                  <a:srgbClr val="FF0000"/>
                </a:solidFill>
              </a:rPr>
              <a:t>n-1</a:t>
            </a:r>
            <a:r>
              <a:rPr lang="en-US" dirty="0"/>
              <a:t> secret key stored by each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5252" y="3634770"/>
            <a:ext cx="8021748" cy="1569660"/>
          </a:xfrm>
          <a:prstGeom prst="rect">
            <a:avLst/>
          </a:prstGeom>
          <a:solidFill>
            <a:srgbClr val="FFFC00"/>
          </a:solidFill>
          <a:ln>
            <a:solidFill>
              <a:srgbClr val="00B050"/>
            </a:solidFill>
          </a:ln>
          <a:effectLst>
            <a:outerShdw blurRad="76200" dist="38100" dir="18000000" sx="101000" sy="101000" algn="bl" rotWithShape="0">
              <a:schemeClr val="tx1">
                <a:alpha val="50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200" b="1" dirty="0"/>
              <a:t>Symmetric key encryption:</a:t>
            </a:r>
          </a:p>
          <a:p>
            <a:pPr marL="342900" indent="-342900">
              <a:buFont typeface="Arial" charset="0"/>
              <a:buChar char="•"/>
            </a:pPr>
            <a:r>
              <a:rPr lang="en-US" sz="3200" dirty="0"/>
              <a:t>Requires a SECURE key distribution channel</a:t>
            </a:r>
          </a:p>
          <a:p>
            <a:pPr marL="342900" indent="-342900">
              <a:buFont typeface="Arial" charset="0"/>
              <a:buChar char="•"/>
            </a:pPr>
            <a:r>
              <a:rPr lang="en-US" sz="3200" dirty="0"/>
              <a:t>Not scalable.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B7B308C-AD6E-EB8D-94B2-C49C98B3E091}"/>
                  </a:ext>
                </a:extLst>
              </p14:cNvPr>
              <p14:cNvContentPartPr/>
              <p14:nvPr/>
            </p14:nvContentPartPr>
            <p14:xfrm>
              <a:off x="7291272" y="5666964"/>
              <a:ext cx="61200" cy="162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B7B308C-AD6E-EB8D-94B2-C49C98B3E0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80832" y="5656164"/>
                <a:ext cx="824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F92982A-EBC8-159C-542B-72A411FE1211}"/>
                  </a:ext>
                </a:extLst>
              </p14:cNvPr>
              <p14:cNvContentPartPr/>
              <p14:nvPr/>
            </p14:nvContentPartPr>
            <p14:xfrm>
              <a:off x="7198032" y="5872884"/>
              <a:ext cx="19080" cy="211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F92982A-EBC8-159C-542B-72A411FE12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87232" y="5862444"/>
                <a:ext cx="4032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9CFEF43-6917-F630-BB3B-4DFDF40AD9ED}"/>
                  </a:ext>
                </a:extLst>
              </p14:cNvPr>
              <p14:cNvContentPartPr/>
              <p14:nvPr/>
            </p14:nvContentPartPr>
            <p14:xfrm>
              <a:off x="7179312" y="5857404"/>
              <a:ext cx="93240" cy="116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9CFEF43-6917-F630-BB3B-4DFDF40AD9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68512" y="5846604"/>
                <a:ext cx="1144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FD3C120-23AE-371F-98AF-DA34D5E256CA}"/>
                  </a:ext>
                </a:extLst>
              </p14:cNvPr>
              <p14:cNvContentPartPr/>
              <p14:nvPr/>
            </p14:nvContentPartPr>
            <p14:xfrm>
              <a:off x="7295952" y="5885484"/>
              <a:ext cx="98280" cy="126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FD3C120-23AE-371F-98AF-DA34D5E256C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85512" y="5874684"/>
                <a:ext cx="11952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1CF05A4-FF56-4CDE-C647-9DACB93CE147}"/>
                  </a:ext>
                </a:extLst>
              </p14:cNvPr>
              <p14:cNvContentPartPr/>
              <p14:nvPr/>
            </p14:nvContentPartPr>
            <p14:xfrm>
              <a:off x="7422312" y="5922924"/>
              <a:ext cx="9720" cy="67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1CF05A4-FF56-4CDE-C647-9DACB93CE14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11512" y="5912124"/>
                <a:ext cx="309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64AD416-05D1-4F5E-5D02-58F6BC8FEF6C}"/>
                  </a:ext>
                </a:extLst>
              </p14:cNvPr>
              <p14:cNvContentPartPr/>
              <p14:nvPr/>
            </p14:nvContentPartPr>
            <p14:xfrm>
              <a:off x="7441032" y="5866764"/>
              <a:ext cx="9720" cy="14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64AD416-05D1-4F5E-5D02-58F6BC8FEF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30232" y="5855964"/>
                <a:ext cx="3096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CDE20AA-BC2A-F3B1-B30F-13602603AE81}"/>
                  </a:ext>
                </a:extLst>
              </p14:cNvPr>
              <p14:cNvContentPartPr/>
              <p14:nvPr/>
            </p14:nvContentPartPr>
            <p14:xfrm>
              <a:off x="7496832" y="5871444"/>
              <a:ext cx="65880" cy="165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CDE20AA-BC2A-F3B1-B30F-13602603AE8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86392" y="5860644"/>
                <a:ext cx="8712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82AD487-0FB0-2452-C223-680AD567061C}"/>
                  </a:ext>
                </a:extLst>
              </p14:cNvPr>
              <p14:cNvContentPartPr/>
              <p14:nvPr/>
            </p14:nvContentPartPr>
            <p14:xfrm>
              <a:off x="7688352" y="5845524"/>
              <a:ext cx="9720" cy="175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82AD487-0FB0-2452-C223-680AD567061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677912" y="5834724"/>
                <a:ext cx="3096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AC10185-D0DC-DCB9-303F-502C1680CEA6}"/>
                  </a:ext>
                </a:extLst>
              </p14:cNvPr>
              <p14:cNvContentPartPr/>
              <p14:nvPr/>
            </p14:nvContentPartPr>
            <p14:xfrm>
              <a:off x="7655592" y="5936604"/>
              <a:ext cx="65880" cy="19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AC10185-D0DC-DCB9-303F-502C1680CEA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45152" y="5926164"/>
                <a:ext cx="871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0135DB4-B5C7-9FFB-D6C8-D5E3BA04140C}"/>
                  </a:ext>
                </a:extLst>
              </p14:cNvPr>
              <p14:cNvContentPartPr/>
              <p14:nvPr/>
            </p14:nvContentPartPr>
            <p14:xfrm>
              <a:off x="7735152" y="5899524"/>
              <a:ext cx="79920" cy="93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0135DB4-B5C7-9FFB-D6C8-D5E3BA04140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724352" y="5888724"/>
                <a:ext cx="10116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D88EEA3-F6DA-5FCA-EFD2-7F01ED13B0F1}"/>
                  </a:ext>
                </a:extLst>
              </p14:cNvPr>
              <p14:cNvContentPartPr/>
              <p14:nvPr/>
            </p14:nvContentPartPr>
            <p14:xfrm>
              <a:off x="7417632" y="6165564"/>
              <a:ext cx="19080" cy="172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D88EEA3-F6DA-5FCA-EFD2-7F01ED13B0F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06832" y="6155124"/>
                <a:ext cx="403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3354312-5844-BFD8-75CA-A9E045BE3720}"/>
                  </a:ext>
                </a:extLst>
              </p14:cNvPr>
              <p14:cNvContentPartPr/>
              <p14:nvPr/>
            </p14:nvContentPartPr>
            <p14:xfrm>
              <a:off x="7422312" y="6123444"/>
              <a:ext cx="65880" cy="135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3354312-5844-BFD8-75CA-A9E045BE372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411512" y="6113004"/>
                <a:ext cx="8712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0CE27D4-72C4-FF5B-EB9A-76414109DBC5}"/>
                  </a:ext>
                </a:extLst>
              </p14:cNvPr>
              <p14:cNvContentPartPr/>
              <p14:nvPr/>
            </p14:nvContentPartPr>
            <p14:xfrm>
              <a:off x="7496832" y="6146844"/>
              <a:ext cx="112320" cy="96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0CE27D4-72C4-FF5B-EB9A-76414109DBC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486392" y="6136404"/>
                <a:ext cx="13356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67B7DDD-52E8-F63D-F3F6-499CB8DC2E44}"/>
                  </a:ext>
                </a:extLst>
              </p14:cNvPr>
              <p14:cNvContentPartPr/>
              <p14:nvPr/>
            </p14:nvContentPartPr>
            <p14:xfrm>
              <a:off x="7618512" y="6203004"/>
              <a:ext cx="9720" cy="532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67B7DDD-52E8-F63D-F3F6-499CB8DC2E4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607712" y="6192564"/>
                <a:ext cx="309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327D92D-684A-4E3A-0FCE-BDAFDBA5D43B}"/>
                  </a:ext>
                </a:extLst>
              </p14:cNvPr>
              <p14:cNvContentPartPr/>
              <p14:nvPr/>
            </p14:nvContentPartPr>
            <p14:xfrm>
              <a:off x="7636872" y="6146844"/>
              <a:ext cx="9720" cy="144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327D92D-684A-4E3A-0FCE-BDAFDBA5D43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626432" y="6136404"/>
                <a:ext cx="3096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F9C6755-A59A-4B23-A9B0-9AB2249273E7}"/>
                  </a:ext>
                </a:extLst>
              </p14:cNvPr>
              <p14:cNvContentPartPr/>
              <p14:nvPr/>
            </p14:nvContentPartPr>
            <p14:xfrm>
              <a:off x="7683672" y="6156204"/>
              <a:ext cx="89280" cy="123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F9C6755-A59A-4B23-A9B0-9AB2249273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673232" y="6145764"/>
                <a:ext cx="1105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74265A8-DBB0-FEDB-EDC4-1E43ACB8F017}"/>
                  </a:ext>
                </a:extLst>
              </p14:cNvPr>
              <p14:cNvContentPartPr/>
              <p14:nvPr/>
            </p14:nvContentPartPr>
            <p14:xfrm>
              <a:off x="10186647" y="4271778"/>
              <a:ext cx="952560" cy="9745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74265A8-DBB0-FEDB-EDC4-1E43ACB8F01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175847" y="4260982"/>
                <a:ext cx="973800" cy="9957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581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3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267200"/>
            <a:ext cx="1752600" cy="1752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approach…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CDC29-1A8F-43CB-A892-15B283BB8DB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4267200"/>
            <a:ext cx="1752600" cy="1752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971800"/>
            <a:ext cx="838200" cy="838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1981200"/>
            <a:ext cx="914400" cy="914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600200"/>
            <a:ext cx="1981200" cy="1981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800" y="1447800"/>
            <a:ext cx="2209800" cy="2209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2743200"/>
            <a:ext cx="657860" cy="800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5800" y="4495800"/>
            <a:ext cx="939800" cy="1143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267200"/>
            <a:ext cx="1752600" cy="1752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BA5AD24-F88B-8035-3203-703B48639D27}"/>
                  </a:ext>
                </a:extLst>
              </p14:cNvPr>
              <p14:cNvContentPartPr/>
              <p14:nvPr/>
            </p14:nvContentPartPr>
            <p14:xfrm>
              <a:off x="681240" y="993015"/>
              <a:ext cx="2166120" cy="5007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BA5AD24-F88B-8035-3203-703B48639D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0800" y="982215"/>
                <a:ext cx="2187360" cy="5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5A199DA-BC6F-64FD-2276-4B134873577C}"/>
                  </a:ext>
                </a:extLst>
              </p14:cNvPr>
              <p14:cNvContentPartPr/>
              <p14:nvPr/>
            </p14:nvContentPartPr>
            <p14:xfrm>
              <a:off x="3359475" y="994312"/>
              <a:ext cx="622080" cy="1785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5A199DA-BC6F-64FD-2276-4B13487357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49035" y="983872"/>
                <a:ext cx="64332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C5E07B0-B72E-301B-741D-2FB1CE7438DF}"/>
                  </a:ext>
                </a:extLst>
              </p14:cNvPr>
              <p14:cNvContentPartPr/>
              <p14:nvPr/>
            </p14:nvContentPartPr>
            <p14:xfrm>
              <a:off x="3705795" y="1033192"/>
              <a:ext cx="272520" cy="136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C5E07B0-B72E-301B-741D-2FB1CE7438D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94995" y="1022752"/>
                <a:ext cx="2937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2F0FC18-A624-B8A1-771C-D7D1CE5FBA85}"/>
                  </a:ext>
                </a:extLst>
              </p14:cNvPr>
              <p14:cNvContentPartPr/>
              <p14:nvPr/>
            </p14:nvContentPartPr>
            <p14:xfrm>
              <a:off x="4085235" y="1020232"/>
              <a:ext cx="88920" cy="128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2F0FC18-A624-B8A1-771C-D7D1CE5FBA8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74435" y="1009792"/>
                <a:ext cx="11016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87A2E09-382F-4031-935F-7DC86AA19AB6}"/>
                  </a:ext>
                </a:extLst>
              </p14:cNvPr>
              <p14:cNvContentPartPr/>
              <p14:nvPr/>
            </p14:nvContentPartPr>
            <p14:xfrm>
              <a:off x="4185315" y="1033912"/>
              <a:ext cx="74880" cy="1195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87A2E09-382F-4031-935F-7DC86AA19AB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4515" y="1023472"/>
                <a:ext cx="9612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26D1C90-BBAB-498E-E215-72D92068F974}"/>
                  </a:ext>
                </a:extLst>
              </p14:cNvPr>
              <p14:cNvContentPartPr/>
              <p14:nvPr/>
            </p14:nvContentPartPr>
            <p14:xfrm>
              <a:off x="4308435" y="1004032"/>
              <a:ext cx="10080" cy="1202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26D1C90-BBAB-498E-E215-72D92068F9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97635" y="993592"/>
                <a:ext cx="313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A30DC76-5C79-B659-94F0-8E78A1E569CC}"/>
                  </a:ext>
                </a:extLst>
              </p14:cNvPr>
              <p14:cNvContentPartPr/>
              <p14:nvPr/>
            </p14:nvContentPartPr>
            <p14:xfrm>
              <a:off x="4331115" y="1072072"/>
              <a:ext cx="42480" cy="36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A30DC76-5C79-B659-94F0-8E78A1E569C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20315" y="1061632"/>
                <a:ext cx="6372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8210C8F-2C8C-3564-F03D-8F6F0F6F8088}"/>
                  </a:ext>
                </a:extLst>
              </p14:cNvPr>
              <p14:cNvContentPartPr/>
              <p14:nvPr/>
            </p14:nvContentPartPr>
            <p14:xfrm>
              <a:off x="4363515" y="1042912"/>
              <a:ext cx="61920" cy="1882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8210C8F-2C8C-3564-F03D-8F6F0F6F808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52715" y="1032472"/>
                <a:ext cx="831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F5EE478-4D18-64D3-2810-1FFA69714AFA}"/>
                  </a:ext>
                </a:extLst>
              </p14:cNvPr>
              <p14:cNvContentPartPr/>
              <p14:nvPr/>
            </p14:nvContentPartPr>
            <p14:xfrm>
              <a:off x="3608595" y="1279432"/>
              <a:ext cx="100800" cy="149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F5EE478-4D18-64D3-2810-1FFA69714AF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97795" y="1268632"/>
                <a:ext cx="12204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02B8C89-9A38-2F21-21D4-9429476BCBB1}"/>
                  </a:ext>
                </a:extLst>
              </p14:cNvPr>
              <p14:cNvContentPartPr/>
              <p14:nvPr/>
            </p14:nvContentPartPr>
            <p14:xfrm>
              <a:off x="3760875" y="1289152"/>
              <a:ext cx="48960" cy="1137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02B8C89-9A38-2F21-21D4-9429476BCBB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50075" y="1278352"/>
                <a:ext cx="702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AD39C2E-458C-07E9-5954-3FCEBA43D1B7}"/>
                  </a:ext>
                </a:extLst>
              </p14:cNvPr>
              <p14:cNvContentPartPr/>
              <p14:nvPr/>
            </p14:nvContentPartPr>
            <p14:xfrm>
              <a:off x="3838635" y="1267192"/>
              <a:ext cx="146160" cy="1551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AD39C2E-458C-07E9-5954-3FCEBA43D1B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27835" y="1256392"/>
                <a:ext cx="1674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390BF1B-6E0C-29B2-2E41-AC2F75F46627}"/>
                  </a:ext>
                </a:extLst>
              </p14:cNvPr>
              <p14:cNvContentPartPr/>
              <p14:nvPr/>
            </p14:nvContentPartPr>
            <p14:xfrm>
              <a:off x="4094595" y="1285912"/>
              <a:ext cx="42480" cy="1216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390BF1B-6E0C-29B2-2E41-AC2F75F4662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083795" y="1275112"/>
                <a:ext cx="637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AD9DF6E-4B6D-C179-69E7-5EBA84E661DF}"/>
                  </a:ext>
                </a:extLst>
              </p14:cNvPr>
              <p14:cNvContentPartPr/>
              <p14:nvPr/>
            </p14:nvContentPartPr>
            <p14:xfrm>
              <a:off x="4123755" y="1324792"/>
              <a:ext cx="94320" cy="907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AD9DF6E-4B6D-C179-69E7-5EBA84E661D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12955" y="1313992"/>
                <a:ext cx="11556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79ED3C60-189F-EAB9-1066-DCE3E9EDA55F}"/>
                  </a:ext>
                </a:extLst>
              </p14:cNvPr>
              <p14:cNvContentPartPr/>
              <p14:nvPr/>
            </p14:nvContentPartPr>
            <p14:xfrm>
              <a:off x="3717315" y="1535752"/>
              <a:ext cx="183240" cy="1242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79ED3C60-189F-EAB9-1066-DCE3E9EDA55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06515" y="1524952"/>
                <a:ext cx="20448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281595B-68EC-AE23-5932-4C474C33F20F}"/>
                  </a:ext>
                </a:extLst>
              </p14:cNvPr>
              <p14:cNvContentPartPr/>
              <p14:nvPr/>
            </p14:nvContentPartPr>
            <p14:xfrm>
              <a:off x="3900195" y="1540432"/>
              <a:ext cx="71640" cy="666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281595B-68EC-AE23-5932-4C474C33F20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89395" y="1529632"/>
                <a:ext cx="9288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F04A130-9D2B-04BD-B18D-95D969A335DE}"/>
                  </a:ext>
                </a:extLst>
              </p14:cNvPr>
              <p14:cNvContentPartPr/>
              <p14:nvPr/>
            </p14:nvContentPartPr>
            <p14:xfrm>
              <a:off x="3997395" y="1564552"/>
              <a:ext cx="23040" cy="640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F04A130-9D2B-04BD-B18D-95D969A335D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986595" y="1553752"/>
                <a:ext cx="4428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4435FFD-2B30-57D2-95A3-CF2DBD955587}"/>
                  </a:ext>
                </a:extLst>
              </p14:cNvPr>
              <p14:cNvContentPartPr/>
              <p14:nvPr/>
            </p14:nvContentPartPr>
            <p14:xfrm>
              <a:off x="4004235" y="1522432"/>
              <a:ext cx="9720" cy="16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4435FFD-2B30-57D2-95A3-CF2DBD95558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993435" y="1511632"/>
                <a:ext cx="309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326CEF1-204D-EB05-5A4E-0F53FBCC8D00}"/>
                  </a:ext>
                </a:extLst>
              </p14:cNvPr>
              <p14:cNvContentPartPr/>
              <p14:nvPr/>
            </p14:nvContentPartPr>
            <p14:xfrm>
              <a:off x="4045995" y="1524232"/>
              <a:ext cx="110520" cy="1249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326CEF1-204D-EB05-5A4E-0F53FBCC8D0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35195" y="1513432"/>
                <a:ext cx="13176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11E74F4-D6A8-1BAA-9B51-C33226FD78ED}"/>
                  </a:ext>
                </a:extLst>
              </p14:cNvPr>
              <p14:cNvContentPartPr/>
              <p14:nvPr/>
            </p14:nvContentPartPr>
            <p14:xfrm>
              <a:off x="4136715" y="1548352"/>
              <a:ext cx="104040" cy="489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11E74F4-D6A8-1BAA-9B51-C33226FD78E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25915" y="1537552"/>
                <a:ext cx="1252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63BD9914-F017-288F-D916-F18404F9B287}"/>
                  </a:ext>
                </a:extLst>
              </p14:cNvPr>
              <p14:cNvContentPartPr/>
              <p14:nvPr/>
            </p14:nvContentPartPr>
            <p14:xfrm>
              <a:off x="4266315" y="1548352"/>
              <a:ext cx="6840" cy="489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63BD9914-F017-288F-D916-F18404F9B28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255515" y="1537552"/>
                <a:ext cx="280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E2583AA-D458-3F17-0F0D-B701CEE43CE1}"/>
                  </a:ext>
                </a:extLst>
              </p14:cNvPr>
              <p14:cNvContentPartPr/>
              <p14:nvPr/>
            </p14:nvContentPartPr>
            <p14:xfrm>
              <a:off x="4269555" y="1509832"/>
              <a:ext cx="10080" cy="194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E2583AA-D458-3F17-0F0D-B701CEE43CE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58755" y="1499032"/>
                <a:ext cx="313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DCDADB8-B4E3-AE29-8530-A64F692BB08B}"/>
                  </a:ext>
                </a:extLst>
              </p14:cNvPr>
              <p14:cNvContentPartPr/>
              <p14:nvPr/>
            </p14:nvContentPartPr>
            <p14:xfrm>
              <a:off x="4308435" y="1541872"/>
              <a:ext cx="87840" cy="1170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DCDADB8-B4E3-AE29-8530-A64F692BB08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297635" y="1531072"/>
                <a:ext cx="1090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2F5E77F-9EAA-D2BC-E16E-D4793CF7F1BB}"/>
                  </a:ext>
                </a:extLst>
              </p14:cNvPr>
              <p14:cNvContentPartPr/>
              <p14:nvPr/>
            </p14:nvContentPartPr>
            <p14:xfrm>
              <a:off x="3961755" y="1770472"/>
              <a:ext cx="16560" cy="925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2F5E77F-9EAA-D2BC-E16E-D4793CF7F1B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950955" y="1759672"/>
                <a:ext cx="378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0711707-BBDD-302D-855E-7CBB81D72920}"/>
                  </a:ext>
                </a:extLst>
              </p14:cNvPr>
              <p14:cNvContentPartPr/>
              <p14:nvPr/>
            </p14:nvContentPartPr>
            <p14:xfrm>
              <a:off x="3935835" y="1752472"/>
              <a:ext cx="55440" cy="684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0711707-BBDD-302D-855E-7CBB81D7292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25035" y="1741672"/>
                <a:ext cx="766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C5EDF77-AC6E-A641-DA8E-238BF3D068DD}"/>
                  </a:ext>
                </a:extLst>
              </p14:cNvPr>
              <p14:cNvContentPartPr/>
              <p14:nvPr/>
            </p14:nvContentPartPr>
            <p14:xfrm>
              <a:off x="3919995" y="1862632"/>
              <a:ext cx="84240" cy="230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C5EDF77-AC6E-A641-DA8E-238BF3D068D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09195" y="1851832"/>
                <a:ext cx="1054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92A7101-EA1D-E588-F5F5-1472CF951445}"/>
                  </a:ext>
                </a:extLst>
              </p14:cNvPr>
              <p14:cNvContentPartPr/>
              <p14:nvPr/>
            </p14:nvContentPartPr>
            <p14:xfrm>
              <a:off x="4136715" y="1736272"/>
              <a:ext cx="71640" cy="1393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92A7101-EA1D-E588-F5F5-1472CF95144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25915" y="1725472"/>
                <a:ext cx="928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5E146C5-833C-A4A3-4708-F686F31ACC89}"/>
                  </a:ext>
                </a:extLst>
              </p14:cNvPr>
              <p14:cNvContentPartPr/>
              <p14:nvPr/>
            </p14:nvContentPartPr>
            <p14:xfrm>
              <a:off x="4201515" y="1749592"/>
              <a:ext cx="97560" cy="1033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5E146C5-833C-A4A3-4708-F686F31ACC8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190715" y="1738792"/>
                <a:ext cx="11880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9A97860-78CB-48C0-FC31-935D5FE08E41}"/>
                  </a:ext>
                </a:extLst>
              </p14:cNvPr>
              <p14:cNvContentPartPr/>
              <p14:nvPr/>
            </p14:nvContentPartPr>
            <p14:xfrm>
              <a:off x="4279275" y="1755712"/>
              <a:ext cx="52200" cy="1036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9A97860-78CB-48C0-FC31-935D5FE08E4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268475" y="1744912"/>
                <a:ext cx="7344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95BB5A5-C692-1186-0256-7ECE7E40FBE2}"/>
                  </a:ext>
                </a:extLst>
              </p14:cNvPr>
              <p14:cNvContentPartPr/>
              <p14:nvPr/>
            </p14:nvContentPartPr>
            <p14:xfrm>
              <a:off x="4331115" y="1775152"/>
              <a:ext cx="36000" cy="990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95BB5A5-C692-1186-0256-7ECE7E40FBE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320315" y="1764352"/>
                <a:ext cx="57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07FC292-7D95-92C8-85B3-96BB67FBD037}"/>
                  </a:ext>
                </a:extLst>
              </p14:cNvPr>
              <p14:cNvContentPartPr/>
              <p14:nvPr/>
            </p14:nvContentPartPr>
            <p14:xfrm>
              <a:off x="4367115" y="1771912"/>
              <a:ext cx="71280" cy="1152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07FC292-7D95-92C8-85B3-96BB67FBD03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356315" y="1761112"/>
                <a:ext cx="925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94F575B-47D4-0617-6FA6-3819A032646C}"/>
                  </a:ext>
                </a:extLst>
              </p14:cNvPr>
              <p14:cNvContentPartPr/>
              <p14:nvPr/>
            </p14:nvContentPartPr>
            <p14:xfrm>
              <a:off x="4460715" y="1768672"/>
              <a:ext cx="3600" cy="1040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94F575B-47D4-0617-6FA6-3819A032646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449915" y="1757872"/>
                <a:ext cx="248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D3BDF7D-A03D-D332-C5E6-1A562486866D}"/>
                  </a:ext>
                </a:extLst>
              </p14:cNvPr>
              <p14:cNvContentPartPr/>
              <p14:nvPr/>
            </p14:nvContentPartPr>
            <p14:xfrm>
              <a:off x="4444515" y="1807552"/>
              <a:ext cx="74880" cy="295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D3BDF7D-A03D-D332-C5E6-1A562486866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433715" y="1796752"/>
                <a:ext cx="961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7DC93BDB-0A71-DBAC-EF1F-0795903519A4}"/>
                  </a:ext>
                </a:extLst>
              </p14:cNvPr>
              <p14:cNvContentPartPr/>
              <p14:nvPr/>
            </p14:nvContentPartPr>
            <p14:xfrm>
              <a:off x="4107555" y="1946872"/>
              <a:ext cx="10080" cy="1317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7DC93BDB-0A71-DBAC-EF1F-0795903519A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096755" y="1936072"/>
                <a:ext cx="313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03C81CE-9A06-7AEE-20B3-2DA2D06C6816}"/>
                  </a:ext>
                </a:extLst>
              </p14:cNvPr>
              <p14:cNvContentPartPr/>
              <p14:nvPr/>
            </p14:nvContentPartPr>
            <p14:xfrm>
              <a:off x="4126995" y="1985752"/>
              <a:ext cx="68400" cy="619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03C81CE-9A06-7AEE-20B3-2DA2D06C681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116195" y="1974952"/>
                <a:ext cx="896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F8A30C7-205F-D984-82C9-27018076F092}"/>
                  </a:ext>
                </a:extLst>
              </p14:cNvPr>
              <p14:cNvContentPartPr/>
              <p14:nvPr/>
            </p14:nvContentPartPr>
            <p14:xfrm>
              <a:off x="4185315" y="1966312"/>
              <a:ext cx="84600" cy="1105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F8A30C7-205F-D984-82C9-27018076F09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174515" y="1955512"/>
                <a:ext cx="1058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FF85FB9-B5C2-7BDF-8854-342F1BA7F3AB}"/>
                  </a:ext>
                </a:extLst>
              </p14:cNvPr>
              <p14:cNvContentPartPr/>
              <p14:nvPr/>
            </p14:nvContentPartPr>
            <p14:xfrm>
              <a:off x="4276035" y="1995472"/>
              <a:ext cx="58680" cy="133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FF85FB9-B5C2-7BDF-8854-342F1BA7F3A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265235" y="1984672"/>
                <a:ext cx="799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4E13FF1-2414-3BAA-CE6A-961064FCAD18}"/>
                  </a:ext>
                </a:extLst>
              </p14:cNvPr>
              <p14:cNvContentPartPr/>
              <p14:nvPr/>
            </p14:nvContentPartPr>
            <p14:xfrm>
              <a:off x="4331115" y="1979272"/>
              <a:ext cx="23040" cy="1234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4E13FF1-2414-3BAA-CE6A-961064FCAD1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320315" y="1968472"/>
                <a:ext cx="4428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FC208A8-E9A3-8F43-3E1D-5947F553E309}"/>
                  </a:ext>
                </a:extLst>
              </p14:cNvPr>
              <p14:cNvContentPartPr/>
              <p14:nvPr/>
            </p14:nvContentPartPr>
            <p14:xfrm>
              <a:off x="4386195" y="2060272"/>
              <a:ext cx="3600" cy="100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FC208A8-E9A3-8F43-3E1D-5947F553E30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375395" y="2049472"/>
                <a:ext cx="248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DA5CB40F-2DB5-44AA-EB08-A28FB23A1517}"/>
                  </a:ext>
                </a:extLst>
              </p14:cNvPr>
              <p14:cNvContentPartPr/>
              <p14:nvPr/>
            </p14:nvContentPartPr>
            <p14:xfrm>
              <a:off x="5387371" y="862998"/>
              <a:ext cx="1220040" cy="7340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DA5CB40F-2DB5-44AA-EB08-A28FB23A151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376928" y="852198"/>
                <a:ext cx="1241286" cy="7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4C89F08E-80D4-0579-283F-33C06DE06742}"/>
                  </a:ext>
                </a:extLst>
              </p14:cNvPr>
              <p14:cNvContentPartPr/>
              <p14:nvPr/>
            </p14:nvContentPartPr>
            <p14:xfrm>
              <a:off x="4587451" y="1709718"/>
              <a:ext cx="716400" cy="2224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4C89F08E-80D4-0579-283F-33C06DE0674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576651" y="1698918"/>
                <a:ext cx="73764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F9610075-71F0-2876-9046-940D93CBC5A4}"/>
                  </a:ext>
                </a:extLst>
              </p14:cNvPr>
              <p14:cNvContentPartPr/>
              <p14:nvPr/>
            </p14:nvContentPartPr>
            <p14:xfrm>
              <a:off x="6248851" y="2390478"/>
              <a:ext cx="290520" cy="1231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F9610075-71F0-2876-9046-940D93CBC5A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238064" y="2379678"/>
                <a:ext cx="311734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67BA284B-090D-BE05-CB7E-4FBAD173D191}"/>
                  </a:ext>
                </a:extLst>
              </p14:cNvPr>
              <p14:cNvContentPartPr/>
              <p14:nvPr/>
            </p14:nvContentPartPr>
            <p14:xfrm>
              <a:off x="5900371" y="1441878"/>
              <a:ext cx="774720" cy="8650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67BA284B-090D-BE05-CB7E-4FBAD173D19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889571" y="1431078"/>
                <a:ext cx="795960" cy="88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1381EBD-1781-9CAE-AB53-B0C6D242523E}"/>
                  </a:ext>
                </a:extLst>
              </p14:cNvPr>
              <p14:cNvContentPartPr/>
              <p14:nvPr/>
            </p14:nvContentPartPr>
            <p14:xfrm>
              <a:off x="4919041" y="2524144"/>
              <a:ext cx="37440" cy="2113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1381EBD-1781-9CAE-AB53-B0C6D242523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908241" y="2513704"/>
                <a:ext cx="5868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883BA6E1-DEC8-FFB0-5105-5EED5E09A99C}"/>
                  </a:ext>
                </a:extLst>
              </p14:cNvPr>
              <p14:cNvContentPartPr/>
              <p14:nvPr/>
            </p14:nvContentPartPr>
            <p14:xfrm>
              <a:off x="4780801" y="2735104"/>
              <a:ext cx="201600" cy="187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883BA6E1-DEC8-FFB0-5105-5EED5E09A99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770001" y="2724664"/>
                <a:ext cx="2228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A061361D-1A26-4B60-3A97-A102B4FAC6FB}"/>
                  </a:ext>
                </a:extLst>
              </p14:cNvPr>
              <p14:cNvContentPartPr/>
              <p14:nvPr/>
            </p14:nvContentPartPr>
            <p14:xfrm>
              <a:off x="4878361" y="2491024"/>
              <a:ext cx="200160" cy="4104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A061361D-1A26-4B60-3A97-A102B4FAC6F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867561" y="2480224"/>
                <a:ext cx="2214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885286C0-CBFB-9CBA-2CC2-515D2AFFC384}"/>
                  </a:ext>
                </a:extLst>
              </p14:cNvPr>
              <p14:cNvContentPartPr/>
              <p14:nvPr/>
            </p14:nvContentPartPr>
            <p14:xfrm>
              <a:off x="5182561" y="2568424"/>
              <a:ext cx="199440" cy="1630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885286C0-CBFB-9CBA-2CC2-515D2AFFC38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172121" y="2557984"/>
                <a:ext cx="22068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F090FEC9-8D25-44AD-2B40-AF504881B85E}"/>
                  </a:ext>
                </a:extLst>
              </p14:cNvPr>
              <p14:cNvContentPartPr/>
              <p14:nvPr/>
            </p14:nvContentPartPr>
            <p14:xfrm>
              <a:off x="5407561" y="2617384"/>
              <a:ext cx="100440" cy="1281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F090FEC9-8D25-44AD-2B40-AF504881B85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396761" y="2606944"/>
                <a:ext cx="12168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0A0036C9-523B-17DA-EDB9-E98829B3E46A}"/>
                  </a:ext>
                </a:extLst>
              </p14:cNvPr>
              <p14:cNvContentPartPr/>
              <p14:nvPr/>
            </p14:nvContentPartPr>
            <p14:xfrm>
              <a:off x="5028481" y="2806024"/>
              <a:ext cx="109440" cy="19980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0A0036C9-523B-17DA-EDB9-E98829B3E46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017681" y="2795224"/>
                <a:ext cx="13068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5307F557-34F3-4E75-EA4F-B18C7CDF161A}"/>
                  </a:ext>
                </a:extLst>
              </p14:cNvPr>
              <p14:cNvContentPartPr/>
              <p14:nvPr/>
            </p14:nvContentPartPr>
            <p14:xfrm>
              <a:off x="5159521" y="2865064"/>
              <a:ext cx="92520" cy="1479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5307F557-34F3-4E75-EA4F-B18C7CDF161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149081" y="2854624"/>
                <a:ext cx="11376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FAF84E6D-8B04-6C86-202C-3A333E5A2856}"/>
                  </a:ext>
                </a:extLst>
              </p14:cNvPr>
              <p14:cNvContentPartPr/>
              <p14:nvPr/>
            </p14:nvContentPartPr>
            <p14:xfrm>
              <a:off x="5252041" y="2887024"/>
              <a:ext cx="78120" cy="12996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FAF84E6D-8B04-6C86-202C-3A333E5A285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241601" y="2876224"/>
                <a:ext cx="9936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481D426-D417-5E11-7A13-9D55C32E4D5A}"/>
                  </a:ext>
                </a:extLst>
              </p14:cNvPr>
              <p14:cNvContentPartPr/>
              <p14:nvPr/>
            </p14:nvContentPartPr>
            <p14:xfrm>
              <a:off x="5318641" y="2879464"/>
              <a:ext cx="92880" cy="15732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481D426-D417-5E11-7A13-9D55C32E4D5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308201" y="2869024"/>
                <a:ext cx="1141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0B0B2AB-44CB-36BE-3CB6-3455BA6BBCBF}"/>
                  </a:ext>
                </a:extLst>
              </p14:cNvPr>
              <p14:cNvContentPartPr/>
              <p14:nvPr/>
            </p14:nvContentPartPr>
            <p14:xfrm>
              <a:off x="5403961" y="2931304"/>
              <a:ext cx="48600" cy="262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0B0B2AB-44CB-36BE-3CB6-3455BA6BBCB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393161" y="2920864"/>
                <a:ext cx="698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BDA381F5-99CE-9A60-C453-D8D403ACFB96}"/>
                  </a:ext>
                </a:extLst>
              </p14:cNvPr>
              <p14:cNvContentPartPr/>
              <p14:nvPr/>
            </p14:nvContentPartPr>
            <p14:xfrm>
              <a:off x="5429881" y="2898184"/>
              <a:ext cx="37440" cy="1479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BDA381F5-99CE-9A60-C453-D8D403ACFB9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419081" y="2887384"/>
                <a:ext cx="586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D38B9CD5-1D5A-AD86-5341-581B23B58474}"/>
                  </a:ext>
                </a:extLst>
              </p14:cNvPr>
              <p14:cNvContentPartPr/>
              <p14:nvPr/>
            </p14:nvContentPartPr>
            <p14:xfrm>
              <a:off x="5496481" y="2928064"/>
              <a:ext cx="15120" cy="1476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D38B9CD5-1D5A-AD86-5341-581B23B5847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485681" y="2917264"/>
                <a:ext cx="363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C751F4D7-3C3A-426E-40D2-A155BB64194F}"/>
                  </a:ext>
                </a:extLst>
              </p14:cNvPr>
              <p14:cNvContentPartPr/>
              <p14:nvPr/>
            </p14:nvContentPartPr>
            <p14:xfrm>
              <a:off x="5492521" y="2890984"/>
              <a:ext cx="73800" cy="1072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C751F4D7-3C3A-426E-40D2-A155BB64194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482081" y="2880544"/>
                <a:ext cx="950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BEFFD906-8166-D1CF-DC9E-300F9A32C494}"/>
                  </a:ext>
                </a:extLst>
              </p14:cNvPr>
              <p14:cNvContentPartPr/>
              <p14:nvPr/>
            </p14:nvContentPartPr>
            <p14:xfrm>
              <a:off x="5592601" y="2853544"/>
              <a:ext cx="7920" cy="17424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BEFFD906-8166-D1CF-DC9E-300F9A32C49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582161" y="2843104"/>
                <a:ext cx="291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B34EE452-9DB2-AEBA-C0C7-FA6FEB8A55BE}"/>
                  </a:ext>
                </a:extLst>
              </p14:cNvPr>
              <p14:cNvContentPartPr/>
              <p14:nvPr/>
            </p14:nvContentPartPr>
            <p14:xfrm>
              <a:off x="5574241" y="2901784"/>
              <a:ext cx="111240" cy="705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B34EE452-9DB2-AEBA-C0C7-FA6FEB8A55B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563441" y="2890984"/>
                <a:ext cx="1324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60523C35-3406-A7D3-9111-365AAE7D667E}"/>
                  </a:ext>
                </a:extLst>
              </p14:cNvPr>
              <p14:cNvContentPartPr/>
              <p14:nvPr/>
            </p14:nvContentPartPr>
            <p14:xfrm>
              <a:off x="5126401" y="3168184"/>
              <a:ext cx="148320" cy="16488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60523C35-3406-A7D3-9111-365AAE7D667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115601" y="3157744"/>
                <a:ext cx="1695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900262A3-C0D4-627A-AD2A-46EEB7017AA2}"/>
                  </a:ext>
                </a:extLst>
              </p14:cNvPr>
              <p14:cNvContentPartPr/>
              <p14:nvPr/>
            </p14:nvContentPartPr>
            <p14:xfrm>
              <a:off x="5277961" y="3182944"/>
              <a:ext cx="85320" cy="1612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900262A3-C0D4-627A-AD2A-46EEB7017AA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267521" y="3172504"/>
                <a:ext cx="1065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3E071DD1-7E32-3575-0498-06A5333DA9D0}"/>
                  </a:ext>
                </a:extLst>
              </p14:cNvPr>
              <p14:cNvContentPartPr/>
              <p14:nvPr/>
            </p14:nvContentPartPr>
            <p14:xfrm>
              <a:off x="5374081" y="3212464"/>
              <a:ext cx="85320" cy="226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3E071DD1-7E32-3575-0498-06A5333DA9D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363641" y="3202024"/>
                <a:ext cx="1065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B7782684-6475-1296-8888-0C95B63993A5}"/>
                  </a:ext>
                </a:extLst>
              </p14:cNvPr>
              <p14:cNvContentPartPr/>
              <p14:nvPr/>
            </p14:nvContentPartPr>
            <p14:xfrm>
              <a:off x="5444641" y="3179344"/>
              <a:ext cx="26280" cy="14004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B7782684-6475-1296-8888-0C95B63993A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433841" y="3168544"/>
                <a:ext cx="475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0DFE5998-6DA9-72AD-7AA0-8A775FCEC16C}"/>
                  </a:ext>
                </a:extLst>
              </p14:cNvPr>
              <p14:cNvContentPartPr/>
              <p14:nvPr/>
            </p14:nvContentPartPr>
            <p14:xfrm>
              <a:off x="5500081" y="3173944"/>
              <a:ext cx="26280" cy="19080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0DFE5998-6DA9-72AD-7AA0-8A775FCEC16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489641" y="3163504"/>
                <a:ext cx="475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D2DC8C95-6912-6D48-ED7E-E3E74AA70ADC}"/>
                  </a:ext>
                </a:extLst>
              </p14:cNvPr>
              <p14:cNvContentPartPr/>
              <p14:nvPr/>
            </p14:nvContentPartPr>
            <p14:xfrm>
              <a:off x="5492521" y="3208864"/>
              <a:ext cx="59760" cy="8172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D2DC8C95-6912-6D48-ED7E-E3E74AA70AD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482081" y="3198424"/>
                <a:ext cx="8100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87FDD7C4-8E6D-9BC9-16C5-C549EFBCC27F}"/>
                  </a:ext>
                </a:extLst>
              </p14:cNvPr>
              <p14:cNvContentPartPr/>
              <p14:nvPr/>
            </p14:nvContentPartPr>
            <p14:xfrm>
              <a:off x="5581441" y="3131104"/>
              <a:ext cx="59760" cy="1792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87FDD7C4-8E6D-9BC9-16C5-C549EFBCC27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571001" y="3120664"/>
                <a:ext cx="810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67BCE480-D2FD-5D2B-BFCD-EB3875183648}"/>
                  </a:ext>
                </a:extLst>
              </p14:cNvPr>
              <p14:cNvContentPartPr/>
              <p14:nvPr/>
            </p14:nvContentPartPr>
            <p14:xfrm>
              <a:off x="5659201" y="3194104"/>
              <a:ext cx="18720" cy="781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67BCE480-D2FD-5D2B-BFCD-EB387518364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648761" y="3183664"/>
                <a:ext cx="399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8993564C-5DF0-A0B2-9343-F198CD615B5B}"/>
                  </a:ext>
                </a:extLst>
              </p14:cNvPr>
              <p14:cNvContentPartPr/>
              <p14:nvPr/>
            </p14:nvContentPartPr>
            <p14:xfrm>
              <a:off x="5675041" y="3149824"/>
              <a:ext cx="10800" cy="115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8993564C-5DF0-A0B2-9343-F198CD615B5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664241" y="3139024"/>
                <a:ext cx="3204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CCF1F5FA-1E68-D52D-7635-95210B36C757}"/>
                  </a:ext>
                </a:extLst>
              </p14:cNvPr>
              <p14:cNvContentPartPr/>
              <p14:nvPr/>
            </p14:nvContentPartPr>
            <p14:xfrm>
              <a:off x="5707441" y="3147664"/>
              <a:ext cx="136800" cy="2023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CCF1F5FA-1E68-D52D-7635-95210B36C75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696641" y="3136864"/>
                <a:ext cx="1580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8D24F169-1C44-065A-F53F-3310CA75F96B}"/>
                  </a:ext>
                </a:extLst>
              </p14:cNvPr>
              <p14:cNvContentPartPr/>
              <p14:nvPr/>
            </p14:nvContentPartPr>
            <p14:xfrm>
              <a:off x="5888881" y="3264304"/>
              <a:ext cx="3960" cy="338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8D24F169-1C44-065A-F53F-3310CA75F96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878081" y="3253864"/>
                <a:ext cx="252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BBC9AA4F-E795-503F-24AF-9B7C1E60AAAE}"/>
                  </a:ext>
                </a:extLst>
              </p14:cNvPr>
              <p14:cNvContentPartPr/>
              <p14:nvPr/>
            </p14:nvContentPartPr>
            <p14:xfrm>
              <a:off x="4856041" y="3386704"/>
              <a:ext cx="55800" cy="1886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BBC9AA4F-E795-503F-24AF-9B7C1E60AAA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845601" y="3375904"/>
                <a:ext cx="770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F14D28A3-AA25-60BA-1039-D124C9EFA254}"/>
                  </a:ext>
                </a:extLst>
              </p14:cNvPr>
              <p14:cNvContentPartPr/>
              <p14:nvPr/>
            </p14:nvContentPartPr>
            <p14:xfrm>
              <a:off x="4941721" y="3416224"/>
              <a:ext cx="103680" cy="1407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F14D28A3-AA25-60BA-1039-D124C9EFA25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930921" y="3405424"/>
                <a:ext cx="1249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5719A905-8A69-F05D-C9EE-9A1FFB35FEA4}"/>
                  </a:ext>
                </a:extLst>
              </p14:cNvPr>
              <p14:cNvContentPartPr/>
              <p14:nvPr/>
            </p14:nvContentPartPr>
            <p14:xfrm>
              <a:off x="5078161" y="3390304"/>
              <a:ext cx="63360" cy="1854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5719A905-8A69-F05D-C9EE-9A1FFB35FEA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067361" y="3379504"/>
                <a:ext cx="8460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91B52B6E-D0EB-A681-117B-9577C0A5FB91}"/>
                  </a:ext>
                </a:extLst>
              </p14:cNvPr>
              <p14:cNvContentPartPr/>
              <p14:nvPr/>
            </p14:nvContentPartPr>
            <p14:xfrm>
              <a:off x="5355721" y="3454384"/>
              <a:ext cx="109440" cy="16200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91B52B6E-D0EB-A681-117B-9577C0A5FB9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345281" y="3443944"/>
                <a:ext cx="1306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878CB17D-7ED4-80A3-25A2-E7A521A615A6}"/>
                  </a:ext>
                </a:extLst>
              </p14:cNvPr>
              <p14:cNvContentPartPr/>
              <p14:nvPr/>
            </p14:nvContentPartPr>
            <p14:xfrm>
              <a:off x="5358241" y="3549424"/>
              <a:ext cx="156960" cy="7056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878CB17D-7ED4-80A3-25A2-E7A521A615A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347441" y="3538984"/>
                <a:ext cx="17820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96472DAD-BA84-7F0D-A748-76307CC59065}"/>
                  </a:ext>
                </a:extLst>
              </p14:cNvPr>
              <p14:cNvContentPartPr/>
              <p14:nvPr/>
            </p14:nvContentPartPr>
            <p14:xfrm>
              <a:off x="5551921" y="3479224"/>
              <a:ext cx="52200" cy="14004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96472DAD-BA84-7F0D-A748-76307CC5906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541121" y="3468424"/>
                <a:ext cx="7344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2DF4336F-22D7-F5A4-939D-E25F1B229420}"/>
                  </a:ext>
                </a:extLst>
              </p14:cNvPr>
              <p14:cNvContentPartPr/>
              <p14:nvPr/>
            </p14:nvContentPartPr>
            <p14:xfrm>
              <a:off x="5566681" y="3430984"/>
              <a:ext cx="44640" cy="1872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2DF4336F-22D7-F5A4-939D-E25F1B22942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556241" y="3420544"/>
                <a:ext cx="658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6E687C96-6E71-A8A8-C547-BABBBC257B3B}"/>
                  </a:ext>
                </a:extLst>
              </p14:cNvPr>
              <p14:cNvContentPartPr/>
              <p14:nvPr/>
            </p14:nvContentPartPr>
            <p14:xfrm>
              <a:off x="5633641" y="3454384"/>
              <a:ext cx="151560" cy="13968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6E687C96-6E71-A8A8-C547-BABBBC257B3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623201" y="3443944"/>
                <a:ext cx="1728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80F069FE-63C8-7B12-3EE6-2F3D93A803B7}"/>
                  </a:ext>
                </a:extLst>
              </p14:cNvPr>
              <p14:cNvContentPartPr/>
              <p14:nvPr/>
            </p14:nvContentPartPr>
            <p14:xfrm>
              <a:off x="5811121" y="3430984"/>
              <a:ext cx="26280" cy="15588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80F069FE-63C8-7B12-3EE6-2F3D93A803B7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800321" y="3420544"/>
                <a:ext cx="4752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568F0C46-238F-4A09-377E-65EED760F409}"/>
                  </a:ext>
                </a:extLst>
              </p14:cNvPr>
              <p14:cNvContentPartPr/>
              <p14:nvPr/>
            </p14:nvContentPartPr>
            <p14:xfrm>
              <a:off x="5825881" y="3464464"/>
              <a:ext cx="92880" cy="5976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568F0C46-238F-4A09-377E-65EED760F409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815081" y="3453664"/>
                <a:ext cx="1141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F8E85533-3F51-C59D-EADE-AB137074EDF0}"/>
                  </a:ext>
                </a:extLst>
              </p14:cNvPr>
              <p14:cNvContentPartPr/>
              <p14:nvPr/>
            </p14:nvContentPartPr>
            <p14:xfrm>
              <a:off x="5118841" y="3701344"/>
              <a:ext cx="396360" cy="1796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F8E85533-3F51-C59D-EADE-AB137074EDF0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108401" y="3690544"/>
                <a:ext cx="4176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33B45B66-2056-F2D4-5972-E4110737CF0E}"/>
                  </a:ext>
                </a:extLst>
              </p14:cNvPr>
              <p14:cNvContentPartPr/>
              <p14:nvPr/>
            </p14:nvContentPartPr>
            <p14:xfrm>
              <a:off x="5589001" y="3706744"/>
              <a:ext cx="18720" cy="13068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33B45B66-2056-F2D4-5972-E4110737CF0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578201" y="3695944"/>
                <a:ext cx="399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1BB666F2-9C40-C10B-4F7F-51EDC449A97C}"/>
                  </a:ext>
                </a:extLst>
              </p14:cNvPr>
              <p14:cNvContentPartPr/>
              <p14:nvPr/>
            </p14:nvContentPartPr>
            <p14:xfrm>
              <a:off x="5574241" y="3742384"/>
              <a:ext cx="140760" cy="738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1BB666F2-9C40-C10B-4F7F-51EDC449A97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563441" y="3731584"/>
                <a:ext cx="1620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07AA0923-84E4-AEE9-8489-195916B7E169}"/>
                  </a:ext>
                </a:extLst>
              </p14:cNvPr>
              <p14:cNvContentPartPr/>
              <p14:nvPr/>
            </p14:nvContentPartPr>
            <p14:xfrm>
              <a:off x="5318641" y="3940024"/>
              <a:ext cx="292680" cy="1926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07AA0923-84E4-AEE9-8489-195916B7E16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308201" y="3929584"/>
                <a:ext cx="31392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B2E951EF-0911-AB95-B051-AFED8FB2CCC8}"/>
                  </a:ext>
                </a:extLst>
              </p14:cNvPr>
              <p14:cNvContentPartPr/>
              <p14:nvPr/>
            </p14:nvContentPartPr>
            <p14:xfrm>
              <a:off x="5633281" y="3978904"/>
              <a:ext cx="11520" cy="727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B2E951EF-0911-AB95-B051-AFED8FB2CCC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622841" y="3968104"/>
                <a:ext cx="327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EBD11384-980A-CB27-ED8F-51B68655826D}"/>
                  </a:ext>
                </a:extLst>
              </p14:cNvPr>
              <p14:cNvContentPartPr/>
              <p14:nvPr/>
            </p14:nvContentPartPr>
            <p14:xfrm>
              <a:off x="5633281" y="3918064"/>
              <a:ext cx="15120" cy="169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EBD11384-980A-CB27-ED8F-51B68655826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622841" y="3907264"/>
                <a:ext cx="363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24ED165E-0A28-C9C4-0783-BF7C2721F767}"/>
                  </a:ext>
                </a:extLst>
              </p14:cNvPr>
              <p14:cNvContentPartPr/>
              <p14:nvPr/>
            </p14:nvContentPartPr>
            <p14:xfrm>
              <a:off x="5670361" y="3927424"/>
              <a:ext cx="74520" cy="13500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24ED165E-0A28-C9C4-0783-BF7C2721F76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659561" y="3916624"/>
                <a:ext cx="957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1312F200-BEA1-951A-B549-ECAEB8D3411B}"/>
                  </a:ext>
                </a:extLst>
              </p14:cNvPr>
              <p14:cNvContentPartPr/>
              <p14:nvPr/>
            </p14:nvContentPartPr>
            <p14:xfrm>
              <a:off x="5770441" y="3906544"/>
              <a:ext cx="15120" cy="1875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1312F200-BEA1-951A-B549-ECAEB8D3411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759641" y="3895744"/>
                <a:ext cx="363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47DF1A6D-A19A-511E-ECAE-0C99CBDF7E98}"/>
                  </a:ext>
                </a:extLst>
              </p14:cNvPr>
              <p14:cNvContentPartPr/>
              <p14:nvPr/>
            </p14:nvContentPartPr>
            <p14:xfrm>
              <a:off x="5762881" y="3945424"/>
              <a:ext cx="96480" cy="633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47DF1A6D-A19A-511E-ECAE-0C99CBDF7E98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752441" y="3934984"/>
                <a:ext cx="1177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EA98F257-F126-5827-4C8E-CF70F110523C}"/>
                  </a:ext>
                </a:extLst>
              </p14:cNvPr>
              <p14:cNvContentPartPr/>
              <p14:nvPr/>
            </p14:nvContentPartPr>
            <p14:xfrm>
              <a:off x="5815081" y="3925264"/>
              <a:ext cx="88920" cy="8712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EA98F257-F126-5827-4C8E-CF70F110523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804641" y="3914824"/>
                <a:ext cx="11016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A6BB242E-C324-EDB4-06EB-703365AEDF25}"/>
                  </a:ext>
                </a:extLst>
              </p14:cNvPr>
              <p14:cNvContentPartPr/>
              <p14:nvPr/>
            </p14:nvContentPartPr>
            <p14:xfrm>
              <a:off x="5925601" y="3956584"/>
              <a:ext cx="11520" cy="6588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A6BB242E-C324-EDB4-06EB-703365AEDF25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915161" y="3946144"/>
                <a:ext cx="327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067DE3A2-95FB-3AD0-E1F4-2CDCF0DE48CE}"/>
                  </a:ext>
                </a:extLst>
              </p14:cNvPr>
              <p14:cNvContentPartPr/>
              <p14:nvPr/>
            </p14:nvContentPartPr>
            <p14:xfrm>
              <a:off x="5925601" y="3909064"/>
              <a:ext cx="11520" cy="2952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067DE3A2-95FB-3AD0-E1F4-2CDCF0DE48C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915161" y="3898264"/>
                <a:ext cx="327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9D860ABB-FD09-F15D-ABDB-C35CD6643B36}"/>
                  </a:ext>
                </a:extLst>
              </p14:cNvPr>
              <p14:cNvContentPartPr/>
              <p14:nvPr/>
            </p14:nvContentPartPr>
            <p14:xfrm>
              <a:off x="5970241" y="3904744"/>
              <a:ext cx="100440" cy="1263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9D860ABB-FD09-F15D-ABDB-C35CD6643B36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959441" y="3894304"/>
                <a:ext cx="12168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A7537DC5-7191-ECB4-ECF6-C8114F03EBB3}"/>
                  </a:ext>
                </a:extLst>
              </p14:cNvPr>
              <p14:cNvContentPartPr/>
              <p14:nvPr/>
            </p14:nvContentPartPr>
            <p14:xfrm>
              <a:off x="5289121" y="4219384"/>
              <a:ext cx="360" cy="1447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A7537DC5-7191-ECB4-ECF6-C8114F03EBB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278321" y="4208944"/>
                <a:ext cx="216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ECF282CB-D727-BEEB-6E82-EA622897A1CB}"/>
                  </a:ext>
                </a:extLst>
              </p14:cNvPr>
              <p14:cNvContentPartPr/>
              <p14:nvPr/>
            </p14:nvContentPartPr>
            <p14:xfrm>
              <a:off x="5226121" y="4189864"/>
              <a:ext cx="74520" cy="1004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ECF282CB-D727-BEEB-6E82-EA622897A1CB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215681" y="4179064"/>
                <a:ext cx="957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F7F53998-1C4A-F47D-E1FA-389DA5FF8948}"/>
                  </a:ext>
                </a:extLst>
              </p14:cNvPr>
              <p14:cNvContentPartPr/>
              <p14:nvPr/>
            </p14:nvContentPartPr>
            <p14:xfrm>
              <a:off x="5191561" y="4360144"/>
              <a:ext cx="190440" cy="3744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F7F53998-1C4A-F47D-E1FA-389DA5FF894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181121" y="4349344"/>
                <a:ext cx="2116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9030A1A6-411D-0AB9-74CE-B640185F83E2}"/>
                  </a:ext>
                </a:extLst>
              </p14:cNvPr>
              <p14:cNvContentPartPr/>
              <p14:nvPr/>
            </p14:nvContentPartPr>
            <p14:xfrm>
              <a:off x="5492521" y="4171864"/>
              <a:ext cx="66960" cy="22572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9030A1A6-411D-0AB9-74CE-B640185F83E2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482081" y="4161064"/>
                <a:ext cx="882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2FCBA4E4-C4C5-12DC-21E0-AC8791F713A7}"/>
                  </a:ext>
                </a:extLst>
              </p14:cNvPr>
              <p14:cNvContentPartPr/>
              <p14:nvPr/>
            </p14:nvContentPartPr>
            <p14:xfrm>
              <a:off x="5603761" y="4234144"/>
              <a:ext cx="3960" cy="115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2FCBA4E4-C4C5-12DC-21E0-AC8791F713A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592961" y="4223704"/>
                <a:ext cx="252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F2D53B00-77EA-4E1D-A4C3-9826E019AC64}"/>
                  </a:ext>
                </a:extLst>
              </p14:cNvPr>
              <p14:cNvContentPartPr/>
              <p14:nvPr/>
            </p14:nvContentPartPr>
            <p14:xfrm>
              <a:off x="5585041" y="4186984"/>
              <a:ext cx="63360" cy="18612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F2D53B00-77EA-4E1D-A4C3-9826E019AC6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574601" y="4176184"/>
                <a:ext cx="846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8C4E0D7B-B4BA-88FC-3983-B981037473B2}"/>
                  </a:ext>
                </a:extLst>
              </p14:cNvPr>
              <p14:cNvContentPartPr/>
              <p14:nvPr/>
            </p14:nvContentPartPr>
            <p14:xfrm>
              <a:off x="5652001" y="4234144"/>
              <a:ext cx="3960" cy="9612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8C4E0D7B-B4BA-88FC-3983-B981037473B2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5641201" y="4223704"/>
                <a:ext cx="252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FBBF6268-DD61-8407-D0E9-33274B9D8050}"/>
                  </a:ext>
                </a:extLst>
              </p14:cNvPr>
              <p14:cNvContentPartPr/>
              <p14:nvPr/>
            </p14:nvContentPartPr>
            <p14:xfrm>
              <a:off x="5673961" y="4167544"/>
              <a:ext cx="3960" cy="792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FBBF6268-DD61-8407-D0E9-33274B9D805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663521" y="4157104"/>
                <a:ext cx="252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6894DF29-5DC2-7879-BDA1-1937CBE621E8}"/>
                  </a:ext>
                </a:extLst>
              </p14:cNvPr>
              <p14:cNvContentPartPr/>
              <p14:nvPr/>
            </p14:nvContentPartPr>
            <p14:xfrm>
              <a:off x="5703841" y="4160344"/>
              <a:ext cx="137160" cy="14004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6894DF29-5DC2-7879-BDA1-1937CBE621E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693041" y="4149544"/>
                <a:ext cx="1584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AB5F28ED-F613-73CE-97A1-66D582A85D22}"/>
                  </a:ext>
                </a:extLst>
              </p14:cNvPr>
              <p14:cNvContentPartPr/>
              <p14:nvPr/>
            </p14:nvContentPartPr>
            <p14:xfrm>
              <a:off x="5859001" y="4156024"/>
              <a:ext cx="11520" cy="17856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AB5F28ED-F613-73CE-97A1-66D582A85D2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848561" y="4145584"/>
                <a:ext cx="327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048BA682-CD3D-A99F-B22F-E7C79807046F}"/>
                  </a:ext>
                </a:extLst>
              </p14:cNvPr>
              <p14:cNvContentPartPr/>
              <p14:nvPr/>
            </p14:nvContentPartPr>
            <p14:xfrm>
              <a:off x="5847841" y="4186264"/>
              <a:ext cx="96480" cy="961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048BA682-CD3D-A99F-B22F-E7C79807046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837401" y="4175464"/>
                <a:ext cx="1177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66F219B1-0B4C-40B0-C1F6-9043CFAD3860}"/>
                  </a:ext>
                </a:extLst>
              </p14:cNvPr>
              <p14:cNvContentPartPr/>
              <p14:nvPr/>
            </p14:nvContentPartPr>
            <p14:xfrm>
              <a:off x="6062761" y="4145224"/>
              <a:ext cx="11520" cy="19692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66F219B1-0B4C-40B0-C1F6-9043CFAD3860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051961" y="4134784"/>
                <a:ext cx="3276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4C64E7A7-707E-330E-03A1-CF6FCA56E97C}"/>
                  </a:ext>
                </a:extLst>
              </p14:cNvPr>
              <p14:cNvContentPartPr/>
              <p14:nvPr/>
            </p14:nvContentPartPr>
            <p14:xfrm>
              <a:off x="6081121" y="4138384"/>
              <a:ext cx="118800" cy="11808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4C64E7A7-707E-330E-03A1-CF6FCA56E97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6070681" y="4127944"/>
                <a:ext cx="14004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F7B28647-00AE-A95F-FDDB-211E6C34C75B}"/>
                  </a:ext>
                </a:extLst>
              </p14:cNvPr>
              <p14:cNvContentPartPr/>
              <p14:nvPr/>
            </p14:nvContentPartPr>
            <p14:xfrm>
              <a:off x="6203881" y="4156384"/>
              <a:ext cx="55440" cy="1447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F7B28647-00AE-A95F-FDDB-211E6C34C75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193081" y="4145944"/>
                <a:ext cx="7668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840E7860-40C3-3F00-77DF-656D2157C095}"/>
                  </a:ext>
                </a:extLst>
              </p14:cNvPr>
              <p14:cNvContentPartPr/>
              <p14:nvPr/>
            </p14:nvContentPartPr>
            <p14:xfrm>
              <a:off x="6273721" y="4241704"/>
              <a:ext cx="11520" cy="1512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840E7860-40C3-3F00-77DF-656D2157C09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6262921" y="4230904"/>
                <a:ext cx="327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FA1FB91F-1300-A55F-DA9B-A7317CDE49E5}"/>
                  </a:ext>
                </a:extLst>
              </p14:cNvPr>
              <p14:cNvContentPartPr/>
              <p14:nvPr/>
            </p14:nvContentPartPr>
            <p14:xfrm>
              <a:off x="8583488" y="838603"/>
              <a:ext cx="817920" cy="44388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FA1FB91F-1300-A55F-DA9B-A7317CDE49E5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572688" y="828163"/>
                <a:ext cx="83916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6DF83C14-F34E-1466-D84A-907FCB5D316E}"/>
                  </a:ext>
                </a:extLst>
              </p14:cNvPr>
              <p14:cNvContentPartPr/>
              <p14:nvPr/>
            </p14:nvContentPartPr>
            <p14:xfrm>
              <a:off x="10235888" y="1722043"/>
              <a:ext cx="798480" cy="36504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6DF83C14-F34E-1466-D84A-907FCB5D316E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0225088" y="1711593"/>
                <a:ext cx="819720" cy="386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0458793D-E540-CCA6-E701-A95AB92C04E7}"/>
                  </a:ext>
                </a:extLst>
              </p14:cNvPr>
              <p14:cNvContentPartPr/>
              <p14:nvPr/>
            </p14:nvContentPartPr>
            <p14:xfrm>
              <a:off x="8979488" y="1330003"/>
              <a:ext cx="1108440" cy="63252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0458793D-E540-CCA6-E701-A95AB92C04E7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8968688" y="1319563"/>
                <a:ext cx="1129680" cy="65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182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63103E-6 4.73282E-6 L -0.1109 0.2859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54" y="14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5 -0.00579 L 0.55834 -0.01135 " pathEditMode="relative" rAng="0" ptsTypes="AA">
                                      <p:cBhvr>
                                        <p:cTn id="22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92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Asymmetric Cryptosystem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447801"/>
            <a:ext cx="11060608" cy="49244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zh-CN" sz="2800" dirty="0">
              <a:solidFill>
                <a:schemeClr val="accent2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olidFill>
                  <a:schemeClr val="accent2"/>
                </a:solidFill>
                <a:ea typeface="宋体" pitchFamily="2" charset="-122"/>
              </a:rPr>
              <a:t>Alice                                            	 Bob</a:t>
            </a:r>
          </a:p>
          <a:p>
            <a:pPr marL="0" indent="0">
              <a:lnSpc>
                <a:spcPct val="80000"/>
              </a:lnSpc>
              <a:buNone/>
            </a:pPr>
            <a:endParaRPr lang="en-US" sz="28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120000"/>
              </a:lnSpc>
            </a:pPr>
            <a:endParaRPr lang="en-US" sz="2400" dirty="0"/>
          </a:p>
          <a:p>
            <a:pPr eaLnBrk="1" hangingPunct="1">
              <a:lnSpc>
                <a:spcPct val="110000"/>
              </a:lnSpc>
            </a:pPr>
            <a:endParaRPr lang="en-US" sz="2400" dirty="0"/>
          </a:p>
          <a:p>
            <a:pPr eaLnBrk="1" hangingPunct="1">
              <a:lnSpc>
                <a:spcPct val="110000"/>
              </a:lnSpc>
            </a:pPr>
            <a:r>
              <a:rPr lang="en-US" sz="2400" dirty="0"/>
              <a:t>Bob’s public key is </a:t>
            </a:r>
            <a:r>
              <a:rPr lang="en-US" sz="2400" dirty="0">
                <a:solidFill>
                  <a:srgbClr val="FF0000"/>
                </a:solidFill>
              </a:rPr>
              <a:t>accessible to everyone </a:t>
            </a:r>
            <a:r>
              <a:rPr lang="en-US" sz="2400" dirty="0"/>
              <a:t>whereas the private key is only known to Bob.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1" dirty="0"/>
              <a:t>Requirement</a:t>
            </a:r>
            <a:r>
              <a:rPr lang="en-US" sz="2400" dirty="0"/>
              <a:t>: It should be computationally infeasible to compute the private key from the public key.</a:t>
            </a:r>
          </a:p>
        </p:txBody>
      </p:sp>
      <p:sp>
        <p:nvSpPr>
          <p:cNvPr id="51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80DA66A-4101-4437-BD57-D67DA8BBAECB}" type="slidenum">
              <a:rPr lang="en-US"/>
              <a:pPr/>
              <a:t>8</a:t>
            </a:fld>
            <a:endParaRPr lang="en-US"/>
          </a:p>
        </p:txBody>
      </p:sp>
      <p:sp>
        <p:nvSpPr>
          <p:cNvPr id="5126" name="Rectangle 4"/>
          <p:cNvSpPr>
            <a:spLocks noChangeArrowheads="1"/>
          </p:cNvSpPr>
          <p:nvPr/>
        </p:nvSpPr>
        <p:spPr bwMode="auto">
          <a:xfrm>
            <a:off x="3429000" y="2514600"/>
            <a:ext cx="19812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7" name="Rectangle 5"/>
          <p:cNvSpPr>
            <a:spLocks noChangeArrowheads="1"/>
          </p:cNvSpPr>
          <p:nvPr/>
        </p:nvSpPr>
        <p:spPr bwMode="auto">
          <a:xfrm>
            <a:off x="6858000" y="2514600"/>
            <a:ext cx="19812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8" name="Text Box 6"/>
          <p:cNvSpPr txBox="1">
            <a:spLocks noChangeArrowheads="1"/>
          </p:cNvSpPr>
          <p:nvPr/>
        </p:nvSpPr>
        <p:spPr bwMode="auto">
          <a:xfrm>
            <a:off x="3581400" y="2590800"/>
            <a:ext cx="1752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Encryption Algorithm </a:t>
            </a:r>
            <a:r>
              <a:rPr lang="en-US" sz="2000" dirty="0" err="1">
                <a:solidFill>
                  <a:srgbClr val="CC0000"/>
                </a:solidFill>
              </a:rPr>
              <a:t>Enc</a:t>
            </a:r>
            <a:endParaRPr lang="en-US" sz="2000" dirty="0">
              <a:solidFill>
                <a:srgbClr val="CC0000"/>
              </a:solidFill>
            </a:endParaRPr>
          </a:p>
        </p:txBody>
      </p:sp>
      <p:sp>
        <p:nvSpPr>
          <p:cNvPr id="5129" name="Text Box 7"/>
          <p:cNvSpPr txBox="1">
            <a:spLocks noChangeArrowheads="1"/>
          </p:cNvSpPr>
          <p:nvPr/>
        </p:nvSpPr>
        <p:spPr bwMode="auto">
          <a:xfrm>
            <a:off x="7086600" y="2590800"/>
            <a:ext cx="1752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Decryption Algorithm </a:t>
            </a:r>
            <a:r>
              <a:rPr lang="en-US" sz="2000" dirty="0">
                <a:solidFill>
                  <a:srgbClr val="CC0000"/>
                </a:solidFill>
              </a:rPr>
              <a:t>Dec</a:t>
            </a:r>
          </a:p>
        </p:txBody>
      </p:sp>
      <p:sp>
        <p:nvSpPr>
          <p:cNvPr id="5130" name="Line 8"/>
          <p:cNvSpPr>
            <a:spLocks noChangeShapeType="1"/>
          </p:cNvSpPr>
          <p:nvPr/>
        </p:nvSpPr>
        <p:spPr bwMode="auto">
          <a:xfrm>
            <a:off x="2133600" y="2971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31" name="Line 9"/>
          <p:cNvSpPr>
            <a:spLocks noChangeShapeType="1"/>
          </p:cNvSpPr>
          <p:nvPr/>
        </p:nvSpPr>
        <p:spPr bwMode="auto">
          <a:xfrm>
            <a:off x="5410200" y="2971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32" name="Line 10"/>
          <p:cNvSpPr>
            <a:spLocks noChangeShapeType="1"/>
          </p:cNvSpPr>
          <p:nvPr/>
        </p:nvSpPr>
        <p:spPr bwMode="auto">
          <a:xfrm>
            <a:off x="8839200" y="29718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33" name="Text Box 11"/>
          <p:cNvSpPr txBox="1">
            <a:spLocks noChangeArrowheads="1"/>
          </p:cNvSpPr>
          <p:nvPr/>
        </p:nvSpPr>
        <p:spPr bwMode="auto">
          <a:xfrm>
            <a:off x="2209800" y="2574926"/>
            <a:ext cx="1143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Plaintex</a:t>
            </a:r>
          </a:p>
        </p:txBody>
      </p:sp>
      <p:sp>
        <p:nvSpPr>
          <p:cNvPr id="5134" name="Text Box 12"/>
          <p:cNvSpPr txBox="1">
            <a:spLocks noChangeArrowheads="1"/>
          </p:cNvSpPr>
          <p:nvPr/>
        </p:nvSpPr>
        <p:spPr bwMode="auto">
          <a:xfrm>
            <a:off x="5486400" y="2574926"/>
            <a:ext cx="1371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Ciphertext</a:t>
            </a:r>
          </a:p>
        </p:txBody>
      </p:sp>
      <p:sp>
        <p:nvSpPr>
          <p:cNvPr id="5135" name="Text Box 13"/>
          <p:cNvSpPr txBox="1">
            <a:spLocks noChangeArrowheads="1"/>
          </p:cNvSpPr>
          <p:nvPr/>
        </p:nvSpPr>
        <p:spPr bwMode="auto">
          <a:xfrm>
            <a:off x="8915400" y="2574926"/>
            <a:ext cx="1143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Plaintext</a:t>
            </a:r>
          </a:p>
        </p:txBody>
      </p:sp>
      <p:sp>
        <p:nvSpPr>
          <p:cNvPr id="5136" name="Text Box 14"/>
          <p:cNvSpPr txBox="1">
            <a:spLocks noChangeArrowheads="1"/>
          </p:cNvSpPr>
          <p:nvPr/>
        </p:nvSpPr>
        <p:spPr bwMode="auto">
          <a:xfrm>
            <a:off x="2590800" y="28956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00"/>
                </a:solidFill>
              </a:rPr>
              <a:t>M</a:t>
            </a:r>
          </a:p>
        </p:txBody>
      </p:sp>
      <p:sp>
        <p:nvSpPr>
          <p:cNvPr id="5137" name="Text Box 15"/>
          <p:cNvSpPr txBox="1">
            <a:spLocks noChangeArrowheads="1"/>
          </p:cNvSpPr>
          <p:nvPr/>
        </p:nvSpPr>
        <p:spPr bwMode="auto">
          <a:xfrm>
            <a:off x="9220200" y="28956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00"/>
                </a:solidFill>
              </a:rPr>
              <a:t>M</a:t>
            </a:r>
          </a:p>
        </p:txBody>
      </p:sp>
      <p:sp>
        <p:nvSpPr>
          <p:cNvPr id="5138" name="Text Box 16"/>
          <p:cNvSpPr txBox="1">
            <a:spLocks noChangeArrowheads="1"/>
          </p:cNvSpPr>
          <p:nvPr/>
        </p:nvSpPr>
        <p:spPr bwMode="auto">
          <a:xfrm>
            <a:off x="5943600" y="28956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00"/>
                </a:solidFill>
              </a:rPr>
              <a:t>C</a:t>
            </a:r>
          </a:p>
        </p:txBody>
      </p:sp>
      <p:sp>
        <p:nvSpPr>
          <p:cNvPr id="5139" name="Line 17"/>
          <p:cNvSpPr>
            <a:spLocks noChangeShapeType="1"/>
          </p:cNvSpPr>
          <p:nvPr/>
        </p:nvSpPr>
        <p:spPr bwMode="auto">
          <a:xfrm flipV="1">
            <a:off x="4419600" y="3429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40" name="Line 18"/>
          <p:cNvSpPr>
            <a:spLocks noChangeShapeType="1"/>
          </p:cNvSpPr>
          <p:nvPr/>
        </p:nvSpPr>
        <p:spPr bwMode="auto">
          <a:xfrm flipV="1">
            <a:off x="7848600" y="3429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41" name="Text Box 19"/>
          <p:cNvSpPr txBox="1">
            <a:spLocks noChangeArrowheads="1"/>
          </p:cNvSpPr>
          <p:nvPr/>
        </p:nvSpPr>
        <p:spPr bwMode="auto">
          <a:xfrm>
            <a:off x="3352800" y="3810001"/>
            <a:ext cx="2362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</a:rPr>
              <a:t>Bob’s public key</a:t>
            </a:r>
            <a:endParaRPr lang="en-US" baseline="-25000" dirty="0">
              <a:solidFill>
                <a:srgbClr val="CC0000"/>
              </a:solidFill>
            </a:endParaRPr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6781800" y="3810001"/>
            <a:ext cx="2362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</a:rPr>
              <a:t>Bob’s private key</a:t>
            </a:r>
            <a:endParaRPr lang="en-US" baseline="-25000" dirty="0">
              <a:solidFill>
                <a:srgbClr val="CC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CEF7F1F-BF02-EFD7-5563-C8F69453C532}"/>
                  </a:ext>
                </a:extLst>
              </p14:cNvPr>
              <p14:cNvContentPartPr/>
              <p14:nvPr/>
            </p14:nvContentPartPr>
            <p14:xfrm>
              <a:off x="5107798" y="967480"/>
              <a:ext cx="828360" cy="1067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CEF7F1F-BF02-EFD7-5563-C8F69453C5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96998" y="957040"/>
                <a:ext cx="849600" cy="10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65A7FE8-766D-060E-5348-C2D2E291FB64}"/>
                  </a:ext>
                </a:extLst>
              </p14:cNvPr>
              <p14:cNvContentPartPr/>
              <p14:nvPr/>
            </p14:nvContentPartPr>
            <p14:xfrm>
              <a:off x="8235133" y="4215874"/>
              <a:ext cx="75600" cy="119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65A7FE8-766D-060E-5348-C2D2E291FB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24333" y="4205074"/>
                <a:ext cx="9684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B5F78F5-B42A-C861-4058-475C91D8D552}"/>
                  </a:ext>
                </a:extLst>
              </p14:cNvPr>
              <p14:cNvContentPartPr/>
              <p14:nvPr/>
            </p14:nvContentPartPr>
            <p14:xfrm>
              <a:off x="8088973" y="4368874"/>
              <a:ext cx="117360" cy="220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B5F78F5-B42A-C861-4058-475C91D8D5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78173" y="4358434"/>
                <a:ext cx="1386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1FD8501-3FED-84D6-C27C-390DCB17EF22}"/>
                  </a:ext>
                </a:extLst>
              </p14:cNvPr>
              <p14:cNvContentPartPr/>
              <p14:nvPr/>
            </p14:nvContentPartPr>
            <p14:xfrm>
              <a:off x="8205613" y="4435114"/>
              <a:ext cx="225720" cy="1684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1FD8501-3FED-84D6-C27C-390DCB17EF2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95173" y="4424674"/>
                <a:ext cx="2469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4E9A07D-4DAD-31A7-B256-FEE6750C7405}"/>
                  </a:ext>
                </a:extLst>
              </p14:cNvPr>
              <p14:cNvContentPartPr/>
              <p14:nvPr/>
            </p14:nvContentPartPr>
            <p14:xfrm>
              <a:off x="8435293" y="4456714"/>
              <a:ext cx="79200" cy="153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4E9A07D-4DAD-31A7-B256-FEE6750C740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24853" y="4445914"/>
                <a:ext cx="10044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4937FB3-E104-0CAA-F665-84CEE6EF90BC}"/>
                  </a:ext>
                </a:extLst>
              </p14:cNvPr>
              <p14:cNvContentPartPr/>
              <p14:nvPr/>
            </p14:nvContentPartPr>
            <p14:xfrm>
              <a:off x="8531413" y="4426474"/>
              <a:ext cx="79560" cy="1915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4937FB3-E104-0CAA-F665-84CEE6EF90B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20973" y="4415674"/>
                <a:ext cx="1008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12F52F7-DBCC-374D-EBB6-AB5194A6E59C}"/>
                  </a:ext>
                </a:extLst>
              </p14:cNvPr>
              <p14:cNvContentPartPr/>
              <p14:nvPr/>
            </p14:nvContentPartPr>
            <p14:xfrm>
              <a:off x="8623213" y="4413874"/>
              <a:ext cx="16920" cy="1548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12F52F7-DBCC-374D-EBB6-AB5194A6E59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12773" y="4403434"/>
                <a:ext cx="3816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A45F875-38B5-D5B4-ED57-58900197E713}"/>
                  </a:ext>
                </a:extLst>
              </p14:cNvPr>
              <p14:cNvContentPartPr/>
              <p14:nvPr/>
            </p14:nvContentPartPr>
            <p14:xfrm>
              <a:off x="8623213" y="4468234"/>
              <a:ext cx="67320" cy="42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A45F875-38B5-D5B4-ED57-58900197E7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12773" y="4457434"/>
                <a:ext cx="885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B785411-F6C0-4CA3-7CD4-FD583B27639C}"/>
                  </a:ext>
                </a:extLst>
              </p14:cNvPr>
              <p14:cNvContentPartPr/>
              <p14:nvPr/>
            </p14:nvContentPartPr>
            <p14:xfrm>
              <a:off x="8861533" y="4368514"/>
              <a:ext cx="16920" cy="225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B785411-F6C0-4CA3-7CD4-FD583B27639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50733" y="4357714"/>
                <a:ext cx="381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DEF3535-1264-84DE-7CAF-ABF2F531754D}"/>
                  </a:ext>
                </a:extLst>
              </p14:cNvPr>
              <p14:cNvContentPartPr/>
              <p14:nvPr/>
            </p14:nvContentPartPr>
            <p14:xfrm>
              <a:off x="8882413" y="4418194"/>
              <a:ext cx="71280" cy="125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DEF3535-1264-84DE-7CAF-ABF2F531754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871613" y="4407394"/>
                <a:ext cx="925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C57EADC-F0BC-B44A-ABC9-8326F64B6C48}"/>
                  </a:ext>
                </a:extLst>
              </p14:cNvPr>
              <p14:cNvContentPartPr/>
              <p14:nvPr/>
            </p14:nvContentPartPr>
            <p14:xfrm>
              <a:off x="8969893" y="4426474"/>
              <a:ext cx="61920" cy="1339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C57EADC-F0BC-B44A-ABC9-8326F64B6C4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959453" y="4415674"/>
                <a:ext cx="8316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EE6A39B-3E2D-23A3-2A41-279597149094}"/>
                  </a:ext>
                </a:extLst>
              </p14:cNvPr>
              <p14:cNvContentPartPr/>
              <p14:nvPr/>
            </p14:nvContentPartPr>
            <p14:xfrm>
              <a:off x="9040813" y="4493434"/>
              <a:ext cx="37800" cy="86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EE6A39B-3E2D-23A3-2A41-27959714909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030373" y="4482634"/>
                <a:ext cx="590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1CE178D-F9A3-4A55-68BD-84C40E5541A6}"/>
                  </a:ext>
                </a:extLst>
              </p14:cNvPr>
              <p14:cNvContentPartPr/>
              <p14:nvPr/>
            </p14:nvContentPartPr>
            <p14:xfrm>
              <a:off x="9082573" y="4434754"/>
              <a:ext cx="54720" cy="188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1CE178D-F9A3-4A55-68BD-84C40E5541A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072133" y="4424314"/>
                <a:ext cx="759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7B57E0B-C193-2671-46CB-05FF1BC4E911}"/>
                  </a:ext>
                </a:extLst>
              </p14:cNvPr>
              <p14:cNvContentPartPr/>
              <p14:nvPr/>
            </p14:nvContentPartPr>
            <p14:xfrm>
              <a:off x="9212173" y="4672714"/>
              <a:ext cx="8640" cy="212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7B57E0B-C193-2671-46CB-05FF1BC4E91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201733" y="4662274"/>
                <a:ext cx="298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24DE822-30A3-695B-2CDC-40DD167B3919}"/>
                  </a:ext>
                </a:extLst>
              </p14:cNvPr>
              <p14:cNvContentPartPr/>
              <p14:nvPr/>
            </p14:nvContentPartPr>
            <p14:xfrm>
              <a:off x="9279133" y="4435114"/>
              <a:ext cx="8640" cy="146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24DE822-30A3-695B-2CDC-40DD167B391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268333" y="4424674"/>
                <a:ext cx="2988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313ADD1-8DD9-CA61-DB0D-8424F6A54F2E}"/>
                  </a:ext>
                </a:extLst>
              </p14:cNvPr>
              <p14:cNvContentPartPr/>
              <p14:nvPr/>
            </p14:nvContentPartPr>
            <p14:xfrm>
              <a:off x="9287413" y="4347274"/>
              <a:ext cx="21240" cy="129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313ADD1-8DD9-CA61-DB0D-8424F6A54F2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276613" y="4336474"/>
                <a:ext cx="424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83F07B7-38BB-9354-820A-FE28987F2594}"/>
                  </a:ext>
                </a:extLst>
              </p14:cNvPr>
              <p14:cNvContentPartPr/>
              <p14:nvPr/>
            </p14:nvContentPartPr>
            <p14:xfrm>
              <a:off x="9300013" y="4372114"/>
              <a:ext cx="83880" cy="1839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83F07B7-38BB-9354-820A-FE28987F259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89213" y="4361674"/>
                <a:ext cx="1051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419C535-EC52-5387-81D2-04763BF69BA5}"/>
                  </a:ext>
                </a:extLst>
              </p14:cNvPr>
              <p14:cNvContentPartPr/>
              <p14:nvPr/>
            </p14:nvContentPartPr>
            <p14:xfrm>
              <a:off x="9529693" y="4359514"/>
              <a:ext cx="96480" cy="192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419C535-EC52-5387-81D2-04763BF69BA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518893" y="4349074"/>
                <a:ext cx="11772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F3F113F-DA91-453D-761B-BE23CC2A8D8C}"/>
                  </a:ext>
                </a:extLst>
              </p14:cNvPr>
              <p14:cNvContentPartPr/>
              <p14:nvPr/>
            </p14:nvContentPartPr>
            <p14:xfrm>
              <a:off x="9609973" y="4418194"/>
              <a:ext cx="102960" cy="1540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F3F113F-DA91-453D-761B-BE23CC2A8D8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599173" y="4407394"/>
                <a:ext cx="1242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4557865-D2A7-4732-2DBC-49B72727F852}"/>
                  </a:ext>
                </a:extLst>
              </p14:cNvPr>
              <p14:cNvContentPartPr/>
              <p14:nvPr/>
            </p14:nvContentPartPr>
            <p14:xfrm>
              <a:off x="9738493" y="4422154"/>
              <a:ext cx="37800" cy="1047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4557865-D2A7-4732-2DBC-49B72727F85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27693" y="4411714"/>
                <a:ext cx="590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C182DC7-C9CF-F2A7-68DC-E9AB6156C5E1}"/>
                  </a:ext>
                </a:extLst>
              </p14:cNvPr>
              <p14:cNvContentPartPr/>
              <p14:nvPr/>
            </p14:nvContentPartPr>
            <p14:xfrm>
              <a:off x="9784933" y="4430794"/>
              <a:ext cx="91800" cy="134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C182DC7-C9CF-F2A7-68DC-E9AB6156C5E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774133" y="4419994"/>
                <a:ext cx="11304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4DDB07F-0335-AA9E-664B-48567DF24AE1}"/>
                  </a:ext>
                </a:extLst>
              </p14:cNvPr>
              <p14:cNvContentPartPr/>
              <p14:nvPr/>
            </p14:nvContentPartPr>
            <p14:xfrm>
              <a:off x="9851173" y="4435834"/>
              <a:ext cx="67320" cy="1206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4DDB07F-0335-AA9E-664B-48567DF24AE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840373" y="4425034"/>
                <a:ext cx="8856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E432FDA-56AB-3A95-F00D-8F3199862349}"/>
                  </a:ext>
                </a:extLst>
              </p14:cNvPr>
              <p14:cNvContentPartPr/>
              <p14:nvPr/>
            </p14:nvContentPartPr>
            <p14:xfrm>
              <a:off x="9938653" y="4422154"/>
              <a:ext cx="25560" cy="1591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E432FDA-56AB-3A95-F00D-8F319986234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928213" y="4411714"/>
                <a:ext cx="468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B90FA5A-B9C6-4005-5A50-365815DBD8A0}"/>
                  </a:ext>
                </a:extLst>
              </p14:cNvPr>
              <p14:cNvContentPartPr/>
              <p14:nvPr/>
            </p14:nvContentPartPr>
            <p14:xfrm>
              <a:off x="9917773" y="4501714"/>
              <a:ext cx="50400" cy="504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B90FA5A-B9C6-4005-5A50-365815DBD8A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907333" y="4490914"/>
                <a:ext cx="716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7EFB2A3-581C-B911-437F-F74A71BCEE09}"/>
                  </a:ext>
                </a:extLst>
              </p14:cNvPr>
              <p14:cNvContentPartPr/>
              <p14:nvPr/>
            </p14:nvContentPartPr>
            <p14:xfrm>
              <a:off x="10022173" y="4518274"/>
              <a:ext cx="12960" cy="212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7EFB2A3-581C-B911-437F-F74A71BCEE0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011733" y="4507834"/>
                <a:ext cx="342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142" name="Ink 5141">
                <a:extLst>
                  <a:ext uri="{FF2B5EF4-FFF2-40B4-BE49-F238E27FC236}">
                    <a16:creationId xmlns:a16="http://schemas.microsoft.com/office/drawing/2014/main" id="{5AD276A4-FEAA-9619-3525-0EB08F76B440}"/>
                  </a:ext>
                </a:extLst>
              </p14:cNvPr>
              <p14:cNvContentPartPr/>
              <p14:nvPr/>
            </p14:nvContentPartPr>
            <p14:xfrm>
              <a:off x="4172433" y="6029011"/>
              <a:ext cx="115560" cy="113400"/>
            </p14:xfrm>
          </p:contentPart>
        </mc:Choice>
        <mc:Fallback xmlns="">
          <p:pic>
            <p:nvPicPr>
              <p:cNvPr id="5142" name="Ink 5141">
                <a:extLst>
                  <a:ext uri="{FF2B5EF4-FFF2-40B4-BE49-F238E27FC236}">
                    <a16:creationId xmlns:a16="http://schemas.microsoft.com/office/drawing/2014/main" id="{5AD276A4-FEAA-9619-3525-0EB08F76B44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61993" y="6018211"/>
                <a:ext cx="13680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164" name="Ink 5163">
                <a:extLst>
                  <a:ext uri="{FF2B5EF4-FFF2-40B4-BE49-F238E27FC236}">
                    <a16:creationId xmlns:a16="http://schemas.microsoft.com/office/drawing/2014/main" id="{69E89676-DB70-88F4-9489-BB9D9230D4FD}"/>
                  </a:ext>
                </a:extLst>
              </p14:cNvPr>
              <p14:cNvContentPartPr/>
              <p14:nvPr/>
            </p14:nvContentPartPr>
            <p14:xfrm>
              <a:off x="4341993" y="5993011"/>
              <a:ext cx="1220400" cy="360720"/>
            </p14:xfrm>
          </p:contentPart>
        </mc:Choice>
        <mc:Fallback xmlns="">
          <p:pic>
            <p:nvPicPr>
              <p:cNvPr id="5164" name="Ink 5163">
                <a:extLst>
                  <a:ext uri="{FF2B5EF4-FFF2-40B4-BE49-F238E27FC236}">
                    <a16:creationId xmlns:a16="http://schemas.microsoft.com/office/drawing/2014/main" id="{69E89676-DB70-88F4-9489-BB9D9230D4F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331193" y="5982211"/>
                <a:ext cx="124164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180" name="Ink 5179">
                <a:extLst>
                  <a:ext uri="{FF2B5EF4-FFF2-40B4-BE49-F238E27FC236}">
                    <a16:creationId xmlns:a16="http://schemas.microsoft.com/office/drawing/2014/main" id="{1A2C5699-EB65-B03D-7A94-CAF8A95D7271}"/>
                  </a:ext>
                </a:extLst>
              </p14:cNvPr>
              <p14:cNvContentPartPr/>
              <p14:nvPr/>
            </p14:nvContentPartPr>
            <p14:xfrm>
              <a:off x="5153793" y="6218371"/>
              <a:ext cx="660600" cy="147960"/>
            </p14:xfrm>
          </p:contentPart>
        </mc:Choice>
        <mc:Fallback xmlns="">
          <p:pic>
            <p:nvPicPr>
              <p:cNvPr id="5180" name="Ink 5179">
                <a:extLst>
                  <a:ext uri="{FF2B5EF4-FFF2-40B4-BE49-F238E27FC236}">
                    <a16:creationId xmlns:a16="http://schemas.microsoft.com/office/drawing/2014/main" id="{1A2C5699-EB65-B03D-7A94-CAF8A95D727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143353" y="6207597"/>
                <a:ext cx="681840" cy="169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215" name="Ink 5214">
                <a:extLst>
                  <a:ext uri="{FF2B5EF4-FFF2-40B4-BE49-F238E27FC236}">
                    <a16:creationId xmlns:a16="http://schemas.microsoft.com/office/drawing/2014/main" id="{7EEE8B98-7D50-DED4-2D06-370CD2EBAE35}"/>
                  </a:ext>
                </a:extLst>
              </p14:cNvPr>
              <p14:cNvContentPartPr/>
              <p14:nvPr/>
            </p14:nvContentPartPr>
            <p14:xfrm>
              <a:off x="7081897" y="6368431"/>
              <a:ext cx="386280" cy="196200"/>
            </p14:xfrm>
          </p:contentPart>
        </mc:Choice>
        <mc:Fallback xmlns="">
          <p:pic>
            <p:nvPicPr>
              <p:cNvPr id="5215" name="Ink 5214">
                <a:extLst>
                  <a:ext uri="{FF2B5EF4-FFF2-40B4-BE49-F238E27FC236}">
                    <a16:creationId xmlns:a16="http://schemas.microsoft.com/office/drawing/2014/main" id="{7EEE8B98-7D50-DED4-2D06-370CD2EBAE3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071097" y="6357631"/>
                <a:ext cx="4075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216" name="Ink 5215">
                <a:extLst>
                  <a:ext uri="{FF2B5EF4-FFF2-40B4-BE49-F238E27FC236}">
                    <a16:creationId xmlns:a16="http://schemas.microsoft.com/office/drawing/2014/main" id="{42C2B9F2-3FF8-C0A5-5739-37AA3C64F6C2}"/>
                  </a:ext>
                </a:extLst>
              </p14:cNvPr>
              <p14:cNvContentPartPr/>
              <p14:nvPr/>
            </p14:nvContentPartPr>
            <p14:xfrm>
              <a:off x="5883097" y="6111031"/>
              <a:ext cx="1073520" cy="421560"/>
            </p14:xfrm>
          </p:contentPart>
        </mc:Choice>
        <mc:Fallback xmlns="">
          <p:pic>
            <p:nvPicPr>
              <p:cNvPr id="5216" name="Ink 5215">
                <a:extLst>
                  <a:ext uri="{FF2B5EF4-FFF2-40B4-BE49-F238E27FC236}">
                    <a16:creationId xmlns:a16="http://schemas.microsoft.com/office/drawing/2014/main" id="{42C2B9F2-3FF8-C0A5-5739-37AA3C64F6C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872297" y="6100591"/>
                <a:ext cx="1094760" cy="44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151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3733800" y="5486401"/>
            <a:ext cx="1752601" cy="1025769"/>
            <a:chOff x="4038600" y="5410200"/>
            <a:chExt cx="2133600" cy="1025769"/>
          </a:xfrm>
        </p:grpSpPr>
        <p:sp>
          <p:nvSpPr>
            <p:cNvPr id="28" name="Rectangle 27"/>
            <p:cNvSpPr/>
            <p:nvPr/>
          </p:nvSpPr>
          <p:spPr>
            <a:xfrm>
              <a:off x="4038600" y="5410200"/>
              <a:ext cx="1905000" cy="5334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6400" y="5715000"/>
              <a:ext cx="685800" cy="720969"/>
            </a:xfrm>
            <a:prstGeom prst="rect">
              <a:avLst/>
            </a:prstGeom>
          </p:spPr>
        </p:pic>
      </p:grpSp>
      <p:grpSp>
        <p:nvGrpSpPr>
          <p:cNvPr id="24" name="Group 23"/>
          <p:cNvGrpSpPr/>
          <p:nvPr/>
        </p:nvGrpSpPr>
        <p:grpSpPr>
          <a:xfrm>
            <a:off x="3733800" y="2057400"/>
            <a:ext cx="1981200" cy="1143000"/>
            <a:chOff x="2209800" y="2057400"/>
            <a:chExt cx="1981200" cy="1143000"/>
          </a:xfrm>
        </p:grpSpPr>
        <p:sp>
          <p:nvSpPr>
            <p:cNvPr id="40" name="Rectangle 39"/>
            <p:cNvSpPr/>
            <p:nvPr/>
          </p:nvSpPr>
          <p:spPr>
            <a:xfrm>
              <a:off x="2209800" y="2057400"/>
              <a:ext cx="1600200" cy="5334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0" y="2209800"/>
              <a:ext cx="990600" cy="990600"/>
            </a:xfrm>
            <a:prstGeom prst="rect">
              <a:avLst/>
            </a:prstGeom>
          </p:spPr>
        </p:pic>
      </p:grpSp>
      <p:sp>
        <p:nvSpPr>
          <p:cNvPr id="23" name="Rectangle 22"/>
          <p:cNvSpPr/>
          <p:nvPr/>
        </p:nvSpPr>
        <p:spPr>
          <a:xfrm>
            <a:off x="3733800" y="2057400"/>
            <a:ext cx="1600200" cy="5334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Hello, Bob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545812"/>
            <a:ext cx="8763000" cy="584776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itchFamily="2" charset="-122"/>
              </a:rPr>
              <a:t>Asymmetric Key Encryption</a:t>
            </a:r>
            <a:endParaRPr lang="en-US" sz="3200" dirty="0"/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2C6F9B-1DC0-4EFA-A417-5B883C7E6FF6}" type="slidenum">
              <a:rPr lang="en-US"/>
              <a:pPr/>
              <a:t>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1828800"/>
            <a:ext cx="914400" cy="10828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1828800"/>
            <a:ext cx="1143000" cy="9398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5080000"/>
            <a:ext cx="1143000" cy="9398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5029200"/>
            <a:ext cx="914400" cy="10828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41212" y="1371601"/>
            <a:ext cx="863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0601" y="1371601"/>
            <a:ext cx="697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Bob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2895600"/>
            <a:ext cx="990600" cy="990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1" y="3200400"/>
            <a:ext cx="1091045" cy="5334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1524000" y="4191000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0" y="3733801"/>
            <a:ext cx="1479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public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1" y="3729336"/>
            <a:ext cx="156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private key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200400"/>
            <a:ext cx="1600200" cy="5334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Hello, Bob</a:t>
            </a:r>
          </a:p>
        </p:txBody>
      </p:sp>
      <p:sp>
        <p:nvSpPr>
          <p:cNvPr id="2" name="Rectangle 1"/>
          <p:cNvSpPr/>
          <p:nvPr/>
        </p:nvSpPr>
        <p:spPr>
          <a:xfrm>
            <a:off x="3733800" y="5486400"/>
            <a:ext cx="1600200" cy="5334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Hello, Bob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6096001"/>
            <a:ext cx="609600" cy="61644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800" y="6096001"/>
            <a:ext cx="609600" cy="616449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705600" y="5486400"/>
            <a:ext cx="1600200" cy="5334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Hello, Bob</a:t>
            </a:r>
          </a:p>
        </p:txBody>
      </p:sp>
      <p:sp>
        <p:nvSpPr>
          <p:cNvPr id="32" name="Rectangle 4"/>
          <p:cNvSpPr txBox="1">
            <a:spLocks noChangeArrowheads="1"/>
          </p:cNvSpPr>
          <p:nvPr/>
        </p:nvSpPr>
        <p:spPr bwMode="auto">
          <a:xfrm>
            <a:off x="1676400" y="4191000"/>
            <a:ext cx="8763000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69200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69200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69200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69200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69200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69200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69200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69200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C69200"/>
                </a:solidFill>
                <a:latin typeface="Arial" charset="0"/>
              </a:defRPr>
            </a:lvl9pPr>
          </a:lstStyle>
          <a:p>
            <a:r>
              <a:rPr lang="en-US" altLang="zh-CN" sz="3200" dirty="0">
                <a:ea typeface="宋体" pitchFamily="2" charset="-122"/>
              </a:rPr>
              <a:t>Symmetric Key Encryption</a:t>
            </a:r>
            <a:endParaRPr lang="en-US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3124201" y="6248401"/>
            <a:ext cx="1509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shared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1" y="6248401"/>
            <a:ext cx="1509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shared key</a:t>
            </a:r>
          </a:p>
        </p:txBody>
      </p:sp>
    </p:spTree>
    <p:extLst>
      <p:ext uri="{BB962C8B-B14F-4D97-AF65-F5344CB8AC3E}">
        <p14:creationId xmlns:p14="http://schemas.microsoft.com/office/powerpoint/2010/main" val="340503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22222E-6 L 0.26954 0.00301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2" grpId="0" animBg="1"/>
      <p:bldP spid="2" grpId="0" animBg="1"/>
      <p:bldP spid="2" grpId="1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</a:t>
            </a:r>
            <a:r>
              <a:rPr lang="en-US" dirty="0" err="1"/>
              <a:t>ivest</a:t>
            </a:r>
            <a:r>
              <a:rPr lang="en-US" dirty="0"/>
              <a:t>-</a:t>
            </a:r>
            <a:r>
              <a:rPr lang="en-US" b="1" dirty="0"/>
              <a:t>S</a:t>
            </a:r>
            <a:r>
              <a:rPr lang="en-US" dirty="0"/>
              <a:t>hamir-</a:t>
            </a:r>
            <a:r>
              <a:rPr lang="en-US" b="1" dirty="0" err="1"/>
              <a:t>A</a:t>
            </a:r>
            <a:r>
              <a:rPr lang="en-US" dirty="0" err="1"/>
              <a:t>dleman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CDC29-1A8F-43CB-A892-15B283BB8DB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447800"/>
            <a:ext cx="77724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77965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EED3E-A0A7-8045-9AD1-929B4FAA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Notations (FYI, non-examinable)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C8BF3-9EA3-BE41-98B5-78D33E1566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295400"/>
                <a:ext cx="10972800" cy="4339650"/>
              </a:xfrm>
            </p:spPr>
            <p:txBody>
              <a:bodyPr/>
              <a:lstStyle/>
              <a:p>
                <a:r>
                  <a:rPr lang="en-GB" dirty="0">
                    <a:solidFill>
                      <a:srgbClr val="0070C0"/>
                    </a:solidFill>
                  </a:rPr>
                  <a:t>a mod n</a:t>
                </a:r>
              </a:p>
              <a:p>
                <a:pPr lvl="1"/>
                <a:r>
                  <a:rPr lang="en-GB" dirty="0"/>
                  <a:t>it refers to the remainder of a/n. </a:t>
                </a:r>
              </a:p>
              <a:p>
                <a:pPr lvl="1"/>
                <a:r>
                  <a:rPr lang="en-GB" dirty="0"/>
                  <a:t>e.g.,  50 mod 10,  5 mod 13,  101 mod 100</a:t>
                </a:r>
              </a:p>
              <a:p>
                <a:r>
                  <a:rPr lang="en-GB" dirty="0"/>
                  <a:t>Congruent: </a:t>
                </a:r>
                <a:r>
                  <a:rPr lang="en-GB" dirty="0">
                    <a:solidFill>
                      <a:srgbClr val="0070C0"/>
                    </a:solidFill>
                  </a:rPr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b mod n</a:t>
                </a:r>
                <a:r>
                  <a:rPr lang="en-GB" dirty="0"/>
                  <a:t>,  </a:t>
                </a:r>
                <a:r>
                  <a:rPr lang="en-GB" dirty="0" err="1"/>
                  <a:t>a,b,n</a:t>
                </a:r>
                <a:r>
                  <a:rPr lang="en-GB" dirty="0"/>
                  <a:t> are all integers</a:t>
                </a:r>
              </a:p>
              <a:p>
                <a:pPr lvl="1"/>
                <a:r>
                  <a:rPr lang="en-GB" dirty="0"/>
                  <a:t>When divided by n, a's remainder and b's remainder are the same.</a:t>
                </a:r>
              </a:p>
              <a:p>
                <a:r>
                  <a:rPr lang="en-GB" dirty="0"/>
                  <a:t>Hence, we have</a:t>
                </a:r>
              </a:p>
              <a:p>
                <a:pPr lvl="1"/>
                <a:r>
                  <a:rPr lang="en-GB" dirty="0"/>
                  <a:t>60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GB" dirty="0"/>
                  <a:t> 50 mod 10,  18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GB" dirty="0"/>
                  <a:t> 5 mod 13,  101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GB" dirty="0"/>
                  <a:t> 1 mod 100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C8BF3-9EA3-BE41-98B5-78D33E1566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295400"/>
                <a:ext cx="10972800" cy="4339650"/>
              </a:xfrm>
              <a:blipFill>
                <a:blip r:embed="rId2"/>
                <a:stretch>
                  <a:fillRect l="-1389" t="-1458" b="-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23C3E-0B7A-C149-B561-895285EB3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B3B5CC-1FAB-4AEE-A1D8-F673B74B29C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C03174E-2A99-069A-1358-06C58F9E4B75}"/>
                  </a:ext>
                </a:extLst>
              </p14:cNvPr>
              <p14:cNvContentPartPr/>
              <p14:nvPr/>
            </p14:nvContentPartPr>
            <p14:xfrm>
              <a:off x="2437321" y="5812795"/>
              <a:ext cx="853560" cy="336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C03174E-2A99-069A-1358-06C58F9E4B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6521" y="5801995"/>
                <a:ext cx="87480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B58DCA4-A69A-5332-49E7-139C0C21AE9E}"/>
                  </a:ext>
                </a:extLst>
              </p14:cNvPr>
              <p14:cNvContentPartPr/>
              <p14:nvPr/>
            </p14:nvContentPartPr>
            <p14:xfrm>
              <a:off x="1538041" y="5531275"/>
              <a:ext cx="690120" cy="618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B58DCA4-A69A-5332-49E7-139C0C21AE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7596" y="5520475"/>
                <a:ext cx="711371" cy="63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5201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772400" cy="646331"/>
          </a:xfrm>
        </p:spPr>
        <p:txBody>
          <a:bodyPr/>
          <a:lstStyle/>
          <a:p>
            <a:pPr eaLnBrk="1" hangingPunct="1"/>
            <a:r>
              <a:rPr lang="en-US" dirty="0"/>
              <a:t>RSA Setting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3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682171" y="1247002"/>
                <a:ext cx="10827657" cy="4056495"/>
              </a:xfrm>
            </p:spPr>
            <p:txBody>
              <a:bodyPr/>
              <a:lstStyle/>
              <a:p>
                <a:pPr eaLnBrk="1" hangingPunct="1"/>
                <a:r>
                  <a:rPr lang="en-US" sz="2800" dirty="0"/>
                  <a:t>RSA encryption setting consists of three parameters:</a:t>
                </a:r>
                <a:endParaRPr lang="en-US" sz="2400" dirty="0"/>
              </a:p>
              <a:p>
                <a:pPr lvl="1" eaLnBrk="1" hangingPunct="1"/>
                <a:r>
                  <a:rPr lang="en-US" sz="2400" dirty="0">
                    <a:solidFill>
                      <a:srgbClr val="CC0000"/>
                    </a:solidFill>
                  </a:rPr>
                  <a:t>n</a:t>
                </a:r>
                <a:r>
                  <a:rPr lang="en-US" sz="2400" dirty="0"/>
                  <a:t>: a composite integer. </a:t>
                </a:r>
                <a:r>
                  <a:rPr lang="en-US" sz="2400" dirty="0">
                    <a:solidFill>
                      <a:srgbClr val="CC0000"/>
                    </a:solidFill>
                  </a:rPr>
                  <a:t>n = </a:t>
                </a:r>
                <a:r>
                  <a:rPr lang="en-US" sz="2400" dirty="0" err="1">
                    <a:solidFill>
                      <a:srgbClr val="CC0000"/>
                    </a:solidFill>
                  </a:rPr>
                  <a:t>pq</a:t>
                </a:r>
                <a:r>
                  <a:rPr lang="en-US" sz="2400" dirty="0"/>
                  <a:t>, where </a:t>
                </a:r>
                <a:r>
                  <a:rPr lang="en-US" sz="2400" dirty="0">
                    <a:solidFill>
                      <a:srgbClr val="CC0000"/>
                    </a:solidFill>
                  </a:rPr>
                  <a:t>p</a:t>
                </a:r>
                <a:r>
                  <a:rPr lang="en-US" sz="2400" dirty="0"/>
                  <a:t> and </a:t>
                </a:r>
                <a:r>
                  <a:rPr lang="en-US" sz="2400" dirty="0">
                    <a:solidFill>
                      <a:srgbClr val="CC0000"/>
                    </a:solidFill>
                  </a:rPr>
                  <a:t>q</a:t>
                </a:r>
                <a:r>
                  <a:rPr lang="en-US" sz="2400" dirty="0"/>
                  <a:t> are large primes</a:t>
                </a:r>
              </a:p>
              <a:p>
                <a:pPr lvl="1" eaLnBrk="1" hangingPunct="1"/>
                <a:r>
                  <a:rPr lang="en-US" sz="2400" dirty="0">
                    <a:solidFill>
                      <a:srgbClr val="CC0000"/>
                    </a:solidFill>
                  </a:rPr>
                  <a:t>e</a:t>
                </a:r>
                <a:r>
                  <a:rPr lang="en-US" sz="2400" dirty="0"/>
                  <a:t>: an integer </a:t>
                </a:r>
                <a:r>
                  <a:rPr lang="en-US" sz="2400" u="sng" dirty="0"/>
                  <a:t>co-prime</a:t>
                </a:r>
                <a:r>
                  <a:rPr lang="en-US" sz="2400" dirty="0"/>
                  <a:t> to </a:t>
                </a:r>
                <a:r>
                  <a:rPr lang="en-US" sz="2400" dirty="0">
                    <a:solidFill>
                      <a:srgbClr val="CC0000"/>
                    </a:solidFill>
                  </a:rPr>
                  <a:t>(p-1)(q-1)</a:t>
                </a:r>
                <a:r>
                  <a:rPr lang="en-US" sz="2400" dirty="0"/>
                  <a:t>, </a:t>
                </a:r>
              </a:p>
              <a:p>
                <a:pPr lvl="2"/>
                <a:r>
                  <a:rPr lang="en-US" sz="2000" u="sng" dirty="0"/>
                  <a:t>co-prime</a:t>
                </a:r>
                <a:r>
                  <a:rPr lang="en-US" sz="2000" dirty="0"/>
                  <a:t>: e and (p-1)(q-1) do not have a common divider except 1.</a:t>
                </a:r>
              </a:p>
              <a:p>
                <a:pPr lvl="1"/>
                <a:r>
                  <a:rPr lang="en-US" sz="2400" dirty="0">
                    <a:solidFill>
                      <a:srgbClr val="CC0000"/>
                    </a:solidFill>
                  </a:rPr>
                  <a:t>d</a:t>
                </a:r>
                <a:r>
                  <a:rPr lang="en-US" sz="2400" dirty="0"/>
                  <a:t>: an integer</a:t>
                </a:r>
                <a:r>
                  <a:rPr lang="en-US" sz="2400" dirty="0">
                    <a:solidFill>
                      <a:srgbClr val="CC0000"/>
                    </a:solidFill>
                  </a:rPr>
                  <a:t> </a:t>
                </a:r>
                <a:r>
                  <a:rPr lang="en-US" sz="2400" dirty="0"/>
                  <a:t>satisfying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−1)(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lvl="2"/>
                <a:r>
                  <a:rPr lang="en-US" sz="2000" dirty="0">
                    <a:solidFill>
                      <a:srgbClr val="000000"/>
                    </a:solidFill>
                  </a:rPr>
                  <a:t>namely,  the remainder of dividing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−1)(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000" dirty="0">
                    <a:solidFill>
                      <a:srgbClr val="CC0000"/>
                    </a:solidFill>
                  </a:rPr>
                  <a:t> </a:t>
                </a:r>
                <a:r>
                  <a:rPr lang="en-US" sz="2000" dirty="0"/>
                  <a:t>is 1.</a:t>
                </a:r>
                <a:endParaRPr lang="en-US" sz="2000" dirty="0">
                  <a:solidFill>
                    <a:srgbClr val="000000"/>
                  </a:solidFill>
                </a:endParaRPr>
              </a:p>
              <a:p>
                <a:pPr eaLnBrk="1" hangingPunct="1"/>
                <a:r>
                  <a:rPr lang="en-US" sz="2800" dirty="0">
                    <a:solidFill>
                      <a:srgbClr val="FF0000"/>
                    </a:solidFill>
                  </a:rPr>
                  <a:t>(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n,e</a:t>
                </a:r>
                <a:r>
                  <a:rPr lang="en-US" sz="2800" dirty="0">
                    <a:solidFill>
                      <a:srgbClr val="FF0000"/>
                    </a:solidFill>
                  </a:rPr>
                  <a:t>)</a:t>
                </a:r>
                <a:r>
                  <a:rPr lang="en-US" sz="2800" dirty="0"/>
                  <a:t> are called the </a:t>
                </a:r>
                <a:r>
                  <a:rPr lang="en-US" sz="2800" b="1" dirty="0"/>
                  <a:t>RSA</a:t>
                </a:r>
                <a:r>
                  <a:rPr lang="en-US" sz="2800" dirty="0"/>
                  <a:t> </a:t>
                </a:r>
                <a:r>
                  <a:rPr lang="en-US" sz="2800" b="1" dirty="0"/>
                  <a:t>public key</a:t>
                </a:r>
                <a:r>
                  <a:rPr lang="en-US" sz="2800" dirty="0"/>
                  <a:t>. </a:t>
                </a:r>
                <a:r>
                  <a:rPr lang="en-US" sz="2800" dirty="0">
                    <a:solidFill>
                      <a:srgbClr val="FF0000"/>
                    </a:solidFill>
                  </a:rPr>
                  <a:t>n</a:t>
                </a:r>
                <a:r>
                  <a:rPr lang="en-US" sz="2800" dirty="0"/>
                  <a:t> is called the </a:t>
                </a:r>
                <a:r>
                  <a:rPr lang="en-US" sz="2800" b="1" dirty="0"/>
                  <a:t>RSA</a:t>
                </a:r>
                <a:r>
                  <a:rPr lang="en-US" sz="2800" dirty="0"/>
                  <a:t> </a:t>
                </a:r>
                <a:r>
                  <a:rPr lang="en-US" sz="2800" b="1" dirty="0"/>
                  <a:t>modulus</a:t>
                </a:r>
              </a:p>
              <a:p>
                <a:pPr eaLnBrk="1" hangingPunct="1"/>
                <a:r>
                  <a:rPr lang="en-US" sz="2800" dirty="0">
                    <a:solidFill>
                      <a:srgbClr val="FF0000"/>
                    </a:solidFill>
                  </a:rPr>
                  <a:t>d</a:t>
                </a:r>
                <a:r>
                  <a:rPr lang="en-US" sz="2800" dirty="0"/>
                  <a:t> is the </a:t>
                </a:r>
                <a:r>
                  <a:rPr lang="en-US" sz="2800" b="1" dirty="0"/>
                  <a:t>RSA private key</a:t>
                </a:r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717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682171" y="1247002"/>
                <a:ext cx="10827657" cy="4056495"/>
              </a:xfrm>
              <a:blipFill>
                <a:blip r:embed="rId3"/>
                <a:stretch>
                  <a:fillRect l="-938" t="-1246" b="-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6F85823-C70F-4A06-BDA7-A8D991FB3EDB}" type="slidenum">
              <a:rPr lang="en-US"/>
              <a:pPr/>
              <a:t>12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A4923B-4D2F-2140-9B91-F87A22432C36}"/>
              </a:ext>
            </a:extLst>
          </p:cNvPr>
          <p:cNvGrpSpPr/>
          <p:nvPr/>
        </p:nvGrpSpPr>
        <p:grpSpPr>
          <a:xfrm>
            <a:off x="8904312" y="3104964"/>
            <a:ext cx="1813750" cy="648072"/>
            <a:chOff x="9120336" y="3212976"/>
            <a:chExt cx="1813750" cy="648072"/>
          </a:xfrm>
        </p:grpSpPr>
        <p:sp>
          <p:nvSpPr>
            <p:cNvPr id="2" name="Right Brace 1">
              <a:extLst>
                <a:ext uri="{FF2B5EF4-FFF2-40B4-BE49-F238E27FC236}">
                  <a16:creationId xmlns:a16="http://schemas.microsoft.com/office/drawing/2014/main" id="{00ACE1E9-2840-1343-9A80-55C0026F2F0A}"/>
                </a:ext>
              </a:extLst>
            </p:cNvPr>
            <p:cNvSpPr/>
            <p:nvPr/>
          </p:nvSpPr>
          <p:spPr>
            <a:xfrm>
              <a:off x="9120336" y="3212976"/>
              <a:ext cx="360040" cy="648072"/>
            </a:xfrm>
            <a:prstGeom prst="rightBrace">
              <a:avLst>
                <a:gd name="adj1" fmla="val 36950"/>
                <a:gd name="adj2" fmla="val 50000"/>
              </a:avLst>
            </a:prstGeom>
            <a:ln>
              <a:solidFill>
                <a:srgbClr val="00009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959F3FA-88AF-3748-8E51-25B3EE03A1ED}"/>
                </a:ext>
              </a:extLst>
            </p:cNvPr>
            <p:cNvSpPr txBox="1"/>
            <p:nvPr/>
          </p:nvSpPr>
          <p:spPr>
            <a:xfrm>
              <a:off x="9553580" y="3275250"/>
              <a:ext cx="1380506" cy="46166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Helvetica" pitchFamily="2" charset="0"/>
                </a:rPr>
                <a:t>FYI Only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EA0404-6130-494D-AB92-AB62FC12E6C9}"/>
                  </a:ext>
                </a:extLst>
              </p:cNvPr>
              <p:cNvSpPr txBox="1"/>
              <p:nvPr/>
            </p:nvSpPr>
            <p:spPr>
              <a:xfrm>
                <a:off x="1415480" y="5707670"/>
                <a:ext cx="10094348" cy="47699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dirty="0">
                    <a:latin typeface="Helvetica" pitchFamily="2" charset="0"/>
                  </a:rPr>
                  <a:t>FYI: for any number x, if x is coprime to 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EA0404-6130-494D-AB92-AB62FC12E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5707670"/>
                <a:ext cx="10094348" cy="476990"/>
              </a:xfrm>
              <a:prstGeom prst="rect">
                <a:avLst/>
              </a:prstGeom>
              <a:blipFill>
                <a:blip r:embed="rId4"/>
                <a:stretch>
                  <a:fillRect l="-1005" t="-5128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83D0F65-EF75-F54B-E467-00A5FCE8CA74}"/>
                  </a:ext>
                </a:extLst>
              </p14:cNvPr>
              <p14:cNvContentPartPr/>
              <p14:nvPr/>
            </p14:nvContentPartPr>
            <p14:xfrm>
              <a:off x="6944977" y="2566665"/>
              <a:ext cx="92880" cy="131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83D0F65-EF75-F54B-E467-00A5FCE8CA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34537" y="2555865"/>
                <a:ext cx="1141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D885825-75B9-8E38-54FE-E3F2DD09EF0D}"/>
                  </a:ext>
                </a:extLst>
              </p14:cNvPr>
              <p14:cNvContentPartPr/>
              <p14:nvPr/>
            </p14:nvContentPartPr>
            <p14:xfrm>
              <a:off x="6972337" y="2266785"/>
              <a:ext cx="136800" cy="207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D885825-75B9-8E38-54FE-E3F2DD09EF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61537" y="2255985"/>
                <a:ext cx="1580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312FF6B-2324-3CB4-FEC6-E524F8401DDA}"/>
                  </a:ext>
                </a:extLst>
              </p14:cNvPr>
              <p14:cNvContentPartPr/>
              <p14:nvPr/>
            </p14:nvContentPartPr>
            <p14:xfrm>
              <a:off x="7795297" y="2201985"/>
              <a:ext cx="752760" cy="365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312FF6B-2324-3CB4-FEC6-E524F8401DD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84857" y="2191185"/>
                <a:ext cx="77400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DB9204E-8A08-3F4D-8543-253B2A2A9877}"/>
                  </a:ext>
                </a:extLst>
              </p14:cNvPr>
              <p14:cNvContentPartPr/>
              <p14:nvPr/>
            </p14:nvContentPartPr>
            <p14:xfrm>
              <a:off x="7250977" y="2228625"/>
              <a:ext cx="337680" cy="213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DB9204E-8A08-3F4D-8543-253B2A2A987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40177" y="2217825"/>
                <a:ext cx="3589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B47C054-060A-DBD4-7FFB-EDFA04F66DD2}"/>
                  </a:ext>
                </a:extLst>
              </p14:cNvPr>
              <p14:cNvContentPartPr/>
              <p14:nvPr/>
            </p14:nvContentPartPr>
            <p14:xfrm>
              <a:off x="8645977" y="2266785"/>
              <a:ext cx="81360" cy="283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B47C054-060A-DBD4-7FFB-EDFA04F66DD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35177" y="2255985"/>
                <a:ext cx="1026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7C39330-9A79-33FE-1243-4EC3401FF877}"/>
                  </a:ext>
                </a:extLst>
              </p14:cNvPr>
              <p14:cNvContentPartPr/>
              <p14:nvPr/>
            </p14:nvContentPartPr>
            <p14:xfrm>
              <a:off x="8749297" y="2304945"/>
              <a:ext cx="196560" cy="293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7C39330-9A79-33FE-1243-4EC3401FF87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738857" y="2294145"/>
                <a:ext cx="2178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687836F-BEF7-740D-9EBF-10F499151C3F}"/>
                  </a:ext>
                </a:extLst>
              </p14:cNvPr>
              <p14:cNvContentPartPr/>
              <p14:nvPr/>
            </p14:nvContentPartPr>
            <p14:xfrm>
              <a:off x="8967457" y="2381265"/>
              <a:ext cx="71280" cy="27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687836F-BEF7-740D-9EBF-10F499151C3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957017" y="2370465"/>
                <a:ext cx="925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E862B80-D811-38BF-6642-12FAD82DEDB7}"/>
                  </a:ext>
                </a:extLst>
              </p14:cNvPr>
              <p14:cNvContentPartPr/>
              <p14:nvPr/>
            </p14:nvContentPartPr>
            <p14:xfrm>
              <a:off x="9022177" y="2331945"/>
              <a:ext cx="33120" cy="104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E862B80-D811-38BF-6642-12FAD82DEDB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011377" y="2321505"/>
                <a:ext cx="5436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CCD440C-702C-0066-ECCF-E4615B068F2A}"/>
                  </a:ext>
                </a:extLst>
              </p14:cNvPr>
              <p14:cNvContentPartPr/>
              <p14:nvPr/>
            </p14:nvContentPartPr>
            <p14:xfrm>
              <a:off x="9005617" y="2264265"/>
              <a:ext cx="125640" cy="270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CCD440C-702C-0066-ECCF-E4615B068F2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95177" y="2253825"/>
                <a:ext cx="14688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192FE4E-88F4-CEFD-3FCA-F76678ACA3AC}"/>
                  </a:ext>
                </a:extLst>
              </p14:cNvPr>
              <p14:cNvContentPartPr/>
              <p14:nvPr/>
            </p14:nvContentPartPr>
            <p14:xfrm>
              <a:off x="9278137" y="2337705"/>
              <a:ext cx="11160" cy="142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192FE4E-88F4-CEFD-3FCA-F76678ACA3A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267697" y="2326905"/>
                <a:ext cx="324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DCA45F3-7EE7-078A-58CA-BD993A036B9F}"/>
                  </a:ext>
                </a:extLst>
              </p14:cNvPr>
              <p14:cNvContentPartPr/>
              <p14:nvPr/>
            </p14:nvContentPartPr>
            <p14:xfrm>
              <a:off x="9317017" y="2268585"/>
              <a:ext cx="21600" cy="20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DCA45F3-7EE7-078A-58CA-BD993A036B9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306217" y="2257785"/>
                <a:ext cx="4284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A27B59B-EFE4-D11C-CB4E-AF5415ADEC7E}"/>
                  </a:ext>
                </a:extLst>
              </p14:cNvPr>
              <p14:cNvContentPartPr/>
              <p14:nvPr/>
            </p14:nvContentPartPr>
            <p14:xfrm>
              <a:off x="9365617" y="2293785"/>
              <a:ext cx="54720" cy="136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A27B59B-EFE4-D11C-CB4E-AF5415ADEC7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354817" y="2283345"/>
                <a:ext cx="759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CB2522F-37DE-1F43-A676-94BDF3636ADD}"/>
                  </a:ext>
                </a:extLst>
              </p14:cNvPr>
              <p14:cNvContentPartPr/>
              <p14:nvPr/>
            </p14:nvContentPartPr>
            <p14:xfrm>
              <a:off x="9583417" y="2282985"/>
              <a:ext cx="98640" cy="163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CB2522F-37DE-1F43-A676-94BDF3636AD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572977" y="2272545"/>
                <a:ext cx="11988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C53E221-7781-7B7D-C1D4-06531F44687A}"/>
                  </a:ext>
                </a:extLst>
              </p14:cNvPr>
              <p14:cNvContentPartPr/>
              <p14:nvPr/>
            </p14:nvContentPartPr>
            <p14:xfrm>
              <a:off x="9670897" y="2321145"/>
              <a:ext cx="65880" cy="120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C53E221-7781-7B7D-C1D4-06531F44687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660097" y="2310705"/>
                <a:ext cx="871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4253E38-742D-91E8-E1A4-DCA5252B3231}"/>
                  </a:ext>
                </a:extLst>
              </p14:cNvPr>
              <p14:cNvContentPartPr/>
              <p14:nvPr/>
            </p14:nvContentPartPr>
            <p14:xfrm>
              <a:off x="9785377" y="2316825"/>
              <a:ext cx="49320" cy="2257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4253E38-742D-91E8-E1A4-DCA5252B323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774577" y="2306385"/>
                <a:ext cx="705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922DAB5-A4B6-69E0-1C95-5E6DDF2B72A7}"/>
                  </a:ext>
                </a:extLst>
              </p14:cNvPr>
              <p14:cNvContentPartPr/>
              <p14:nvPr/>
            </p14:nvContentPartPr>
            <p14:xfrm>
              <a:off x="9801577" y="2291625"/>
              <a:ext cx="76680" cy="1281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922DAB5-A4B6-69E0-1C95-5E6DDF2B72A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790777" y="2280825"/>
                <a:ext cx="9792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B50273E-E1E5-3026-60B5-523D817C37C1}"/>
                  </a:ext>
                </a:extLst>
              </p14:cNvPr>
              <p14:cNvContentPartPr/>
              <p14:nvPr/>
            </p14:nvContentPartPr>
            <p14:xfrm>
              <a:off x="9867097" y="2310345"/>
              <a:ext cx="109440" cy="1476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B50273E-E1E5-3026-60B5-523D817C37C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856297" y="2299545"/>
                <a:ext cx="1306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57B4F85-EA4B-CD55-E9DF-A10E7B1CBBE4}"/>
                  </a:ext>
                </a:extLst>
              </p14:cNvPr>
              <p14:cNvContentPartPr/>
              <p14:nvPr/>
            </p14:nvContentPartPr>
            <p14:xfrm>
              <a:off x="9970417" y="2353905"/>
              <a:ext cx="38520" cy="87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57B4F85-EA4B-CD55-E9DF-A10E7B1CBBE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959977" y="2343465"/>
                <a:ext cx="5976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AFF0F6E-018B-6B84-C8B3-9999F28C10A5}"/>
                  </a:ext>
                </a:extLst>
              </p14:cNvPr>
              <p14:cNvContentPartPr/>
              <p14:nvPr/>
            </p14:nvContentPartPr>
            <p14:xfrm>
              <a:off x="10003177" y="2310345"/>
              <a:ext cx="22320" cy="5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AFF0F6E-018B-6B84-C8B3-9999F28C10A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992737" y="2299545"/>
                <a:ext cx="435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03EECC0-3F9E-20C7-0FBE-D2200D96DC76}"/>
                  </a:ext>
                </a:extLst>
              </p14:cNvPr>
              <p14:cNvContentPartPr/>
              <p14:nvPr/>
            </p14:nvContentPartPr>
            <p14:xfrm>
              <a:off x="10035937" y="2282985"/>
              <a:ext cx="147600" cy="145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03EECC0-3F9E-20C7-0FBE-D2200D96DC7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025497" y="2272545"/>
                <a:ext cx="16884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60A6FBF-119F-4C58-4CF3-83382282346B}"/>
                  </a:ext>
                </a:extLst>
              </p14:cNvPr>
              <p14:cNvContentPartPr/>
              <p14:nvPr/>
            </p14:nvContentPartPr>
            <p14:xfrm>
              <a:off x="10161217" y="2286225"/>
              <a:ext cx="114120" cy="171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60A6FBF-119F-4C58-4CF3-83382282346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150777" y="2275425"/>
                <a:ext cx="1353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69DFC0B-1F85-91B8-0661-2A59A496DDE3}"/>
                  </a:ext>
                </a:extLst>
              </p14:cNvPr>
              <p14:cNvContentPartPr/>
              <p14:nvPr/>
            </p14:nvContentPartPr>
            <p14:xfrm>
              <a:off x="10270297" y="2402865"/>
              <a:ext cx="16560" cy="165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69DFC0B-1F85-91B8-0661-2A59A496DDE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259857" y="2392425"/>
                <a:ext cx="378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0BE89C6-132F-5F05-A772-608056FEEF35}"/>
                  </a:ext>
                </a:extLst>
              </p14:cNvPr>
              <p14:cNvContentPartPr/>
              <p14:nvPr/>
            </p14:nvContentPartPr>
            <p14:xfrm>
              <a:off x="9621577" y="2604825"/>
              <a:ext cx="65880" cy="1094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0BE89C6-132F-5F05-A772-608056FEEF3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611137" y="2594025"/>
                <a:ext cx="8712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A4F0700-56B4-0D4F-DC98-557A796CBFD6}"/>
                  </a:ext>
                </a:extLst>
              </p14:cNvPr>
              <p14:cNvContentPartPr/>
              <p14:nvPr/>
            </p14:nvContentPartPr>
            <p14:xfrm>
              <a:off x="9567217" y="2669985"/>
              <a:ext cx="147600" cy="986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A4F0700-56B4-0D4F-DC98-557A796CBFD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556417" y="2659545"/>
                <a:ext cx="16884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80A7D66-CC5C-4456-84E9-6A631BE64861}"/>
                  </a:ext>
                </a:extLst>
              </p14:cNvPr>
              <p14:cNvContentPartPr/>
              <p14:nvPr/>
            </p14:nvContentPartPr>
            <p14:xfrm>
              <a:off x="9526537" y="2806425"/>
              <a:ext cx="128160" cy="92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80A7D66-CC5C-4456-84E9-6A631BE6486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516097" y="2795625"/>
                <a:ext cx="1494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B539778-F758-BEAA-DFE8-AA5CC9325F4E}"/>
                  </a:ext>
                </a:extLst>
              </p14:cNvPr>
              <p14:cNvContentPartPr/>
              <p14:nvPr/>
            </p14:nvContentPartPr>
            <p14:xfrm>
              <a:off x="9763417" y="2757465"/>
              <a:ext cx="33120" cy="1530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B539778-F758-BEAA-DFE8-AA5CC9325F4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752617" y="2746665"/>
                <a:ext cx="543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A94F834-FD36-C457-0E23-AB3C13378EC5}"/>
                  </a:ext>
                </a:extLst>
              </p14:cNvPr>
              <p14:cNvContentPartPr/>
              <p14:nvPr/>
            </p14:nvContentPartPr>
            <p14:xfrm>
              <a:off x="9719857" y="2817225"/>
              <a:ext cx="54720" cy="439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A94F834-FD36-C457-0E23-AB3C13378EC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709057" y="2806785"/>
                <a:ext cx="759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AAD11F7-729A-58D1-34CC-638C46936933}"/>
                  </a:ext>
                </a:extLst>
              </p14:cNvPr>
              <p14:cNvContentPartPr/>
              <p14:nvPr/>
            </p14:nvContentPartPr>
            <p14:xfrm>
              <a:off x="9888697" y="2751705"/>
              <a:ext cx="11160" cy="1202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AAD11F7-729A-58D1-34CC-638C4693693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878257" y="2741265"/>
                <a:ext cx="3240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00C3117-AC0C-E839-4732-6810D3B43D7C}"/>
                  </a:ext>
                </a:extLst>
              </p14:cNvPr>
              <p14:cNvContentPartPr/>
              <p14:nvPr/>
            </p14:nvContentPartPr>
            <p14:xfrm>
              <a:off x="9839737" y="2822625"/>
              <a:ext cx="49320" cy="33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00C3117-AC0C-E839-4732-6810D3B43D7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828937" y="2812185"/>
                <a:ext cx="70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7CFAD4E-95DA-EFA6-627F-D0C3F165B076}"/>
                  </a:ext>
                </a:extLst>
              </p14:cNvPr>
              <p14:cNvContentPartPr/>
              <p14:nvPr/>
            </p14:nvContentPartPr>
            <p14:xfrm>
              <a:off x="9959617" y="2757465"/>
              <a:ext cx="114120" cy="119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7CFAD4E-95DA-EFA6-627F-D0C3F165B07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949177" y="2746665"/>
                <a:ext cx="13536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3E2E152-B9B4-6AF6-E09E-006AEE798FCD}"/>
                  </a:ext>
                </a:extLst>
              </p14:cNvPr>
              <p14:cNvContentPartPr/>
              <p14:nvPr/>
            </p14:nvContentPartPr>
            <p14:xfrm>
              <a:off x="10068697" y="2795625"/>
              <a:ext cx="153000" cy="1033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3E2E152-B9B4-6AF6-E09E-006AEE798FC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057897" y="2784825"/>
                <a:ext cx="1742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456275B-03C6-FBB7-8BEB-40C9E28E7682}"/>
                  </a:ext>
                </a:extLst>
              </p14:cNvPr>
              <p14:cNvContentPartPr/>
              <p14:nvPr/>
            </p14:nvContentPartPr>
            <p14:xfrm>
              <a:off x="9354457" y="2986425"/>
              <a:ext cx="82080" cy="191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456275B-03C6-FBB7-8BEB-40C9E28E768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344017" y="2975625"/>
                <a:ext cx="1033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F57FE57-0C3B-E8FD-093D-352C7520574D}"/>
                  </a:ext>
                </a:extLst>
              </p14:cNvPr>
              <p14:cNvContentPartPr/>
              <p14:nvPr/>
            </p14:nvContentPartPr>
            <p14:xfrm>
              <a:off x="9463537" y="3062745"/>
              <a:ext cx="147600" cy="385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F57FE57-0C3B-E8FD-093D-352C7520574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453097" y="3051945"/>
                <a:ext cx="1688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CAF1155-4EE4-B255-7C4A-BF5E85A9B47F}"/>
                  </a:ext>
                </a:extLst>
              </p14:cNvPr>
              <p14:cNvContentPartPr/>
              <p14:nvPr/>
            </p14:nvContentPartPr>
            <p14:xfrm>
              <a:off x="9616177" y="3024585"/>
              <a:ext cx="49320" cy="1094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CAF1155-4EE4-B255-7C4A-BF5E85A9B47F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605737" y="3013785"/>
                <a:ext cx="70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7181" name="Ink 7180">
                <a:extLst>
                  <a:ext uri="{FF2B5EF4-FFF2-40B4-BE49-F238E27FC236}">
                    <a16:creationId xmlns:a16="http://schemas.microsoft.com/office/drawing/2014/main" id="{04C6866D-BB6C-9F8C-C430-FB947824428C}"/>
                  </a:ext>
                </a:extLst>
              </p14:cNvPr>
              <p14:cNvContentPartPr/>
              <p14:nvPr/>
            </p14:nvContentPartPr>
            <p14:xfrm>
              <a:off x="9823537" y="2987505"/>
              <a:ext cx="1019520" cy="925560"/>
            </p14:xfrm>
          </p:contentPart>
        </mc:Choice>
        <mc:Fallback xmlns="">
          <p:pic>
            <p:nvPicPr>
              <p:cNvPr id="7181" name="Ink 7180">
                <a:extLst>
                  <a:ext uri="{FF2B5EF4-FFF2-40B4-BE49-F238E27FC236}">
                    <a16:creationId xmlns:a16="http://schemas.microsoft.com/office/drawing/2014/main" id="{04C6866D-BB6C-9F8C-C430-FB947824428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812741" y="2977061"/>
                <a:ext cx="1040753" cy="946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206" name="Ink 7205">
                <a:extLst>
                  <a:ext uri="{FF2B5EF4-FFF2-40B4-BE49-F238E27FC236}">
                    <a16:creationId xmlns:a16="http://schemas.microsoft.com/office/drawing/2014/main" id="{4052FBC9-362D-A849-B68B-949C43B6C35C}"/>
                  </a:ext>
                </a:extLst>
              </p14:cNvPr>
              <p14:cNvContentPartPr/>
              <p14:nvPr/>
            </p14:nvContentPartPr>
            <p14:xfrm>
              <a:off x="7086480" y="897927"/>
              <a:ext cx="1494360" cy="1032120"/>
            </p14:xfrm>
          </p:contentPart>
        </mc:Choice>
        <mc:Fallback xmlns="">
          <p:pic>
            <p:nvPicPr>
              <p:cNvPr id="7206" name="Ink 7205">
                <a:extLst>
                  <a:ext uri="{FF2B5EF4-FFF2-40B4-BE49-F238E27FC236}">
                    <a16:creationId xmlns:a16="http://schemas.microsoft.com/office/drawing/2014/main" id="{4052FBC9-362D-A849-B68B-949C43B6C35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075680" y="887487"/>
                <a:ext cx="1515600" cy="10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224" name="Ink 7223">
                <a:extLst>
                  <a:ext uri="{FF2B5EF4-FFF2-40B4-BE49-F238E27FC236}">
                    <a16:creationId xmlns:a16="http://schemas.microsoft.com/office/drawing/2014/main" id="{C8368618-2717-2BFE-FE13-3148787CAAFD}"/>
                  </a:ext>
                </a:extLst>
              </p14:cNvPr>
              <p14:cNvContentPartPr/>
              <p14:nvPr/>
            </p14:nvContentPartPr>
            <p14:xfrm>
              <a:off x="8132280" y="1193487"/>
              <a:ext cx="847800" cy="192240"/>
            </p14:xfrm>
          </p:contentPart>
        </mc:Choice>
        <mc:Fallback xmlns="">
          <p:pic>
            <p:nvPicPr>
              <p:cNvPr id="7224" name="Ink 7223">
                <a:extLst>
                  <a:ext uri="{FF2B5EF4-FFF2-40B4-BE49-F238E27FC236}">
                    <a16:creationId xmlns:a16="http://schemas.microsoft.com/office/drawing/2014/main" id="{C8368618-2717-2BFE-FE13-3148787CAAFD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121840" y="1183027"/>
                <a:ext cx="869040" cy="21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237" name="Ink 7236">
                <a:extLst>
                  <a:ext uri="{FF2B5EF4-FFF2-40B4-BE49-F238E27FC236}">
                    <a16:creationId xmlns:a16="http://schemas.microsoft.com/office/drawing/2014/main" id="{29730DBF-DCF2-397B-786D-8131C6F9F728}"/>
                  </a:ext>
                </a:extLst>
              </p14:cNvPr>
              <p14:cNvContentPartPr/>
              <p14:nvPr/>
            </p14:nvContentPartPr>
            <p14:xfrm>
              <a:off x="684990" y="3058419"/>
              <a:ext cx="264600" cy="162720"/>
            </p14:xfrm>
          </p:contentPart>
        </mc:Choice>
        <mc:Fallback xmlns="">
          <p:pic>
            <p:nvPicPr>
              <p:cNvPr id="7237" name="Ink 7236">
                <a:extLst>
                  <a:ext uri="{FF2B5EF4-FFF2-40B4-BE49-F238E27FC236}">
                    <a16:creationId xmlns:a16="http://schemas.microsoft.com/office/drawing/2014/main" id="{29730DBF-DCF2-397B-786D-8131C6F9F72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74190" y="3047619"/>
                <a:ext cx="2858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238" name="Ink 7237">
                <a:extLst>
                  <a:ext uri="{FF2B5EF4-FFF2-40B4-BE49-F238E27FC236}">
                    <a16:creationId xmlns:a16="http://schemas.microsoft.com/office/drawing/2014/main" id="{94274E07-10CE-8FE2-7A7D-2B7A1DBAF2AC}"/>
                  </a:ext>
                </a:extLst>
              </p14:cNvPr>
              <p14:cNvContentPartPr/>
              <p14:nvPr/>
            </p14:nvContentPartPr>
            <p14:xfrm>
              <a:off x="456390" y="2625699"/>
              <a:ext cx="889920" cy="294840"/>
            </p14:xfrm>
          </p:contentPart>
        </mc:Choice>
        <mc:Fallback xmlns="">
          <p:pic>
            <p:nvPicPr>
              <p:cNvPr id="7238" name="Ink 7237">
                <a:extLst>
                  <a:ext uri="{FF2B5EF4-FFF2-40B4-BE49-F238E27FC236}">
                    <a16:creationId xmlns:a16="http://schemas.microsoft.com/office/drawing/2014/main" id="{94274E07-10CE-8FE2-7A7D-2B7A1DBAF2A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45946" y="2614899"/>
                <a:ext cx="911169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7239" name="Ink 7238">
                <a:extLst>
                  <a:ext uri="{FF2B5EF4-FFF2-40B4-BE49-F238E27FC236}">
                    <a16:creationId xmlns:a16="http://schemas.microsoft.com/office/drawing/2014/main" id="{01EF6D9C-9B4D-25B0-C52B-8217B4A1FED8}"/>
                  </a:ext>
                </a:extLst>
              </p14:cNvPr>
              <p14:cNvContentPartPr/>
              <p14:nvPr/>
            </p14:nvContentPartPr>
            <p14:xfrm>
              <a:off x="5273431" y="5205249"/>
              <a:ext cx="137520" cy="245520"/>
            </p14:xfrm>
          </p:contentPart>
        </mc:Choice>
        <mc:Fallback xmlns="">
          <p:pic>
            <p:nvPicPr>
              <p:cNvPr id="7239" name="Ink 7238">
                <a:extLst>
                  <a:ext uri="{FF2B5EF4-FFF2-40B4-BE49-F238E27FC236}">
                    <a16:creationId xmlns:a16="http://schemas.microsoft.com/office/drawing/2014/main" id="{01EF6D9C-9B4D-25B0-C52B-8217B4A1FED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262631" y="5194809"/>
                <a:ext cx="1587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251" name="Ink 7250">
                <a:extLst>
                  <a:ext uri="{FF2B5EF4-FFF2-40B4-BE49-F238E27FC236}">
                    <a16:creationId xmlns:a16="http://schemas.microsoft.com/office/drawing/2014/main" id="{061C15D9-3B68-FAAD-0C2D-583C1377D8DA}"/>
                  </a:ext>
                </a:extLst>
              </p14:cNvPr>
              <p14:cNvContentPartPr/>
              <p14:nvPr/>
            </p14:nvContentPartPr>
            <p14:xfrm>
              <a:off x="5622991" y="5199489"/>
              <a:ext cx="1440360" cy="290880"/>
            </p14:xfrm>
          </p:contentPart>
        </mc:Choice>
        <mc:Fallback xmlns="">
          <p:pic>
            <p:nvPicPr>
              <p:cNvPr id="7251" name="Ink 7250">
                <a:extLst>
                  <a:ext uri="{FF2B5EF4-FFF2-40B4-BE49-F238E27FC236}">
                    <a16:creationId xmlns:a16="http://schemas.microsoft.com/office/drawing/2014/main" id="{061C15D9-3B68-FAAD-0C2D-583C1377D8D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612191" y="5189036"/>
                <a:ext cx="1461600" cy="3121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7269" name="Ink 7268">
                <a:extLst>
                  <a:ext uri="{FF2B5EF4-FFF2-40B4-BE49-F238E27FC236}">
                    <a16:creationId xmlns:a16="http://schemas.microsoft.com/office/drawing/2014/main" id="{78F6F6C0-1E13-DE58-B995-EF91454D6C91}"/>
                  </a:ext>
                </a:extLst>
              </p14:cNvPr>
              <p14:cNvContentPartPr/>
              <p14:nvPr/>
            </p14:nvContentPartPr>
            <p14:xfrm>
              <a:off x="8773351" y="5352489"/>
              <a:ext cx="649800" cy="187560"/>
            </p14:xfrm>
          </p:contentPart>
        </mc:Choice>
        <mc:Fallback xmlns="">
          <p:pic>
            <p:nvPicPr>
              <p:cNvPr id="7269" name="Ink 7268">
                <a:extLst>
                  <a:ext uri="{FF2B5EF4-FFF2-40B4-BE49-F238E27FC236}">
                    <a16:creationId xmlns:a16="http://schemas.microsoft.com/office/drawing/2014/main" id="{78F6F6C0-1E13-DE58-B995-EF91454D6C9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762551" y="5342049"/>
                <a:ext cx="67104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270" name="Ink 7269">
                <a:extLst>
                  <a:ext uri="{FF2B5EF4-FFF2-40B4-BE49-F238E27FC236}">
                    <a16:creationId xmlns:a16="http://schemas.microsoft.com/office/drawing/2014/main" id="{C95AE80C-50D0-273D-8715-A711ABBBF921}"/>
                  </a:ext>
                </a:extLst>
              </p14:cNvPr>
              <p14:cNvContentPartPr/>
              <p14:nvPr/>
            </p14:nvContentPartPr>
            <p14:xfrm>
              <a:off x="8414431" y="5268249"/>
              <a:ext cx="180000" cy="216720"/>
            </p14:xfrm>
          </p:contentPart>
        </mc:Choice>
        <mc:Fallback xmlns="">
          <p:pic>
            <p:nvPicPr>
              <p:cNvPr id="7270" name="Ink 7269">
                <a:extLst>
                  <a:ext uri="{FF2B5EF4-FFF2-40B4-BE49-F238E27FC236}">
                    <a16:creationId xmlns:a16="http://schemas.microsoft.com/office/drawing/2014/main" id="{C95AE80C-50D0-273D-8715-A711ABBBF921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403631" y="5257449"/>
                <a:ext cx="2012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7271" name="Ink 7270">
                <a:extLst>
                  <a:ext uri="{FF2B5EF4-FFF2-40B4-BE49-F238E27FC236}">
                    <a16:creationId xmlns:a16="http://schemas.microsoft.com/office/drawing/2014/main" id="{B73C3948-E9A7-C948-5256-29FFC0603682}"/>
                  </a:ext>
                </a:extLst>
              </p14:cNvPr>
              <p14:cNvContentPartPr/>
              <p14:nvPr/>
            </p14:nvContentPartPr>
            <p14:xfrm>
              <a:off x="7933831" y="5316129"/>
              <a:ext cx="359640" cy="183240"/>
            </p14:xfrm>
          </p:contentPart>
        </mc:Choice>
        <mc:Fallback xmlns="">
          <p:pic>
            <p:nvPicPr>
              <p:cNvPr id="7271" name="Ink 7270">
                <a:extLst>
                  <a:ext uri="{FF2B5EF4-FFF2-40B4-BE49-F238E27FC236}">
                    <a16:creationId xmlns:a16="http://schemas.microsoft.com/office/drawing/2014/main" id="{B73C3948-E9A7-C948-5256-29FFC060368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923381" y="5305689"/>
                <a:ext cx="380901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272" name="Ink 7271">
                <a:extLst>
                  <a:ext uri="{FF2B5EF4-FFF2-40B4-BE49-F238E27FC236}">
                    <a16:creationId xmlns:a16="http://schemas.microsoft.com/office/drawing/2014/main" id="{A2B8516B-AD70-1A98-F44B-47BA933EB939}"/>
                  </a:ext>
                </a:extLst>
              </p14:cNvPr>
              <p14:cNvContentPartPr/>
              <p14:nvPr/>
            </p14:nvContentPartPr>
            <p14:xfrm>
              <a:off x="7105111" y="5265729"/>
              <a:ext cx="691920" cy="309240"/>
            </p14:xfrm>
          </p:contentPart>
        </mc:Choice>
        <mc:Fallback xmlns="">
          <p:pic>
            <p:nvPicPr>
              <p:cNvPr id="7272" name="Ink 7271">
                <a:extLst>
                  <a:ext uri="{FF2B5EF4-FFF2-40B4-BE49-F238E27FC236}">
                    <a16:creationId xmlns:a16="http://schemas.microsoft.com/office/drawing/2014/main" id="{A2B8516B-AD70-1A98-F44B-47BA933EB93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094671" y="5255277"/>
                <a:ext cx="713160" cy="3305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305" name="Ink 7304">
                <a:extLst>
                  <a:ext uri="{FF2B5EF4-FFF2-40B4-BE49-F238E27FC236}">
                    <a16:creationId xmlns:a16="http://schemas.microsoft.com/office/drawing/2014/main" id="{62B1950F-5D9C-8FDB-842C-2686DA4EBA00}"/>
                  </a:ext>
                </a:extLst>
              </p14:cNvPr>
              <p14:cNvContentPartPr/>
              <p14:nvPr/>
            </p14:nvContentPartPr>
            <p14:xfrm>
              <a:off x="4026944" y="686449"/>
              <a:ext cx="833400" cy="536760"/>
            </p14:xfrm>
          </p:contentPart>
        </mc:Choice>
        <mc:Fallback xmlns="">
          <p:pic>
            <p:nvPicPr>
              <p:cNvPr id="7305" name="Ink 7304">
                <a:extLst>
                  <a:ext uri="{FF2B5EF4-FFF2-40B4-BE49-F238E27FC236}">
                    <a16:creationId xmlns:a16="http://schemas.microsoft.com/office/drawing/2014/main" id="{62B1950F-5D9C-8FDB-842C-2686DA4EBA0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016149" y="675649"/>
                <a:ext cx="854631" cy="55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306" name="Ink 7305">
                <a:extLst>
                  <a:ext uri="{FF2B5EF4-FFF2-40B4-BE49-F238E27FC236}">
                    <a16:creationId xmlns:a16="http://schemas.microsoft.com/office/drawing/2014/main" id="{820A650D-41BF-05F9-B59E-4D362D0A62F2}"/>
                  </a:ext>
                </a:extLst>
              </p14:cNvPr>
              <p14:cNvContentPartPr/>
              <p14:nvPr/>
            </p14:nvContentPartPr>
            <p14:xfrm>
              <a:off x="3858104" y="191449"/>
              <a:ext cx="704880" cy="400680"/>
            </p14:xfrm>
          </p:contentPart>
        </mc:Choice>
        <mc:Fallback xmlns="">
          <p:pic>
            <p:nvPicPr>
              <p:cNvPr id="7306" name="Ink 7305">
                <a:extLst>
                  <a:ext uri="{FF2B5EF4-FFF2-40B4-BE49-F238E27FC236}">
                    <a16:creationId xmlns:a16="http://schemas.microsoft.com/office/drawing/2014/main" id="{820A650D-41BF-05F9-B59E-4D362D0A62F2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847304" y="181009"/>
                <a:ext cx="72612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320" name="Ink 7319">
                <a:extLst>
                  <a:ext uri="{FF2B5EF4-FFF2-40B4-BE49-F238E27FC236}">
                    <a16:creationId xmlns:a16="http://schemas.microsoft.com/office/drawing/2014/main" id="{F1B04188-F30A-369D-B5F2-5A2432DF99D2}"/>
                  </a:ext>
                </a:extLst>
              </p14:cNvPr>
              <p14:cNvContentPartPr/>
              <p14:nvPr/>
            </p14:nvContentPartPr>
            <p14:xfrm>
              <a:off x="5147611" y="292843"/>
              <a:ext cx="747360" cy="304200"/>
            </p14:xfrm>
          </p:contentPart>
        </mc:Choice>
        <mc:Fallback xmlns="">
          <p:pic>
            <p:nvPicPr>
              <p:cNvPr id="7320" name="Ink 7319">
                <a:extLst>
                  <a:ext uri="{FF2B5EF4-FFF2-40B4-BE49-F238E27FC236}">
                    <a16:creationId xmlns:a16="http://schemas.microsoft.com/office/drawing/2014/main" id="{F1B04188-F30A-369D-B5F2-5A2432DF99D2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136816" y="282415"/>
                <a:ext cx="768590" cy="3254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7340" name="Ink 7339">
                <a:extLst>
                  <a:ext uri="{FF2B5EF4-FFF2-40B4-BE49-F238E27FC236}">
                    <a16:creationId xmlns:a16="http://schemas.microsoft.com/office/drawing/2014/main" id="{E4B5770A-2BFE-AE82-FD38-5B86C2368485}"/>
                  </a:ext>
                </a:extLst>
              </p14:cNvPr>
              <p14:cNvContentPartPr/>
              <p14:nvPr/>
            </p14:nvContentPartPr>
            <p14:xfrm>
              <a:off x="5862931" y="454483"/>
              <a:ext cx="718200" cy="339120"/>
            </p14:xfrm>
          </p:contentPart>
        </mc:Choice>
        <mc:Fallback xmlns="">
          <p:pic>
            <p:nvPicPr>
              <p:cNvPr id="7340" name="Ink 7339">
                <a:extLst>
                  <a:ext uri="{FF2B5EF4-FFF2-40B4-BE49-F238E27FC236}">
                    <a16:creationId xmlns:a16="http://schemas.microsoft.com/office/drawing/2014/main" id="{E4B5770A-2BFE-AE82-FD38-5B86C236848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852131" y="444043"/>
                <a:ext cx="73944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341" name="Ink 7340">
                <a:extLst>
                  <a:ext uri="{FF2B5EF4-FFF2-40B4-BE49-F238E27FC236}">
                    <a16:creationId xmlns:a16="http://schemas.microsoft.com/office/drawing/2014/main" id="{501494BE-DD7F-87EA-9FBB-188B7DEF61F2}"/>
                  </a:ext>
                </a:extLst>
              </p14:cNvPr>
              <p14:cNvContentPartPr/>
              <p14:nvPr/>
            </p14:nvContentPartPr>
            <p14:xfrm>
              <a:off x="177840" y="959106"/>
              <a:ext cx="140760" cy="204480"/>
            </p14:xfrm>
          </p:contentPart>
        </mc:Choice>
        <mc:Fallback xmlns="">
          <p:pic>
            <p:nvPicPr>
              <p:cNvPr id="7341" name="Ink 7340">
                <a:extLst>
                  <a:ext uri="{FF2B5EF4-FFF2-40B4-BE49-F238E27FC236}">
                    <a16:creationId xmlns:a16="http://schemas.microsoft.com/office/drawing/2014/main" id="{501494BE-DD7F-87EA-9FBB-188B7DEF61F2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67400" y="948666"/>
                <a:ext cx="1620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7358" name="Ink 7357">
                <a:extLst>
                  <a:ext uri="{FF2B5EF4-FFF2-40B4-BE49-F238E27FC236}">
                    <a16:creationId xmlns:a16="http://schemas.microsoft.com/office/drawing/2014/main" id="{05AFA18C-5FB4-0481-B9F3-3C043F684AFB}"/>
                  </a:ext>
                </a:extLst>
              </p14:cNvPr>
              <p14:cNvContentPartPr/>
              <p14:nvPr/>
            </p14:nvContentPartPr>
            <p14:xfrm>
              <a:off x="462600" y="949026"/>
              <a:ext cx="1087200" cy="385200"/>
            </p14:xfrm>
          </p:contentPart>
        </mc:Choice>
        <mc:Fallback xmlns="">
          <p:pic>
            <p:nvPicPr>
              <p:cNvPr id="7358" name="Ink 7357">
                <a:extLst>
                  <a:ext uri="{FF2B5EF4-FFF2-40B4-BE49-F238E27FC236}">
                    <a16:creationId xmlns:a16="http://schemas.microsoft.com/office/drawing/2014/main" id="{05AFA18C-5FB4-0481-B9F3-3C043F684AFB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52160" y="938586"/>
                <a:ext cx="110844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370" name="Ink 7369">
                <a:extLst>
                  <a:ext uri="{FF2B5EF4-FFF2-40B4-BE49-F238E27FC236}">
                    <a16:creationId xmlns:a16="http://schemas.microsoft.com/office/drawing/2014/main" id="{0F31DB1D-9058-7F59-958C-9B57B76C510D}"/>
                  </a:ext>
                </a:extLst>
              </p14:cNvPr>
              <p14:cNvContentPartPr/>
              <p14:nvPr/>
            </p14:nvContentPartPr>
            <p14:xfrm>
              <a:off x="8802145" y="4419447"/>
              <a:ext cx="630720" cy="466560"/>
            </p14:xfrm>
          </p:contentPart>
        </mc:Choice>
        <mc:Fallback xmlns="">
          <p:pic>
            <p:nvPicPr>
              <p:cNvPr id="7370" name="Ink 7369">
                <a:extLst>
                  <a:ext uri="{FF2B5EF4-FFF2-40B4-BE49-F238E27FC236}">
                    <a16:creationId xmlns:a16="http://schemas.microsoft.com/office/drawing/2014/main" id="{0F31DB1D-9058-7F59-958C-9B57B76C510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791345" y="4408655"/>
                <a:ext cx="651960" cy="487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371" name="Ink 7370">
                <a:extLst>
                  <a:ext uri="{FF2B5EF4-FFF2-40B4-BE49-F238E27FC236}">
                    <a16:creationId xmlns:a16="http://schemas.microsoft.com/office/drawing/2014/main" id="{9188CF80-35CC-9EFC-D3D1-794E0D60FFA2}"/>
                  </a:ext>
                </a:extLst>
              </p14:cNvPr>
              <p14:cNvContentPartPr/>
              <p14:nvPr/>
            </p14:nvContentPartPr>
            <p14:xfrm>
              <a:off x="9090865" y="4708167"/>
              <a:ext cx="81000" cy="158760"/>
            </p14:xfrm>
          </p:contentPart>
        </mc:Choice>
        <mc:Fallback xmlns="">
          <p:pic>
            <p:nvPicPr>
              <p:cNvPr id="7371" name="Ink 7370">
                <a:extLst>
                  <a:ext uri="{FF2B5EF4-FFF2-40B4-BE49-F238E27FC236}">
                    <a16:creationId xmlns:a16="http://schemas.microsoft.com/office/drawing/2014/main" id="{9188CF80-35CC-9EFC-D3D1-794E0D60FFA2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080113" y="4697367"/>
                <a:ext cx="102146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372" name="Ink 7371">
                <a:extLst>
                  <a:ext uri="{FF2B5EF4-FFF2-40B4-BE49-F238E27FC236}">
                    <a16:creationId xmlns:a16="http://schemas.microsoft.com/office/drawing/2014/main" id="{5A613ACC-6E18-71A8-2226-67B518879635}"/>
                  </a:ext>
                </a:extLst>
              </p14:cNvPr>
              <p14:cNvContentPartPr/>
              <p14:nvPr/>
            </p14:nvContentPartPr>
            <p14:xfrm>
              <a:off x="9189865" y="4744887"/>
              <a:ext cx="16560" cy="134280"/>
            </p14:xfrm>
          </p:contentPart>
        </mc:Choice>
        <mc:Fallback xmlns="">
          <p:pic>
            <p:nvPicPr>
              <p:cNvPr id="7372" name="Ink 7371">
                <a:extLst>
                  <a:ext uri="{FF2B5EF4-FFF2-40B4-BE49-F238E27FC236}">
                    <a16:creationId xmlns:a16="http://schemas.microsoft.com/office/drawing/2014/main" id="{5A613ACC-6E18-71A8-2226-67B518879635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179065" y="4734087"/>
                <a:ext cx="3780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373" name="Ink 7372">
                <a:extLst>
                  <a:ext uri="{FF2B5EF4-FFF2-40B4-BE49-F238E27FC236}">
                    <a16:creationId xmlns:a16="http://schemas.microsoft.com/office/drawing/2014/main" id="{7C1EC0EE-6DC4-30EA-5367-439AE41866E3}"/>
                  </a:ext>
                </a:extLst>
              </p14:cNvPr>
              <p14:cNvContentPartPr/>
              <p14:nvPr/>
            </p14:nvContentPartPr>
            <p14:xfrm>
              <a:off x="9199225" y="4735887"/>
              <a:ext cx="41760" cy="69480"/>
            </p14:xfrm>
          </p:contentPart>
        </mc:Choice>
        <mc:Fallback xmlns="">
          <p:pic>
            <p:nvPicPr>
              <p:cNvPr id="7373" name="Ink 7372">
                <a:extLst>
                  <a:ext uri="{FF2B5EF4-FFF2-40B4-BE49-F238E27FC236}">
                    <a16:creationId xmlns:a16="http://schemas.microsoft.com/office/drawing/2014/main" id="{7C1EC0EE-6DC4-30EA-5367-439AE41866E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188425" y="4725143"/>
                <a:ext cx="63000" cy="90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374" name="Ink 7373">
                <a:extLst>
                  <a:ext uri="{FF2B5EF4-FFF2-40B4-BE49-F238E27FC236}">
                    <a16:creationId xmlns:a16="http://schemas.microsoft.com/office/drawing/2014/main" id="{043A0389-4049-E52F-44FA-FEE4C19A5B68}"/>
                  </a:ext>
                </a:extLst>
              </p14:cNvPr>
              <p14:cNvContentPartPr/>
              <p14:nvPr/>
            </p14:nvContentPartPr>
            <p14:xfrm>
              <a:off x="9271945" y="4775127"/>
              <a:ext cx="50040" cy="14040"/>
            </p14:xfrm>
          </p:contentPart>
        </mc:Choice>
        <mc:Fallback xmlns="">
          <p:pic>
            <p:nvPicPr>
              <p:cNvPr id="7374" name="Ink 7373">
                <a:extLst>
                  <a:ext uri="{FF2B5EF4-FFF2-40B4-BE49-F238E27FC236}">
                    <a16:creationId xmlns:a16="http://schemas.microsoft.com/office/drawing/2014/main" id="{043A0389-4049-E52F-44FA-FEE4C19A5B68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261067" y="4764597"/>
                <a:ext cx="71434" cy="34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7377" name="Ink 7376">
                <a:extLst>
                  <a:ext uri="{FF2B5EF4-FFF2-40B4-BE49-F238E27FC236}">
                    <a16:creationId xmlns:a16="http://schemas.microsoft.com/office/drawing/2014/main" id="{8F9A2D89-62D6-B4AF-6168-D6D53078441F}"/>
                  </a:ext>
                </a:extLst>
              </p14:cNvPr>
              <p14:cNvContentPartPr/>
              <p14:nvPr/>
            </p14:nvContentPartPr>
            <p14:xfrm>
              <a:off x="9363025" y="4755687"/>
              <a:ext cx="2520" cy="100800"/>
            </p14:xfrm>
          </p:contentPart>
        </mc:Choice>
        <mc:Fallback xmlns="">
          <p:pic>
            <p:nvPicPr>
              <p:cNvPr id="7377" name="Ink 7376">
                <a:extLst>
                  <a:ext uri="{FF2B5EF4-FFF2-40B4-BE49-F238E27FC236}">
                    <a16:creationId xmlns:a16="http://schemas.microsoft.com/office/drawing/2014/main" id="{8F9A2D89-62D6-B4AF-6168-D6D53078441F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352225" y="4744887"/>
                <a:ext cx="2376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7378" name="Ink 7377">
                <a:extLst>
                  <a:ext uri="{FF2B5EF4-FFF2-40B4-BE49-F238E27FC236}">
                    <a16:creationId xmlns:a16="http://schemas.microsoft.com/office/drawing/2014/main" id="{A476B24A-5B98-166B-7CF9-62F56FBB9097}"/>
                  </a:ext>
                </a:extLst>
              </p14:cNvPr>
              <p14:cNvContentPartPr/>
              <p14:nvPr/>
            </p14:nvContentPartPr>
            <p14:xfrm>
              <a:off x="9383905" y="4726527"/>
              <a:ext cx="39600" cy="163800"/>
            </p14:xfrm>
          </p:contentPart>
        </mc:Choice>
        <mc:Fallback xmlns="">
          <p:pic>
            <p:nvPicPr>
              <p:cNvPr id="7378" name="Ink 7377">
                <a:extLst>
                  <a:ext uri="{FF2B5EF4-FFF2-40B4-BE49-F238E27FC236}">
                    <a16:creationId xmlns:a16="http://schemas.microsoft.com/office/drawing/2014/main" id="{A476B24A-5B98-166B-7CF9-62F56FBB9097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373105" y="4715703"/>
                <a:ext cx="60840" cy="185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7379" name="Ink 7378">
                <a:extLst>
                  <a:ext uri="{FF2B5EF4-FFF2-40B4-BE49-F238E27FC236}">
                    <a16:creationId xmlns:a16="http://schemas.microsoft.com/office/drawing/2014/main" id="{BDF3379F-637E-87AD-72AE-19E9D9DE81AC}"/>
                  </a:ext>
                </a:extLst>
              </p14:cNvPr>
              <p14:cNvContentPartPr/>
              <p14:nvPr/>
            </p14:nvContentPartPr>
            <p14:xfrm>
              <a:off x="9472105" y="4743087"/>
              <a:ext cx="53280" cy="100800"/>
            </p14:xfrm>
          </p:contentPart>
        </mc:Choice>
        <mc:Fallback xmlns="">
          <p:pic>
            <p:nvPicPr>
              <p:cNvPr id="7379" name="Ink 7378">
                <a:extLst>
                  <a:ext uri="{FF2B5EF4-FFF2-40B4-BE49-F238E27FC236}">
                    <a16:creationId xmlns:a16="http://schemas.microsoft.com/office/drawing/2014/main" id="{BDF3379F-637E-87AD-72AE-19E9D9DE81AC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9461305" y="4732287"/>
                <a:ext cx="745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7380" name="Ink 7379">
                <a:extLst>
                  <a:ext uri="{FF2B5EF4-FFF2-40B4-BE49-F238E27FC236}">
                    <a16:creationId xmlns:a16="http://schemas.microsoft.com/office/drawing/2014/main" id="{6D29FDED-E222-AB27-6850-CA9E0B92A93C}"/>
                  </a:ext>
                </a:extLst>
              </p14:cNvPr>
              <p14:cNvContentPartPr/>
              <p14:nvPr/>
            </p14:nvContentPartPr>
            <p14:xfrm>
              <a:off x="9534025" y="4754247"/>
              <a:ext cx="88200" cy="146880"/>
            </p14:xfrm>
          </p:contentPart>
        </mc:Choice>
        <mc:Fallback xmlns="">
          <p:pic>
            <p:nvPicPr>
              <p:cNvPr id="7380" name="Ink 7379">
                <a:extLst>
                  <a:ext uri="{FF2B5EF4-FFF2-40B4-BE49-F238E27FC236}">
                    <a16:creationId xmlns:a16="http://schemas.microsoft.com/office/drawing/2014/main" id="{6D29FDED-E222-AB27-6850-CA9E0B92A93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523181" y="4743447"/>
                <a:ext cx="109527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381" name="Ink 7380">
                <a:extLst>
                  <a:ext uri="{FF2B5EF4-FFF2-40B4-BE49-F238E27FC236}">
                    <a16:creationId xmlns:a16="http://schemas.microsoft.com/office/drawing/2014/main" id="{551E020C-AAA5-1EC2-4825-5140D7E1015C}"/>
                  </a:ext>
                </a:extLst>
              </p14:cNvPr>
              <p14:cNvContentPartPr/>
              <p14:nvPr/>
            </p14:nvContentPartPr>
            <p14:xfrm>
              <a:off x="9638065" y="4809687"/>
              <a:ext cx="25920" cy="16560"/>
            </p14:xfrm>
          </p:contentPart>
        </mc:Choice>
        <mc:Fallback xmlns="">
          <p:pic>
            <p:nvPicPr>
              <p:cNvPr id="7381" name="Ink 7380">
                <a:extLst>
                  <a:ext uri="{FF2B5EF4-FFF2-40B4-BE49-F238E27FC236}">
                    <a16:creationId xmlns:a16="http://schemas.microsoft.com/office/drawing/2014/main" id="{551E020C-AAA5-1EC2-4825-5140D7E1015C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627265" y="4798887"/>
                <a:ext cx="471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7382" name="Ink 7381">
                <a:extLst>
                  <a:ext uri="{FF2B5EF4-FFF2-40B4-BE49-F238E27FC236}">
                    <a16:creationId xmlns:a16="http://schemas.microsoft.com/office/drawing/2014/main" id="{E3C8CC27-A2A6-4CCF-C5AB-58784F9E9B48}"/>
                  </a:ext>
                </a:extLst>
              </p14:cNvPr>
              <p14:cNvContentPartPr/>
              <p14:nvPr/>
            </p14:nvContentPartPr>
            <p14:xfrm>
              <a:off x="9667945" y="4784127"/>
              <a:ext cx="14040" cy="64080"/>
            </p14:xfrm>
          </p:contentPart>
        </mc:Choice>
        <mc:Fallback xmlns="">
          <p:pic>
            <p:nvPicPr>
              <p:cNvPr id="7382" name="Ink 7381">
                <a:extLst>
                  <a:ext uri="{FF2B5EF4-FFF2-40B4-BE49-F238E27FC236}">
                    <a16:creationId xmlns:a16="http://schemas.microsoft.com/office/drawing/2014/main" id="{E3C8CC27-A2A6-4CCF-C5AB-58784F9E9B48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657145" y="4773327"/>
                <a:ext cx="3528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7383" name="Ink 7382">
                <a:extLst>
                  <a:ext uri="{FF2B5EF4-FFF2-40B4-BE49-F238E27FC236}">
                    <a16:creationId xmlns:a16="http://schemas.microsoft.com/office/drawing/2014/main" id="{D1256F68-0D8B-862E-224F-516DE2EBAAB3}"/>
                  </a:ext>
                </a:extLst>
              </p14:cNvPr>
              <p14:cNvContentPartPr/>
              <p14:nvPr/>
            </p14:nvContentPartPr>
            <p14:xfrm>
              <a:off x="9690985" y="4756407"/>
              <a:ext cx="41760" cy="156960"/>
            </p14:xfrm>
          </p:contentPart>
        </mc:Choice>
        <mc:Fallback xmlns="">
          <p:pic>
            <p:nvPicPr>
              <p:cNvPr id="7383" name="Ink 7382">
                <a:extLst>
                  <a:ext uri="{FF2B5EF4-FFF2-40B4-BE49-F238E27FC236}">
                    <a16:creationId xmlns:a16="http://schemas.microsoft.com/office/drawing/2014/main" id="{D1256F68-0D8B-862E-224F-516DE2EBAAB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9680185" y="4745607"/>
                <a:ext cx="630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7384" name="Ink 7383">
                <a:extLst>
                  <a:ext uri="{FF2B5EF4-FFF2-40B4-BE49-F238E27FC236}">
                    <a16:creationId xmlns:a16="http://schemas.microsoft.com/office/drawing/2014/main" id="{A9E3C794-483A-072B-7BB1-692536BF74F9}"/>
                  </a:ext>
                </a:extLst>
              </p14:cNvPr>
              <p14:cNvContentPartPr/>
              <p14:nvPr/>
            </p14:nvContentPartPr>
            <p14:xfrm>
              <a:off x="9832105" y="4769007"/>
              <a:ext cx="34920" cy="111960"/>
            </p14:xfrm>
          </p:contentPart>
        </mc:Choice>
        <mc:Fallback xmlns="">
          <p:pic>
            <p:nvPicPr>
              <p:cNvPr id="7384" name="Ink 7383">
                <a:extLst>
                  <a:ext uri="{FF2B5EF4-FFF2-40B4-BE49-F238E27FC236}">
                    <a16:creationId xmlns:a16="http://schemas.microsoft.com/office/drawing/2014/main" id="{A9E3C794-483A-072B-7BB1-692536BF74F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9821305" y="4758207"/>
                <a:ext cx="561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7385" name="Ink 7384">
                <a:extLst>
                  <a:ext uri="{FF2B5EF4-FFF2-40B4-BE49-F238E27FC236}">
                    <a16:creationId xmlns:a16="http://schemas.microsoft.com/office/drawing/2014/main" id="{49819950-36D7-FAEA-0F15-498490252952}"/>
                  </a:ext>
                </a:extLst>
              </p14:cNvPr>
              <p14:cNvContentPartPr/>
              <p14:nvPr/>
            </p14:nvContentPartPr>
            <p14:xfrm>
              <a:off x="9896545" y="4788807"/>
              <a:ext cx="48960" cy="83520"/>
            </p14:xfrm>
          </p:contentPart>
        </mc:Choice>
        <mc:Fallback xmlns="">
          <p:pic>
            <p:nvPicPr>
              <p:cNvPr id="7385" name="Ink 7384">
                <a:extLst>
                  <a:ext uri="{FF2B5EF4-FFF2-40B4-BE49-F238E27FC236}">
                    <a16:creationId xmlns:a16="http://schemas.microsoft.com/office/drawing/2014/main" id="{49819950-36D7-FAEA-0F15-498490252952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9885665" y="4778007"/>
                <a:ext cx="70357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7386" name="Ink 7385">
                <a:extLst>
                  <a:ext uri="{FF2B5EF4-FFF2-40B4-BE49-F238E27FC236}">
                    <a16:creationId xmlns:a16="http://schemas.microsoft.com/office/drawing/2014/main" id="{03834D11-31FD-1058-6F5E-C225561028F8}"/>
                  </a:ext>
                </a:extLst>
              </p14:cNvPr>
              <p14:cNvContentPartPr/>
              <p14:nvPr/>
            </p14:nvContentPartPr>
            <p14:xfrm>
              <a:off x="9972865" y="4791327"/>
              <a:ext cx="48960" cy="16560"/>
            </p14:xfrm>
          </p:contentPart>
        </mc:Choice>
        <mc:Fallback xmlns="">
          <p:pic>
            <p:nvPicPr>
              <p:cNvPr id="7386" name="Ink 7385">
                <a:extLst>
                  <a:ext uri="{FF2B5EF4-FFF2-40B4-BE49-F238E27FC236}">
                    <a16:creationId xmlns:a16="http://schemas.microsoft.com/office/drawing/2014/main" id="{03834D11-31FD-1058-6F5E-C225561028F8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962065" y="4780527"/>
                <a:ext cx="702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387" name="Ink 7386">
                <a:extLst>
                  <a:ext uri="{FF2B5EF4-FFF2-40B4-BE49-F238E27FC236}">
                    <a16:creationId xmlns:a16="http://schemas.microsoft.com/office/drawing/2014/main" id="{4DE013F2-2236-852E-5376-387D2A02000C}"/>
                  </a:ext>
                </a:extLst>
              </p14:cNvPr>
              <p14:cNvContentPartPr/>
              <p14:nvPr/>
            </p14:nvContentPartPr>
            <p14:xfrm>
              <a:off x="10035145" y="4775127"/>
              <a:ext cx="2520" cy="100440"/>
            </p14:xfrm>
          </p:contentPart>
        </mc:Choice>
        <mc:Fallback xmlns="">
          <p:pic>
            <p:nvPicPr>
              <p:cNvPr id="7387" name="Ink 7386">
                <a:extLst>
                  <a:ext uri="{FF2B5EF4-FFF2-40B4-BE49-F238E27FC236}">
                    <a16:creationId xmlns:a16="http://schemas.microsoft.com/office/drawing/2014/main" id="{4DE013F2-2236-852E-5376-387D2A02000C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0025695" y="4764327"/>
                <a:ext cx="21105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388" name="Ink 7387">
                <a:extLst>
                  <a:ext uri="{FF2B5EF4-FFF2-40B4-BE49-F238E27FC236}">
                    <a16:creationId xmlns:a16="http://schemas.microsoft.com/office/drawing/2014/main" id="{FF047C65-A6F3-72F0-762B-BF35E2696DB9}"/>
                  </a:ext>
                </a:extLst>
              </p14:cNvPr>
              <p14:cNvContentPartPr/>
              <p14:nvPr/>
            </p14:nvContentPartPr>
            <p14:xfrm>
              <a:off x="10030465" y="4761087"/>
              <a:ext cx="51120" cy="52920"/>
            </p14:xfrm>
          </p:contentPart>
        </mc:Choice>
        <mc:Fallback xmlns="">
          <p:pic>
            <p:nvPicPr>
              <p:cNvPr id="7388" name="Ink 7387">
                <a:extLst>
                  <a:ext uri="{FF2B5EF4-FFF2-40B4-BE49-F238E27FC236}">
                    <a16:creationId xmlns:a16="http://schemas.microsoft.com/office/drawing/2014/main" id="{FF047C65-A6F3-72F0-762B-BF35E2696DB9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0019665" y="4750287"/>
                <a:ext cx="7236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389" name="Ink 7388">
                <a:extLst>
                  <a:ext uri="{FF2B5EF4-FFF2-40B4-BE49-F238E27FC236}">
                    <a16:creationId xmlns:a16="http://schemas.microsoft.com/office/drawing/2014/main" id="{573A9BF9-DBE0-32C3-F035-58BB56831C39}"/>
                  </a:ext>
                </a:extLst>
              </p14:cNvPr>
              <p14:cNvContentPartPr/>
              <p14:nvPr/>
            </p14:nvContentPartPr>
            <p14:xfrm>
              <a:off x="10083745" y="4761087"/>
              <a:ext cx="39600" cy="94680"/>
            </p14:xfrm>
          </p:contentPart>
        </mc:Choice>
        <mc:Fallback xmlns="">
          <p:pic>
            <p:nvPicPr>
              <p:cNvPr id="7389" name="Ink 7388">
                <a:extLst>
                  <a:ext uri="{FF2B5EF4-FFF2-40B4-BE49-F238E27FC236}">
                    <a16:creationId xmlns:a16="http://schemas.microsoft.com/office/drawing/2014/main" id="{573A9BF9-DBE0-32C3-F035-58BB56831C39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0072945" y="4750287"/>
                <a:ext cx="60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7390" name="Ink 7389">
                <a:extLst>
                  <a:ext uri="{FF2B5EF4-FFF2-40B4-BE49-F238E27FC236}">
                    <a16:creationId xmlns:a16="http://schemas.microsoft.com/office/drawing/2014/main" id="{11C87E3F-949D-EA0F-E256-9434D8792E9A}"/>
                  </a:ext>
                </a:extLst>
              </p14:cNvPr>
              <p14:cNvContentPartPr/>
              <p14:nvPr/>
            </p14:nvContentPartPr>
            <p14:xfrm>
              <a:off x="10139185" y="4749927"/>
              <a:ext cx="18720" cy="82080"/>
            </p14:xfrm>
          </p:contentPart>
        </mc:Choice>
        <mc:Fallback xmlns="">
          <p:pic>
            <p:nvPicPr>
              <p:cNvPr id="7390" name="Ink 7389">
                <a:extLst>
                  <a:ext uri="{FF2B5EF4-FFF2-40B4-BE49-F238E27FC236}">
                    <a16:creationId xmlns:a16="http://schemas.microsoft.com/office/drawing/2014/main" id="{11C87E3F-949D-EA0F-E256-9434D8792E9A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0128385" y="4739127"/>
                <a:ext cx="3996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7391" name="Ink 7390">
                <a:extLst>
                  <a:ext uri="{FF2B5EF4-FFF2-40B4-BE49-F238E27FC236}">
                    <a16:creationId xmlns:a16="http://schemas.microsoft.com/office/drawing/2014/main" id="{90B08A46-5D81-4D3C-97B3-A4C65BBC4523}"/>
                  </a:ext>
                </a:extLst>
              </p14:cNvPr>
              <p14:cNvContentPartPr/>
              <p14:nvPr/>
            </p14:nvContentPartPr>
            <p14:xfrm>
              <a:off x="10178425" y="4751007"/>
              <a:ext cx="94680" cy="90000"/>
            </p14:xfrm>
          </p:contentPart>
        </mc:Choice>
        <mc:Fallback xmlns="">
          <p:pic>
            <p:nvPicPr>
              <p:cNvPr id="7391" name="Ink 7390">
                <a:extLst>
                  <a:ext uri="{FF2B5EF4-FFF2-40B4-BE49-F238E27FC236}">
                    <a16:creationId xmlns:a16="http://schemas.microsoft.com/office/drawing/2014/main" id="{90B08A46-5D81-4D3C-97B3-A4C65BBC4523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0167625" y="4740207"/>
                <a:ext cx="1159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7392" name="Ink 7391">
                <a:extLst>
                  <a:ext uri="{FF2B5EF4-FFF2-40B4-BE49-F238E27FC236}">
                    <a16:creationId xmlns:a16="http://schemas.microsoft.com/office/drawing/2014/main" id="{132A4165-8938-6879-A923-71B8345B733F}"/>
                  </a:ext>
                </a:extLst>
              </p14:cNvPr>
              <p14:cNvContentPartPr/>
              <p14:nvPr/>
            </p14:nvContentPartPr>
            <p14:xfrm>
              <a:off x="10289305" y="4729047"/>
              <a:ext cx="81000" cy="92160"/>
            </p14:xfrm>
          </p:contentPart>
        </mc:Choice>
        <mc:Fallback xmlns="">
          <p:pic>
            <p:nvPicPr>
              <p:cNvPr id="7392" name="Ink 7391">
                <a:extLst>
                  <a:ext uri="{FF2B5EF4-FFF2-40B4-BE49-F238E27FC236}">
                    <a16:creationId xmlns:a16="http://schemas.microsoft.com/office/drawing/2014/main" id="{132A4165-8938-6879-A923-71B8345B733F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0278553" y="4718247"/>
                <a:ext cx="102146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7393" name="Ink 7392">
                <a:extLst>
                  <a:ext uri="{FF2B5EF4-FFF2-40B4-BE49-F238E27FC236}">
                    <a16:creationId xmlns:a16="http://schemas.microsoft.com/office/drawing/2014/main" id="{3D950B76-89E5-1444-DEE0-A9BC3472695D}"/>
                  </a:ext>
                </a:extLst>
              </p14:cNvPr>
              <p14:cNvContentPartPr/>
              <p14:nvPr/>
            </p14:nvContentPartPr>
            <p14:xfrm>
              <a:off x="10439065" y="4726527"/>
              <a:ext cx="14040" cy="95040"/>
            </p14:xfrm>
          </p:contentPart>
        </mc:Choice>
        <mc:Fallback xmlns="">
          <p:pic>
            <p:nvPicPr>
              <p:cNvPr id="7393" name="Ink 7392">
                <a:extLst>
                  <a:ext uri="{FF2B5EF4-FFF2-40B4-BE49-F238E27FC236}">
                    <a16:creationId xmlns:a16="http://schemas.microsoft.com/office/drawing/2014/main" id="{3D950B76-89E5-1444-DEE0-A9BC3472695D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0428265" y="4715686"/>
                <a:ext cx="35280" cy="116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7394" name="Ink 7393">
                <a:extLst>
                  <a:ext uri="{FF2B5EF4-FFF2-40B4-BE49-F238E27FC236}">
                    <a16:creationId xmlns:a16="http://schemas.microsoft.com/office/drawing/2014/main" id="{651A080B-8337-FA16-C6D4-E94CA37C2CB1}"/>
                  </a:ext>
                </a:extLst>
              </p14:cNvPr>
              <p14:cNvContentPartPr/>
              <p14:nvPr/>
            </p14:nvContentPartPr>
            <p14:xfrm>
              <a:off x="10439065" y="4744887"/>
              <a:ext cx="67320" cy="39600"/>
            </p14:xfrm>
          </p:contentPart>
        </mc:Choice>
        <mc:Fallback xmlns="">
          <p:pic>
            <p:nvPicPr>
              <p:cNvPr id="7394" name="Ink 7393">
                <a:extLst>
                  <a:ext uri="{FF2B5EF4-FFF2-40B4-BE49-F238E27FC236}">
                    <a16:creationId xmlns:a16="http://schemas.microsoft.com/office/drawing/2014/main" id="{651A080B-8337-FA16-C6D4-E94CA37C2CB1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0428265" y="4734087"/>
                <a:ext cx="885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7395" name="Ink 7394">
                <a:extLst>
                  <a:ext uri="{FF2B5EF4-FFF2-40B4-BE49-F238E27FC236}">
                    <a16:creationId xmlns:a16="http://schemas.microsoft.com/office/drawing/2014/main" id="{57D6B2DC-B5AB-1C4A-EBD6-448BFCAEFFA1}"/>
                  </a:ext>
                </a:extLst>
              </p14:cNvPr>
              <p14:cNvContentPartPr/>
              <p14:nvPr/>
            </p14:nvContentPartPr>
            <p14:xfrm>
              <a:off x="10492345" y="4740567"/>
              <a:ext cx="37080" cy="71640"/>
            </p14:xfrm>
          </p:contentPart>
        </mc:Choice>
        <mc:Fallback xmlns="">
          <p:pic>
            <p:nvPicPr>
              <p:cNvPr id="7395" name="Ink 7394">
                <a:extLst>
                  <a:ext uri="{FF2B5EF4-FFF2-40B4-BE49-F238E27FC236}">
                    <a16:creationId xmlns:a16="http://schemas.microsoft.com/office/drawing/2014/main" id="{57D6B2DC-B5AB-1C4A-EBD6-448BFCAEFFA1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0481545" y="4729767"/>
                <a:ext cx="583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7400" name="Ink 7399">
                <a:extLst>
                  <a:ext uri="{FF2B5EF4-FFF2-40B4-BE49-F238E27FC236}">
                    <a16:creationId xmlns:a16="http://schemas.microsoft.com/office/drawing/2014/main" id="{A200C128-2FFD-DE5A-057A-8C99B652E317}"/>
                  </a:ext>
                </a:extLst>
              </p14:cNvPr>
              <p14:cNvContentPartPr/>
              <p14:nvPr/>
            </p14:nvContentPartPr>
            <p14:xfrm>
              <a:off x="10639945" y="4710327"/>
              <a:ext cx="95040" cy="115560"/>
            </p14:xfrm>
          </p:contentPart>
        </mc:Choice>
        <mc:Fallback xmlns="">
          <p:pic>
            <p:nvPicPr>
              <p:cNvPr id="7400" name="Ink 7399">
                <a:extLst>
                  <a:ext uri="{FF2B5EF4-FFF2-40B4-BE49-F238E27FC236}">
                    <a16:creationId xmlns:a16="http://schemas.microsoft.com/office/drawing/2014/main" id="{A200C128-2FFD-DE5A-057A-8C99B652E317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0629505" y="4699887"/>
                <a:ext cx="1162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7408" name="Ink 7407">
                <a:extLst>
                  <a:ext uri="{FF2B5EF4-FFF2-40B4-BE49-F238E27FC236}">
                    <a16:creationId xmlns:a16="http://schemas.microsoft.com/office/drawing/2014/main" id="{0BD44480-F2CA-8ACE-B482-0838E6C79285}"/>
                  </a:ext>
                </a:extLst>
              </p14:cNvPr>
              <p14:cNvContentPartPr/>
              <p14:nvPr/>
            </p14:nvContentPartPr>
            <p14:xfrm>
              <a:off x="10776385" y="4738047"/>
              <a:ext cx="332640" cy="147240"/>
            </p14:xfrm>
          </p:contentPart>
        </mc:Choice>
        <mc:Fallback xmlns="">
          <p:pic>
            <p:nvPicPr>
              <p:cNvPr id="7408" name="Ink 7407">
                <a:extLst>
                  <a:ext uri="{FF2B5EF4-FFF2-40B4-BE49-F238E27FC236}">
                    <a16:creationId xmlns:a16="http://schemas.microsoft.com/office/drawing/2014/main" id="{0BD44480-F2CA-8ACE-B482-0838E6C79285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0765597" y="4727607"/>
                <a:ext cx="353857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7420" name="Ink 7419">
                <a:extLst>
                  <a:ext uri="{FF2B5EF4-FFF2-40B4-BE49-F238E27FC236}">
                    <a16:creationId xmlns:a16="http://schemas.microsoft.com/office/drawing/2014/main" id="{B4B41037-9EAC-435D-18AE-17EB165D511F}"/>
                  </a:ext>
                </a:extLst>
              </p14:cNvPr>
              <p14:cNvContentPartPr/>
              <p14:nvPr/>
            </p14:nvContentPartPr>
            <p14:xfrm>
              <a:off x="11113345" y="4821567"/>
              <a:ext cx="261360" cy="131400"/>
            </p14:xfrm>
          </p:contentPart>
        </mc:Choice>
        <mc:Fallback xmlns="">
          <p:pic>
            <p:nvPicPr>
              <p:cNvPr id="7420" name="Ink 7419">
                <a:extLst>
                  <a:ext uri="{FF2B5EF4-FFF2-40B4-BE49-F238E27FC236}">
                    <a16:creationId xmlns:a16="http://schemas.microsoft.com/office/drawing/2014/main" id="{B4B41037-9EAC-435D-18AE-17EB165D511F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1102905" y="4810797"/>
                <a:ext cx="282600" cy="1525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986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36715"/>
            <a:ext cx="7772400" cy="646331"/>
          </a:xfrm>
        </p:spPr>
        <p:txBody>
          <a:bodyPr/>
          <a:lstStyle/>
          <a:p>
            <a:pPr eaLnBrk="1" hangingPunct="1"/>
            <a:r>
              <a:rPr lang="en-US" dirty="0"/>
              <a:t>How to use RSA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96900" y="1435057"/>
            <a:ext cx="10998200" cy="2603790"/>
          </a:xfrm>
        </p:spPr>
        <p:txBody>
          <a:bodyPr/>
          <a:lstStyle/>
          <a:p>
            <a:r>
              <a:rPr lang="en-US" sz="2400" dirty="0"/>
              <a:t>RSA encryption is performed </a:t>
            </a:r>
            <a:r>
              <a:rPr lang="en-US" sz="2400" b="1" dirty="0"/>
              <a:t>only </a:t>
            </a:r>
            <a:r>
              <a:rPr lang="en-US" sz="2400" dirty="0"/>
              <a:t>on </a:t>
            </a:r>
            <a:r>
              <a:rPr lang="en-US" sz="2400" b="1" dirty="0"/>
              <a:t>integers smaller than the RSA modulus</a:t>
            </a:r>
            <a:r>
              <a:rPr lang="en-US" sz="2400" dirty="0"/>
              <a:t>!!!</a:t>
            </a:r>
          </a:p>
          <a:p>
            <a:pPr eaLnBrk="1" hangingPunct="1"/>
            <a:r>
              <a:rPr lang="en-US" sz="2400" dirty="0"/>
              <a:t>Given a message,  </a:t>
            </a:r>
            <a:r>
              <a:rPr lang="en-US" sz="2400" u="sng" dirty="0"/>
              <a:t>which is converted into a number </a:t>
            </a:r>
            <a:r>
              <a:rPr lang="en-US" sz="2400" dirty="0">
                <a:solidFill>
                  <a:srgbClr val="C00000"/>
                </a:solidFill>
              </a:rPr>
              <a:t>0 ≤ M&lt;n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Suppose Alice’s RSA public key 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dirty="0" err="1">
                <a:solidFill>
                  <a:srgbClr val="0000FF"/>
                </a:solidFill>
              </a:rPr>
              <a:t>n,e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dirty="0"/>
              <a:t>, private key </a:t>
            </a:r>
            <a:r>
              <a:rPr lang="en-US" sz="2400" dirty="0">
                <a:solidFill>
                  <a:srgbClr val="0000FF"/>
                </a:solidFill>
              </a:rPr>
              <a:t>d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/>
              <a:t>Encryption formula (by Bob): to encrypt </a:t>
            </a:r>
            <a:r>
              <a:rPr lang="en-US" sz="2400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, compute </a:t>
            </a:r>
            <a:r>
              <a:rPr lang="en-US" sz="2400" dirty="0">
                <a:solidFill>
                  <a:srgbClr val="C00000"/>
                </a:solidFill>
              </a:rPr>
              <a:t> M</a:t>
            </a:r>
            <a:r>
              <a:rPr lang="en-US" sz="2400" baseline="30000" dirty="0">
                <a:solidFill>
                  <a:srgbClr val="0000FF"/>
                </a:solidFill>
              </a:rPr>
              <a:t>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mod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as</a:t>
            </a:r>
            <a:r>
              <a:rPr lang="en-US" sz="2400" dirty="0">
                <a:solidFill>
                  <a:srgbClr val="C00000"/>
                </a:solidFill>
              </a:rPr>
              <a:t> C</a:t>
            </a:r>
          </a:p>
          <a:p>
            <a:r>
              <a:rPr lang="en-US" sz="2400" dirty="0"/>
              <a:t>Decryption formula (by Alice): to decrypt </a:t>
            </a:r>
            <a:r>
              <a:rPr lang="en-US" sz="2400" dirty="0">
                <a:solidFill>
                  <a:srgbClr val="C00000"/>
                </a:solidFill>
              </a:rPr>
              <a:t>C</a:t>
            </a:r>
            <a:r>
              <a:rPr lang="en-US" sz="2400" dirty="0"/>
              <a:t>, compute</a:t>
            </a:r>
            <a:r>
              <a:rPr lang="en-US" sz="2400" dirty="0">
                <a:solidFill>
                  <a:srgbClr val="C00000"/>
                </a:solidFill>
              </a:rPr>
              <a:t> C</a:t>
            </a:r>
            <a:r>
              <a:rPr lang="en-US" sz="2400" baseline="30000" dirty="0">
                <a:solidFill>
                  <a:srgbClr val="0000FF"/>
                </a:solidFill>
              </a:rPr>
              <a:t>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mod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as</a:t>
            </a:r>
            <a:r>
              <a:rPr lang="en-US" sz="2400" dirty="0">
                <a:solidFill>
                  <a:srgbClr val="C00000"/>
                </a:solidFill>
              </a:rPr>
              <a:t> M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8195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77200" y="6629400"/>
            <a:ext cx="1905000" cy="457200"/>
          </a:xfrm>
          <a:noFill/>
        </p:spPr>
        <p:txBody>
          <a:bodyPr/>
          <a:lstStyle/>
          <a:p>
            <a:fld id="{735F0E3F-E424-4B48-8B1F-6921004078E7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8201" name="Text Box 7"/>
          <p:cNvSpPr txBox="1">
            <a:spLocks noChangeArrowheads="1"/>
          </p:cNvSpPr>
          <p:nvPr/>
        </p:nvSpPr>
        <p:spPr bwMode="auto">
          <a:xfrm>
            <a:off x="3048000" y="50292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Bob</a:t>
            </a:r>
          </a:p>
        </p:txBody>
      </p:sp>
      <p:sp>
        <p:nvSpPr>
          <p:cNvPr id="8202" name="Text Box 8"/>
          <p:cNvSpPr txBox="1">
            <a:spLocks noChangeArrowheads="1"/>
          </p:cNvSpPr>
          <p:nvPr/>
        </p:nvSpPr>
        <p:spPr bwMode="auto">
          <a:xfrm>
            <a:off x="8305800" y="5029200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Alice</a:t>
            </a:r>
          </a:p>
        </p:txBody>
      </p:sp>
      <p:sp>
        <p:nvSpPr>
          <p:cNvPr id="8208" name="Text Box 14"/>
          <p:cNvSpPr txBox="1">
            <a:spLocks noChangeArrowheads="1"/>
          </p:cNvSpPr>
          <p:nvPr/>
        </p:nvSpPr>
        <p:spPr bwMode="auto">
          <a:xfrm>
            <a:off x="4800600" y="5715001"/>
            <a:ext cx="24384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</a:rPr>
              <a:t>d</a:t>
            </a:r>
            <a:r>
              <a:rPr lang="en-US" sz="1800" dirty="0"/>
              <a:t>: Alice’s private key</a:t>
            </a:r>
          </a:p>
          <a:p>
            <a:r>
              <a:rPr lang="en-US" sz="1800" dirty="0" err="1">
                <a:solidFill>
                  <a:srgbClr val="0000FF"/>
                </a:solidFill>
              </a:rPr>
              <a:t>n,e</a:t>
            </a:r>
            <a:r>
              <a:rPr lang="en-US" sz="1800" dirty="0"/>
              <a:t>: Alice’s public key</a:t>
            </a:r>
            <a:endParaRPr lang="en-US" dirty="0"/>
          </a:p>
        </p:txBody>
      </p:sp>
      <p:sp>
        <p:nvSpPr>
          <p:cNvPr id="8200" name="Line 6"/>
          <p:cNvSpPr>
            <a:spLocks noChangeShapeType="1"/>
          </p:cNvSpPr>
          <p:nvPr/>
        </p:nvSpPr>
        <p:spPr bwMode="auto">
          <a:xfrm flipH="1">
            <a:off x="4040180" y="5257800"/>
            <a:ext cx="411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09" name="Text Box 15"/>
          <p:cNvSpPr txBox="1">
            <a:spLocks noChangeArrowheads="1"/>
          </p:cNvSpPr>
          <p:nvPr/>
        </p:nvSpPr>
        <p:spPr bwMode="auto">
          <a:xfrm>
            <a:off x="1752600" y="5562601"/>
            <a:ext cx="2590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C </a:t>
            </a:r>
            <a:r>
              <a:rPr lang="en-US" dirty="0">
                <a:latin typeface="Wingdings"/>
                <a:ea typeface="Wingdings"/>
                <a:cs typeface="Wingdings"/>
                <a:sym typeface="Wingdings"/>
              </a:rPr>
              <a:t></a:t>
            </a:r>
            <a:r>
              <a:rPr lang="en-US" dirty="0"/>
              <a:t>M</a:t>
            </a:r>
            <a:r>
              <a:rPr lang="en-US" sz="2800" baseline="30000" dirty="0"/>
              <a:t>e</a:t>
            </a:r>
            <a:r>
              <a:rPr lang="en-US" dirty="0"/>
              <a:t> mod </a:t>
            </a:r>
            <a:r>
              <a:rPr lang="en-US" dirty="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3600" y="495300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8077200" y="5562601"/>
            <a:ext cx="228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M </a:t>
            </a:r>
            <a:r>
              <a:rPr lang="en-US" dirty="0">
                <a:latin typeface="Wingdings"/>
                <a:ea typeface="Wingdings"/>
                <a:cs typeface="Wingdings"/>
                <a:sym typeface="Wingdings"/>
              </a:rPr>
              <a:t></a:t>
            </a:r>
            <a:r>
              <a:rPr lang="en-US" dirty="0"/>
              <a:t>C</a:t>
            </a:r>
            <a:r>
              <a:rPr lang="en-US" sz="2800" baseline="30000" dirty="0"/>
              <a:t>d</a:t>
            </a:r>
            <a:r>
              <a:rPr lang="en-US" dirty="0"/>
              <a:t> mod </a:t>
            </a:r>
            <a:r>
              <a:rPr lang="en-US" dirty="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1" y="4800601"/>
            <a:ext cx="3899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9142B97-7E92-D1D5-1700-FC0F94CB0168}"/>
                  </a:ext>
                </a:extLst>
              </p14:cNvPr>
              <p14:cNvContentPartPr/>
              <p14:nvPr/>
            </p14:nvContentPartPr>
            <p14:xfrm>
              <a:off x="4514622" y="1923799"/>
              <a:ext cx="305640" cy="197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9142B97-7E92-D1D5-1700-FC0F94CB01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04170" y="1912999"/>
                <a:ext cx="326905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0AFC809-CA89-9032-0A4B-7F1FE6EE9E64}"/>
                  </a:ext>
                </a:extLst>
              </p14:cNvPr>
              <p14:cNvContentPartPr/>
              <p14:nvPr/>
            </p14:nvContentPartPr>
            <p14:xfrm>
              <a:off x="4168662" y="1945399"/>
              <a:ext cx="209520" cy="2232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0AFC809-CA89-9032-0A4B-7F1FE6EE9E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58222" y="1934599"/>
                <a:ext cx="2307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71F1015-2B10-5151-33F4-105A3F95DD88}"/>
                  </a:ext>
                </a:extLst>
              </p14:cNvPr>
              <p14:cNvContentPartPr/>
              <p14:nvPr/>
            </p14:nvContentPartPr>
            <p14:xfrm>
              <a:off x="3626502" y="1941799"/>
              <a:ext cx="395280" cy="203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71F1015-2B10-5151-33F4-105A3F95DD8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16062" y="1930999"/>
                <a:ext cx="4165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4DD1BEE-F84F-8487-A9FC-AEA92A5CBAAD}"/>
                  </a:ext>
                </a:extLst>
              </p14:cNvPr>
              <p14:cNvContentPartPr/>
              <p14:nvPr/>
            </p14:nvContentPartPr>
            <p14:xfrm>
              <a:off x="2687262" y="1941439"/>
              <a:ext cx="789480" cy="1918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4DD1BEE-F84F-8487-A9FC-AEA92A5CBAA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76462" y="1930639"/>
                <a:ext cx="8107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D87DB5E-3595-E238-4DA1-077A0A9C2397}"/>
                  </a:ext>
                </a:extLst>
              </p14:cNvPr>
              <p14:cNvContentPartPr/>
              <p14:nvPr/>
            </p14:nvContentPartPr>
            <p14:xfrm>
              <a:off x="4881822" y="1938919"/>
              <a:ext cx="418680" cy="189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D87DB5E-3595-E238-4DA1-077A0A9C239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71022" y="1928479"/>
                <a:ext cx="4399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322F288-5AEE-E411-D0C5-E00027155003}"/>
                  </a:ext>
                </a:extLst>
              </p14:cNvPr>
              <p14:cNvContentPartPr/>
              <p14:nvPr/>
            </p14:nvContentPartPr>
            <p14:xfrm>
              <a:off x="9885218" y="2133876"/>
              <a:ext cx="542880" cy="5054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322F288-5AEE-E411-D0C5-E0002715500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874418" y="2123436"/>
                <a:ext cx="56412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CFD446F-ACE5-8E69-7159-4633F78FB76D}"/>
                  </a:ext>
                </a:extLst>
              </p14:cNvPr>
              <p14:cNvContentPartPr/>
              <p14:nvPr/>
            </p14:nvContentPartPr>
            <p14:xfrm>
              <a:off x="9806378" y="2687916"/>
              <a:ext cx="614880" cy="4420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CFD446F-ACE5-8E69-7159-4633F78FB76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795932" y="2677116"/>
                <a:ext cx="636132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BDA90AE-A09E-C8FA-D613-EC7F4E19C15E}"/>
                  </a:ext>
                </a:extLst>
              </p14:cNvPr>
              <p14:cNvContentPartPr/>
              <p14:nvPr/>
            </p14:nvContentPartPr>
            <p14:xfrm>
              <a:off x="10501647" y="2133600"/>
              <a:ext cx="838440" cy="9417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BDA90AE-A09E-C8FA-D613-EC7F4E19C15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490847" y="2123160"/>
                <a:ext cx="859680" cy="9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228" name="Ink 8227">
                <a:extLst>
                  <a:ext uri="{FF2B5EF4-FFF2-40B4-BE49-F238E27FC236}">
                    <a16:creationId xmlns:a16="http://schemas.microsoft.com/office/drawing/2014/main" id="{6DC6D002-6309-5A7C-41D4-07164B9350E5}"/>
                  </a:ext>
                </a:extLst>
              </p14:cNvPr>
              <p14:cNvContentPartPr/>
              <p14:nvPr/>
            </p14:nvContentPartPr>
            <p14:xfrm>
              <a:off x="10840047" y="2487840"/>
              <a:ext cx="804960" cy="520200"/>
            </p14:xfrm>
          </p:contentPart>
        </mc:Choice>
        <mc:Fallback xmlns="">
          <p:pic>
            <p:nvPicPr>
              <p:cNvPr id="8228" name="Ink 8227">
                <a:extLst>
                  <a:ext uri="{FF2B5EF4-FFF2-40B4-BE49-F238E27FC236}">
                    <a16:creationId xmlns:a16="http://schemas.microsoft.com/office/drawing/2014/main" id="{6DC6D002-6309-5A7C-41D4-07164B9350E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825647" y="2477400"/>
                <a:ext cx="82980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231" name="Ink 8230">
                <a:extLst>
                  <a:ext uri="{FF2B5EF4-FFF2-40B4-BE49-F238E27FC236}">
                    <a16:creationId xmlns:a16="http://schemas.microsoft.com/office/drawing/2014/main" id="{9097492B-956D-EF7D-8DB7-41C2BAEEF608}"/>
                  </a:ext>
                </a:extLst>
              </p14:cNvPr>
              <p14:cNvContentPartPr/>
              <p14:nvPr/>
            </p14:nvContentPartPr>
            <p14:xfrm>
              <a:off x="881587" y="4165347"/>
              <a:ext cx="522360" cy="623880"/>
            </p14:xfrm>
          </p:contentPart>
        </mc:Choice>
        <mc:Fallback xmlns="">
          <p:pic>
            <p:nvPicPr>
              <p:cNvPr id="8231" name="Ink 8230">
                <a:extLst>
                  <a:ext uri="{FF2B5EF4-FFF2-40B4-BE49-F238E27FC236}">
                    <a16:creationId xmlns:a16="http://schemas.microsoft.com/office/drawing/2014/main" id="{9097492B-956D-EF7D-8DB7-41C2BAEEF60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71147" y="4154901"/>
                <a:ext cx="543600" cy="6451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235" name="Ink 8234">
                <a:extLst>
                  <a:ext uri="{FF2B5EF4-FFF2-40B4-BE49-F238E27FC236}">
                    <a16:creationId xmlns:a16="http://schemas.microsoft.com/office/drawing/2014/main" id="{6167339D-FF1D-DBB0-92A4-7C89BDD63929}"/>
                  </a:ext>
                </a:extLst>
              </p14:cNvPr>
              <p14:cNvContentPartPr/>
              <p14:nvPr/>
            </p14:nvContentPartPr>
            <p14:xfrm>
              <a:off x="1516627" y="4172547"/>
              <a:ext cx="459000" cy="391680"/>
            </p14:xfrm>
          </p:contentPart>
        </mc:Choice>
        <mc:Fallback xmlns="">
          <p:pic>
            <p:nvPicPr>
              <p:cNvPr id="8235" name="Ink 8234">
                <a:extLst>
                  <a:ext uri="{FF2B5EF4-FFF2-40B4-BE49-F238E27FC236}">
                    <a16:creationId xmlns:a16="http://schemas.microsoft.com/office/drawing/2014/main" id="{6167339D-FF1D-DBB0-92A4-7C89BDD6392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506187" y="4161747"/>
                <a:ext cx="48024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237" name="Ink 8236">
                <a:extLst>
                  <a:ext uri="{FF2B5EF4-FFF2-40B4-BE49-F238E27FC236}">
                    <a16:creationId xmlns:a16="http://schemas.microsoft.com/office/drawing/2014/main" id="{FD62A03D-C842-AF7C-ABC5-DB7B811548E3}"/>
                  </a:ext>
                </a:extLst>
              </p14:cNvPr>
              <p14:cNvContentPartPr/>
              <p14:nvPr/>
            </p14:nvContentPartPr>
            <p14:xfrm>
              <a:off x="2095147" y="4180467"/>
              <a:ext cx="226080" cy="211320"/>
            </p14:xfrm>
          </p:contentPart>
        </mc:Choice>
        <mc:Fallback xmlns="">
          <p:pic>
            <p:nvPicPr>
              <p:cNvPr id="8237" name="Ink 8236">
                <a:extLst>
                  <a:ext uri="{FF2B5EF4-FFF2-40B4-BE49-F238E27FC236}">
                    <a16:creationId xmlns:a16="http://schemas.microsoft.com/office/drawing/2014/main" id="{FD62A03D-C842-AF7C-ABC5-DB7B811548E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084707" y="4169667"/>
                <a:ext cx="2473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245" name="Ink 8244">
                <a:extLst>
                  <a:ext uri="{FF2B5EF4-FFF2-40B4-BE49-F238E27FC236}">
                    <a16:creationId xmlns:a16="http://schemas.microsoft.com/office/drawing/2014/main" id="{1572105E-672A-15E8-1EA4-868A780CA7AF}"/>
                  </a:ext>
                </a:extLst>
              </p14:cNvPr>
              <p14:cNvContentPartPr/>
              <p14:nvPr/>
            </p14:nvContentPartPr>
            <p14:xfrm>
              <a:off x="1079227" y="4582587"/>
              <a:ext cx="1411560" cy="801360"/>
            </p14:xfrm>
          </p:contentPart>
        </mc:Choice>
        <mc:Fallback xmlns="">
          <p:pic>
            <p:nvPicPr>
              <p:cNvPr id="8245" name="Ink 8244">
                <a:extLst>
                  <a:ext uri="{FF2B5EF4-FFF2-40B4-BE49-F238E27FC236}">
                    <a16:creationId xmlns:a16="http://schemas.microsoft.com/office/drawing/2014/main" id="{1572105E-672A-15E8-1EA4-868A780CA7A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68787" y="4571792"/>
                <a:ext cx="1432800" cy="8225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3193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D9176A0-993B-0351-502C-A159D7721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Toy Example </a:t>
            </a:r>
            <a:r>
              <a:rPr lang="en-US" dirty="0">
                <a:highlight>
                  <a:srgbClr val="FFFF00"/>
                </a:highlight>
              </a:rPr>
              <a:t>(non-examinable)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76981B-E1C4-A937-F0BD-119C8832E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3490186"/>
          </a:xfrm>
        </p:spPr>
        <p:txBody>
          <a:bodyPr/>
          <a:lstStyle/>
          <a:p>
            <a:r>
              <a:rPr lang="en-US" sz="2400" dirty="0"/>
              <a:t>Choose p=11 and q=13</a:t>
            </a:r>
          </a:p>
          <a:p>
            <a:r>
              <a:rPr lang="en-US" sz="2400" dirty="0"/>
              <a:t>n=11*13=143</a:t>
            </a:r>
          </a:p>
          <a:p>
            <a:r>
              <a:rPr lang="en-US" sz="2400" dirty="0"/>
              <a:t>(p-1)(q-1)=10*12=120</a:t>
            </a:r>
          </a:p>
          <a:p>
            <a:r>
              <a:rPr lang="en-US" sz="2400" dirty="0"/>
              <a:t>Choose e=37  		//GCD(37,120)=1</a:t>
            </a:r>
          </a:p>
          <a:p>
            <a:endParaRPr lang="en-US" sz="2400" dirty="0"/>
          </a:p>
          <a:p>
            <a:r>
              <a:rPr lang="en-US" sz="2400" dirty="0"/>
              <a:t>Using the extended GCD/Euclidian algorithm (out of scope) we find d such that e*d=1 mod 120</a:t>
            </a:r>
          </a:p>
          <a:p>
            <a:r>
              <a:rPr lang="en-US" sz="2400" dirty="0"/>
              <a:t>d=13 			//e*d=481=1 mod 120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22C2B-A87D-AB24-1943-3E72AA68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48E544-E4F3-48D3-8B72-EE1FAF9CDE1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BC21BE5-D06B-6A3C-A856-BFFB593373EC}"/>
                  </a:ext>
                </a:extLst>
              </p14:cNvPr>
              <p14:cNvContentPartPr/>
              <p14:nvPr/>
            </p14:nvContentPartPr>
            <p14:xfrm>
              <a:off x="5333707" y="1943787"/>
              <a:ext cx="254520" cy="253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BC21BE5-D06B-6A3C-A856-BFFB593373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23267" y="1932987"/>
                <a:ext cx="27576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712AF34-66B3-BD6F-6047-C934B88D1B7E}"/>
                  </a:ext>
                </a:extLst>
              </p14:cNvPr>
              <p14:cNvContentPartPr/>
              <p14:nvPr/>
            </p14:nvContentPartPr>
            <p14:xfrm>
              <a:off x="5862907" y="1865307"/>
              <a:ext cx="1185840" cy="293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712AF34-66B3-BD6F-6047-C934B88D1B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2467" y="1854867"/>
                <a:ext cx="12070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7C6AF10-FA5A-9D92-D747-9C346D30FD72}"/>
                  </a:ext>
                </a:extLst>
              </p14:cNvPr>
              <p14:cNvContentPartPr/>
              <p14:nvPr/>
            </p14:nvContentPartPr>
            <p14:xfrm>
              <a:off x="5580667" y="2309907"/>
              <a:ext cx="183960" cy="303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7C6AF10-FA5A-9D92-D747-9C346D30FD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70227" y="2299107"/>
                <a:ext cx="20520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9BAA3EC-0BB5-91CD-3D6E-BFAC361FE62C}"/>
                  </a:ext>
                </a:extLst>
              </p14:cNvPr>
              <p14:cNvContentPartPr/>
              <p14:nvPr/>
            </p14:nvContentPartPr>
            <p14:xfrm>
              <a:off x="6963787" y="2247267"/>
              <a:ext cx="1284480" cy="189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9BAA3EC-0BB5-91CD-3D6E-BFAC361FE62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52987" y="2236487"/>
                <a:ext cx="1305720" cy="21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394229D-1849-32CA-4A05-BDC7475EA322}"/>
                  </a:ext>
                </a:extLst>
              </p14:cNvPr>
              <p14:cNvContentPartPr/>
              <p14:nvPr/>
            </p14:nvContentPartPr>
            <p14:xfrm>
              <a:off x="7175467" y="1851267"/>
              <a:ext cx="853920" cy="2318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394229D-1849-32CA-4A05-BDC7475EA3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64667" y="1840450"/>
                <a:ext cx="875160" cy="2531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683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D9176A0-993B-0351-502C-A159D7721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Toy Example </a:t>
            </a:r>
            <a:r>
              <a:rPr lang="en-US" dirty="0">
                <a:highlight>
                  <a:srgbClr val="FFFF00"/>
                </a:highlight>
              </a:rPr>
              <a:t>(non-examinable)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76981B-E1C4-A937-F0BD-119C8832E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330552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AU" altLang="en-US" sz="2800" dirty="0"/>
              <a:t>To encrypt a message X = 3 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AU" altLang="en-US" sz="2400" dirty="0"/>
              <a:t>			</a:t>
            </a:r>
            <a:br>
              <a:rPr lang="en-AU" altLang="en-US" sz="2400" dirty="0"/>
            </a:br>
            <a:r>
              <a:rPr lang="en-AU" altLang="en-US" sz="2400" dirty="0"/>
              <a:t>	</a:t>
            </a:r>
            <a:r>
              <a:rPr lang="en-AU" altLang="en-US" sz="2800" dirty="0"/>
              <a:t>Y = X</a:t>
            </a:r>
            <a:r>
              <a:rPr lang="en-AU" altLang="en-US" sz="2800" baseline="30000" dirty="0"/>
              <a:t>e</a:t>
            </a:r>
            <a:r>
              <a:rPr lang="en-AU" altLang="en-US" sz="2800" dirty="0"/>
              <a:t> mod n = 3</a:t>
            </a:r>
            <a:r>
              <a:rPr lang="en-AU" altLang="en-US" sz="2800" baseline="30000" dirty="0"/>
              <a:t>37 </a:t>
            </a:r>
            <a:r>
              <a:rPr lang="en-AU" altLang="en-US" sz="2800" dirty="0"/>
              <a:t>mod 143 = 42 </a:t>
            </a:r>
            <a:endParaRPr lang="en-AU" altLang="en-US" sz="2400" dirty="0"/>
          </a:p>
          <a:p>
            <a:pPr>
              <a:lnSpc>
                <a:spcPct val="80000"/>
              </a:lnSpc>
              <a:defRPr/>
            </a:pPr>
            <a:endParaRPr lang="en-AU" altLang="en-US" sz="2400" dirty="0"/>
          </a:p>
          <a:p>
            <a:pPr>
              <a:lnSpc>
                <a:spcPct val="80000"/>
              </a:lnSpc>
              <a:defRPr/>
            </a:pPr>
            <a:r>
              <a:rPr lang="en-AU" altLang="en-US" sz="2800" dirty="0"/>
              <a:t>To decrypt a ciphertext Y = 42</a:t>
            </a:r>
            <a:r>
              <a:rPr lang="en-AU" altLang="en-US" sz="2400" dirty="0"/>
              <a:t>		</a:t>
            </a:r>
            <a:br>
              <a:rPr lang="en-AU" altLang="en-US" sz="2400" dirty="0"/>
            </a:br>
            <a:r>
              <a:rPr lang="en-AU" altLang="en-US" sz="2400" dirty="0"/>
              <a:t>		</a:t>
            </a:r>
            <a:br>
              <a:rPr lang="en-AU" altLang="en-US" sz="2400" dirty="0"/>
            </a:br>
            <a:r>
              <a:rPr lang="en-AU" altLang="en-US" sz="2400" dirty="0"/>
              <a:t>	</a:t>
            </a:r>
            <a:r>
              <a:rPr lang="en-AU" altLang="en-US" sz="2800" dirty="0"/>
              <a:t>X = Y</a:t>
            </a:r>
            <a:r>
              <a:rPr lang="en-AU" altLang="en-US" sz="2800" baseline="30000" dirty="0"/>
              <a:t>d</a:t>
            </a:r>
            <a:r>
              <a:rPr lang="en-AU" altLang="en-US" sz="2800" dirty="0"/>
              <a:t> mod n = 42</a:t>
            </a:r>
            <a:r>
              <a:rPr lang="en-AU" altLang="en-US" sz="2800" baseline="30000" dirty="0"/>
              <a:t>13</a:t>
            </a:r>
            <a:r>
              <a:rPr lang="en-AU" altLang="en-US" sz="2800" dirty="0"/>
              <a:t> mod 143 = 3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22C2B-A87D-AB24-1943-3E72AA68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48E544-E4F3-48D3-8B72-EE1FAF9CDE1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0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Textbook RSA is Deterministic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5D494A-1D0F-33D9-9E13-109BBBF85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9" y="1068499"/>
            <a:ext cx="10840451" cy="52790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en-US" dirty="0">
                <a:highlight>
                  <a:srgbClr val="FFFF00"/>
                </a:highlight>
              </a:rPr>
              <a:t>Encryption of P: </a:t>
            </a:r>
            <a:r>
              <a:rPr lang="en-US" altLang="en-US" dirty="0">
                <a:solidFill>
                  <a:srgbClr val="CC0000"/>
                </a:solidFill>
                <a:highlight>
                  <a:srgbClr val="FFFF00"/>
                </a:highlight>
              </a:rPr>
              <a:t>C=P</a:t>
            </a:r>
            <a:r>
              <a:rPr lang="en-US" altLang="en-US" baseline="30000" dirty="0">
                <a:solidFill>
                  <a:srgbClr val="CC0000"/>
                </a:solidFill>
                <a:highlight>
                  <a:srgbClr val="FFFF00"/>
                </a:highlight>
              </a:rPr>
              <a:t>e</a:t>
            </a:r>
            <a:r>
              <a:rPr lang="en-US" altLang="en-US" dirty="0">
                <a:solidFill>
                  <a:srgbClr val="CC0000"/>
                </a:solidFill>
                <a:highlight>
                  <a:srgbClr val="FFFF00"/>
                </a:highlight>
              </a:rPr>
              <a:t> mod n </a:t>
            </a:r>
            <a:r>
              <a:rPr lang="zh-CN" altLang="en-US" dirty="0">
                <a:solidFill>
                  <a:srgbClr val="CC0000"/>
                </a:solidFill>
                <a:highlight>
                  <a:srgbClr val="FFFF00"/>
                </a:highlight>
              </a:rPr>
              <a:t>    </a:t>
            </a:r>
            <a:r>
              <a:rPr lang="en-US" altLang="en-US" dirty="0">
                <a:highlight>
                  <a:srgbClr val="FFFF00"/>
                </a:highlight>
              </a:rPr>
              <a:t>Decryption of C: </a:t>
            </a:r>
            <a:r>
              <a:rPr lang="en-US" altLang="en-US" dirty="0">
                <a:solidFill>
                  <a:srgbClr val="CC0000"/>
                </a:solidFill>
                <a:highlight>
                  <a:srgbClr val="FFFF00"/>
                </a:highlight>
              </a:rPr>
              <a:t>P=C</a:t>
            </a:r>
            <a:r>
              <a:rPr lang="en-US" altLang="en-US" baseline="30000" dirty="0">
                <a:solidFill>
                  <a:srgbClr val="CC0000"/>
                </a:solidFill>
                <a:highlight>
                  <a:srgbClr val="FFFF00"/>
                </a:highlight>
              </a:rPr>
              <a:t>d</a:t>
            </a:r>
            <a:r>
              <a:rPr lang="en-US" altLang="en-US" dirty="0">
                <a:solidFill>
                  <a:srgbClr val="CC0000"/>
                </a:solidFill>
                <a:highlight>
                  <a:srgbClr val="FFFF00"/>
                </a:highlight>
              </a:rPr>
              <a:t> mod n</a:t>
            </a:r>
            <a:endParaRPr lang="en-US" altLang="en-US" sz="2800" dirty="0">
              <a:sym typeface="Wingdings" panose="05000000000000000000" pitchFamily="2" charset="2"/>
            </a:endParaRPr>
          </a:p>
          <a:p>
            <a:pPr marL="213800" indent="-342900"/>
            <a:endParaRPr lang="en-US" altLang="en-US" dirty="0">
              <a:latin typeface="Comic Sans MS" panose="030F0902030302020204" pitchFamily="66" charset="0"/>
              <a:sym typeface="Wingdings" panose="05000000000000000000" pitchFamily="2" charset="2"/>
            </a:endParaRPr>
          </a:p>
          <a:p>
            <a:pPr marL="213800" indent="-342900"/>
            <a:r>
              <a:rPr lang="en-US" altLang="en-US" dirty="0">
                <a:sym typeface="Wingdings" panose="05000000000000000000" pitchFamily="2" charset="2"/>
              </a:rPr>
              <a:t>The above encryption is deterministic</a:t>
            </a:r>
          </a:p>
          <a:p>
            <a:pPr marL="556700" lvl="1" indent="-342900"/>
            <a:r>
              <a:rPr lang="en-US" altLang="en-US" sz="2000" dirty="0">
                <a:ea typeface="Arial Nova Light" panose="020B0304020202020204" pitchFamily="34" charset="0"/>
                <a:cs typeface="Arial Nova Light" panose="020B0304020202020204" pitchFamily="34" charset="0"/>
                <a:sym typeface="Wingdings" panose="05000000000000000000" pitchFamily="2" charset="2"/>
              </a:rPr>
              <a:t>Suppose that you know C is an encryption of a four-digit pin, can you crack C to find the pin without knowing d?</a:t>
            </a:r>
          </a:p>
          <a:p>
            <a:pPr marL="213800" lvl="1" indent="0"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pPr marL="213800" indent="-342900"/>
            <a:r>
              <a:rPr lang="en-US" altLang="en-US" dirty="0">
                <a:sym typeface="Wingdings" panose="05000000000000000000" pitchFamily="2" charset="2"/>
              </a:rPr>
              <a:t>Public key encryption must resist </a:t>
            </a:r>
            <a:r>
              <a:rPr lang="en-US" altLang="zh-CN" dirty="0">
                <a:sym typeface="Wingdings" panose="05000000000000000000" pitchFamily="2" charset="2"/>
              </a:rPr>
              <a:t>chosen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r>
              <a:rPr lang="en-US" altLang="zh-CN" dirty="0">
                <a:sym typeface="Wingdings" panose="05000000000000000000" pitchFamily="2" charset="2"/>
              </a:rPr>
              <a:t>plaintext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r>
              <a:rPr lang="en-US" altLang="zh-CN" dirty="0">
                <a:sym typeface="Wingdings" panose="05000000000000000000" pitchFamily="2" charset="2"/>
              </a:rPr>
              <a:t>attacks, why?</a:t>
            </a:r>
            <a:endParaRPr lang="en-US" altLang="en-US" dirty="0">
              <a:sym typeface="Wingdings" panose="05000000000000000000" pitchFamily="2" charset="2"/>
            </a:endParaRPr>
          </a:p>
          <a:p>
            <a:pPr marL="658300" lvl="2" indent="-342900"/>
            <a:r>
              <a:rPr lang="en-US" altLang="en-US" dirty="0">
                <a:sym typeface="Wingdings" panose="05000000000000000000" pitchFamily="2" charset="2"/>
              </a:rPr>
              <a:t>Because the attacker can perform encryption for any message using the known public key! </a:t>
            </a:r>
            <a:endParaRPr lang="en-US" altLang="en-US" dirty="0">
              <a:latin typeface="Comic Sans MS" panose="030F0902030302020204" pitchFamily="66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1174906-BC86-B78D-A607-F9A3FA286335}"/>
                  </a:ext>
                </a:extLst>
              </p14:cNvPr>
              <p14:cNvContentPartPr/>
              <p14:nvPr/>
            </p14:nvContentPartPr>
            <p14:xfrm>
              <a:off x="4889467" y="4451547"/>
              <a:ext cx="2109600" cy="441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1174906-BC86-B78D-A607-F9A3FA2863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78669" y="4441107"/>
                <a:ext cx="2130836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EC056D8-C00D-2CF4-13CE-E063CDA6C1F0}"/>
                  </a:ext>
                </a:extLst>
              </p14:cNvPr>
              <p14:cNvContentPartPr/>
              <p14:nvPr/>
            </p14:nvContentPartPr>
            <p14:xfrm>
              <a:off x="3725227" y="4560627"/>
              <a:ext cx="903240" cy="387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EC056D8-C00D-2CF4-13CE-E063CDA6C1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4431" y="4549837"/>
                <a:ext cx="924472" cy="408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0977013-6424-1866-2229-EFFA9C009122}"/>
                  </a:ext>
                </a:extLst>
              </p14:cNvPr>
              <p14:cNvContentPartPr/>
              <p14:nvPr/>
            </p14:nvContentPartPr>
            <p14:xfrm>
              <a:off x="2999827" y="4638027"/>
              <a:ext cx="422280" cy="261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0977013-6424-1866-2229-EFFA9C0091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89387" y="4627573"/>
                <a:ext cx="443520" cy="282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EA51026-2856-CC8E-A063-26DBCDDB99A6}"/>
                  </a:ext>
                </a:extLst>
              </p14:cNvPr>
              <p14:cNvContentPartPr/>
              <p14:nvPr/>
            </p14:nvContentPartPr>
            <p14:xfrm>
              <a:off x="5235787" y="5004867"/>
              <a:ext cx="1509480" cy="765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EA51026-2856-CC8E-A063-26DBCDDB99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25347" y="4994427"/>
                <a:ext cx="1530720" cy="78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EDE3ABE-C006-D07D-72E7-E40486010C21}"/>
                  </a:ext>
                </a:extLst>
              </p14:cNvPr>
              <p14:cNvContentPartPr/>
              <p14:nvPr/>
            </p14:nvContentPartPr>
            <p14:xfrm>
              <a:off x="4240387" y="5105307"/>
              <a:ext cx="698760" cy="3366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EDE3ABE-C006-D07D-72E7-E40486010C2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29587" y="5094867"/>
                <a:ext cx="7200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241" name="Ink 10240">
                <a:extLst>
                  <a:ext uri="{FF2B5EF4-FFF2-40B4-BE49-F238E27FC236}">
                    <a16:creationId xmlns:a16="http://schemas.microsoft.com/office/drawing/2014/main" id="{6D7E3311-EE9F-4CDD-73B8-026CF1A60BBE}"/>
                  </a:ext>
                </a:extLst>
              </p14:cNvPr>
              <p14:cNvContentPartPr/>
              <p14:nvPr/>
            </p14:nvContentPartPr>
            <p14:xfrm>
              <a:off x="8314802" y="4500579"/>
              <a:ext cx="1393560" cy="545760"/>
            </p14:xfrm>
          </p:contentPart>
        </mc:Choice>
        <mc:Fallback xmlns="">
          <p:pic>
            <p:nvPicPr>
              <p:cNvPr id="10241" name="Ink 10240">
                <a:extLst>
                  <a:ext uri="{FF2B5EF4-FFF2-40B4-BE49-F238E27FC236}">
                    <a16:creationId xmlns:a16="http://schemas.microsoft.com/office/drawing/2014/main" id="{6D7E3311-EE9F-4CDD-73B8-026CF1A60BB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04005" y="4490139"/>
                <a:ext cx="1414795" cy="56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254" name="Ink 10253">
                <a:extLst>
                  <a:ext uri="{FF2B5EF4-FFF2-40B4-BE49-F238E27FC236}">
                    <a16:creationId xmlns:a16="http://schemas.microsoft.com/office/drawing/2014/main" id="{03C80B92-CAE0-4770-EC01-C9670ABA09F2}"/>
                  </a:ext>
                </a:extLst>
              </p14:cNvPr>
              <p14:cNvContentPartPr/>
              <p14:nvPr/>
            </p14:nvContentPartPr>
            <p14:xfrm>
              <a:off x="9102482" y="4848699"/>
              <a:ext cx="1172160" cy="446400"/>
            </p14:xfrm>
          </p:contentPart>
        </mc:Choice>
        <mc:Fallback xmlns="">
          <p:pic>
            <p:nvPicPr>
              <p:cNvPr id="10254" name="Ink 10253">
                <a:extLst>
                  <a:ext uri="{FF2B5EF4-FFF2-40B4-BE49-F238E27FC236}">
                    <a16:creationId xmlns:a16="http://schemas.microsoft.com/office/drawing/2014/main" id="{03C80B92-CAE0-4770-EC01-C9670ABA09F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92042" y="4837908"/>
                <a:ext cx="1193400" cy="467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289" name="Ink 10288">
                <a:extLst>
                  <a:ext uri="{FF2B5EF4-FFF2-40B4-BE49-F238E27FC236}">
                    <a16:creationId xmlns:a16="http://schemas.microsoft.com/office/drawing/2014/main" id="{4CBF3285-CBD7-1084-8843-220E1784322B}"/>
                  </a:ext>
                </a:extLst>
              </p14:cNvPr>
              <p14:cNvContentPartPr/>
              <p14:nvPr/>
            </p14:nvContentPartPr>
            <p14:xfrm>
              <a:off x="7114922" y="1589619"/>
              <a:ext cx="2109240" cy="826200"/>
            </p14:xfrm>
          </p:contentPart>
        </mc:Choice>
        <mc:Fallback xmlns="">
          <p:pic>
            <p:nvPicPr>
              <p:cNvPr id="10289" name="Ink 10288">
                <a:extLst>
                  <a:ext uri="{FF2B5EF4-FFF2-40B4-BE49-F238E27FC236}">
                    <a16:creationId xmlns:a16="http://schemas.microsoft.com/office/drawing/2014/main" id="{4CBF3285-CBD7-1084-8843-220E1784322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04122" y="1578819"/>
                <a:ext cx="2130480" cy="84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313" name="Ink 10312">
                <a:extLst>
                  <a:ext uri="{FF2B5EF4-FFF2-40B4-BE49-F238E27FC236}">
                    <a16:creationId xmlns:a16="http://schemas.microsoft.com/office/drawing/2014/main" id="{DA34DCD4-9C19-0F37-796C-6E1D6D1B42E8}"/>
                  </a:ext>
                </a:extLst>
              </p14:cNvPr>
              <p14:cNvContentPartPr/>
              <p14:nvPr/>
            </p14:nvContentPartPr>
            <p14:xfrm>
              <a:off x="9266642" y="2209899"/>
              <a:ext cx="1783800" cy="226080"/>
            </p14:xfrm>
          </p:contentPart>
        </mc:Choice>
        <mc:Fallback xmlns="">
          <p:pic>
            <p:nvPicPr>
              <p:cNvPr id="10313" name="Ink 10312">
                <a:extLst>
                  <a:ext uri="{FF2B5EF4-FFF2-40B4-BE49-F238E27FC236}">
                    <a16:creationId xmlns:a16="http://schemas.microsoft.com/office/drawing/2014/main" id="{DA34DCD4-9C19-0F37-796C-6E1D6D1B42E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255842" y="2199099"/>
                <a:ext cx="180504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322" name="Ink 10321">
                <a:extLst>
                  <a:ext uri="{FF2B5EF4-FFF2-40B4-BE49-F238E27FC236}">
                    <a16:creationId xmlns:a16="http://schemas.microsoft.com/office/drawing/2014/main" id="{6304C0C9-60AF-0581-99D6-54AFF81BCC31}"/>
                  </a:ext>
                </a:extLst>
              </p14:cNvPr>
              <p14:cNvContentPartPr/>
              <p14:nvPr/>
            </p14:nvContentPartPr>
            <p14:xfrm>
              <a:off x="8412134" y="2820098"/>
              <a:ext cx="491040" cy="222480"/>
            </p14:xfrm>
          </p:contentPart>
        </mc:Choice>
        <mc:Fallback xmlns="">
          <p:pic>
            <p:nvPicPr>
              <p:cNvPr id="10322" name="Ink 10321">
                <a:extLst>
                  <a:ext uri="{FF2B5EF4-FFF2-40B4-BE49-F238E27FC236}">
                    <a16:creationId xmlns:a16="http://schemas.microsoft.com/office/drawing/2014/main" id="{6304C0C9-60AF-0581-99D6-54AFF81BCC3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401334" y="2809315"/>
                <a:ext cx="512280" cy="2436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323" name="Ink 10322">
                <a:extLst>
                  <a:ext uri="{FF2B5EF4-FFF2-40B4-BE49-F238E27FC236}">
                    <a16:creationId xmlns:a16="http://schemas.microsoft.com/office/drawing/2014/main" id="{F75E0770-5B70-7752-C390-74147A1AA8CC}"/>
                  </a:ext>
                </a:extLst>
              </p14:cNvPr>
              <p14:cNvContentPartPr/>
              <p14:nvPr/>
            </p14:nvContentPartPr>
            <p14:xfrm>
              <a:off x="8049974" y="2750258"/>
              <a:ext cx="223560" cy="237960"/>
            </p14:xfrm>
          </p:contentPart>
        </mc:Choice>
        <mc:Fallback xmlns="">
          <p:pic>
            <p:nvPicPr>
              <p:cNvPr id="10323" name="Ink 10322">
                <a:extLst>
                  <a:ext uri="{FF2B5EF4-FFF2-40B4-BE49-F238E27FC236}">
                    <a16:creationId xmlns:a16="http://schemas.microsoft.com/office/drawing/2014/main" id="{F75E0770-5B70-7752-C390-74147A1AA8C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039517" y="2739818"/>
                <a:ext cx="244834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338" name="Ink 10337">
                <a:extLst>
                  <a:ext uri="{FF2B5EF4-FFF2-40B4-BE49-F238E27FC236}">
                    <a16:creationId xmlns:a16="http://schemas.microsoft.com/office/drawing/2014/main" id="{3AFBEDCA-A10E-A4F0-807A-638932F07C37}"/>
                  </a:ext>
                </a:extLst>
              </p14:cNvPr>
              <p14:cNvContentPartPr/>
              <p14:nvPr/>
            </p14:nvContentPartPr>
            <p14:xfrm>
              <a:off x="9070574" y="2737298"/>
              <a:ext cx="1794240" cy="271800"/>
            </p14:xfrm>
          </p:contentPart>
        </mc:Choice>
        <mc:Fallback xmlns="">
          <p:pic>
            <p:nvPicPr>
              <p:cNvPr id="10338" name="Ink 10337">
                <a:extLst>
                  <a:ext uri="{FF2B5EF4-FFF2-40B4-BE49-F238E27FC236}">
                    <a16:creationId xmlns:a16="http://schemas.microsoft.com/office/drawing/2014/main" id="{3AFBEDCA-A10E-A4F0-807A-638932F07C3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059776" y="2726512"/>
                <a:ext cx="1815476" cy="2930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372" name="Ink 10371">
                <a:extLst>
                  <a:ext uri="{FF2B5EF4-FFF2-40B4-BE49-F238E27FC236}">
                    <a16:creationId xmlns:a16="http://schemas.microsoft.com/office/drawing/2014/main" id="{E99DC5D0-E602-7201-80DB-1A4850006E5E}"/>
                  </a:ext>
                </a:extLst>
              </p14:cNvPr>
              <p14:cNvContentPartPr/>
              <p14:nvPr/>
            </p14:nvContentPartPr>
            <p14:xfrm>
              <a:off x="6974324" y="204398"/>
              <a:ext cx="1416240" cy="695880"/>
            </p14:xfrm>
          </p:contentPart>
        </mc:Choice>
        <mc:Fallback xmlns="">
          <p:pic>
            <p:nvPicPr>
              <p:cNvPr id="10372" name="Ink 10371">
                <a:extLst>
                  <a:ext uri="{FF2B5EF4-FFF2-40B4-BE49-F238E27FC236}">
                    <a16:creationId xmlns:a16="http://schemas.microsoft.com/office/drawing/2014/main" id="{E99DC5D0-E602-7201-80DB-1A4850006E5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963881" y="193598"/>
                <a:ext cx="1437485" cy="71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00" name="Ink 10399">
                <a:extLst>
                  <a:ext uri="{FF2B5EF4-FFF2-40B4-BE49-F238E27FC236}">
                    <a16:creationId xmlns:a16="http://schemas.microsoft.com/office/drawing/2014/main" id="{641B1C1F-DC1D-6A98-6F91-1B768F9A4B75}"/>
                  </a:ext>
                </a:extLst>
              </p14:cNvPr>
              <p14:cNvContentPartPr/>
              <p14:nvPr/>
            </p14:nvContentPartPr>
            <p14:xfrm>
              <a:off x="8502884" y="904598"/>
              <a:ext cx="2432160" cy="538920"/>
            </p14:xfrm>
          </p:contentPart>
        </mc:Choice>
        <mc:Fallback xmlns="">
          <p:pic>
            <p:nvPicPr>
              <p:cNvPr id="10400" name="Ink 10399">
                <a:extLst>
                  <a:ext uri="{FF2B5EF4-FFF2-40B4-BE49-F238E27FC236}">
                    <a16:creationId xmlns:a16="http://schemas.microsoft.com/office/drawing/2014/main" id="{641B1C1F-DC1D-6A98-6F91-1B768F9A4B7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92086" y="893798"/>
                <a:ext cx="2453397" cy="5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13" name="Ink 10412">
                <a:extLst>
                  <a:ext uri="{FF2B5EF4-FFF2-40B4-BE49-F238E27FC236}">
                    <a16:creationId xmlns:a16="http://schemas.microsoft.com/office/drawing/2014/main" id="{3F0070F0-1924-28F9-7F40-EA5CDCC3D21B}"/>
                  </a:ext>
                </a:extLst>
              </p14:cNvPr>
              <p14:cNvContentPartPr/>
              <p14:nvPr/>
            </p14:nvContentPartPr>
            <p14:xfrm>
              <a:off x="10393604" y="1546118"/>
              <a:ext cx="529200" cy="210960"/>
            </p14:xfrm>
          </p:contentPart>
        </mc:Choice>
        <mc:Fallback xmlns="">
          <p:pic>
            <p:nvPicPr>
              <p:cNvPr id="10413" name="Ink 10412">
                <a:extLst>
                  <a:ext uri="{FF2B5EF4-FFF2-40B4-BE49-F238E27FC236}">
                    <a16:creationId xmlns:a16="http://schemas.microsoft.com/office/drawing/2014/main" id="{3F0070F0-1924-28F9-7F40-EA5CDCC3D21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382811" y="1535336"/>
                <a:ext cx="550426" cy="232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14" name="Ink 10413">
                <a:extLst>
                  <a:ext uri="{FF2B5EF4-FFF2-40B4-BE49-F238E27FC236}">
                    <a16:creationId xmlns:a16="http://schemas.microsoft.com/office/drawing/2014/main" id="{5E47BD8A-956C-76A7-0A7B-920FF4C346FA}"/>
                  </a:ext>
                </a:extLst>
              </p14:cNvPr>
              <p14:cNvContentPartPr/>
              <p14:nvPr/>
            </p14:nvContentPartPr>
            <p14:xfrm>
              <a:off x="10798604" y="1255598"/>
              <a:ext cx="73080" cy="127440"/>
            </p14:xfrm>
          </p:contentPart>
        </mc:Choice>
        <mc:Fallback xmlns="">
          <p:pic>
            <p:nvPicPr>
              <p:cNvPr id="10414" name="Ink 10413">
                <a:extLst>
                  <a:ext uri="{FF2B5EF4-FFF2-40B4-BE49-F238E27FC236}">
                    <a16:creationId xmlns:a16="http://schemas.microsoft.com/office/drawing/2014/main" id="{5E47BD8A-956C-76A7-0A7B-920FF4C346F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788164" y="1244798"/>
                <a:ext cx="9432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15" name="Ink 10414">
                <a:extLst>
                  <a:ext uri="{FF2B5EF4-FFF2-40B4-BE49-F238E27FC236}">
                    <a16:creationId xmlns:a16="http://schemas.microsoft.com/office/drawing/2014/main" id="{2B22070B-6ECC-28D8-C82F-A8DFDDB7AA14}"/>
                  </a:ext>
                </a:extLst>
              </p14:cNvPr>
              <p14:cNvContentPartPr/>
              <p14:nvPr/>
            </p14:nvContentPartPr>
            <p14:xfrm>
              <a:off x="10580804" y="1282598"/>
              <a:ext cx="109080" cy="112320"/>
            </p14:xfrm>
          </p:contentPart>
        </mc:Choice>
        <mc:Fallback xmlns="">
          <p:pic>
            <p:nvPicPr>
              <p:cNvPr id="10415" name="Ink 10414">
                <a:extLst>
                  <a:ext uri="{FF2B5EF4-FFF2-40B4-BE49-F238E27FC236}">
                    <a16:creationId xmlns:a16="http://schemas.microsoft.com/office/drawing/2014/main" id="{2B22070B-6ECC-28D8-C82F-A8DFDDB7AA1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570040" y="1272158"/>
                <a:ext cx="13025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34" name="Ink 10433">
                <a:extLst>
                  <a:ext uri="{FF2B5EF4-FFF2-40B4-BE49-F238E27FC236}">
                    <a16:creationId xmlns:a16="http://schemas.microsoft.com/office/drawing/2014/main" id="{BAF95200-7B12-0A64-290C-95BB7D707BB6}"/>
                  </a:ext>
                </a:extLst>
              </p14:cNvPr>
              <p14:cNvContentPartPr/>
              <p14:nvPr/>
            </p14:nvContentPartPr>
            <p14:xfrm>
              <a:off x="4399851" y="1906497"/>
              <a:ext cx="101160" cy="101160"/>
            </p14:xfrm>
          </p:contentPart>
        </mc:Choice>
        <mc:Fallback xmlns="">
          <p:pic>
            <p:nvPicPr>
              <p:cNvPr id="10434" name="Ink 10433">
                <a:extLst>
                  <a:ext uri="{FF2B5EF4-FFF2-40B4-BE49-F238E27FC236}">
                    <a16:creationId xmlns:a16="http://schemas.microsoft.com/office/drawing/2014/main" id="{BAF95200-7B12-0A64-290C-95BB7D707BB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389051" y="1896057"/>
                <a:ext cx="12240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35" name="Ink 10434">
                <a:extLst>
                  <a:ext uri="{FF2B5EF4-FFF2-40B4-BE49-F238E27FC236}">
                    <a16:creationId xmlns:a16="http://schemas.microsoft.com/office/drawing/2014/main" id="{6E0CE8FB-3047-2006-AF98-EBCFF2E29DD5}"/>
                  </a:ext>
                </a:extLst>
              </p14:cNvPr>
              <p14:cNvContentPartPr/>
              <p14:nvPr/>
            </p14:nvContentPartPr>
            <p14:xfrm>
              <a:off x="7407234" y="3213697"/>
              <a:ext cx="706680" cy="354960"/>
            </p14:xfrm>
          </p:contentPart>
        </mc:Choice>
        <mc:Fallback xmlns="">
          <p:pic>
            <p:nvPicPr>
              <p:cNvPr id="10435" name="Ink 10434">
                <a:extLst>
                  <a:ext uri="{FF2B5EF4-FFF2-40B4-BE49-F238E27FC236}">
                    <a16:creationId xmlns:a16="http://schemas.microsoft.com/office/drawing/2014/main" id="{6E0CE8FB-3047-2006-AF98-EBCFF2E29DD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396794" y="3203268"/>
                <a:ext cx="727920" cy="3761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36" name="Ink 10435">
                <a:extLst>
                  <a:ext uri="{FF2B5EF4-FFF2-40B4-BE49-F238E27FC236}">
                    <a16:creationId xmlns:a16="http://schemas.microsoft.com/office/drawing/2014/main" id="{141409B9-4BF9-A078-16B8-3932C73836B8}"/>
                  </a:ext>
                </a:extLst>
              </p14:cNvPr>
              <p14:cNvContentPartPr/>
              <p14:nvPr/>
            </p14:nvContentPartPr>
            <p14:xfrm>
              <a:off x="6726474" y="3200017"/>
              <a:ext cx="550080" cy="311040"/>
            </p14:xfrm>
          </p:contentPart>
        </mc:Choice>
        <mc:Fallback xmlns="">
          <p:pic>
            <p:nvPicPr>
              <p:cNvPr id="10436" name="Ink 10435">
                <a:extLst>
                  <a:ext uri="{FF2B5EF4-FFF2-40B4-BE49-F238E27FC236}">
                    <a16:creationId xmlns:a16="http://schemas.microsoft.com/office/drawing/2014/main" id="{141409B9-4BF9-A078-16B8-3932C73836B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715674" y="3189577"/>
                <a:ext cx="57132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37" name="Ink 10436">
                <a:extLst>
                  <a:ext uri="{FF2B5EF4-FFF2-40B4-BE49-F238E27FC236}">
                    <a16:creationId xmlns:a16="http://schemas.microsoft.com/office/drawing/2014/main" id="{4130D623-1B90-970F-CBC8-2121C8158150}"/>
                  </a:ext>
                </a:extLst>
              </p14:cNvPr>
              <p14:cNvContentPartPr/>
              <p14:nvPr/>
            </p14:nvContentPartPr>
            <p14:xfrm>
              <a:off x="6360354" y="3211537"/>
              <a:ext cx="239400" cy="175680"/>
            </p14:xfrm>
          </p:contentPart>
        </mc:Choice>
        <mc:Fallback xmlns="">
          <p:pic>
            <p:nvPicPr>
              <p:cNvPr id="10437" name="Ink 10436">
                <a:extLst>
                  <a:ext uri="{FF2B5EF4-FFF2-40B4-BE49-F238E27FC236}">
                    <a16:creationId xmlns:a16="http://schemas.microsoft.com/office/drawing/2014/main" id="{4130D623-1B90-970F-CBC8-2121C815815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349914" y="3201097"/>
                <a:ext cx="2606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70" name="Ink 10469">
                <a:extLst>
                  <a:ext uri="{FF2B5EF4-FFF2-40B4-BE49-F238E27FC236}">
                    <a16:creationId xmlns:a16="http://schemas.microsoft.com/office/drawing/2014/main" id="{DAC58FA5-919A-7C83-933B-2229F14E7341}"/>
                  </a:ext>
                </a:extLst>
              </p14:cNvPr>
              <p14:cNvContentPartPr/>
              <p14:nvPr/>
            </p14:nvContentPartPr>
            <p14:xfrm>
              <a:off x="164160" y="5157925"/>
              <a:ext cx="1316160" cy="706680"/>
            </p14:xfrm>
          </p:contentPart>
        </mc:Choice>
        <mc:Fallback xmlns="">
          <p:pic>
            <p:nvPicPr>
              <p:cNvPr id="10470" name="Ink 10469">
                <a:extLst>
                  <a:ext uri="{FF2B5EF4-FFF2-40B4-BE49-F238E27FC236}">
                    <a16:creationId xmlns:a16="http://schemas.microsoft.com/office/drawing/2014/main" id="{DAC58FA5-919A-7C83-933B-2229F14E734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53717" y="5147485"/>
                <a:ext cx="1337406" cy="72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4" name="Ink 10493">
                <a:extLst>
                  <a:ext uri="{FF2B5EF4-FFF2-40B4-BE49-F238E27FC236}">
                    <a16:creationId xmlns:a16="http://schemas.microsoft.com/office/drawing/2014/main" id="{A599CC33-1162-1892-3620-774B49E63F91}"/>
                  </a:ext>
                </a:extLst>
              </p14:cNvPr>
              <p14:cNvContentPartPr/>
              <p14:nvPr/>
            </p14:nvContentPartPr>
            <p14:xfrm>
              <a:off x="729720" y="5681846"/>
              <a:ext cx="1230480" cy="496440"/>
            </p14:xfrm>
          </p:contentPart>
        </mc:Choice>
        <mc:Fallback xmlns="">
          <p:pic>
            <p:nvPicPr>
              <p:cNvPr id="10494" name="Ink 10493">
                <a:extLst>
                  <a:ext uri="{FF2B5EF4-FFF2-40B4-BE49-F238E27FC236}">
                    <a16:creationId xmlns:a16="http://schemas.microsoft.com/office/drawing/2014/main" id="{A599CC33-1162-1892-3620-774B49E63F9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18917" y="5671406"/>
                <a:ext cx="1251726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0" name="Ink 10499">
                <a:extLst>
                  <a:ext uri="{FF2B5EF4-FFF2-40B4-BE49-F238E27FC236}">
                    <a16:creationId xmlns:a16="http://schemas.microsoft.com/office/drawing/2014/main" id="{ADB1A6AE-90C0-A036-21AB-25DBAE8022B4}"/>
                  </a:ext>
                </a:extLst>
              </p14:cNvPr>
              <p14:cNvContentPartPr/>
              <p14:nvPr/>
            </p14:nvContentPartPr>
            <p14:xfrm>
              <a:off x="834120" y="6212914"/>
              <a:ext cx="488880" cy="192240"/>
            </p14:xfrm>
          </p:contentPart>
        </mc:Choice>
        <mc:Fallback xmlns="">
          <p:pic>
            <p:nvPicPr>
              <p:cNvPr id="10500" name="Ink 10499">
                <a:extLst>
                  <a:ext uri="{FF2B5EF4-FFF2-40B4-BE49-F238E27FC236}">
                    <a16:creationId xmlns:a16="http://schemas.microsoft.com/office/drawing/2014/main" id="{ADB1A6AE-90C0-A036-21AB-25DBAE8022B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23320" y="6202474"/>
                <a:ext cx="51012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5" name="Ink 10514">
                <a:extLst>
                  <a:ext uri="{FF2B5EF4-FFF2-40B4-BE49-F238E27FC236}">
                    <a16:creationId xmlns:a16="http://schemas.microsoft.com/office/drawing/2014/main" id="{7DB83AE6-426F-8F27-91CD-E72350A02D30}"/>
                  </a:ext>
                </a:extLst>
              </p14:cNvPr>
              <p14:cNvContentPartPr/>
              <p14:nvPr/>
            </p14:nvContentPartPr>
            <p14:xfrm>
              <a:off x="1422236" y="6153758"/>
              <a:ext cx="678600" cy="224640"/>
            </p14:xfrm>
          </p:contentPart>
        </mc:Choice>
        <mc:Fallback xmlns="">
          <p:pic>
            <p:nvPicPr>
              <p:cNvPr id="10515" name="Ink 10514">
                <a:extLst>
                  <a:ext uri="{FF2B5EF4-FFF2-40B4-BE49-F238E27FC236}">
                    <a16:creationId xmlns:a16="http://schemas.microsoft.com/office/drawing/2014/main" id="{7DB83AE6-426F-8F27-91CD-E72350A02D3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411802" y="6143318"/>
                <a:ext cx="699829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48" name="Ink 10547">
                <a:extLst>
                  <a:ext uri="{FF2B5EF4-FFF2-40B4-BE49-F238E27FC236}">
                    <a16:creationId xmlns:a16="http://schemas.microsoft.com/office/drawing/2014/main" id="{AE724670-1D5C-E1E5-6C62-3D00E0FF67F1}"/>
                  </a:ext>
                </a:extLst>
              </p14:cNvPr>
              <p14:cNvContentPartPr/>
              <p14:nvPr/>
            </p14:nvContentPartPr>
            <p14:xfrm>
              <a:off x="1488116" y="4970078"/>
              <a:ext cx="1764360" cy="784800"/>
            </p14:xfrm>
          </p:contentPart>
        </mc:Choice>
        <mc:Fallback xmlns="">
          <p:pic>
            <p:nvPicPr>
              <p:cNvPr id="10548" name="Ink 10547">
                <a:extLst>
                  <a:ext uri="{FF2B5EF4-FFF2-40B4-BE49-F238E27FC236}">
                    <a16:creationId xmlns:a16="http://schemas.microsoft.com/office/drawing/2014/main" id="{AE724670-1D5C-E1E5-6C62-3D00E0FF67F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477318" y="4959638"/>
                <a:ext cx="1785596" cy="80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95" name="Ink 10594">
                <a:extLst>
                  <a:ext uri="{FF2B5EF4-FFF2-40B4-BE49-F238E27FC236}">
                    <a16:creationId xmlns:a16="http://schemas.microsoft.com/office/drawing/2014/main" id="{A343CC89-0956-7016-C341-7AB92EBE9905}"/>
                  </a:ext>
                </a:extLst>
              </p14:cNvPr>
              <p14:cNvContentPartPr/>
              <p14:nvPr/>
            </p14:nvContentPartPr>
            <p14:xfrm>
              <a:off x="2141640" y="5987142"/>
              <a:ext cx="1872000" cy="839520"/>
            </p14:xfrm>
          </p:contentPart>
        </mc:Choice>
        <mc:Fallback xmlns="">
          <p:pic>
            <p:nvPicPr>
              <p:cNvPr id="10595" name="Ink 10594">
                <a:extLst>
                  <a:ext uri="{FF2B5EF4-FFF2-40B4-BE49-F238E27FC236}">
                    <a16:creationId xmlns:a16="http://schemas.microsoft.com/office/drawing/2014/main" id="{A343CC89-0956-7016-C341-7AB92EBE990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131198" y="5976342"/>
                <a:ext cx="1893244" cy="86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612" name="Ink 10611">
                <a:extLst>
                  <a:ext uri="{FF2B5EF4-FFF2-40B4-BE49-F238E27FC236}">
                    <a16:creationId xmlns:a16="http://schemas.microsoft.com/office/drawing/2014/main" id="{7841D8D1-7BA6-217C-8B29-D0FC6367FEE3}"/>
                  </a:ext>
                </a:extLst>
              </p14:cNvPr>
              <p14:cNvContentPartPr/>
              <p14:nvPr/>
            </p14:nvContentPartPr>
            <p14:xfrm>
              <a:off x="3221640" y="5917302"/>
              <a:ext cx="769320" cy="301320"/>
            </p14:xfrm>
          </p:contentPart>
        </mc:Choice>
        <mc:Fallback xmlns="">
          <p:pic>
            <p:nvPicPr>
              <p:cNvPr id="10612" name="Ink 10611">
                <a:extLst>
                  <a:ext uri="{FF2B5EF4-FFF2-40B4-BE49-F238E27FC236}">
                    <a16:creationId xmlns:a16="http://schemas.microsoft.com/office/drawing/2014/main" id="{7841D8D1-7BA6-217C-8B29-D0FC6367FEE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210835" y="5906862"/>
                <a:ext cx="79057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626" name="Ink 10625">
                <a:extLst>
                  <a:ext uri="{FF2B5EF4-FFF2-40B4-BE49-F238E27FC236}">
                    <a16:creationId xmlns:a16="http://schemas.microsoft.com/office/drawing/2014/main" id="{9D455502-35C4-6549-5B04-0A15325FD634}"/>
                  </a:ext>
                </a:extLst>
              </p14:cNvPr>
              <p14:cNvContentPartPr/>
              <p14:nvPr/>
            </p14:nvContentPartPr>
            <p14:xfrm>
              <a:off x="3780360" y="6087942"/>
              <a:ext cx="640440" cy="160920"/>
            </p14:xfrm>
          </p:contentPart>
        </mc:Choice>
        <mc:Fallback xmlns="">
          <p:pic>
            <p:nvPicPr>
              <p:cNvPr id="10626" name="Ink 10625">
                <a:extLst>
                  <a:ext uri="{FF2B5EF4-FFF2-40B4-BE49-F238E27FC236}">
                    <a16:creationId xmlns:a16="http://schemas.microsoft.com/office/drawing/2014/main" id="{9D455502-35C4-6549-5B04-0A15325FD63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769914" y="6077502"/>
                <a:ext cx="661692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649" name="Ink 10648">
                <a:extLst>
                  <a:ext uri="{FF2B5EF4-FFF2-40B4-BE49-F238E27FC236}">
                    <a16:creationId xmlns:a16="http://schemas.microsoft.com/office/drawing/2014/main" id="{124CF0DE-9A79-8A65-259A-FD25A3D64A99}"/>
                  </a:ext>
                </a:extLst>
              </p14:cNvPr>
              <p14:cNvContentPartPr/>
              <p14:nvPr/>
            </p14:nvContentPartPr>
            <p14:xfrm>
              <a:off x="8893808" y="5867112"/>
              <a:ext cx="808920" cy="243720"/>
            </p14:xfrm>
          </p:contentPart>
        </mc:Choice>
        <mc:Fallback xmlns="">
          <p:pic>
            <p:nvPicPr>
              <p:cNvPr id="10649" name="Ink 10648">
                <a:extLst>
                  <a:ext uri="{FF2B5EF4-FFF2-40B4-BE49-F238E27FC236}">
                    <a16:creationId xmlns:a16="http://schemas.microsoft.com/office/drawing/2014/main" id="{124CF0DE-9A79-8A65-259A-FD25A3D64A9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883008" y="5856312"/>
                <a:ext cx="83016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650" name="Ink 10649">
                <a:extLst>
                  <a:ext uri="{FF2B5EF4-FFF2-40B4-BE49-F238E27FC236}">
                    <a16:creationId xmlns:a16="http://schemas.microsoft.com/office/drawing/2014/main" id="{CC07ABD9-2CEC-4161-D2D1-9B8DDF18FF8A}"/>
                  </a:ext>
                </a:extLst>
              </p14:cNvPr>
              <p14:cNvContentPartPr/>
              <p14:nvPr/>
            </p14:nvContentPartPr>
            <p14:xfrm>
              <a:off x="8150048" y="5885472"/>
              <a:ext cx="608760" cy="192240"/>
            </p14:xfrm>
          </p:contentPart>
        </mc:Choice>
        <mc:Fallback xmlns="">
          <p:pic>
            <p:nvPicPr>
              <p:cNvPr id="10650" name="Ink 10649">
                <a:extLst>
                  <a:ext uri="{FF2B5EF4-FFF2-40B4-BE49-F238E27FC236}">
                    <a16:creationId xmlns:a16="http://schemas.microsoft.com/office/drawing/2014/main" id="{CC07ABD9-2CEC-4161-D2D1-9B8DDF18FF8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139248" y="5874672"/>
                <a:ext cx="6300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695" name="Ink 10694">
                <a:extLst>
                  <a:ext uri="{FF2B5EF4-FFF2-40B4-BE49-F238E27FC236}">
                    <a16:creationId xmlns:a16="http://schemas.microsoft.com/office/drawing/2014/main" id="{7A748B73-F570-D116-6673-59156669C1DA}"/>
                  </a:ext>
                </a:extLst>
              </p14:cNvPr>
              <p14:cNvContentPartPr/>
              <p14:nvPr/>
            </p14:nvContentPartPr>
            <p14:xfrm>
              <a:off x="8191608" y="6125468"/>
              <a:ext cx="2864160" cy="466560"/>
            </p14:xfrm>
          </p:contentPart>
        </mc:Choice>
        <mc:Fallback xmlns="">
          <p:pic>
            <p:nvPicPr>
              <p:cNvPr id="10695" name="Ink 10694">
                <a:extLst>
                  <a:ext uri="{FF2B5EF4-FFF2-40B4-BE49-F238E27FC236}">
                    <a16:creationId xmlns:a16="http://schemas.microsoft.com/office/drawing/2014/main" id="{7A748B73-F570-D116-6673-59156669C1D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180808" y="6114668"/>
                <a:ext cx="288540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721" name="Ink 10720">
                <a:extLst>
                  <a:ext uri="{FF2B5EF4-FFF2-40B4-BE49-F238E27FC236}">
                    <a16:creationId xmlns:a16="http://schemas.microsoft.com/office/drawing/2014/main" id="{B8AEC650-9EF1-5940-65C9-10589AD2FE7B}"/>
                  </a:ext>
                </a:extLst>
              </p14:cNvPr>
              <p14:cNvContentPartPr/>
              <p14:nvPr/>
            </p14:nvContentPartPr>
            <p14:xfrm>
              <a:off x="4520339" y="2764049"/>
              <a:ext cx="1430280" cy="471600"/>
            </p14:xfrm>
          </p:contentPart>
        </mc:Choice>
        <mc:Fallback xmlns="">
          <p:pic>
            <p:nvPicPr>
              <p:cNvPr id="10721" name="Ink 10720">
                <a:extLst>
                  <a:ext uri="{FF2B5EF4-FFF2-40B4-BE49-F238E27FC236}">
                    <a16:creationId xmlns:a16="http://schemas.microsoft.com/office/drawing/2014/main" id="{B8AEC650-9EF1-5940-65C9-10589AD2FE7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509539" y="2753601"/>
                <a:ext cx="1451520" cy="492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722" name="Ink 10721">
                <a:extLst>
                  <a:ext uri="{FF2B5EF4-FFF2-40B4-BE49-F238E27FC236}">
                    <a16:creationId xmlns:a16="http://schemas.microsoft.com/office/drawing/2014/main" id="{59361830-8B43-96A5-010A-558854DE4F80}"/>
                  </a:ext>
                </a:extLst>
              </p14:cNvPr>
              <p14:cNvContentPartPr/>
              <p14:nvPr/>
            </p14:nvContentPartPr>
            <p14:xfrm>
              <a:off x="3793139" y="2786729"/>
              <a:ext cx="569520" cy="188640"/>
            </p14:xfrm>
          </p:contentPart>
        </mc:Choice>
        <mc:Fallback xmlns="">
          <p:pic>
            <p:nvPicPr>
              <p:cNvPr id="10722" name="Ink 10721">
                <a:extLst>
                  <a:ext uri="{FF2B5EF4-FFF2-40B4-BE49-F238E27FC236}">
                    <a16:creationId xmlns:a16="http://schemas.microsoft.com/office/drawing/2014/main" id="{59361830-8B43-96A5-010A-558854DE4F8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782339" y="2776289"/>
                <a:ext cx="5907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727" name="Ink 10726">
                <a:extLst>
                  <a:ext uri="{FF2B5EF4-FFF2-40B4-BE49-F238E27FC236}">
                    <a16:creationId xmlns:a16="http://schemas.microsoft.com/office/drawing/2014/main" id="{AD3029FF-15CC-C65B-2403-0360DC32C775}"/>
                  </a:ext>
                </a:extLst>
              </p14:cNvPr>
              <p14:cNvContentPartPr/>
              <p14:nvPr/>
            </p14:nvContentPartPr>
            <p14:xfrm>
              <a:off x="5067428" y="6234052"/>
              <a:ext cx="197640" cy="224640"/>
            </p14:xfrm>
          </p:contentPart>
        </mc:Choice>
        <mc:Fallback xmlns="">
          <p:pic>
            <p:nvPicPr>
              <p:cNvPr id="10727" name="Ink 10726">
                <a:extLst>
                  <a:ext uri="{FF2B5EF4-FFF2-40B4-BE49-F238E27FC236}">
                    <a16:creationId xmlns:a16="http://schemas.microsoft.com/office/drawing/2014/main" id="{AD3029FF-15CC-C65B-2403-0360DC32C77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056628" y="6223269"/>
                <a:ext cx="218880" cy="245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734" name="Ink 10733">
                <a:extLst>
                  <a:ext uri="{FF2B5EF4-FFF2-40B4-BE49-F238E27FC236}">
                    <a16:creationId xmlns:a16="http://schemas.microsoft.com/office/drawing/2014/main" id="{3BC76573-724E-4601-1189-B355AAFBC266}"/>
                  </a:ext>
                </a:extLst>
              </p14:cNvPr>
              <p14:cNvContentPartPr/>
              <p14:nvPr/>
            </p14:nvContentPartPr>
            <p14:xfrm>
              <a:off x="5342108" y="6254932"/>
              <a:ext cx="594360" cy="133920"/>
            </p14:xfrm>
          </p:contentPart>
        </mc:Choice>
        <mc:Fallback xmlns="">
          <p:pic>
            <p:nvPicPr>
              <p:cNvPr id="10734" name="Ink 10733">
                <a:extLst>
                  <a:ext uri="{FF2B5EF4-FFF2-40B4-BE49-F238E27FC236}">
                    <a16:creationId xmlns:a16="http://schemas.microsoft.com/office/drawing/2014/main" id="{3BC76573-724E-4601-1189-B355AAFBC266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331308" y="6244492"/>
                <a:ext cx="6156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752" name="Ink 10751">
                <a:extLst>
                  <a:ext uri="{FF2B5EF4-FFF2-40B4-BE49-F238E27FC236}">
                    <a16:creationId xmlns:a16="http://schemas.microsoft.com/office/drawing/2014/main" id="{99C472A7-8563-D72C-038F-6B00673A7169}"/>
                  </a:ext>
                </a:extLst>
              </p14:cNvPr>
              <p14:cNvContentPartPr/>
              <p14:nvPr/>
            </p14:nvContentPartPr>
            <p14:xfrm>
              <a:off x="5137535" y="6426087"/>
              <a:ext cx="1041840" cy="311040"/>
            </p14:xfrm>
          </p:contentPart>
        </mc:Choice>
        <mc:Fallback xmlns="">
          <p:pic>
            <p:nvPicPr>
              <p:cNvPr id="10752" name="Ink 10751">
                <a:extLst>
                  <a:ext uri="{FF2B5EF4-FFF2-40B4-BE49-F238E27FC236}">
                    <a16:creationId xmlns:a16="http://schemas.microsoft.com/office/drawing/2014/main" id="{99C472A7-8563-D72C-038F-6B00673A716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127095" y="6415287"/>
                <a:ext cx="1063080" cy="33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653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C53C-BF04-1D4E-18AF-16A1AF439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Randomized RSA via Padding </a:t>
            </a:r>
            <a:r>
              <a:rPr lang="en-US" dirty="0">
                <a:highlight>
                  <a:srgbClr val="FFFF00"/>
                </a:highlight>
              </a:rPr>
              <a:t>(non-examinable)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BAD75557-9C51-3C87-C4E0-563476C6DDD1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1981024"/>
            <a:ext cx="685800" cy="685800"/>
            <a:chOff x="1933" y="1728"/>
            <a:chExt cx="432" cy="432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54859F75-FD05-5562-0E57-E06572687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728"/>
              <a:ext cx="432" cy="432"/>
            </a:xfrm>
            <a:prstGeom prst="rect">
              <a:avLst/>
            </a:prstGeom>
            <a:solidFill>
              <a:srgbClr val="99CC00"/>
            </a:solidFill>
            <a:ln w="190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AD74EFF6-CED0-1FBB-1756-5231C46004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" y="1800"/>
              <a:ext cx="265" cy="288"/>
            </a:xfrm>
            <a:prstGeom prst="rect">
              <a:avLst/>
            </a:prstGeom>
            <a:solidFill>
              <a:srgbClr val="99CC00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</a:p>
          </p:txBody>
        </p:sp>
      </p:grpSp>
      <p:sp>
        <p:nvSpPr>
          <p:cNvPr id="8" name="Rectangle 6">
            <a:extLst>
              <a:ext uri="{FF2B5EF4-FFF2-40B4-BE49-F238E27FC236}">
                <a16:creationId xmlns:a16="http://schemas.microsoft.com/office/drawing/2014/main" id="{CD44866A-7872-A0B7-CAA8-19099C272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295224"/>
            <a:ext cx="1371600" cy="47625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CN" sz="240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m || 0</a:t>
            </a:r>
            <a:r>
              <a:rPr lang="en-US" altLang="zh-CN" sz="2400" baseline="3000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…</a:t>
            </a:r>
            <a:r>
              <a:rPr lang="en-US" altLang="zh-CN" sz="240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0</a:t>
            </a:r>
          </a:p>
        </p:txBody>
      </p:sp>
      <p:grpSp>
        <p:nvGrpSpPr>
          <p:cNvPr id="9" name="Group 7">
            <a:extLst>
              <a:ext uri="{FF2B5EF4-FFF2-40B4-BE49-F238E27FC236}">
                <a16:creationId xmlns:a16="http://schemas.microsoft.com/office/drawing/2014/main" id="{B90BE72B-88E0-AA1B-494D-CE57A8D7F143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2971624"/>
            <a:ext cx="685800" cy="685800"/>
            <a:chOff x="1933" y="1728"/>
            <a:chExt cx="432" cy="432"/>
          </a:xfrm>
        </p:grpSpPr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11E8F54C-A75B-8048-8FB4-870ACBE29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728"/>
              <a:ext cx="432" cy="432"/>
            </a:xfrm>
            <a:prstGeom prst="rect">
              <a:avLst/>
            </a:prstGeom>
            <a:solidFill>
              <a:srgbClr val="99CC00"/>
            </a:solidFill>
            <a:ln w="190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56E26218-483B-FD5A-D49D-C7133E9EA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1800"/>
              <a:ext cx="255" cy="288"/>
            </a:xfrm>
            <a:prstGeom prst="rect">
              <a:avLst/>
            </a:prstGeom>
            <a:solidFill>
              <a:srgbClr val="99CC00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</a:t>
              </a:r>
            </a:p>
          </p:txBody>
        </p:sp>
      </p:grpSp>
      <p:sp>
        <p:nvSpPr>
          <p:cNvPr id="12" name="Rectangle 10">
            <a:extLst>
              <a:ext uri="{FF2B5EF4-FFF2-40B4-BE49-F238E27FC236}">
                <a16:creationId xmlns:a16="http://schemas.microsoft.com/office/drawing/2014/main" id="{88CC36D0-10C5-6B7C-71F4-BF705AF62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95224"/>
            <a:ext cx="1371600" cy="47625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400">
                <a:solidFill>
                  <a:srgbClr val="000000"/>
                </a:solidFill>
                <a:latin typeface="Arial" pitchFamily="34" charset="0"/>
              </a:rPr>
              <a:t>r</a:t>
            </a: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53E90E18-521F-3ED5-13DC-0AF8CD7006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1752424"/>
            <a:ext cx="0" cy="609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C6EC64F7-EBDE-DE86-F43A-A3B7F218B5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2362024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AU"/>
          </a:p>
        </p:txBody>
      </p:sp>
      <p:grpSp>
        <p:nvGrpSpPr>
          <p:cNvPr id="15" name="Group 13">
            <a:extLst>
              <a:ext uri="{FF2B5EF4-FFF2-40B4-BE49-F238E27FC236}">
                <a16:creationId xmlns:a16="http://schemas.microsoft.com/office/drawing/2014/main" id="{C9D00DA0-6344-0A6E-6D57-858AF815A913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133424"/>
            <a:ext cx="457200" cy="457200"/>
            <a:chOff x="2928" y="2592"/>
            <a:chExt cx="288" cy="288"/>
          </a:xfrm>
        </p:grpSpPr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F1804A41-D842-9D1B-82AE-1A0A7F66B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592"/>
              <a:ext cx="288" cy="288"/>
            </a:xfrm>
            <a:prstGeom prst="ellipse">
              <a:avLst/>
            </a:prstGeom>
            <a:solidFill>
              <a:srgbClr val="FFFFFF"/>
            </a:solidFill>
            <a:ln w="19050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F8D7CA7D-4ED7-D956-72DB-2843282F2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736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AU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47CD1B83-7FFB-D331-E6BC-DAAEE840ED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928" y="2736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AU"/>
            </a:p>
          </p:txBody>
        </p:sp>
      </p:grpSp>
      <p:sp>
        <p:nvSpPr>
          <p:cNvPr id="19" name="Line 17">
            <a:extLst>
              <a:ext uri="{FF2B5EF4-FFF2-40B4-BE49-F238E27FC236}">
                <a16:creationId xmlns:a16="http://schemas.microsoft.com/office/drawing/2014/main" id="{AF9638B6-2FE9-51E6-C9F0-6890EBB5EE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1752424"/>
            <a:ext cx="0" cy="38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AU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15685928-C2CD-B07C-24F7-C50C25057D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2362024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AU"/>
          </a:p>
        </p:txBody>
      </p:sp>
      <p:grpSp>
        <p:nvGrpSpPr>
          <p:cNvPr id="21" name="Group 19">
            <a:extLst>
              <a:ext uri="{FF2B5EF4-FFF2-40B4-BE49-F238E27FC236}">
                <a16:creationId xmlns:a16="http://schemas.microsoft.com/office/drawing/2014/main" id="{5F4705DB-DD1E-0F00-69FF-8F2ED542E216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3047824"/>
            <a:ext cx="457200" cy="457200"/>
            <a:chOff x="2928" y="2592"/>
            <a:chExt cx="288" cy="288"/>
          </a:xfrm>
        </p:grpSpPr>
        <p:sp>
          <p:nvSpPr>
            <p:cNvPr id="22" name="Oval 20">
              <a:extLst>
                <a:ext uri="{FF2B5EF4-FFF2-40B4-BE49-F238E27FC236}">
                  <a16:creationId xmlns:a16="http://schemas.microsoft.com/office/drawing/2014/main" id="{0E374073-102D-A469-7CD8-26BD466DD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592"/>
              <a:ext cx="288" cy="288"/>
            </a:xfrm>
            <a:prstGeom prst="ellipse">
              <a:avLst/>
            </a:prstGeom>
            <a:solidFill>
              <a:srgbClr val="FFFFFF"/>
            </a:solidFill>
            <a:ln w="19050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9AEF53B2-6E83-D753-9A33-14D4BF13FE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736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AU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0D243BD4-EA66-2757-D874-C0E9AED7FC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928" y="2736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AU"/>
            </a:p>
          </p:txBody>
        </p:sp>
      </p:grpSp>
      <p:sp>
        <p:nvSpPr>
          <p:cNvPr id="25" name="Line 23">
            <a:extLst>
              <a:ext uri="{FF2B5EF4-FFF2-40B4-BE49-F238E27FC236}">
                <a16:creationId xmlns:a16="http://schemas.microsoft.com/office/drawing/2014/main" id="{FE19235E-4AF2-E644-1F18-C0D143C668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276424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AU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B28E0C7E-1273-2E00-064E-7FCEFA0786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3276424"/>
            <a:ext cx="6858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AU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C098AFC0-8DDB-CBD0-F471-8B3340C3AE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590624"/>
            <a:ext cx="0" cy="685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AU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614216B0-DD24-DB65-D8E0-CD1F172BF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362024"/>
            <a:ext cx="0" cy="685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AU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62C54CA4-5226-5C5F-5387-4195C94D0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276424"/>
            <a:ext cx="0" cy="1143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AU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F5C09B05-A53A-C4DF-AF4A-B62D0337C9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505024"/>
            <a:ext cx="0" cy="914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D92A7304-0E55-750E-111F-FE8F923FF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495624"/>
            <a:ext cx="1371600" cy="47625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CN" sz="240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m</a:t>
            </a:r>
            <a:r>
              <a:rPr lang="en-US" altLang="zh-CN" sz="2400" baseline="-2500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1</a:t>
            </a:r>
            <a:endParaRPr lang="en-US" altLang="zh-CN" sz="240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2ED80680-8F7E-ACB3-9E55-120E1B3B6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495624"/>
            <a:ext cx="1371600" cy="47625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CN" sz="240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m</a:t>
            </a:r>
            <a:r>
              <a:rPr lang="en-US" altLang="zh-CN" sz="2400" baseline="-2500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2</a:t>
            </a:r>
            <a:endParaRPr lang="en-US" altLang="zh-CN" sz="2400">
              <a:solidFill>
                <a:srgbClr val="000000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3" name="Text Box 34">
            <a:extLst>
              <a:ext uri="{FF2B5EF4-FFF2-40B4-BE49-F238E27FC236}">
                <a16:creationId xmlns:a16="http://schemas.microsoft.com/office/drawing/2014/main" id="{78CA84A7-0EC6-CD26-AE87-353C4A8D3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5407" y="4472139"/>
            <a:ext cx="8931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  =</a:t>
            </a: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E4E180-DDAB-35E2-B41E-B6E5607C9F24}"/>
              </a:ext>
            </a:extLst>
          </p:cNvPr>
          <p:cNvSpPr txBox="1"/>
          <p:nvPr/>
        </p:nvSpPr>
        <p:spPr>
          <a:xfrm>
            <a:off x="2831977" y="544812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Optimal Asymmetric Encryption Padding (RSA-OAEP)</a:t>
            </a:r>
          </a:p>
        </p:txBody>
      </p:sp>
      <p:sp>
        <p:nvSpPr>
          <p:cNvPr id="37" name="AutoShape 31">
            <a:extLst>
              <a:ext uri="{FF2B5EF4-FFF2-40B4-BE49-F238E27FC236}">
                <a16:creationId xmlns:a16="http://schemas.microsoft.com/office/drawing/2014/main" id="{0045D8FE-230D-9A5B-8C99-88631DC2E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377" y="4357017"/>
            <a:ext cx="3505200" cy="838200"/>
          </a:xfrm>
          <a:prstGeom prst="bracketPair">
            <a:avLst>
              <a:gd name="adj" fmla="val 16667"/>
            </a:avLst>
          </a:prstGeom>
          <a:noFill/>
          <a:ln w="19050">
            <a:solidFill>
              <a:schemeClr val="tx2"/>
            </a:solidFill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0E598E-12AA-EFFD-1F98-CF9CAAD2F064}"/>
              </a:ext>
            </a:extLst>
          </p:cNvPr>
          <p:cNvSpPr txBox="1"/>
          <p:nvPr/>
        </p:nvSpPr>
        <p:spPr>
          <a:xfrm>
            <a:off x="7637886" y="4103934"/>
            <a:ext cx="337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" pitchFamily="2" charset="0"/>
              </a:rPr>
              <a:t>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B6DAF4-5919-9F33-4ED9-6FFA35191867}"/>
              </a:ext>
            </a:extLst>
          </p:cNvPr>
          <p:cNvSpPr txBox="1"/>
          <p:nvPr/>
        </p:nvSpPr>
        <p:spPr>
          <a:xfrm>
            <a:off x="8167091" y="4463718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" pitchFamily="2" charset="0"/>
              </a:rPr>
              <a:t>mod 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6533F6-BE81-5BA7-AA5B-2E254C5A6B7C}"/>
              </a:ext>
            </a:extLst>
          </p:cNvPr>
          <p:cNvSpPr txBox="1"/>
          <p:nvPr/>
        </p:nvSpPr>
        <p:spPr>
          <a:xfrm>
            <a:off x="7774241" y="2074921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" pitchFamily="2" charset="0"/>
              </a:rPr>
              <a:t>randomness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29FFB61-F6BE-15B6-71C4-1619DE0297C5}"/>
              </a:ext>
            </a:extLst>
          </p:cNvPr>
          <p:cNvCxnSpPr/>
          <p:nvPr/>
        </p:nvCxnSpPr>
        <p:spPr>
          <a:xfrm flipH="1" flipV="1">
            <a:off x="7632577" y="1628800"/>
            <a:ext cx="1110578" cy="466524"/>
          </a:xfrm>
          <a:prstGeom prst="straightConnector1">
            <a:avLst/>
          </a:prstGeom>
          <a:ln>
            <a:solidFill>
              <a:srgbClr val="00009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47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Computational Security of RSA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48E544-E4F3-48D3-8B72-EE1FAF9CDE1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438400" y="2057401"/>
            <a:ext cx="7759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we choose a modulus </a:t>
            </a:r>
            <a:r>
              <a:rPr lang="en-US" dirty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000000"/>
                </a:solidFill>
              </a:rPr>
              <a:t>whose hexadecimal representation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2976" y="1295401"/>
            <a:ext cx="7635424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 security depends on whether the attacker can factor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1" y="2895600"/>
            <a:ext cx="6705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/>
              <a:t>06 75 </a:t>
            </a:r>
            <a:r>
              <a:rPr lang="nl-NL" sz="2000" dirty="0" err="1"/>
              <a:t>cf</a:t>
            </a:r>
            <a:r>
              <a:rPr lang="nl-NL" sz="2000" dirty="0"/>
              <a:t> c4 3c 71 cd 40 2c 9e 91 7b 94 a0 a3 95 e5 75 6c 3e a3 96 a6 f7 08 10 63 76 0f 3d 46 6c fa 1a a2 8c f9 81 </a:t>
            </a:r>
            <a:r>
              <a:rPr lang="nl-NL" sz="2000" dirty="0" err="1"/>
              <a:t>bb</a:t>
            </a:r>
            <a:r>
              <a:rPr lang="nl-NL" sz="2000" dirty="0"/>
              <a:t> f1 4b 88 26 8d af </a:t>
            </a:r>
            <a:r>
              <a:rPr lang="nl-NL" sz="2000" dirty="0" err="1"/>
              <a:t>fe</a:t>
            </a:r>
            <a:r>
              <a:rPr lang="nl-NL" sz="2000" dirty="0"/>
              <a:t> 1a 58 00 </a:t>
            </a:r>
            <a:r>
              <a:rPr lang="nl-NL" sz="2000" dirty="0" err="1"/>
              <a:t>ba</a:t>
            </a:r>
            <a:r>
              <a:rPr lang="nl-NL" sz="2000" dirty="0"/>
              <a:t> e3 7c c5 76 98 29 41 3f 2a b5 6b 6f c2 a9 d0 </a:t>
            </a:r>
            <a:r>
              <a:rPr lang="nl-NL" sz="2000" dirty="0" err="1"/>
              <a:t>ea</a:t>
            </a:r>
            <a:r>
              <a:rPr lang="nl-NL" sz="2000" dirty="0"/>
              <a:t> 9e ad 70 32 50 fa c0 </a:t>
            </a:r>
            <a:r>
              <a:rPr lang="nl-NL" sz="2000" dirty="0" err="1"/>
              <a:t>ba</a:t>
            </a:r>
            <a:r>
              <a:rPr lang="nl-NL" sz="2000" dirty="0"/>
              <a:t> 2b 85 5a f2 10 85 8c 51 91 </a:t>
            </a:r>
            <a:r>
              <a:rPr lang="nl-NL" sz="2000" dirty="0" err="1"/>
              <a:t>ec</a:t>
            </a:r>
            <a:r>
              <a:rPr lang="nl-NL" sz="2000" dirty="0"/>
              <a:t> e0 12 41 71 f8 32 2d 22 5e </a:t>
            </a:r>
            <a:r>
              <a:rPr lang="nl-NL" sz="2000" dirty="0" err="1"/>
              <a:t>ec</a:t>
            </a:r>
            <a:r>
              <a:rPr lang="nl-NL" sz="2000" dirty="0"/>
              <a:t> 2f d1 cd 3e </a:t>
            </a:r>
            <a:r>
              <a:rPr lang="nl-NL" sz="2000" dirty="0" err="1"/>
              <a:t>aa</a:t>
            </a:r>
            <a:r>
              <a:rPr lang="nl-NL" sz="2000" dirty="0"/>
              <a:t> d0 </a:t>
            </a:r>
            <a:r>
              <a:rPr lang="nl-NL" sz="2000" dirty="0" err="1"/>
              <a:t>aa</a:t>
            </a:r>
            <a:r>
              <a:rPr lang="nl-NL" sz="2000" dirty="0"/>
              <a:t> af 7e 4a f8 b2 4a 6a </a:t>
            </a:r>
            <a:r>
              <a:rPr lang="nl-NL" sz="2000" dirty="0" err="1"/>
              <a:t>ae</a:t>
            </a:r>
            <a:r>
              <a:rPr lang="nl-NL" sz="2000" dirty="0"/>
              <a:t> </a:t>
            </a:r>
            <a:r>
              <a:rPr lang="nl-NL" sz="2000" dirty="0" err="1"/>
              <a:t>ee</a:t>
            </a:r>
            <a:r>
              <a:rPr lang="nl-NL" sz="2000" dirty="0"/>
              <a:t> 92 f4 3c a5 a3 7b 2b 4f a9 </a:t>
            </a:r>
            <a:r>
              <a:rPr lang="nl-NL" sz="2000" dirty="0" err="1"/>
              <a:t>ea</a:t>
            </a:r>
            <a:r>
              <a:rPr lang="nl-NL" sz="2000" dirty="0"/>
              <a:t> f9 02 03 01 00 01</a:t>
            </a:r>
            <a:endParaRPr 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2590801" y="5105401"/>
            <a:ext cx="7391400" cy="830997"/>
          </a:xfrm>
          <a:prstGeom prst="rect">
            <a:avLst/>
          </a:prstGeom>
          <a:solidFill>
            <a:srgbClr val="FF66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It is </a:t>
            </a:r>
            <a:r>
              <a:rPr lang="en-US" u="sng" dirty="0"/>
              <a:t>commonly agreed </a:t>
            </a:r>
            <a:r>
              <a:rPr lang="en-US" dirty="0"/>
              <a:t>that when </a:t>
            </a:r>
            <a:r>
              <a:rPr lang="en-US" u="sng" dirty="0"/>
              <a:t>n is large enough</a:t>
            </a:r>
            <a:r>
              <a:rPr lang="en-US" dirty="0"/>
              <a:t> and n is in the form of p*q, it is infeasible to factor n in </a:t>
            </a:r>
            <a:r>
              <a:rPr lang="en-US" u="sng" dirty="0"/>
              <a:t>practice</a:t>
            </a:r>
            <a:r>
              <a:rPr lang="en-US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C50BF-216D-BEBD-097C-FBAFB8551853}"/>
              </a:ext>
            </a:extLst>
          </p:cNvPr>
          <p:cNvSpPr txBox="1"/>
          <p:nvPr/>
        </p:nvSpPr>
        <p:spPr>
          <a:xfrm>
            <a:off x="1925605" y="6073338"/>
            <a:ext cx="9193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highlight>
                  <a:srgbClr val="FFFF00"/>
                </a:highlight>
                <a:latin typeface="Helvetica" pitchFamily="2" charset="0"/>
              </a:rPr>
              <a:t>FYI</a:t>
            </a:r>
            <a:r>
              <a:rPr lang="en-US" dirty="0">
                <a:latin typeface="Helvetica" pitchFamily="2" charset="0"/>
              </a:rPr>
              <a:t>: integer factorization can be solved by quantum computers!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B22A2B-C497-3BDC-4739-DD8122C2ADBA}"/>
                  </a:ext>
                </a:extLst>
              </p14:cNvPr>
              <p14:cNvContentPartPr/>
              <p14:nvPr/>
            </p14:nvContentPartPr>
            <p14:xfrm>
              <a:off x="494640" y="1082265"/>
              <a:ext cx="160200" cy="25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B22A2B-C497-3BDC-4739-DD8122C2AD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840" y="1071465"/>
                <a:ext cx="18144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A695D6C-B82F-0002-667F-4A37DC551410}"/>
                  </a:ext>
                </a:extLst>
              </p14:cNvPr>
              <p14:cNvContentPartPr/>
              <p14:nvPr/>
            </p14:nvContentPartPr>
            <p14:xfrm>
              <a:off x="758880" y="1097745"/>
              <a:ext cx="178200" cy="214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A695D6C-B82F-0002-667F-4A37DC5514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8440" y="1087305"/>
                <a:ext cx="1994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FF0C80E-9E93-4571-095D-C5E286D6BDE2}"/>
                  </a:ext>
                </a:extLst>
              </p14:cNvPr>
              <p14:cNvContentPartPr/>
              <p14:nvPr/>
            </p14:nvContentPartPr>
            <p14:xfrm>
              <a:off x="957960" y="1109985"/>
              <a:ext cx="113040" cy="135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FF0C80E-9E93-4571-095D-C5E286D6BDE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7160" y="1099545"/>
                <a:ext cx="1342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8960EDD-8133-AC01-EEF4-B7E00DCD241E}"/>
                  </a:ext>
                </a:extLst>
              </p14:cNvPr>
              <p14:cNvContentPartPr/>
              <p14:nvPr/>
            </p14:nvContentPartPr>
            <p14:xfrm>
              <a:off x="1101960" y="1083705"/>
              <a:ext cx="55440" cy="186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8960EDD-8133-AC01-EEF4-B7E00DCD241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91160" y="1072905"/>
                <a:ext cx="766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B581D9E-B901-E7F3-F6F4-40A9CF8393DF}"/>
                  </a:ext>
                </a:extLst>
              </p14:cNvPr>
              <p14:cNvContentPartPr/>
              <p14:nvPr/>
            </p14:nvContentPartPr>
            <p14:xfrm>
              <a:off x="1177920" y="1084425"/>
              <a:ext cx="21240" cy="182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B581D9E-B901-E7F3-F6F4-40A9CF8393D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67120" y="1073985"/>
                <a:ext cx="4248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EA092EE-FC42-C44E-39CE-13197418F082}"/>
                  </a:ext>
                </a:extLst>
              </p14:cNvPr>
              <p14:cNvContentPartPr/>
              <p14:nvPr/>
            </p14:nvContentPartPr>
            <p14:xfrm>
              <a:off x="1170000" y="1143825"/>
              <a:ext cx="76320" cy="52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EA092EE-FC42-C44E-39CE-13197418F08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59200" y="1133025"/>
                <a:ext cx="975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2B22B1A-BBDE-254D-16BC-12753E86DEE9}"/>
                  </a:ext>
                </a:extLst>
              </p14:cNvPr>
              <p14:cNvContentPartPr/>
              <p14:nvPr/>
            </p14:nvContentPartPr>
            <p14:xfrm>
              <a:off x="1355760" y="1044465"/>
              <a:ext cx="105120" cy="190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2B22B1A-BBDE-254D-16BC-12753E86DEE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45320" y="1034025"/>
                <a:ext cx="12636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4B95E2D-1844-12C9-6EA2-47003FFDDFF4}"/>
                  </a:ext>
                </a:extLst>
              </p14:cNvPr>
              <p14:cNvContentPartPr/>
              <p14:nvPr/>
            </p14:nvContentPartPr>
            <p14:xfrm>
              <a:off x="1476720" y="1068585"/>
              <a:ext cx="114840" cy="135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4B95E2D-1844-12C9-6EA2-47003FFDDFF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66280" y="1057785"/>
                <a:ext cx="1360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5F42FAB-70E2-3D7A-05AA-85DBA7457DC4}"/>
                  </a:ext>
                </a:extLst>
              </p14:cNvPr>
              <p14:cNvContentPartPr/>
              <p14:nvPr/>
            </p14:nvContentPartPr>
            <p14:xfrm>
              <a:off x="1690920" y="992985"/>
              <a:ext cx="136440" cy="2296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5F42FAB-70E2-3D7A-05AA-85DBA7457DC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80120" y="982545"/>
                <a:ext cx="1576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3D3E84D-7C91-0D28-865C-C1724509FBB5}"/>
                  </a:ext>
                </a:extLst>
              </p14:cNvPr>
              <p14:cNvContentPartPr/>
              <p14:nvPr/>
            </p14:nvContentPartPr>
            <p14:xfrm>
              <a:off x="1806480" y="984705"/>
              <a:ext cx="86400" cy="180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3D3E84D-7C91-0D28-865C-C1724509FBB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795680" y="973905"/>
                <a:ext cx="1076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A53F8A2-C149-0F22-8409-9203A9A1B2F4}"/>
                  </a:ext>
                </a:extLst>
              </p14:cNvPr>
              <p14:cNvContentPartPr/>
              <p14:nvPr/>
            </p14:nvContentPartPr>
            <p14:xfrm>
              <a:off x="1905480" y="1026105"/>
              <a:ext cx="37080" cy="184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A53F8A2-C149-0F22-8409-9203A9A1B2F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895040" y="1015305"/>
                <a:ext cx="583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5AE435E-08FD-B391-299E-088341CB0528}"/>
                  </a:ext>
                </a:extLst>
              </p14:cNvPr>
              <p14:cNvContentPartPr/>
              <p14:nvPr/>
            </p14:nvContentPartPr>
            <p14:xfrm>
              <a:off x="2012760" y="983985"/>
              <a:ext cx="23760" cy="185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5AE435E-08FD-B391-299E-088341CB052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002320" y="973545"/>
                <a:ext cx="450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B86EFBF-999B-7A0A-3C70-69D2BA108F48}"/>
                  </a:ext>
                </a:extLst>
              </p14:cNvPr>
              <p14:cNvContentPartPr/>
              <p14:nvPr/>
            </p14:nvContentPartPr>
            <p14:xfrm>
              <a:off x="1960560" y="1075785"/>
              <a:ext cx="26640" cy="57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B86EFBF-999B-7A0A-3C70-69D2BA108F4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949760" y="1064985"/>
                <a:ext cx="478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AB4AFDC-498C-CE60-4420-33C0C4EDA366}"/>
                  </a:ext>
                </a:extLst>
              </p14:cNvPr>
              <p14:cNvContentPartPr/>
              <p14:nvPr/>
            </p14:nvContentPartPr>
            <p14:xfrm>
              <a:off x="1967040" y="1083705"/>
              <a:ext cx="59400" cy="8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AB4AFDC-498C-CE60-4420-33C0C4EDA36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956240" y="1072905"/>
                <a:ext cx="806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9ACBE1D-1C6C-5B21-C0CD-ECCC82A373BE}"/>
                  </a:ext>
                </a:extLst>
              </p14:cNvPr>
              <p14:cNvContentPartPr/>
              <p14:nvPr/>
            </p14:nvContentPartPr>
            <p14:xfrm>
              <a:off x="2002680" y="1004865"/>
              <a:ext cx="44640" cy="185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9ACBE1D-1C6C-5B21-C0CD-ECCC82A373B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992240" y="994425"/>
                <a:ext cx="658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BAEE972-8FA8-A4FF-364A-A22153246C9E}"/>
                  </a:ext>
                </a:extLst>
              </p14:cNvPr>
              <p14:cNvContentPartPr/>
              <p14:nvPr/>
            </p14:nvContentPartPr>
            <p14:xfrm>
              <a:off x="2117520" y="999825"/>
              <a:ext cx="16200" cy="149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BAEE972-8FA8-A4FF-364A-A22153246C9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107080" y="989025"/>
                <a:ext cx="374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C8ED2E2-68B3-A6B7-7500-807A8B5A51BF}"/>
                  </a:ext>
                </a:extLst>
              </p14:cNvPr>
              <p14:cNvContentPartPr/>
              <p14:nvPr/>
            </p14:nvContentPartPr>
            <p14:xfrm>
              <a:off x="2149560" y="1023225"/>
              <a:ext cx="75240" cy="81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C8ED2E2-68B3-A6B7-7500-807A8B5A51B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139120" y="1012785"/>
                <a:ext cx="964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1CFE5D1-3BE4-8069-E0B6-1B7068783F98}"/>
                  </a:ext>
                </a:extLst>
              </p14:cNvPr>
              <p14:cNvContentPartPr/>
              <p14:nvPr/>
            </p14:nvContentPartPr>
            <p14:xfrm>
              <a:off x="2230200" y="999825"/>
              <a:ext cx="102600" cy="161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1CFE5D1-3BE4-8069-E0B6-1B7068783F9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219400" y="989025"/>
                <a:ext cx="1238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3AF14FD-6A0F-F986-C68A-B873405F99A6}"/>
                  </a:ext>
                </a:extLst>
              </p14:cNvPr>
              <p14:cNvContentPartPr/>
              <p14:nvPr/>
            </p14:nvContentPartPr>
            <p14:xfrm>
              <a:off x="2298240" y="1007745"/>
              <a:ext cx="91800" cy="178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3AF14FD-6A0F-F986-C68A-B873405F99A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287440" y="996945"/>
                <a:ext cx="1130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1F99F08-3A54-FA86-3D55-2B36FBA6F7A9}"/>
                  </a:ext>
                </a:extLst>
              </p14:cNvPr>
              <p14:cNvContentPartPr/>
              <p14:nvPr/>
            </p14:nvContentPartPr>
            <p14:xfrm>
              <a:off x="2371680" y="1046985"/>
              <a:ext cx="133560" cy="11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1F99F08-3A54-FA86-3D55-2B36FBA6F7A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361240" y="1036185"/>
                <a:ext cx="1548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963215B-9C93-D4C4-8805-A3946685B446}"/>
                  </a:ext>
                </a:extLst>
              </p14:cNvPr>
              <p14:cNvContentPartPr/>
              <p14:nvPr/>
            </p14:nvContentPartPr>
            <p14:xfrm>
              <a:off x="680400" y="1429305"/>
              <a:ext cx="29160" cy="190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963215B-9C93-D4C4-8805-A3946685B44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69960" y="1418865"/>
                <a:ext cx="504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26751AB-9B2C-48B7-15DC-7253F6BD23F2}"/>
                  </a:ext>
                </a:extLst>
              </p14:cNvPr>
              <p14:cNvContentPartPr/>
              <p14:nvPr/>
            </p14:nvContentPartPr>
            <p14:xfrm>
              <a:off x="667440" y="1504905"/>
              <a:ext cx="89280" cy="500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26751AB-9B2C-48B7-15DC-7253F6BD23F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56640" y="1494465"/>
                <a:ext cx="1105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0ECBE13-3F34-6492-2FBB-4550A83911D8}"/>
                  </a:ext>
                </a:extLst>
              </p14:cNvPr>
              <p14:cNvContentPartPr/>
              <p14:nvPr/>
            </p14:nvContentPartPr>
            <p14:xfrm>
              <a:off x="743400" y="1476465"/>
              <a:ext cx="99720" cy="91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0ECBE13-3F34-6492-2FBB-4550A83911D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32600" y="1466025"/>
                <a:ext cx="12096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0178C8D-2D9E-4B0E-563F-741962C5E26B}"/>
                  </a:ext>
                </a:extLst>
              </p14:cNvPr>
              <p14:cNvContentPartPr/>
              <p14:nvPr/>
            </p14:nvContentPartPr>
            <p14:xfrm>
              <a:off x="984240" y="1440465"/>
              <a:ext cx="160200" cy="182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0178C8D-2D9E-4B0E-563F-741962C5E26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73440" y="1429665"/>
                <a:ext cx="1814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FEC1110-6A42-367A-D704-6C4B66200AE3}"/>
                  </a:ext>
                </a:extLst>
              </p14:cNvPr>
              <p14:cNvContentPartPr/>
              <p14:nvPr/>
            </p14:nvContentPartPr>
            <p14:xfrm>
              <a:off x="1143720" y="1445865"/>
              <a:ext cx="97200" cy="1011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FEC1110-6A42-367A-D704-6C4B66200AE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33280" y="1435425"/>
                <a:ext cx="11844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4E19AEA-7B98-5615-1D9A-C7677A9A6C61}"/>
                  </a:ext>
                </a:extLst>
              </p14:cNvPr>
              <p14:cNvContentPartPr/>
              <p14:nvPr/>
            </p14:nvContentPartPr>
            <p14:xfrm>
              <a:off x="1274760" y="1436865"/>
              <a:ext cx="18720" cy="1465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4E19AEA-7B98-5615-1D9A-C7677A9A6C6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263960" y="1426425"/>
                <a:ext cx="3996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510F179-9915-40EF-C8F5-C39AEB46A62D}"/>
                  </a:ext>
                </a:extLst>
              </p14:cNvPr>
              <p14:cNvContentPartPr/>
              <p14:nvPr/>
            </p14:nvContentPartPr>
            <p14:xfrm>
              <a:off x="1300680" y="1455225"/>
              <a:ext cx="52560" cy="867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510F179-9915-40EF-C8F5-C39AEB46A62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290240" y="1444785"/>
                <a:ext cx="738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A3E424D-BC34-4F13-A099-75620D77CBDA}"/>
                  </a:ext>
                </a:extLst>
              </p14:cNvPr>
              <p14:cNvContentPartPr/>
              <p14:nvPr/>
            </p14:nvContentPartPr>
            <p14:xfrm>
              <a:off x="1364040" y="1431825"/>
              <a:ext cx="104760" cy="117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A3E424D-BC34-4F13-A099-75620D77CBD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353240" y="1421025"/>
                <a:ext cx="1260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C190669-C841-79B9-81EB-0ABD9A2893F9}"/>
                  </a:ext>
                </a:extLst>
              </p14:cNvPr>
              <p14:cNvContentPartPr/>
              <p14:nvPr/>
            </p14:nvContentPartPr>
            <p14:xfrm>
              <a:off x="1546920" y="1450185"/>
              <a:ext cx="10800" cy="81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C190669-C841-79B9-81EB-0ABD9A2893F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536120" y="1439385"/>
                <a:ext cx="3204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3DDD99C-B92F-227D-8BE8-72217126C186}"/>
                  </a:ext>
                </a:extLst>
              </p14:cNvPr>
              <p14:cNvContentPartPr/>
              <p14:nvPr/>
            </p14:nvContentPartPr>
            <p14:xfrm>
              <a:off x="1566720" y="1408065"/>
              <a:ext cx="11880" cy="10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3DDD99C-B92F-227D-8BE8-72217126C186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555920" y="1397625"/>
                <a:ext cx="331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4D6697C-43E6-3C9A-C8CF-30B7374E83B9}"/>
                  </a:ext>
                </a:extLst>
              </p14:cNvPr>
              <p14:cNvContentPartPr/>
              <p14:nvPr/>
            </p14:nvContentPartPr>
            <p14:xfrm>
              <a:off x="1609560" y="1405545"/>
              <a:ext cx="13320" cy="149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4D6697C-43E6-3C9A-C8CF-30B7374E83B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599120" y="1395105"/>
                <a:ext cx="3456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DE7C7B2-0424-8629-6864-EBBEA2AAA2D0}"/>
                  </a:ext>
                </a:extLst>
              </p14:cNvPr>
              <p14:cNvContentPartPr/>
              <p14:nvPr/>
            </p14:nvContentPartPr>
            <p14:xfrm>
              <a:off x="1594080" y="1452705"/>
              <a:ext cx="86760" cy="579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DE7C7B2-0424-8629-6864-EBBEA2AAA2D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583280" y="1441905"/>
                <a:ext cx="1080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2D6F8AA-A848-03D2-680D-2760D9DF4541}"/>
                  </a:ext>
                </a:extLst>
              </p14:cNvPr>
              <p14:cNvContentPartPr/>
              <p14:nvPr/>
            </p14:nvContentPartPr>
            <p14:xfrm>
              <a:off x="604440" y="1712265"/>
              <a:ext cx="110160" cy="2502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2D6F8AA-A848-03D2-680D-2760D9DF454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94000" y="1701465"/>
                <a:ext cx="1314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FB49DFB-FCBB-8F42-E5BB-2DAA74B84CC6}"/>
                  </a:ext>
                </a:extLst>
              </p14:cNvPr>
              <p14:cNvContentPartPr/>
              <p14:nvPr/>
            </p14:nvContentPartPr>
            <p14:xfrm>
              <a:off x="704160" y="1804785"/>
              <a:ext cx="102240" cy="846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FB49DFB-FCBB-8F42-E5BB-2DAA74B84CC6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93720" y="1794345"/>
                <a:ext cx="1234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4BCB617-95A9-586B-6FAF-BE97ACBFD02B}"/>
                  </a:ext>
                </a:extLst>
              </p14:cNvPr>
              <p14:cNvContentPartPr/>
              <p14:nvPr/>
            </p14:nvContentPartPr>
            <p14:xfrm>
              <a:off x="816480" y="1733145"/>
              <a:ext cx="154800" cy="2055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4BCB617-95A9-586B-6FAF-BE97ACBFD02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06040" y="1722345"/>
                <a:ext cx="17604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6BD0377-57AE-21BA-8B4B-2A03F8335533}"/>
                  </a:ext>
                </a:extLst>
              </p14:cNvPr>
              <p14:cNvContentPartPr/>
              <p14:nvPr/>
            </p14:nvContentPartPr>
            <p14:xfrm>
              <a:off x="1094040" y="1727385"/>
              <a:ext cx="68400" cy="1414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6BD0377-57AE-21BA-8B4B-2A03F8335533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83240" y="1716945"/>
                <a:ext cx="896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04D2C6B-7BD1-2A4E-78F6-68571D3D6F4C}"/>
                  </a:ext>
                </a:extLst>
              </p14:cNvPr>
              <p14:cNvContentPartPr/>
              <p14:nvPr/>
            </p14:nvContentPartPr>
            <p14:xfrm>
              <a:off x="1152000" y="1761585"/>
              <a:ext cx="86400" cy="110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04D2C6B-7BD1-2A4E-78F6-68571D3D6F4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141200" y="1750785"/>
                <a:ext cx="1076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E9EE1F9-4622-8E95-B84C-BBB59565AF21}"/>
                  </a:ext>
                </a:extLst>
              </p14:cNvPr>
              <p14:cNvContentPartPr/>
              <p14:nvPr/>
            </p14:nvContentPartPr>
            <p14:xfrm>
              <a:off x="1353240" y="1709385"/>
              <a:ext cx="52560" cy="1468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E9EE1F9-4622-8E95-B84C-BBB59565AF2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342440" y="1698585"/>
                <a:ext cx="738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1163615-A448-6CF0-0D5D-484D63F4B853}"/>
                  </a:ext>
                </a:extLst>
              </p14:cNvPr>
              <p14:cNvContentPartPr/>
              <p14:nvPr/>
            </p14:nvContentPartPr>
            <p14:xfrm>
              <a:off x="1324440" y="1764105"/>
              <a:ext cx="113040" cy="450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1163615-A448-6CF0-0D5D-484D63F4B85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313640" y="1753665"/>
                <a:ext cx="1342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80CDA78-83BD-59EB-DA74-407577C706E4}"/>
                  </a:ext>
                </a:extLst>
              </p14:cNvPr>
              <p14:cNvContentPartPr/>
              <p14:nvPr/>
            </p14:nvContentPartPr>
            <p14:xfrm>
              <a:off x="1426320" y="1721265"/>
              <a:ext cx="86760" cy="774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80CDA78-83BD-59EB-DA74-407577C706E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415880" y="1710465"/>
                <a:ext cx="1080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B5843C2-0D81-EAF1-AC8D-53EBF1A5AD00}"/>
                  </a:ext>
                </a:extLst>
              </p14:cNvPr>
              <p14:cNvContentPartPr/>
              <p14:nvPr/>
            </p14:nvContentPartPr>
            <p14:xfrm>
              <a:off x="1521000" y="1703985"/>
              <a:ext cx="86400" cy="1206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B5843C2-0D81-EAF1-AC8D-53EBF1A5AD0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510560" y="1693185"/>
                <a:ext cx="10764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49A6CF8-778D-F5F6-98E6-D1C57E0CDB40}"/>
                  </a:ext>
                </a:extLst>
              </p14:cNvPr>
              <p14:cNvContentPartPr/>
              <p14:nvPr/>
            </p14:nvContentPartPr>
            <p14:xfrm>
              <a:off x="1609560" y="1691025"/>
              <a:ext cx="29160" cy="120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49A6CF8-778D-F5F6-98E6-D1C57E0CDB4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599120" y="1680225"/>
                <a:ext cx="5040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5D3D80F-25A0-A7E9-15F6-6171A18CA319}"/>
                  </a:ext>
                </a:extLst>
              </p14:cNvPr>
              <p14:cNvContentPartPr/>
              <p14:nvPr/>
            </p14:nvContentPartPr>
            <p14:xfrm>
              <a:off x="1591560" y="1723425"/>
              <a:ext cx="118080" cy="61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5D3D80F-25A0-A7E9-15F6-6171A18CA319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580760" y="1712985"/>
                <a:ext cx="1393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E1D4984-827B-147B-0630-727D170D2318}"/>
                  </a:ext>
                </a:extLst>
              </p14:cNvPr>
              <p14:cNvContentPartPr/>
              <p14:nvPr/>
            </p14:nvContentPartPr>
            <p14:xfrm>
              <a:off x="1724760" y="1724865"/>
              <a:ext cx="52560" cy="1206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E1D4984-827B-147B-0630-727D170D231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714320" y="1714425"/>
                <a:ext cx="7380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6A15E18-221F-E4F8-4842-44596EBDC057}"/>
                  </a:ext>
                </a:extLst>
              </p14:cNvPr>
              <p14:cNvContentPartPr/>
              <p14:nvPr/>
            </p14:nvContentPartPr>
            <p14:xfrm>
              <a:off x="1811160" y="1761585"/>
              <a:ext cx="8280" cy="18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6A15E18-221F-E4F8-4842-44596EBDC05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800720" y="1750785"/>
                <a:ext cx="295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E21E1CA-BE6A-9886-93EC-F535E4BF041D}"/>
                  </a:ext>
                </a:extLst>
              </p14:cNvPr>
              <p14:cNvContentPartPr/>
              <p14:nvPr/>
            </p14:nvContentPartPr>
            <p14:xfrm>
              <a:off x="1018080" y="1963185"/>
              <a:ext cx="754200" cy="4532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E21E1CA-BE6A-9886-93EC-F535E4BF041D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07640" y="1952385"/>
                <a:ext cx="77544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FFBBD8C-0CFA-00C8-3423-95AA4A02B0ED}"/>
                  </a:ext>
                </a:extLst>
              </p14:cNvPr>
              <p14:cNvContentPartPr/>
              <p14:nvPr/>
            </p14:nvContentPartPr>
            <p14:xfrm>
              <a:off x="714960" y="2432985"/>
              <a:ext cx="620280" cy="1587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FFBBD8C-0CFA-00C8-3423-95AA4A02B0E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04520" y="2422545"/>
                <a:ext cx="6415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22228F72-2EE6-DDD1-2FA9-E0D52978FBB0}"/>
                  </a:ext>
                </a:extLst>
              </p14:cNvPr>
              <p14:cNvContentPartPr/>
              <p14:nvPr/>
            </p14:nvContentPartPr>
            <p14:xfrm>
              <a:off x="1489320" y="2431545"/>
              <a:ext cx="615240" cy="552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22228F72-2EE6-DDD1-2FA9-E0D52978FBB0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478520" y="2421098"/>
                <a:ext cx="636480" cy="5742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E26E8C45-78AF-598C-0E29-8DE44C03F438}"/>
                  </a:ext>
                </a:extLst>
              </p14:cNvPr>
              <p14:cNvContentPartPr/>
              <p14:nvPr/>
            </p14:nvContentPartPr>
            <p14:xfrm>
              <a:off x="9199385" y="2296440"/>
              <a:ext cx="1339560" cy="4262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E26E8C45-78AF-598C-0E29-8DE44C03F43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188942" y="2285640"/>
                <a:ext cx="1360806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BC7F8537-1E8A-F896-F2FB-8B97B0BFDA57}"/>
                  </a:ext>
                </a:extLst>
              </p14:cNvPr>
              <p14:cNvContentPartPr/>
              <p14:nvPr/>
            </p14:nvContentPartPr>
            <p14:xfrm>
              <a:off x="10577825" y="2445480"/>
              <a:ext cx="295920" cy="2354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BC7F8537-1E8A-F896-F2FB-8B97B0BFDA5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567025" y="2434696"/>
                <a:ext cx="317160" cy="256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F599129-9CA0-11FC-23B6-803EC58DB16D}"/>
                  </a:ext>
                </a:extLst>
              </p14:cNvPr>
              <p14:cNvContentPartPr/>
              <p14:nvPr/>
            </p14:nvContentPartPr>
            <p14:xfrm>
              <a:off x="9224585" y="2782800"/>
              <a:ext cx="348840" cy="1940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F599129-9CA0-11FC-23B6-803EC58DB16D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214156" y="2772000"/>
                <a:ext cx="370058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9C332053-C130-5DF6-ED51-A8F7C4406192}"/>
                  </a:ext>
                </a:extLst>
              </p14:cNvPr>
              <p14:cNvContentPartPr/>
              <p14:nvPr/>
            </p14:nvContentPartPr>
            <p14:xfrm>
              <a:off x="9284825" y="3159022"/>
              <a:ext cx="339840" cy="2196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9C332053-C130-5DF6-ED51-A8F7C440619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274025" y="3148582"/>
                <a:ext cx="3610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32396800-1D5B-EE42-5EBB-0C2DE7CE3995}"/>
                  </a:ext>
                </a:extLst>
              </p14:cNvPr>
              <p14:cNvContentPartPr/>
              <p14:nvPr/>
            </p14:nvContentPartPr>
            <p14:xfrm>
              <a:off x="9725825" y="3164422"/>
              <a:ext cx="18720" cy="1972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32396800-1D5B-EE42-5EBB-0C2DE7CE3995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715025" y="3153622"/>
                <a:ext cx="399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87C0797B-D332-4EC4-77D5-E770997F6AD8}"/>
                  </a:ext>
                </a:extLst>
              </p14:cNvPr>
              <p14:cNvContentPartPr/>
              <p14:nvPr/>
            </p14:nvContentPartPr>
            <p14:xfrm>
              <a:off x="9742025" y="3216262"/>
              <a:ext cx="71640" cy="903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87C0797B-D332-4EC4-77D5-E770997F6AD8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731225" y="3205462"/>
                <a:ext cx="9288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7C61A2A8-137A-9324-4A07-196AF91BDAA5}"/>
                  </a:ext>
                </a:extLst>
              </p14:cNvPr>
              <p14:cNvContentPartPr/>
              <p14:nvPr/>
            </p14:nvContentPartPr>
            <p14:xfrm>
              <a:off x="9843545" y="3193222"/>
              <a:ext cx="44280" cy="1249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7C61A2A8-137A-9324-4A07-196AF91BDAA5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832745" y="3182422"/>
                <a:ext cx="655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4F06E4A-7709-2D1B-E260-CD7FADD65EBD}"/>
                  </a:ext>
                </a:extLst>
              </p14:cNvPr>
              <p14:cNvContentPartPr/>
              <p14:nvPr/>
            </p14:nvContentPartPr>
            <p14:xfrm>
              <a:off x="9907985" y="3243982"/>
              <a:ext cx="46440" cy="140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4F06E4A-7709-2D1B-E260-CD7FADD65EBD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897185" y="3233182"/>
                <a:ext cx="6768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72D4B546-F4A8-DD13-8963-545261FFA19E}"/>
                  </a:ext>
                </a:extLst>
              </p14:cNvPr>
              <p14:cNvContentPartPr/>
              <p14:nvPr/>
            </p14:nvContentPartPr>
            <p14:xfrm>
              <a:off x="9931385" y="3216262"/>
              <a:ext cx="39600" cy="1479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72D4B546-F4A8-DD13-8963-545261FFA19E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920585" y="3205462"/>
                <a:ext cx="6084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A9A2C8F0-4215-21B2-BE48-184DF2155869}"/>
                  </a:ext>
                </a:extLst>
              </p14:cNvPr>
              <p14:cNvContentPartPr/>
              <p14:nvPr/>
            </p14:nvContentPartPr>
            <p14:xfrm>
              <a:off x="10035065" y="3214102"/>
              <a:ext cx="291240" cy="1587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A9A2C8F0-4215-21B2-BE48-184DF2155869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0024265" y="3203302"/>
                <a:ext cx="3124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16075F03-861E-18E2-1975-546B2656626B}"/>
                  </a:ext>
                </a:extLst>
              </p14:cNvPr>
              <p14:cNvContentPartPr/>
              <p14:nvPr/>
            </p14:nvContentPartPr>
            <p14:xfrm>
              <a:off x="10425305" y="3186382"/>
              <a:ext cx="148320" cy="1645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16075F03-861E-18E2-1975-546B2656626B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414479" y="3175606"/>
                <a:ext cx="169612" cy="1857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EA8FCEBD-FE30-4FFF-916D-824C344796D9}"/>
                  </a:ext>
                </a:extLst>
              </p14:cNvPr>
              <p14:cNvContentPartPr/>
              <p14:nvPr/>
            </p14:nvContentPartPr>
            <p14:xfrm>
              <a:off x="10582265" y="3168022"/>
              <a:ext cx="44280" cy="1731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EA8FCEBD-FE30-4FFF-916D-824C344796D9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571465" y="3157222"/>
                <a:ext cx="6552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792B986E-7555-5832-44C5-6132FF5B1E64}"/>
                  </a:ext>
                </a:extLst>
              </p14:cNvPr>
              <p14:cNvContentPartPr/>
              <p14:nvPr/>
            </p14:nvContentPartPr>
            <p14:xfrm>
              <a:off x="10577945" y="3232462"/>
              <a:ext cx="129600" cy="651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792B986E-7555-5832-44C5-6132FF5B1E64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0567145" y="3221602"/>
                <a:ext cx="150840" cy="86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F2AAFE2-2FE5-E676-EF33-2A43BA58F7F9}"/>
                  </a:ext>
                </a:extLst>
              </p14:cNvPr>
              <p14:cNvContentPartPr/>
              <p14:nvPr/>
            </p14:nvContentPartPr>
            <p14:xfrm>
              <a:off x="9236225" y="3490222"/>
              <a:ext cx="67320" cy="1443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F2AAFE2-2FE5-E676-EF33-2A43BA58F7F9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225425" y="3479422"/>
                <a:ext cx="8856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59CCF317-EABD-28F1-D659-2B81439062DF}"/>
                  </a:ext>
                </a:extLst>
              </p14:cNvPr>
              <p14:cNvContentPartPr/>
              <p14:nvPr/>
            </p14:nvContentPartPr>
            <p14:xfrm>
              <a:off x="9317225" y="3516862"/>
              <a:ext cx="104040" cy="795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59CCF317-EABD-28F1-D659-2B81439062D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306425" y="3506111"/>
                <a:ext cx="125280" cy="10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CC99FD24-081F-4044-3E76-2435ABC63B07}"/>
                  </a:ext>
                </a:extLst>
              </p14:cNvPr>
              <p14:cNvContentPartPr/>
              <p14:nvPr/>
            </p14:nvContentPartPr>
            <p14:xfrm>
              <a:off x="9561665" y="3421822"/>
              <a:ext cx="1009440" cy="2059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CC99FD24-081F-4044-3E76-2435ABC63B07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9551225" y="3411382"/>
                <a:ext cx="103068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63563174-C93C-CB62-5AAE-FC96CCE20B7F}"/>
                  </a:ext>
                </a:extLst>
              </p14:cNvPr>
              <p14:cNvContentPartPr/>
              <p14:nvPr/>
            </p14:nvContentPartPr>
            <p14:xfrm>
              <a:off x="9228305" y="3692182"/>
              <a:ext cx="659520" cy="36216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63563174-C93C-CB62-5AAE-FC96CCE20B7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9217505" y="3681393"/>
                <a:ext cx="680760" cy="3833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6E8ECAE1-5A9C-729B-E2D8-9A728387DC30}"/>
                  </a:ext>
                </a:extLst>
              </p14:cNvPr>
              <p14:cNvContentPartPr/>
              <p14:nvPr/>
            </p14:nvContentPartPr>
            <p14:xfrm>
              <a:off x="10240625" y="3632422"/>
              <a:ext cx="432360" cy="19008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6E8ECAE1-5A9C-729B-E2D8-9A728387DC30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0230176" y="3621982"/>
                <a:ext cx="453618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01684576-05A4-722B-640E-CA4CAD32FB13}"/>
                  </a:ext>
                </a:extLst>
              </p14:cNvPr>
              <p14:cNvContentPartPr/>
              <p14:nvPr/>
            </p14:nvContentPartPr>
            <p14:xfrm>
              <a:off x="9995825" y="3701182"/>
              <a:ext cx="117720" cy="1321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01684576-05A4-722B-640E-CA4CAD32FB1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985385" y="3690742"/>
                <a:ext cx="1389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4A95A556-717D-875B-F7AC-1737A946404D}"/>
                  </a:ext>
                </a:extLst>
              </p14:cNvPr>
              <p14:cNvContentPartPr/>
              <p14:nvPr/>
            </p14:nvContentPartPr>
            <p14:xfrm>
              <a:off x="709132" y="3399548"/>
              <a:ext cx="388440" cy="69048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4A95A556-717D-875B-F7AC-1737A946404D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698332" y="3389103"/>
                <a:ext cx="409680" cy="7117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434EEAB-7161-3E2B-30B3-86674C764696}"/>
                  </a:ext>
                </a:extLst>
              </p14:cNvPr>
              <p14:cNvContentPartPr/>
              <p14:nvPr/>
            </p14:nvContentPartPr>
            <p14:xfrm>
              <a:off x="877252" y="3917588"/>
              <a:ext cx="226440" cy="1512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434EEAB-7161-3E2B-30B3-86674C764696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66452" y="3906788"/>
                <a:ext cx="24768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787463C3-C555-BC90-4360-E83C1196D551}"/>
                  </a:ext>
                </a:extLst>
              </p14:cNvPr>
              <p14:cNvContentPartPr/>
              <p14:nvPr/>
            </p14:nvContentPartPr>
            <p14:xfrm>
              <a:off x="1198012" y="3646508"/>
              <a:ext cx="12600" cy="93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787463C3-C555-BC90-4360-E83C1196D551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187572" y="3636068"/>
                <a:ext cx="338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B3351895-9E45-D503-8743-CBD375643ACE}"/>
                  </a:ext>
                </a:extLst>
              </p14:cNvPr>
              <p14:cNvContentPartPr/>
              <p14:nvPr/>
            </p14:nvContentPartPr>
            <p14:xfrm>
              <a:off x="1210252" y="3548948"/>
              <a:ext cx="122760" cy="16272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B3351895-9E45-D503-8743-CBD375643ACE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199812" y="3538508"/>
                <a:ext cx="1440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4182544D-86E4-ECD3-F6C2-46D51673E639}"/>
                  </a:ext>
                </a:extLst>
              </p14:cNvPr>
              <p14:cNvContentPartPr/>
              <p14:nvPr/>
            </p14:nvContentPartPr>
            <p14:xfrm>
              <a:off x="1353892" y="3588548"/>
              <a:ext cx="18720" cy="6804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4182544D-86E4-ECD3-F6C2-46D51673E639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343452" y="3577748"/>
                <a:ext cx="399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8CEF742D-CEA5-A9E9-16EC-BFD96C88D8E9}"/>
                  </a:ext>
                </a:extLst>
              </p14:cNvPr>
              <p14:cNvContentPartPr/>
              <p14:nvPr/>
            </p14:nvContentPartPr>
            <p14:xfrm>
              <a:off x="1384492" y="3521588"/>
              <a:ext cx="6480" cy="61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8CEF742D-CEA5-A9E9-16EC-BFD96C88D8E9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374052" y="3510788"/>
                <a:ext cx="277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E6952EDD-E129-5D2E-7088-1D7B58A827CC}"/>
                  </a:ext>
                </a:extLst>
              </p14:cNvPr>
              <p14:cNvContentPartPr/>
              <p14:nvPr/>
            </p14:nvContentPartPr>
            <p14:xfrm>
              <a:off x="1388092" y="3539588"/>
              <a:ext cx="88200" cy="17424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E6952EDD-E129-5D2E-7088-1D7B58A827CC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377292" y="3528788"/>
                <a:ext cx="1094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B9A6F0D6-1FEA-9CA0-B353-E965DC2F9EEE}"/>
                  </a:ext>
                </a:extLst>
              </p14:cNvPr>
              <p14:cNvContentPartPr/>
              <p14:nvPr/>
            </p14:nvContentPartPr>
            <p14:xfrm>
              <a:off x="1506892" y="3517988"/>
              <a:ext cx="49320" cy="14328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B9A6F0D6-1FEA-9CA0-B353-E965DC2F9EEE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496092" y="3507548"/>
                <a:ext cx="705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36C46919-1793-A43E-CCBB-B11A198D1863}"/>
                  </a:ext>
                </a:extLst>
              </p14:cNvPr>
              <p14:cNvContentPartPr/>
              <p14:nvPr/>
            </p14:nvContentPartPr>
            <p14:xfrm>
              <a:off x="1601572" y="3508988"/>
              <a:ext cx="15480" cy="14112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36C46919-1793-A43E-CCBB-B11A198D1863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590772" y="3498188"/>
                <a:ext cx="367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C52722C3-E168-6613-261B-BF7B229D10FA}"/>
                  </a:ext>
                </a:extLst>
              </p14:cNvPr>
              <p14:cNvContentPartPr/>
              <p14:nvPr/>
            </p14:nvContentPartPr>
            <p14:xfrm>
              <a:off x="1586452" y="3533468"/>
              <a:ext cx="79920" cy="5544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C52722C3-E168-6613-261B-BF7B229D10FA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575652" y="3522668"/>
                <a:ext cx="10116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046E6D0E-415C-94C8-6CB4-4C4906382DBF}"/>
                  </a:ext>
                </a:extLst>
              </p14:cNvPr>
              <p14:cNvContentPartPr/>
              <p14:nvPr/>
            </p14:nvContentPartPr>
            <p14:xfrm>
              <a:off x="1763572" y="3493868"/>
              <a:ext cx="76680" cy="15264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046E6D0E-415C-94C8-6CB4-4C4906382DBF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753132" y="3483068"/>
                <a:ext cx="979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9FB9B547-1EE5-E3DB-95E5-AE255821980A}"/>
                  </a:ext>
                </a:extLst>
              </p14:cNvPr>
              <p14:cNvContentPartPr/>
              <p14:nvPr/>
            </p14:nvContentPartPr>
            <p14:xfrm>
              <a:off x="1873732" y="3511868"/>
              <a:ext cx="86040" cy="12168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9FB9B547-1EE5-E3DB-95E5-AE255821980A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862932" y="3501428"/>
                <a:ext cx="1072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6510293-406A-FEA5-D7FB-DADA5EE6DCD3}"/>
                  </a:ext>
                </a:extLst>
              </p14:cNvPr>
              <p14:cNvContentPartPr/>
              <p14:nvPr/>
            </p14:nvContentPartPr>
            <p14:xfrm>
              <a:off x="1402852" y="3776108"/>
              <a:ext cx="86040" cy="1584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6510293-406A-FEA5-D7FB-DADA5EE6DCD3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392412" y="3765668"/>
                <a:ext cx="1072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488B4C4F-E59A-BDB8-BC3E-152C72AEEA9D}"/>
                  </a:ext>
                </a:extLst>
              </p14:cNvPr>
              <p14:cNvContentPartPr/>
              <p14:nvPr/>
            </p14:nvContentPartPr>
            <p14:xfrm>
              <a:off x="1497532" y="3778268"/>
              <a:ext cx="64440" cy="14688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488B4C4F-E59A-BDB8-BC3E-152C72AEEA9D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487092" y="3767828"/>
                <a:ext cx="856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608F993E-9030-0BE4-40D0-C10E81740824}"/>
                  </a:ext>
                </a:extLst>
              </p14:cNvPr>
              <p14:cNvContentPartPr/>
              <p14:nvPr/>
            </p14:nvContentPartPr>
            <p14:xfrm>
              <a:off x="1598332" y="3763508"/>
              <a:ext cx="33840" cy="16164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608F993E-9030-0BE4-40D0-C10E81740824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587892" y="3752708"/>
                <a:ext cx="5508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B97EE583-C9E6-0455-090D-138413A736AA}"/>
                  </a:ext>
                </a:extLst>
              </p14:cNvPr>
              <p14:cNvContentPartPr/>
              <p14:nvPr/>
            </p14:nvContentPartPr>
            <p14:xfrm>
              <a:off x="1595452" y="3817868"/>
              <a:ext cx="67680" cy="4932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B97EE583-C9E6-0455-090D-138413A736AA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584652" y="3807068"/>
                <a:ext cx="889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269B9CC9-B4AD-CBD7-2C63-735F84B6B265}"/>
                  </a:ext>
                </a:extLst>
              </p14:cNvPr>
              <p14:cNvContentPartPr/>
              <p14:nvPr/>
            </p14:nvContentPartPr>
            <p14:xfrm>
              <a:off x="1662772" y="3811748"/>
              <a:ext cx="46080" cy="13356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269B9CC9-B4AD-CBD7-2C63-735F84B6B265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651972" y="3800948"/>
                <a:ext cx="6732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962E5CC0-A128-B7E2-8617-0977F90336FB}"/>
                  </a:ext>
                </a:extLst>
              </p14:cNvPr>
              <p14:cNvContentPartPr/>
              <p14:nvPr/>
            </p14:nvContentPartPr>
            <p14:xfrm>
              <a:off x="1723972" y="3830108"/>
              <a:ext cx="15480" cy="6768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962E5CC0-A128-B7E2-8617-0977F90336FB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713172" y="3819308"/>
                <a:ext cx="3672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C7A6ED49-392D-B76E-6EA2-A63E9DD5B85D}"/>
                  </a:ext>
                </a:extLst>
              </p14:cNvPr>
              <p14:cNvContentPartPr/>
              <p14:nvPr/>
            </p14:nvContentPartPr>
            <p14:xfrm>
              <a:off x="1732972" y="3759908"/>
              <a:ext cx="9360" cy="3348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C7A6ED49-392D-B76E-6EA2-A63E9DD5B85D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722532" y="3749468"/>
                <a:ext cx="306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55860850-6E8B-568B-3EC9-5A077BBBF89F}"/>
                  </a:ext>
                </a:extLst>
              </p14:cNvPr>
              <p14:cNvContentPartPr/>
              <p14:nvPr/>
            </p14:nvContentPartPr>
            <p14:xfrm>
              <a:off x="1781932" y="3763148"/>
              <a:ext cx="125640" cy="14328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55860850-6E8B-568B-3EC9-5A077BBBF89F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771132" y="3752348"/>
                <a:ext cx="1468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1F9F88E9-0587-2A79-791D-07C94118A384}"/>
                  </a:ext>
                </a:extLst>
              </p14:cNvPr>
              <p14:cNvContentPartPr/>
              <p14:nvPr/>
            </p14:nvContentPartPr>
            <p14:xfrm>
              <a:off x="2001892" y="3781148"/>
              <a:ext cx="98280" cy="10404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1F9F88E9-0587-2A79-791D-07C94118A384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1991452" y="3770348"/>
                <a:ext cx="11952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7529B9C1-D5A0-B628-6B1C-D69696B355E2}"/>
                  </a:ext>
                </a:extLst>
              </p14:cNvPr>
              <p14:cNvContentPartPr/>
              <p14:nvPr/>
            </p14:nvContentPartPr>
            <p14:xfrm>
              <a:off x="2114932" y="3787268"/>
              <a:ext cx="9360" cy="5724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7529B9C1-D5A0-B628-6B1C-D69696B355E2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2104492" y="3776468"/>
                <a:ext cx="306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53C1B94D-4457-7135-A0E0-4ADD65F8A17E}"/>
                  </a:ext>
                </a:extLst>
              </p14:cNvPr>
              <p14:cNvContentPartPr/>
              <p14:nvPr/>
            </p14:nvContentPartPr>
            <p14:xfrm>
              <a:off x="2157772" y="3719948"/>
              <a:ext cx="24840" cy="13176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53C1B94D-4457-7135-A0E0-4ADD65F8A17E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2147332" y="3709148"/>
                <a:ext cx="460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615BC00B-4C3B-0DC1-9143-CC01D6F08486}"/>
                  </a:ext>
                </a:extLst>
              </p14:cNvPr>
              <p14:cNvContentPartPr/>
              <p14:nvPr/>
            </p14:nvContentPartPr>
            <p14:xfrm>
              <a:off x="2148772" y="3759548"/>
              <a:ext cx="39960" cy="6156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615BC00B-4C3B-0DC1-9143-CC01D6F08486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2137972" y="3749108"/>
                <a:ext cx="612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4F06783-D341-C4D4-31C8-2086B3D40D4E}"/>
                  </a:ext>
                </a:extLst>
              </p14:cNvPr>
              <p14:cNvContentPartPr/>
              <p14:nvPr/>
            </p14:nvContentPartPr>
            <p14:xfrm>
              <a:off x="2200612" y="3716708"/>
              <a:ext cx="67680" cy="13788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4F06783-D341-C4D4-31C8-2086B3D40D4E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2190172" y="3706268"/>
                <a:ext cx="8892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D8751E42-6D25-6A85-FEEB-6F3AC217DF6C}"/>
                  </a:ext>
                </a:extLst>
              </p14:cNvPr>
              <p14:cNvContentPartPr/>
              <p14:nvPr/>
            </p14:nvContentPartPr>
            <p14:xfrm>
              <a:off x="1262092" y="4056548"/>
              <a:ext cx="131760" cy="14976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D8751E42-6D25-6A85-FEEB-6F3AC217DF6C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1251652" y="4045748"/>
                <a:ext cx="15300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AB77638B-CDF6-FBA4-7077-B3250376F5FD}"/>
                  </a:ext>
                </a:extLst>
              </p14:cNvPr>
              <p14:cNvContentPartPr/>
              <p14:nvPr/>
            </p14:nvContentPartPr>
            <p14:xfrm>
              <a:off x="1402852" y="4077428"/>
              <a:ext cx="95040" cy="7668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AB77638B-CDF6-FBA4-7077-B3250376F5FD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392412" y="4066988"/>
                <a:ext cx="1162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A54704A0-2A56-5F55-9ED5-CA438E755D23}"/>
                  </a:ext>
                </a:extLst>
              </p14:cNvPr>
              <p14:cNvContentPartPr/>
              <p14:nvPr/>
            </p14:nvContentPartPr>
            <p14:xfrm>
              <a:off x="1482412" y="4077428"/>
              <a:ext cx="128880" cy="6588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A54704A0-2A56-5F55-9ED5-CA438E755D23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1471612" y="4066988"/>
                <a:ext cx="1501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D579035C-29E6-9B3E-6C0B-CDD9D0D234E9}"/>
                  </a:ext>
                </a:extLst>
              </p14:cNvPr>
              <p14:cNvContentPartPr/>
              <p14:nvPr/>
            </p14:nvContentPartPr>
            <p14:xfrm>
              <a:off x="1626052" y="4031708"/>
              <a:ext cx="64440" cy="14544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D579035C-29E6-9B3E-6C0B-CDD9D0D234E9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1615252" y="4020908"/>
                <a:ext cx="856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0FEDF259-AAC6-6C3B-35F8-E079B68E90A7}"/>
                  </a:ext>
                </a:extLst>
              </p14:cNvPr>
              <p14:cNvContentPartPr/>
              <p14:nvPr/>
            </p14:nvContentPartPr>
            <p14:xfrm>
              <a:off x="1693372" y="4077428"/>
              <a:ext cx="67680" cy="6444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0FEDF259-AAC6-6C3B-35F8-E079B68E90A7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1682572" y="4066988"/>
                <a:ext cx="889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BEEFF979-1B74-3A24-3862-66D290D7DA75}"/>
                  </a:ext>
                </a:extLst>
              </p14:cNvPr>
              <p14:cNvContentPartPr/>
              <p14:nvPr/>
            </p14:nvContentPartPr>
            <p14:xfrm>
              <a:off x="1772572" y="4050068"/>
              <a:ext cx="141120" cy="9108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BEEFF979-1B74-3A24-3862-66D290D7DA75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1762132" y="4039268"/>
                <a:ext cx="1623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84E68E8C-3B2F-0675-D5A3-72887F400138}"/>
                  </a:ext>
                </a:extLst>
              </p14:cNvPr>
              <p14:cNvContentPartPr/>
              <p14:nvPr/>
            </p14:nvContentPartPr>
            <p14:xfrm>
              <a:off x="1546492" y="4225028"/>
              <a:ext cx="49320" cy="12744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84E68E8C-3B2F-0675-D5A3-72887F400138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1536052" y="4214228"/>
                <a:ext cx="705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0561D183-9518-7A1E-5B32-05EBFCAD04E3}"/>
                  </a:ext>
                </a:extLst>
              </p14:cNvPr>
              <p14:cNvContentPartPr/>
              <p14:nvPr/>
            </p14:nvContentPartPr>
            <p14:xfrm>
              <a:off x="1619932" y="4227548"/>
              <a:ext cx="177480" cy="12204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0561D183-9518-7A1E-5B32-05EBFCAD04E3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1609132" y="4217108"/>
                <a:ext cx="19872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85CCA8E6-201E-6E96-038B-B0FE914F6473}"/>
                  </a:ext>
                </a:extLst>
              </p14:cNvPr>
              <p14:cNvContentPartPr/>
              <p14:nvPr/>
            </p14:nvContentPartPr>
            <p14:xfrm>
              <a:off x="1815412" y="4227908"/>
              <a:ext cx="37080" cy="15984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85CCA8E6-201E-6E96-038B-B0FE914F6473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1804972" y="4217468"/>
                <a:ext cx="583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991912D5-FE3A-850F-DFD3-9749EA1D2866}"/>
                  </a:ext>
                </a:extLst>
              </p14:cNvPr>
              <p14:cNvContentPartPr/>
              <p14:nvPr/>
            </p14:nvContentPartPr>
            <p14:xfrm>
              <a:off x="1867612" y="4238348"/>
              <a:ext cx="79920" cy="5976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991912D5-FE3A-850F-DFD3-9749EA1D2866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1856812" y="4227548"/>
                <a:ext cx="1011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F26CE77B-C82C-EC2C-5895-49128E1D48D5}"/>
                  </a:ext>
                </a:extLst>
              </p14:cNvPr>
              <p14:cNvContentPartPr/>
              <p14:nvPr/>
            </p14:nvContentPartPr>
            <p14:xfrm>
              <a:off x="1956172" y="4175708"/>
              <a:ext cx="15480" cy="16200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F26CE77B-C82C-EC2C-5895-49128E1D48D5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1945372" y="4164908"/>
                <a:ext cx="367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A37CE227-4EAE-9925-1885-C159FA384703}"/>
                  </a:ext>
                </a:extLst>
              </p14:cNvPr>
              <p14:cNvContentPartPr/>
              <p14:nvPr/>
            </p14:nvContentPartPr>
            <p14:xfrm>
              <a:off x="1950052" y="4190828"/>
              <a:ext cx="70560" cy="11268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A37CE227-4EAE-9925-1885-C159FA384703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1939252" y="4180388"/>
                <a:ext cx="918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85CE1144-04C1-BFDF-BDC6-C98F6501EB3E}"/>
                  </a:ext>
                </a:extLst>
              </p14:cNvPr>
              <p14:cNvContentPartPr/>
              <p14:nvPr/>
            </p14:nvContentPartPr>
            <p14:xfrm>
              <a:off x="2032492" y="4196588"/>
              <a:ext cx="76680" cy="964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85CE1144-04C1-BFDF-BDC6-C98F6501EB3E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2022052" y="4186148"/>
                <a:ext cx="9792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CEB4FA94-5AC4-9BAB-2D3E-E7B1728B7CD7}"/>
                  </a:ext>
                </a:extLst>
              </p14:cNvPr>
              <p14:cNvContentPartPr/>
              <p14:nvPr/>
            </p14:nvContentPartPr>
            <p14:xfrm>
              <a:off x="2087932" y="4196588"/>
              <a:ext cx="55080" cy="16128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CEB4FA94-5AC4-9BAB-2D3E-E7B1728B7CD7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2077132" y="4186148"/>
                <a:ext cx="7632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2060D9D7-353E-B965-FDA3-015CA65B8952}"/>
                  </a:ext>
                </a:extLst>
              </p14:cNvPr>
              <p14:cNvContentPartPr/>
              <p14:nvPr/>
            </p14:nvContentPartPr>
            <p14:xfrm>
              <a:off x="2170012" y="4306748"/>
              <a:ext cx="6480" cy="1260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2060D9D7-353E-B965-FDA3-015CA65B8952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2159572" y="4296308"/>
                <a:ext cx="27720" cy="3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861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6" grpId="0"/>
      <p:bldP spid="2" grpId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RSA Key Size and Security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10744200" cy="30469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dirty="0"/>
              <a:t>It is common to choose n to be </a:t>
            </a:r>
            <a:r>
              <a:rPr lang="en-US" b="1" dirty="0">
                <a:sym typeface="Wingdings" pitchFamily="2" charset="2"/>
              </a:rPr>
              <a:t>2048</a:t>
            </a:r>
            <a:r>
              <a:rPr lang="en-US" dirty="0">
                <a:sym typeface="Wingdings" pitchFamily="2" charset="2"/>
              </a:rPr>
              <a:t> bits (or 2K bits)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Security depends on difficulty of solving factorization problem to get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 from </a:t>
            </a:r>
            <a:r>
              <a:rPr lang="en-US" i="1" dirty="0"/>
              <a:t>n</a:t>
            </a:r>
            <a:r>
              <a:rPr lang="en-US" dirty="0"/>
              <a:t>.</a:t>
            </a:r>
          </a:p>
          <a:p>
            <a:pPr lvl="1" eaLnBrk="1" hangingPunct="1">
              <a:lnSpc>
                <a:spcPct val="80000"/>
              </a:lnSpc>
            </a:pPr>
            <a:endParaRPr lang="en-US" dirty="0"/>
          </a:p>
          <a:p>
            <a:pPr lvl="1" eaLnBrk="1" hangingPunct="1"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Recommended key length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https://</a:t>
            </a:r>
            <a:r>
              <a:rPr lang="en-US" dirty="0" err="1"/>
              <a:t>www.keylength.com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/4/</a:t>
            </a: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2A4318E-AC07-4BE2-83B2-6561B006025C}" type="slidenum">
              <a:rPr lang="en-US"/>
              <a:pPr/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9BD0C4A-2DB3-F6E4-1493-737EECA964CB}"/>
                  </a:ext>
                </a:extLst>
              </p14:cNvPr>
              <p14:cNvContentPartPr/>
              <p14:nvPr/>
            </p14:nvContentPartPr>
            <p14:xfrm>
              <a:off x="1734852" y="3269927"/>
              <a:ext cx="592200" cy="194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9BD0C4A-2DB3-F6E4-1493-737EECA964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24052" y="3259127"/>
                <a:ext cx="61344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1E19B5C-A027-756C-F878-11015101864B}"/>
                  </a:ext>
                </a:extLst>
              </p14:cNvPr>
              <p14:cNvContentPartPr/>
              <p14:nvPr/>
            </p14:nvContentPartPr>
            <p14:xfrm>
              <a:off x="1288452" y="3237527"/>
              <a:ext cx="236880" cy="1767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1E19B5C-A027-756C-F878-1101510186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7668" y="3227087"/>
                <a:ext cx="258088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9957A2B-A899-BFFC-E7BE-695665F77FE1}"/>
                  </a:ext>
                </a:extLst>
              </p14:cNvPr>
              <p14:cNvContentPartPr/>
              <p14:nvPr/>
            </p14:nvContentPartPr>
            <p14:xfrm>
              <a:off x="3417492" y="2856647"/>
              <a:ext cx="619560" cy="222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9957A2B-A899-BFFC-E7BE-695665F77FE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06698" y="2845847"/>
                <a:ext cx="640788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5E236FC-278F-C60E-BEE8-9642FAEAA232}"/>
                  </a:ext>
                </a:extLst>
              </p14:cNvPr>
              <p14:cNvContentPartPr/>
              <p14:nvPr/>
            </p14:nvContentPartPr>
            <p14:xfrm>
              <a:off x="1812612" y="2839007"/>
              <a:ext cx="1432440" cy="280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5E236FC-278F-C60E-BEE8-9642FAEAA2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01815" y="2828567"/>
                <a:ext cx="1453675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0E5ECDB-CD76-A08C-6A1F-1EE21086B4FF}"/>
                  </a:ext>
                </a:extLst>
              </p14:cNvPr>
              <p14:cNvContentPartPr/>
              <p14:nvPr/>
            </p14:nvContentPartPr>
            <p14:xfrm>
              <a:off x="1253892" y="2807327"/>
              <a:ext cx="401040" cy="2851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0E5ECDB-CD76-A08C-6A1F-1EE21086B4F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43452" y="2796527"/>
                <a:ext cx="42228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BA2A973-9BFB-1C68-2CDD-7EDD52382274}"/>
                  </a:ext>
                </a:extLst>
              </p14:cNvPr>
              <p14:cNvContentPartPr/>
              <p14:nvPr/>
            </p14:nvContentPartPr>
            <p14:xfrm>
              <a:off x="6618491" y="901452"/>
              <a:ext cx="140040" cy="179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BA2A973-9BFB-1C68-2CDD-7EDD5238227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08051" y="890652"/>
                <a:ext cx="16128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C6F2EF7-AE64-AF4E-EB21-6708E1224FB9}"/>
                  </a:ext>
                </a:extLst>
              </p14:cNvPr>
              <p14:cNvContentPartPr/>
              <p14:nvPr/>
            </p14:nvContentPartPr>
            <p14:xfrm>
              <a:off x="7169651" y="1143372"/>
              <a:ext cx="877680" cy="1735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C6F2EF7-AE64-AF4E-EB21-6708E1224FB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58851" y="1132572"/>
                <a:ext cx="8989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695B62B-36A1-9311-5171-AC713753D6C6}"/>
                  </a:ext>
                </a:extLst>
              </p14:cNvPr>
              <p14:cNvContentPartPr/>
              <p14:nvPr/>
            </p14:nvContentPartPr>
            <p14:xfrm>
              <a:off x="6923411" y="856812"/>
              <a:ext cx="701640" cy="1886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695B62B-36A1-9311-5171-AC713753D6C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12617" y="846033"/>
                <a:ext cx="722869" cy="20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84B8F70-94CA-6ED1-80EA-481673A53330}"/>
                  </a:ext>
                </a:extLst>
              </p14:cNvPr>
              <p14:cNvContentPartPr/>
              <p14:nvPr/>
            </p14:nvContentPartPr>
            <p14:xfrm>
              <a:off x="6864731" y="1211772"/>
              <a:ext cx="212760" cy="2836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84B8F70-94CA-6ED1-80EA-481673A5333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53931" y="1200972"/>
                <a:ext cx="234000" cy="30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7367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7861842"/>
              </p:ext>
            </p:extLst>
          </p:nvPr>
        </p:nvGraphicFramePr>
        <p:xfrm>
          <a:off x="685800" y="1143000"/>
          <a:ext cx="10668000" cy="51511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75">
                <a:tc>
                  <a:txBody>
                    <a:bodyPr/>
                    <a:lstStyle/>
                    <a:p>
                      <a:r>
                        <a:rPr lang="en-US" sz="2800" dirty="0"/>
                        <a:t>Asymmetric</a:t>
                      </a:r>
                      <a:r>
                        <a:rPr lang="en-US" sz="2800" baseline="0" dirty="0"/>
                        <a:t> encryption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Symmetric Encryption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817">
                <a:tc>
                  <a:txBody>
                    <a:bodyPr/>
                    <a:lstStyle/>
                    <a:p>
                      <a:r>
                        <a:rPr lang="en-US" sz="2800" dirty="0"/>
                        <a:t>Public keys can be sent over a public channel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 secret key must be distributed over a secure channel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6817">
                <a:tc>
                  <a:txBody>
                    <a:bodyPr/>
                    <a:lstStyle/>
                    <a:p>
                      <a:r>
                        <a:rPr lang="en-US" sz="2800" dirty="0"/>
                        <a:t>Scalable for multi-party communication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Non-scalable for multi-party communication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681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Long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Relative short keys (e.g., 128 bits)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Slow encryption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Fast encryption speed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4B4D3E-8BF8-4B9C-AB7F-AEECA269DD0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06A9DB3-A45B-FEFB-679C-2E888203E7DC}"/>
                  </a:ext>
                </a:extLst>
              </p14:cNvPr>
              <p14:cNvContentPartPr/>
              <p14:nvPr/>
            </p14:nvContentPartPr>
            <p14:xfrm>
              <a:off x="6206520" y="773775"/>
              <a:ext cx="1026000" cy="3463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06A9DB3-A45B-FEFB-679C-2E888203E7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076" y="762975"/>
                <a:ext cx="1047247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D96B469-5D0E-5FCC-1ABF-5B6A42601736}"/>
                  </a:ext>
                </a:extLst>
              </p14:cNvPr>
              <p14:cNvContentPartPr/>
              <p14:nvPr/>
            </p14:nvContentPartPr>
            <p14:xfrm>
              <a:off x="3849149" y="855578"/>
              <a:ext cx="1760040" cy="2919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D96B469-5D0E-5FCC-1ABF-5B6A426017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8349" y="844791"/>
                <a:ext cx="1781280" cy="3131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3B57528-B5AF-1272-5942-CE019E8E87D4}"/>
                  </a:ext>
                </a:extLst>
              </p14:cNvPr>
              <p14:cNvContentPartPr/>
              <p14:nvPr/>
            </p14:nvContentPartPr>
            <p14:xfrm>
              <a:off x="2502944" y="4575815"/>
              <a:ext cx="1177200" cy="273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3B57528-B5AF-1272-5942-CE019E8E87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92501" y="4565015"/>
                <a:ext cx="1198446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73034E9-7F4F-955A-4A8A-0D9A222DFCC0}"/>
                  </a:ext>
                </a:extLst>
              </p14:cNvPr>
              <p14:cNvContentPartPr/>
              <p14:nvPr/>
            </p14:nvContentPartPr>
            <p14:xfrm>
              <a:off x="3728924" y="119655"/>
              <a:ext cx="1053360" cy="2062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73034E9-7F4F-955A-4A8A-0D9A222DFC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18484" y="108855"/>
                <a:ext cx="107460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3164A64-0865-2D27-44B7-1F8D0F0B22D4}"/>
                  </a:ext>
                </a:extLst>
              </p14:cNvPr>
              <p14:cNvContentPartPr/>
              <p14:nvPr/>
            </p14:nvContentPartPr>
            <p14:xfrm>
              <a:off x="3433364" y="139455"/>
              <a:ext cx="157320" cy="136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3164A64-0865-2D27-44B7-1F8D0F0B22D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22924" y="128655"/>
                <a:ext cx="1785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16C0B7D-3F0C-E593-E577-F1F95169463E}"/>
                  </a:ext>
                </a:extLst>
              </p14:cNvPr>
              <p14:cNvContentPartPr/>
              <p14:nvPr/>
            </p14:nvContentPartPr>
            <p14:xfrm>
              <a:off x="4833404" y="149895"/>
              <a:ext cx="701640" cy="176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16C0B7D-3F0C-E593-E577-F1F95169463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22604" y="139434"/>
                <a:ext cx="722880" cy="1973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110CCC4-5630-14E8-6919-0A93CD69C532}"/>
                  </a:ext>
                </a:extLst>
              </p14:cNvPr>
              <p14:cNvContentPartPr/>
              <p14:nvPr/>
            </p14:nvContentPartPr>
            <p14:xfrm>
              <a:off x="4202324" y="353295"/>
              <a:ext cx="127440" cy="2336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110CCC4-5630-14E8-6919-0A93CD69C53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91884" y="342839"/>
                <a:ext cx="148680" cy="254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3A501C5-D73E-B1F4-99EA-EA3277E60A3B}"/>
                  </a:ext>
                </a:extLst>
              </p14:cNvPr>
              <p14:cNvContentPartPr/>
              <p14:nvPr/>
            </p14:nvContentPartPr>
            <p14:xfrm>
              <a:off x="4417244" y="466335"/>
              <a:ext cx="510480" cy="2750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3A501C5-D73E-B1F4-99EA-EA3277E60A3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06452" y="455535"/>
                <a:ext cx="531705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A836AE3F-E940-3E20-8AF1-684503A2A312}"/>
                  </a:ext>
                </a:extLst>
              </p14:cNvPr>
              <p14:cNvContentPartPr/>
              <p14:nvPr/>
            </p14:nvContentPartPr>
            <p14:xfrm>
              <a:off x="5590484" y="153495"/>
              <a:ext cx="662760" cy="1238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A836AE3F-E940-3E20-8AF1-684503A2A31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80038" y="143055"/>
                <a:ext cx="684012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586E4D4-E969-1E83-8D32-FB43EAB2EE99}"/>
                  </a:ext>
                </a:extLst>
              </p14:cNvPr>
              <p14:cNvContentPartPr/>
              <p14:nvPr/>
            </p14:nvContentPartPr>
            <p14:xfrm>
              <a:off x="4439280" y="6319698"/>
              <a:ext cx="601560" cy="2995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586E4D4-E969-1E83-8D32-FB43EAB2EE9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28486" y="6309258"/>
                <a:ext cx="622787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0E923374-CE31-CF6D-F0FA-214836163A20}"/>
                  </a:ext>
                </a:extLst>
              </p14:cNvPr>
              <p14:cNvContentPartPr/>
              <p14:nvPr/>
            </p14:nvContentPartPr>
            <p14:xfrm>
              <a:off x="4396440" y="5885538"/>
              <a:ext cx="575280" cy="3423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0E923374-CE31-CF6D-F0FA-214836163A2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85640" y="5875087"/>
                <a:ext cx="596520" cy="3636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8181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of RSA encryption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08000" y="1447800"/>
            <a:ext cx="11226800" cy="1532727"/>
          </a:xfrm>
        </p:spPr>
        <p:txBody>
          <a:bodyPr/>
          <a:lstStyle/>
          <a:p>
            <a:r>
              <a:rPr lang="en-US" dirty="0"/>
              <a:t>trouble in encrypting large files! </a:t>
            </a:r>
          </a:p>
          <a:p>
            <a:pPr lvl="1"/>
            <a:r>
              <a:rPr lang="en-US" dirty="0"/>
              <a:t>when being converted to an integer, it may be bigger than the RSA modulus in use and cannot be encrypted directly.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4B4D3E-8BF8-4B9C-AB7F-AEECA269DD0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14CD24B-F42B-1ADB-0650-BAA239301488}"/>
                  </a:ext>
                </a:extLst>
              </p14:cNvPr>
              <p14:cNvContentPartPr/>
              <p14:nvPr/>
            </p14:nvContentPartPr>
            <p14:xfrm>
              <a:off x="6190647" y="1191735"/>
              <a:ext cx="519840" cy="313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14CD24B-F42B-1ADB-0650-BAA2393014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79847" y="1181295"/>
                <a:ext cx="54108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D8C5022-CCBF-DC64-ADBE-FD17DCB03924}"/>
                  </a:ext>
                </a:extLst>
              </p14:cNvPr>
              <p14:cNvContentPartPr/>
              <p14:nvPr/>
            </p14:nvContentPartPr>
            <p14:xfrm>
              <a:off x="6539127" y="1212255"/>
              <a:ext cx="702000" cy="240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D8C5022-CCBF-DC64-ADBE-FD17DCB039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28682" y="1201455"/>
                <a:ext cx="723251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C6EBB9B-81B4-ABBB-4090-9E6AB5D7C047}"/>
                  </a:ext>
                </a:extLst>
              </p14:cNvPr>
              <p14:cNvContentPartPr/>
              <p14:nvPr/>
            </p14:nvContentPartPr>
            <p14:xfrm>
              <a:off x="1303555" y="3252456"/>
              <a:ext cx="92520" cy="20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C6EBB9B-81B4-ABBB-4090-9E6AB5D7C0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3115" y="3242016"/>
                <a:ext cx="1137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61403A7-71B5-9ACA-15C4-DC970723FF97}"/>
                  </a:ext>
                </a:extLst>
              </p14:cNvPr>
              <p14:cNvContentPartPr/>
              <p14:nvPr/>
            </p14:nvContentPartPr>
            <p14:xfrm>
              <a:off x="2481835" y="3142296"/>
              <a:ext cx="205560" cy="200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61403A7-71B5-9ACA-15C4-DC970723FF9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71395" y="3131856"/>
                <a:ext cx="2268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A1494E8-7BCE-E202-D2D5-B755BB4D026D}"/>
                  </a:ext>
                </a:extLst>
              </p14:cNvPr>
              <p14:cNvContentPartPr/>
              <p14:nvPr/>
            </p14:nvContentPartPr>
            <p14:xfrm>
              <a:off x="2106715" y="3072456"/>
              <a:ext cx="225360" cy="380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A1494E8-7BCE-E202-D2D5-B755BB4D02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95932" y="3061656"/>
                <a:ext cx="246566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C352BFC-ACCD-16AA-A61F-E38301B477D9}"/>
                  </a:ext>
                </a:extLst>
              </p14:cNvPr>
              <p14:cNvContentPartPr/>
              <p14:nvPr/>
            </p14:nvContentPartPr>
            <p14:xfrm>
              <a:off x="1526035" y="3072456"/>
              <a:ext cx="446040" cy="3182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C352BFC-ACCD-16AA-A61F-E38301B477D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15587" y="3061656"/>
                <a:ext cx="467297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9073770-5A32-7CAB-AB7D-E754A57EBC3A}"/>
                  </a:ext>
                </a:extLst>
              </p14:cNvPr>
              <p14:cNvContentPartPr/>
              <p14:nvPr/>
            </p14:nvContentPartPr>
            <p14:xfrm>
              <a:off x="2511715" y="3173976"/>
              <a:ext cx="190440" cy="153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9073770-5A32-7CAB-AB7D-E754A57EBC3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1275" y="3163536"/>
                <a:ext cx="21168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92A6A9B-1B84-FBDC-CC2F-ED7602B86724}"/>
                  </a:ext>
                </a:extLst>
              </p14:cNvPr>
              <p14:cNvContentPartPr/>
              <p14:nvPr/>
            </p14:nvContentPartPr>
            <p14:xfrm>
              <a:off x="2877115" y="3087216"/>
              <a:ext cx="505800" cy="311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92A6A9B-1B84-FBDC-CC2F-ED7602B867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66675" y="3076764"/>
                <a:ext cx="527040" cy="332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552939C-8EF5-E57B-2197-07D24CCB0697}"/>
                  </a:ext>
                </a:extLst>
              </p14:cNvPr>
              <p14:cNvContentPartPr/>
              <p14:nvPr/>
            </p14:nvContentPartPr>
            <p14:xfrm>
              <a:off x="3963235" y="3042216"/>
              <a:ext cx="155520" cy="248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552939C-8EF5-E57B-2197-07D24CCB069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52435" y="3031776"/>
                <a:ext cx="1767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3F90E40-C80D-1CC2-984B-C0E79D761205}"/>
                  </a:ext>
                </a:extLst>
              </p14:cNvPr>
              <p14:cNvContentPartPr/>
              <p14:nvPr/>
            </p14:nvContentPartPr>
            <p14:xfrm>
              <a:off x="3320275" y="3100176"/>
              <a:ext cx="423000" cy="3182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3F90E40-C80D-1CC2-984B-C0E79D76120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09835" y="3089376"/>
                <a:ext cx="44424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C1D7B5D-E782-0285-7217-B930F5C2D42B}"/>
                  </a:ext>
                </a:extLst>
              </p14:cNvPr>
              <p14:cNvContentPartPr/>
              <p14:nvPr/>
            </p14:nvContentPartPr>
            <p14:xfrm>
              <a:off x="3714417" y="3684455"/>
              <a:ext cx="439560" cy="1872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C1D7B5D-E782-0285-7217-B930F5C2D42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03968" y="3674015"/>
                <a:ext cx="460817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1DD3A65-D968-D80A-2DB7-6523163868BF}"/>
                  </a:ext>
                </a:extLst>
              </p14:cNvPr>
              <p14:cNvContentPartPr/>
              <p14:nvPr/>
            </p14:nvContentPartPr>
            <p14:xfrm>
              <a:off x="3265497" y="3640535"/>
              <a:ext cx="280440" cy="2059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1DD3A65-D968-D80A-2DB7-6523163868B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54711" y="3630095"/>
                <a:ext cx="301653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7CC640C-2CB6-C185-26F4-4163B67C6932}"/>
                  </a:ext>
                </a:extLst>
              </p14:cNvPr>
              <p14:cNvContentPartPr/>
              <p14:nvPr/>
            </p14:nvContentPartPr>
            <p14:xfrm>
              <a:off x="2968137" y="3707855"/>
              <a:ext cx="128520" cy="1674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7CC640C-2CB6-C185-26F4-4163B67C693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957697" y="3697055"/>
                <a:ext cx="14976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D950522-E7A8-45F9-6EFD-772535DB50C2}"/>
                  </a:ext>
                </a:extLst>
              </p14:cNvPr>
              <p14:cNvContentPartPr/>
              <p14:nvPr/>
            </p14:nvContentPartPr>
            <p14:xfrm>
              <a:off x="2397897" y="3707855"/>
              <a:ext cx="425520" cy="2026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D950522-E7A8-45F9-6EFD-772535DB50C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87097" y="3697074"/>
                <a:ext cx="446760" cy="2238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029F681-1A94-E3B0-BF93-5DE2C60E518B}"/>
                  </a:ext>
                </a:extLst>
              </p14:cNvPr>
              <p14:cNvContentPartPr/>
              <p14:nvPr/>
            </p14:nvContentPartPr>
            <p14:xfrm>
              <a:off x="1124217" y="3745295"/>
              <a:ext cx="1091160" cy="234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029F681-1A94-E3B0-BF93-5DE2C60E518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13774" y="3734495"/>
                <a:ext cx="1112407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D0FC423-3720-3966-110A-C30C84FB987A}"/>
                  </a:ext>
                </a:extLst>
              </p14:cNvPr>
              <p14:cNvContentPartPr/>
              <p14:nvPr/>
            </p14:nvContentPartPr>
            <p14:xfrm>
              <a:off x="4028035" y="3027456"/>
              <a:ext cx="370800" cy="360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D0FC423-3720-3966-110A-C30C84FB987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17595" y="3016667"/>
                <a:ext cx="392040" cy="381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2BE4ED1-4346-00B9-D26D-51B8AFFA50B0}"/>
                  </a:ext>
                </a:extLst>
              </p14:cNvPr>
              <p14:cNvContentPartPr/>
              <p14:nvPr/>
            </p14:nvContentPartPr>
            <p14:xfrm>
              <a:off x="1110897" y="4136615"/>
              <a:ext cx="132120" cy="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2BE4ED1-4346-00B9-D26D-51B8AFFA50B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00097" y="4126175"/>
                <a:ext cx="15336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E30BA32-8123-173A-7570-F13BFDA7D403}"/>
                  </a:ext>
                </a:extLst>
              </p14:cNvPr>
              <p14:cNvContentPartPr/>
              <p14:nvPr/>
            </p14:nvContentPartPr>
            <p14:xfrm>
              <a:off x="1380897" y="4055615"/>
              <a:ext cx="378720" cy="2062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E30BA32-8123-173A-7570-F13BFDA7D40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370457" y="4044815"/>
                <a:ext cx="3999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F5E9DC5-54E6-A0F2-8C32-5F0C2291931F}"/>
                  </a:ext>
                </a:extLst>
              </p14:cNvPr>
              <p14:cNvContentPartPr/>
              <p14:nvPr/>
            </p14:nvContentPartPr>
            <p14:xfrm>
              <a:off x="1864017" y="4023575"/>
              <a:ext cx="736200" cy="2156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F5E9DC5-54E6-A0F2-8C32-5F0C2291931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53217" y="4013118"/>
                <a:ext cx="757440" cy="2369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7989349-CB56-6A9A-A8F2-40F0D84ADC1B}"/>
                  </a:ext>
                </a:extLst>
              </p14:cNvPr>
              <p14:cNvContentPartPr/>
              <p14:nvPr/>
            </p14:nvContentPartPr>
            <p14:xfrm>
              <a:off x="3853017" y="3950855"/>
              <a:ext cx="400320" cy="1810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7989349-CB56-6A9A-A8F2-40F0D84ADC1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42217" y="3940415"/>
                <a:ext cx="4215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8114C92-A260-A539-03E9-BB85D22B85E1}"/>
                  </a:ext>
                </a:extLst>
              </p14:cNvPr>
              <p14:cNvContentPartPr/>
              <p14:nvPr/>
            </p14:nvContentPartPr>
            <p14:xfrm>
              <a:off x="2735577" y="3963095"/>
              <a:ext cx="945360" cy="5281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8114C92-A260-A539-03E9-BB85D22B85E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24781" y="3952302"/>
                <a:ext cx="966592" cy="549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0AEB075F-D312-5657-4594-917927992033}"/>
                  </a:ext>
                </a:extLst>
              </p14:cNvPr>
              <p14:cNvContentPartPr/>
              <p14:nvPr/>
            </p14:nvContentPartPr>
            <p14:xfrm>
              <a:off x="4410297" y="3920615"/>
              <a:ext cx="1168200" cy="1623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0AEB075F-D312-5657-4594-91792799203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399500" y="3909815"/>
                <a:ext cx="1189433" cy="18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3540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4038600"/>
            <a:ext cx="1752600" cy="1752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4194386"/>
            <a:ext cx="1752600" cy="15968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approach…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CDC29-1A8F-43CB-A892-15B283BB8DB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2971800"/>
            <a:ext cx="838200" cy="838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981200"/>
            <a:ext cx="914400" cy="914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1600200"/>
            <a:ext cx="1981200" cy="1981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2800" y="1447800"/>
            <a:ext cx="2209800" cy="2209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2057400"/>
            <a:ext cx="1783006" cy="1447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3600" y="5638800"/>
            <a:ext cx="1143000" cy="1143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8C71618-B2C9-CB42-8B42-F7F7871D01B2}"/>
                  </a:ext>
                </a:extLst>
              </p14:cNvPr>
              <p14:cNvContentPartPr/>
              <p14:nvPr/>
            </p14:nvContentPartPr>
            <p14:xfrm>
              <a:off x="4091273" y="1044312"/>
              <a:ext cx="464760" cy="349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8C71618-B2C9-CB42-8B42-F7F7871D01B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80825" y="1033512"/>
                <a:ext cx="486016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32D50C8-0794-68A6-BF36-18A84DFD4604}"/>
                  </a:ext>
                </a:extLst>
              </p14:cNvPr>
              <p14:cNvContentPartPr/>
              <p14:nvPr/>
            </p14:nvContentPartPr>
            <p14:xfrm>
              <a:off x="4752593" y="1063032"/>
              <a:ext cx="106560" cy="162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32D50C8-0794-68A6-BF36-18A84DFD460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42153" y="1052232"/>
                <a:ext cx="1278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84251D3-6C94-0040-A078-18BFB9BAB000}"/>
                  </a:ext>
                </a:extLst>
              </p14:cNvPr>
              <p14:cNvContentPartPr/>
              <p14:nvPr/>
            </p14:nvContentPartPr>
            <p14:xfrm>
              <a:off x="4866353" y="1089312"/>
              <a:ext cx="88560" cy="145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84251D3-6C94-0040-A078-18BFB9BAB00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55913" y="1078512"/>
                <a:ext cx="1098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7697D95-1A59-1A37-2021-3639C54CAF79}"/>
                  </a:ext>
                </a:extLst>
              </p14:cNvPr>
              <p14:cNvContentPartPr/>
              <p14:nvPr/>
            </p14:nvContentPartPr>
            <p14:xfrm>
              <a:off x="4974713" y="1079592"/>
              <a:ext cx="57240" cy="154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7697D95-1A59-1A37-2021-3639C54CAF7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63913" y="1069152"/>
                <a:ext cx="784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8E9015B-8257-9560-2AFC-BFBEAEE789FC}"/>
                  </a:ext>
                </a:extLst>
              </p14:cNvPr>
              <p14:cNvContentPartPr/>
              <p14:nvPr/>
            </p14:nvContentPartPr>
            <p14:xfrm>
              <a:off x="5068673" y="1102632"/>
              <a:ext cx="71640" cy="140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8E9015B-8257-9560-2AFC-BFBEAEE789F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58233" y="1091832"/>
                <a:ext cx="9288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D51B2D4-4A55-8047-1498-F3D094329108}"/>
                  </a:ext>
                </a:extLst>
              </p14:cNvPr>
              <p14:cNvContentPartPr/>
              <p14:nvPr/>
            </p14:nvContentPartPr>
            <p14:xfrm>
              <a:off x="5142833" y="1150872"/>
              <a:ext cx="51480" cy="31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D51B2D4-4A55-8047-1498-F3D09432910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32033" y="1140432"/>
                <a:ext cx="727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36E3ED1-A7CF-85BD-1B9B-7F25F5830A86}"/>
                  </a:ext>
                </a:extLst>
              </p14:cNvPr>
              <p14:cNvContentPartPr/>
              <p14:nvPr/>
            </p14:nvContentPartPr>
            <p14:xfrm>
              <a:off x="5179913" y="1113792"/>
              <a:ext cx="46080" cy="144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36E3ED1-A7CF-85BD-1B9B-7F25F5830A8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69113" y="1103352"/>
                <a:ext cx="6732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60C7447-252E-7C7C-DB96-31B8D96005FE}"/>
                  </a:ext>
                </a:extLst>
              </p14:cNvPr>
              <p14:cNvContentPartPr/>
              <p14:nvPr/>
            </p14:nvContentPartPr>
            <p14:xfrm>
              <a:off x="5254073" y="1131072"/>
              <a:ext cx="14760" cy="140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60C7447-252E-7C7C-DB96-31B8D96005F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43273" y="1120272"/>
                <a:ext cx="360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8951E6D-D4D0-571C-350D-CFE594627C49}"/>
                  </a:ext>
                </a:extLst>
              </p14:cNvPr>
              <p14:cNvContentPartPr/>
              <p14:nvPr/>
            </p14:nvContentPartPr>
            <p14:xfrm>
              <a:off x="5268113" y="1079952"/>
              <a:ext cx="65880" cy="104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8951E6D-D4D0-571C-350D-CFE594627C4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57673" y="1069512"/>
                <a:ext cx="8712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8059494-FB43-D58F-B7D1-0BDC327518B4}"/>
                  </a:ext>
                </a:extLst>
              </p14:cNvPr>
              <p14:cNvContentPartPr/>
              <p14:nvPr/>
            </p14:nvContentPartPr>
            <p14:xfrm>
              <a:off x="5362073" y="1051152"/>
              <a:ext cx="14760" cy="162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8059494-FB43-D58F-B7D1-0BDC327518B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351633" y="1040712"/>
                <a:ext cx="360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51DCA71-5501-7D56-118B-38BC5B37B7EF}"/>
                  </a:ext>
                </a:extLst>
              </p14:cNvPr>
              <p14:cNvContentPartPr/>
              <p14:nvPr/>
            </p14:nvContentPartPr>
            <p14:xfrm>
              <a:off x="5339393" y="1073832"/>
              <a:ext cx="114480" cy="57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51DCA71-5501-7D56-118B-38BC5B37B7E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28593" y="1063392"/>
                <a:ext cx="13572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C84F497-4AF0-07F8-6A69-BEAFF3FD25D2}"/>
                  </a:ext>
                </a:extLst>
              </p14:cNvPr>
              <p14:cNvContentPartPr/>
              <p14:nvPr/>
            </p14:nvContentPartPr>
            <p14:xfrm>
              <a:off x="5559713" y="1019112"/>
              <a:ext cx="25200" cy="217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C84F497-4AF0-07F8-6A69-BEAFF3FD25D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49273" y="1008672"/>
                <a:ext cx="4644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EF314B3-7F15-E7E6-50F0-2E2DC3789FDB}"/>
                  </a:ext>
                </a:extLst>
              </p14:cNvPr>
              <p14:cNvContentPartPr/>
              <p14:nvPr/>
            </p14:nvContentPartPr>
            <p14:xfrm>
              <a:off x="5538833" y="1076712"/>
              <a:ext cx="140040" cy="658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EF314B3-7F15-E7E6-50F0-2E2DC3789FD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528393" y="1066272"/>
                <a:ext cx="1612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F8A86FC-7B92-795F-4285-20CD840585A0}"/>
                  </a:ext>
                </a:extLst>
              </p14:cNvPr>
              <p14:cNvContentPartPr/>
              <p14:nvPr/>
            </p14:nvContentPartPr>
            <p14:xfrm>
              <a:off x="5675633" y="1005792"/>
              <a:ext cx="236880" cy="1936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F8A86FC-7B92-795F-4285-20CD840585A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64833" y="994992"/>
                <a:ext cx="2581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93E54D4-76BF-6120-2765-320D38B039B0}"/>
                  </a:ext>
                </a:extLst>
              </p14:cNvPr>
              <p14:cNvContentPartPr/>
              <p14:nvPr/>
            </p14:nvContentPartPr>
            <p14:xfrm>
              <a:off x="4233833" y="1402152"/>
              <a:ext cx="57240" cy="1666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93E54D4-76BF-6120-2765-320D38B039B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23393" y="1391352"/>
                <a:ext cx="7848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056FEF4-A690-431F-7063-00ECB31620F5}"/>
                  </a:ext>
                </a:extLst>
              </p14:cNvPr>
              <p14:cNvContentPartPr/>
              <p14:nvPr/>
            </p14:nvContentPartPr>
            <p14:xfrm>
              <a:off x="4293953" y="1415472"/>
              <a:ext cx="110880" cy="117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056FEF4-A690-431F-7063-00ECB31620F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83513" y="1405032"/>
                <a:ext cx="13212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099BECF-8F60-1399-CCE6-4E3497888C2A}"/>
                  </a:ext>
                </a:extLst>
              </p14:cNvPr>
              <p14:cNvContentPartPr/>
              <p14:nvPr/>
            </p14:nvContentPartPr>
            <p14:xfrm>
              <a:off x="4436153" y="1412952"/>
              <a:ext cx="57240" cy="132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099BECF-8F60-1399-CCE6-4E3497888C2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425713" y="1402512"/>
                <a:ext cx="784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F5C499C-A198-A80C-2A90-D329E3232D8A}"/>
                  </a:ext>
                </a:extLst>
              </p14:cNvPr>
              <p14:cNvContentPartPr/>
              <p14:nvPr/>
            </p14:nvContentPartPr>
            <p14:xfrm>
              <a:off x="4493033" y="1415832"/>
              <a:ext cx="82800" cy="168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F5C499C-A198-A80C-2A90-D329E3232D8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482593" y="1405392"/>
                <a:ext cx="10404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361067B-83CC-90E1-A67D-62452A64A427}"/>
                  </a:ext>
                </a:extLst>
              </p14:cNvPr>
              <p14:cNvContentPartPr/>
              <p14:nvPr/>
            </p14:nvContentPartPr>
            <p14:xfrm>
              <a:off x="4588793" y="1410432"/>
              <a:ext cx="98640" cy="1393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361067B-83CC-90E1-A67D-62452A64A42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577993" y="1399992"/>
                <a:ext cx="1198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F16A894-128B-F617-54BD-92E739A0D994}"/>
                  </a:ext>
                </a:extLst>
              </p14:cNvPr>
              <p14:cNvContentPartPr/>
              <p14:nvPr/>
            </p14:nvContentPartPr>
            <p14:xfrm>
              <a:off x="4898033" y="1344912"/>
              <a:ext cx="39960" cy="2394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F16A894-128B-F617-54BD-92E739A0D99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887593" y="1334472"/>
                <a:ext cx="6120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328DE48-E6A6-56DD-C3B7-6F163B4BD747}"/>
                  </a:ext>
                </a:extLst>
              </p14:cNvPr>
              <p14:cNvContentPartPr/>
              <p14:nvPr/>
            </p14:nvContentPartPr>
            <p14:xfrm>
              <a:off x="4854833" y="1455792"/>
              <a:ext cx="122760" cy="374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328DE48-E6A6-56DD-C3B7-6F163B4BD74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44393" y="1445352"/>
                <a:ext cx="1440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A8C6251-0981-6BEB-D9E7-993CC29347E7}"/>
                  </a:ext>
                </a:extLst>
              </p14:cNvPr>
              <p14:cNvContentPartPr/>
              <p14:nvPr/>
            </p14:nvContentPartPr>
            <p14:xfrm>
              <a:off x="4994513" y="1438872"/>
              <a:ext cx="6120" cy="856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A8C6251-0981-6BEB-D9E7-993CC29347E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984073" y="1428072"/>
                <a:ext cx="2736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ECBE755-7D52-D67A-C774-E0F121EA3340}"/>
                  </a:ext>
                </a:extLst>
              </p14:cNvPr>
              <p14:cNvContentPartPr/>
              <p14:nvPr/>
            </p14:nvContentPartPr>
            <p14:xfrm>
              <a:off x="5025833" y="1375872"/>
              <a:ext cx="6120" cy="3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ECBE755-7D52-D67A-C774-E0F121EA334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15393" y="1365432"/>
                <a:ext cx="273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FB50827-8A87-8F43-990B-A3516A479596}"/>
                  </a:ext>
                </a:extLst>
              </p14:cNvPr>
              <p14:cNvContentPartPr/>
              <p14:nvPr/>
            </p14:nvContentPartPr>
            <p14:xfrm>
              <a:off x="5085953" y="1367592"/>
              <a:ext cx="6120" cy="1486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FB50827-8A87-8F43-990B-A3516A47959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75153" y="1356792"/>
                <a:ext cx="273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BE5DB88-4A26-D500-3CFE-F6C956D6F85B}"/>
                  </a:ext>
                </a:extLst>
              </p14:cNvPr>
              <p14:cNvContentPartPr/>
              <p14:nvPr/>
            </p14:nvContentPartPr>
            <p14:xfrm>
              <a:off x="5114393" y="1373352"/>
              <a:ext cx="105840" cy="165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BE5DB88-4A26-D500-3CFE-F6C956D6F85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103593" y="1362552"/>
                <a:ext cx="1270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04A6DD4-1EEF-219D-9753-6491F2AB450C}"/>
                  </a:ext>
                </a:extLst>
              </p14:cNvPr>
              <p14:cNvContentPartPr/>
              <p14:nvPr/>
            </p14:nvContentPartPr>
            <p14:xfrm>
              <a:off x="5256593" y="1475592"/>
              <a:ext cx="17280" cy="20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04A6DD4-1EEF-219D-9753-6491F2AB450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46153" y="1465152"/>
                <a:ext cx="385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CCB1F6F-857D-7DF8-036A-7357DA0010D3}"/>
                  </a:ext>
                </a:extLst>
              </p14:cNvPr>
              <p14:cNvContentPartPr/>
              <p14:nvPr/>
            </p14:nvContentPartPr>
            <p14:xfrm>
              <a:off x="4621193" y="1677912"/>
              <a:ext cx="1014840" cy="2386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CCB1F6F-857D-7DF8-036A-7357DA0010D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610749" y="1667456"/>
                <a:ext cx="1036088" cy="259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093A5B7-4EC2-8347-D6C2-BC2BA0B9F89F}"/>
                  </a:ext>
                </a:extLst>
              </p14:cNvPr>
              <p14:cNvContentPartPr/>
              <p14:nvPr/>
            </p14:nvContentPartPr>
            <p14:xfrm>
              <a:off x="4043033" y="1706712"/>
              <a:ext cx="350640" cy="2480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093A5B7-4EC2-8347-D6C2-BC2BA0B9F89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032244" y="1696272"/>
                <a:ext cx="371858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7E1A0AD-BF44-F606-2F25-1A4B1921A718}"/>
                  </a:ext>
                </a:extLst>
              </p14:cNvPr>
              <p14:cNvContentPartPr/>
              <p14:nvPr/>
            </p14:nvContentPartPr>
            <p14:xfrm>
              <a:off x="5738273" y="1991472"/>
              <a:ext cx="339480" cy="1857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7E1A0AD-BF44-F606-2F25-1A4B1921A71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727833" y="1981012"/>
                <a:ext cx="360720" cy="2070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4EE827E-F322-9225-C830-C797EC5DEDB9}"/>
                  </a:ext>
                </a:extLst>
              </p14:cNvPr>
              <p14:cNvContentPartPr/>
              <p14:nvPr/>
            </p14:nvContentPartPr>
            <p14:xfrm>
              <a:off x="5744033" y="1642632"/>
              <a:ext cx="356400" cy="2210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4EE827E-F322-9225-C830-C797EC5DEDB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733233" y="1631832"/>
                <a:ext cx="37764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E312E6D-5273-CED8-0A95-7CD72C502E53}"/>
                  </a:ext>
                </a:extLst>
              </p14:cNvPr>
              <p14:cNvContentPartPr/>
              <p14:nvPr/>
            </p14:nvContentPartPr>
            <p14:xfrm>
              <a:off x="8561898" y="1369291"/>
              <a:ext cx="771840" cy="2462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E312E6D-5273-CED8-0A95-7CD72C502E5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551453" y="1358491"/>
                <a:ext cx="79309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0330B024-875F-9A4B-15A1-972DCE24E733}"/>
                  </a:ext>
                </a:extLst>
              </p14:cNvPr>
              <p14:cNvContentPartPr/>
              <p14:nvPr/>
            </p14:nvContentPartPr>
            <p14:xfrm>
              <a:off x="8095338" y="1404571"/>
              <a:ext cx="284400" cy="2142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0330B024-875F-9A4B-15A1-972DCE24E73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084898" y="1393771"/>
                <a:ext cx="3056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EC659D8-B2F2-E35B-F3E5-668AE18C453E}"/>
                  </a:ext>
                </a:extLst>
              </p14:cNvPr>
              <p14:cNvContentPartPr/>
              <p14:nvPr/>
            </p14:nvContentPartPr>
            <p14:xfrm>
              <a:off x="7986978" y="782491"/>
              <a:ext cx="1355760" cy="4806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EC659D8-B2F2-E35B-F3E5-668AE18C453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976178" y="772043"/>
                <a:ext cx="1377000" cy="501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45028C0E-5F73-3CEA-DCD2-1130AE26F3C3}"/>
                  </a:ext>
                </a:extLst>
              </p14:cNvPr>
              <p14:cNvContentPartPr/>
              <p14:nvPr/>
            </p14:nvContentPartPr>
            <p14:xfrm>
              <a:off x="6132547" y="5121147"/>
              <a:ext cx="1755720" cy="7149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45028C0E-5F73-3CEA-DCD2-1130AE26F3C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22107" y="5110347"/>
                <a:ext cx="1776960" cy="7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71D509F4-6530-B20F-4E79-081931F17F29}"/>
                  </a:ext>
                </a:extLst>
              </p14:cNvPr>
              <p14:cNvContentPartPr/>
              <p14:nvPr/>
            </p14:nvContentPartPr>
            <p14:xfrm>
              <a:off x="6372307" y="3940347"/>
              <a:ext cx="1798200" cy="9439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71D509F4-6530-B20F-4E79-081931F17F2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361867" y="3929907"/>
                <a:ext cx="1819440" cy="96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14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44444E-6 L -0.18073 0.30555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45" y="1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22083 -0.18334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42" y="-9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0" y="4648200"/>
            <a:ext cx="990600" cy="990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4267200"/>
            <a:ext cx="1752600" cy="15968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approach…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CDC29-1A8F-43CB-A892-15B283BB8DB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971800"/>
            <a:ext cx="838200" cy="838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1981200"/>
            <a:ext cx="914400" cy="914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600200"/>
            <a:ext cx="1981200" cy="1981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800" y="1447800"/>
            <a:ext cx="2209800" cy="2209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4343400"/>
            <a:ext cx="1783006" cy="1447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7800" y="4724400"/>
            <a:ext cx="1066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4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24362"/>
            <a:ext cx="8610600" cy="1323439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ea typeface="宋体" pitchFamily="2" charset="-122"/>
              </a:rPr>
              <a:t>A hybrid approach: envelope encryption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11277600" cy="4216539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itchFamily="2" charset="-122"/>
              </a:rPr>
              <a:t>A hybrid of public key encryption and symmetric key encryption.</a:t>
            </a:r>
          </a:p>
          <a:p>
            <a:pPr eaLnBrk="1" hangingPunct="1"/>
            <a:r>
              <a:rPr lang="en-US" altLang="zh-CN" sz="2800" dirty="0">
                <a:ea typeface="宋体" pitchFamily="2" charset="-122"/>
              </a:rPr>
              <a:t>Alice’s Encryption for her message </a:t>
            </a:r>
            <a:r>
              <a:rPr lang="en-US" altLang="zh-CN" sz="2800" dirty="0">
                <a:solidFill>
                  <a:srgbClr val="FF0000"/>
                </a:solidFill>
                <a:ea typeface="宋体" pitchFamily="2" charset="-122"/>
              </a:rPr>
              <a:t>m</a:t>
            </a:r>
            <a:r>
              <a:rPr lang="en-US" altLang="zh-CN" sz="2800" dirty="0">
                <a:ea typeface="宋体" pitchFamily="2" charset="-122"/>
              </a:rPr>
              <a:t> to Bob: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CN" sz="2400" dirty="0">
                <a:ea typeface="宋体" pitchFamily="2" charset="-122"/>
              </a:rPr>
              <a:t>Select a random symmetric key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k</a:t>
            </a:r>
            <a:r>
              <a:rPr lang="en-US" altLang="zh-CN" sz="2400" dirty="0">
                <a:ea typeface="宋体" pitchFamily="2" charset="-122"/>
              </a:rPr>
              <a:t>, e.g. an AES key.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CN" sz="2400" dirty="0">
                <a:ea typeface="宋体" pitchFamily="2" charset="-122"/>
              </a:rPr>
              <a:t>Use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k</a:t>
            </a:r>
            <a:r>
              <a:rPr lang="en-US" altLang="zh-CN" sz="2400" dirty="0">
                <a:ea typeface="宋体" pitchFamily="2" charset="-122"/>
              </a:rPr>
              <a:t> to encrypt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m</a:t>
            </a:r>
            <a:r>
              <a:rPr lang="en-US" altLang="zh-CN" sz="2400" dirty="0">
                <a:ea typeface="宋体" pitchFamily="2" charset="-122"/>
              </a:rPr>
              <a:t> to get the </a:t>
            </a:r>
            <a:r>
              <a:rPr lang="en-US" altLang="zh-CN" sz="2400" dirty="0" err="1">
                <a:ea typeface="宋体" pitchFamily="2" charset="-122"/>
              </a:rPr>
              <a:t>ciphertext</a:t>
            </a:r>
            <a:r>
              <a:rPr lang="en-US" altLang="zh-CN" sz="2400" dirty="0"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C1</a:t>
            </a:r>
            <a:r>
              <a:rPr lang="en-US" altLang="zh-CN" sz="2400" dirty="0">
                <a:ea typeface="宋体" pitchFamily="2" charset="-122"/>
              </a:rPr>
              <a:t>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CN" sz="2400" dirty="0">
                <a:ea typeface="宋体" pitchFamily="2" charset="-122"/>
              </a:rPr>
              <a:t>Use Bob</a:t>
            </a:r>
            <a:r>
              <a:rPr lang="en-US" altLang="zh-CN" sz="2400" dirty="0">
                <a:latin typeface="Arial" charset="0"/>
                <a:ea typeface="宋体" pitchFamily="2" charset="-122"/>
              </a:rPr>
              <a:t>’</a:t>
            </a:r>
            <a:r>
              <a:rPr lang="en-US" altLang="zh-CN" sz="2400" dirty="0">
                <a:ea typeface="宋体" pitchFamily="2" charset="-122"/>
              </a:rPr>
              <a:t>s RSA public key to encrypt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k</a:t>
            </a: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, to get the </a:t>
            </a:r>
            <a:r>
              <a:rPr lang="en-US" altLang="zh-CN" sz="2400" dirty="0" err="1">
                <a:solidFill>
                  <a:srgbClr val="000000"/>
                </a:solidFill>
                <a:ea typeface="宋体" pitchFamily="2" charset="-122"/>
              </a:rPr>
              <a:t>ciphertex</a:t>
            </a: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C2</a:t>
            </a: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Send (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C1,C2</a:t>
            </a: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) to Bob.</a:t>
            </a:r>
          </a:p>
          <a:p>
            <a:pPr eaLnBrk="1" hangingPunct="1"/>
            <a:r>
              <a:rPr lang="en-US" altLang="zh-CN" sz="2800" dirty="0">
                <a:solidFill>
                  <a:srgbClr val="000000"/>
                </a:solidFill>
                <a:ea typeface="宋体" pitchFamily="2" charset="-122"/>
              </a:rPr>
              <a:t>Bob’s Decryption: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Use his RSA private key to decipher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C2</a:t>
            </a: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 to get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k</a:t>
            </a: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Use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k</a:t>
            </a: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 to decipher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C1</a:t>
            </a: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 to get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m</a:t>
            </a:r>
            <a:r>
              <a:rPr lang="en-US" altLang="zh-CN" sz="2400" dirty="0">
                <a:solidFill>
                  <a:srgbClr val="000000"/>
                </a:solidFill>
                <a:ea typeface="宋体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725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590800"/>
            <a:ext cx="1981200" cy="1981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116" y="0"/>
            <a:ext cx="9044384" cy="1200329"/>
          </a:xfrm>
        </p:spPr>
        <p:txBody>
          <a:bodyPr/>
          <a:lstStyle/>
          <a:p>
            <a:r>
              <a:rPr lang="en-US" dirty="0"/>
              <a:t>Non-interactive RSA-based Secret Key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339"/>
            <a:ext cx="11201400" cy="1077218"/>
          </a:xfrm>
        </p:spPr>
        <p:txBody>
          <a:bodyPr/>
          <a:lstStyle/>
          <a:p>
            <a:r>
              <a:rPr lang="en-US" dirty="0"/>
              <a:t>Hybrid encryption is in essence a </a:t>
            </a:r>
            <a:r>
              <a:rPr lang="en-US" dirty="0">
                <a:solidFill>
                  <a:srgbClr val="FF0000"/>
                </a:solidFill>
              </a:rPr>
              <a:t>message encryption </a:t>
            </a:r>
            <a:r>
              <a:rPr lang="en-US" dirty="0"/>
              <a:t>combined with an RSA-based </a:t>
            </a:r>
            <a:r>
              <a:rPr lang="en-US" dirty="0">
                <a:solidFill>
                  <a:srgbClr val="0070C0"/>
                </a:solidFill>
              </a:rPr>
              <a:t>secret key distribution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CDC29-1A8F-43CB-A892-15B283BB8DB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953000"/>
            <a:ext cx="1447800" cy="1447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3657600"/>
            <a:ext cx="838200" cy="838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600" y="2819400"/>
            <a:ext cx="762000" cy="762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2819400"/>
            <a:ext cx="1981200" cy="1981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048000"/>
            <a:ext cx="1143000" cy="1143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4940136"/>
            <a:ext cx="1447800" cy="1447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643" y="5064443"/>
            <a:ext cx="1336358" cy="133635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960" y="4998555"/>
            <a:ext cx="1143000" cy="1143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74124" y="273525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61297" y="3810001"/>
            <a:ext cx="757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n,e</a:t>
            </a:r>
            <a:r>
              <a:rPr lang="en-US" dirty="0"/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2743201"/>
            <a:ext cx="54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1599" y="4645968"/>
            <a:ext cx="1646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c=</a:t>
            </a:r>
            <a:r>
              <a:rPr lang="en-US" dirty="0" err="1"/>
              <a:t>k</a:t>
            </a:r>
            <a:r>
              <a:rPr lang="en-US" baseline="30000" dirty="0" err="1"/>
              <a:t>e</a:t>
            </a:r>
            <a:r>
              <a:rPr lang="en-US" dirty="0"/>
              <a:t> mod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3728" y="4722167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k=c</a:t>
            </a:r>
            <a:r>
              <a:rPr lang="en-US" baseline="30000" dirty="0"/>
              <a:t>d</a:t>
            </a:r>
            <a:r>
              <a:rPr lang="en-US" dirty="0"/>
              <a:t> mod 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05D6E1E-57CA-663F-E593-C96535715C50}"/>
                  </a:ext>
                </a:extLst>
              </p14:cNvPr>
              <p14:cNvContentPartPr/>
              <p14:nvPr/>
            </p14:nvContentPartPr>
            <p14:xfrm>
              <a:off x="4975053" y="2752330"/>
              <a:ext cx="214920" cy="2037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05D6E1E-57CA-663F-E593-C96535715C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64253" y="2741530"/>
                <a:ext cx="2361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0EACFDC-A61B-0A05-065A-6FE6B650E2E2}"/>
                  </a:ext>
                </a:extLst>
              </p14:cNvPr>
              <p14:cNvContentPartPr/>
              <p14:nvPr/>
            </p14:nvContentPartPr>
            <p14:xfrm>
              <a:off x="5255493" y="2331130"/>
              <a:ext cx="419040" cy="245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0EACFDC-A61B-0A05-065A-6FE6B650E2E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44702" y="2320346"/>
                <a:ext cx="440262" cy="266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7150D19-DBB3-35E0-B216-6D23553DC4AF}"/>
                  </a:ext>
                </a:extLst>
              </p14:cNvPr>
              <p14:cNvContentPartPr/>
              <p14:nvPr/>
            </p14:nvContentPartPr>
            <p14:xfrm>
              <a:off x="4670133" y="2175970"/>
              <a:ext cx="422640" cy="426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7150D19-DBB3-35E0-B216-6D23553DC4A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59693" y="2165170"/>
                <a:ext cx="44388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76C9693-10C0-32FE-E8E8-97422119A47B}"/>
                  </a:ext>
                </a:extLst>
              </p14:cNvPr>
              <p14:cNvContentPartPr/>
              <p14:nvPr/>
            </p14:nvContentPartPr>
            <p14:xfrm>
              <a:off x="5394093" y="2747290"/>
              <a:ext cx="446400" cy="288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76C9693-10C0-32FE-E8E8-97422119A47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83661" y="2736490"/>
                <a:ext cx="467623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17933EF-8A24-5C0B-EECB-A499831808ED}"/>
                  </a:ext>
                </a:extLst>
              </p14:cNvPr>
              <p14:cNvContentPartPr/>
              <p14:nvPr/>
            </p14:nvContentPartPr>
            <p14:xfrm>
              <a:off x="6439533" y="3140410"/>
              <a:ext cx="633960" cy="2908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17933EF-8A24-5C0B-EECB-A499831808E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28733" y="3129610"/>
                <a:ext cx="65520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258A8E8-25B1-1937-5641-5C673D5F22FC}"/>
                  </a:ext>
                </a:extLst>
              </p14:cNvPr>
              <p14:cNvContentPartPr/>
              <p14:nvPr/>
            </p14:nvContentPartPr>
            <p14:xfrm>
              <a:off x="5234613" y="3133210"/>
              <a:ext cx="1080000" cy="259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258A8E8-25B1-1937-5641-5C673D5F22F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23813" y="3122410"/>
                <a:ext cx="110124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685E1DD-1BFC-96E4-EBA2-656951CFC782}"/>
                  </a:ext>
                </a:extLst>
              </p14:cNvPr>
              <p14:cNvContentPartPr/>
              <p14:nvPr/>
            </p14:nvContentPartPr>
            <p14:xfrm>
              <a:off x="5934443" y="4758529"/>
              <a:ext cx="1330560" cy="4842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685E1DD-1BFC-96E4-EBA2-656951CFC78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23643" y="4748089"/>
                <a:ext cx="135180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2218C6A-DAA5-5EC1-72F5-6132075B7CB8}"/>
                  </a:ext>
                </a:extLst>
              </p14:cNvPr>
              <p14:cNvContentPartPr/>
              <p14:nvPr/>
            </p14:nvContentPartPr>
            <p14:xfrm>
              <a:off x="5872523" y="4420489"/>
              <a:ext cx="727200" cy="2145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2218C6A-DAA5-5EC1-72F5-6132075B7CB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862083" y="4409689"/>
                <a:ext cx="7484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897336D2-4035-2843-4A9C-F47780053413}"/>
                  </a:ext>
                </a:extLst>
              </p14:cNvPr>
              <p14:cNvContentPartPr/>
              <p14:nvPr/>
            </p14:nvContentPartPr>
            <p14:xfrm>
              <a:off x="5390843" y="3657649"/>
              <a:ext cx="1382040" cy="6170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897336D2-4035-2843-4A9C-F4778005341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80403" y="3646849"/>
                <a:ext cx="1403280" cy="63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BBD5E8FE-F42D-922B-48C7-6EF049F44FDE}"/>
                  </a:ext>
                </a:extLst>
              </p14:cNvPr>
              <p14:cNvContentPartPr/>
              <p14:nvPr/>
            </p14:nvContentPartPr>
            <p14:xfrm>
              <a:off x="6843920" y="788411"/>
              <a:ext cx="986400" cy="4183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BBD5E8FE-F42D-922B-48C7-6EF049F44FD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33480" y="777971"/>
                <a:ext cx="100764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D8F3E2C5-B534-C338-9D81-D787193C5AD0}"/>
                  </a:ext>
                </a:extLst>
              </p14:cNvPr>
              <p14:cNvContentPartPr/>
              <p14:nvPr/>
            </p14:nvContentPartPr>
            <p14:xfrm>
              <a:off x="6316160" y="803531"/>
              <a:ext cx="303840" cy="3445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D8F3E2C5-B534-C338-9D81-D787193C5AD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305720" y="792731"/>
                <a:ext cx="32508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0114CACF-1A61-3FF1-9A07-CD168EF2D686}"/>
                  </a:ext>
                </a:extLst>
              </p14:cNvPr>
              <p14:cNvContentPartPr/>
              <p14:nvPr/>
            </p14:nvContentPartPr>
            <p14:xfrm>
              <a:off x="5546480" y="681131"/>
              <a:ext cx="584280" cy="5058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0114CACF-1A61-3FF1-9A07-CD168EF2D68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36040" y="670691"/>
                <a:ext cx="605520" cy="5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817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22222E-6 L -0.08125 0.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29" y="1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4.07407E-6 L 0.36224 0.0122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12" y="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RSA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196752"/>
            <a:ext cx="11150600" cy="5336846"/>
          </a:xfrm>
        </p:spPr>
        <p:txBody>
          <a:bodyPr/>
          <a:lstStyle/>
          <a:p>
            <a:r>
              <a:rPr lang="en-US" dirty="0"/>
              <a:t>Solve the challenging problem of secure key distribution in the symmetric key setting.</a:t>
            </a:r>
          </a:p>
          <a:p>
            <a:r>
              <a:rPr lang="en-US" dirty="0"/>
              <a:t>Practically speaking, the RSA cipher is rarely used for data encryption. </a:t>
            </a:r>
          </a:p>
          <a:p>
            <a:r>
              <a:rPr lang="en-US" dirty="0"/>
              <a:t>It is mainly used to establish a secure channel without using any shared secret. </a:t>
            </a:r>
          </a:p>
          <a:p>
            <a:pPr lvl="1"/>
            <a:r>
              <a:rPr lang="en-US" dirty="0"/>
              <a:t>this channel can then be used to distribute secrets/keys.</a:t>
            </a:r>
          </a:p>
          <a:p>
            <a:r>
              <a:rPr lang="en-US" dirty="0"/>
              <a:t>There are many other public key encryption algorithms. But RSA is the most commonly used and studied one, due to it simplicity.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CDC29-1A8F-43CB-A892-15B283BB8DBD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EE34601-8486-C12B-E426-ABF3B3025BA6}"/>
                  </a:ext>
                </a:extLst>
              </p14:cNvPr>
              <p14:cNvContentPartPr/>
              <p14:nvPr/>
            </p14:nvContentPartPr>
            <p14:xfrm>
              <a:off x="5896603" y="2806746"/>
              <a:ext cx="509760" cy="2563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EE34601-8486-C12B-E426-ABF3B3025B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6156" y="2795946"/>
                <a:ext cx="531015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276C241-D971-7E71-EB49-BA3E40258C5B}"/>
                  </a:ext>
                </a:extLst>
              </p14:cNvPr>
              <p14:cNvContentPartPr/>
              <p14:nvPr/>
            </p14:nvContentPartPr>
            <p14:xfrm>
              <a:off x="5549563" y="2829786"/>
              <a:ext cx="138240" cy="2048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276C241-D971-7E71-EB49-BA3E40258C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8791" y="2819346"/>
                <a:ext cx="159425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B8134D4-D793-E986-3754-5C71E421CCEB}"/>
                  </a:ext>
                </a:extLst>
              </p14:cNvPr>
              <p14:cNvContentPartPr/>
              <p14:nvPr/>
            </p14:nvContentPartPr>
            <p14:xfrm>
              <a:off x="5245363" y="2841666"/>
              <a:ext cx="186120" cy="2332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B8134D4-D793-E986-3754-5C71E421CC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34903" y="2831226"/>
                <a:ext cx="207401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83813FF-A92B-2822-36D7-7FC215AFCA96}"/>
                  </a:ext>
                </a:extLst>
              </p14:cNvPr>
              <p14:cNvContentPartPr/>
              <p14:nvPr/>
            </p14:nvContentPartPr>
            <p14:xfrm>
              <a:off x="4697443" y="2837706"/>
              <a:ext cx="335160" cy="217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83813FF-A92B-2822-36D7-7FC215AFCA9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86655" y="2827266"/>
                <a:ext cx="356377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48CD8E3-78E7-7F5B-1896-7C33DF4CF457}"/>
                  </a:ext>
                </a:extLst>
              </p14:cNvPr>
              <p14:cNvContentPartPr/>
              <p14:nvPr/>
            </p14:nvContentPartPr>
            <p14:xfrm>
              <a:off x="3998323" y="2853546"/>
              <a:ext cx="469800" cy="237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48CD8E3-78E7-7F5B-1896-7C33DF4CF45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87531" y="2843106"/>
                <a:ext cx="491024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E23208E-B0D5-3FB8-CCE3-08A2768B4783}"/>
                  </a:ext>
                </a:extLst>
              </p14:cNvPr>
              <p14:cNvContentPartPr/>
              <p14:nvPr/>
            </p14:nvContentPartPr>
            <p14:xfrm>
              <a:off x="2993563" y="2885226"/>
              <a:ext cx="835560" cy="261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E23208E-B0D5-3FB8-CCE3-08A2768B478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82763" y="2874426"/>
                <a:ext cx="8568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B439C78-97C1-58C5-DBF7-19CD547A7592}"/>
                  </a:ext>
                </a:extLst>
              </p14:cNvPr>
              <p14:cNvContentPartPr/>
              <p14:nvPr/>
            </p14:nvContentPartPr>
            <p14:xfrm>
              <a:off x="5277403" y="3211026"/>
              <a:ext cx="181440" cy="1202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B439C78-97C1-58C5-DBF7-19CD547A759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66963" y="3200226"/>
                <a:ext cx="20268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59A631C-A45B-BFD7-08EB-5C873B9131AF}"/>
                  </a:ext>
                </a:extLst>
              </p14:cNvPr>
              <p14:cNvContentPartPr/>
              <p14:nvPr/>
            </p14:nvContentPartPr>
            <p14:xfrm>
              <a:off x="4416643" y="3154146"/>
              <a:ext cx="663120" cy="2761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59A631C-A45B-BFD7-08EB-5C873B9131A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05849" y="3143346"/>
                <a:ext cx="684348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85CB288-7715-DC86-C557-70DD544FD9A4}"/>
                  </a:ext>
                </a:extLst>
              </p14:cNvPr>
              <p14:cNvContentPartPr/>
              <p14:nvPr/>
            </p14:nvContentPartPr>
            <p14:xfrm>
              <a:off x="3978523" y="3155226"/>
              <a:ext cx="221040" cy="2235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85CB288-7715-DC86-C557-70DD544FD9A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67723" y="3144786"/>
                <a:ext cx="24228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631EC5D-1BD3-EB58-3CA1-1B5C76A7BC2C}"/>
                  </a:ext>
                </a:extLst>
              </p14:cNvPr>
              <p14:cNvContentPartPr/>
              <p14:nvPr/>
            </p14:nvContentPartPr>
            <p14:xfrm>
              <a:off x="8233363" y="2849226"/>
              <a:ext cx="371520" cy="2538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631EC5D-1BD3-EB58-3CA1-1B5C76A7BC2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22923" y="2838426"/>
                <a:ext cx="39276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D6FEAA5-3840-A4EA-22F9-91F7A6BA27CC}"/>
                  </a:ext>
                </a:extLst>
              </p14:cNvPr>
              <p14:cNvContentPartPr/>
              <p14:nvPr/>
            </p14:nvContentPartPr>
            <p14:xfrm>
              <a:off x="7811083" y="2849946"/>
              <a:ext cx="288360" cy="2012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D6FEAA5-3840-A4EA-22F9-91F7A6BA27C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800643" y="2839506"/>
                <a:ext cx="3096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0A98423-2F63-9777-138E-2A82877AD096}"/>
                  </a:ext>
                </a:extLst>
              </p14:cNvPr>
              <p14:cNvContentPartPr/>
              <p14:nvPr/>
            </p14:nvContentPartPr>
            <p14:xfrm>
              <a:off x="7388803" y="2833746"/>
              <a:ext cx="276480" cy="1810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0A98423-2F63-9777-138E-2A82877AD09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78003" y="2823306"/>
                <a:ext cx="2977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513BD2F-2900-8D57-3F32-F505FC3AB573}"/>
                  </a:ext>
                </a:extLst>
              </p14:cNvPr>
              <p14:cNvContentPartPr/>
              <p14:nvPr/>
            </p14:nvContentPartPr>
            <p14:xfrm>
              <a:off x="6512563" y="2829786"/>
              <a:ext cx="722880" cy="3085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513BD2F-2900-8D57-3F32-F505FC3AB57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01758" y="2819334"/>
                <a:ext cx="744131" cy="329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4ABF77F-5286-8D36-EECC-4DA70039185A}"/>
                  </a:ext>
                </a:extLst>
              </p14:cNvPr>
              <p14:cNvContentPartPr/>
              <p14:nvPr/>
            </p14:nvContentPartPr>
            <p14:xfrm>
              <a:off x="5628403" y="3140106"/>
              <a:ext cx="817200" cy="2430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4ABF77F-5286-8D36-EECC-4DA70039185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617608" y="3129306"/>
                <a:ext cx="838431" cy="26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14610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1600200"/>
            <a:ext cx="10604500" cy="2850011"/>
          </a:xfrm>
        </p:spPr>
        <p:txBody>
          <a:bodyPr/>
          <a:lstStyle/>
          <a:p>
            <a:r>
              <a:rPr lang="en-US" dirty="0"/>
              <a:t>Importance of public key encryption</a:t>
            </a:r>
          </a:p>
          <a:p>
            <a:r>
              <a:rPr lang="en-US" dirty="0"/>
              <a:t>Details of RSA encryption (what it is and how it works)</a:t>
            </a:r>
          </a:p>
          <a:p>
            <a:r>
              <a:rPr lang="en-US" dirty="0"/>
              <a:t>Comparison between public key encryption and symmetric key encryption</a:t>
            </a:r>
          </a:p>
          <a:p>
            <a:r>
              <a:rPr lang="en-US" dirty="0"/>
              <a:t>Hybrid encryption (a.k.a. envelope encryption)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CDC29-1A8F-43CB-A892-15B283BB8DB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B19BDAB-7176-EF65-356F-2C1CF76D6723}"/>
                  </a:ext>
                </a:extLst>
              </p14:cNvPr>
              <p14:cNvContentPartPr/>
              <p14:nvPr/>
            </p14:nvContentPartPr>
            <p14:xfrm>
              <a:off x="673200" y="4807627"/>
              <a:ext cx="21240" cy="395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B19BDAB-7176-EF65-356F-2C1CF76D67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2760" y="4796827"/>
                <a:ext cx="4248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2298F32-7D5A-9CA7-FAF2-D7453A80A9DC}"/>
                  </a:ext>
                </a:extLst>
              </p14:cNvPr>
              <p14:cNvContentPartPr/>
              <p14:nvPr/>
            </p14:nvContentPartPr>
            <p14:xfrm>
              <a:off x="670680" y="4773787"/>
              <a:ext cx="173520" cy="257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2298F32-7D5A-9CA7-FAF2-D7453A80A9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880" y="4763347"/>
                <a:ext cx="1947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105F7C9-5CCD-0293-E3CE-5291CD251313}"/>
                  </a:ext>
                </a:extLst>
              </p14:cNvPr>
              <p14:cNvContentPartPr/>
              <p14:nvPr/>
            </p14:nvContentPartPr>
            <p14:xfrm>
              <a:off x="904680" y="4824907"/>
              <a:ext cx="113040" cy="251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105F7C9-5CCD-0293-E3CE-5291CD2513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4240" y="4814107"/>
                <a:ext cx="1342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B13DC4-A174-E1B2-1D0D-1E914302FC66}"/>
                  </a:ext>
                </a:extLst>
              </p14:cNvPr>
              <p14:cNvContentPartPr/>
              <p14:nvPr/>
            </p14:nvContentPartPr>
            <p14:xfrm>
              <a:off x="1020960" y="4828507"/>
              <a:ext cx="128880" cy="247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B13DC4-A174-E1B2-1D0D-1E914302FC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0160" y="4817707"/>
                <a:ext cx="15012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4D10104-B0CA-5E71-70BD-59AE9E1F48A9}"/>
                  </a:ext>
                </a:extLst>
              </p14:cNvPr>
              <p14:cNvContentPartPr/>
              <p14:nvPr/>
            </p14:nvContentPartPr>
            <p14:xfrm>
              <a:off x="1038600" y="4944427"/>
              <a:ext cx="137880" cy="45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4D10104-B0CA-5E71-70BD-59AE9E1F48A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7800" y="4933987"/>
                <a:ext cx="1591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7F917FB-A6D1-2FA1-35EE-46B47F007A4C}"/>
                  </a:ext>
                </a:extLst>
              </p14:cNvPr>
              <p14:cNvContentPartPr/>
              <p14:nvPr/>
            </p14:nvContentPartPr>
            <p14:xfrm>
              <a:off x="1394640" y="4750027"/>
              <a:ext cx="135000" cy="314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7F917FB-A6D1-2FA1-35EE-46B47F007A4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83840" y="4739227"/>
                <a:ext cx="15624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1372813-EC0E-CBB3-5538-65AA42048D9E}"/>
                  </a:ext>
                </a:extLst>
              </p14:cNvPr>
              <p14:cNvContentPartPr/>
              <p14:nvPr/>
            </p14:nvContentPartPr>
            <p14:xfrm>
              <a:off x="1529640" y="4859467"/>
              <a:ext cx="143640" cy="146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1372813-EC0E-CBB3-5538-65AA42048D9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19200" y="4848667"/>
                <a:ext cx="1648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63FC4FD-8EF0-9658-9896-C1D9419C9EF7}"/>
                  </a:ext>
                </a:extLst>
              </p14:cNvPr>
              <p14:cNvContentPartPr/>
              <p14:nvPr/>
            </p14:nvContentPartPr>
            <p14:xfrm>
              <a:off x="1672920" y="4821667"/>
              <a:ext cx="98280" cy="242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63FC4FD-8EF0-9658-9896-C1D9419C9EF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62480" y="4811227"/>
                <a:ext cx="1195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8B09DC7-5665-A33C-11DF-26B826F9595C}"/>
                  </a:ext>
                </a:extLst>
              </p14:cNvPr>
              <p14:cNvContentPartPr/>
              <p14:nvPr/>
            </p14:nvContentPartPr>
            <p14:xfrm>
              <a:off x="1984320" y="4811587"/>
              <a:ext cx="200880" cy="252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8B09DC7-5665-A33C-11DF-26B826F9595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73520" y="4800787"/>
                <a:ext cx="2221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DB1DC61-A07B-0A5F-EE0D-6107DC5D3811}"/>
                  </a:ext>
                </a:extLst>
              </p14:cNvPr>
              <p14:cNvContentPartPr/>
              <p14:nvPr/>
            </p14:nvContentPartPr>
            <p14:xfrm>
              <a:off x="2221920" y="4836787"/>
              <a:ext cx="96120" cy="159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DB1DC61-A07B-0A5F-EE0D-6107DC5D381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11480" y="4825987"/>
                <a:ext cx="1173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697B341-54D0-2E25-1693-C08827D7E799}"/>
                  </a:ext>
                </a:extLst>
              </p14:cNvPr>
              <p14:cNvContentPartPr/>
              <p14:nvPr/>
            </p14:nvContentPartPr>
            <p14:xfrm>
              <a:off x="2352600" y="4825267"/>
              <a:ext cx="87120" cy="198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697B341-54D0-2E25-1693-C08827D7E79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41800" y="4814827"/>
                <a:ext cx="10836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EF5F69F-1F9A-28DF-9BE2-7623D9232E84}"/>
                  </a:ext>
                </a:extLst>
              </p14:cNvPr>
              <p14:cNvContentPartPr/>
              <p14:nvPr/>
            </p14:nvContentPartPr>
            <p14:xfrm>
              <a:off x="2427480" y="4801147"/>
              <a:ext cx="131760" cy="183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EF5F69F-1F9A-28DF-9BE2-7623D9232E8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17040" y="4790707"/>
                <a:ext cx="1530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6CD6A4B-D24D-F46D-78D6-96497188B27E}"/>
                  </a:ext>
                </a:extLst>
              </p14:cNvPr>
              <p14:cNvContentPartPr/>
              <p14:nvPr/>
            </p14:nvContentPartPr>
            <p14:xfrm>
              <a:off x="2738880" y="4706467"/>
              <a:ext cx="155160" cy="257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6CD6A4B-D24D-F46D-78D6-96497188B27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28080" y="4695667"/>
                <a:ext cx="17640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5CCFAEA-83FE-FEF8-66E2-E2D715146DBA}"/>
                  </a:ext>
                </a:extLst>
              </p14:cNvPr>
              <p14:cNvContentPartPr/>
              <p14:nvPr/>
            </p14:nvContentPartPr>
            <p14:xfrm>
              <a:off x="2932920" y="4854787"/>
              <a:ext cx="33120" cy="110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5CCFAEA-83FE-FEF8-66E2-E2D715146DB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22480" y="4843987"/>
                <a:ext cx="543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16B10CA-9A73-619C-C986-712B058742A8}"/>
                  </a:ext>
                </a:extLst>
              </p14:cNvPr>
              <p14:cNvContentPartPr/>
              <p14:nvPr/>
            </p14:nvContentPartPr>
            <p14:xfrm>
              <a:off x="2986920" y="4768027"/>
              <a:ext cx="6480" cy="30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16B10CA-9A73-619C-C986-712B058742A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76480" y="4757227"/>
                <a:ext cx="277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BAB4FAD-9D0F-8E55-C35E-1137CDBCBADA}"/>
                  </a:ext>
                </a:extLst>
              </p14:cNvPr>
              <p14:cNvContentPartPr/>
              <p14:nvPr/>
            </p14:nvContentPartPr>
            <p14:xfrm>
              <a:off x="3061800" y="4759027"/>
              <a:ext cx="30240" cy="248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BAB4FAD-9D0F-8E55-C35E-1137CDBCBAD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51000" y="4748227"/>
                <a:ext cx="514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66F6773-48E4-5F57-F1CA-4AD691FEA6FB}"/>
                  </a:ext>
                </a:extLst>
              </p14:cNvPr>
              <p14:cNvContentPartPr/>
              <p14:nvPr/>
            </p14:nvContentPartPr>
            <p14:xfrm>
              <a:off x="3034800" y="4815907"/>
              <a:ext cx="108000" cy="990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66F6773-48E4-5F57-F1CA-4AD691FEA6F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24360" y="4805107"/>
                <a:ext cx="129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7A65FB2-001F-44FE-A5FE-DAD867849E01}"/>
                  </a:ext>
                </a:extLst>
              </p14:cNvPr>
              <p14:cNvContentPartPr/>
              <p14:nvPr/>
            </p14:nvContentPartPr>
            <p14:xfrm>
              <a:off x="3142440" y="4782787"/>
              <a:ext cx="66240" cy="216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7A65FB2-001F-44FE-A5FE-DAD867849E0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132000" y="4772347"/>
                <a:ext cx="874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0CAD4ED-38F8-5872-E567-756A1E14E7EE}"/>
                  </a:ext>
                </a:extLst>
              </p14:cNvPr>
              <p14:cNvContentPartPr/>
              <p14:nvPr/>
            </p14:nvContentPartPr>
            <p14:xfrm>
              <a:off x="3214440" y="4938667"/>
              <a:ext cx="87120" cy="153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0CAD4ED-38F8-5872-E567-756A1E14E7E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04000" y="4927867"/>
                <a:ext cx="1083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5272767-3C1B-B015-033C-CB2DCEE175BF}"/>
                  </a:ext>
                </a:extLst>
              </p14:cNvPr>
              <p14:cNvContentPartPr/>
              <p14:nvPr/>
            </p14:nvContentPartPr>
            <p14:xfrm>
              <a:off x="667440" y="5276347"/>
              <a:ext cx="119520" cy="311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5272767-3C1B-B015-033C-CB2DCEE175B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6640" y="5265907"/>
                <a:ext cx="14076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0BD9008-0ABC-8043-D6C0-FFD99E579F54}"/>
                  </a:ext>
                </a:extLst>
              </p14:cNvPr>
              <p14:cNvContentPartPr/>
              <p14:nvPr/>
            </p14:nvContentPartPr>
            <p14:xfrm>
              <a:off x="820440" y="5353027"/>
              <a:ext cx="146520" cy="164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0BD9008-0ABC-8043-D6C0-FFD99E579F5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9640" y="5342227"/>
                <a:ext cx="1677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7471EDD-467B-2E57-2964-6D913413BD46}"/>
                  </a:ext>
                </a:extLst>
              </p14:cNvPr>
              <p14:cNvContentPartPr/>
              <p14:nvPr/>
            </p14:nvContentPartPr>
            <p14:xfrm>
              <a:off x="1026360" y="5294707"/>
              <a:ext cx="15480" cy="248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7471EDD-467B-2E57-2964-6D913413BD4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15920" y="5283907"/>
                <a:ext cx="3672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229206D-9FE6-334D-396A-B62E7288E2CD}"/>
                  </a:ext>
                </a:extLst>
              </p14:cNvPr>
              <p14:cNvContentPartPr/>
              <p14:nvPr/>
            </p14:nvContentPartPr>
            <p14:xfrm>
              <a:off x="984960" y="5411347"/>
              <a:ext cx="113760" cy="63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229206D-9FE6-334D-396A-B62E7288E2C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74160" y="5400907"/>
                <a:ext cx="13500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850009E-4C74-9D90-D85B-5FF26DE0772C}"/>
                  </a:ext>
                </a:extLst>
              </p14:cNvPr>
              <p14:cNvContentPartPr/>
              <p14:nvPr/>
            </p14:nvContentPartPr>
            <p14:xfrm>
              <a:off x="1352880" y="5281747"/>
              <a:ext cx="18360" cy="246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850009E-4C74-9D90-D85B-5FF26DE0772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42080" y="5270947"/>
                <a:ext cx="396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3A3FB71-B723-09F2-2597-83A1BF38FB63}"/>
                  </a:ext>
                </a:extLst>
              </p14:cNvPr>
              <p14:cNvContentPartPr/>
              <p14:nvPr/>
            </p14:nvContentPartPr>
            <p14:xfrm>
              <a:off x="1307880" y="5357707"/>
              <a:ext cx="155880" cy="75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3A3FB71-B723-09F2-2597-83A1BF38FB6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297080" y="5346907"/>
                <a:ext cx="17712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15A9475-E105-1AF1-8FE9-3C677B4C1C14}"/>
                  </a:ext>
                </a:extLst>
              </p14:cNvPr>
              <p14:cNvContentPartPr/>
              <p14:nvPr/>
            </p14:nvContentPartPr>
            <p14:xfrm>
              <a:off x="1505520" y="5240707"/>
              <a:ext cx="84240" cy="226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15A9475-E105-1AF1-8FE9-3C677B4C1C1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494720" y="5230267"/>
                <a:ext cx="1054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6C7154E-DADF-9942-5CDD-7F157FFBCA6F}"/>
                  </a:ext>
                </a:extLst>
              </p14:cNvPr>
              <p14:cNvContentPartPr/>
              <p14:nvPr/>
            </p14:nvContentPartPr>
            <p14:xfrm>
              <a:off x="1627920" y="5288947"/>
              <a:ext cx="90000" cy="156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6C7154E-DADF-9942-5CDD-7F157FFBCA6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617480" y="5278507"/>
                <a:ext cx="11124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C0924D9-AF75-746E-0DC4-6D62A8FF67CF}"/>
                  </a:ext>
                </a:extLst>
              </p14:cNvPr>
              <p14:cNvContentPartPr/>
              <p14:nvPr/>
            </p14:nvContentPartPr>
            <p14:xfrm>
              <a:off x="1750680" y="5306587"/>
              <a:ext cx="66240" cy="1677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C0924D9-AF75-746E-0DC4-6D62A8FF67C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40240" y="5296147"/>
                <a:ext cx="874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FDE6C85-5FB5-2101-F834-2DB683E16668}"/>
                  </a:ext>
                </a:extLst>
              </p14:cNvPr>
              <p14:cNvContentPartPr/>
              <p14:nvPr/>
            </p14:nvContentPartPr>
            <p14:xfrm>
              <a:off x="1840680" y="5295067"/>
              <a:ext cx="129240" cy="1818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FDE6C85-5FB5-2101-F834-2DB683E1666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829880" y="5284267"/>
                <a:ext cx="1504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1135E28-BFD9-F313-21E0-BF634C8F4BED}"/>
                  </a:ext>
                </a:extLst>
              </p14:cNvPr>
              <p14:cNvContentPartPr/>
              <p14:nvPr/>
            </p14:nvContentPartPr>
            <p14:xfrm>
              <a:off x="2098080" y="5318467"/>
              <a:ext cx="30240" cy="1591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1135E28-BFD9-F313-21E0-BF634C8F4BE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087280" y="5308027"/>
                <a:ext cx="514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8190729-5F57-9BAB-957E-5E96F164AE84}"/>
                  </a:ext>
                </a:extLst>
              </p14:cNvPr>
              <p14:cNvContentPartPr/>
              <p14:nvPr/>
            </p14:nvContentPartPr>
            <p14:xfrm>
              <a:off x="2151720" y="5273827"/>
              <a:ext cx="18360" cy="33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8190729-5F57-9BAB-957E-5E96F164AE8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141280" y="5263027"/>
                <a:ext cx="396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DB6E95C-CFA5-04CC-D477-F124CAD6E6D3}"/>
                  </a:ext>
                </a:extLst>
              </p14:cNvPr>
              <p14:cNvContentPartPr/>
              <p14:nvPr/>
            </p14:nvContentPartPr>
            <p14:xfrm>
              <a:off x="2208600" y="5297587"/>
              <a:ext cx="65880" cy="152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DB6E95C-CFA5-04CC-D477-F124CAD6E6D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198160" y="5287147"/>
                <a:ext cx="871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AF293E3-3BA5-492B-2105-CF6769C80A55}"/>
                  </a:ext>
                </a:extLst>
              </p14:cNvPr>
              <p14:cNvContentPartPr/>
              <p14:nvPr/>
            </p14:nvContentPartPr>
            <p14:xfrm>
              <a:off x="2493000" y="5265187"/>
              <a:ext cx="180000" cy="232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AF293E3-3BA5-492B-2105-CF6769C80A5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482560" y="5254387"/>
                <a:ext cx="2012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7BEED30-C070-DDA9-9BBD-45E03084D9F4}"/>
                  </a:ext>
                </a:extLst>
              </p14:cNvPr>
              <p14:cNvContentPartPr/>
              <p14:nvPr/>
            </p14:nvContentPartPr>
            <p14:xfrm>
              <a:off x="2696760" y="5267707"/>
              <a:ext cx="84240" cy="1404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7BEED30-C070-DDA9-9BBD-45E03084D9F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85960" y="5257267"/>
                <a:ext cx="10548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BEB82C3-A75F-A748-DC71-9569771D64DC}"/>
                  </a:ext>
                </a:extLst>
              </p14:cNvPr>
              <p14:cNvContentPartPr/>
              <p14:nvPr/>
            </p14:nvContentPartPr>
            <p14:xfrm>
              <a:off x="2798280" y="5244667"/>
              <a:ext cx="87120" cy="207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BEB82C3-A75F-A748-DC71-9569771D64D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787840" y="5234227"/>
                <a:ext cx="1083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9D412D1-9967-3018-FB09-A51A2139C4AB}"/>
                  </a:ext>
                </a:extLst>
              </p14:cNvPr>
              <p14:cNvContentPartPr/>
              <p14:nvPr/>
            </p14:nvContentPartPr>
            <p14:xfrm>
              <a:off x="2892240" y="5257267"/>
              <a:ext cx="167040" cy="189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9D412D1-9967-3018-FB09-A51A2139C4A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881440" y="5246467"/>
                <a:ext cx="1882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B0DBAB2-C462-8E3B-EB32-F54118510F38}"/>
                  </a:ext>
                </a:extLst>
              </p14:cNvPr>
              <p14:cNvContentPartPr/>
              <p14:nvPr/>
            </p14:nvContentPartPr>
            <p14:xfrm>
              <a:off x="685080" y="5698987"/>
              <a:ext cx="113760" cy="302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B0DBAB2-C462-8E3B-EB32-F54118510F3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74640" y="5688547"/>
                <a:ext cx="13500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536C64C-DC06-906B-15C2-7DB3CC59DB2C}"/>
                  </a:ext>
                </a:extLst>
              </p14:cNvPr>
              <p14:cNvContentPartPr/>
              <p14:nvPr/>
            </p14:nvContentPartPr>
            <p14:xfrm>
              <a:off x="873720" y="5734627"/>
              <a:ext cx="6480" cy="2340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536C64C-DC06-906B-15C2-7DB3CC59DB2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63280" y="5724187"/>
                <a:ext cx="2772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3F35963-607B-C027-C278-BD2F8180282B}"/>
                  </a:ext>
                </a:extLst>
              </p14:cNvPr>
              <p14:cNvContentPartPr/>
              <p14:nvPr/>
            </p14:nvContentPartPr>
            <p14:xfrm>
              <a:off x="813960" y="5836507"/>
              <a:ext cx="126000" cy="63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3F35963-607B-C027-C278-BD2F8180282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03160" y="5825707"/>
                <a:ext cx="1472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ACFB5B9-8DA2-FDEF-95F5-5E7131D4A507}"/>
                  </a:ext>
                </a:extLst>
              </p14:cNvPr>
              <p14:cNvContentPartPr/>
              <p14:nvPr/>
            </p14:nvContentPartPr>
            <p14:xfrm>
              <a:off x="1020600" y="5770987"/>
              <a:ext cx="108000" cy="2138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ACFB5B9-8DA2-FDEF-95F5-5E7131D4A50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09800" y="5760187"/>
                <a:ext cx="1292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B776A6F-A6A0-D028-AAFE-C00F53F02082}"/>
                  </a:ext>
                </a:extLst>
              </p14:cNvPr>
              <p14:cNvContentPartPr/>
              <p14:nvPr/>
            </p14:nvContentPartPr>
            <p14:xfrm>
              <a:off x="1119240" y="5766307"/>
              <a:ext cx="191880" cy="1476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B776A6F-A6A0-D028-AAFE-C00F53F0208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08800" y="5755507"/>
                <a:ext cx="2131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27EC627-71D8-378B-1650-D67EA119A1FF}"/>
                  </a:ext>
                </a:extLst>
              </p14:cNvPr>
              <p14:cNvContentPartPr/>
              <p14:nvPr/>
            </p14:nvContentPartPr>
            <p14:xfrm>
              <a:off x="1269000" y="5752627"/>
              <a:ext cx="108000" cy="181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27EC627-71D8-378B-1650-D67EA119A1F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258200" y="5742187"/>
                <a:ext cx="12924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287E2C9-57F0-74E2-D6F2-044C20F4BC44}"/>
                  </a:ext>
                </a:extLst>
              </p14:cNvPr>
              <p14:cNvContentPartPr/>
              <p14:nvPr/>
            </p14:nvContentPartPr>
            <p14:xfrm>
              <a:off x="1412640" y="5722747"/>
              <a:ext cx="12240" cy="2008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287E2C9-57F0-74E2-D6F2-044C20F4BC4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401840" y="5711947"/>
                <a:ext cx="334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8D84B84-5FBB-302A-B4B2-2A36913471CD}"/>
                  </a:ext>
                </a:extLst>
              </p14:cNvPr>
              <p14:cNvContentPartPr/>
              <p14:nvPr/>
            </p14:nvContentPartPr>
            <p14:xfrm>
              <a:off x="1372320" y="5806627"/>
              <a:ext cx="82440" cy="511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8D84B84-5FBB-302A-B4B2-2A36913471C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361880" y="5795827"/>
                <a:ext cx="10368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95216CC-7496-C327-DE0C-4FE509DE4917}"/>
                  </a:ext>
                </a:extLst>
              </p14:cNvPr>
              <p14:cNvContentPartPr/>
              <p14:nvPr/>
            </p14:nvContentPartPr>
            <p14:xfrm>
              <a:off x="1463400" y="5768827"/>
              <a:ext cx="99000" cy="1141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95216CC-7496-C327-DE0C-4FE509DE491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452960" y="5758387"/>
                <a:ext cx="12024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C8D0CED-60DE-C1AA-F492-652BCC4CBD58}"/>
                  </a:ext>
                </a:extLst>
              </p14:cNvPr>
              <p14:cNvContentPartPr/>
              <p14:nvPr/>
            </p14:nvContentPartPr>
            <p14:xfrm>
              <a:off x="1592280" y="5740747"/>
              <a:ext cx="75240" cy="1681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C8D0CED-60DE-C1AA-F492-652BCC4CBD5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581480" y="5729947"/>
                <a:ext cx="964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CC9E8F6-6146-C270-C1FC-497CC34507D0}"/>
                  </a:ext>
                </a:extLst>
              </p14:cNvPr>
              <p14:cNvContentPartPr/>
              <p14:nvPr/>
            </p14:nvContentPartPr>
            <p14:xfrm>
              <a:off x="1690920" y="5734987"/>
              <a:ext cx="59760" cy="1465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CC9E8F6-6146-C270-C1FC-497CC34507D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680480" y="5724547"/>
                <a:ext cx="810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37317CE-BBB7-54B9-3737-6C55ADA26422}"/>
                  </a:ext>
                </a:extLst>
              </p14:cNvPr>
              <p14:cNvContentPartPr/>
              <p14:nvPr/>
            </p14:nvContentPartPr>
            <p14:xfrm>
              <a:off x="1771920" y="5809507"/>
              <a:ext cx="30240" cy="1350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37317CE-BBB7-54B9-3737-6C55ADA2642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761120" y="5798707"/>
                <a:ext cx="514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71019F5-D30F-FBE9-7FE4-C952BCA611CF}"/>
                  </a:ext>
                </a:extLst>
              </p14:cNvPr>
              <p14:cNvContentPartPr/>
              <p14:nvPr/>
            </p14:nvContentPartPr>
            <p14:xfrm>
              <a:off x="1912320" y="5718427"/>
              <a:ext cx="155880" cy="1292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71019F5-D30F-FBE9-7FE4-C952BCA611C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901880" y="5707627"/>
                <a:ext cx="1771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9207E76-C85A-33B4-703D-3A6E4DB533B3}"/>
                  </a:ext>
                </a:extLst>
              </p14:cNvPr>
              <p14:cNvContentPartPr/>
              <p14:nvPr/>
            </p14:nvContentPartPr>
            <p14:xfrm>
              <a:off x="2044080" y="5692867"/>
              <a:ext cx="96120" cy="2001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9207E76-C85A-33B4-703D-3A6E4DB533B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033640" y="5682067"/>
                <a:ext cx="1173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2E30ED8-A09B-5E31-A089-43E956B7E944}"/>
                  </a:ext>
                </a:extLst>
              </p14:cNvPr>
              <p14:cNvContentPartPr/>
              <p14:nvPr/>
            </p14:nvContentPartPr>
            <p14:xfrm>
              <a:off x="1948320" y="5666227"/>
              <a:ext cx="212760" cy="2145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2E30ED8-A09B-5E31-A089-43E956B7E94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937880" y="5655427"/>
                <a:ext cx="2340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2A88472-EA97-CAF5-E80F-A8609B973775}"/>
                  </a:ext>
                </a:extLst>
              </p14:cNvPr>
              <p14:cNvContentPartPr/>
              <p14:nvPr/>
            </p14:nvContentPartPr>
            <p14:xfrm>
              <a:off x="2295720" y="5650747"/>
              <a:ext cx="33120" cy="2217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2A88472-EA97-CAF5-E80F-A8609B97377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284920" y="5640307"/>
                <a:ext cx="5436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F1804E3-67C9-E66E-E193-862776EB2E20}"/>
                  </a:ext>
                </a:extLst>
              </p14:cNvPr>
              <p14:cNvContentPartPr/>
              <p14:nvPr/>
            </p14:nvContentPartPr>
            <p14:xfrm>
              <a:off x="2266200" y="5770627"/>
              <a:ext cx="71640" cy="392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F1804E3-67C9-E66E-E193-862776EB2E2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255760" y="5759827"/>
                <a:ext cx="928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427F739-88D8-2AA9-3DE5-713C231544BA}"/>
                  </a:ext>
                </a:extLst>
              </p14:cNvPr>
              <p14:cNvContentPartPr/>
              <p14:nvPr/>
            </p14:nvContentPartPr>
            <p14:xfrm>
              <a:off x="2388240" y="5644987"/>
              <a:ext cx="78120" cy="2023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427F739-88D8-2AA9-3DE5-713C231544B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377800" y="5634187"/>
                <a:ext cx="9936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C82885F-6EC3-D1D3-9C0D-867D4E9476CE}"/>
                  </a:ext>
                </a:extLst>
              </p14:cNvPr>
              <p14:cNvContentPartPr/>
              <p14:nvPr/>
            </p14:nvContentPartPr>
            <p14:xfrm>
              <a:off x="2502000" y="5686747"/>
              <a:ext cx="84240" cy="990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C82885F-6EC3-D1D3-9C0D-867D4E9476C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491560" y="5676307"/>
                <a:ext cx="10548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14660D8-2D26-4C47-1625-D610A2A6A85C}"/>
                  </a:ext>
                </a:extLst>
              </p14:cNvPr>
              <p14:cNvContentPartPr/>
              <p14:nvPr/>
            </p14:nvContentPartPr>
            <p14:xfrm>
              <a:off x="2598120" y="5666947"/>
              <a:ext cx="54000" cy="1850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14660D8-2D26-4C47-1625-D610A2A6A85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587680" y="5656147"/>
                <a:ext cx="7524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ED8BA19-3CAB-E817-FA5B-50A35C0310AA}"/>
                  </a:ext>
                </a:extLst>
              </p14:cNvPr>
              <p14:cNvContentPartPr/>
              <p14:nvPr/>
            </p14:nvContentPartPr>
            <p14:xfrm>
              <a:off x="2693520" y="5755507"/>
              <a:ext cx="27360" cy="1558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ED8BA19-3CAB-E817-FA5B-50A35C0310A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683080" y="5745067"/>
                <a:ext cx="4860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F02439C-4392-1BE2-111A-FD7C2D27A3E9}"/>
                  </a:ext>
                </a:extLst>
              </p14:cNvPr>
              <p14:cNvContentPartPr/>
              <p14:nvPr/>
            </p14:nvContentPartPr>
            <p14:xfrm>
              <a:off x="2832120" y="5600707"/>
              <a:ext cx="80640" cy="2599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F02439C-4392-1BE2-111A-FD7C2D27A3E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821320" y="5589907"/>
                <a:ext cx="1018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B7457CA-060C-C387-5F3E-BC3FFA57063F}"/>
                  </a:ext>
                </a:extLst>
              </p14:cNvPr>
              <p14:cNvContentPartPr/>
              <p14:nvPr/>
            </p14:nvContentPartPr>
            <p14:xfrm>
              <a:off x="2855160" y="5689627"/>
              <a:ext cx="129240" cy="961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B7457CA-060C-C387-5F3E-BC3FFA57063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844720" y="5679187"/>
                <a:ext cx="15048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5AEE328-C3CC-CEED-8385-83AC76CC47F8}"/>
                  </a:ext>
                </a:extLst>
              </p14:cNvPr>
              <p14:cNvContentPartPr/>
              <p14:nvPr/>
            </p14:nvContentPartPr>
            <p14:xfrm>
              <a:off x="2993040" y="5641747"/>
              <a:ext cx="24480" cy="198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5AEE328-C3CC-CEED-8385-83AC76CC47F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982240" y="5631307"/>
                <a:ext cx="457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8798D9D7-61CA-4CEE-E32A-47A0C2C2DC4D}"/>
                  </a:ext>
                </a:extLst>
              </p14:cNvPr>
              <p14:cNvContentPartPr/>
              <p14:nvPr/>
            </p14:nvContentPartPr>
            <p14:xfrm>
              <a:off x="2995920" y="5675587"/>
              <a:ext cx="99000" cy="237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8798D9D7-61CA-4CEE-E32A-47A0C2C2DC4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985480" y="5664787"/>
                <a:ext cx="1202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0D5922D-CCF1-7C05-44E7-4C3386FF177A}"/>
                  </a:ext>
                </a:extLst>
              </p14:cNvPr>
              <p14:cNvContentPartPr/>
              <p14:nvPr/>
            </p14:nvContentPartPr>
            <p14:xfrm>
              <a:off x="3002400" y="5728867"/>
              <a:ext cx="83880" cy="27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0D5922D-CCF1-7C05-44E7-4C3386FF177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991600" y="5718067"/>
                <a:ext cx="1051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FCE9F0E-34F3-6C7D-3527-435B699C57CB}"/>
                  </a:ext>
                </a:extLst>
              </p14:cNvPr>
              <p14:cNvContentPartPr/>
              <p14:nvPr/>
            </p14:nvContentPartPr>
            <p14:xfrm>
              <a:off x="2997720" y="5776747"/>
              <a:ext cx="106560" cy="482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FCE9F0E-34F3-6C7D-3527-435B699C57C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986920" y="5765947"/>
                <a:ext cx="1278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4E8F4C4-A64E-CBB6-C44A-A70207C330F7}"/>
                  </a:ext>
                </a:extLst>
              </p14:cNvPr>
              <p14:cNvContentPartPr/>
              <p14:nvPr/>
            </p14:nvContentPartPr>
            <p14:xfrm>
              <a:off x="3049920" y="5677747"/>
              <a:ext cx="114120" cy="1857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4E8F4C4-A64E-CBB6-C44A-A70207C330F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039120" y="5667307"/>
                <a:ext cx="13536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7CC27F0-92A5-D83D-9C68-2468457E2B7D}"/>
                  </a:ext>
                </a:extLst>
              </p14:cNvPr>
              <p14:cNvContentPartPr/>
              <p14:nvPr/>
            </p14:nvContentPartPr>
            <p14:xfrm>
              <a:off x="850320" y="6176707"/>
              <a:ext cx="47880" cy="1332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7CC27F0-92A5-D83D-9C68-2468457E2B7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39520" y="6165907"/>
                <a:ext cx="691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59ADF17-3C88-1740-EF46-1E972E7E352E}"/>
                  </a:ext>
                </a:extLst>
              </p14:cNvPr>
              <p14:cNvContentPartPr/>
              <p14:nvPr/>
            </p14:nvContentPartPr>
            <p14:xfrm>
              <a:off x="880200" y="6108667"/>
              <a:ext cx="47880" cy="302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59ADF17-3C88-1740-EF46-1E972E7E352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69400" y="6098227"/>
                <a:ext cx="691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8D7D90A-261D-7D67-B5ED-2F8AB25FC68E}"/>
                  </a:ext>
                </a:extLst>
              </p14:cNvPr>
              <p14:cNvContentPartPr/>
              <p14:nvPr/>
            </p14:nvContentPartPr>
            <p14:xfrm>
              <a:off x="912600" y="6129907"/>
              <a:ext cx="98640" cy="1620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8D7D90A-261D-7D67-B5ED-2F8AB25FC68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02160" y="6119107"/>
                <a:ext cx="1198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230E5E9-0258-6F20-F13E-D21032327FC0}"/>
                  </a:ext>
                </a:extLst>
              </p14:cNvPr>
              <p14:cNvContentPartPr/>
              <p14:nvPr/>
            </p14:nvContentPartPr>
            <p14:xfrm>
              <a:off x="1215000" y="6087427"/>
              <a:ext cx="203760" cy="2307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230E5E9-0258-6F20-F13E-D21032327FC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204560" y="6076987"/>
                <a:ext cx="2250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C128CA7-6F69-B782-BEC3-FA5295A09DF8}"/>
                  </a:ext>
                </a:extLst>
              </p14:cNvPr>
              <p14:cNvContentPartPr/>
              <p14:nvPr/>
            </p14:nvContentPartPr>
            <p14:xfrm>
              <a:off x="1412640" y="6082387"/>
              <a:ext cx="159120" cy="1821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C128CA7-6F69-B782-BEC3-FA5295A09DF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401840" y="6071587"/>
                <a:ext cx="1803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01F6C04-79C3-CD86-5693-37EA5976650A}"/>
                  </a:ext>
                </a:extLst>
              </p14:cNvPr>
              <p14:cNvContentPartPr/>
              <p14:nvPr/>
            </p14:nvContentPartPr>
            <p14:xfrm>
              <a:off x="1577520" y="6092467"/>
              <a:ext cx="164520" cy="168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01F6C04-79C3-CD86-5693-37EA5976650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567080" y="6082027"/>
                <a:ext cx="1857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49613FF4-8FC2-E5F8-F0FB-E15C4CE922A1}"/>
                  </a:ext>
                </a:extLst>
              </p14:cNvPr>
              <p14:cNvContentPartPr/>
              <p14:nvPr/>
            </p14:nvContentPartPr>
            <p14:xfrm>
              <a:off x="1912320" y="6055747"/>
              <a:ext cx="102240" cy="2210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49613FF4-8FC2-E5F8-F0FB-E15C4CE922A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901880" y="6044947"/>
                <a:ext cx="1234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F3E23E1-24E3-5DFD-FC10-168803A855F3}"/>
                  </a:ext>
                </a:extLst>
              </p14:cNvPr>
              <p14:cNvContentPartPr/>
              <p14:nvPr/>
            </p14:nvContentPartPr>
            <p14:xfrm>
              <a:off x="2026080" y="6091027"/>
              <a:ext cx="117000" cy="1850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F3E23E1-24E3-5DFD-FC10-168803A855F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015640" y="6080587"/>
                <a:ext cx="13824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CDFADEF-1367-345D-F19E-34E4162B864E}"/>
                  </a:ext>
                </a:extLst>
              </p14:cNvPr>
              <p14:cNvContentPartPr/>
              <p14:nvPr/>
            </p14:nvContentPartPr>
            <p14:xfrm>
              <a:off x="2149560" y="6114787"/>
              <a:ext cx="119520" cy="1411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CDFADEF-1367-345D-F19E-34E4162B864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138760" y="6104347"/>
                <a:ext cx="1407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342AD13-307F-CDD7-A0E5-950DAF69A252}"/>
                  </a:ext>
                </a:extLst>
              </p14:cNvPr>
              <p14:cNvContentPartPr/>
              <p14:nvPr/>
            </p14:nvContentPartPr>
            <p14:xfrm>
              <a:off x="2241720" y="6121987"/>
              <a:ext cx="117000" cy="121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342AD13-307F-CDD7-A0E5-950DAF69A25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230920" y="6111547"/>
                <a:ext cx="1382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0AE7CDF9-D6F2-53BB-ECF1-7B8D05A50DC7}"/>
                  </a:ext>
                </a:extLst>
              </p14:cNvPr>
              <p14:cNvContentPartPr/>
              <p14:nvPr/>
            </p14:nvContentPartPr>
            <p14:xfrm>
              <a:off x="2391480" y="6108667"/>
              <a:ext cx="72360" cy="1602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0AE7CDF9-D6F2-53BB-ECF1-7B8D05A50DC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380680" y="6098227"/>
                <a:ext cx="9360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0C7B714-9539-CE2F-511D-2D2F3DA8A209}"/>
                  </a:ext>
                </a:extLst>
              </p14:cNvPr>
              <p14:cNvContentPartPr/>
              <p14:nvPr/>
            </p14:nvContentPartPr>
            <p14:xfrm>
              <a:off x="2466000" y="6088507"/>
              <a:ext cx="63000" cy="2271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0C7B714-9539-CE2F-511D-2D2F3DA8A20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455560" y="6078067"/>
                <a:ext cx="842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1207076-4201-793A-2038-0038CA0712B5}"/>
                  </a:ext>
                </a:extLst>
              </p14:cNvPr>
              <p14:cNvContentPartPr/>
              <p14:nvPr/>
            </p14:nvContentPartPr>
            <p14:xfrm>
              <a:off x="2612880" y="6252667"/>
              <a:ext cx="15480" cy="273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1207076-4201-793A-2038-0038CA0712B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602080" y="6241867"/>
                <a:ext cx="3672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2215101"/>
      </p:ext>
    </p:extLst>
  </p:cSld>
  <p:clrMapOvr>
    <a:masterClrMapping/>
  </p:clrMapOvr>
</p:sld>
</file>

<file path=ppt/theme/theme1.xml><?xml version="1.0" encoding="utf-8"?>
<a:theme xmlns:a="http://schemas.openxmlformats.org/drawingml/2006/main" name="smu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rgbClr val="00009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Helvetica" pitchFamily="2" charset="0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ysmu.potx" id="{88E1D036-201D-F348-9623-BBEDBE29AE4A}" vid="{70368DC6-BC3E-3C49-B354-1B50D3B4343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 xmlns="1b6a39ee-1380-4096-9882-8248104ba7f7" xsi:nil="true"/>
    <TaxCatchAll xmlns="4604cec2-e769-4190-9d56-5d48f74b6442" xsi:nil="true"/>
    <lcf76f155ced4ddcb4097134ff3c332f xmlns="1b6a39ee-1380-4096-9882-8248104ba7f7">
      <Terms xmlns="http://schemas.microsoft.com/office/infopath/2007/PartnerControls"/>
    </lcf76f155ced4ddcb4097134ff3c332f>
    <_Flow_SignoffStatus xmlns="1b6a39ee-1380-4096-9882-8248104ba7f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6AD1B51FFACD45B62528B91A79C429" ma:contentTypeVersion="18" ma:contentTypeDescription="Create a new document." ma:contentTypeScope="" ma:versionID="9672dfb9ec3908af57a6b314afe3680d">
  <xsd:schema xmlns:xsd="http://www.w3.org/2001/XMLSchema" xmlns:xs="http://www.w3.org/2001/XMLSchema" xmlns:p="http://schemas.microsoft.com/office/2006/metadata/properties" xmlns:ns2="1b6a39ee-1380-4096-9882-8248104ba7f7" xmlns:ns3="4604cec2-e769-4190-9d56-5d48f74b6442" targetNamespace="http://schemas.microsoft.com/office/2006/metadata/properties" ma:root="true" ma:fieldsID="12d78462d111bb2baa1b9a3ac61ee40a" ns2:_="" ns3:_="">
    <xsd:import namespace="1b6a39ee-1380-4096-9882-8248104ba7f7"/>
    <xsd:import namespace="4604cec2-e769-4190-9d56-5d48f74b64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Comment" minOccurs="0"/>
                <xsd:element ref="ns2:lcf76f155ced4ddcb4097134ff3c332f" minOccurs="0"/>
                <xsd:element ref="ns3:TaxCatchAll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6a39ee-1380-4096-9882-8248104ba7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Comment" ma:index="21" nillable="true" ma:displayName="Comment" ma:description="What was the last change about" ma:format="Dropdown" ma:internalName="Comment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eec61d7-21c4-46ea-8069-5c692c33a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04cec2-e769-4190-9d56-5d48f74b644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943aed9-ec56-40d8-95cb-c4327e5e8870}" ma:internalName="TaxCatchAll" ma:showField="CatchAllData" ma:web="4604cec2-e769-4190-9d56-5d48f74b64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9631CF-43A1-4F10-B12A-3188DD9430A7}">
  <ds:schemaRefs>
    <ds:schemaRef ds:uri="http://schemas.microsoft.com/office/2006/metadata/properties"/>
    <ds:schemaRef ds:uri="http://www.w3.org/2000/xmlns/"/>
    <ds:schemaRef ds:uri="1b6a39ee-1380-4096-9882-8248104ba7f7"/>
    <ds:schemaRef ds:uri="http://www.w3.org/2001/XMLSchema-instance"/>
    <ds:schemaRef ds:uri="4604cec2-e769-4190-9d56-5d48f74b6442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914542A-D13B-4938-B3A9-A151355077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022D9B-5F73-4983-9161-B87C27DF1FE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1b6a39ee-1380-4096-9882-8248104ba7f7"/>
    <ds:schemaRef ds:uri="4604cec2-e769-4190-9d56-5d48f74b6442"/>
  </ds:schemaRefs>
</ds:datastoreItem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smu</Template>
  <TotalTime>1152</TotalTime>
  <Words>1922</Words>
  <Application>Microsoft Office PowerPoint</Application>
  <PresentationFormat>Widescreen</PresentationFormat>
  <Paragraphs>244</Paragraphs>
  <Slides>27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smu</vt:lpstr>
      <vt:lpstr>CS440 Foundation of Cybersecurity</vt:lpstr>
      <vt:lpstr>Review of Week 2</vt:lpstr>
      <vt:lpstr>Exercise: bruteforce attack</vt:lpstr>
      <vt:lpstr>Exercise: bruteforce attack</vt:lpstr>
      <vt:lpstr>Exercise: operation mode</vt:lpstr>
      <vt:lpstr>Troubles of Secret Key Distribution</vt:lpstr>
      <vt:lpstr>Another approach…</vt:lpstr>
      <vt:lpstr>Asymmetric Cryptosystem</vt:lpstr>
      <vt:lpstr>Asymmetric Key Encryption</vt:lpstr>
      <vt:lpstr>Rivest-Shamir-Adleman</vt:lpstr>
      <vt:lpstr>Notations (FYI, non-examinable)</vt:lpstr>
      <vt:lpstr>RSA Setting</vt:lpstr>
      <vt:lpstr>How to use RSA</vt:lpstr>
      <vt:lpstr>A Toy Example (non-examinable)</vt:lpstr>
      <vt:lpstr>A Toy Example (non-examinable)</vt:lpstr>
      <vt:lpstr>Textbook RSA is Deterministic</vt:lpstr>
      <vt:lpstr>Randomized RSA via Padding (non-examinable)</vt:lpstr>
      <vt:lpstr>Computational Security of RSA</vt:lpstr>
      <vt:lpstr>RSA Key Size and Security</vt:lpstr>
      <vt:lpstr>Comparison</vt:lpstr>
      <vt:lpstr>Limitation of RSA encryption</vt:lpstr>
      <vt:lpstr>Another approach…</vt:lpstr>
      <vt:lpstr>Another approach…</vt:lpstr>
      <vt:lpstr>A hybrid approach: envelope encryption</vt:lpstr>
      <vt:lpstr>Non-interactive RSA-based Secret Key Distribution</vt:lpstr>
      <vt:lpstr>Significance of RSA</vt:lpstr>
      <vt:lpstr>Takeaways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CS440 Foundation of Cybersecurity</dc:title>
  <dc:creator>DING Xuhua</dc:creator>
  <cp:lastModifiedBy>Nicholas SOH De Lin</cp:lastModifiedBy>
  <cp:revision>34</cp:revision>
  <dcterms:created xsi:type="dcterms:W3CDTF">2021-01-16T16:04:01Z</dcterms:created>
  <dcterms:modified xsi:type="dcterms:W3CDTF">2025-09-23T04:35:40Z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0x0101000C6AD1B51FFACD45B62528B91A79C429</vt:lpwstr>
  </property>
  <property fmtid="{D5CDD505-2E9C-101B-9397-08002B2CF9AE}" pid="3" name="MSIP_Label_6951d41b-6b8e-4636-984f-012bff14ba18_Enabled">
    <vt:lpwstr>true</vt:lpwstr>
  </property>
  <property fmtid="{D5CDD505-2E9C-101B-9397-08002B2CF9AE}" pid="4" name="MSIP_Label_6951d41b-6b8e-4636-984f-012bff14ba18_SetDate">
    <vt:lpwstr>2023-01-26T06:16:56Z</vt:lpwstr>
  </property>
  <property fmtid="{D5CDD505-2E9C-101B-9397-08002B2CF9AE}" pid="5" name="MSIP_Label_6951d41b-6b8e-4636-984f-012bff14ba18_Method">
    <vt:lpwstr>Standard</vt:lpwstr>
  </property>
  <property fmtid="{D5CDD505-2E9C-101B-9397-08002B2CF9AE}" pid="6" name="MSIP_Label_6951d41b-6b8e-4636-984f-012bff14ba18_Name">
    <vt:lpwstr>6951d41b-6b8e-4636-984f-012bff14ba18</vt:lpwstr>
  </property>
  <property fmtid="{D5CDD505-2E9C-101B-9397-08002B2CF9AE}" pid="7" name="MSIP_Label_6951d41b-6b8e-4636-984f-012bff14ba18_SiteId">
    <vt:lpwstr>c98a79ca-5a9a-4791-a243-f06afd67464d</vt:lpwstr>
  </property>
  <property fmtid="{D5CDD505-2E9C-101B-9397-08002B2CF9AE}" pid="8" name="MSIP_Label_6951d41b-6b8e-4636-984f-012bff14ba18_ActionId">
    <vt:lpwstr>7ed28e0e-f1d7-421b-a08e-952d3911f4ad</vt:lpwstr>
  </property>
  <property fmtid="{D5CDD505-2E9C-101B-9397-08002B2CF9AE}" pid="9" name="MSIP_Label_6951d41b-6b8e-4636-984f-012bff14ba18_ContentBits">
    <vt:lpwstr>1</vt:lpwstr>
  </property>
  <property fmtid="{D5CDD505-2E9C-101B-9397-08002B2CF9AE}" pid="10" name="ClassificationContentMarkingHeaderLocations">
    <vt:lpwstr>smu:4</vt:lpwstr>
  </property>
  <property fmtid="{D5CDD505-2E9C-101B-9397-08002B2CF9AE}" pid="11" name="ClassificationContentMarkingHeaderText">
    <vt:lpwstr>SMU Classification: Restricted</vt:lpwstr>
  </property>
</Properties>
</file>